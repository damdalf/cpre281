
<file path=[Content_Types].xml><?xml version="1.0" encoding="utf-8"?>
<Types xmlns="http://schemas.openxmlformats.org/package/2006/content-types">
  <Default Extension="png" ContentType="image/png"/>
  <Default Extension="wmf" ContentType="image/x-wmf"/>
  <Default Extension="rels" ContentType="application/vnd.openxmlformats-package.relationships+xml"/>
  <Default Extension="xml" ContentType="application/xml"/>
  <Default Extension="gif" ContentType="image/gif"/>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ink/ink1.xml" ContentType="application/inkml+xml"/>
  <Override PartName="/ppt/ink/ink2.xml" ContentType="application/inkml+xml"/>
  <Override PartName="/ppt/ink/ink3.xml" ContentType="application/inkml+xml"/>
  <Override PartName="/ppt/ink/ink4.xml" ContentType="application/inkml+xml"/>
  <Override PartName="/ppt/ink/ink5.xml" ContentType="application/inkml+xml"/>
  <Override PartName="/ppt/ink/ink6.xml" ContentType="application/inkml+xml"/>
  <Override PartName="/ppt/ink/ink7.xml" ContentType="application/inkml+xml"/>
  <Override PartName="/ppt/ink/ink8.xml" ContentType="application/inkml+xml"/>
  <Override PartName="/ppt/ink/ink9.xml" ContentType="application/inkml+xml"/>
  <Override PartName="/ppt/ink/ink10.xml" ContentType="application/inkml+xml"/>
  <Override PartName="/ppt/ink/ink11.xml" ContentType="application/inkml+xml"/>
  <Override PartName="/ppt/ink/ink12.xml" ContentType="application/inkml+xml"/>
  <Override PartName="/ppt/notesSlides/notesSlide1.xml" ContentType="application/vnd.openxmlformats-officedocument.presentationml.notesSlide+xml"/>
  <Override PartName="/ppt/ink/ink13.xml" ContentType="application/inkml+xml"/>
  <Override PartName="/ppt/ink/ink14.xml" ContentType="application/inkml+xml"/>
  <Override PartName="/ppt/ink/ink15.xml" ContentType="application/inkml+xml"/>
  <Override PartName="/ppt/ink/ink16.xml" ContentType="application/inkml+xml"/>
  <Override PartName="/ppt/ink/ink17.xml" ContentType="application/inkml+xml"/>
  <Override PartName="/ppt/ink/ink18.xml" ContentType="application/inkml+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trictFirstAndLastChars="0" saveSubsetFonts="1" autoCompressPictures="0">
  <p:sldMasterIdLst>
    <p:sldMasterId id="2147483660" r:id="rId4"/>
  </p:sldMasterIdLst>
  <p:notesMasterIdLst>
    <p:notesMasterId r:id="rId99"/>
  </p:notesMasterIdLst>
  <p:handoutMasterIdLst>
    <p:handoutMasterId r:id="rId100"/>
  </p:handoutMasterIdLst>
  <p:sldIdLst>
    <p:sldId id="788" r:id="rId5"/>
    <p:sldId id="774" r:id="rId6"/>
    <p:sldId id="773" r:id="rId7"/>
    <p:sldId id="2153" r:id="rId8"/>
    <p:sldId id="2040" r:id="rId9"/>
    <p:sldId id="2157" r:id="rId10"/>
    <p:sldId id="2033" r:id="rId11"/>
    <p:sldId id="2158" r:id="rId12"/>
    <p:sldId id="2034" r:id="rId13"/>
    <p:sldId id="2044" r:id="rId14"/>
    <p:sldId id="2045" r:id="rId15"/>
    <p:sldId id="2046" r:id="rId16"/>
    <p:sldId id="1362" r:id="rId17"/>
    <p:sldId id="2022" r:id="rId18"/>
    <p:sldId id="2025" r:id="rId19"/>
    <p:sldId id="2024" r:id="rId20"/>
    <p:sldId id="2120" r:id="rId21"/>
    <p:sldId id="2026" r:id="rId22"/>
    <p:sldId id="2029" r:id="rId23"/>
    <p:sldId id="2023" r:id="rId24"/>
    <p:sldId id="2115" r:id="rId25"/>
    <p:sldId id="2124" r:id="rId26"/>
    <p:sldId id="1977" r:id="rId27"/>
    <p:sldId id="2154" r:id="rId28"/>
    <p:sldId id="1978" r:id="rId29"/>
    <p:sldId id="1979" r:id="rId30"/>
    <p:sldId id="2125" r:id="rId31"/>
    <p:sldId id="2062" r:id="rId32"/>
    <p:sldId id="2126" r:id="rId33"/>
    <p:sldId id="2127" r:id="rId34"/>
    <p:sldId id="2063" r:id="rId35"/>
    <p:sldId id="2073" r:id="rId36"/>
    <p:sldId id="2064" r:id="rId37"/>
    <p:sldId id="2072" r:id="rId38"/>
    <p:sldId id="2065" r:id="rId39"/>
    <p:sldId id="2074" r:id="rId40"/>
    <p:sldId id="2075" r:id="rId41"/>
    <p:sldId id="2076" r:id="rId42"/>
    <p:sldId id="2128" r:id="rId43"/>
    <p:sldId id="2129" r:id="rId44"/>
    <p:sldId id="2130" r:id="rId45"/>
    <p:sldId id="2077" r:id="rId46"/>
    <p:sldId id="2111" r:id="rId47"/>
    <p:sldId id="2112" r:id="rId48"/>
    <p:sldId id="2131" r:id="rId49"/>
    <p:sldId id="2132" r:id="rId50"/>
    <p:sldId id="2079" r:id="rId51"/>
    <p:sldId id="2133" r:id="rId52"/>
    <p:sldId id="2069" r:id="rId53"/>
    <p:sldId id="2070" r:id="rId54"/>
    <p:sldId id="2066" r:id="rId55"/>
    <p:sldId id="2155" r:id="rId56"/>
    <p:sldId id="2145" r:id="rId57"/>
    <p:sldId id="1982" r:id="rId58"/>
    <p:sldId id="2156" r:id="rId59"/>
    <p:sldId id="2067" r:id="rId60"/>
    <p:sldId id="2083" r:id="rId61"/>
    <p:sldId id="2085" r:id="rId62"/>
    <p:sldId id="2082" r:id="rId63"/>
    <p:sldId id="2081" r:id="rId64"/>
    <p:sldId id="2080" r:id="rId65"/>
    <p:sldId id="2136" r:id="rId66"/>
    <p:sldId id="2137" r:id="rId67"/>
    <p:sldId id="2138" r:id="rId68"/>
    <p:sldId id="2139" r:id="rId69"/>
    <p:sldId id="2086" r:id="rId70"/>
    <p:sldId id="2140" r:id="rId71"/>
    <p:sldId id="2141" r:id="rId72"/>
    <p:sldId id="2087" r:id="rId73"/>
    <p:sldId id="2090" r:id="rId74"/>
    <p:sldId id="2088" r:id="rId75"/>
    <p:sldId id="2089" r:id="rId76"/>
    <p:sldId id="1986" r:id="rId77"/>
    <p:sldId id="2160" r:id="rId78"/>
    <p:sldId id="2142" r:id="rId79"/>
    <p:sldId id="2091" r:id="rId80"/>
    <p:sldId id="2101" r:id="rId81"/>
    <p:sldId id="2102" r:id="rId82"/>
    <p:sldId id="2097" r:id="rId83"/>
    <p:sldId id="2098" r:id="rId84"/>
    <p:sldId id="2099" r:id="rId85"/>
    <p:sldId id="2105" r:id="rId86"/>
    <p:sldId id="2094" r:id="rId87"/>
    <p:sldId id="2095" r:id="rId88"/>
    <p:sldId id="2096" r:id="rId89"/>
    <p:sldId id="2104" r:id="rId90"/>
    <p:sldId id="2092" r:id="rId91"/>
    <p:sldId id="2093" r:id="rId92"/>
    <p:sldId id="2106" r:id="rId93"/>
    <p:sldId id="2107" r:id="rId94"/>
    <p:sldId id="2143" r:id="rId95"/>
    <p:sldId id="2109" r:id="rId96"/>
    <p:sldId id="2110" r:id="rId97"/>
    <p:sldId id="2146" r:id="rId98"/>
  </p:sldIdLst>
  <p:sldSz cx="9144000" cy="6858000" type="screen4x3"/>
  <p:notesSz cx="6858000" cy="9144000"/>
  <p:defaultTextStyle>
    <a:defPPr>
      <a:defRPr lang="en-US"/>
    </a:defPPr>
    <a:lvl1pPr algn="l" rtl="0" eaLnBrk="0" fontAlgn="base" hangingPunct="0">
      <a:spcBef>
        <a:spcPct val="0"/>
      </a:spcBef>
      <a:spcAft>
        <a:spcPct val="0"/>
      </a:spcAft>
      <a:defRPr sz="2400" kern="1200">
        <a:solidFill>
          <a:schemeClr val="tx1"/>
        </a:solidFill>
        <a:latin typeface="Times" panose="02020603050405020304" pitchFamily="18" charset="0"/>
        <a:ea typeface="MS PGothic" panose="020B0600070205080204" pitchFamily="34" charset="-128"/>
        <a:cs typeface="+mn-cs"/>
      </a:defRPr>
    </a:lvl1pPr>
    <a:lvl2pPr marL="457200" algn="l" rtl="0" eaLnBrk="0" fontAlgn="base" hangingPunct="0">
      <a:spcBef>
        <a:spcPct val="0"/>
      </a:spcBef>
      <a:spcAft>
        <a:spcPct val="0"/>
      </a:spcAft>
      <a:defRPr sz="2400" kern="1200">
        <a:solidFill>
          <a:schemeClr val="tx1"/>
        </a:solidFill>
        <a:latin typeface="Times" panose="02020603050405020304" pitchFamily="18" charset="0"/>
        <a:ea typeface="MS PGothic" panose="020B0600070205080204" pitchFamily="34" charset="-128"/>
        <a:cs typeface="+mn-cs"/>
      </a:defRPr>
    </a:lvl2pPr>
    <a:lvl3pPr marL="914400" algn="l" rtl="0" eaLnBrk="0" fontAlgn="base" hangingPunct="0">
      <a:spcBef>
        <a:spcPct val="0"/>
      </a:spcBef>
      <a:spcAft>
        <a:spcPct val="0"/>
      </a:spcAft>
      <a:defRPr sz="2400" kern="1200">
        <a:solidFill>
          <a:schemeClr val="tx1"/>
        </a:solidFill>
        <a:latin typeface="Times" panose="02020603050405020304" pitchFamily="18" charset="0"/>
        <a:ea typeface="MS PGothic" panose="020B0600070205080204" pitchFamily="34" charset="-128"/>
        <a:cs typeface="+mn-cs"/>
      </a:defRPr>
    </a:lvl3pPr>
    <a:lvl4pPr marL="1371600" algn="l" rtl="0" eaLnBrk="0" fontAlgn="base" hangingPunct="0">
      <a:spcBef>
        <a:spcPct val="0"/>
      </a:spcBef>
      <a:spcAft>
        <a:spcPct val="0"/>
      </a:spcAft>
      <a:defRPr sz="2400" kern="1200">
        <a:solidFill>
          <a:schemeClr val="tx1"/>
        </a:solidFill>
        <a:latin typeface="Times" panose="02020603050405020304" pitchFamily="18" charset="0"/>
        <a:ea typeface="MS PGothic" panose="020B0600070205080204" pitchFamily="34" charset="-128"/>
        <a:cs typeface="+mn-cs"/>
      </a:defRPr>
    </a:lvl4pPr>
    <a:lvl5pPr marL="1828800" algn="l" rtl="0" eaLnBrk="0" fontAlgn="base" hangingPunct="0">
      <a:spcBef>
        <a:spcPct val="0"/>
      </a:spcBef>
      <a:spcAft>
        <a:spcPct val="0"/>
      </a:spcAft>
      <a:defRPr sz="2400" kern="1200">
        <a:solidFill>
          <a:schemeClr val="tx1"/>
        </a:solidFill>
        <a:latin typeface="Times" panose="02020603050405020304" pitchFamily="18" charset="0"/>
        <a:ea typeface="MS PGothic" panose="020B0600070205080204" pitchFamily="34" charset="-128"/>
        <a:cs typeface="+mn-cs"/>
      </a:defRPr>
    </a:lvl5pPr>
    <a:lvl6pPr marL="2286000" algn="l" defTabSz="914400" rtl="0" eaLnBrk="1" latinLnBrk="0" hangingPunct="1">
      <a:defRPr sz="2400" kern="1200">
        <a:solidFill>
          <a:schemeClr val="tx1"/>
        </a:solidFill>
        <a:latin typeface="Times" panose="02020603050405020304" pitchFamily="18" charset="0"/>
        <a:ea typeface="MS PGothic" panose="020B0600070205080204" pitchFamily="34" charset="-128"/>
        <a:cs typeface="+mn-cs"/>
      </a:defRPr>
    </a:lvl6pPr>
    <a:lvl7pPr marL="2743200" algn="l" defTabSz="914400" rtl="0" eaLnBrk="1" latinLnBrk="0" hangingPunct="1">
      <a:defRPr sz="2400" kern="1200">
        <a:solidFill>
          <a:schemeClr val="tx1"/>
        </a:solidFill>
        <a:latin typeface="Times" panose="02020603050405020304" pitchFamily="18" charset="0"/>
        <a:ea typeface="MS PGothic" panose="020B0600070205080204" pitchFamily="34" charset="-128"/>
        <a:cs typeface="+mn-cs"/>
      </a:defRPr>
    </a:lvl7pPr>
    <a:lvl8pPr marL="3200400" algn="l" defTabSz="914400" rtl="0" eaLnBrk="1" latinLnBrk="0" hangingPunct="1">
      <a:defRPr sz="2400" kern="1200">
        <a:solidFill>
          <a:schemeClr val="tx1"/>
        </a:solidFill>
        <a:latin typeface="Times" panose="02020603050405020304" pitchFamily="18" charset="0"/>
        <a:ea typeface="MS PGothic" panose="020B0600070205080204" pitchFamily="34" charset="-128"/>
        <a:cs typeface="+mn-cs"/>
      </a:defRPr>
    </a:lvl8pPr>
    <a:lvl9pPr marL="3657600" algn="l" defTabSz="914400" rtl="0" eaLnBrk="1" latinLnBrk="0" hangingPunct="1">
      <a:defRPr sz="2400" kern="1200">
        <a:solidFill>
          <a:schemeClr val="tx1"/>
        </a:solidFill>
        <a:latin typeface="Times" panose="02020603050405020304" pitchFamily="18" charset="0"/>
        <a:ea typeface="MS PGothic" panose="020B0600070205080204" pitchFamily="34" charset="-128"/>
        <a:cs typeface="+mn-cs"/>
      </a:defRPr>
    </a:lvl9pPr>
  </p:defaultTextStyle>
  <p:extLst>
    <p:ext uri="{EFAFB233-063F-42B5-8137-9DF3F51BA10A}">
      <p15:sldGuideLst xmlns:p15="http://schemas.microsoft.com/office/powerpoint/2012/main">
        <p15:guide id="1" orient="horz" pos="912">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0066F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9B3B6971-CAF6-40FF-A235-E84AB94DDB80}" v="5" dt="2022-04-18T17:20:21.177"/>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83" d="100"/>
          <a:sy n="83" d="100"/>
        </p:scale>
        <p:origin x="931" y="48"/>
      </p:cViewPr>
      <p:guideLst>
        <p:guide orient="horz" pos="912"/>
        <p:guide pos="288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2.xml"/><Relationship Id="rId21" Type="http://schemas.openxmlformats.org/officeDocument/2006/relationships/slide" Target="slides/slide17.xml"/><Relationship Id="rId42" Type="http://schemas.openxmlformats.org/officeDocument/2006/relationships/slide" Target="slides/slide38.xml"/><Relationship Id="rId47" Type="http://schemas.openxmlformats.org/officeDocument/2006/relationships/slide" Target="slides/slide43.xml"/><Relationship Id="rId63" Type="http://schemas.openxmlformats.org/officeDocument/2006/relationships/slide" Target="slides/slide59.xml"/><Relationship Id="rId68" Type="http://schemas.openxmlformats.org/officeDocument/2006/relationships/slide" Target="slides/slide64.xml"/><Relationship Id="rId84" Type="http://schemas.openxmlformats.org/officeDocument/2006/relationships/slide" Target="slides/slide80.xml"/><Relationship Id="rId89" Type="http://schemas.openxmlformats.org/officeDocument/2006/relationships/slide" Target="slides/slide85.xml"/><Relationship Id="rId16" Type="http://schemas.openxmlformats.org/officeDocument/2006/relationships/slide" Target="slides/slide12.xml"/><Relationship Id="rId11" Type="http://schemas.openxmlformats.org/officeDocument/2006/relationships/slide" Target="slides/slide7.xml"/><Relationship Id="rId32" Type="http://schemas.openxmlformats.org/officeDocument/2006/relationships/slide" Target="slides/slide28.xml"/><Relationship Id="rId37" Type="http://schemas.openxmlformats.org/officeDocument/2006/relationships/slide" Target="slides/slide33.xml"/><Relationship Id="rId53" Type="http://schemas.openxmlformats.org/officeDocument/2006/relationships/slide" Target="slides/slide49.xml"/><Relationship Id="rId58" Type="http://schemas.openxmlformats.org/officeDocument/2006/relationships/slide" Target="slides/slide54.xml"/><Relationship Id="rId74" Type="http://schemas.openxmlformats.org/officeDocument/2006/relationships/slide" Target="slides/slide70.xml"/><Relationship Id="rId79" Type="http://schemas.openxmlformats.org/officeDocument/2006/relationships/slide" Target="slides/slide75.xml"/><Relationship Id="rId102" Type="http://schemas.openxmlformats.org/officeDocument/2006/relationships/viewProps" Target="viewProps.xml"/><Relationship Id="rId5" Type="http://schemas.openxmlformats.org/officeDocument/2006/relationships/slide" Target="slides/slide1.xml"/><Relationship Id="rId90" Type="http://schemas.openxmlformats.org/officeDocument/2006/relationships/slide" Target="slides/slide86.xml"/><Relationship Id="rId95" Type="http://schemas.openxmlformats.org/officeDocument/2006/relationships/slide" Target="slides/slide91.xml"/><Relationship Id="rId22" Type="http://schemas.openxmlformats.org/officeDocument/2006/relationships/slide" Target="slides/slide18.xml"/><Relationship Id="rId27" Type="http://schemas.openxmlformats.org/officeDocument/2006/relationships/slide" Target="slides/slide23.xml"/><Relationship Id="rId43" Type="http://schemas.openxmlformats.org/officeDocument/2006/relationships/slide" Target="slides/slide39.xml"/><Relationship Id="rId48" Type="http://schemas.openxmlformats.org/officeDocument/2006/relationships/slide" Target="slides/slide44.xml"/><Relationship Id="rId64" Type="http://schemas.openxmlformats.org/officeDocument/2006/relationships/slide" Target="slides/slide60.xml"/><Relationship Id="rId69" Type="http://schemas.openxmlformats.org/officeDocument/2006/relationships/slide" Target="slides/slide65.xml"/><Relationship Id="rId80" Type="http://schemas.openxmlformats.org/officeDocument/2006/relationships/slide" Target="slides/slide76.xml"/><Relationship Id="rId85" Type="http://schemas.openxmlformats.org/officeDocument/2006/relationships/slide" Target="slides/slide81.xml"/><Relationship Id="rId12" Type="http://schemas.openxmlformats.org/officeDocument/2006/relationships/slide" Target="slides/slide8.xml"/><Relationship Id="rId17" Type="http://schemas.openxmlformats.org/officeDocument/2006/relationships/slide" Target="slides/slide13.xml"/><Relationship Id="rId33" Type="http://schemas.openxmlformats.org/officeDocument/2006/relationships/slide" Target="slides/slide29.xml"/><Relationship Id="rId38" Type="http://schemas.openxmlformats.org/officeDocument/2006/relationships/slide" Target="slides/slide34.xml"/><Relationship Id="rId59" Type="http://schemas.openxmlformats.org/officeDocument/2006/relationships/slide" Target="slides/slide55.xml"/><Relationship Id="rId103" Type="http://schemas.openxmlformats.org/officeDocument/2006/relationships/theme" Target="theme/theme1.xml"/><Relationship Id="rId20" Type="http://schemas.openxmlformats.org/officeDocument/2006/relationships/slide" Target="slides/slide16.xml"/><Relationship Id="rId41" Type="http://schemas.openxmlformats.org/officeDocument/2006/relationships/slide" Target="slides/slide37.xml"/><Relationship Id="rId54" Type="http://schemas.openxmlformats.org/officeDocument/2006/relationships/slide" Target="slides/slide50.xml"/><Relationship Id="rId62" Type="http://schemas.openxmlformats.org/officeDocument/2006/relationships/slide" Target="slides/slide58.xml"/><Relationship Id="rId70" Type="http://schemas.openxmlformats.org/officeDocument/2006/relationships/slide" Target="slides/slide66.xml"/><Relationship Id="rId75" Type="http://schemas.openxmlformats.org/officeDocument/2006/relationships/slide" Target="slides/slide71.xml"/><Relationship Id="rId83" Type="http://schemas.openxmlformats.org/officeDocument/2006/relationships/slide" Target="slides/slide79.xml"/><Relationship Id="rId88" Type="http://schemas.openxmlformats.org/officeDocument/2006/relationships/slide" Target="slides/slide84.xml"/><Relationship Id="rId91" Type="http://schemas.openxmlformats.org/officeDocument/2006/relationships/slide" Target="slides/slide87.xml"/><Relationship Id="rId96" Type="http://schemas.openxmlformats.org/officeDocument/2006/relationships/slide" Target="slides/slide92.xml"/><Relationship Id="rId1" Type="http://schemas.openxmlformats.org/officeDocument/2006/relationships/customXml" Target="../customXml/item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slide" Target="slides/slide45.xml"/><Relationship Id="rId57" Type="http://schemas.openxmlformats.org/officeDocument/2006/relationships/slide" Target="slides/slide53.xml"/><Relationship Id="rId106" Type="http://schemas.microsoft.com/office/2015/10/relationships/revisionInfo" Target="revisionInfo.xml"/><Relationship Id="rId10" Type="http://schemas.openxmlformats.org/officeDocument/2006/relationships/slide" Target="slides/slide6.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slide" Target="slides/slide48.xml"/><Relationship Id="rId60" Type="http://schemas.openxmlformats.org/officeDocument/2006/relationships/slide" Target="slides/slide56.xml"/><Relationship Id="rId65" Type="http://schemas.openxmlformats.org/officeDocument/2006/relationships/slide" Target="slides/slide61.xml"/><Relationship Id="rId73" Type="http://schemas.openxmlformats.org/officeDocument/2006/relationships/slide" Target="slides/slide69.xml"/><Relationship Id="rId78" Type="http://schemas.openxmlformats.org/officeDocument/2006/relationships/slide" Target="slides/slide74.xml"/><Relationship Id="rId81" Type="http://schemas.openxmlformats.org/officeDocument/2006/relationships/slide" Target="slides/slide77.xml"/><Relationship Id="rId86" Type="http://schemas.openxmlformats.org/officeDocument/2006/relationships/slide" Target="slides/slide82.xml"/><Relationship Id="rId94" Type="http://schemas.openxmlformats.org/officeDocument/2006/relationships/slide" Target="slides/slide90.xml"/><Relationship Id="rId99" Type="http://schemas.openxmlformats.org/officeDocument/2006/relationships/notesMaster" Target="notesMasters/notesMaster1.xml"/><Relationship Id="rId101" Type="http://schemas.openxmlformats.org/officeDocument/2006/relationships/presProps" Target="presProps.xml"/><Relationship Id="rId4" Type="http://schemas.openxmlformats.org/officeDocument/2006/relationships/slideMaster" Target="slideMasters/slideMaster1.xml"/><Relationship Id="rId9" Type="http://schemas.openxmlformats.org/officeDocument/2006/relationships/slide" Target="slides/slide5.xml"/><Relationship Id="rId13" Type="http://schemas.openxmlformats.org/officeDocument/2006/relationships/slide" Target="slides/slide9.xml"/><Relationship Id="rId18" Type="http://schemas.openxmlformats.org/officeDocument/2006/relationships/slide" Target="slides/slide14.xml"/><Relationship Id="rId39" Type="http://schemas.openxmlformats.org/officeDocument/2006/relationships/slide" Target="slides/slide35.xml"/><Relationship Id="rId34" Type="http://schemas.openxmlformats.org/officeDocument/2006/relationships/slide" Target="slides/slide30.xml"/><Relationship Id="rId50" Type="http://schemas.openxmlformats.org/officeDocument/2006/relationships/slide" Target="slides/slide46.xml"/><Relationship Id="rId55" Type="http://schemas.openxmlformats.org/officeDocument/2006/relationships/slide" Target="slides/slide51.xml"/><Relationship Id="rId76" Type="http://schemas.openxmlformats.org/officeDocument/2006/relationships/slide" Target="slides/slide72.xml"/><Relationship Id="rId97" Type="http://schemas.openxmlformats.org/officeDocument/2006/relationships/slide" Target="slides/slide93.xml"/><Relationship Id="rId104" Type="http://schemas.openxmlformats.org/officeDocument/2006/relationships/tableStyles" Target="tableStyles.xml"/><Relationship Id="rId7" Type="http://schemas.openxmlformats.org/officeDocument/2006/relationships/slide" Target="slides/slide3.xml"/><Relationship Id="rId71" Type="http://schemas.openxmlformats.org/officeDocument/2006/relationships/slide" Target="slides/slide67.xml"/><Relationship Id="rId92" Type="http://schemas.openxmlformats.org/officeDocument/2006/relationships/slide" Target="slides/slide88.xml"/><Relationship Id="rId2" Type="http://schemas.openxmlformats.org/officeDocument/2006/relationships/customXml" Target="../customXml/item2.xml"/><Relationship Id="rId29" Type="http://schemas.openxmlformats.org/officeDocument/2006/relationships/slide" Target="slides/slide25.xml"/><Relationship Id="rId24" Type="http://schemas.openxmlformats.org/officeDocument/2006/relationships/slide" Target="slides/slide20.xml"/><Relationship Id="rId40" Type="http://schemas.openxmlformats.org/officeDocument/2006/relationships/slide" Target="slides/slide36.xml"/><Relationship Id="rId45" Type="http://schemas.openxmlformats.org/officeDocument/2006/relationships/slide" Target="slides/slide41.xml"/><Relationship Id="rId66" Type="http://schemas.openxmlformats.org/officeDocument/2006/relationships/slide" Target="slides/slide62.xml"/><Relationship Id="rId87" Type="http://schemas.openxmlformats.org/officeDocument/2006/relationships/slide" Target="slides/slide83.xml"/><Relationship Id="rId61" Type="http://schemas.openxmlformats.org/officeDocument/2006/relationships/slide" Target="slides/slide57.xml"/><Relationship Id="rId82" Type="http://schemas.openxmlformats.org/officeDocument/2006/relationships/slide" Target="slides/slide78.xml"/><Relationship Id="rId19" Type="http://schemas.openxmlformats.org/officeDocument/2006/relationships/slide" Target="slides/slide15.xml"/><Relationship Id="rId14" Type="http://schemas.openxmlformats.org/officeDocument/2006/relationships/slide" Target="slides/slide10.xml"/><Relationship Id="rId30" Type="http://schemas.openxmlformats.org/officeDocument/2006/relationships/slide" Target="slides/slide26.xml"/><Relationship Id="rId35" Type="http://schemas.openxmlformats.org/officeDocument/2006/relationships/slide" Target="slides/slide31.xml"/><Relationship Id="rId56" Type="http://schemas.openxmlformats.org/officeDocument/2006/relationships/slide" Target="slides/slide52.xml"/><Relationship Id="rId77" Type="http://schemas.openxmlformats.org/officeDocument/2006/relationships/slide" Target="slides/slide73.xml"/><Relationship Id="rId100" Type="http://schemas.openxmlformats.org/officeDocument/2006/relationships/handoutMaster" Target="handoutMasters/handoutMaster1.xml"/><Relationship Id="rId105" Type="http://schemas.microsoft.com/office/2016/11/relationships/changesInfo" Target="changesInfos/changesInfo1.xml"/><Relationship Id="rId8" Type="http://schemas.openxmlformats.org/officeDocument/2006/relationships/slide" Target="slides/slide4.xml"/><Relationship Id="rId51" Type="http://schemas.openxmlformats.org/officeDocument/2006/relationships/slide" Target="slides/slide47.xml"/><Relationship Id="rId72" Type="http://schemas.openxmlformats.org/officeDocument/2006/relationships/slide" Target="slides/slide68.xml"/><Relationship Id="rId93" Type="http://schemas.openxmlformats.org/officeDocument/2006/relationships/slide" Target="slides/slide89.xml"/><Relationship Id="rId98" Type="http://schemas.openxmlformats.org/officeDocument/2006/relationships/slide" Target="slides/slide94.xml"/><Relationship Id="rId3" Type="http://schemas.openxmlformats.org/officeDocument/2006/relationships/customXml" Target="../customXml/item3.xml"/><Relationship Id="rId25" Type="http://schemas.openxmlformats.org/officeDocument/2006/relationships/slide" Target="slides/slide21.xml"/><Relationship Id="rId46" Type="http://schemas.openxmlformats.org/officeDocument/2006/relationships/slide" Target="slides/slide42.xml"/><Relationship Id="rId67" Type="http://schemas.openxmlformats.org/officeDocument/2006/relationships/slide" Target="slides/slide63.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Ahamed, Md Maruf [E CPE]" userId="6f647de5-aeca-43cd-b76c-e84c6089bcf4" providerId="ADAL" clId="{C4260C9C-672D-476B-9F63-D5BA0DCC5EC9}"/>
    <pc:docChg chg="undo custSel delSld modSld sldOrd">
      <pc:chgData name="Ahamed, Md Maruf [E CPE]" userId="6f647de5-aeca-43cd-b76c-e84c6089bcf4" providerId="ADAL" clId="{C4260C9C-672D-476B-9F63-D5BA0DCC5EC9}" dt="2022-04-18T22:17:09.755" v="84"/>
      <pc:docMkLst>
        <pc:docMk/>
      </pc:docMkLst>
      <pc:sldChg chg="modSp ord">
        <pc:chgData name="Ahamed, Md Maruf [E CPE]" userId="6f647de5-aeca-43cd-b76c-e84c6089bcf4" providerId="ADAL" clId="{C4260C9C-672D-476B-9F63-D5BA0DCC5EC9}" dt="2022-04-18T21:23:27.807" v="80"/>
        <pc:sldMkLst>
          <pc:docMk/>
          <pc:sldMk cId="1865281566" sldId="774"/>
        </pc:sldMkLst>
        <pc:spChg chg="mod">
          <ac:chgData name="Ahamed, Md Maruf [E CPE]" userId="6f647de5-aeca-43cd-b76c-e84c6089bcf4" providerId="ADAL" clId="{C4260C9C-672D-476B-9F63-D5BA0DCC5EC9}" dt="2022-04-17T19:17:56.075" v="13" actId="6549"/>
          <ac:spMkLst>
            <pc:docMk/>
            <pc:sldMk cId="1865281566" sldId="774"/>
            <ac:spMk id="207875" creationId="{D583FDE5-0A59-BD41-A182-AC71C16B0812}"/>
          </ac:spMkLst>
        </pc:spChg>
      </pc:sldChg>
      <pc:sldChg chg="del">
        <pc:chgData name="Ahamed, Md Maruf [E CPE]" userId="6f647de5-aeca-43cd-b76c-e84c6089bcf4" providerId="ADAL" clId="{C4260C9C-672D-476B-9F63-D5BA0DCC5EC9}" dt="2022-04-17T19:19:07.292" v="14" actId="2696"/>
        <pc:sldMkLst>
          <pc:docMk/>
          <pc:sldMk cId="220069499" sldId="1942"/>
        </pc:sldMkLst>
      </pc:sldChg>
      <pc:sldChg chg="addSp delSp">
        <pc:chgData name="Ahamed, Md Maruf [E CPE]" userId="6f647de5-aeca-43cd-b76c-e84c6089bcf4" providerId="ADAL" clId="{C4260C9C-672D-476B-9F63-D5BA0DCC5EC9}" dt="2022-04-18T22:14:29.261" v="81"/>
        <pc:sldMkLst>
          <pc:docMk/>
          <pc:sldMk cId="0" sldId="1977"/>
        </pc:sldMkLst>
        <pc:inkChg chg="add">
          <ac:chgData name="Ahamed, Md Maruf [E CPE]" userId="6f647de5-aeca-43cd-b76c-e84c6089bcf4" providerId="ADAL" clId="{C4260C9C-672D-476B-9F63-D5BA0DCC5EC9}" dt="2022-04-18T22:14:29.261" v="81"/>
          <ac:inkMkLst>
            <pc:docMk/>
            <pc:sldMk cId="0" sldId="1977"/>
            <ac:inkMk id="3" creationId="{544B90D8-FBD9-42A1-BCA2-301FFF4623E7}"/>
          </ac:inkMkLst>
        </pc:inkChg>
        <pc:inkChg chg="del">
          <ac:chgData name="Ahamed, Md Maruf [E CPE]" userId="6f647de5-aeca-43cd-b76c-e84c6089bcf4" providerId="ADAL" clId="{C4260C9C-672D-476B-9F63-D5BA0DCC5EC9}" dt="2022-04-17T19:29:29.156" v="19" actId="478"/>
          <ac:inkMkLst>
            <pc:docMk/>
            <pc:sldMk cId="0" sldId="1977"/>
            <ac:inkMk id="3" creationId="{AD64BDDA-104C-4AA7-937F-A6DB104F665E}"/>
          </ac:inkMkLst>
        </pc:inkChg>
      </pc:sldChg>
      <pc:sldChg chg="addSp delSp">
        <pc:chgData name="Ahamed, Md Maruf [E CPE]" userId="6f647de5-aeca-43cd-b76c-e84c6089bcf4" providerId="ADAL" clId="{C4260C9C-672D-476B-9F63-D5BA0DCC5EC9}" dt="2022-04-18T22:14:29.261" v="81"/>
        <pc:sldMkLst>
          <pc:docMk/>
          <pc:sldMk cId="0" sldId="1979"/>
        </pc:sldMkLst>
        <pc:inkChg chg="add">
          <ac:chgData name="Ahamed, Md Maruf [E CPE]" userId="6f647de5-aeca-43cd-b76c-e84c6089bcf4" providerId="ADAL" clId="{C4260C9C-672D-476B-9F63-D5BA0DCC5EC9}" dt="2022-04-18T22:14:29.261" v="81"/>
          <ac:inkMkLst>
            <pc:docMk/>
            <pc:sldMk cId="0" sldId="1979"/>
            <ac:inkMk id="2" creationId="{54E6BB25-0EED-4CFD-AF5A-98A6B141D4A1}"/>
          </ac:inkMkLst>
        </pc:inkChg>
        <pc:inkChg chg="del">
          <ac:chgData name="Ahamed, Md Maruf [E CPE]" userId="6f647de5-aeca-43cd-b76c-e84c6089bcf4" providerId="ADAL" clId="{C4260C9C-672D-476B-9F63-D5BA0DCC5EC9}" dt="2022-04-17T19:29:52.019" v="20" actId="478"/>
          <ac:inkMkLst>
            <pc:docMk/>
            <pc:sldMk cId="0" sldId="1979"/>
            <ac:inkMk id="2" creationId="{8BC8D753-4935-487C-8F12-CAA7F2998D2D}"/>
          </ac:inkMkLst>
        </pc:inkChg>
      </pc:sldChg>
      <pc:sldChg chg="addSp delSp">
        <pc:chgData name="Ahamed, Md Maruf [E CPE]" userId="6f647de5-aeca-43cd-b76c-e84c6089bcf4" providerId="ADAL" clId="{C4260C9C-672D-476B-9F63-D5BA0DCC5EC9}" dt="2022-04-18T22:14:29.261" v="81"/>
        <pc:sldMkLst>
          <pc:docMk/>
          <pc:sldMk cId="0" sldId="1982"/>
        </pc:sldMkLst>
        <pc:inkChg chg="add">
          <ac:chgData name="Ahamed, Md Maruf [E CPE]" userId="6f647de5-aeca-43cd-b76c-e84c6089bcf4" providerId="ADAL" clId="{C4260C9C-672D-476B-9F63-D5BA0DCC5EC9}" dt="2022-04-18T22:14:29.261" v="81"/>
          <ac:inkMkLst>
            <pc:docMk/>
            <pc:sldMk cId="0" sldId="1982"/>
            <ac:inkMk id="3" creationId="{03B9A5FF-860C-4DBD-B756-F19BD285755A}"/>
          </ac:inkMkLst>
        </pc:inkChg>
        <pc:inkChg chg="del">
          <ac:chgData name="Ahamed, Md Maruf [E CPE]" userId="6f647de5-aeca-43cd-b76c-e84c6089bcf4" providerId="ADAL" clId="{C4260C9C-672D-476B-9F63-D5BA0DCC5EC9}" dt="2022-04-17T19:36:45.107" v="70" actId="478"/>
          <ac:inkMkLst>
            <pc:docMk/>
            <pc:sldMk cId="0" sldId="1982"/>
            <ac:inkMk id="3" creationId="{C26C6527-28E1-4395-878A-5EB5834EE8A4}"/>
          </ac:inkMkLst>
        </pc:inkChg>
      </pc:sldChg>
      <pc:sldChg chg="addSp delSp">
        <pc:chgData name="Ahamed, Md Maruf [E CPE]" userId="6f647de5-aeca-43cd-b76c-e84c6089bcf4" providerId="ADAL" clId="{C4260C9C-672D-476B-9F63-D5BA0DCC5EC9}" dt="2022-04-18T22:14:29.261" v="81"/>
        <pc:sldMkLst>
          <pc:docMk/>
          <pc:sldMk cId="0" sldId="1986"/>
        </pc:sldMkLst>
        <pc:inkChg chg="del">
          <ac:chgData name="Ahamed, Md Maruf [E CPE]" userId="6f647de5-aeca-43cd-b76c-e84c6089bcf4" providerId="ADAL" clId="{C4260C9C-672D-476B-9F63-D5BA0DCC5EC9}" dt="2022-04-17T19:38:00.461" v="78" actId="478"/>
          <ac:inkMkLst>
            <pc:docMk/>
            <pc:sldMk cId="0" sldId="1986"/>
            <ac:inkMk id="2" creationId="{5A3F7CEC-0F9F-44DE-94D2-AD8B4D7077B5}"/>
          </ac:inkMkLst>
        </pc:inkChg>
        <pc:inkChg chg="add">
          <ac:chgData name="Ahamed, Md Maruf [E CPE]" userId="6f647de5-aeca-43cd-b76c-e84c6089bcf4" providerId="ADAL" clId="{C4260C9C-672D-476B-9F63-D5BA0DCC5EC9}" dt="2022-04-18T22:14:29.261" v="81"/>
          <ac:inkMkLst>
            <pc:docMk/>
            <pc:sldMk cId="0" sldId="1986"/>
            <ac:inkMk id="2" creationId="{92E28089-838B-4630-BF0A-C7D3C9B2CEAD}"/>
          </ac:inkMkLst>
        </pc:inkChg>
      </pc:sldChg>
      <pc:sldChg chg="del">
        <pc:chgData name="Ahamed, Md Maruf [E CPE]" userId="6f647de5-aeca-43cd-b76c-e84c6089bcf4" providerId="ADAL" clId="{C4260C9C-672D-476B-9F63-D5BA0DCC5EC9}" dt="2022-04-17T19:28:34.795" v="17" actId="2696"/>
        <pc:sldMkLst>
          <pc:docMk/>
          <pc:sldMk cId="0" sldId="2020"/>
        </pc:sldMkLst>
      </pc:sldChg>
      <pc:sldChg chg="del">
        <pc:chgData name="Ahamed, Md Maruf [E CPE]" userId="6f647de5-aeca-43cd-b76c-e84c6089bcf4" providerId="ADAL" clId="{C4260C9C-672D-476B-9F63-D5BA0DCC5EC9}" dt="2022-04-17T19:28:35.310" v="18" actId="2696"/>
        <pc:sldMkLst>
          <pc:docMk/>
          <pc:sldMk cId="0" sldId="2021"/>
        </pc:sldMkLst>
      </pc:sldChg>
      <pc:sldChg chg="addSp">
        <pc:chgData name="Ahamed, Md Maruf [E CPE]" userId="6f647de5-aeca-43cd-b76c-e84c6089bcf4" providerId="ADAL" clId="{C4260C9C-672D-476B-9F63-D5BA0DCC5EC9}" dt="2022-04-18T22:14:29.261" v="81"/>
        <pc:sldMkLst>
          <pc:docMk/>
          <pc:sldMk cId="0" sldId="2033"/>
        </pc:sldMkLst>
        <pc:inkChg chg="add">
          <ac:chgData name="Ahamed, Md Maruf [E CPE]" userId="6f647de5-aeca-43cd-b76c-e84c6089bcf4" providerId="ADAL" clId="{C4260C9C-672D-476B-9F63-D5BA0DCC5EC9}" dt="2022-04-18T22:14:29.261" v="81"/>
          <ac:inkMkLst>
            <pc:docMk/>
            <pc:sldMk cId="0" sldId="2033"/>
            <ac:inkMk id="2" creationId="{7316D67F-8D5C-486C-9BEC-BF6BE746FA3B}"/>
          </ac:inkMkLst>
        </pc:inkChg>
      </pc:sldChg>
      <pc:sldChg chg="delSp">
        <pc:chgData name="Ahamed, Md Maruf [E CPE]" userId="6f647de5-aeca-43cd-b76c-e84c6089bcf4" providerId="ADAL" clId="{C4260C9C-672D-476B-9F63-D5BA0DCC5EC9}" dt="2022-04-17T19:19:37.230" v="15" actId="478"/>
        <pc:sldMkLst>
          <pc:docMk/>
          <pc:sldMk cId="2631516499" sldId="2044"/>
        </pc:sldMkLst>
        <pc:inkChg chg="del">
          <ac:chgData name="Ahamed, Md Maruf [E CPE]" userId="6f647de5-aeca-43cd-b76c-e84c6089bcf4" providerId="ADAL" clId="{C4260C9C-672D-476B-9F63-D5BA0DCC5EC9}" dt="2022-04-17T19:19:37.230" v="15" actId="478"/>
          <ac:inkMkLst>
            <pc:docMk/>
            <pc:sldMk cId="2631516499" sldId="2044"/>
            <ac:inkMk id="2" creationId="{5E8B771C-3DA6-45A5-837A-5EB0FFF561E3}"/>
          </ac:inkMkLst>
        </pc:inkChg>
      </pc:sldChg>
      <pc:sldChg chg="modSp">
        <pc:chgData name="Ahamed, Md Maruf [E CPE]" userId="6f647de5-aeca-43cd-b76c-e84c6089bcf4" providerId="ADAL" clId="{C4260C9C-672D-476B-9F63-D5BA0DCC5EC9}" dt="2022-04-17T19:19:46.228" v="16" actId="207"/>
        <pc:sldMkLst>
          <pc:docMk/>
          <pc:sldMk cId="1152518030" sldId="2045"/>
        </pc:sldMkLst>
        <pc:spChg chg="mod">
          <ac:chgData name="Ahamed, Md Maruf [E CPE]" userId="6f647de5-aeca-43cd-b76c-e84c6089bcf4" providerId="ADAL" clId="{C4260C9C-672D-476B-9F63-D5BA0DCC5EC9}" dt="2022-04-17T19:19:46.228" v="16" actId="207"/>
          <ac:spMkLst>
            <pc:docMk/>
            <pc:sldMk cId="1152518030" sldId="2045"/>
            <ac:spMk id="2" creationId="{D616B4A0-1579-488E-9695-D039902F02E6}"/>
          </ac:spMkLst>
        </pc:spChg>
      </pc:sldChg>
      <pc:sldChg chg="delSp">
        <pc:chgData name="Ahamed, Md Maruf [E CPE]" userId="6f647de5-aeca-43cd-b76c-e84c6089bcf4" providerId="ADAL" clId="{C4260C9C-672D-476B-9F63-D5BA0DCC5EC9}" dt="2022-04-17T19:29:58.803" v="21" actId="478"/>
        <pc:sldMkLst>
          <pc:docMk/>
          <pc:sldMk cId="0" sldId="2062"/>
        </pc:sldMkLst>
        <pc:inkChg chg="del">
          <ac:chgData name="Ahamed, Md Maruf [E CPE]" userId="6f647de5-aeca-43cd-b76c-e84c6089bcf4" providerId="ADAL" clId="{C4260C9C-672D-476B-9F63-D5BA0DCC5EC9}" dt="2022-04-17T19:29:58.803" v="21" actId="478"/>
          <ac:inkMkLst>
            <pc:docMk/>
            <pc:sldMk cId="0" sldId="2062"/>
            <ac:inkMk id="2" creationId="{955B7F29-315D-4788-A395-C96DA5FCE273}"/>
          </ac:inkMkLst>
        </pc:inkChg>
      </pc:sldChg>
      <pc:sldChg chg="addSp delSp">
        <pc:chgData name="Ahamed, Md Maruf [E CPE]" userId="6f647de5-aeca-43cd-b76c-e84c6089bcf4" providerId="ADAL" clId="{C4260C9C-672D-476B-9F63-D5BA0DCC5EC9}" dt="2022-04-18T22:14:29.261" v="81"/>
        <pc:sldMkLst>
          <pc:docMk/>
          <pc:sldMk cId="0" sldId="2066"/>
        </pc:sldMkLst>
        <pc:inkChg chg="del">
          <ac:chgData name="Ahamed, Md Maruf [E CPE]" userId="6f647de5-aeca-43cd-b76c-e84c6089bcf4" providerId="ADAL" clId="{C4260C9C-672D-476B-9F63-D5BA0DCC5EC9}" dt="2022-04-17T19:36:22.291" v="69" actId="478"/>
          <ac:inkMkLst>
            <pc:docMk/>
            <pc:sldMk cId="0" sldId="2066"/>
            <ac:inkMk id="3" creationId="{83917C07-D73F-4298-880A-C4002C9BC39B}"/>
          </ac:inkMkLst>
        </pc:inkChg>
        <pc:inkChg chg="add">
          <ac:chgData name="Ahamed, Md Maruf [E CPE]" userId="6f647de5-aeca-43cd-b76c-e84c6089bcf4" providerId="ADAL" clId="{C4260C9C-672D-476B-9F63-D5BA0DCC5EC9}" dt="2022-04-18T22:14:29.261" v="81"/>
          <ac:inkMkLst>
            <pc:docMk/>
            <pc:sldMk cId="0" sldId="2066"/>
            <ac:inkMk id="3" creationId="{BD5FBDDA-5CCF-4F4E-A4BC-6BC06F1C0B85}"/>
          </ac:inkMkLst>
        </pc:inkChg>
      </pc:sldChg>
      <pc:sldChg chg="del">
        <pc:chgData name="Ahamed, Md Maruf [E CPE]" userId="6f647de5-aeca-43cd-b76c-e84c6089bcf4" providerId="ADAL" clId="{C4260C9C-672D-476B-9F63-D5BA0DCC5EC9}" dt="2022-04-17T19:35:48.452" v="65" actId="2696"/>
        <pc:sldMkLst>
          <pc:docMk/>
          <pc:sldMk cId="0" sldId="2068"/>
        </pc:sldMkLst>
      </pc:sldChg>
      <pc:sldChg chg="addSp delSp modSp">
        <pc:chgData name="Ahamed, Md Maruf [E CPE]" userId="6f647de5-aeca-43cd-b76c-e84c6089bcf4" providerId="ADAL" clId="{C4260C9C-672D-476B-9F63-D5BA0DCC5EC9}" dt="2022-04-18T22:14:29.261" v="81"/>
        <pc:sldMkLst>
          <pc:docMk/>
          <pc:sldMk cId="0" sldId="2069"/>
        </pc:sldMkLst>
        <pc:spChg chg="mod">
          <ac:chgData name="Ahamed, Md Maruf [E CPE]" userId="6f647de5-aeca-43cd-b76c-e84c6089bcf4" providerId="ADAL" clId="{C4260C9C-672D-476B-9F63-D5BA0DCC5EC9}" dt="2022-04-17T19:35:27.363" v="58" actId="255"/>
          <ac:spMkLst>
            <pc:docMk/>
            <pc:sldMk cId="0" sldId="2069"/>
            <ac:spMk id="92" creationId="{6D0C4318-86D5-435E-99E8-8008D500AE8E}"/>
          </ac:spMkLst>
        </pc:spChg>
        <pc:spChg chg="mod">
          <ac:chgData name="Ahamed, Md Maruf [E CPE]" userId="6f647de5-aeca-43cd-b76c-e84c6089bcf4" providerId="ADAL" clId="{C4260C9C-672D-476B-9F63-D5BA0DCC5EC9}" dt="2022-04-17T19:34:58.252" v="24" actId="1035"/>
          <ac:spMkLst>
            <pc:docMk/>
            <pc:sldMk cId="0" sldId="2069"/>
            <ac:spMk id="81922" creationId="{EEEB5C77-D146-427F-846C-A25DE08B9331}"/>
          </ac:spMkLst>
        </pc:spChg>
        <pc:spChg chg="mod">
          <ac:chgData name="Ahamed, Md Maruf [E CPE]" userId="6f647de5-aeca-43cd-b76c-e84c6089bcf4" providerId="ADAL" clId="{C4260C9C-672D-476B-9F63-D5BA0DCC5EC9}" dt="2022-04-17T19:35:59.382" v="68" actId="1035"/>
          <ac:spMkLst>
            <pc:docMk/>
            <pc:sldMk cId="0" sldId="2069"/>
            <ac:spMk id="82007" creationId="{A624AE26-E032-4B2E-97F2-99606F8ABBD8}"/>
          </ac:spMkLst>
        </pc:spChg>
        <pc:grpChg chg="add del mod">
          <ac:chgData name="Ahamed, Md Maruf [E CPE]" userId="6f647de5-aeca-43cd-b76c-e84c6089bcf4" providerId="ADAL" clId="{C4260C9C-672D-476B-9F63-D5BA0DCC5EC9}" dt="2022-04-17T19:35:29.027" v="60"/>
          <ac:grpSpMkLst>
            <pc:docMk/>
            <pc:sldMk cId="0" sldId="2069"/>
            <ac:grpSpMk id="91" creationId="{8A9ADBE3-C90A-47DD-90AB-FEA13F309152}"/>
          </ac:grpSpMkLst>
        </pc:grpChg>
        <pc:grpChg chg="mod">
          <ac:chgData name="Ahamed, Md Maruf [E CPE]" userId="6f647de5-aeca-43cd-b76c-e84c6089bcf4" providerId="ADAL" clId="{C4260C9C-672D-476B-9F63-D5BA0DCC5EC9}" dt="2022-04-17T19:35:07.858" v="52" actId="1037"/>
          <ac:grpSpMkLst>
            <pc:docMk/>
            <pc:sldMk cId="0" sldId="2069"/>
            <ac:grpSpMk id="81923" creationId="{6A5547AA-687D-4F6D-B4E4-9405DA56B094}"/>
          </ac:grpSpMkLst>
        </pc:grpChg>
        <pc:picChg chg="add mod">
          <ac:chgData name="Ahamed, Md Maruf [E CPE]" userId="6f647de5-aeca-43cd-b76c-e84c6089bcf4" providerId="ADAL" clId="{C4260C9C-672D-476B-9F63-D5BA0DCC5EC9}" dt="2022-04-17T19:35:40.941" v="64" actId="14100"/>
          <ac:picMkLst>
            <pc:docMk/>
            <pc:sldMk cId="0" sldId="2069"/>
            <ac:picMk id="2" creationId="{1A2E3329-C51A-4825-978A-1BC13DE8DA62}"/>
          </ac:picMkLst>
        </pc:picChg>
        <pc:inkChg chg="add">
          <ac:chgData name="Ahamed, Md Maruf [E CPE]" userId="6f647de5-aeca-43cd-b76c-e84c6089bcf4" providerId="ADAL" clId="{C4260C9C-672D-476B-9F63-D5BA0DCC5EC9}" dt="2022-04-18T22:14:29.261" v="81"/>
          <ac:inkMkLst>
            <pc:docMk/>
            <pc:sldMk cId="0" sldId="2069"/>
            <ac:inkMk id="3" creationId="{F599A462-31B6-4E8F-80FB-38CF8F1A5E35}"/>
          </ac:inkMkLst>
        </pc:inkChg>
      </pc:sldChg>
      <pc:sldChg chg="addSp delSp">
        <pc:chgData name="Ahamed, Md Maruf [E CPE]" userId="6f647de5-aeca-43cd-b76c-e84c6089bcf4" providerId="ADAL" clId="{C4260C9C-672D-476B-9F63-D5BA0DCC5EC9}" dt="2022-04-18T22:14:29.261" v="81"/>
        <pc:sldMkLst>
          <pc:docMk/>
          <pc:sldMk cId="0" sldId="2086"/>
        </pc:sldMkLst>
        <pc:inkChg chg="add">
          <ac:chgData name="Ahamed, Md Maruf [E CPE]" userId="6f647de5-aeca-43cd-b76c-e84c6089bcf4" providerId="ADAL" clId="{C4260C9C-672D-476B-9F63-D5BA0DCC5EC9}" dt="2022-04-18T22:14:29.261" v="81"/>
          <ac:inkMkLst>
            <pc:docMk/>
            <pc:sldMk cId="0" sldId="2086"/>
            <ac:inkMk id="2" creationId="{24121B1D-32BC-49BC-90A5-2A4089CAE9B3}"/>
          </ac:inkMkLst>
        </pc:inkChg>
        <pc:inkChg chg="del">
          <ac:chgData name="Ahamed, Md Maruf [E CPE]" userId="6f647de5-aeca-43cd-b76c-e84c6089bcf4" providerId="ADAL" clId="{C4260C9C-672D-476B-9F63-D5BA0DCC5EC9}" dt="2022-04-17T19:37:03.474" v="71" actId="478"/>
          <ac:inkMkLst>
            <pc:docMk/>
            <pc:sldMk cId="0" sldId="2086"/>
            <ac:inkMk id="2" creationId="{FEF216C5-D1F6-4275-88B3-63BC0B338F2E}"/>
          </ac:inkMkLst>
        </pc:inkChg>
      </pc:sldChg>
      <pc:sldChg chg="modSp">
        <pc:chgData name="Ahamed, Md Maruf [E CPE]" userId="6f647de5-aeca-43cd-b76c-e84c6089bcf4" providerId="ADAL" clId="{C4260C9C-672D-476B-9F63-D5BA0DCC5EC9}" dt="2022-04-17T19:37:20.974" v="74" actId="115"/>
        <pc:sldMkLst>
          <pc:docMk/>
          <pc:sldMk cId="0" sldId="2087"/>
        </pc:sldMkLst>
        <pc:spChg chg="mod">
          <ac:chgData name="Ahamed, Md Maruf [E CPE]" userId="6f647de5-aeca-43cd-b76c-e84c6089bcf4" providerId="ADAL" clId="{C4260C9C-672D-476B-9F63-D5BA0DCC5EC9}" dt="2022-04-17T19:37:20.974" v="74" actId="115"/>
          <ac:spMkLst>
            <pc:docMk/>
            <pc:sldMk cId="0" sldId="2087"/>
            <ac:spMk id="102402" creationId="{2C1DDB3E-A132-450F-952C-E2D7EF380B64}"/>
          </ac:spMkLst>
        </pc:spChg>
      </pc:sldChg>
      <pc:sldChg chg="addSp">
        <pc:chgData name="Ahamed, Md Maruf [E CPE]" userId="6f647de5-aeca-43cd-b76c-e84c6089bcf4" providerId="ADAL" clId="{C4260C9C-672D-476B-9F63-D5BA0DCC5EC9}" dt="2022-04-18T22:14:29.261" v="81"/>
        <pc:sldMkLst>
          <pc:docMk/>
          <pc:sldMk cId="0" sldId="2088"/>
        </pc:sldMkLst>
        <pc:inkChg chg="add">
          <ac:chgData name="Ahamed, Md Maruf [E CPE]" userId="6f647de5-aeca-43cd-b76c-e84c6089bcf4" providerId="ADAL" clId="{C4260C9C-672D-476B-9F63-D5BA0DCC5EC9}" dt="2022-04-18T22:14:29.261" v="81"/>
          <ac:inkMkLst>
            <pc:docMk/>
            <pc:sldMk cId="0" sldId="2088"/>
            <ac:inkMk id="2" creationId="{CFEEE2BA-BD7B-42D1-89B4-5DD35C921738}"/>
          </ac:inkMkLst>
        </pc:inkChg>
      </pc:sldChg>
      <pc:sldChg chg="addSp delSp">
        <pc:chgData name="Ahamed, Md Maruf [E CPE]" userId="6f647de5-aeca-43cd-b76c-e84c6089bcf4" providerId="ADAL" clId="{C4260C9C-672D-476B-9F63-D5BA0DCC5EC9}" dt="2022-04-18T22:14:29.261" v="81"/>
        <pc:sldMkLst>
          <pc:docMk/>
          <pc:sldMk cId="0" sldId="2089"/>
        </pc:sldMkLst>
        <pc:inkChg chg="add">
          <ac:chgData name="Ahamed, Md Maruf [E CPE]" userId="6f647de5-aeca-43cd-b76c-e84c6089bcf4" providerId="ADAL" clId="{C4260C9C-672D-476B-9F63-D5BA0DCC5EC9}" dt="2022-04-18T22:14:29.261" v="81"/>
          <ac:inkMkLst>
            <pc:docMk/>
            <pc:sldMk cId="0" sldId="2089"/>
            <ac:inkMk id="2" creationId="{0AB03C29-9F8F-4F05-AB5F-4533AE92E517}"/>
          </ac:inkMkLst>
        </pc:inkChg>
        <pc:inkChg chg="del">
          <ac:chgData name="Ahamed, Md Maruf [E CPE]" userId="6f647de5-aeca-43cd-b76c-e84c6089bcf4" providerId="ADAL" clId="{C4260C9C-672D-476B-9F63-D5BA0DCC5EC9}" dt="2022-04-17T19:37:56.041" v="77" actId="478"/>
          <ac:inkMkLst>
            <pc:docMk/>
            <pc:sldMk cId="0" sldId="2089"/>
            <ac:inkMk id="2" creationId="{95844DB1-40AD-4AA8-87DC-BAF3ACA3797B}"/>
          </ac:inkMkLst>
        </pc:inkChg>
      </pc:sldChg>
      <pc:sldChg chg="modSp">
        <pc:chgData name="Ahamed, Md Maruf [E CPE]" userId="6f647de5-aeca-43cd-b76c-e84c6089bcf4" providerId="ADAL" clId="{C4260C9C-672D-476B-9F63-D5BA0DCC5EC9}" dt="2022-04-17T19:37:35.870" v="76" actId="115"/>
        <pc:sldMkLst>
          <pc:docMk/>
          <pc:sldMk cId="0" sldId="2090"/>
        </pc:sldMkLst>
        <pc:spChg chg="mod">
          <ac:chgData name="Ahamed, Md Maruf [E CPE]" userId="6f647de5-aeca-43cd-b76c-e84c6089bcf4" providerId="ADAL" clId="{C4260C9C-672D-476B-9F63-D5BA0DCC5EC9}" dt="2022-04-17T19:37:35.870" v="76" actId="115"/>
          <ac:spMkLst>
            <pc:docMk/>
            <pc:sldMk cId="0" sldId="2090"/>
            <ac:spMk id="103426" creationId="{4E0B35C9-D821-4E8B-8BB3-94A066BCBBDA}"/>
          </ac:spMkLst>
        </pc:spChg>
      </pc:sldChg>
      <pc:sldChg chg="addSp">
        <pc:chgData name="Ahamed, Md Maruf [E CPE]" userId="6f647de5-aeca-43cd-b76c-e84c6089bcf4" providerId="ADAL" clId="{C4260C9C-672D-476B-9F63-D5BA0DCC5EC9}" dt="2022-04-18T22:14:29.261" v="81"/>
        <pc:sldMkLst>
          <pc:docMk/>
          <pc:sldMk cId="0" sldId="2112"/>
        </pc:sldMkLst>
        <pc:inkChg chg="add">
          <ac:chgData name="Ahamed, Md Maruf [E CPE]" userId="6f647de5-aeca-43cd-b76c-e84c6089bcf4" providerId="ADAL" clId="{C4260C9C-672D-476B-9F63-D5BA0DCC5EC9}" dt="2022-04-18T22:14:29.261" v="81"/>
          <ac:inkMkLst>
            <pc:docMk/>
            <pc:sldMk cId="0" sldId="2112"/>
            <ac:inkMk id="2" creationId="{29A42480-1FD1-4049-8FE1-CFC93CD4F5D2}"/>
          </ac:inkMkLst>
        </pc:inkChg>
      </pc:sldChg>
      <pc:sldChg chg="addSp delSp">
        <pc:chgData name="Ahamed, Md Maruf [E CPE]" userId="6f647de5-aeca-43cd-b76c-e84c6089bcf4" providerId="ADAL" clId="{C4260C9C-672D-476B-9F63-D5BA0DCC5EC9}" dt="2022-04-18T22:17:09.755" v="84"/>
        <pc:sldMkLst>
          <pc:docMk/>
          <pc:sldMk cId="0" sldId="2125"/>
        </pc:sldMkLst>
        <pc:inkChg chg="add">
          <ac:chgData name="Ahamed, Md Maruf [E CPE]" userId="6f647de5-aeca-43cd-b76c-e84c6089bcf4" providerId="ADAL" clId="{C4260C9C-672D-476B-9F63-D5BA0DCC5EC9}" dt="2022-04-18T22:14:29.261" v="81"/>
          <ac:inkMkLst>
            <pc:docMk/>
            <pc:sldMk cId="0" sldId="2125"/>
            <ac:inkMk id="2" creationId="{2196B6FE-788F-47D1-B736-C37859C2D599}"/>
          </ac:inkMkLst>
        </pc:inkChg>
        <pc:inkChg chg="add del">
          <ac:chgData name="Ahamed, Md Maruf [E CPE]" userId="6f647de5-aeca-43cd-b76c-e84c6089bcf4" providerId="ADAL" clId="{C4260C9C-672D-476B-9F63-D5BA0DCC5EC9}" dt="2022-04-18T22:17:07.244" v="83"/>
          <ac:inkMkLst>
            <pc:docMk/>
            <pc:sldMk cId="0" sldId="2125"/>
            <ac:inkMk id="3" creationId="{DFE59F0B-4FFE-4966-9CC8-54F0DFC024C5}"/>
          </ac:inkMkLst>
        </pc:inkChg>
        <pc:inkChg chg="add">
          <ac:chgData name="Ahamed, Md Maruf [E CPE]" userId="6f647de5-aeca-43cd-b76c-e84c6089bcf4" providerId="ADAL" clId="{C4260C9C-672D-476B-9F63-D5BA0DCC5EC9}" dt="2022-04-18T22:17:09.755" v="84"/>
          <ac:inkMkLst>
            <pc:docMk/>
            <pc:sldMk cId="0" sldId="2125"/>
            <ac:inkMk id="4" creationId="{7AE4F8F2-89FB-46CA-ABC9-E9E16CAE1658}"/>
          </ac:inkMkLst>
        </pc:inkChg>
      </pc:sldChg>
      <pc:sldChg chg="addSp">
        <pc:chgData name="Ahamed, Md Maruf [E CPE]" userId="6f647de5-aeca-43cd-b76c-e84c6089bcf4" providerId="ADAL" clId="{C4260C9C-672D-476B-9F63-D5BA0DCC5EC9}" dt="2022-04-18T22:14:29.261" v="81"/>
        <pc:sldMkLst>
          <pc:docMk/>
          <pc:sldMk cId="0" sldId="2131"/>
        </pc:sldMkLst>
        <pc:inkChg chg="add">
          <ac:chgData name="Ahamed, Md Maruf [E CPE]" userId="6f647de5-aeca-43cd-b76c-e84c6089bcf4" providerId="ADAL" clId="{C4260C9C-672D-476B-9F63-D5BA0DCC5EC9}" dt="2022-04-18T22:14:29.261" v="81"/>
          <ac:inkMkLst>
            <pc:docMk/>
            <pc:sldMk cId="0" sldId="2131"/>
            <ac:inkMk id="2" creationId="{076419D9-2B79-4659-BAA9-E4C68773FDB4}"/>
          </ac:inkMkLst>
        </pc:inkChg>
      </pc:sldChg>
      <pc:sldChg chg="addSp delSp">
        <pc:chgData name="Ahamed, Md Maruf [E CPE]" userId="6f647de5-aeca-43cd-b76c-e84c6089bcf4" providerId="ADAL" clId="{C4260C9C-672D-476B-9F63-D5BA0DCC5EC9}" dt="2022-04-18T22:14:29.261" v="81"/>
        <pc:sldMkLst>
          <pc:docMk/>
          <pc:sldMk cId="0" sldId="2140"/>
        </pc:sldMkLst>
        <pc:inkChg chg="add">
          <ac:chgData name="Ahamed, Md Maruf [E CPE]" userId="6f647de5-aeca-43cd-b76c-e84c6089bcf4" providerId="ADAL" clId="{C4260C9C-672D-476B-9F63-D5BA0DCC5EC9}" dt="2022-04-18T22:14:29.261" v="81"/>
          <ac:inkMkLst>
            <pc:docMk/>
            <pc:sldMk cId="0" sldId="2140"/>
            <ac:inkMk id="2" creationId="{37F996C8-AE76-4A59-AE49-40EF3962CFED}"/>
          </ac:inkMkLst>
        </pc:inkChg>
        <pc:inkChg chg="del">
          <ac:chgData name="Ahamed, Md Maruf [E CPE]" userId="6f647de5-aeca-43cd-b76c-e84c6089bcf4" providerId="ADAL" clId="{C4260C9C-672D-476B-9F63-D5BA0DCC5EC9}" dt="2022-04-17T19:37:07.323" v="72" actId="478"/>
          <ac:inkMkLst>
            <pc:docMk/>
            <pc:sldMk cId="0" sldId="2140"/>
            <ac:inkMk id="2" creationId="{FFD4C782-83EA-4520-A75B-B83C97F18F51}"/>
          </ac:inkMkLst>
        </pc:inkChg>
      </pc:sldChg>
      <pc:sldChg chg="del">
        <pc:chgData name="Ahamed, Md Maruf [E CPE]" userId="6f647de5-aeca-43cd-b76c-e84c6089bcf4" providerId="ADAL" clId="{C4260C9C-672D-476B-9F63-D5BA0DCC5EC9}" dt="2022-04-18T17:22:50.870" v="79" actId="2696"/>
        <pc:sldMkLst>
          <pc:docMk/>
          <pc:sldMk cId="3118057908" sldId="2159"/>
        </pc:sldMkLst>
      </pc:sldChg>
    </pc:docChg>
  </pc:docChgLst>
  <pc:docChgLst>
    <pc:chgData name="Md Maruf Ahamed" userId="6f647de5-aeca-43cd-b76c-e84c6089bcf4" providerId="ADAL" clId="{9B3B6971-CAF6-40FF-A235-E84AB94DDB80}"/>
    <pc:docChg chg="custSel addSld modSld">
      <pc:chgData name="Md Maruf Ahamed" userId="6f647de5-aeca-43cd-b76c-e84c6089bcf4" providerId="ADAL" clId="{9B3B6971-CAF6-40FF-A235-E84AB94DDB80}" dt="2022-04-18T20:03:43.944" v="13" actId="21"/>
      <pc:docMkLst>
        <pc:docMk/>
      </pc:docMkLst>
      <pc:sldChg chg="addSp delSp modSp mod">
        <pc:chgData name="Md Maruf Ahamed" userId="6f647de5-aeca-43cd-b76c-e84c6089bcf4" providerId="ADAL" clId="{9B3B6971-CAF6-40FF-A235-E84AB94DDB80}" dt="2022-04-18T17:20:21.177" v="12" actId="1076"/>
        <pc:sldMkLst>
          <pc:docMk/>
          <pc:sldMk cId="0" sldId="1986"/>
        </pc:sldMkLst>
        <pc:spChg chg="add mod">
          <ac:chgData name="Md Maruf Ahamed" userId="6f647de5-aeca-43cd-b76c-e84c6089bcf4" providerId="ADAL" clId="{9B3B6971-CAF6-40FF-A235-E84AB94DDB80}" dt="2022-04-18T17:20:21.177" v="12" actId="1076"/>
          <ac:spMkLst>
            <pc:docMk/>
            <pc:sldMk cId="0" sldId="1986"/>
            <ac:spMk id="83" creationId="{485C9770-D01D-4261-90D8-ACF69A08E4EE}"/>
          </ac:spMkLst>
        </pc:spChg>
        <pc:spChg chg="mod">
          <ac:chgData name="Md Maruf Ahamed" userId="6f647de5-aeca-43cd-b76c-e84c6089bcf4" providerId="ADAL" clId="{9B3B6971-CAF6-40FF-A235-E84AB94DDB80}" dt="2022-04-18T17:20:02.682" v="10"/>
          <ac:spMkLst>
            <pc:docMk/>
            <pc:sldMk cId="0" sldId="1986"/>
            <ac:spMk id="106499" creationId="{EA61731C-2B7B-49E5-89A3-81C7B8CB15D4}"/>
          </ac:spMkLst>
        </pc:spChg>
        <pc:spChg chg="mod">
          <ac:chgData name="Md Maruf Ahamed" userId="6f647de5-aeca-43cd-b76c-e84c6089bcf4" providerId="ADAL" clId="{9B3B6971-CAF6-40FF-A235-E84AB94DDB80}" dt="2022-04-18T17:19:37.255" v="0" actId="1076"/>
          <ac:spMkLst>
            <pc:docMk/>
            <pc:sldMk cId="0" sldId="1986"/>
            <ac:spMk id="106500" creationId="{F886B428-00AA-4CB4-A9D0-0775180D592B}"/>
          </ac:spMkLst>
        </pc:spChg>
        <pc:spChg chg="mod">
          <ac:chgData name="Md Maruf Ahamed" userId="6f647de5-aeca-43cd-b76c-e84c6089bcf4" providerId="ADAL" clId="{9B3B6971-CAF6-40FF-A235-E84AB94DDB80}" dt="2022-04-18T17:19:37.255" v="0" actId="1076"/>
          <ac:spMkLst>
            <pc:docMk/>
            <pc:sldMk cId="0" sldId="1986"/>
            <ac:spMk id="106501" creationId="{4EE9D6E8-DC74-44B5-AB4D-DBCF371BCFA9}"/>
          </ac:spMkLst>
        </pc:spChg>
        <pc:spChg chg="mod">
          <ac:chgData name="Md Maruf Ahamed" userId="6f647de5-aeca-43cd-b76c-e84c6089bcf4" providerId="ADAL" clId="{9B3B6971-CAF6-40FF-A235-E84AB94DDB80}" dt="2022-04-18T17:19:37.255" v="0" actId="1076"/>
          <ac:spMkLst>
            <pc:docMk/>
            <pc:sldMk cId="0" sldId="1986"/>
            <ac:spMk id="106502" creationId="{83ACA42B-5D31-4BCD-AFB8-7531CA157B0B}"/>
          </ac:spMkLst>
        </pc:spChg>
        <pc:spChg chg="mod">
          <ac:chgData name="Md Maruf Ahamed" userId="6f647de5-aeca-43cd-b76c-e84c6089bcf4" providerId="ADAL" clId="{9B3B6971-CAF6-40FF-A235-E84AB94DDB80}" dt="2022-04-18T17:19:37.255" v="0" actId="1076"/>
          <ac:spMkLst>
            <pc:docMk/>
            <pc:sldMk cId="0" sldId="1986"/>
            <ac:spMk id="106503" creationId="{0D97B695-8526-48AA-BB4E-E1577F9A148C}"/>
          </ac:spMkLst>
        </pc:spChg>
        <pc:spChg chg="mod">
          <ac:chgData name="Md Maruf Ahamed" userId="6f647de5-aeca-43cd-b76c-e84c6089bcf4" providerId="ADAL" clId="{9B3B6971-CAF6-40FF-A235-E84AB94DDB80}" dt="2022-04-18T17:19:37.255" v="0" actId="1076"/>
          <ac:spMkLst>
            <pc:docMk/>
            <pc:sldMk cId="0" sldId="1986"/>
            <ac:spMk id="106504" creationId="{09226ACD-B554-4013-8246-1584A79D0241}"/>
          </ac:spMkLst>
        </pc:spChg>
        <pc:spChg chg="mod">
          <ac:chgData name="Md Maruf Ahamed" userId="6f647de5-aeca-43cd-b76c-e84c6089bcf4" providerId="ADAL" clId="{9B3B6971-CAF6-40FF-A235-E84AB94DDB80}" dt="2022-04-18T17:19:37.255" v="0" actId="1076"/>
          <ac:spMkLst>
            <pc:docMk/>
            <pc:sldMk cId="0" sldId="1986"/>
            <ac:spMk id="106505" creationId="{8223236C-45F1-4A6D-9911-263D1B1251F0}"/>
          </ac:spMkLst>
        </pc:spChg>
        <pc:spChg chg="mod">
          <ac:chgData name="Md Maruf Ahamed" userId="6f647de5-aeca-43cd-b76c-e84c6089bcf4" providerId="ADAL" clId="{9B3B6971-CAF6-40FF-A235-E84AB94DDB80}" dt="2022-04-18T17:19:37.255" v="0" actId="1076"/>
          <ac:spMkLst>
            <pc:docMk/>
            <pc:sldMk cId="0" sldId="1986"/>
            <ac:spMk id="106506" creationId="{95844893-8491-4839-91FA-8F93745FF8E4}"/>
          </ac:spMkLst>
        </pc:spChg>
        <pc:spChg chg="mod">
          <ac:chgData name="Md Maruf Ahamed" userId="6f647de5-aeca-43cd-b76c-e84c6089bcf4" providerId="ADAL" clId="{9B3B6971-CAF6-40FF-A235-E84AB94DDB80}" dt="2022-04-18T17:19:37.255" v="0" actId="1076"/>
          <ac:spMkLst>
            <pc:docMk/>
            <pc:sldMk cId="0" sldId="1986"/>
            <ac:spMk id="106507" creationId="{8B24F5F0-4207-4DE6-AF47-1B5EAAC4A3DF}"/>
          </ac:spMkLst>
        </pc:spChg>
        <pc:spChg chg="mod">
          <ac:chgData name="Md Maruf Ahamed" userId="6f647de5-aeca-43cd-b76c-e84c6089bcf4" providerId="ADAL" clId="{9B3B6971-CAF6-40FF-A235-E84AB94DDB80}" dt="2022-04-18T17:19:37.255" v="0" actId="1076"/>
          <ac:spMkLst>
            <pc:docMk/>
            <pc:sldMk cId="0" sldId="1986"/>
            <ac:spMk id="106508" creationId="{D7AF5BA8-73BE-49DD-AD1D-EC16344AD887}"/>
          </ac:spMkLst>
        </pc:spChg>
        <pc:spChg chg="mod">
          <ac:chgData name="Md Maruf Ahamed" userId="6f647de5-aeca-43cd-b76c-e84c6089bcf4" providerId="ADAL" clId="{9B3B6971-CAF6-40FF-A235-E84AB94DDB80}" dt="2022-04-18T17:19:37.255" v="0" actId="1076"/>
          <ac:spMkLst>
            <pc:docMk/>
            <pc:sldMk cId="0" sldId="1986"/>
            <ac:spMk id="106509" creationId="{866796E2-718B-498D-9B62-70317FD9102B}"/>
          </ac:spMkLst>
        </pc:spChg>
        <pc:spChg chg="mod">
          <ac:chgData name="Md Maruf Ahamed" userId="6f647de5-aeca-43cd-b76c-e84c6089bcf4" providerId="ADAL" clId="{9B3B6971-CAF6-40FF-A235-E84AB94DDB80}" dt="2022-04-18T17:19:37.255" v="0" actId="1076"/>
          <ac:spMkLst>
            <pc:docMk/>
            <pc:sldMk cId="0" sldId="1986"/>
            <ac:spMk id="106510" creationId="{1963ACC8-72B4-4BFF-BBCB-3EC1860C65CB}"/>
          </ac:spMkLst>
        </pc:spChg>
        <pc:spChg chg="mod">
          <ac:chgData name="Md Maruf Ahamed" userId="6f647de5-aeca-43cd-b76c-e84c6089bcf4" providerId="ADAL" clId="{9B3B6971-CAF6-40FF-A235-E84AB94DDB80}" dt="2022-04-18T17:19:37.255" v="0" actId="1076"/>
          <ac:spMkLst>
            <pc:docMk/>
            <pc:sldMk cId="0" sldId="1986"/>
            <ac:spMk id="106511" creationId="{7A35CA50-D954-40A5-81B1-3839A972856C}"/>
          </ac:spMkLst>
        </pc:spChg>
        <pc:spChg chg="mod">
          <ac:chgData name="Md Maruf Ahamed" userId="6f647de5-aeca-43cd-b76c-e84c6089bcf4" providerId="ADAL" clId="{9B3B6971-CAF6-40FF-A235-E84AB94DDB80}" dt="2022-04-18T17:19:37.255" v="0" actId="1076"/>
          <ac:spMkLst>
            <pc:docMk/>
            <pc:sldMk cId="0" sldId="1986"/>
            <ac:spMk id="106512" creationId="{FB786313-CF9D-4B08-BF41-D11A5C2BE576}"/>
          </ac:spMkLst>
        </pc:spChg>
        <pc:spChg chg="mod">
          <ac:chgData name="Md Maruf Ahamed" userId="6f647de5-aeca-43cd-b76c-e84c6089bcf4" providerId="ADAL" clId="{9B3B6971-CAF6-40FF-A235-E84AB94DDB80}" dt="2022-04-18T17:19:37.255" v="0" actId="1076"/>
          <ac:spMkLst>
            <pc:docMk/>
            <pc:sldMk cId="0" sldId="1986"/>
            <ac:spMk id="106513" creationId="{48B15F40-D3DC-4A62-B229-A378763D9ECD}"/>
          </ac:spMkLst>
        </pc:spChg>
        <pc:spChg chg="mod">
          <ac:chgData name="Md Maruf Ahamed" userId="6f647de5-aeca-43cd-b76c-e84c6089bcf4" providerId="ADAL" clId="{9B3B6971-CAF6-40FF-A235-E84AB94DDB80}" dt="2022-04-18T17:19:37.255" v="0" actId="1076"/>
          <ac:spMkLst>
            <pc:docMk/>
            <pc:sldMk cId="0" sldId="1986"/>
            <ac:spMk id="106514" creationId="{E8C00BDC-7B4C-42B2-A3E4-630FCED826D2}"/>
          </ac:spMkLst>
        </pc:spChg>
        <pc:spChg chg="mod">
          <ac:chgData name="Md Maruf Ahamed" userId="6f647de5-aeca-43cd-b76c-e84c6089bcf4" providerId="ADAL" clId="{9B3B6971-CAF6-40FF-A235-E84AB94DDB80}" dt="2022-04-18T17:19:37.255" v="0" actId="1076"/>
          <ac:spMkLst>
            <pc:docMk/>
            <pc:sldMk cId="0" sldId="1986"/>
            <ac:spMk id="106515" creationId="{65BBC27A-32BB-4BE2-8486-DEB23E6619C5}"/>
          </ac:spMkLst>
        </pc:spChg>
        <pc:spChg chg="mod">
          <ac:chgData name="Md Maruf Ahamed" userId="6f647de5-aeca-43cd-b76c-e84c6089bcf4" providerId="ADAL" clId="{9B3B6971-CAF6-40FF-A235-E84AB94DDB80}" dt="2022-04-18T17:19:37.255" v="0" actId="1076"/>
          <ac:spMkLst>
            <pc:docMk/>
            <pc:sldMk cId="0" sldId="1986"/>
            <ac:spMk id="106516" creationId="{0F65088F-470F-4A42-9D57-C606E4C30439}"/>
          </ac:spMkLst>
        </pc:spChg>
        <pc:spChg chg="mod">
          <ac:chgData name="Md Maruf Ahamed" userId="6f647de5-aeca-43cd-b76c-e84c6089bcf4" providerId="ADAL" clId="{9B3B6971-CAF6-40FF-A235-E84AB94DDB80}" dt="2022-04-18T17:19:37.255" v="0" actId="1076"/>
          <ac:spMkLst>
            <pc:docMk/>
            <pc:sldMk cId="0" sldId="1986"/>
            <ac:spMk id="106517" creationId="{4BABB4CD-4770-40CB-B59C-F18EC1B96AE0}"/>
          </ac:spMkLst>
        </pc:spChg>
        <pc:spChg chg="mod">
          <ac:chgData name="Md Maruf Ahamed" userId="6f647de5-aeca-43cd-b76c-e84c6089bcf4" providerId="ADAL" clId="{9B3B6971-CAF6-40FF-A235-E84AB94DDB80}" dt="2022-04-18T17:19:37.255" v="0" actId="1076"/>
          <ac:spMkLst>
            <pc:docMk/>
            <pc:sldMk cId="0" sldId="1986"/>
            <ac:spMk id="106518" creationId="{99954BF4-24B4-4798-80B8-17D7E8B44687}"/>
          </ac:spMkLst>
        </pc:spChg>
        <pc:spChg chg="mod">
          <ac:chgData name="Md Maruf Ahamed" userId="6f647de5-aeca-43cd-b76c-e84c6089bcf4" providerId="ADAL" clId="{9B3B6971-CAF6-40FF-A235-E84AB94DDB80}" dt="2022-04-18T17:19:37.255" v="0" actId="1076"/>
          <ac:spMkLst>
            <pc:docMk/>
            <pc:sldMk cId="0" sldId="1986"/>
            <ac:spMk id="106519" creationId="{1E1CD7BC-E380-4214-8C1D-644B44ECBA9B}"/>
          </ac:spMkLst>
        </pc:spChg>
        <pc:spChg chg="mod">
          <ac:chgData name="Md Maruf Ahamed" userId="6f647de5-aeca-43cd-b76c-e84c6089bcf4" providerId="ADAL" clId="{9B3B6971-CAF6-40FF-A235-E84AB94DDB80}" dt="2022-04-18T17:19:37.255" v="0" actId="1076"/>
          <ac:spMkLst>
            <pc:docMk/>
            <pc:sldMk cId="0" sldId="1986"/>
            <ac:spMk id="106520" creationId="{3E991C5B-9C13-43D4-938C-B1B1E4E29268}"/>
          </ac:spMkLst>
        </pc:spChg>
        <pc:spChg chg="mod">
          <ac:chgData name="Md Maruf Ahamed" userId="6f647de5-aeca-43cd-b76c-e84c6089bcf4" providerId="ADAL" clId="{9B3B6971-CAF6-40FF-A235-E84AB94DDB80}" dt="2022-04-18T17:19:37.255" v="0" actId="1076"/>
          <ac:spMkLst>
            <pc:docMk/>
            <pc:sldMk cId="0" sldId="1986"/>
            <ac:spMk id="106521" creationId="{70ED1D55-69A4-4C48-9CF7-71021E5D9D7E}"/>
          </ac:spMkLst>
        </pc:spChg>
        <pc:spChg chg="mod">
          <ac:chgData name="Md Maruf Ahamed" userId="6f647de5-aeca-43cd-b76c-e84c6089bcf4" providerId="ADAL" clId="{9B3B6971-CAF6-40FF-A235-E84AB94DDB80}" dt="2022-04-18T17:19:37.255" v="0" actId="1076"/>
          <ac:spMkLst>
            <pc:docMk/>
            <pc:sldMk cId="0" sldId="1986"/>
            <ac:spMk id="106522" creationId="{34E3B179-B389-4B7D-BF62-57CA458D6ECA}"/>
          </ac:spMkLst>
        </pc:spChg>
        <pc:spChg chg="mod">
          <ac:chgData name="Md Maruf Ahamed" userId="6f647de5-aeca-43cd-b76c-e84c6089bcf4" providerId="ADAL" clId="{9B3B6971-CAF6-40FF-A235-E84AB94DDB80}" dt="2022-04-18T17:19:37.255" v="0" actId="1076"/>
          <ac:spMkLst>
            <pc:docMk/>
            <pc:sldMk cId="0" sldId="1986"/>
            <ac:spMk id="106523" creationId="{2858B3A3-5F08-4A14-B246-21E99654F550}"/>
          </ac:spMkLst>
        </pc:spChg>
        <pc:spChg chg="mod">
          <ac:chgData name="Md Maruf Ahamed" userId="6f647de5-aeca-43cd-b76c-e84c6089bcf4" providerId="ADAL" clId="{9B3B6971-CAF6-40FF-A235-E84AB94DDB80}" dt="2022-04-18T17:19:37.255" v="0" actId="1076"/>
          <ac:spMkLst>
            <pc:docMk/>
            <pc:sldMk cId="0" sldId="1986"/>
            <ac:spMk id="106524" creationId="{D1795A32-A1FB-4729-97F7-D02C3097E282}"/>
          </ac:spMkLst>
        </pc:spChg>
        <pc:spChg chg="mod">
          <ac:chgData name="Md Maruf Ahamed" userId="6f647de5-aeca-43cd-b76c-e84c6089bcf4" providerId="ADAL" clId="{9B3B6971-CAF6-40FF-A235-E84AB94DDB80}" dt="2022-04-18T17:19:37.255" v="0" actId="1076"/>
          <ac:spMkLst>
            <pc:docMk/>
            <pc:sldMk cId="0" sldId="1986"/>
            <ac:spMk id="106525" creationId="{1E7A0DF4-7FA8-407B-BA99-644F50D42417}"/>
          </ac:spMkLst>
        </pc:spChg>
        <pc:spChg chg="mod">
          <ac:chgData name="Md Maruf Ahamed" userId="6f647de5-aeca-43cd-b76c-e84c6089bcf4" providerId="ADAL" clId="{9B3B6971-CAF6-40FF-A235-E84AB94DDB80}" dt="2022-04-18T17:19:37.255" v="0" actId="1076"/>
          <ac:spMkLst>
            <pc:docMk/>
            <pc:sldMk cId="0" sldId="1986"/>
            <ac:spMk id="106526" creationId="{28677849-B306-44CE-8391-1C3178B6CC0E}"/>
          </ac:spMkLst>
        </pc:spChg>
        <pc:spChg chg="mod">
          <ac:chgData name="Md Maruf Ahamed" userId="6f647de5-aeca-43cd-b76c-e84c6089bcf4" providerId="ADAL" clId="{9B3B6971-CAF6-40FF-A235-E84AB94DDB80}" dt="2022-04-18T17:19:37.255" v="0" actId="1076"/>
          <ac:spMkLst>
            <pc:docMk/>
            <pc:sldMk cId="0" sldId="1986"/>
            <ac:spMk id="106527" creationId="{261169B4-C2B7-4ED1-90ED-7A7570C3C6EC}"/>
          </ac:spMkLst>
        </pc:spChg>
        <pc:spChg chg="mod">
          <ac:chgData name="Md Maruf Ahamed" userId="6f647de5-aeca-43cd-b76c-e84c6089bcf4" providerId="ADAL" clId="{9B3B6971-CAF6-40FF-A235-E84AB94DDB80}" dt="2022-04-18T17:19:37.255" v="0" actId="1076"/>
          <ac:spMkLst>
            <pc:docMk/>
            <pc:sldMk cId="0" sldId="1986"/>
            <ac:spMk id="106528" creationId="{F9297125-9B36-43DF-BB09-292729B06587}"/>
          </ac:spMkLst>
        </pc:spChg>
        <pc:spChg chg="mod">
          <ac:chgData name="Md Maruf Ahamed" userId="6f647de5-aeca-43cd-b76c-e84c6089bcf4" providerId="ADAL" clId="{9B3B6971-CAF6-40FF-A235-E84AB94DDB80}" dt="2022-04-18T17:19:37.255" v="0" actId="1076"/>
          <ac:spMkLst>
            <pc:docMk/>
            <pc:sldMk cId="0" sldId="1986"/>
            <ac:spMk id="106529" creationId="{F401485F-BE08-4562-85EC-D07668C94B41}"/>
          </ac:spMkLst>
        </pc:spChg>
        <pc:spChg chg="mod">
          <ac:chgData name="Md Maruf Ahamed" userId="6f647de5-aeca-43cd-b76c-e84c6089bcf4" providerId="ADAL" clId="{9B3B6971-CAF6-40FF-A235-E84AB94DDB80}" dt="2022-04-18T17:19:37.255" v="0" actId="1076"/>
          <ac:spMkLst>
            <pc:docMk/>
            <pc:sldMk cId="0" sldId="1986"/>
            <ac:spMk id="106530" creationId="{214B8FD3-AD64-48B5-AD96-739C09875A79}"/>
          </ac:spMkLst>
        </pc:spChg>
        <pc:spChg chg="mod">
          <ac:chgData name="Md Maruf Ahamed" userId="6f647de5-aeca-43cd-b76c-e84c6089bcf4" providerId="ADAL" clId="{9B3B6971-CAF6-40FF-A235-E84AB94DDB80}" dt="2022-04-18T17:19:37.255" v="0" actId="1076"/>
          <ac:spMkLst>
            <pc:docMk/>
            <pc:sldMk cId="0" sldId="1986"/>
            <ac:spMk id="106531" creationId="{A85B7786-72EB-427D-A50A-512AA7B6BCA1}"/>
          </ac:spMkLst>
        </pc:spChg>
        <pc:spChg chg="mod">
          <ac:chgData name="Md Maruf Ahamed" userId="6f647de5-aeca-43cd-b76c-e84c6089bcf4" providerId="ADAL" clId="{9B3B6971-CAF6-40FF-A235-E84AB94DDB80}" dt="2022-04-18T17:19:37.255" v="0" actId="1076"/>
          <ac:spMkLst>
            <pc:docMk/>
            <pc:sldMk cId="0" sldId="1986"/>
            <ac:spMk id="106532" creationId="{949EE5D0-FBB5-481F-A380-E9DDAE5BC2E8}"/>
          </ac:spMkLst>
        </pc:spChg>
        <pc:spChg chg="mod">
          <ac:chgData name="Md Maruf Ahamed" userId="6f647de5-aeca-43cd-b76c-e84c6089bcf4" providerId="ADAL" clId="{9B3B6971-CAF6-40FF-A235-E84AB94DDB80}" dt="2022-04-18T17:19:37.255" v="0" actId="1076"/>
          <ac:spMkLst>
            <pc:docMk/>
            <pc:sldMk cId="0" sldId="1986"/>
            <ac:spMk id="106533" creationId="{E824D7B9-5038-48EB-92D6-A051DD240D4E}"/>
          </ac:spMkLst>
        </pc:spChg>
        <pc:spChg chg="mod">
          <ac:chgData name="Md Maruf Ahamed" userId="6f647de5-aeca-43cd-b76c-e84c6089bcf4" providerId="ADAL" clId="{9B3B6971-CAF6-40FF-A235-E84AB94DDB80}" dt="2022-04-18T17:19:37.255" v="0" actId="1076"/>
          <ac:spMkLst>
            <pc:docMk/>
            <pc:sldMk cId="0" sldId="1986"/>
            <ac:spMk id="106534" creationId="{40E99A15-A288-4FCF-BF2B-88844DDF2785}"/>
          </ac:spMkLst>
        </pc:spChg>
        <pc:spChg chg="mod">
          <ac:chgData name="Md Maruf Ahamed" userId="6f647de5-aeca-43cd-b76c-e84c6089bcf4" providerId="ADAL" clId="{9B3B6971-CAF6-40FF-A235-E84AB94DDB80}" dt="2022-04-18T17:19:37.255" v="0" actId="1076"/>
          <ac:spMkLst>
            <pc:docMk/>
            <pc:sldMk cId="0" sldId="1986"/>
            <ac:spMk id="106535" creationId="{55B0BB20-C278-4BBB-A728-24547E4A138B}"/>
          </ac:spMkLst>
        </pc:spChg>
        <pc:spChg chg="mod">
          <ac:chgData name="Md Maruf Ahamed" userId="6f647de5-aeca-43cd-b76c-e84c6089bcf4" providerId="ADAL" clId="{9B3B6971-CAF6-40FF-A235-E84AB94DDB80}" dt="2022-04-18T17:19:37.255" v="0" actId="1076"/>
          <ac:spMkLst>
            <pc:docMk/>
            <pc:sldMk cId="0" sldId="1986"/>
            <ac:spMk id="106536" creationId="{26340CA1-91DB-4331-975E-9C811A381ADF}"/>
          </ac:spMkLst>
        </pc:spChg>
        <pc:spChg chg="mod">
          <ac:chgData name="Md Maruf Ahamed" userId="6f647de5-aeca-43cd-b76c-e84c6089bcf4" providerId="ADAL" clId="{9B3B6971-CAF6-40FF-A235-E84AB94DDB80}" dt="2022-04-18T17:19:37.255" v="0" actId="1076"/>
          <ac:spMkLst>
            <pc:docMk/>
            <pc:sldMk cId="0" sldId="1986"/>
            <ac:spMk id="106537" creationId="{ACB5F003-1E57-4A00-8B02-387143DB3DA6}"/>
          </ac:spMkLst>
        </pc:spChg>
        <pc:spChg chg="mod">
          <ac:chgData name="Md Maruf Ahamed" userId="6f647de5-aeca-43cd-b76c-e84c6089bcf4" providerId="ADAL" clId="{9B3B6971-CAF6-40FF-A235-E84AB94DDB80}" dt="2022-04-18T17:19:37.255" v="0" actId="1076"/>
          <ac:spMkLst>
            <pc:docMk/>
            <pc:sldMk cId="0" sldId="1986"/>
            <ac:spMk id="106538" creationId="{0E6F54A5-16F3-478F-8070-15128F87872D}"/>
          </ac:spMkLst>
        </pc:spChg>
        <pc:spChg chg="mod">
          <ac:chgData name="Md Maruf Ahamed" userId="6f647de5-aeca-43cd-b76c-e84c6089bcf4" providerId="ADAL" clId="{9B3B6971-CAF6-40FF-A235-E84AB94DDB80}" dt="2022-04-18T17:19:37.255" v="0" actId="1076"/>
          <ac:spMkLst>
            <pc:docMk/>
            <pc:sldMk cId="0" sldId="1986"/>
            <ac:spMk id="106539" creationId="{B6B8ED21-38D6-4209-BCEC-3F669668C13C}"/>
          </ac:spMkLst>
        </pc:spChg>
        <pc:spChg chg="mod">
          <ac:chgData name="Md Maruf Ahamed" userId="6f647de5-aeca-43cd-b76c-e84c6089bcf4" providerId="ADAL" clId="{9B3B6971-CAF6-40FF-A235-E84AB94DDB80}" dt="2022-04-18T17:19:37.255" v="0" actId="1076"/>
          <ac:spMkLst>
            <pc:docMk/>
            <pc:sldMk cId="0" sldId="1986"/>
            <ac:spMk id="106540" creationId="{17A194FC-BDFE-4145-9E80-17FE565A6CF7}"/>
          </ac:spMkLst>
        </pc:spChg>
        <pc:spChg chg="mod">
          <ac:chgData name="Md Maruf Ahamed" userId="6f647de5-aeca-43cd-b76c-e84c6089bcf4" providerId="ADAL" clId="{9B3B6971-CAF6-40FF-A235-E84AB94DDB80}" dt="2022-04-18T17:19:37.255" v="0" actId="1076"/>
          <ac:spMkLst>
            <pc:docMk/>
            <pc:sldMk cId="0" sldId="1986"/>
            <ac:spMk id="106541" creationId="{D5B9F793-7625-47E3-853C-9999927841CA}"/>
          </ac:spMkLst>
        </pc:spChg>
        <pc:spChg chg="mod">
          <ac:chgData name="Md Maruf Ahamed" userId="6f647de5-aeca-43cd-b76c-e84c6089bcf4" providerId="ADAL" clId="{9B3B6971-CAF6-40FF-A235-E84AB94DDB80}" dt="2022-04-18T17:19:37.255" v="0" actId="1076"/>
          <ac:spMkLst>
            <pc:docMk/>
            <pc:sldMk cId="0" sldId="1986"/>
            <ac:spMk id="106542" creationId="{C64313C6-E92E-45B0-80BF-9355C9FF8D9D}"/>
          </ac:spMkLst>
        </pc:spChg>
        <pc:spChg chg="mod">
          <ac:chgData name="Md Maruf Ahamed" userId="6f647de5-aeca-43cd-b76c-e84c6089bcf4" providerId="ADAL" clId="{9B3B6971-CAF6-40FF-A235-E84AB94DDB80}" dt="2022-04-18T17:19:37.255" v="0" actId="1076"/>
          <ac:spMkLst>
            <pc:docMk/>
            <pc:sldMk cId="0" sldId="1986"/>
            <ac:spMk id="106543" creationId="{E93F9E11-2B4E-4ADD-A532-E91A301B7206}"/>
          </ac:spMkLst>
        </pc:spChg>
        <pc:spChg chg="mod">
          <ac:chgData name="Md Maruf Ahamed" userId="6f647de5-aeca-43cd-b76c-e84c6089bcf4" providerId="ADAL" clId="{9B3B6971-CAF6-40FF-A235-E84AB94DDB80}" dt="2022-04-18T17:19:37.255" v="0" actId="1076"/>
          <ac:spMkLst>
            <pc:docMk/>
            <pc:sldMk cId="0" sldId="1986"/>
            <ac:spMk id="106544" creationId="{87A56A67-F47D-49A6-B6FE-305AC3B4D643}"/>
          </ac:spMkLst>
        </pc:spChg>
        <pc:spChg chg="mod">
          <ac:chgData name="Md Maruf Ahamed" userId="6f647de5-aeca-43cd-b76c-e84c6089bcf4" providerId="ADAL" clId="{9B3B6971-CAF6-40FF-A235-E84AB94DDB80}" dt="2022-04-18T17:19:37.255" v="0" actId="1076"/>
          <ac:spMkLst>
            <pc:docMk/>
            <pc:sldMk cId="0" sldId="1986"/>
            <ac:spMk id="106545" creationId="{6569C022-1634-4993-8CFC-3D6B3F3CAC31}"/>
          </ac:spMkLst>
        </pc:spChg>
        <pc:spChg chg="mod">
          <ac:chgData name="Md Maruf Ahamed" userId="6f647de5-aeca-43cd-b76c-e84c6089bcf4" providerId="ADAL" clId="{9B3B6971-CAF6-40FF-A235-E84AB94DDB80}" dt="2022-04-18T17:19:37.255" v="0" actId="1076"/>
          <ac:spMkLst>
            <pc:docMk/>
            <pc:sldMk cId="0" sldId="1986"/>
            <ac:spMk id="106546" creationId="{FFEA6B8E-E3C5-42A1-A733-4EC92B2F7851}"/>
          </ac:spMkLst>
        </pc:spChg>
        <pc:spChg chg="mod">
          <ac:chgData name="Md Maruf Ahamed" userId="6f647de5-aeca-43cd-b76c-e84c6089bcf4" providerId="ADAL" clId="{9B3B6971-CAF6-40FF-A235-E84AB94DDB80}" dt="2022-04-18T17:19:37.255" v="0" actId="1076"/>
          <ac:spMkLst>
            <pc:docMk/>
            <pc:sldMk cId="0" sldId="1986"/>
            <ac:spMk id="106547" creationId="{94FBB9DB-53E7-4074-9BDB-376EA50341FB}"/>
          </ac:spMkLst>
        </pc:spChg>
        <pc:spChg chg="mod">
          <ac:chgData name="Md Maruf Ahamed" userId="6f647de5-aeca-43cd-b76c-e84c6089bcf4" providerId="ADAL" clId="{9B3B6971-CAF6-40FF-A235-E84AB94DDB80}" dt="2022-04-18T17:19:37.255" v="0" actId="1076"/>
          <ac:spMkLst>
            <pc:docMk/>
            <pc:sldMk cId="0" sldId="1986"/>
            <ac:spMk id="106548" creationId="{73E82F18-42C2-4EA1-A7B0-56CF1C0660BE}"/>
          </ac:spMkLst>
        </pc:spChg>
        <pc:spChg chg="mod">
          <ac:chgData name="Md Maruf Ahamed" userId="6f647de5-aeca-43cd-b76c-e84c6089bcf4" providerId="ADAL" clId="{9B3B6971-CAF6-40FF-A235-E84AB94DDB80}" dt="2022-04-18T17:19:37.255" v="0" actId="1076"/>
          <ac:spMkLst>
            <pc:docMk/>
            <pc:sldMk cId="0" sldId="1986"/>
            <ac:spMk id="106549" creationId="{F47B0903-57F4-4A07-9F7E-3F2596AB08AC}"/>
          </ac:spMkLst>
        </pc:spChg>
        <pc:spChg chg="mod">
          <ac:chgData name="Md Maruf Ahamed" userId="6f647de5-aeca-43cd-b76c-e84c6089bcf4" providerId="ADAL" clId="{9B3B6971-CAF6-40FF-A235-E84AB94DDB80}" dt="2022-04-18T17:19:37.255" v="0" actId="1076"/>
          <ac:spMkLst>
            <pc:docMk/>
            <pc:sldMk cId="0" sldId="1986"/>
            <ac:spMk id="106550" creationId="{FEBBC34B-F59F-4D0A-A092-77A5E0D9E042}"/>
          </ac:spMkLst>
        </pc:spChg>
        <pc:spChg chg="mod">
          <ac:chgData name="Md Maruf Ahamed" userId="6f647de5-aeca-43cd-b76c-e84c6089bcf4" providerId="ADAL" clId="{9B3B6971-CAF6-40FF-A235-E84AB94DDB80}" dt="2022-04-18T17:19:37.255" v="0" actId="1076"/>
          <ac:spMkLst>
            <pc:docMk/>
            <pc:sldMk cId="0" sldId="1986"/>
            <ac:spMk id="106551" creationId="{24CBD767-2BC2-467B-A4E0-5DB42EA51C9E}"/>
          </ac:spMkLst>
        </pc:spChg>
        <pc:spChg chg="mod">
          <ac:chgData name="Md Maruf Ahamed" userId="6f647de5-aeca-43cd-b76c-e84c6089bcf4" providerId="ADAL" clId="{9B3B6971-CAF6-40FF-A235-E84AB94DDB80}" dt="2022-04-18T17:19:37.255" v="0" actId="1076"/>
          <ac:spMkLst>
            <pc:docMk/>
            <pc:sldMk cId="0" sldId="1986"/>
            <ac:spMk id="106552" creationId="{A269A059-2ADB-4F1D-AFA9-92FD83FF0CB0}"/>
          </ac:spMkLst>
        </pc:spChg>
        <pc:spChg chg="mod">
          <ac:chgData name="Md Maruf Ahamed" userId="6f647de5-aeca-43cd-b76c-e84c6089bcf4" providerId="ADAL" clId="{9B3B6971-CAF6-40FF-A235-E84AB94DDB80}" dt="2022-04-18T17:19:37.255" v="0" actId="1076"/>
          <ac:spMkLst>
            <pc:docMk/>
            <pc:sldMk cId="0" sldId="1986"/>
            <ac:spMk id="106553" creationId="{2D994F5F-DA15-4C67-808D-2BDF841FF675}"/>
          </ac:spMkLst>
        </pc:spChg>
        <pc:spChg chg="mod">
          <ac:chgData name="Md Maruf Ahamed" userId="6f647de5-aeca-43cd-b76c-e84c6089bcf4" providerId="ADAL" clId="{9B3B6971-CAF6-40FF-A235-E84AB94DDB80}" dt="2022-04-18T17:19:37.255" v="0" actId="1076"/>
          <ac:spMkLst>
            <pc:docMk/>
            <pc:sldMk cId="0" sldId="1986"/>
            <ac:spMk id="106554" creationId="{6BA25562-DA54-4E1E-A7DB-6C19A1A3C1BF}"/>
          </ac:spMkLst>
        </pc:spChg>
        <pc:spChg chg="mod">
          <ac:chgData name="Md Maruf Ahamed" userId="6f647de5-aeca-43cd-b76c-e84c6089bcf4" providerId="ADAL" clId="{9B3B6971-CAF6-40FF-A235-E84AB94DDB80}" dt="2022-04-18T17:19:37.255" v="0" actId="1076"/>
          <ac:spMkLst>
            <pc:docMk/>
            <pc:sldMk cId="0" sldId="1986"/>
            <ac:spMk id="106555" creationId="{B06BAD7F-4C3D-411C-9257-A7533C018F96}"/>
          </ac:spMkLst>
        </pc:spChg>
        <pc:spChg chg="mod">
          <ac:chgData name="Md Maruf Ahamed" userId="6f647de5-aeca-43cd-b76c-e84c6089bcf4" providerId="ADAL" clId="{9B3B6971-CAF6-40FF-A235-E84AB94DDB80}" dt="2022-04-18T17:19:37.255" v="0" actId="1076"/>
          <ac:spMkLst>
            <pc:docMk/>
            <pc:sldMk cId="0" sldId="1986"/>
            <ac:spMk id="106556" creationId="{01326ADE-769C-45E9-840D-828E7BF11E91}"/>
          </ac:spMkLst>
        </pc:spChg>
        <pc:spChg chg="mod">
          <ac:chgData name="Md Maruf Ahamed" userId="6f647de5-aeca-43cd-b76c-e84c6089bcf4" providerId="ADAL" clId="{9B3B6971-CAF6-40FF-A235-E84AB94DDB80}" dt="2022-04-18T17:19:37.255" v="0" actId="1076"/>
          <ac:spMkLst>
            <pc:docMk/>
            <pc:sldMk cId="0" sldId="1986"/>
            <ac:spMk id="106557" creationId="{D0AA2EF1-EC4D-437B-8030-8780C5394EE4}"/>
          </ac:spMkLst>
        </pc:spChg>
        <pc:spChg chg="mod">
          <ac:chgData name="Md Maruf Ahamed" userId="6f647de5-aeca-43cd-b76c-e84c6089bcf4" providerId="ADAL" clId="{9B3B6971-CAF6-40FF-A235-E84AB94DDB80}" dt="2022-04-18T17:19:37.255" v="0" actId="1076"/>
          <ac:spMkLst>
            <pc:docMk/>
            <pc:sldMk cId="0" sldId="1986"/>
            <ac:spMk id="106558" creationId="{1B99C309-FB12-4EAD-9533-769F1E3D4A83}"/>
          </ac:spMkLst>
        </pc:spChg>
        <pc:spChg chg="mod">
          <ac:chgData name="Md Maruf Ahamed" userId="6f647de5-aeca-43cd-b76c-e84c6089bcf4" providerId="ADAL" clId="{9B3B6971-CAF6-40FF-A235-E84AB94DDB80}" dt="2022-04-18T17:19:37.255" v="0" actId="1076"/>
          <ac:spMkLst>
            <pc:docMk/>
            <pc:sldMk cId="0" sldId="1986"/>
            <ac:spMk id="106559" creationId="{FDC78BC2-82D9-40D0-8948-04F301F2A54E}"/>
          </ac:spMkLst>
        </pc:spChg>
        <pc:spChg chg="mod">
          <ac:chgData name="Md Maruf Ahamed" userId="6f647de5-aeca-43cd-b76c-e84c6089bcf4" providerId="ADAL" clId="{9B3B6971-CAF6-40FF-A235-E84AB94DDB80}" dt="2022-04-18T17:19:37.255" v="0" actId="1076"/>
          <ac:spMkLst>
            <pc:docMk/>
            <pc:sldMk cId="0" sldId="1986"/>
            <ac:spMk id="106560" creationId="{9D0CAE43-0758-4A62-A9D0-214F026CEBCF}"/>
          </ac:spMkLst>
        </pc:spChg>
        <pc:spChg chg="mod">
          <ac:chgData name="Md Maruf Ahamed" userId="6f647de5-aeca-43cd-b76c-e84c6089bcf4" providerId="ADAL" clId="{9B3B6971-CAF6-40FF-A235-E84AB94DDB80}" dt="2022-04-18T17:19:37.255" v="0" actId="1076"/>
          <ac:spMkLst>
            <pc:docMk/>
            <pc:sldMk cId="0" sldId="1986"/>
            <ac:spMk id="106561" creationId="{4B13BF25-E33F-4FF6-92FC-114789E3BC94}"/>
          </ac:spMkLst>
        </pc:spChg>
        <pc:spChg chg="mod">
          <ac:chgData name="Md Maruf Ahamed" userId="6f647de5-aeca-43cd-b76c-e84c6089bcf4" providerId="ADAL" clId="{9B3B6971-CAF6-40FF-A235-E84AB94DDB80}" dt="2022-04-18T17:19:37.255" v="0" actId="1076"/>
          <ac:spMkLst>
            <pc:docMk/>
            <pc:sldMk cId="0" sldId="1986"/>
            <ac:spMk id="106562" creationId="{B4CDDFAF-BAF8-464F-9428-98C51C5931FA}"/>
          </ac:spMkLst>
        </pc:spChg>
        <pc:spChg chg="mod">
          <ac:chgData name="Md Maruf Ahamed" userId="6f647de5-aeca-43cd-b76c-e84c6089bcf4" providerId="ADAL" clId="{9B3B6971-CAF6-40FF-A235-E84AB94DDB80}" dt="2022-04-18T17:19:37.255" v="0" actId="1076"/>
          <ac:spMkLst>
            <pc:docMk/>
            <pc:sldMk cId="0" sldId="1986"/>
            <ac:spMk id="106563" creationId="{690D79E0-3FE5-488A-A237-017C9EB4DB3E}"/>
          </ac:spMkLst>
        </pc:spChg>
        <pc:spChg chg="mod">
          <ac:chgData name="Md Maruf Ahamed" userId="6f647de5-aeca-43cd-b76c-e84c6089bcf4" providerId="ADAL" clId="{9B3B6971-CAF6-40FF-A235-E84AB94DDB80}" dt="2022-04-18T17:19:37.255" v="0" actId="1076"/>
          <ac:spMkLst>
            <pc:docMk/>
            <pc:sldMk cId="0" sldId="1986"/>
            <ac:spMk id="106564" creationId="{A2DAF0DB-0290-4B74-8A39-4F7FB3CC8CB8}"/>
          </ac:spMkLst>
        </pc:spChg>
        <pc:spChg chg="mod">
          <ac:chgData name="Md Maruf Ahamed" userId="6f647de5-aeca-43cd-b76c-e84c6089bcf4" providerId="ADAL" clId="{9B3B6971-CAF6-40FF-A235-E84AB94DDB80}" dt="2022-04-18T17:19:37.255" v="0" actId="1076"/>
          <ac:spMkLst>
            <pc:docMk/>
            <pc:sldMk cId="0" sldId="1986"/>
            <ac:spMk id="106565" creationId="{4E23CB35-258A-44D8-9600-0B4EB7B96F5F}"/>
          </ac:spMkLst>
        </pc:spChg>
        <pc:spChg chg="mod">
          <ac:chgData name="Md Maruf Ahamed" userId="6f647de5-aeca-43cd-b76c-e84c6089bcf4" providerId="ADAL" clId="{9B3B6971-CAF6-40FF-A235-E84AB94DDB80}" dt="2022-04-18T17:19:37.255" v="0" actId="1076"/>
          <ac:spMkLst>
            <pc:docMk/>
            <pc:sldMk cId="0" sldId="1986"/>
            <ac:spMk id="106566" creationId="{58F7D3C5-81CA-46DD-B348-38C8FB75BCFD}"/>
          </ac:spMkLst>
        </pc:spChg>
        <pc:spChg chg="mod">
          <ac:chgData name="Md Maruf Ahamed" userId="6f647de5-aeca-43cd-b76c-e84c6089bcf4" providerId="ADAL" clId="{9B3B6971-CAF6-40FF-A235-E84AB94DDB80}" dt="2022-04-18T17:19:37.255" v="0" actId="1076"/>
          <ac:spMkLst>
            <pc:docMk/>
            <pc:sldMk cId="0" sldId="1986"/>
            <ac:spMk id="106567" creationId="{3440F601-5C85-495A-AE20-A6E96A90FA45}"/>
          </ac:spMkLst>
        </pc:spChg>
        <pc:spChg chg="mod">
          <ac:chgData name="Md Maruf Ahamed" userId="6f647de5-aeca-43cd-b76c-e84c6089bcf4" providerId="ADAL" clId="{9B3B6971-CAF6-40FF-A235-E84AB94DDB80}" dt="2022-04-18T17:19:37.255" v="0" actId="1076"/>
          <ac:spMkLst>
            <pc:docMk/>
            <pc:sldMk cId="0" sldId="1986"/>
            <ac:spMk id="106568" creationId="{58EE7059-5ABD-4E9B-AF05-57079C80795D}"/>
          </ac:spMkLst>
        </pc:spChg>
        <pc:spChg chg="mod">
          <ac:chgData name="Md Maruf Ahamed" userId="6f647de5-aeca-43cd-b76c-e84c6089bcf4" providerId="ADAL" clId="{9B3B6971-CAF6-40FF-A235-E84AB94DDB80}" dt="2022-04-18T17:19:37.255" v="0" actId="1076"/>
          <ac:spMkLst>
            <pc:docMk/>
            <pc:sldMk cId="0" sldId="1986"/>
            <ac:spMk id="106569" creationId="{462F502F-6C6F-48E7-9E32-257B30CF12EB}"/>
          </ac:spMkLst>
        </pc:spChg>
        <pc:spChg chg="mod">
          <ac:chgData name="Md Maruf Ahamed" userId="6f647de5-aeca-43cd-b76c-e84c6089bcf4" providerId="ADAL" clId="{9B3B6971-CAF6-40FF-A235-E84AB94DDB80}" dt="2022-04-18T17:19:37.255" v="0" actId="1076"/>
          <ac:spMkLst>
            <pc:docMk/>
            <pc:sldMk cId="0" sldId="1986"/>
            <ac:spMk id="106570" creationId="{7BBE82B8-47E1-45E5-BD3F-9ECBFBFC25C0}"/>
          </ac:spMkLst>
        </pc:spChg>
        <pc:spChg chg="mod">
          <ac:chgData name="Md Maruf Ahamed" userId="6f647de5-aeca-43cd-b76c-e84c6089bcf4" providerId="ADAL" clId="{9B3B6971-CAF6-40FF-A235-E84AB94DDB80}" dt="2022-04-18T17:19:37.255" v="0" actId="1076"/>
          <ac:spMkLst>
            <pc:docMk/>
            <pc:sldMk cId="0" sldId="1986"/>
            <ac:spMk id="106571" creationId="{7A7CA712-C83F-46BC-87F7-EF8B3F268328}"/>
          </ac:spMkLst>
        </pc:spChg>
        <pc:spChg chg="mod">
          <ac:chgData name="Md Maruf Ahamed" userId="6f647de5-aeca-43cd-b76c-e84c6089bcf4" providerId="ADAL" clId="{9B3B6971-CAF6-40FF-A235-E84AB94DDB80}" dt="2022-04-18T17:19:37.255" v="0" actId="1076"/>
          <ac:spMkLst>
            <pc:docMk/>
            <pc:sldMk cId="0" sldId="1986"/>
            <ac:spMk id="106572" creationId="{12903F66-BE78-4FE1-8F5A-34E40C153ABA}"/>
          </ac:spMkLst>
        </pc:spChg>
        <pc:spChg chg="mod">
          <ac:chgData name="Md Maruf Ahamed" userId="6f647de5-aeca-43cd-b76c-e84c6089bcf4" providerId="ADAL" clId="{9B3B6971-CAF6-40FF-A235-E84AB94DDB80}" dt="2022-04-18T17:19:37.255" v="0" actId="1076"/>
          <ac:spMkLst>
            <pc:docMk/>
            <pc:sldMk cId="0" sldId="1986"/>
            <ac:spMk id="106573" creationId="{509B8C55-DFC3-4B0D-8B0E-479DCF0369D4}"/>
          </ac:spMkLst>
        </pc:spChg>
        <pc:spChg chg="mod">
          <ac:chgData name="Md Maruf Ahamed" userId="6f647de5-aeca-43cd-b76c-e84c6089bcf4" providerId="ADAL" clId="{9B3B6971-CAF6-40FF-A235-E84AB94DDB80}" dt="2022-04-18T17:19:37.255" v="0" actId="1076"/>
          <ac:spMkLst>
            <pc:docMk/>
            <pc:sldMk cId="0" sldId="1986"/>
            <ac:spMk id="106574" creationId="{FD626011-F4F4-4EE6-8A94-A44B962C8867}"/>
          </ac:spMkLst>
        </pc:spChg>
        <pc:spChg chg="mod">
          <ac:chgData name="Md Maruf Ahamed" userId="6f647de5-aeca-43cd-b76c-e84c6089bcf4" providerId="ADAL" clId="{9B3B6971-CAF6-40FF-A235-E84AB94DDB80}" dt="2022-04-18T17:19:37.255" v="0" actId="1076"/>
          <ac:spMkLst>
            <pc:docMk/>
            <pc:sldMk cId="0" sldId="1986"/>
            <ac:spMk id="106575" creationId="{98BCECCB-DAE7-49A4-9285-4508E35757CA}"/>
          </ac:spMkLst>
        </pc:spChg>
        <pc:spChg chg="mod">
          <ac:chgData name="Md Maruf Ahamed" userId="6f647de5-aeca-43cd-b76c-e84c6089bcf4" providerId="ADAL" clId="{9B3B6971-CAF6-40FF-A235-E84AB94DDB80}" dt="2022-04-18T17:19:37.255" v="0" actId="1076"/>
          <ac:spMkLst>
            <pc:docMk/>
            <pc:sldMk cId="0" sldId="1986"/>
            <ac:spMk id="106576" creationId="{148B6B76-152D-4482-A9F9-8A8541E059F4}"/>
          </ac:spMkLst>
        </pc:spChg>
        <pc:spChg chg="mod">
          <ac:chgData name="Md Maruf Ahamed" userId="6f647de5-aeca-43cd-b76c-e84c6089bcf4" providerId="ADAL" clId="{9B3B6971-CAF6-40FF-A235-E84AB94DDB80}" dt="2022-04-18T17:19:37.255" v="0" actId="1076"/>
          <ac:spMkLst>
            <pc:docMk/>
            <pc:sldMk cId="0" sldId="1986"/>
            <ac:spMk id="106577" creationId="{CA137580-9ED4-45E9-BA53-3F1E10472932}"/>
          </ac:spMkLst>
        </pc:spChg>
        <pc:grpChg chg="del mod">
          <ac:chgData name="Md Maruf Ahamed" userId="6f647de5-aeca-43cd-b76c-e84c6089bcf4" providerId="ADAL" clId="{9B3B6971-CAF6-40FF-A235-E84AB94DDB80}" dt="2022-04-18T17:19:49.250" v="2" actId="21"/>
          <ac:grpSpMkLst>
            <pc:docMk/>
            <pc:sldMk cId="0" sldId="1986"/>
            <ac:grpSpMk id="106497" creationId="{26483B25-1A83-441A-9631-0A4F57A84A5F}"/>
          </ac:grpSpMkLst>
        </pc:grpChg>
      </pc:sldChg>
      <pc:sldChg chg="delSp mod">
        <pc:chgData name="Md Maruf Ahamed" userId="6f647de5-aeca-43cd-b76c-e84c6089bcf4" providerId="ADAL" clId="{9B3B6971-CAF6-40FF-A235-E84AB94DDB80}" dt="2022-04-18T20:03:43.944" v="13" actId="21"/>
        <pc:sldMkLst>
          <pc:docMk/>
          <pc:sldMk cId="0" sldId="2112"/>
        </pc:sldMkLst>
        <pc:inkChg chg="del">
          <ac:chgData name="Md Maruf Ahamed" userId="6f647de5-aeca-43cd-b76c-e84c6089bcf4" providerId="ADAL" clId="{9B3B6971-CAF6-40FF-A235-E84AB94DDB80}" dt="2022-04-18T20:03:43.944" v="13" actId="21"/>
          <ac:inkMkLst>
            <pc:docMk/>
            <pc:sldMk cId="0" sldId="2112"/>
            <ac:inkMk id="2" creationId="{7115D2BA-A2AC-41FB-AF62-77E9516F1F11}"/>
          </ac:inkMkLst>
        </pc:inkChg>
      </pc:sldChg>
      <pc:sldChg chg="add">
        <pc:chgData name="Md Maruf Ahamed" userId="6f647de5-aeca-43cd-b76c-e84c6089bcf4" providerId="ADAL" clId="{9B3B6971-CAF6-40FF-A235-E84AB94DDB80}" dt="2022-04-18T17:19:45.772" v="1" actId="2890"/>
        <pc:sldMkLst>
          <pc:docMk/>
          <pc:sldMk cId="3118057908" sldId="2159"/>
        </pc:sldMkLst>
      </pc:sldChg>
    </pc:docChg>
  </pc:docChgLst>
</pc:chgInfo>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7282" name="Rectangle 2">
            <a:extLst>
              <a:ext uri="{FF2B5EF4-FFF2-40B4-BE49-F238E27FC236}">
                <a16:creationId xmlns:a16="http://schemas.microsoft.com/office/drawing/2014/main" id="{F16A246E-1165-E245-A7EB-0772963E03CB}"/>
              </a:ext>
            </a:extLst>
          </p:cNvPr>
          <p:cNvSpPr>
            <a:spLocks noGrp="1" noChangeArrowheads="1"/>
          </p:cNvSpPr>
          <p:nvPr>
            <p:ph type="hdr" sz="quarter"/>
          </p:nvPr>
        </p:nvSpPr>
        <p:spPr bwMode="auto">
          <a:xfrm>
            <a:off x="0" y="0"/>
            <a:ext cx="2971800" cy="457200"/>
          </a:xfrm>
          <a:prstGeom prst="rect">
            <a:avLst/>
          </a:prstGeom>
          <a:noFill/>
          <a:ln>
            <a:noFill/>
          </a:ln>
          <a:effectLst/>
          <a:extLst>
            <a:ext uri="{FAA26D3D-D897-4be2-8F04-BA451C77F1D7}"/>
            <a:ext uri="{909E8E84-426E-40dd-AFC4-6F175D3DCCD1}"/>
            <a:ext uri="{91240B29-F687-4f45-9708-019B960494DF}"/>
            <a:ext uri="{AF507438-7753-43e0-B8FC-AC1667EBCBE1}"/>
          </a:extLst>
        </p:spPr>
        <p:txBody>
          <a:bodyPr vert="horz" wrap="square" lIns="91440" tIns="45720" rIns="91440" bIns="45720" numCol="1" anchor="t" anchorCtr="0" compatLnSpc="1">
            <a:prstTxWarp prst="textNoShape">
              <a:avLst/>
            </a:prstTxWarp>
          </a:bodyPr>
          <a:lstStyle>
            <a:lvl1pPr>
              <a:defRPr sz="1200">
                <a:latin typeface="Times" charset="0"/>
                <a:ea typeface="ＭＳ Ｐゴシック" charset="0"/>
                <a:cs typeface="+mn-cs"/>
              </a:defRPr>
            </a:lvl1pPr>
          </a:lstStyle>
          <a:p>
            <a:pPr>
              <a:defRPr/>
            </a:pPr>
            <a:endParaRPr lang="en-US"/>
          </a:p>
        </p:txBody>
      </p:sp>
      <p:sp>
        <p:nvSpPr>
          <p:cNvPr id="97283" name="Rectangle 3">
            <a:extLst>
              <a:ext uri="{FF2B5EF4-FFF2-40B4-BE49-F238E27FC236}">
                <a16:creationId xmlns:a16="http://schemas.microsoft.com/office/drawing/2014/main" id="{2440F699-AA4E-4A4F-915B-4E190BCFD039}"/>
              </a:ext>
            </a:extLst>
          </p:cNvPr>
          <p:cNvSpPr>
            <a:spLocks noGrp="1" noChangeArrowheads="1"/>
          </p:cNvSpPr>
          <p:nvPr>
            <p:ph type="dt" sz="quarter" idx="1"/>
          </p:nvPr>
        </p:nvSpPr>
        <p:spPr bwMode="auto">
          <a:xfrm>
            <a:off x="3884613" y="0"/>
            <a:ext cx="2971800" cy="457200"/>
          </a:xfrm>
          <a:prstGeom prst="rect">
            <a:avLst/>
          </a:prstGeom>
          <a:noFill/>
          <a:ln>
            <a:noFill/>
          </a:ln>
          <a:effectLst/>
          <a:extLst>
            <a:ext uri="{FAA26D3D-D897-4be2-8F04-BA451C77F1D7}"/>
            <a:ext uri="{909E8E84-426E-40dd-AFC4-6F175D3DCCD1}"/>
            <a:ext uri="{91240B29-F687-4f45-9708-019B960494DF}"/>
            <a:ext uri="{AF507438-7753-43e0-B8FC-AC1667EBCBE1}"/>
          </a:extLst>
        </p:spPr>
        <p:txBody>
          <a:bodyPr vert="horz" wrap="square" lIns="91440" tIns="45720" rIns="91440" bIns="45720" numCol="1" anchor="t" anchorCtr="0" compatLnSpc="1">
            <a:prstTxWarp prst="textNoShape">
              <a:avLst/>
            </a:prstTxWarp>
          </a:bodyPr>
          <a:lstStyle>
            <a:lvl1pPr algn="r">
              <a:defRPr sz="1200">
                <a:latin typeface="Times" charset="0"/>
                <a:ea typeface="ＭＳ Ｐゴシック" charset="0"/>
                <a:cs typeface="+mn-cs"/>
              </a:defRPr>
            </a:lvl1pPr>
          </a:lstStyle>
          <a:p>
            <a:pPr>
              <a:defRPr/>
            </a:pPr>
            <a:endParaRPr lang="en-US"/>
          </a:p>
        </p:txBody>
      </p:sp>
      <p:sp>
        <p:nvSpPr>
          <p:cNvPr id="97284" name="Rectangle 4">
            <a:extLst>
              <a:ext uri="{FF2B5EF4-FFF2-40B4-BE49-F238E27FC236}">
                <a16:creationId xmlns:a16="http://schemas.microsoft.com/office/drawing/2014/main" id="{EA62CF11-F0EA-0848-BA90-DDCC4F4E76E9}"/>
              </a:ext>
            </a:extLst>
          </p:cNvPr>
          <p:cNvSpPr>
            <a:spLocks noGrp="1" noChangeArrowheads="1"/>
          </p:cNvSpPr>
          <p:nvPr>
            <p:ph type="ftr" sz="quarter" idx="2"/>
          </p:nvPr>
        </p:nvSpPr>
        <p:spPr bwMode="auto">
          <a:xfrm>
            <a:off x="0" y="8685213"/>
            <a:ext cx="2971800" cy="457200"/>
          </a:xfrm>
          <a:prstGeom prst="rect">
            <a:avLst/>
          </a:prstGeom>
          <a:noFill/>
          <a:ln>
            <a:noFill/>
          </a:ln>
          <a:effectLst/>
          <a:extLst>
            <a:ext uri="{FAA26D3D-D897-4be2-8F04-BA451C77F1D7}"/>
            <a:ext uri="{909E8E84-426E-40dd-AFC4-6F175D3DCCD1}"/>
            <a:ext uri="{91240B29-F687-4f45-9708-019B960494DF}"/>
            <a:ext uri="{AF507438-7753-43e0-B8FC-AC1667EBCBE1}"/>
          </a:extLst>
        </p:spPr>
        <p:txBody>
          <a:bodyPr vert="horz" wrap="square" lIns="91440" tIns="45720" rIns="91440" bIns="45720" numCol="1" anchor="b" anchorCtr="0" compatLnSpc="1">
            <a:prstTxWarp prst="textNoShape">
              <a:avLst/>
            </a:prstTxWarp>
          </a:bodyPr>
          <a:lstStyle>
            <a:lvl1pPr>
              <a:defRPr sz="1200">
                <a:latin typeface="Times" charset="0"/>
                <a:ea typeface="ＭＳ Ｐゴシック" charset="0"/>
                <a:cs typeface="+mn-cs"/>
              </a:defRPr>
            </a:lvl1pPr>
          </a:lstStyle>
          <a:p>
            <a:pPr>
              <a:defRPr/>
            </a:pPr>
            <a:endParaRPr lang="en-US"/>
          </a:p>
        </p:txBody>
      </p:sp>
      <p:sp>
        <p:nvSpPr>
          <p:cNvPr id="97285" name="Rectangle 5">
            <a:extLst>
              <a:ext uri="{FF2B5EF4-FFF2-40B4-BE49-F238E27FC236}">
                <a16:creationId xmlns:a16="http://schemas.microsoft.com/office/drawing/2014/main" id="{ABB4707E-3172-FE4D-BE44-CD82F8236D0E}"/>
              </a:ext>
            </a:extLst>
          </p:cNvPr>
          <p:cNvSpPr>
            <a:spLocks noGrp="1" noChangeArrowheads="1"/>
          </p:cNvSpPr>
          <p:nvPr>
            <p:ph type="sldNum" sz="quarter" idx="3"/>
          </p:nvPr>
        </p:nvSpPr>
        <p:spPr bwMode="auto">
          <a:xfrm>
            <a:off x="3884613" y="8685213"/>
            <a:ext cx="2971800" cy="457200"/>
          </a:xfrm>
          <a:prstGeom prst="rect">
            <a:avLst/>
          </a:prstGeom>
          <a:noFill/>
          <a:ln>
            <a:noFill/>
          </a:ln>
          <a:effectLst/>
          <a:extLst>
            <a:ext uri="{FAA26D3D-D897-4be2-8F04-BA451C77F1D7}"/>
            <a:ext uri="{909E8E84-426E-40dd-AFC4-6F175D3DCCD1}"/>
            <a:ext uri="{91240B29-F687-4f45-9708-019B960494DF}"/>
            <a:ext uri="{AF507438-7753-43e0-B8FC-AC1667EBCBE1}"/>
          </a:extLst>
        </p:spPr>
        <p:txBody>
          <a:bodyPr vert="horz" wrap="square" lIns="91440" tIns="45720" rIns="91440" bIns="45720" numCol="1" anchor="b" anchorCtr="0" compatLnSpc="1">
            <a:prstTxWarp prst="textNoShape">
              <a:avLst/>
            </a:prstTxWarp>
          </a:bodyPr>
          <a:lstStyle>
            <a:lvl1pPr algn="r">
              <a:defRPr sz="1200">
                <a:latin typeface="Times" charset="0"/>
                <a:ea typeface="ＭＳ Ｐゴシック" charset="-128"/>
              </a:defRPr>
            </a:lvl1pPr>
          </a:lstStyle>
          <a:p>
            <a:pPr>
              <a:defRPr/>
            </a:pPr>
            <a:fld id="{F85064E9-D108-4958-BC0A-32345D0A6B4B}" type="slidenum">
              <a:rPr lang="en-US" altLang="en-US"/>
              <a:pPr>
                <a:defRPr/>
              </a:pPr>
              <a:t>‹#›</a:t>
            </a:fld>
            <a:endParaRPr lang="en-US" altLang="en-US"/>
          </a:p>
        </p:txBody>
      </p:sp>
    </p:spTree>
    <p:extLst>
      <p:ext uri="{BB962C8B-B14F-4D97-AF65-F5344CB8AC3E}">
        <p14:creationId xmlns:p14="http://schemas.microsoft.com/office/powerpoint/2010/main" val="1"/>
      </p:ext>
    </p:extLst>
  </p:cSld>
  <p:clrMap bg1="lt1" tx1="dk1" bg2="lt2" tx2="dk2" accent1="accent1" accent2="accent2" accent3="accent3" accent4="accent4" accent5="accent5" accent6="accent6" hlink="hlink" folHlink="folHlink"/>
</p:handoutMaster>
</file>

<file path=ppt/ink/ink1.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2-04-18T21:28:02.982"/>
    </inkml:context>
    <inkml:brush xml:id="br0">
      <inkml:brushProperty name="width" value="0.05292" units="cm"/>
      <inkml:brushProperty name="height" value="0.05292" units="cm"/>
      <inkml:brushProperty name="color" value="#FF0000"/>
    </inkml:brush>
  </inkml:definitions>
  <inkml:trace contextRef="#ctx0" brushRef="#br0">16293 2490 1051 0,'0'0'23'0,"0"0"5"0,3-8 0 0,0 8 2 0,-3-8-30 0,3 8 0 0,0-8 0 0,-3 5 0 15,0 3 112-15,0 0 17 16,0-2 3-16,0-6 1 0,0 8-30 0,0-5-7 15,0 5 0-15,-3-3-1 0,0-5-27 0,0 8-4 0,0-8-2 0,-3 5 0 16,0 1-14-16,4 2-2 0,-4-6-1 0,-3 4 0 16,3 2-3-16,-3-5-1 0,0 2 0 0,3 3 0 15,-3-5-6-15,0 5-2 0,0-3 0 0,0 3 0 16,0-5-10-16,0 5-3 0,0 0 0 0,0-6 0 16,-2 6-5-16,-1 0-2 0,0-2 0 0,0 2 0 15,-3-6-1-15,3 6-1 0,-3-2 0 0,-3 2 0 16,3 0-3-16,-5-6 0 0,2 4 0 0,-3 2 0 15,0 0-8-15,0-5 12 0,-3 5-12 16,1 0 12-16,2 0-12 0,0-3 0 0,-3 3 0 0,3-3 0 16,0 3 9-16,1 0-9 0,-1 0 10 0,-3 0-10 15,0 0 0-15,0 3 8 0,-3-3-8 0,-5 3 0 16,2 2 0-16,0-5 0 0,0 2 0 0,1 4 0 16,-1-4 0-16,3 4 0 0,3 2 0 0,-2-3 0 0,2-2 0 15,-3 2 0-15,0-5 0 0,-3 8 0 0,1-8 0 16,2 8 0-16,-6-6 0 0,3 9 0 15,1-3 0-15,-1 0 0 0,3 0 0 0,-3 5 0 0,6-2 0 16,1 2 0-16,2 0 0 0,-3-2 0 16,0-1 0-16,3 6 0 0,0 0 0 0,1-3 0 0,-1 3 0 15,3 0 0-15,-3 5 0 0,3-5 0 0,-3 0 0 0,4 0-8 16,-1 2 8-16,3-4 0 16,0 1-24-16,3 1-2 0,0-3 0 0,0 3 0 0,3-2 39 0,0 1 8 15,3-1 2-15,0 2 0 0,0-1-23 0,3 1 0 16,1 5 0-16,-1 1 0 0,3-6-21 0,0 5 1 15,3 0 0-15,-1 3 0 0,1-3 20 0,3 0 0 0,0 3 0 16,0-3 0-16,3-2 0 0,0-1 0 0,3 1 0 0,0-1 0 16,0-2 8-16,3 0 7 0,3-3 1 0,-3 3 0 15,2-3-26-15,1 0-5 0,0 3-1 0,0 0 0 16,0-3 24-16,0 3 5 0,3-3 1 0,-4 3 0 16,1-2-14-16,3 1 0 0,0-4 0 0,3 2 0 15,0 1-11-15,5-4-1 0,1 3-1 0,3 1 0 16,3-6 13-16,-4-1 15 0,4 4-3 15,0 0-1-15,-7-3-11 0,7-3 0 0,-3 0 0 0,6 6 0 16,-1-9 0-16,4 4-16 0,0-4 4 0,5 4 1 16,-5-4 11-16,-3 1 16 0,-1 0-4 0,1-1-1 15,3-2-11-15,-4 3-16 0,7-6 4 0,0 3 1 16,-1 0 11-16,1-2 0 0,-3-1 0 0,-1 0 0 16,-2 1 0-16,-3 2 0 0,2-8 0 0,1 8 0 15,3-8 11-15,-3 0 4 0,2 2 1 0,1 1 0 16,-3-3-8-16,-4 0-8 0,-2 0 11 0,0 0-11 15,-3 1 13-15,-4-7-4 0,7 4-1 0,-3-4 0 0,0 1 2 0,2 0 0 16,1 2 0-16,-3-4 0 0,0 4 2 0,-1 0 1 16,-5-2 0-16,3 5 0 0,-6-8-5 0,3 6-8 15,-3-1 11-15,-4 3-11 0,1-8 13 0,-3 6-4 16,0-1-1-16,0-5 0 0,0 6 1 0,-3-1 0 16,0-5 0-16,-1 6 0 0,1-6-1 0,-3 3 0 15,0-3 0-15,0 0 0 0,-3 0-8 0,3-3 10 0,-3 1-10 16,0-1 10-16,0 1-10 0,-3-1 10 15,0 1-10-15,0-1 10 0,-3 3-1 0,0 1 0 16,0-1 0-16,0 0 0 0,-3 5-9 0,0 1 0 0,0-4 0 0,-3 6 0 16,3-5 0-16,-3 5 0 0,-3-2 0 0,3 4 8 15,-3-7-8-15,0 5 0 16,0 0 0-16,-3-5 8 0,4 2-8 0,-1-2 0 0,-3 0 0 16,3 2 0-16,-3-2 0 0,0 0 0 0,3 2 8 0,-3-2-8 15,0 0 0-15,-3 2 0 0,3-2 0 0,-2 5 0 16,2-8 0-16,-3 3 0 0,-3 5 0 0,3-8 0 15,-3 6 0-15,-3-1 0 0,3-2 0 0,-2 5 0 16,-1-5 0-16,0 2 0 0,0 6 0 0,0-3 0 16,0 0 0-16,1 0 0 0,2 3 0 0,-3-1 0 15,3 4 0-15,0-6 0 0,0 3 0 0,-3 2 0 16,4-5 0-16,-4 0 0 0,-3 3-9 0,0-1 9 16,0 4 0-16,1-3 0 0,-4 2 0 0,3-2 0 15,-3 2-14-15,3 3 4 0,3 0 1 0,-2-5 0 0,2 5-10 0,3 0-1 16,3-6-1-16,0 6 0 15,-3 0-25-15,3-2-5 0,1 2-1 0,2 0 0 16,-3 0-130-16,3-6-26 0,-3 6-6 0</inkml:trace>
  <inkml:trace contextRef="#ctx0" brushRef="#br0" timeOffset="1366.776">15356 2754 1263 0,'0'0'28'0,"0"0"5"0,0 0 2 0,0 0 1 0,-3 8-36 0,3 0 0 0,-3 0 0 0,0 0 0 16,3 0 48-16,-3 5 4 0,0-7 0 0,0 4 0 16,3 4-18-16,-3-4-3 0,0 3-1 0,0 1 0 15,3-4-16-15,-3 9-3 0,0-9-1 0,0 3 0 16,0 3-2-16,3-2 0 0,-3-1 0 0,0 3 0 16,0-6-8-16,0 4 8 0,0-1-8 0,0-5 8 15,-3 5-8-15,3-5 12 0,0 0-12 0,0-3 12 16,0 3 18-16,0 0 4 0,3-8 1 0,0 0 0 15,-6 0 10-15,6 0 3 0,0 0 0 0,-6 0 0 0,3-5-8 16,1 2-2-16,-1-10 0 0,3 5 0 0,0-8-1 16,0 3 0-16,0-8 0 0,3 5 0 0,2-5-1 15,-2-1 0-15,3 1 0 0,0 3 0 0,3-4-9 0,0-1-3 16,0 2 0-16,0-1 0 0,0 1-24 0,0 0 0 16,-3 2-12-16,3-2 12 0,0 5 0 0,-3-2 0 15,0 2 0-15,3 0 0 0,0 3 24 0,-4 0 13 16,4 2 3-16,0 3 0 0,-3 0-18 15,0 0-3-15,0 3-1 0,3 5 0 0,-3-5-10 0,0 10-8 16,0-2 12-16,3 7-12 0,-3-2 16 0,0 3-4 16,0 7-1-16,0-7 0 0,0 5-11 0,0-3 0 15,0 3 0-15,0 2 8 0,-4-2-8 0,4-3 0 16,-3 3 0-16,3 0 0 0,-3-3 0 0,0 1 0 0,0 2 0 0,-3 2 0 16,3 1 0-16,-3-4-9 0,0 7 9 0,0-6-13 15,-3 5-3-15,3-5-1 0,-3 5 0 0,0-5 0 31,0 0-18-31,-3-1-3 0,3-1-1 0,-3-1 0 16,4-3-43-16,-1 1-9 0,-3-3-1 0,0 0-913 0</inkml:trace>
  <inkml:trace contextRef="#ctx0" brushRef="#br0" timeOffset="1614.512">15332 2881 1512 0,'0'0'43'0,"0"0"9"0,0 0-42 0,0 0-10 16,0 0 0-16,0 0 0 0,0 0 140 0,0 0 25 15,3 0 6-15,-3 0 1 0,3-7-65 0,3 7-13 16,-3-6-2-16,3 4-1 0,0 2-39 0,3 0-8 16,-3-6-2-16,3 4 0 0,2 2-19 0,1 0-4 15,0 0-1-15,3-6 0 0,0 6-18 0,3 0 0 16,3 0 8-16,0 6-8 15,-1-6-92-15,4 0-23 0,0 2-4 16,0-2-1-16</inkml:trace>
  <inkml:trace contextRef="#ctx0" brushRef="#br0" timeOffset="7678.802">15775 1193 1911 0,'0'0'42'0,"0"0"9"0,0 0 1 0,0 0 2 16,0 0-43-16,0 0-11 0,0 0 0 0,0 0 0 0,0 0 64 0,0 0 10 16,0 0 2-16,0 0 1 0,0 0-10 0,0 0-3 15,-3 11 0-15,3-3 0 0,0 0-51 0,0 0-13 0,0 0 0 0,0 5 0 16,0 3 0-16,0-3 0 0,0 3 0 0,0 5 0 16,3-5 54-16,-3 5 8 0,0 3 2 15,3-3 0-15,-3 8-64 0,3-5 0 0,0-3-14 0,-3 0 2 16,3 3 12-16,-3-3 0 0,3 0 10 0,-3-2-10 15,3 0 11-15,-3-1-11 0,3 1 12 0,-3 4-12 16,3 1 0-16,-3 3 0 0,0 2 0 0,0-5 0 16,3 5 0-16,-3-5 0 0,0 2 0 0,3-2 0 15,0 5 0-15,-3-8 0 0,3-2 0 0,0 2 0 16,-3-5 0-16,3 2 0 0,-3-2 0 0,3 0 0 16,-3 5 0-16,3-8 0 0,0 3 0 0,0 5 0 15,-3-5 0-15,3 0 0 0,0 5 0 0,-3-5 0 16,3 5 0-16,0-5 0 0,-3 0 0 0,3 3 0 15,0-4 0-15,-3 1 0 0,3-2 0 0,-3-1 0 16,0 3 0-16,3-6 0 0,-3 3 0 0,0 1 0 16,0-4-44-16,0-2-16 0,0 3-4 0,0-1 0 15,0-2 8-15,0 3 0 0,0-3 1 0,0 0 0 16,0 0-168-16,-3-6-33 0,-6 4-8 0,9-6 0 0</inkml:trace>
  <inkml:trace contextRef="#ctx0" brushRef="#br0" timeOffset="8181.853">15692 2180 1631 0,'0'0'46'0,"0"0"10"0,0-5-44 0,-3 2-12 0,3 3 0 0,0-5 0 16,0 2 88-16,0-5 15 0,0 8 3 0,0 0 1 15,0-5-41-15,0 5-8 0,0 0-2 0,0 0 0 0,0 0-20 0,0 0-5 16,6-2-1-16,-6 2 0 0,3 2 10 0,3 3 1 16,-3-5 1-16,0 8 0 0,0-5-42 0,0 5-14 15,3 0 0-15,-3 3 0 0,0-4 22 0,3 4 5 16,-3 0 1-16,0-1 0 16,3 3-14-16,-3 1 0 0,3-6 0 0,-3 0 0 0,3 2 0 0,0 1 0 15,-1-3 0-15,1-6 0 0,0 6 0 0,-3-2 0 16,3-6 0-16,0 2 0 0,0 3 54 0,3-5 8 15,-3 0 2-15,3-2 0 0,-3-1-52 0,0 1-12 16,0-4 0-16,3 4 0 0,-3-4 0 0,3-2 0 16,0 0 0-16,-3 0 0 0,3 1 0 0,-1-9 0 15,1 2 0-15,0-1 0 0,3 1 0 0,-3-7 0 0,0 5 0 16,3 0 0 0,-3-2-164-16,6 2-35 0</inkml:trace>
  <inkml:trace contextRef="#ctx0" brushRef="#br0" timeOffset="8976.426">16276 1537 1810 0,'0'0'40'0,"-3"-5"8"0,0 2 1 0,3-5 3 0,-3 3-42 0,3 5-10 16,0 0 0-16,0 0 0 0,0 0 86 0,0 0 15 16,0 0 3-16,0 0 1 0,0 0-33 0,0 0-6 15,0 5-2-15,0 3 0 0,3 3-51 0,-3 2-13 16,3 0 0-16,-3-2 0 0,3 2 0 0,-3 0 0 15,3 3 0-15,-3 0 0 0,2 0 0 0,1 3 0 16,-3-3 0-16,3 5 0 0,0-5 0 16,-3-1 0-16,0 7 0 0,3-9 0 0,-3 3 0 0,0-3 0 15,0-5 0-15,0 2 0 0,-3-2 0 0,3-2 0 0,0-6 0 16,0 0 0-16,0 0 0 0,0 0 0 16,0 0 0-16,-3-6 0 0,0 4 0 0,0-11 0 15,1 2 0-15,-1-2 0 0,3-3 54 0,-3-3 8 0,3 1 2 16,0-3 0-16,0 5-52 0,-3-5-12 15,6-1 0-15,-3 1 0 0,3-3 0 0,0 3 0 0,-1-3 0 0,1-5 0 16,3 0 0-16,0 0 0 0,0-3 0 0,0 3 0 16,3 0 0-16,0 0 0 0,0 8 8 0,-3-3-8 15,6 6 20-15,-3 2-1 0,3 5-1 0,-3-2 0 16,3 5-2-16,-3-5 0 0,2 5 0 0,-2 2 0 16,0 4 0-16,0-3-1 0,0 2 0 0,0-2 0 15,0 2-15-15,-3 3 9 0,3 0-9 0,-3 0 8 16,0 0-8-16,0 3 0 0,-3 2 0 0,3-2 8 15,-3 2-8-15,0 3 12 0,0 5-12 0,0-5 12 16,-3 2-12-16,3 4 0 0,-3-1 0 0,0 3 0 16,-3-3 0-16,0 3 0 0,0 0 0 0,-3 5 0 15,3-5-38-15,-3 0-10 16,-3 2-1-16,0-2-1 0,0 0 7 0,0 0 2 0,-6 2 0 0,3-7 0 16,0 5 6-16,-3-3 2 15,1 0 0-15,-1-5 0 0,3 0 18 0,-3 0 4 0,3 0 1 0,-3 0 0 0,3-3 10 16,3 3 8-16,-3-2-8 0,3-4 11 15,3 3-11-15,1-5 0 0,5 0 0 0,0 0 0 0,0 0 0 0,0 0-12 16,0 0 2-16,0 0 1 0,0 0 9 0,0 0 0 16,0 0 0-16,5 8 0 0,-2-8 15 0,3 0-2 15,3 3 0-15,-3-3 0 0,3 0 8 0,3 5 2 0,-3-5 0 16,3 0 0-16,3 0-5 0,-3 0-1 0,3 0 0 16,-3 6 0-16,-1-6-17 0,4 2 10 0,-3-2-10 0,3 6 8 15,-3-6-8-15,3 2 0 0,-3 4 0 0,0-4 8 31,0-2-72-31,-3 5-14 0,2-5-3 0,-2 3-995 0</inkml:trace>
  <inkml:trace contextRef="#ctx0" brushRef="#br0" timeOffset="10282.453">16645 1680 1267 0,'0'0'28'0,"0"0"5"0,0 0 2 0,0 0 1 0,0 0-36 0,0 0 0 0,3-2 0 0,-3 2 0 0,6 0 109 0,0-6 15 15,-1 6 4-15,1-2 0 0,3 2-103 0,0 0-25 16,0 0 0-16,3-6 0 16,-3 6 45-16,3 0 4 0,0-2 1 0,3 2 0 0,-3 0-14 0,3-6-2 15,-1 6-1-15,-2 0 0 0,0-5 3 0,0 2 0 16,0-2 0-16,0 3 0 0,0-4-8 15,0 4-2-15,0-6 0 0,-3 2 0 0,0 6 18 16,-4-8 4-16,1 0 1 0,0 1 0 0,-3 1-1 0,0-2-1 16,0 0 0-16,0 0 0 0,-3 0-15 0,0 3-4 15,3-3 0-15,-6 0 0 0,3 3-14 0,-3 2-3 16,0-5-1-16,-3 8 0 0,0-5-10 0,0 5 0 16,1-5 9-16,-4 5-9 0,0 5 0 0,0-5 0 0,-3 5 0 15,3-2 0-15,0 2-21 0,-3 3-3 16,3 0 0-16,0 0 0 0,-3-3 24 0,3 3 0 15,0 0 0-15,1 0 0 0,2 0 0 0,3 5 0 0,0-5 0 16,0 0 0-16,0 6 0 0,3-6 0 0,3-1 0 0,-3 7 0 16,6-6 0-16,-3 0 0 0,3 0 0 0,-1-1 0 31,4-1-32-31,-3-4-3 0,3 4 0 0,0-4 0 0,3 4 35 0,-3-6-8 0,3-6 8 0,3 6 0 16,0-2 0-16,0-6 0 0,-1 2-8 0,1-1 8 15,0-1 27-15,0-6 9 0,0 6 1 0,0-5 1 16,0 3-30-16,0 2-8 0,-3-6 0 0,2 6 0 15,-2-5 0-15,0 0 0 0,0 2 0 0,-3-2 0 16,0 0 0-16,-3 2 0 0,0 3 0 0,-3-5 0 16,0 5 52-16,-3-5 10 0,0 10 2 0,-3-7 0 15,0 2-52-15,0 5-12 0,-3-2 0 0,0 2 0 16,-3-2 0-16,3 5-15 0,-3 0 3 0,3 0 1 0,0 5 11 16,0-5-12-16,6 0 12 0,-3 8-12 15,3-8 24-15,-3 8 4 0,6 0 0 0,0-3 1 0,0 3-17 16,3 0 0-16,3 3 0 0,0-1 0 15,3-2-13-15,-3 3-7 0,3-3 0 0,0 2-1 0,-3 1 21 16,3 2 0-16,-3-5 0 0,0 0 0 0,-1 5 0 0,1-5 0 16,-3 0 0-16,0 6 0 0,3-7 0 0,-6 7 0 15,0-6 0-15,-3 2 0 0,0 3 0 0,-3-5-12 16,0 6 4-16,-3-6 8 16,0-1-34-16,-3 7 1 0,3-6 0 0,-3 0 0 0,4-3 23 0,-4 3 10 0,0-6-8 15,0 4 8 1,0 2-56-16,3-8-7 0,0 2-1 0,6-2 0 15,0 0 52-15,0 0 12 0,0 0 0 0,0 0 0 0,0-2 0 0,3-4 0 0,0-2 0 16,6 6 0-16,0-6-14 0,3-3 0 0,3 1 0 16,-1 2 0-16,4-3 14 0,0 1 0 0,0 2 0 0,0-6 0 15,3 1 0-15,-3 3 8 0,-1-4 1 0,1 1 0 16,0 3 14-16,0-4 2 0,-3 1 1 0,0 3 0 16,0-4 8-16,0-2 2 0,-4 3 0 0,1 0 0 15,-3 2 2-15,0-2 1 0,-3 5 0 0,0-5 0 16,-3 2-9-16,-3 1-2 0,0 2 0 0,-3 0 0 15,0 0-10-15,-3 5-2 0,0-2-1 0,0 0 0 16,-3 5-15-16,3 0 11 0,-3 5-11 0,1-5 10 16,-1 8-10-16,0-3 0 0,0 3 0 0,0 0 0 15,3 0 0-15,-3 5 0 0,3-2 0 0,0 2 0 16,3 0 0-16,-3 3 0 0,3-8 0 0,0 5 0 0,3-2-17 16,0 2 4-16,0-5 1 0,0 5 0 0,3 1 12 0,0-6 0 15,3 2 0-15,-3 3 0 0,3-5 0 16,0 6 0-16,3-6 0 0,0-1 0 15,0 1 0-15,3 0 0 0,0-2 0 0,2 2 0 0,1-8 0 0,3 2 0 16,-3-2 0-16,3-2 0 16,3 2-30-16,0-8-3 0,-4 2-1 0,4 4 0 15,-3-6-6-15,0-3 0 0,0 3-1 16,0 0 0-16,-3-2 17 0,-1-1 4 0,1 1 1 0,-3-4 0 0,0-2 19 0,0 1 0 16,0-4-8-16,-3 0 8 0,-3-2 0 0,3-5 0 0,-3 2 8 15,-3-5-8-15,3 5 19 0,-3-5-3 16,0 5 0-16,0 3 0 0,0 0 12 0,-3 0 3 15,0 5 0-15,0 3 0 0,0 2 0 0,0 3 0 16,0-3 0-16,0 4 0 0,-3 4-6 0,3 3-1 0,0-5 0 0,0 5 0 16,0 0-3-16,0 0-1 0,0 0 0 0,-3 8 0 15,0-1-4-15,0 7-2 0,0-1 0 0,0 3 0 16,0 5-6-16,0 0 0 0,0 3-8 0,3-3 12 16,-3 3-12-16,3 0 8 0,0 2-8 0,-3-2 0 15,3 0 0-15,0-3 0 0,0 0 0 0,3 3 0 16,-3-3 13-16,3 0-3 0,0 1-1 0,-3-1 0 15,3 3-9-15,0-3 0 0,-3 2 0 0,3-1 0 16,0-1 0-16,0-5 0 0,-3 5 0 0,3-5 0 16,0-3-49-16,-3 3-12 0,3-8-3 0,0 0 0 15,0 5-153-15,-1-10-31 16,1 2-7-16,-3-5-769 0</inkml:trace>
  <inkml:trace contextRef="#ctx0" brushRef="#br0" timeOffset="10479.049">17692 1641 1440 0,'0'0'40'0,"-3"-6"11"0,3 6-41 0,0 0-10 16,0 0 0-16,0 0 0 0,-3-2 116 0,3 2 20 15,3-6 5-15,3 4 1 0,0-4-36 0,0 6-7 16,3-5-2-16,3 5 0 0,0-3-9 0,3 3-3 16,-3-5 0-16,6 5 0 0,-3-3-29 0,5 3-5 0,1-5-2 0,3 3 0 15,-3 2-33-15,3-6-8 16,0 6 0-16,2 0-8 15,1-2-46-15,-3-4-16 0,0 6-3 0,0-8-1095 0</inkml:trace>
  <inkml:trace contextRef="#ctx0" brushRef="#br0" timeOffset="26813.721">14671 2733 1267 0,'0'0'28'0,"0"0"5"0,-6 3 2 16,-3 2 1-16,3-2-36 0,3 0 0 0,-3-1 0 0,0 3 0 0,6-5 109 0,-6 0 15 16,-2 3 4-16,2 2 0 0,6-5-33 0,-6 0-7 15,0 3 0-15,-3-3-1 16,3 5-38-16,0-5-7 0,6 0-2 0,-9 0 0 0,3 0 20 0,0 0 4 15,-3 0 1-15,3 0 0 0,-3 0-50 0,3 0-15 16,-3-5 0-16,0 2 8 0,0 3 11 0,-2-8 2 16,-1 8 1-16,0-7 0 0,0 1-11 0,0 1-3 15,-3-3 0-15,0 5 0 0,0-5-8 0,0-5 12 16,-2 5-12-16,-1 0 12 0,-3-8-12 0,3 6 0 0,0-1 0 16,0-7 8-16,0 2 13 0,4 0 3 0,-4 0 0 15,0 0 0-15,3-2-24 0,0-1 0 0,-3 6 0 0,0-6 0 16,0 1 0-16,1 2-18 15,-4-2 3-15,0-1 1 0,0 1 14 0,0-4 10 16,0 4-2-16,1-9 0 0,2 4-8 0,-3-7 0 0,3 1 9 16,0-2-9-16,6 1 0 0,-3 1 9 0,3 0-9 0,4 0 0 15,-1 5 0-15,3-2 0 0,-3 2 0 16,6 0 0-16,0 3 0 0,0-5 0 0,0-1 0 0,0 1 0 16,6-3 0-16,-3-3 0 0,3-3 0 0,3 4 0 15,0 2 0-15,0-1 0 0,3 7 0 0,2-6 0 16,1 7 0-16,0 1-16 0,3 5 2 15,0-5 0-15,3 5 14 0,3 0 0 0,0-5-10 0,-1 5 10 16,1-5 0-16,0 0 0 0,0 0 0 0,-3-3 0 16,3 3 0-16,-1 0 0 0,4-3 0 0,0 3 0 15,3 5 0-15,3-5 0 0,-1 10 0 0,1-2 0 16,0 0 0-16,0 5 0 0,-3 0 0 0,-1 0 0 16,-2 8 0-16,-3-8 0 0,0 8 0 0,0-5 0 0,-1 2 0 15,-2 3 0-15,0-5 0 0,0 5 0 0,3-6 0 0,0 6 0 16,-3 6 0-16,2-6 0 15,-2 0 0-15,3 5 0 0,0-2 0 0,-3 5 0 0,0-3 0 16,0 8 0-16,-1-5 0 0,1 0 0 16,-3 8 0-16,0-3 0 0,0-2 0 0,-3 7 0 0,3-2 0 0,-3 0 8 15,-1 0-8-15,1 0 0 0,-3 2 0 16,0-2 0-16,3 0 8 0,-3 0-8 0,0 2 0 0,3-7 0 16,-3 7 0-16,0-7 0 0,3 2 0 0,-3 0 0 15,3 3 9-15,-4-8-9 0,4 6 0 0,-3 1 8 16,0-1-8-16,3 2 0 0,-6-1 9 0,6 1-9 15,-3 5 12-15,3 3-12 0,-3-3 0 0,0 6 0 0,3-3 0 0,-3 0-9 16,-1-3 9-16,4 0 0 0,-3-5 10 0,0 5-10 16,0-5 0-16,0 0 0 0,0 2 0 0,0-7 0 15,-3 5 0-15,0-3 0 0,3 0 0 0,-3-2 0 16,0 2 0-16,0 3 0 0,0-3 0 0,0 3 0 16,-1 2 0-16,1-7 0 0,-3 5 0 0,3 2 0 15,0-7 0-15,-3 7 0 0,3-7 0 0,-3 2 0 16,0 1 0-16,0 1 0 0,0-7 0 0,0 6 0 15,0-6 0-15,-3-1 0 0,3 1 0 0,0-2 0 16,-3 2 0-16,0-6 0 0,3 4 0 0,-3 1 0 16,0-4 0-16,0 2 0 0,0 1 0 0,0-6 0 15,0 0-11-15,0 8-8 0,0-6-1 0,3 4-1 16,-3-6-30-16,0 8-5 16,0-6-2-16,0-2 0 0,0 5-102 0,0 1-21 0,0-6-4 0</inkml:trace>
  <inkml:trace contextRef="#ctx0" brushRef="#br0" timeOffset="27462.147">15097 2212 1314 0,'0'0'37'0,"0"0"8"0,0 0-36 0,0 0-9 0,0 0 0 0,0 0 0 16,0 0 104-16,0 0 20 0,0 0 3 0,0 0 1 15,0 0-52-15,0 0-9 0,0 0-3 0,0 0 0 16,0 0-51-16,0 0-13 0,0 0 0 0,0 0 0 16,6 5 0-16,-3 1 0 0,3-6 0 0,-3 8 0 15,3-6 47-15,-3 4 6 0,3 1 2 0,-3 1 0 0,2-2-37 16,1 2-7-16,-3 0-2 0,3-1 0 15,0-4-9-15,-3 8 0 0,3-3 0 0,0 0 0 0,0-6 0 0,0 4 0 16,0-1 0-16,0 3 0 0,0 0 0 0,3-6 0 16,-3 4 0-16,3-4 0 0,-3 4 0 0,0-1 0 15,0-2 0-15,3 2 0 0,-3-3 13 0,2 4 1 16,-2-6 0-16,0 2 0 0,0-2 1 0,0 6 0 16,3-6 0-16,-6 0 0 0,3 0 14 0,0 0 3 15,-3-6 1-15,3 4 0 0,-3 2 5 0,0-6 1 16,3 4 0-16,-3-3 0 0,0-1-4 0,3 4-1 15,-3-6 0-15,3 2 0 0,-3-2-3 0,0 0-1 0,3 3 0 16,-3-5 0-16,3 2-10 0,-3-6-1 0,3 6-1 0,-1-5 0 16,1 3-5-16,0-4-1 0,0-1 0 0,0 1 0 15,0-2-12-15,0 1 0 0,3 1 0 0,-3 1 0 16,0 3 0-16,3-1 0 0,-3 3 0 0,0 0 0 16,0 0 0-16,0 0 0 0,0 3 0 0,0 2 0 15,-3-2-157 1,3 2-25-16,3-5-5 0</inkml:trace>
  <inkml:trace contextRef="#ctx0" brushRef="#br0" timeOffset="28232.004">12948 1688 1742 0,'0'0'38'0,"0"0"8"0,0 0 2 0,0 0 1 0,0 0-39 0,0 0-10 0,0 0 0 15,0 0 0-15,0 0 66 0,0 0 11 16,0 0 3-16,0 0 0 0,0 0-35 0,0 0-6 15,0 0-2-15,0 0 0 0,0 0-14 0,3 11-3 0,-3-9-1 16,3 12 0-16,-3-6-19 0,3 5 8 0,0 3-8 0,3-3 0 16,-3 3 0-16,2 5 0 0,-2-5 0 0,3 0 0 15,0 0 0-15,-3-1-17 0,3 4 1 0,-3-3 1 16,3-3 15-16,0-2 0 0,0 7 0 0,-3-7 0 16,0 2 0-16,3-5 0 0,-3 5 0 0,0-5 0 15,0 0 0-15,0-3 0 0,-3 3 0 0,0 0 0 31,0-5-56-31,0-3-6 0,3 5-1 0,-3-5-845 0</inkml:trace>
  <inkml:trace contextRef="#ctx0" brushRef="#br0" timeOffset="28613.348">12960 1633 1728 0,'0'0'38'0,"0"0"8"0,0 0 2 0,-6-6 0 0,6 6-39 0,0 0-9 0,0-2 0 0,0 2 0 0,0 0 53 0,0 0 9 16,0-6 2-16,0 6 0 0,0 0 0 0,0 0 0 15,3-5 0-15,3 5 0 0,0 0 0 0,-1 0 0 16,1 5 0-16,3-5 0 0,0 0-52 0,0 6-12 16,3-4 0-16,-3 4 0 0,3 2 0 0,0-6 0 15,3 6 0-15,0 3 0 0,0-3 0 0,-1 0 0 16,1 2 0-16,-3 3 0 0,3 1 0 15,-3 1 0-15,0-1 0 0,0 2 0 0,-3-3 0 16,0 3 0-16,-3 0 0 0,0-3 9 0,0 3-9 0,-4-3 10 16,1 3-10-16,0-3 10 0,-3-2-10 0,0 2-9 0,-3-5 9 15,3 5-13-15,-3-2 13 0,-2-1 0 16,-1 1 0-16,0-3 0 0,-3 5 0 0,3-8 0 16,-3 3 0-16,-3 0 0 0,0 0 0 0,0-3 0 0,0 3 0 0,0-5 0 15,0 2 0-15,-3-2 0 0,4 2 0 0,-4-2 0 31,3 2-54-31,-3-2-8 0,3-1-2 0,0 1-614 0,0-3-123 0</inkml:trace>
  <inkml:trace contextRef="#ctx0" brushRef="#br0" timeOffset="28917.277">12823 1508 1544 0,'0'0'34'0,"0"0"7"0,0 0 2 0,0 0 0 0,0 0-35 0,3 0-8 16,0-8 0-16,3 8 0 0,0-5 100 0,-1 2 19 15,1-2 3-15,0 2 1 0,0 3-47 0,3-5-8 16,-3 0-3-16,0 2 0 0,3 3-36 0,0-5-7 16,-3 2-2-16,3-2 0 15,3 2-39-15,-3-2-8 0,6-3-1 0,0 3-1 0,2 2 29 0,1-2 0 0,0 2 0 0,6-5-979 16</inkml:trace>
  <inkml:trace contextRef="#ctx0" brushRef="#br0" timeOffset="29763.097">13439 1738 1267 0,'0'0'28'0,"0"0"5"0,0 0 2 0,0 0 1 0,0 0-36 0,0 0 0 0,0 0 0 0,0 0 0 16,0 0 102-16,3-2 14 0,-3-4 2 0,3-1 1 15,-3 1-37-15,3-2-7 0,-3 6-2 0,0-6 0 16,0 2-7-16,0-1-2 0,0 1 0 0,0-2 0 16,0 0 0-16,0 0 0 0,0 0 0 0,0 1 0 15,-3-1-51-15,3 0-13 0,0 2 0 0,-3-2 0 16,3 0 54-16,0 1 8 0,-3-7 2 0,3 6 0 16,0 0-52-16,-3 0-12 0,3-2 0 0,0 2 0 15,-3 0 0-15,3 5 0 0,0-5 0 0,0 3 0 16,0 5 0-16,0-5 0 0,0 5 0 0,0 0 0 15,0-3 0-15,0 3 0 0,0 0 0 0,0 0 0 16,0 0 0-16,0 0 0 0,0 0 0 0,0 0 0 16,6 0 0-16,0 3 0 0,0 2 0 0,0 0 0 15,0-2-8-15,0 2-5 0,3 3-1 0,-1-5 0 16,1 5 6-16,0-3 8 0,0 3-13 0,0-3 5 16,3 3 0-16,-3 0 0 0,0-2 0 0,0-4 0 0,0 4 8 15,0-4 0-15,0 3 0 0,0-2 0 0,0 2 19 0,-1-5 9 16,-2 0 1-16,0 3 1 0,3-3-30 0,-6 0 0 15,3 0 0-15,0-3 0 0,-3 3 0 0,3 0 0 16,0 0 0-16,-3-5 0 0,0 2 0 0,0-2 0 16,-3 3 0-16,3-4 0 0,0 4 0 0,0-9 0 0,-3 3 0 0,3 0 0 15,-3 0 0-15,0-5 0 0,3 2 0 0,-3-2 0 16,0-3 57-16,3 0 6 0,-3-2 1 0,3-1 0 16,-3-2-52-16,3 3-12 0,-3-1 0 0,3 1 0 15,0-1 0-15,-3 6 0 0,0-3 0 0,3 0 0 16,-3 3 0-16,0 0 0 0,3 5 0 15,-3 0 0 1,0 0-48-16,0 0-13 0,0 3-3 0,0 2 0 16,0 3-51-16,0 0-10 0,0-5-3 0,0 5-921 0</inkml:trace>
  <inkml:trace contextRef="#ctx0" brushRef="#br0" timeOffset="30088.064">13347 1281 1314 0,'0'0'37'0,"0"0"8"0,0 0-36 0,0 0-9 15,0 0 0-15,0 0 0 0,0 0 156 0,0 0 28 16,0 0 7-16,0 0 1 15,-3-3-103-15,3 3-20 0,0-5-4 0,-3 2-1 0,3-2 0 0,0 5 0 0,3-8 0 0,0 3 0 16,0 2 0-16,2-5 0 0,1 3 0 0,3-1 0 16,0 4-51-16,3-4-13 0,0 4 0 0,3-6 0 15,0 3 0-15,3 2 0 0,0-2 0 0,2-1 0 16,1 4 22-16,0-4 2 16,0 4 0-16,3 2 0 0,-3-6-24 0,-1 4-8 0,1-3 0 15,0 2 0 1,0-8-212-16,-6 9-41 0</inkml:trace>
  <inkml:trace contextRef="#ctx0" brushRef="#br0" timeOffset="33112.485">13912 1125 1036 0,'0'0'23'0,"0"0"5"0,0 0 0 0,0 0 1 0,0 0-29 0,0 0 0 0,0 0 0 0,0 0 0 15,0 0 130-15,3 0 20 0,-3 0 4 0,0 0 1 16,3-6-42-16,-3 6-8 0,0-2-1 0,0 2-1 16,3-6-33-16,-3 6-6 0,0 0-2 0,0 0 0 15,0 0 2-15,0 0 1 0,0 0 0 0,0 0 0 16,0 0-27-16,0 0-6 0,0 0 0 0,0 0-1 16,0 0-14-16,0 0-2 0,0 0-1 0,-6 6 0 15,3 2-14-15,0-1 9 0,-3-1-9 0,3 2 8 16,-3 0-8-16,3 0 0 0,0 0 0 0,-3 5 8 15,0-5-8-15,3 5 0 0,-3-5 0 0,1 2 0 16,2 4 0-16,-3-1 0 0,0-3 0 0,0 4 0 0,0 2 14 16,0-3-2-16,3 3-1 0,-3-3 0 0,0 3-11 15,0-3-16-15,3 3 4 0,0-3 1 0,0-2 11 16,0 2 16-16,0-5-4 0,0 5-1 0,0-5-23 16,3 0-4-16,0-3 0 0,-3 3-1 0,3 0 1 0,0-5 0 15,0-3 0-15,0 0 0 16,0 0-18-16,0 0-3 0,0 0-1 0,0 5 0 15,0-5-111-15,0 0-23 0,0 0-4 0,0 0 0 0</inkml:trace>
  <inkml:trace contextRef="#ctx0" brushRef="#br0" timeOffset="33630.907">14126 1109 1497 0,'0'0'32'0,"0"0"8"0,0 0 0 0,0 0 4 0,0 0-36 15,0 0-8-15,0 0 0 0,0 0 0 0,0 0 83 0,-6 2 14 16,6-2 3-16,-3 6 1 0,-2 2-38 15,-1-3-8-15,3 3-2 0,-3-6 0 16,3 6-12-16,-3 0-2 0,3-2-1 0,-3 2 0 0,0-1-22 16,3 1-5-16,-3 0-1 0,0 3 0 0,3-8-10 0,0 5 10 15,0-1-10-15,0-1 10 0,3 2-20 0,-3-3-4 16,3 3-1-16,0-5 0 0,3 2 27 0,-3 3 6 16,3-3 1-16,-3-2 0 0,6 2-19 0,-3-2 0 15,3 2 0-15,-3-5 0 0,3 3 0 0,0-3 8 16,3 0-8-16,-3 0 0 0,0 0 14 0,0-3-4 15,3 3-1-15,-4-5 0 0,1 2 4 16,3-2 1-16,-3 2 0 0,3-2 0 0,-3-3 5 0,0 3 1 16,0-3 0-16,0 5 0 0,0-2 8 0,0-3 1 15,0 0 1-15,-3 3 0 0,0-3 2 0,0 0 1 0,0 0 0 16,0 0 0-16,-3 0-33 0,3 3 0 0,-3-9 0 0,0 6 0 16,0 0 31-16,0 6-1 0,-3-6 0 0,0 3 0 15,0-3-22-15,0 0-8 0,0 2 0 0,-3 4 9 31,3-4-33-31,0 6-8 0,-3-5 0 0,3 3-1 0,3 2 33 0,-6 0 0 0,0 0 0 0,-3 0 0 32,3 0-40-32,0-6 0 0,6 6-1 0,-9 0-1096 0</inkml:trace>
  <inkml:trace contextRef="#ctx0" brushRef="#br0" timeOffset="41961.107">15802 3524 1116 0,'0'0'32'0,"0"0"6"0,0 0-30 0,0 0-8 16,0 0 0-16,0 0 0 0,0 0 96 0,0 0 17 15,0 0 4-15,0 0 1 0,0 0-33 0,0 0-6 16,0 0-2-16,0 0 0 0,0 0-22 0,0 0-5 15,0 0-1-15,0 8 0 0,0 0-13 0,-3 0-4 16,3-2 0-16,0-1 0 0,0 5-14 0,0-2-3 16,0-2-1-16,-3 2 0 0,3 0-2 0,0-1 0 15,0-1 0-15,0 2 0 0,0 0 4 0,0 0 0 0,0-3 0 16,0 3 0-16,0 0-1 0,0 0 0 16,0 0 0-16,0 5 0 0,0-8-6 0,0 3-1 15,0 8 0-15,0-8 0 0,0 5 0 0,3 3 0 0,-3-5 0 0,0 2 0 16,0 3-8-16,3 2 10 15,-3-7-10-15,-3 5 10 0,6 2-10 0,-3-5 8 0,0 3-8 0,3-2 8 16,-3-1-8-16,0 5 0 0,3-7 0 0,-3 2 0 16,0 0 0-16,3 1 0 0,-3 1 0 0,0-7 0 15,0 3 0-15,0 2 0 0,3-2 0 0,-3-1 0 16,0 4 8-16,0-6-8 0,0 2 8 0,0 3-8 16,0 1 8-16,0-1-8 0,0 3 8 0,0-3-8 15,0 3 13-15,0-3-2 0,0 6-1 0,0-1 0 16,0-2-2-16,0 2 0 0,0-2 0 0,0 0 0 15,3 0-8-15,-3 0 12 0,0-3-12 0,0 3 12 16,3-5-2-16,-3 5 0 0,0-3 0 0,3-3 0 16,-3 4 0-16,0-1 0 0,3-3 0 0,-3 6 0 15,3-8 4-15,-3 5 1 0,0-2 0 0,0 2 0 16,0 0-3-16,0 3 0 0,0-2 0 0,0 1 0 0,0 1-2 16,0 0-1-16,0 0 0 0,0 3 0 15,0-4-1-15,-3 1-8 0,3 0 12 0,0-3-4 0,0 3-8 0,0-2 12 16,-3-1-12-16,3 3 12 15,0-6-12-15,0 1 8 0,0-1-8 0,0-2 8 0,0 3-8 0,0-3 8 16,3 2-8-16,-3-2 8 0,0 0-8 0,0-2 0 16,0 2 9-16,3 0-9 0,-3-1 0 0,0-1 9 0,0-1-9 15,0 3 0-15,0 0 8 0,3-5-8 0,-3 5 0 16,0-3 0-16,0 0 0 0,0 0 0 0,0 6 8 0,3-8-8 31,-3 2-24-31,0 0-8 0,0-5-1 0,3 5-1 16,-3-5-166-16,0 0-34 0</inkml:trace>
  <inkml:trace contextRef="#ctx0" brushRef="#br0" timeOffset="42923.256">15579 4837 1645 0,'0'0'36'0,"0"0"7"0,0 0 1 16,0 0 4-16,0 0-39 0,0 0-9 0,0 0 0 0,0 0 0 0,0 0 59 0,0 0 9 16,0 0 3-16,0 0 0 0,0 0-44 0,3 0-9 15,-3 0-2-15,6 0 0 0,0 3 43 0,-3-3 8 16,3 2 1-16,0-2 1 0,-3 3-37 0,6-1-8 0,-3 1-2 0,0 0 0 16,0 2-12-16,-1-2-2 0,1 2-8 15,3 3 12-15,-3-5 15 0,3 2 2 0,-3 3 1 0,3-3 0 16,0 3-44-16,0 0-9 15,-3 0-1-15,3 2-1 0,0 1 25 0,-3-6 0 16,3 3 0-16,-3 0 0 0,3 0 17 0,0 0 6 0,-4-3 1 16,4 1 0-16,0-1-24 0,-3 0 0 0,0-2 0 15,3 2 0-15,-3-2 0 0,3 2-15 0,-3-5 3 16,0 0 0-16,0 0 28 0,0 0 7 0,0 0 1 0,0 0 0 16,0-5 22-16,0 2 5 0,0 1 1 0,3-4 0 15,-3 1-42-15,-1 0-10 0,1-1 0 0,3 1 0 16,-3-3 0-16,3 0 0 0,-3 0 0 0,0 0 0 15,0 3 0-15,3-8 0 0,-3 5 0 0,0 0 0 16,0 0 25-16,3 0 3 0,-3 0 1 0,0 0 0 16,0 3-29-16,-3-6 8 0,3 6-8 0,0-3 0 15,-3 3 0-15,-1 0 0 0,4-3 0 0,-3 2 0 16,0 1-38-16,0 0-7 0,0-3-2 0,-3 2-741 16,3-4-148-16</inkml:trace>
  <inkml:trace contextRef="#ctx0" brushRef="#br0" timeOffset="43929.666">16052 4313 1339 0,'0'0'29'0,"0"0"7"0,0 0 0 0,0 0 2 0,3 5-30 0,-3-5-8 0,0 0 0 0,0 0 0 15,0 0 91-15,0 0 17 16,0 0 3-16,0 0 1 0,0 0-23 0,0 0-4 15,0 0-1-15,3-2 0 0,3 2-16 0,-3-3-3 0,0-2-1 0,0-3 0 16,0 2-11-16,0-1-2 0,0-4-1 0,0 0 0 16,0 1-11-16,0-3-3 0,0-1 0 0,0 1 0 15,0 0-7-15,-3-3-1 0,3 3-1 16,0-6 0-16,0 3-4 0,-3 6-1 0,3-9 0 0,0 9 0 16,0-9-3-16,-3 9-1 0,3-4 0 0,0 1 0 15,-3 3-6-15,0 2 0 0,3-3-1 0,-3 3 0 16,3 0-11-16,-3 5 0 0,3-2 9 0,-3 5-9 15,0 0 0-15,0 0 0 0,0 0 0 0,0 0 0 16,0 0 0-16,0 0 0 0,3 5 0 0,3 1 0 16,-3-1 0-16,3 3 0 0,-4-3 0 0,1 3-8 15,3 0 8-15,-3 0 0 0,3 3 0 0,-3-1 0 16,3-2 0-16,-3 3 0 0,3-1 0 0,0 4 0 16,0-4 0-16,0 3-10 0,-3-2 10 0,3 2 0 15,0 0-12-15,0-2 12 0,3 2-12 0,-3 0 12 16,3-2-8-16,-3 0 8 0,0 2 0 0,0-5 0 15,0-3 0-15,-1 3 20 0,1-3-2 0,0 6-1 0,0-11-27 16,-3 5-6-16,3-2 0 0,0 0-1 0,0-3 27 0,0 2 6 16,0-4 0-16,0 2 1 0,0 0-17 0,0-3-12 15,3 0 1-15,-3-2 1 0,0 5 10 0,0-8 12 16,0 0-2-16,0 0-1 0,0 3-9 0,-3-3 0 16,3-3 0-16,-1 1 0 0,1 2 26 0,-3-8 0 0,3 5 0 15,-3 1 0-15,3-6 10 0,-3 3 1 0,0-1 1 16,3 1 0-16,-3 3-38 0,0-4 0 0,0 1 0 15,0 3-12-15,0 2 12 0,0-8 8 0,0 5-8 16,0 3 11-16,0-5-11 0,-3 2 12 16,3 3-12-16,0-7 12 0,-3 7-12 0,3-3 0 0,0 3 0 15,-3 0 0-15,3 0 0 0,-3 3 0 0,3-3-12 16,0 0 12 0,-3 3-81-16,3-1-9 0,0 4-2 0,0-3-774 0,0 2-155 0</inkml:trace>
  <inkml:trace contextRef="#ctx0" brushRef="#br0" timeOffset="47616.357">16627 5300 1202 0,'0'0'26'0,"0"0"6"0,0 0 0 0,-3-3 3 0,0 1-35 0,3 2 0 0,-3-8 0 0,0 5 0 16,0-2 115-16,0 2 16 0,0 0 3 0,-3 1 1 15,0-1-54-15,3-2-10 0,-3 2-3 0,3 1 0 16,-3 2-16-16,0-6-4 0,0 4-1 0,0-1 0 15,0 3-11-15,0-3-1 0,0 1-1 0,-2-1 0 16,-1 3-6-16,3-3 0 0,-3 1-1 0,0-1 0 0,0 0-8 16,0 1-2-16,0-1 0 0,-3 1 0 0,0-1 4 15,0-2 1-15,0-1 0 0,0 4 0 0,1-1 5 16,-1-2 1-16,0 2 0 0,0 0 0 0,-3-2-11 16,0 0-1-16,3 2-1 0,0-2 0 0,0 0-5 0,-3 2-1 15,4-2 0-15,-4-1 0 0,0 1 1 16,3 0 0-16,-3 2 0 0,0-2 0 15,3 2-10-15,-3-2 12 0,3 0-12 0,-2 2 12 0,-1 0-12 0,0-2 0 16,3 0 9-16,-3 2-9 0,0 0 0 0,0 1 9 16,0-3-9-16,0 2 0 0,-2 0 0 0,2 1 0 15,-3-1 0-15,3 0 0 0,-3-2 8 0,0 2-8 0,0-2 0 16,1 2 0-16,-1 1 0 0,3-3 8 0,-3 2-8 0,0 0 0 16,3 3 8-16,0-5-8 0,0 2 0 0,-2 1 0 15,2-1 0-15,0 3 0 0,-3-3 0 0,0 3 0 16,3 0 0-16,-3 0 0 0,0 0 0 15,1 3 0-15,-1 0 0 0,0-1 0 0,0 1 0 16,0 2 0-16,-3-2 0 0,3 2 0 0,1 0 0 0,-4 1 0 31,3-4-20-31,0 6-5 0,3-2-1 0,-3-1 0 0,0 0 26 0,1 0 0 0,2 3 0 0,-3 0 0 16,3-2 0-16,-3 2 0 0,-3 0 0 0,3-1 0 16,1 1 0-16,-1-2 0 0,0 2 0 0,0 0 0 15,-3 0 13-15,6-1 8 0,-3 1 2 0,1 0 0 16,-1 0-37-16,3 0-7 0,-3 0-2 0,3 0 0 15,-3 3 36-15,3-3 7 0,0 2 2 0,1-2 0 16,-1 3-22-16,0-1 0 0,0 1 0 0,0 2 0 16,3-2 0-16,-3-1 0 0,0 4 0 0,0-1 0 15,1-3 0-15,2 4 0 0,0-1 0 0,-3 3 0 0,3-3 0 16,0 3 0-16,0-3 0 0,3 3 0 0,-3-3 0 16,3 3-8-16,-3-3 8 0,4 0 0 0,-1 1-19 0,3-1 2 15,0 3 0-15,-3-3 0 0,6 0 17 0,-3 0 0 16,3-2 0-16,0 2 0 0,0 0 0 0,0-2 0 15,3 5 0-15,-3-5 0 0,6 4 0 0,-3-1 0 16,0-1 0-16,3 3 0 0,0 0 0 0,0 0 0 16,-3 2 0-16,3 1 0 0,3-4 0 0,-3 4 0 0,3-3 0 15,0 0 0-15,-3 0 0 0,3-3 0 0,3 3 0 16,-3-3 0-16,2 0 0 0,1 3 8 16,0-3-8-16,3 0 12 0,-3-2-12 0,3 2-8 0,0 1 8 15,0-4-13-15,0 1 13 0,3-1 0 0,-3 1 12 16,2-1-12-16,-2-2 0 0,0 3 0 15,3-3 0-15,-3 2-12 0,3-2 12 0,0 0 0 0,3 0 12 0,-3 0-12 16,-1 0 0-16,4 0 0 0,0 0 0 0,0 3-12 16,3-3 12-16,-3 0 0 0,3 2 0 0,-1-2 0 15,1 3 0-15,0-3 0 0,3-1 12 0,-3 1-12 16,3 0 0-16,-1-2 0 0,-2 2 0 0,3-3 0 16,0 3 0-16,3-3 0 0,2 0 0 0,1 1-12 15,0-1 12-15,3-2 0 0,-1-3 0 0,1 5 0 16,0-5 0-16,0 3 12 0,-1-3-3 0,-2 2 0 15,0-2-9-15,0 3 10 0,-1-3-10 0,1 0 10 16,3 0-19-16,0-3-4 0,-4 1-1 0,7 2 0 16,-6-3 27-16,0-2 6 0,-1 2 1 0,1 0 0 15,-3-2-9-15,0 0-2 0,0-1 0 0,2 1 0 16,-2 0 21-16,0 0 4 0,3-3 1 0,2 0 0 0,-2 0-35 16,-3 0 0-16,6-3 0 0,-6 6 0 0,2-3 0 15,-2 3-9-15,0-3-1 0,-3-3 0 0,-4 1 10 16,4-1 11-16,-3 0-3 0,3 1 0 15,0-1 1-15,0 1 0 0,-4-1 0 0,4 3 0 0,-3-2-9 16,0-1-9-16,0 3 9 0,0 0-13 0,-1-2 13 0,-5-1 0 16,3 3 0-16,0-3 0 0,-3 1 0 0,0-1 0 15,0 1 0-15,-3-1 0 0,-1 1 0 0,-2-1 0 16,3 0 0-16,-3-2 0 0,0 3 48 0,0-1 13 0,-3 0 3 0,3 1 0 16,-3-3-52-16,3 2-12 0,-3-2 0 0,-3-3 0 15,3 3 0-15,0 2 0 0,-3-2 0 0,0 0 0 16,3-3 0-16,-3 3 0 0,0 2 0 15,0-2 0-15,0-1 0 0,-1 4 0 0,-2-1 0 16,3 3 0-16,-3-8 16 0,3 6 0 0,-3-1 0 0,0 1 0 16,0-1-26-16,-3 1-5 0,0-4-1 0,3 4 0 15,-2-3 16-15,-1 2 0 0,0 0 0 0,0 1 0 16,-3-3 0-16,3-1 0 0,0 4 0 0,-3-4 0 16,3 1 0-16,-3-3 0 0,0 3 0 0,3 0 0 15,-3-3 22-15,0 5 7 0,0-4 2 0,0 1 0 16,0 1-31-16,0 0 0 0,0 0 0 0,0-1 0 15,-3 1 0-15,3 3 0 0,-3-1 0 0,1 0 0 16,-1 1 0-16,0 2 0 0,0-3 0 0,-3 3 0 16,0 0 0-16,3 1 0 0,-3-1 0 0,-3 0 0 15,3 0 0-15,-3 0 0 0,1 0 0 0,-1 0 0 0,0 0 0 16,0 0 0-16,0 3 0 0,0-1 0 16,0-1-26-16,0-1-2 0,0 2 0 0,1 1 0 0,-1-3 28 15,0 5 0-15,3-5 0 0,-3 3 0 0,0 0-19 0,0 0 2 16,0-1 0-16,-3 1 0 15,1 2-75-15,-1 3-16 0,0-5-2 0,0 2-726 16,-3 3-146-16</inkml:trace>
  <inkml:trace contextRef="#ctx0" brushRef="#br0" timeOffset="48779.02">15156 5543 1623 0,'0'0'36'0,"0"0"7"0,0 0 1 0,0 0 2 0,0 0-37 0,0 0-9 0,3 6 0 0,-3 2 0 15,0-3 47-15,3 8 7 0,-3-8 2 0,0 9 0 16,0-4-30-16,-3 3-6 0,3 1 0 0,0 2-1 16,0-3-19-16,0 3 10 0,0 0-10 0,0 2 8 15,0 1-8-15,0-1 0 0,0 3 0 0,3-2 0 16,-3-1 0-16,0-2 8 0,3 3-8 0,-3-3 0 15,0-3 8-15,3 0-8 0,-3-2 8 0,0-1-8 16,3-2 8-16,-3-3-8 0,0-5 8 0,0 6-8 16,0-6 25-16,0 0 0 0,0 0 0 0,0 0 0 15,0 0 31-15,-3-8 5 0,0 0 2 0,0-3 0 16,0-2-15-16,3-3-2 0,-3 0-1 0,3-2 0 0,-3-1-5 16,3 1-2-16,0-3 0 0,0 2 0 0,3-2-10 0,-3 2-3 15,3 1 0-15,0-3 0 0,3-1-7 16,-3 4-2-16,3-3 0 0,3 2 0 0,0-2-3 15,0 3-1-15,0-1 0 0,0 1 0 16,0 2-3-16,3 0-1 0,0 3 0 0,-1-1 0 0,1 4 0 0,3-1-8 16,-3 6 12-16,0-3-4 0,0 3 0 15,-3-1-8-15,3 4 12 0,0 2-4 0,-3 0-8 0,3 2 0 16,-4 1 9-16,1 2-9 0,0 6 0 0,0-6 0 16,-3 6 0-16,0-1 0 0,0 4 0 0,-3-1 0 15,0 0 0-15,-3 0 0 0,0 0 0 0,0 1 16 0,-3-1-3 16,-3 0 0-16,0 0-13 0,0-2 0 15,0 0 0-15,0 2 0 16,-3-5-48-16,0 2-13 0,4-2-3 0,-4 0 0 0,3 0 52 0,-3-3 12 0,3 1 0 16,0-1 0-16,3-2 20 0,3-3 8 0,-6 5 0 0,6-5 1 15,0 0-29-15,0 0 0 0,0 0 0 0,0 0 0 16,0 0 0-16,0 0 0 0,0 0 0 0,0 0 0 16,3-5 0-16,3 2-8 0,-3 0 8 0,6 3 0 15,-3-2-10-15,3-1 10 0,0 0-8 0,-1 3 8 16,4 0 0-16,-3 0-8 0,3 0 8 0,-3 0 0 15,3 3 0-15,0 0 0 0,-3-1 0 0,0 4 0 16,0-4 0-16,-3 4 0 0,3-1 0 0,-3 3 0 16,0-3 0-16,-4 3 0 0,1 0 0 0,-3 3 0 0,0-1 0 15,0 1 0-15,-3 2 0 0,1 0 0 16,-4 0 0-16,-3 1 0 0,3-1 0 0,-3 0 11 0,0-2-27 16,-3 2-4-16,0 0-2 0,-3-2 0 15,3 2 22-15,-3-5 0 0,0 3 0 0,1-4 0 16,-1 1 0-16,0 0 0 0,0-2 0 0,0-1 0 15,-3 0 23-15,3-2 9 0,-3 2 1 0,4-2 1 0,-1-1-34 0,3-2-12 16,-3 0 0-16,3 0 0 16,3-2-39-16,0-1-7 0,0 3-2 0,3-5 0 15,3 2-167-15,3 3-33 0</inkml:trace>
  <inkml:trace contextRef="#ctx0" brushRef="#br0" timeOffset="52984.746">17341 2881 1742 0,'0'0'38'0,"0"0"8"0,0 0 2 0,0 0 1 0,0 0-39 0,0 0-10 16,0 0 0-16,-9 0 0 0,3 3 59 0,6-3 9 0,-6 3 3 0,6-3 0 15,-6 2-27-15,0 4-4 0,3-4-2 0,-3 4 0 16,4 2-14-16,-1-6-4 0,0 4 0 0,0 1 0 16,0 1-10-16,0 0-2 0,3 0-8 0,-3 0 12 15,3 3-12-15,0-1 0 0,0-2 0 0,0 3 0 16,0 0 0-16,3 2 0 0,0-8 0 0,0 6 0 16,0-3 0-16,3-1-16 0,-4-1 3 0,4 2 1 15,3-3 12-15,-3-2 0 0,0 2 0 0,0-5 0 16,0 0 9-16,0 0 5 0,0 0 1 0,0 0 0 15,-3-5 3-15,3 2 1 0,3-5 0 0,-3 3 0 16,0-3 10-16,-3 0 3 0,3 0 0 0,0-3 0 16,-3 3 8-16,0-2 1 0,0-1 1 0,-3 1 0 15,3-4-2-15,0 1-1 0,-6 3 0 0,3 2 0 16,-3-6-19-16,3 7-4 0,-3-7-1 0,0 6 0 0,0-2-7 16,0 4-8-16,-3-1 11 0,3-1-11 0,-3 2 0 0,3 4 0 15,-3-6 0-15,0 2 0 16,3 6-34-16,-3-5-4 0,0 5-1 0,6 0 0 15,-6 0-112-15,6 0-22 0,-6 0-5 0,0 0-1 0</inkml:trace>
  <inkml:trace contextRef="#ctx0" brushRef="#br0" timeOffset="53599.636">17755 2926 1724 0,'0'0'38'0,"0"0"8"0,0 0 2 0,0 0 0 0,0 0-39 0,3-2-9 16,0-3 0-16,0 5 0 0,-3 0 105 0,0-8 19 15,3 2 4-15,-3 6 1 0,0-2-1 0,0 2 0 16,3-8 0-16,-3 2 0 0,0 6-51 0,-3-5-10 16,3 5-3-16,-3-3 0 0,3 3-51 0,-3-5-13 0,0 3 0 0,-3 2 0 15,0-6 19-15,0 4 1 0,0 2 0 16,-3 2 0-16,0-2-32 0,0 6-7 15,0-6-1-15,-3 7 0 0,4-4 37 0,-4 8 7 0,3-3 2 0,0 0 0 16,0 2-26-16,3 1 0 0,-3 5 0 16,3-6 0-16,3 9-20 0,0-6-4 0,3 3 0 0,0 0 0 15,0 0 32-15,3-1 5 0,3-1 2 0,0-1 0 16,0-2-15-16,0-1 0 0,0 1 0 0,3-3-10 16,0-3-1-16,0 3 0 0,-1-3 0 0,1 3 0 31,3 0-12-31,-3-8-2 0,0 8-1 0,3-5 0 0,0-1-156 0,-6 1-31 15</inkml:trace>
  <inkml:trace contextRef="#ctx0" brushRef="#br0" timeOffset="54405.071">17481 5565 1792 0,'0'0'40'0,"0"0"8"0,-3-6 1 0,-3 4 1 0,3-4-40 0,-3 4-10 16,0-1 0-16,0 0 0 0,0 1 70 0,0-1 12 0,0 0 2 0,0 3 1 16,1 0-45-16,-4 0-8 15,3 0-3-15,-3 6 0 0,3-4-17 0,0 1-3 16,0 2-1-16,0 3 0 0,0-2-8 0,3 4 0 0,-3-5 0 0,3 3 0 15,0 0 0-15,0 3 0 0,3-1 0 0,0-2 0 16,3 3-11-16,0 0 11 0,0-4-8 0,3 1 8 16,0 3-9-16,0-3 9 0,0 0-10 0,3 0 10 15,0 0 0-15,0 2 0 0,0-7 0 0,2 5 0 16,-2-3 0-16,0 1 0 0,0 1 0 0,0-1 0 16,-3 2 0-16,3 0 0 0,-3 0 0 0,-3 0 0 15,0-1-10-15,0 1 10 0,-3 0-10 16,0 0 10-16,-3 0-13 0,0 0 3 0,0 3 1 0,-3-3 0 15,0 2-5-15,0-2-1 0,0-3 0 0,-3 3 0 16,0 0-4-16,0-2-1 0,0-1 0 0,1 0 0 31,-1 1-6-31,3-4-2 0,-3 3 0 0,0-2 0 0,3-3-30 0,0 3-6 0,6-3-2 16,-9 0-718-16</inkml:trace>
  <inkml:trace contextRef="#ctx0" brushRef="#br0" timeOffset="54605.624">17377 5588 1825 0,'0'0'40'0,"0"0"8"0,0 0 1 0,0 0 3 0,3-2-41 0,0-4-11 16,0 4 0-16,3-1 0 0,0-2 95 0,0 2 17 0,3 1 3 0,0-1 1 16,-1 0-57-16,1 3-11 0,3-2-3 0,0 2 0 15,0-3-32-15,3 3-13 16,-3-3 11-16,3 3-11 0,3 0 0 0,-3 0 0 0,2 0 0 0,1 0-720 15,-3 0-137-15</inkml:trace>
  <inkml:trace contextRef="#ctx0" brushRef="#br0" timeOffset="55159.942">17990 5657 1496 0,'0'0'42'0,"0"0"10"0,0 0-41 0,0 0-11 0,0 0 0 0,0 0 0 16,-3-5 132-16,3 5 25 15,-3-5 5-15,0 2 1 0,0-2-62 0,0-1-12 16,0 4-2-16,3 2-1 0,-6-3-29 0,0 0-5 0,0 3-2 0,-3 0 0 15,3 0-16-15,-2 0-3 0,-1 0-1 0,0 3 0 16,0 0-19-16,-3-1-11 0,0 4 12 0,0 2-12 16,0-1 17-16,0 1-3 0,0 0-1 0,0 3 0 15,0-3-13-15,1 2 0 0,2 6 0 0,0-8 0 16,0 6 0-16,0-1 0 0,3 3 0 16,0-3 0-16,0 3 0 0,3-3 0 0,3 0 0 15,0 3 0-15,0-5-9 0,3 2 9 0,0 0 0 16,0-2-9-16,3-1 9 0,-3 1 0 0,3-3-9 0,3-3 9 15,-3 3 0-15,3-3 0 0,0-2 0 0,2 0 0 16,-2-1-9-16,3 1 9 0,3-3 0 0,-3 0 0 16,3 0 0-16,-3 0-8 0,3-3 8 0,0 3 0 15,0-5-192 1,2 5-36-16</inkml:trace>
  <inkml:trace contextRef="#ctx0" brushRef="#br0" timeOffset="61995.805">16389 8779 1388 0,'0'0'39'0,"0"0"9"0,0 0-38 0,0 0-10 0,-3-2 0 0,-3-4 0 15,3 4 120-15,0-3 23 0,-3 2 4 0,3-2 1 0,-3 2-54 16,-3 0-10-16,3 1-3 0,-3-1 0 0,3 0-20 16,-3 1-4-16,0-4-1 0,0 4 0 15,0-1-13-15,0 1-3 0,1-1-1 0,-4 0 0 16,3 1-8-16,-6-1-2 0,3 0 0 0,0 1 0 0,-3-4-3 0,0 4-1 15,3-4 0-15,-6 1 0 0,-2 0-1 0,2 0 0 16,-3-1 0-16,-3 1 0 0,3 0-6 0,-3-1-2 16,1 1 0-16,-4 0 0 0,0-1-4 0,3 1-2 15,-3 3 0-15,4-4 0 0,-1 4-2 0,0-1-8 16,0 0 12-16,3 1-4 0,-2-4-8 0,2 4 0 16,-6-1 9-16,3 0-9 0,0 1 0 0,1-1 8 0,-1 0-8 15,-3 3 0-15,6 0 0 0,-3 0 0 16,3 3 0-16,-2-3 0 0,2 5 0 0,3-2-16 15,0 2 4-15,0 1 0 0,0-4 12 0,0 6 0 16,4-2 0-16,-1 1 0 0,0-1 0 0,0 2 0 0,0 0 0 0,-3 2 0 16,0-2 0-16,3 3 0 0,-2-1 0 15,-1 1 0-15,0 0 0 0,-3-1 0 0,3 3 0 0,-3-2 0 16,3-1 0-16,-2 4 0 0,2-4 0 0,-3 1 0 16,3-1 0-16,0 1 0 0,3 0 10 0,-3 2-10 15,4-3 0-15,2 4 0 0,-6-1 0 0,3-3-10 16,0 1 10-16,0 0 0 0,-3-1 0 0,3 1 8 15,1-1-8-15,2 1 0 0,-3-3 0 0,3 3 0 16,3-1 0-16,-3 1 0 0,0 2 0 0,3 0-8 16,0 0 8-16,-3 1 0 0,3 1 0 0,1-1 0 15,-1 2 0-15,3-1 0 0,-3 1 0 0,0 3 0 16,3-6 0-16,0 3 0 0,0-3 0 0,0 3 0 16,0-3 0-16,0 1 0 0,0-1 0 0,0 0 0 15,0 0 0-15,0 0 0 0,3 1 0 0,0-1 0 0,0-3 0 16,0 4 0-16,0-1 0 0,-3-2 0 0,3 2 0 15,0 3 0-15,3 0 0 0,-3-1 0 0,0 4-8 0,1-3 8 16,2 2-8-16,-3 1 8 0,3 2 0 0,0-2 0 16,0-1 0-16,-3 1 8 0,3-4-8 15,0 1 0-15,3 0 0 0,-3 0 0 0,0-3 0 0,3 1 0 16,-3 1 0-16,2-1 0 0,-2-1 0 0,3 0 0 16,0 0 0-16,0 1 0 0,3-4 0 0,-3 3-10 15,0 1 1-15,3-4 0 0,0 3 9 0,0 1 12 16,0 2-2-16,3-3-1 0,-3 0-9 0,3 0 0 15,3 0 0-15,-3 3 0 0,3-2 0 0,-3 1 0 0,3-1 0 16,2-1 0-16,-2-3-10 0,3 4-4 0,0-4-1 0,0 1 0 16,0-1 15-16,0 4 0 0,0-6 0 0,2 2 0 15,1 1 0-15,-3-3 0 16,0 2 0-16,3 1 0 0,-3-1 0 0,3 1 0 0,0-3-8 0,2 3 8 16,-2-3 0-16,3 2 0 0,0-2 0 0,3 0 0 15,-3 0 0-15,-1 3 0 0,4-4 0 16,0 4 0-16,0-3 0 15,-3 3 0-15,3-4 0 0,-1 4 0 0,-2-3 0 0,0-3 0 0,0 3 0 0,3-2 0 16,-4-1 0-16,4 0 8 0,0 0-8 0,3 1 10 16,0-1 1-16,-1 0 0 0,1 3 0 0,3-2 0 15,-3-1-19-15,3-3-4 0,-1 4-1 0,-2-4 0 16,-3 1 13-16,3-3 0 0,0 3 0 0,-1-1 0 0,1-2 0 16,3 0 0-16,-3 0 8 0,2 0-8 15,1 0 8-15,-3-2-8 0,0-1 9 0,0 0-9 16,-1 1 9-16,-2-1-9 0,0 0 8 0,0-2-8 15,-3 0 10-15,-1-3-10 0,-2 3 12 0,3-3-12 16,0-3 11-16,-3 3-11 0,3 0 10 0,-3-2-10 0,-1 2 0 16,4-3-12-16,-3 3 1 0,3 0 0 0,-3 0 28 0,0-2 6 15,0-1 1-15,-4 3 0 0,4-2-39 0,0-1-7 16,-3 0-2-16,3 1 0 0,-3-1 46 0,-3 1 9 16,3-1 1-16,-4-2 1 0,1 2-1 0,0 1-1 15,0-1 0-15,-3 1 0 0,3-1-31 0,-3 0 0 16,3 1 0-16,-3-3 0 0,3 2-14 0,-3 0-9 0,3-2-1 0,-4 3-1 15,4-4 25-15,-3 1 0 0,0 0 0 0,0 0 0 16,3-1 0-16,-3 1 0 0,0 0 9 0,0 0-9 16,0 2 22-16,0 1-2 0,0-4-1 0,0 4 0 15,-1-1-19-15,-2 1 0 0,3 2 0 0,-3-3 0 16,0 3 0-16,0-2 0 0,0-1 0 0,0 0 0 16,0-2 0-16,0 3-12 0,0-1 1 15,-3 0 1-15,0-2 10 0,0 0 14 0,0 0-3 0,0-1-1 16,0-1 2-16,-3-1 1 0,3 0 0 0,-3 0 0 15,0 0 1-15,0 0 0 0,0-2 0 0,0 2 0 16,0 0-6-16,-3 0 0 0,3 0-8 0,-3 0 12 16,3 0-12-16,-3 3 11 0,3 0-11 0,-3 0 10 15,0 0-10-15,3-1 8 0,-3 1-8 0,0 0 8 16,0 0-8-16,3-1 8 0,-3 1-8 0,0 0 8 16,3 0-8-16,-3-1 0 0,3 1 0 0,-3 3 0 15,0-6 0-15,3 3 8 0,-3-3-8 0,0 2 0 16,0-1 0-16,3 1 8 0,-3-2-8 0,0 3 0 15,0-3 0-15,0 3 0 0,0 0 8 0,0 2-8 0,-3-2 0 16,3 3 0-16,0-1 0 0,-3 0 0 16,4 3 0-16,-4-2 0 0,0 2 8 0,0 0-8 0,3-3 0 15,-3 6 0-15,0-3 0 0,0 0 0 0,0 3 0 16,0-3 0-16,0 0 0 0,0 3 0 0,0-3 0 16,0 2 0-16,0 1 0 0,0-3 0 0,-3 0 0 0,3 3 0 15,0 0 0-15,-3-3 0 0,3 3 0 0,1-1 0 16,-4 1 0-16,3 0 0 0,0-1 0 0,-3 1 0 15,3-3 0-15,-3 3 0 0,3 0 0 0,0-3 0 16,-3 2 0-16,3 1 0 0,0-3 0 0,-3 3 0 0,3-3 8 16,0 3-8-16,-3-3 0 0,3 0 0 0,-3 2 0 15,1-2 0-15,-4 1 0 0,3-1 0 0,-3 0 0 0,0 2 0 16,0-2 0-16,-3 0 0 0,3 3 0 0,-3 0 0 16,0 0 0-16,-2-1 0 0,2 4 0 0,-3-4 0 15,0 6-17-15,0-2 4 0,3 2 1 0,-3 0 0 31,1 0-24-31,2 0-5 0,-3 2-1 0,3 1 0 16,3 0-69-16,-3-1-13 0,6 4-4 0,-3 2-716 0,3-3-144 0</inkml:trace>
  <inkml:trace contextRef="#ctx0" brushRef="#br0" timeOffset="62739.1">15871 9314 1552 0,'0'0'44'0,"0"0"10"0,0 0-43 0,0 0-11 0,0-5 0 0,0-1 0 0,3 1 156 15,-3 0 28-15,0-1 7 0,0 1 1 0,-3 0-103 0,3 0-20 16,0-1-4-16,-3 4-1 0,0-4 0 16,0 4 0-16,0-4 0 0,-3 4 0 15,3-4-13-15,-3 4-3 0,0-1-1 0,0 1 0 0,-3 2-24 0,0-3-5 16,3 3-1-16,-3 0 0 0,0 0-17 0,-3 3 0 16,4-1 0-16,-7 1 0 0,3 2 55 0,-3 0 7 15,-3 3 2-15,3 0 0 0,-3 3-52 16,3-1-12-16,0 4 0 0,-2-4 0 0,-1 3-11 15,6 1-5-15,-3-1 0 0,3 3-1 0,3 2 17 16,0 1-8-16,3-3 8 0,0 5 0 0,0 0 0 0,3-2-8 0,3 2 8 16,0 0 0-16,6-3 0 0,-3 1-8 0,3-3 8 15,3-3 0-15,0 3 12 0,0-3 10 0,0-2 2 16,3-1 0-16,0-2-24 0,0 0 0 0,0-2 0 0,-1 1 0 16,4-1 0-16,-3-4 0 0,3 4 0 15,-3-4 0-15,0 1 0 0,3 0 0 0,-3-1 0 16,3-2 0-1,0 0-62-15,-1 3-17 0,1-6-3 0,3 3-1 16,3 0-174-16,0 0-35 0,29 0-8 0,-11-5 0 0</inkml:trace>
  <inkml:trace contextRef="#ctx0" brushRef="#br0" timeOffset="65904.024">16987 3231 1044 0,'0'0'23'0,"0"0"5"0,0 0 0 0,0 0 1 0,0 0-29 0,0 0 0 16,0 0 0-16,0 0 0 0,0 0 93 0,0 0 13 0,0 0 2 0,0 0 1 15,0 0-23-15,0 0-5 0,0 0-1 0,0 0 0 16,3 5-63-16,0 0-17 0,-3-5 0 0,6 8 0 16,-3-8 37-16,3 3 2 0,0 2 0 0,3-5 0 15,-3 3-11-15,3 2-3 0,-1-5 0 0,1 3 0 16,3-1-25-16,0 1-9 0,0 0 0 0,3 2 0 15,0 0 9-15,0 3-8 0,0-5 8 0,0 2-8 16,2 0 8-16,-2 3 0 0,3 0 0 0,0 0 0 16,0-2 0-16,0 2 0 0,0-1 8 0,-4 1-8 15,4 0 12-15,-3 0-3 0,3 0 0 0,-3 0 0 16,0 5-9-16,3-7-12 0,0 4 2 0,2 4 1 16,1-4 9-16,0 1 0 0,3-1 0 0,3 1-8 15,-1 5 20-15,1-6 4 0,0 1 0 0,3 5 1 16,0-8 8-16,-4 5 2 0,1 3 0 0,0 0 0 15,3-3-1-15,-1 3 0 0,4-6 0 0,3 9 0 16,-3-6-3-16,5 6-1 0,-2 2 0 0,0 3 0 16,-3 2-6-16,-4-5 0 0,1 3-1 0,3 5 0 15,0-8-7-15,-4 6 0 0,4-1-8 0,0-2 12 0,0-3 0 16,-1 3-1-16,1-3 0 0,0 3 0 16,-3-3 1-16,-1 3 1 0,-2-3 0 0,-3 6 0 0,-3-4-4 15,0 4-1-15,2-1 0 0,-2 1 0 16,-3-1 0-16,3 1-8 0,-3-1 12 0,0-2-4 15,2 0-8-15,-2-3 0 0,-3 3 9 0,3-3-9 0,0 0 0 0,0 0 0 16,-3 1 0-16,3 1 8 0,-4-2-8 0,4 3 0 16,-3 0 0-16,0 3 8 0,3 2-8 0,-3-3 0 15,0 1 0-15,0-1 0 0,-4-2 0 0,1 2 0 16,3 1 0-16,-3-6 0 0,3 0 0 0,-3 3 8 0,3-3-8 16,0 3 0-16,0 2 0 0,-3 1 0 15,2-1 0-15,4 6 8 0,-3 0-8 0,0-3 12 16,0 0-4-16,3 0 0 0,-3-2-8 0,0 2 8 0,2-3-8 0,-2 1 8 15,0-1-8-15,0 1 9 0,0 2-9 0,-3 2 10 16,3 1-10-16,-3 0 0 0,0 0 9 0,2-1-9 16,-5 1 10-16,3-3-2 0,-3 3-8 0,3-3 12 15,-3 0 0-15,0-2 0 0,0-1 0 0,0 6 0 16,0-3-12-16,0 3 11 0,-3 2-11 0,3 3 10 16,-3-5-10-16,2 2 8 0,-2-2-8 0,0-3 8 15,3 0 0-15,-3 0-8 0,-3-2 12 0,3 2-4 16,-3-3 2-16,0 6 0 0,-3 0 0 0,3 2 0 15,-3 3-1-15,3-2 0 0,-3-3 0 0,0 2 0 16,0-2-9-16,-3-3 10 0,0-3-10 0,0 3 10 16,0-2-10-16,-3 2 10 0,0 3-10 0,0 2 10 15,0 0-10-15,0 1 12 0,0-1-12 0,0-2 12 0,4 0-12 16,-4 0 10-16,0-3-10 0,-3 0 10 16,3-5-10-16,0 2 0 0,-3 0 0 0,0 4 8 0,3-1-8 15,-3 2 8-15,3-1-8 0,-3 4 8 0,0-5-8 16,0 3 8-16,0-3-8 0,-3 0 8 0,4-3-8 15,-4 1 12-15,0-1-12 0,-3-2 12 0,3 0-12 0,-3 2 8 16,0 4-8-16,-3 1 8 0,0 1-8 0,1 2 0 16,-4-2 0-16,0 3 8 0,3-6-8 0,-3 0 8 15,0 0-8-15,1 0 8 0,2-5-8 0,-3 2 8 16,3 1-8-16,-6 2 8 0,3-3-8 0,0 3 8 0,-2 3-8 0,-1 0 8 16,-3 2-8-16,0-5 10 0,0 1-10 0,1-4 10 15,-4 0-10-15,3-2 0 16,0 3 0-16,1-3 8 0,2-1-8 0,0 1 0 0,0 0 9 15,0 2-9-15,0-2 0 0,1 3 0 16,-1-1 0-16,0 1 8 0,-3-1-8 0,0-2 0 0,1 0 8 0,-1 2-8 16,0-5 0-16,0-2 0 0,4 2 0 0,-1-2 8 15,0-1-8-15,0-2 0 0,3 3 0 0,0-4 0 16,1 4 0-16,-1-3 0 0,0 0 0 0,-3 0 0 16,3 2 0-16,-3-2 0 0,1 2 0 0,-1-2 8 15,0 3-8-15,0-3 0 0,3 0 8 0,-2 0-8 16,2-1 0-16,3-1 0 0,-3-1 0 0,3-3 0 15,0 1 0-15,0 0 0 0,4-3 0 0,-1 2 8 16,3-2-8-16,-3 0 0 0,3 0 0 0,-3 0 0 16,0 0 0-16,0 0 0 0,0 0 0 0,-2 0 0 15,2-3 0-15,0 0 0 0,0 0 0 0,-3 1 0 16,3-1 0-16,-3 0 0 0,3-2 0 0,1 2 0 0,-1 1 0 0,0-1 0 16,3 0 0-16,-3-2 0 0,3 2 0 0,0 0 0 15,-3 1 0-15,3-1 0 16,3 0 0-16,-2-2 0 0,-1 2 0 0,3 1 0 0,0-1 0 15,0 0 0-15,0 0 0 0,0 1 0 0,0-4 0 0,0 4 0 16,-3-4 0-16,3 1 0 0,-3 2 0 16,0-2 8-16,4 2-8 0,-4-2 0 0,3-1 0 0,-3 1 0 15,3 0 0-15,-3 2 0 0,3-2 0 0,-3-1 0 16,3 1 0-16,-3 0 0 0,3-1 0 0,0 1 0 16,1 2 0-16,-4-2 0 0,3-1 0 0,0 1 0 15,0 0 0-15,0-1 0 0,0 1 0 0,0 2 0 16,3-2 0-16,-3 0 0 0,0-1 17 0,3 1-1 0,-3 2 0 0,3-2 0 15,-3 0-16-15,3-1 0 0,1 1 0 0,-1-1 0 16,0 1 0-16,3 0 0 0,-3-1 0 0,0 1 0 16,6-3 0-16,-6 5 0 0,6-5 0 0,-6 3 0 15,3 0 0-15,-3-1 0 0,6-2 0 0,-6 3 0 16,6-3 0-16,-6 3 0 0,3-1 0 0,3-2 0 16,-6 6 0-16,6-6 0 0,-6 2 0 0,6-2 0 15,-6 5 0-15,6-5 0 0,-3 3 0 0,3-3 0 16,0 0 0-16,-6 5 0 0,6-5 0 0,0 0 0 15,0 0 0-15,-6 6 0 0,6-6 0 0,-3 2 0 32,3-2-48-32,0 0-12 0,0 0-4 0,-6 6 0 15,6-6 0-15,0 0 0 0,0 0 0 0,0 0 0 0,0 0-122 0,0 0-25 16,0 0-5-16,0 0 0 0</inkml:trace>
  <inkml:trace contextRef="#ctx0" brushRef="#br0" timeOffset="66525.679">17127 8901 1573 0,'0'0'34'0,"0"0"7"0,0 0 2 0,0 0 2 0,0 0-36 0,0-5-9 0,0 5 0 0,0-5 0 16,-3 2 104-16,3 3 18 0,0 0 4 0,0-5 1 16,0 5-35-16,0 0-8 0,0 0 0 0,-3-3-1 15,3 3-23-15,0 0-5 0,0 0-1 0,-3-5 0 16,-3 2-15-16,6 3-3 0,-3 0-1 0,3 0 0 16,0 0-11-16,0 0-1 0,0 0-1 0,-6 3 0 15,0-1-35-15,0 1-7 0,6-3-2 0,-6 3 0 16,3 2 69-16,-3 0 13 0,0 0 4 0,3 1 0 15,-3-1-73-15,3 0-15 16,-3 1-2-16,0 2-1 0,1 0 43 0,-1-1 9 0,0 1 2 0,0 0 0 16,0 0-27-16,0 3 0 0,0-3 0 0,0 2 0 15,0-2 0-15,0 3 0 0,3-3 0 0,-3 2 0 16,0 1 0-16,3-3 0 0,-3 0 0 0,3 2 0 0,0-2 0 16,0 0 0-16,0 0 0 0,0 0 0 0,3 0 0 15,-3-3 0-15,3 3 0 0,0 0 0 16,0 0 0-16,0-2 0 0,0-1 0 0,0 0 0 15,0-5 0-15,0 8 0 0,0-3 0 0,0 1 0 16,0 2 0-16,0-6 0 0,0-2 0 0,3 8 0 0,0-3 0 16,0-2 0-16,-3 2 0 0,3 1 0 0,0-4 0 0,0 4 0 15,3-4 0-15,-3 4 0 0,0-4 0 0,3-2 0 16,-3 3 0-16,3 0 0 0,0-1 0 0,0-2 0 16,0 3 0-16,0-3 0 0,0 2 0 0,0-2 0 15,3 0 0-15,-3 0 0 0,2 0 0 0,1 0 0 16,0 0 0-16,-3 0 0 0,6 0 36 0,0 0 3 0,0 0 0 0,0 0 0 15,3-2-39-15,-3-1-15 0,3 1 1 0,2 2 0 32,-2-6-46-32,3 4-10 0,0-4-2 0,3 4 0 15,-3-4-157-15,0 6-32 0,8 0-7 0,-5 0 0 0</inkml:trace>
  <inkml:trace contextRef="#ctx0" brushRef="#br0" timeOffset="68380.326">19824 5633 1728 0,'0'0'38'15,"0"0"8"-15,0 0 2 0,0 0 0 0,0 0-39 0,0-5-9 0,0 5 0 0,0 0 0 0,0 0 104 16,0 0 20-16,0 0 3 0,0 0 1 0,0 0-52 0,0 0-9 16,0 0-3-16,0 0 0 0,6 3 0 15,-3 2 0-15,3 0 0 0,-3 3 0 0,-1 0-51 0,1 0-13 16,0 3 0-16,0-1 0 0,0 1 0 0,0 2 0 16,0 3 0-16,0 2 0 0,-3 1 0 0,3 5 0 15,0 0 0-15,-3-1 0 16,0 1 0-16,3 0 0 0,-3 0 0 0,0-3 0 15,0 0-48-15,0-2-13 0,0-1-3 0,0-2 0 16,-3 3-102-16,3-3-21 0,0-3-4 0,-3-3-692 16</inkml:trace>
  <inkml:trace contextRef="#ctx0" brushRef="#br0" timeOffset="68770.618">19889 5625 1728 0,'0'0'38'0,"-6"0"8"0,0-2 2 0,0-1 0 0,3 0-39 0,3 3-9 0,0 0 0 0,-6 0 0 16,6 0 104-16,0 0 20 0,0 0 3 0,0 0 1 16,0 0-52-16,0 0-9 0,0 0-3 0,0 0 0 15,3 0 0-15,3 6 0 0,3-4 0 0,0 1 0 16,3 0-51-16,0 2-13 0,3-2 0 0,0 2 0 15,3-2 14-15,-1 2 0 0,1 0 0 0,0 0 0 0,0 3-14 0,0 0 0 16,-3 0 8-16,3 3-8 0,-4-3 0 16,1 2 0-16,-3-2 0 0,0 3 0 0,-3-1 0 15,0 4 0-15,0-1 0 0,-3 0 0 0,0 3 0 0,-3-3-21 16,0 3 3-16,-3 0 1 0,0-3 17 0,0 3 0 16,0-3 0-16,-6 3 0 0,3-3 0 0,-6 3 0 15,0-2 0-15,-3-1 0 0,0-3 0 16,0 1 0-16,-3 2 0 0,-2-2 0 0,2-3 0 0,-3 2 0 15,0-2 0-15,0 0 0 0,0 0 12 0,0-3 5 16,4 1 2-16,-4-1 0 16,6-2-82-16,-3-1-16 0,6 4-3 0,-3-4-674 15,6-2-134-15</inkml:trace>
  <inkml:trace contextRef="#ctx0" brushRef="#br0" timeOffset="69520.645">20627 5670 1728 0,'0'0'38'0,"0"0"8"0,0 0 2 0,0 0 0 0,0 0-39 0,0 0-9 0,0 0 0 0,-3-5 0 15,3 5 104-15,0 0 20 0,0 0 3 0,0 0 1 16,0 0-29-16,-6 0-6 0,0 3-1 0,0-3 0 15,4 2-59-15,-4 4-12 0,0 2-2 0,0 0-1 16,0 2-10-16,0 3-8 0,0-2 12 0,-3 5-12 16,-3 0 8-16,3 5-8 0,0 0 0 0,-3 3 0 0,0 2 0 15,3 1 0-15,-3-3 0 0,-2 2 0 0,2-5 0 0,0 0 0 16,0 1 8-16,0-1-8 0,-3-3 0 0,3-2 0 16,0 0 0-16,-3 3 0 15,6-6 11-15,-2 3-2 0,2-1 0 0,-3 1 0 16,3-2-9-16,0 1 0 0,3-1 0 0,-3 2 0 0,3-3 0 0,3 0 0 15,-3 0 0-15,3-2 0 0,0-1 0 0,0 1 0 16,0-3 0-16,3 0 0 16,0-3-100-16,0-5-23 0,0 5-4 0,0-5-581 15,0 0-116-15</inkml:trace>
  <inkml:trace contextRef="#ctx0" brushRef="#br0" timeOffset="70488.118">20749 6038 1074 0,'0'0'30'0,"0"0"8"0,-6 0-30 0,0 0-8 16,1 0 0-16,-1 0 0 0,-3 0 104 0,0 0 19 15,0 3 4-15,-3-1 1 16,3 1 0-16,0 0 0 0,0-1 0 0,0 1 0 0,3 2-48 0,0-2-10 15,0 2-2-15,0 1 0 0,6-6-22 0,-3 5-5 16,-3 0-1-16,3 0 0 0,0 3-15 0,0-2-3 16,3 2-1-16,-3-3 0 0,3 3-12 0,0 0-9 15,0 0 12-15,3 0-12 0,-3 2 0 0,3-2 0 16,0 3 0-16,0-1 0 0,0-2 0 0,3 3 0 16,0-3 0-16,3 0 0 0,-3 0 0 0,3-3 0 0,3 0 0 15,0-2 0-15,3 0 0 0,-3-3 0 0,3 0 0 16,2-3 0-16,-2 0 9 15,3-2-9-15,0 0 0 0,0-1 9 0,0-2 1 0,0 1 0 0,-3-1 0 0,2 0 0 16,-5 0 6-16,3 0 2 0,-3-3 0 16,0 3 0-16,-3-2 6 0,0 2 2 0,-3-3 0 0,0 1 0 15,0 2-26-15,-3-3 0 0,0 0 0 0,-3 4 0 16,0-7 56-16,0 4 7 0,-3-1 1 0,-3 1 0 16,3-1-52-16,-3 0-12 0,-3 1 0 15,3-1 0-15,-3 3 0 0,-3 0 0 0,3 0 0 0,-3 3 0 16,0 0 0-16,0-1 0 0,1 4 0 0,-1 2 0 31,0 0-48-31,-3 0-13 0,3 2-3 0,0 1-751 0,0 2-150 0</inkml:trace>
  <inkml:trace contextRef="#ctx0" brushRef="#br0" timeOffset="71801.302">16776 3908 1728 0,'0'0'38'0,"0"0"8"0,0 0 2 0,0 0 0 0,0 0-39 0,0 0-9 0,0 0 0 0,0 0 0 16,0 0 76-16,0 0 14 0,0 0 2 0,0 0 1 15,0 0-19-15,0 0-4 0,0 0-1 0,0 0 0 16,0 0-26-16,-6 3-6 0,-3 2-1 0,3 3 0 16,0-3-20-16,-3 3-4 0,3 0 0 0,-3 5-1 15,3-5-11-15,0 6 0 0,-3 1 9 0,0-4-9 16,3 2-12-16,-3 3-6 0,-3 0-2 0,4 3 0 16,-1-1 20-16,0 1 0 0,0 4 0 0,0-1 0 15,3-1 0-15,-3 0 0 0,3 0 0 0,0 3 0 16,-3-6 0-16,3 1 0 0,0-3 0 0,3 0 0 15,-3 0 0-15,0-6 0 0,3 6 0 0,-3-5 0 16,6-3 0-16,-3 2 0 0,0 1 0 0,-3-3 0 0,3 0 0 16,3-3 0-16,-3 3 0 0,3-3 0 0,0-5 0 0,-2 5 0 15,2-5 0-15,0 0 0 16,0 6-55-16,0-6-7 0,0 0-2 0,0 0-614 16,0 0-123-16</inkml:trace>
  <inkml:trace contextRef="#ctx0" brushRef="#br0" timeOffset="72305.549">16984 4046 1728 0,'0'0'38'0,"0"0"8"0,0 0 2 0,0 0 0 0,0 0-39 0,-6-3-9 0,0 0 0 0,6 3 0 16,-6-2 104-16,3 2 20 0,3 0 3 0,-9 2 1 15,3 1-52-15,0 0-9 0,-3-1-3 0,0 4 0 16,1 2-51-16,-1-6-13 0,0 6 0 0,0 0 0 16,0 0 54-16,0 3 8 0,0-1 2 0,0 1 0 15,0 5-52-15,3-3-12 0,-3 3 0 0,3-3 0 16,3 3-23-16,-3 2-7 15,3-2-2-15,0 3 0 0,3-6 32 0,0 3 0 0,3-5-8 0,-3-1 8 0,6 6 0 16,-3-11 0-16,3 6 0 0,0-3 0 0,0 0 0 0,0 0 0 16,3-3 0-16,0 0-9 0,0-2 9 0,0 0 0 15,0-3 0-15,3 2 0 0,-3-4 0 0,-1 2 0 16,1-3 0-16,0 0 0 0,0 1 26 0,-3-4 7 16,3 1 2-16,0 0 0 0,-3-3-35 0,0 0 0 15,3 0 0-15,-3 0 0 0,0 0 0 0,0-5 0 16,-3 2 0-16,3-2 0 0,-3 2 0 15,-3-4 0-15,3 1 0 0,-3 1 0 0,0 0 58 0,0-3 5 16,-3 3 1-16,0-3 0 0,0 3-52 0,0 5-12 16,0-6 0-16,0 4 0 0,0 5 0 0,-3-3 0 15,0-3 0-15,0 6 0 16,0-1-48-16,0 1-13 0,-3 3-3 0,3 2 0 16,-3-6-51-16,-3 6-10 0,-14 0-3 0,5 6 0 0</inkml:trace>
  <inkml:trace contextRef="#ctx0" brushRef="#br0" timeOffset="75909.58">17246 9645 1552 0,'0'0'44'0,"0"0"10"0,0 0-43 0,0 0-11 0,0 0 0 0,0 0 0 16,0 0 136-16,0 0 24 0,0 0 6 0,0 0 1 15,0 0-63-15,0 0-12 0,0 0-2 0,3 5-1 16,-3-5-20-16,3 5-4 0,0 1-1 0,-3-1 0 16,0 3-51-16,0 0-13 0,0 0 0 0,0 0 0 15,0 2 54-15,0 1 8 0,-3-1 2 0,0 4 0 16,3-4-52-16,-3 3-12 0,3 1 0 0,-3-4 0 15,0 3 0-15,3 3 0 0,-3-2 0 0,3-1 0 16,-3 3 0-16,3-3 0 0,0-3 0 0,-3 4 0 31,3-4-100-31,0-2-22 0,0 0-5 0,3-3-1 0,0 3-102 0,0-5-21 0,9 0-4 0,0-9-1 16</inkml:trace>
  <inkml:trace contextRef="#ctx0" brushRef="#br0" timeOffset="76252.983">17398 9772 1728 0,'0'0'38'0,"0"0"8"0,0-8 2 0,-3 2 0 0,3 4-39 0,-3-3-9 16,3 2 0-16,0 3 0 0,0 0 104 0,0 0 20 16,-3-3 3-16,3 3 1 0,0 0 0 0,0 0 0 15,0 0 0-15,0 0 0 0,0 0-103 0,-6 6-25 16,3 1 0-16,0 1 0 0,0 0 0 0,0 0 0 0,0 0 0 0,0 3 0 16,3-3 0-16,0 2 0 0,0 1 0 15,0-1 0-15,0 4 0 0,3-4 0 0,-3-2 0 16,3 3 0-16,0-1 0 0,0-2 0 0,0 0 0 0,3 0 0 15,0-3 0-15,0 1 0 0,0-4 0 0,3 1 0 16,0 0 0-16,-1-3 0 0,4 0 0 0,-3-6 0 16,0 4 0-16,3-4 0 0,-3 1 0 0,3-3 0 15,-3 0 13-15,0 0-2 0,-3 0-1 0,3-2 0 16,-3-1 16-16,0 3 3 0,-3 0 1 16,0-2 0-16,0-1-6 0,-3 1-2 0,-3-1 0 0,3 3 0 15,-3 0-10-15,0 0-1 0,0 0-1 16,-3 0 0-16,0 0-10 0,-3 3 0 0,0 0 0 0,3 0 0 15,-3 2-58-15,0 0-10 16,3 1-3-16,-3-1 0 0,0 3-148 0,0 0-29 0,-14-3-7 16,11 1-1-16</inkml:trace>
  <inkml:trace contextRef="#ctx0" brushRef="#br0" timeOffset="76657.93">17913 9703 1908 0,'0'0'42'0,"0"0"9"0,0 0 1 0,0 0 1 0,0 0-42 0,0 0-11 15,0 0 0-15,0 0 0 0,0 0 112 0,0 0 21 16,-3-3 4-16,3 3 1 0,-3-5-50 0,3 5-11 0,-6-5-1 0,0 2-1 15,6 3-22-15,-6-3-4 0,0 3-1 0,0-2 0 16,-3 2-15-16,3 2-3 0,-3-2-1 0,0 3 0 16,0 0-10-16,0 2-3 0,-3 0 0 0,4 3 0 15,-4 0-5-15,3 0-2 0,0 0 0 0,-3 5 0 16,3-2-9-16,-3-1 0 0,3 4 0 0,-3-4 0 16,3 3 0-16,3 1 0 0,0-1 0 0,3 0 0 15,0 0 0-15,6 1 0 0,0-1-8 0,0-3 8 16,3 4 0-16,0-4-9 0,3-2 9 0,0 3 0 15,0-6-10-15,3 3 10 0,-3 0-8 0,3-5 8 16,0 2 0-16,0-3 0 0,-1 1 0 0,1 0 0 16,3-3-12-16,0 2 4 0,0-2 0 0,0 0 0 15,0 0-159 1,0 0-31-16</inkml:trace>
  <inkml:trace contextRef="#ctx0" brushRef="#br0" timeOffset="89563.97">15037 5236 672 0,'0'0'19'0,"0"0"4"0,0 0-23 0,0 0 0 0,0 0 0 0,0 0 0 0,0 0 40 0,0 0 3 16,0 0 1-16,0 0 0 15,0 0 60-15,0 0 12 0,0 0 2 0,0 0 1 0,0 0-37 0,0 0-7 16,0 0-2-16,0 0 0 0,0 0-7 0,0 0-2 15,0 0 0-15,0 0 0 0,0 0 0 0,0 0 0 16,0 0 0-16,-6 0 0 0,6 0 0 0,-6 0 0 16,6 0 0-16,-6-2 0 0,0-1-51 0,0-2-13 15,4 2 0-15,-4-2 0 0,3 0 47 0,0-1 6 16,-3 1 2-16,3 0 0 0,0-1-37 0,0 1-7 16,0 0-2-16,0-3 0 0,0 0-9 0,0 0 0 15,0-3 0-15,0 4 0 0,0-7 0 0,0 6 0 16,0-8 0-16,0 3 0 0,0-3 53 0,0 3 9 0,3 0 2 15,-3-3 0 1,3 0-76-16,-3 3-14 0,0-3-3 0,0 3-1 0,3 0 30 16,-3-1 0-16,0 1 11 0,3 0-3 0,0 5 0 0,-3-8 0 0,3 6 0 0,0-1 0 15,-3 0-8-15,3 1 11 0,0-3-11 0,-3 2 12 16,3 0-12-16,0 1 0 0,0-3 9 0,0 2-9 16,0-2 0-16,0 5 0 0,0-11 0 15,3 9 8-15,-3-6-8 0,0 0 0 0,3 0 0 16,-3 0 0-16,0 0 0 0,3 0 0 0,-3 1 0 0,0-1 8 15,3 2-8-15,-3-4 0 0,0 5 8 0,3-3-8 16,-3 3 0-16,0 2 0 0,3-2 0 0,-3 2 0 16,0 3 15-16,0-8-2 0,3 6 0 0,-3-1 0 15,3 3-13-15,-3-5 0 0,3 0 0 0,-3 2 0 16,3 1 0-16,-3-1 0 0,3 3 0 0,0-5 0 16,-3 0 0-16,3 2-16 0,-3-2 1 0,3 0 1 15,0-3 14-15,-3 3 0 0,3-3 0 0,0 0 0 16,-3 0 8-16,3 0 5 0,0 3 1 0,0-6 0 0,3 3-22 15,-3 1-5-15,0 1-1 0,0-2 0 0,0 3 14 0,3 3 0 16,-3-4 0-16,0 4 0 0,-1-1 0 0,4 1 0 16,-3-1 0-16,0 3 0 0,0-2 0 0,3 2 0 15,-3 0 0-15,3 0 0 0,0 0 0 0,-3 2 0 16,3-7 0-16,-3 5 0 0,3 0 0 0,0 0 0 16,0-5 0-16,0 3 0 0,0 4 0 15,0-7 0-15,0 0 0 0,0 2 0 16,0-2 0-16,0 0 0 0,3 2 0 0,-3-2 0 0,-1 2 0 15,1-2 0-15,0 0 0 0,0 2 0 0,0 1 16 0,0-1 7 0,0 1 1 16,0-1 0-16,-3 3-24 0,3-2 8 0,0-1-8 16,0 3 0-16,0 0 0 0,0 0 0 0,-3 3 0 0,3-3 0 15,0 3 0-15,-3-3 0 0,3 5 0 16,-3-5 0-16,0 3 0 0,3-1 0 0,-3 4 0 0,3-3 0 16,-3 2 8-16,0-5-8 0,-1 3 10 0,1 2-10 31,0-2-19-31,0-1-9 0,0 4-3 0,0-4 0 0,0 4 47 0,0-6 8 0,-3 3 3 0,3-1 0 15,-3 4-27-15,0-4 8 0,0 6-8 0,3-2 0 16,-3 2-18-16,0-6-9 16,0 4-1-16,0-6-1 0,0 8 29 0,3-5 0 0,-3 2 0 0,0 3 0 15,0-5 0-15,0 5 0 0,0-6 0 0,0 4 0 16,0-4 0-16,0 6 0 0,0-2 0 0,0 2 0 16,0-8 45-16,0 3 15 0,0-1 4 0,0 6 0 15,0-2-52-15,0 2-12 0,0 0 0 0,0-6 0 16,0 6-48-1,0 0-13-15,0-2-3 0,0 2 0 0,0 0 52 0,0 0 12 0,0 0 0 0,0 0 0 16,0 0 48-16,0 0 13 0,0 0 3 0,0 0 0 0,0 0-52 16,0 0-12-16,0 0 0 0,0 0 0 0,-6 0 0 0,6 0 0 15,-6 0 0-15,6 0 0 0,-9 2 0 16,3 4 0-16,1-4 0 0,-1 4 0 0,0-4 0 0,0 3 0 16,0 1 0-16,0 2 0 0,0-6 0 0,0 6 0 15,0-5 0-15,-3 5 0 0,3 0 0 0,-3-6 0 16,0 6 0-16,0-2 0 0,-3-1 0 0,3 3 0 0,0 0 0 15,-2 0 0 1,-1-6-18-16,3 6-6 0,0-2-2 0,-3 2 0 0,3-3 42 0,0 3 8 0,0-3 1 16,0 0 1-16,3 6-26 0,-3-3 0 0,3-5 0 0,0 2 0 15,0 0 0-15,3 3 0 0,-3 0 0 0,3-5 0 16,1 2 0-16,2-5 0 0,-6 8 0 0,6-8 0 16,-3 3 0-16,3-3 0 15,0 0 0-15,-3 2 0 0,3-2 0 0,0 0 0 0,0 0 0 0,0 0 0 31,0 0-46-31,0 0-14 0,0 0-4 0,0 0 0 0,0 0 52 0,0 0 12 0,0 0 0 0,0 0 0 16,0 0 48-16,0-2 13 0,0-6 3 0,3 5 0 16,0-5-103-1,0 0-20-15,2 0-4 0,1 3-1 0,0-3 52 0,0 3 12 0,0-3 0 0,3 2 0 16,0-2 0-16,0 6 0 0,0-6 0 0,3 0 0 16,0 3 21-16,0-1 7 0,0-2 2 0,0 6 0 15,-1-6-22-15,-2 0-8 0,3 3 0 0,-3-1 9 16,3-2 3-16,-3 6 0 0,3-6 0 0,-3 0 0 0,0 3 2 0,0-1 1 15,0 4 0-15,-3-4 0 0,3 4-4 16,-3-6-1-16,-1 2 0 0,1 4 0 0,0-3-10 0,-3 2 0 16,0 0-12-16,3 3 12 0,-3 0 0 0,-3 0 0 15,3 0 0-15,-3 0 0 0,6 0 0 0,-3 3 0 16,0 2 0-16,0-2 0 0,0 5 0 0,0-6 0 16,0 4 0-16,-3 2 0 0,3-3 0 15,0 3 0-15,0 0 0 0,0 0 0 0,0 0 0 0,0-6 0 16,0 6 0-16,0 3 0 0,0-9 0 15,0 6 0-15,0 0 0 0,0-2 0 0,0 2 0 0,3-3 0 16,-3 3 0-16,0-6 0 0,0 4 0 0,0-1 0 16,-3-5 0-16,3 8 0 0,-3 0 0 0,3-5 0 0,0 2 0 0,-3-5 0 15,3 5 0-15,0 3 0 0,-1 0 0 0,1 0 0 32,0 0-161-32,0-5-25 0,-3-3-5 0,3 5-897 0</inkml:trace>
  <inkml:trace contextRef="#ctx0" brushRef="#br0" timeOffset="90487.861">13912 4464 1854 0,'0'0'40'0,"0"0"9"0,0 0 2 0,-3-5 1 0,3-1-41 0,0 1-11 0,0 5 0 0,-3-3 0 16,3 3 93-16,0 0 17 0,0-8 3 0,0 8 1 15,0 0-50-15,0 0-9 0,0 0-3 0,0 0 0 16,0 0 3-16,0 0 0 0,0 0 0 0,6 3 0 31,0 2-67-31,-3-2-14 0,3 5-2 0,0-3-1 0,-3 3 29 0,3 5 0 0,0-5 0 0,0 5 0 16,0 6 0-16,0-3 0 0,0 2 8 0,0 1-8 15,3 2 0-15,-4-2 0 0,1 2 0 0,3-3 0 16,-3 1 0-16,0-1 0 0,0-2 0 0,3 0 0 16,-3-3 0-16,-3-2 0 0,3 0 0 0,0 2 0 15,-3-8-28-15,0 3 1 16,0 0 0-16,0 2 0 0,-3-4-33 0,3-1-8 0,-3-5 0 0,0 0-1 15,0 0-162-15,0 0-32 0</inkml:trace>
  <inkml:trace contextRef="#ctx0" brushRef="#br0" timeOffset="90849.5">13972 4445 1314 0,'-9'-10'37'0,"3"4"8"0,0 4-36 0,0-1-9 16,3-2 0-16,-3 2 0 0,0-2 104 0,0 2 20 15,3 1 3-15,3 2 1 0,0 0-12 0,0 0-3 0,0 0 0 0,0 0 0 16,0 0-27-16,0 0-6 16,0 0 0-16,0 0-1 0,6 0-63 0,0-3-16 0,3 3 0 0,0 3 0 15,3-3 54-15,0 2 8 16,0 1 2-16,-1 2 0 0,1-2-52 0,0-1-12 0,3 4 0 0,-3-1 0 16,0 0 0-16,0 3 0 0,-3 0 0 15,3-5 0-15,0 2 0 16,-3 0 0-16,-1 3 0 0,-2 0 0 0,3 0 8 0,0-2-8 0,0 1 0 0,-3 4 0 15,0 2 9-15,0-5-9 0,-3 3 8 0,0 2-8 16,0 0 12-16,-3 3-4 0,0-3 0 0,0 3 0 16,-3 0-8-16,0 0 0 0,0 0 0 0,-3 0 0 15,3 0-12-15,-3-6-2 0,0 1 0 0,0-1 0 16,0 1 14-16,0 0 12 0,0-3-3 0,0-1 0 16,0 1-9-16,1-2 0 0,-1-1 0 0,0 0 0 15,0 1-12-15,0-1-5 0,0-5-1 0,6 0 0 16,0 0-93-1,0 0-18-15,0 0-4 0,0 0-896 0</inkml:trace>
  <inkml:trace contextRef="#ctx0" brushRef="#br0" timeOffset="91396.13">14400 4167 1497 0,'0'0'32'0,"0"0"8"0,0 0 0 0,0 0 4 0,0 0-36 0,-6-2-8 0,3 2 0 0,3 0 0 16,-6-5 53-16,6 5 9 0,0 0 2 0,0 0 0 15,0 0 44-15,0 0 8 0,0 0 3 0,0 0 0 0,0 0-37 0,0 0-7 16,0 0-2-16,0 7 0 0,-3 1-58 16,3 3-15-16,0 5 0 0,0-3 0 0,0 6 0 0,0-1 0 15,0 1 0-15,0-1 0 0,3 1 0 0,-3-1 0 16,-3 1 0-16,3-1 0 0,0 1 0 16,0-1 0-16,-3-2 0 0,3 0 0 15,-3 5 54-15,0-5 8 0,3 5 2 0,-2-5 0 16,2 5-52-16,0 0-12 0,-3 1 0 0,3 1 0 0,-3-4 0 15,3 2 0-15,0-2 0 0,0-1 0 16,0-2-48-16,-3 0-13 0,3-3-3 0,0 0 0 0,0-2 52 16,0-3 12-16,0 0 0 0,0 0 0 15,0 0-226-15,0-3-42 0</inkml:trace>
  <inkml:trace contextRef="#ctx0" brushRef="#br0" timeOffset="91844.212">14597 4374 1688 0,'0'0'37'0,"0"0"8"0,0 0 2 0,0 0 0 0,-3-3-38 0,3 3-9 16,0 0 0-16,-6-2 0 0,6 2 113 0,0 0 21 15,-6-3 4-15,6 3 1 0,0 0-60 0,0 0-12 16,0 0-3-16,0 0 0 0,0 0 0 0,0 0 0 15,0 0 0-15,0 0 0 0,0 0-51 0,-3 8-13 16,0-3 0-16,0 3 0 0,3-3 0 0,0 3 0 16,0 0 0-16,0 3 0 0,0-3 0 0,0 2 0 0,0 1 0 15,0 0 0-15,0-1 0 0,3 3 0 0,-3-2 0 16,0-1 0-16,0 6 0 0,3-5 0 0,-3 2 0 0,0 0 0 16,3 1 0-16,-3 2 0 15,3-3 0-15,-3 3 0 0,0-1 0 0,3-4 0 0,-3 0 0 16,0 2-782-1,3-5-159-15</inkml:trace>
  <inkml:trace contextRef="#ctx0" brushRef="#br0" timeOffset="99267.179">15761 6364 1472 0,'0'0'32'0,"0"0"8"0,0 0 0 0,0 0 1 0,0 0-33 0,0 0-8 16,0 0 0-16,0 0 0 0,0 0 89 0,0 0 16 16,0 0 3-16,0 0 1 0,0 0-26 0,0 0-6 15,0 0-1-15,0 0 0 0,0 0-28 0,0 0-5 0,0 0-2 0,0 0 0 16,0 0-14-16,0 0-3 16,0 0-1-16,0 0 0 0,-3 5-4 15,3-5-1-15,0 0 0 0,0 8 0 0,0-3-3 0,0 0-1 0,0-5 0 0,0 8 0 16,3-2-3-16,-3 2-1 0,0-3 0 0,0 3 0 15,0-3-10-15,3 3 8 0,-3 0-8 0,0 0 8 16,3 0-8-16,-3 0 0 0,0 0 0 0,0 0 8 16,3 0-8-16,-3 0 0 0,0 0 0 0,0-1 0 15,2 1 28-15,-2 3 1 0,0-3 0 0,3 0 0 16,-3 2-29-16,0 1 0 0,3 0 0 0,-3-1 0 16,0 1 0-16,3 2 0 15,-3-2 0-15,0 2 0 0,3-3 0 0,-3 1 0 0,0 2 0 0,3 0 0 16,-3-2 0-16,0 2 0 0,3-2 0 0,-3-1 0 15,0 1 0-15,3 0 0 0,-3-1 0 0,0 1 0 16,0-3 0-16,3 2 0 0,-3-2 0 0,0 0 0 16,0 0 0-16,0 0 0 0,0 3 0 0,0-3 0 15,0-1 0-15,0 1 0 0,0 0 0 0,-3 3 0 16,3-3 0-16,0 0 0 0,-3 0 0 0,3 0 0 16,0 0 0-16,0 0 0 0,0-3 0 0,-3 5 0 15,3-2 0-15,0 0 0 0,0 3 0 0,0-3 0 0,0 2 0 0,-3 1 0 16,3 0 0-16,0-3 0 0,0 2 0 0,0 1 0 15,0-1 0-15,0 1 0 0,0-1 0 0,0 1 0 16,0 0 0-16,0-1 0 0,0 1 0 0,0-1 0 16,0 1 0-16,0 0 0 0,0-1 0 0,0-2 0 15,0 5 0-15,0-5 0 0,0 3 0 0,0-1 0 16,0 1 0-16,0-3 0 0,0 3 0 0,0-1 0 0,0 1 0 16,0-1 0-16,0 1 0 0,-3-1 0 15,3 1 0-15,0 2 0 0,0-5 0 0,-3 3 0 16,3-1 0-16,0 4 0 0,0-4 0 0,-3 1 0 0,3 2 0 15,0 0 0-15,0-2 0 0,-3 2 0 16,3 0 0-16,0 0 0 0,0 3 0 0,-2-2 0 0,2 1 0 0,0-1 0 16,0 2 0-16,0-3 0 0,0 0 0 0,0 3 0 15,0-6 0-15,-3 4 0 0,3-1 0 0,0-2 0 16,0 2 0-16,0-3 0 0,0 1 0 0,0 2 0 16,0-2 0-16,0 2 0 0,0-2 0 0,0 2 0 15,0-3 0-15,0 4 0 0,0-4 0 0,0 3 0 16,0 1 0-16,0-1 0 0,0 0 0 0,0 0 0 15,0 3 0-15,3-3 0 0,-3 1 0 0,0 2 0 16,0-3 0-16,2 0 0 0,-2 3 0 0,0-3 0 16,0 0 0-16,0 1 0 0,0-1 0 0,3-3 0 15,-3 4 0-15,0-4 0 0,0 1 0 0,0-1 0 0,0 1 0 16,0 0 0-16,0-4 0 0,0 7 0 0,0-6 0 16,0 2 0-16,0 1 0 0,0-3 0 15,0 2 0-15,0-2 0 0,0 3 0 0,0-3 0 16,0 0 0-16,0 2 0 0,0-2 0 0,0 0 0 15,0 3 0-15,0-3 0 0,0 2 0 0,0 1 0 0,0-3 17 16,-3 2-2-16,3 1-1 0,0 0 0 0,0-3-22 0,0 2-5 16,0 1-1-16,0-3 0 0,0 2 14 0,0 1 0 15,0-1 0-15,0-2 0 0,0 3 0 0,0-3 0 16,0 0 0-16,0 0 0 0,0 2 0 0,0-4 0 16,0 2 0-16,0-3 0 0,0 3 0 0,3 0 0 0,-3-3 0 15,0 0 0-15,0 3 0 0,0-2 0 0,0-1 0 0,0 0 0 16,0 0 0-16,0 1 0 0,0-6 0 0,0 5 0 15,0 3 48-15,0-3 13 0,0-5 3 0,0 8 0 16,0-3-52-16,3 1-12 0,-3-1 0 0,0 3 0 31,0-8-19-31,0 5-6 0,0 3-2 0,0-8 0 0,0 5 27 0,0 1 0 0,0-1 0 0,0 0 0 16,0-5 0-16,0 8 0 0,0-2 0 16,0-6 0-16,0 5 0 0,0 0 9 0,0-5-1 15,0 8-8-15,0-3 0 0,0-5 0 0,0 0 0 16,0 8 0-16,0-2 0 0,0-6 0 0,0 0 0 0,0 5 0 15,0-5 0-15,0 5 0 0,0-5 8 0,0 8-8 16,0-8 0-16,0 0 0 0,0 0 0 0,0 0-12 16,0 0-28-16,0 0-4 15,0 0-2-15,0 0-755 0,0 0-151 0</inkml:trace>
  <inkml:trace contextRef="#ctx0" brushRef="#br0" timeOffset="99839.939">15582 8435 1728 0,'0'0'38'0,"0"0"8"0,0 0 2 0,0 0 0 0,0 0-39 0,0 0-9 0,0 0 0 0,0 0 0 15,0 0 104-15,0 0 18 0,0 0 4 0,0 0 1 16,0 0-50-16,0 0-9 0,0 0-3 0,0 0 0 15,0 0-52-15,0 0-13 0,0 0 0 0,0 0 0 16,6 3 54-16,-3 2 8 0,0 1 2 0,3-1 0 16,-3 0-52-16,0 1-12 0,3-1 0 0,-3 3 0 15,3-3 0-15,0 3 0 0,-3 0 0 0,3-3 0 16,0 3 0-16,-1 0 0 0,1-3 0 0,0 3 0 16,0-2 0-16,0 2 0 0,0-3 0 0,0 3 0 15,0-3 0-15,0 0 0 0,3 1 0 0,-6-4 0 16,3 4 0-16,0-4 0 0,0 1 0 0,0 0 0 15,-3-3-18-15,3 0-6 0,0 0-2 0,0-3 0 16,0 0 26-16,0 1 9 0,0-1 0 0,-1-2 0 16,1-1-1-16,0 1 0 0,0 2 0 0,0-4 0 0,0 1 1 15,0 1 0-15,0-3 0 0,3 0 0 0,0 3 44 0,-3-3 9 16,3 0 2-16,-3 0 0 0,3 0-64 0,-3 0-28 16,3 0 3-16,-3 0 0 15,3 3-11-15,-4-3-3 0,4 0 0 0,-3-3 0 16,0 4-86-16,0-4-18 0,3 3-3 0,0-3-1 0</inkml:trace>
  <inkml:trace contextRef="#ctx0" brushRef="#br0" timeOffset="100833.931">16002 7483 1267 0,'0'0'28'0,"0"0"5"0,0 8 2 0,0-3 1 0,3 0-36 0,-3 3 0 0,3-2 0 0,-3 2 0 15,3-3 58-15,-3-2 5 0,3 2 1 0,-3-5 0 16,3 5 0-16,-3-5 0 0,0 0 0 0,3 5 0 16,-3-5 0-16,0 0 0 0,0 0 0 0,0 0 0 15,0 0 0-15,0 0 0 0,0 0 0 0,0 0 0 16,3-2 0-16,-1-4 0 0,-2-1 0 0,3 1 0 0,-3-2 0 15,0-2 0-15,3 2 0 0,-3-5 0 16,0 2 0-16,0-2 0 0,0-3 0 0,0 3 0 16,0-3-52-16,0 3-12 0,0-3 0 0,3 2 0 0,-3 1 9 15,0 3-1-15,0 2 0 0,0-3 0 0,0 3-8 0,0-2 0 16,0 2 0-16,0 2 8 0,0-2-8 0,0 3 0 16,0 2 0-16,0 3 0 0,3-5 0 0,-3 5 0 15,0 0 0-15,0 0 0 0,0 0 0 0,3 0 0 16,-3 0 0-16,6 0 0 0,0 5 0 0,-3-2 0 0,3 2-9 15,0 1 9-15,3-1-10 0,-3 0 2 0,0 3 0 0,0 0 0 16,3-3 8-16,-3 3 0 0,3 0 0 0,-3 0 0 31,3-2-47-31,-3-1-13 0,3 0-4 0,-1 3 0 0,-2-5 52 0,0-1 12 0,3 4 0 0,-3-6 0 16,0 2 0-16,0-2 0 0,0 0 0 0,0 0 0 16,0-2 0-16,0-1 0 0,0 0 0 15,-3 1 0-15,3-1 0 0,-3 0 0 0,3-2 0 16,-3 2 0-16,3-2 0 0,-6 0 0 0,3 0 0 0,0-1 0 15,0 1 48-15,-3-3 13 0,0 3 3 0,3-1 0 16,-3-1-52-16,3 1-12 0,-3-2 0 0,0-2 0 16,0 2 0-16,3-3 0 0,-3 1 0 0,0 2 0 15,3 0 0-15,0 0 0 0,-3-3 0 0,3 3 0 16,-1 0 0-16,-2 0 0 0,3 0 0 0,0 1 0 31,0 1-19-31,0-2-6 0,0 3-2 0,3-3 0 0,0 0-174 0,3 3-35 16,15-3-8-16,-6 3 0 0</inkml:trace>
  <inkml:trace contextRef="#ctx0" brushRef="#br0" timeOffset="101172.813">16591 7049 1792 0,'0'0'51'0,"0"0"10"0,0 0-49 0,0 0-12 0,0 0 0 0,0 0 0 16,0 0 156-16,0 0 29 0,0 0 6 0,0 0 1 15,0 0-103-15,0 0-20 0,0 0-4 16,0 0-1-16,0 0 0 0,0 0 0 16,0 0 0-16,-6 5 0 0,3 3-51 0,-3 0-13 15,3 0 0-15,0 3 0 0,0-1 0 0,0 1 0 0,0 2 0 0,0 3 0 16,0-3 0-16,3 3 0 0,-3-3 0 0,-3 3 0 16,3 0 0-16,0 3 0 0,-3-4 0 15,1 4 0-15,2-3 0 0,-3 2 0 16,0-2 0-16,0 3 0 0,0-1 0 0,0-2 0 0,0 3 0 0,0 2 0 15,0-5 0-15,0 2 0 0,3-2 0 0,-3 0 0 16,3 0 0-16,0-3 0 0,0 0 0 0,3-2 0 16,-3-3-48-16,3 0-13 0,0 0-3 15,0-3 0-15,3 0-102 0,-3-5-21 0,0 0-4 0,6 0-1 16</inkml:trace>
  <inkml:trace contextRef="#ctx0" brushRef="#br0" timeOffset="101628.609">16680 7284 1494 0,'0'0'32'0,"0"0"8"0,0 0 0 0,0 0 3 0,0 0-35 0,0 0-8 16,0 0 0-16,0 0 0 0,0-2 105 0,0 2 19 15,0 0 4-15,0 0 1 0,0 0-22 0,0 0-5 16,0 0-1-16,0 0 0 0,0 0-59 0,0 0-12 0,0 0-2 0,0 0-1 15,0 0 29-15,0 0 7 0,-3 5 1 0,3 0 0 16,-3 3-52-16,0-2-12 0,0 2 0 0,3-3 0 16,-3 3 0-16,3-3 0 0,0 6 0 0,-3-3 0 15,6 0 0-15,-3 2 0 0,0 1 0 0,0-3 0 16,0 2 0-16,3 1 0 16,-3-3 0-16,3 2 0 0,0-2 0 0,0 3 0 0,0-3 0 15,0 0 0-15,3 0 20 0,0-3 2 16,0 0 0-16,0-2 0 0,-3 0-22 0,6-1 0 15,-3 1 0-15,3-3 0 0,0 0 0 0,0 0 0 0,-3-3 0 0,3 1 0 16,0-1 0-16,0-2 0 0,-4-1 0 0,1 1 0 16,3 0 8-16,-3-1-8 0,0-2 10 0,-3 1-10 15,3-1 28-15,0 0-1 0,-3 0 0 0,-3 0 0 16,3-3 3-16,-3 3 1 0,3-2 0 0,-3-1 0 16,0 3-11-16,-3-2-1 0,3-1-1 0,-3 0 0 15,3 3-10-15,-3 1-8 0,0-1 9 0,-3 2-9 16,3-2 0-16,-3 3 8 0,0-3-8 0,-3 5 0 15,3-2 0-15,-2 3-13 0,-1-1 2 0,-3 0 1 16,3 3-86-16,-6 0-16 16,3 6-4-16,-3-4-1104 0</inkml:trace>
  <inkml:trace contextRef="#ctx0" brushRef="#br0" timeOffset="109387.936">15121 6163 1347 0,'0'0'38'0,"0"0"9"0,0 0-38 0,0 0-9 0,0 0 0 0,0 0 0 15,0 0 113-15,0 0 21 0,0 0 4 0,0 0 1 16,0 0-55-16,0 0-10 0,0 0-2 0,-6 0-1 15,6 0-16-15,-6 5-3 0,0-3-1 0,0 4 0 16,0-1-1-16,0 0 0 0,0 3 0 0,0 0 0 16,3 3-40-16,-3-3-10 0,0 2 0 0,-3 4 0 15,3-4 53-15,0 3 9 0,-3 1 2 0,3-1 0 16,-3 3-52-16,3 0-12 0,-2-3 0 0,2 3 0 16,-3-3 0-16,0 0 0 0,0 3 0 0,0 0 0 15,3-3 0-15,-3 3 0 0,3-3 0 0,-6 0 0 16,3 1 0-16,-3-1 0 0,0 0 0 0,1 3 0 15,-1-3 0-15,-3 0 0 0,3 3 0 0,-6-2 0 16,3 1 0-16,-3 1 0 0,0 0 0 0,0 0 0 16,-2 0 0-16,2 2 0 0,-3-4 0 0,0 2 0 15,0-3 0-15,3 0 0 0,-2 0 0 0,2-2 0 0,0-1 0 16,0 4 0-16,-3-4 0 0,3-2 0 0,-3 0 0 0,4 0 0 16,-4-3 0-16,0 3 0 15,3-2 0-15,-3-4 0 0,3 4-9 0,-2-4 9 16,2 1-11-16,0-3 11 0,0 0-12 0,0 0 12 0,3-3 0 0,0 1 11 15,-3-1 0-15,4 0 0 0,-1-2-27 16,0 0-6-16,0-1-1 0,3 1 0 0,-3 0 23 0,3 0 0 16,0-3 0-16,-3 0 0 0,4-3 0 0,-4 3 0 15,3-2 0-15,0-1 0 0,0 0 14 0,-3-2 7 16,3 0 2-16,0-3 0 0,0 3-37 0,3-3-7 16,-2 0-2-16,2 0 0 0,-3 0 23 0,3 0 0 15,0 1 0-15,3-1 0 0,-3 2 0 0,3-1 0 0,-3 1 0 16,3 1 0-16,0 0 12 0,3 2 9 0,-3-5 3 0,3 3 0 15,0-3-24-15,0 3 0 0,3-3 0 0,-3 0 0 16,0 0 0-16,3 1 0 0,0-4 0 0,0 1 0 16,0-1 0-16,0 0 0 0,3 1 0 0,-3-1 0 15,3 4 0-15,0-4 0 0,0 3 0 0,3 0 0 16,0 3 0-16,0 0 0 0,0 0 0 0,0-1 0 16,3 4 0-16,-3-1 0 0,3 1 0 0,0-1 0 15,-3 3 0-15,6-2 0 0,-3 2 0 0,2-3 0 16,1 3 0-16,0-3 0 0,0 4 0 0,0-4 0 15,0 3 0-15,3 0 0 0,-3 0 0 0,0 0 0 16,0 0 0-16,-1 0 0 0,4 0 0 0,-3 0 0 16,3 0 0-16,0 3 0 0,0-3 0 0,0 3 0 15,3-3 0-15,0 3 0 0,-4-1 0 0,4 1 0 16,0 0 10-16,0 0-2 0,0-1-8 0,3 1 12 16,-3 0-12-16,-4 2 0 0,4-2-12 0,-3 2 12 15,3-2 0-15,-3 2-8 0,0 3 8 0,-3-2 0 0,3-1 0 0,-4 0 0 16,1 3 0-16,-3-2 0 0,3-1 0 0,-3 3 0 15,0 0 0-15,3 0 0 16,-3 0-57-16,0 0-5 0,0 0-1 0,0 0 0 16,0 0-66-16,3-3-14 0,-4 1-2 0,1 2-1 0</inkml:trace>
  <inkml:trace contextRef="#ctx0" brushRef="#br0" timeOffset="109959.442">14478 5707 1267 0,'0'0'28'0,"-6"0"5"0,6 0 2 0,-6 3 1 0,0-3-36 16,6 0 0-16,0 0 0 0,-6 0 0 16,6 0 96-16,0 0 12 0,-6 5 2 0,6-5 1 15,0 0-24-15,0 0-5 0,0 0-1 0,0 0 0 0,0 0-65 0,0 0-16 16,0 0 0-16,0 0 0 0,6 0 52 0,-3 3 8 15,3 0 0-15,0-1 1 0,0 1-46 0,3-3-15 16,-3 3 8-16,2-3-8 0,-2 2 60 0,3-2 9 16,0 3 2-16,0-3 0 0,0 0-63 0,0 3-8 15,0-3-9-15,0 0 9 0,0 2 17 0,0-2 11 16,3 3 3-16,-3-3 0 0,0 2-31 0,0 1 0 16,-1 0 0-16,1-1 0 15,0 4-19-15,-3-4-9 0,3 4-3 16,-3-1 0-16,-3 3 52 0,3 0 11 0,-6-3 1 0,3 3 1 0,0 0-22 0,-3 3-4 0,0-4 0 15,0 4-8-15,-3 0 13 0,3-1-4 0,-3-2-1 0,0 3 0 16,-3-3 6-16,3 2 1 0,-3-2 0 0,0 3 0 16,0-3-15-16,0 0 0 0,0-3 0 0,-3 3 0 15,4 0 0-15,-1-3 0 0,0 3 0 0,0-3 0 16,3 1 0-16,-3-1 0 0,6-5 0 0,-6 5 0 31,3-2-48-31,3-3-13 0,-3 5-3 0,3-5 0 16,0 0-102-16,0 5-21 0,0-5-4 0,-3 8-1 0</inkml:trace>
  <inkml:trace contextRef="#ctx0" brushRef="#br0" timeOffset="111329.586">13507 6821 1552 0,'0'0'44'0,"0"0"10"0,0 0-43 0,-6 0-11 0,6 0 0 0,-9-2 0 16,9 2 104-16,-3 0 20 0,3 0 3 0,0 0 1 16,-6 5-52-16,6-5-9 0,-5 3-3 0,-1 2 0 15,3 0 0-15,0 1 0 0,3 1 0 0,-3 1 0 0,3 0-51 0,0 0-13 16,0 3 0-16,3-1 0 0,-3 1 0 0,3 2 0 15,-3 1 0-15,3-1 0 0,0 3 0 0,-3 2 0 16,3 1 0-16,-1-1 0 16,-2 1 0-16,3 2 0 0,0-3 0 0,0 1 0 0,0 2 0 0,0-5 0 15,0 0 0-15,0 0 0 16,0-3 0-16,-3-2 0 0,3-1 0 0,0 3 0 0,0-5-10 0,0 0-8 16,-3 0-2-16,3-3 0 15,-3-5-42-15,0 0-9 0,0 0-1 0,0 0-581 16,0 0-116-16</inkml:trace>
  <inkml:trace contextRef="#ctx0" brushRef="#br0" timeOffset="111642.964">13510 6864 1340 0,'-9'-8'38'0,"9"8"8"0,-6-8-37 0,3 3-9 0,0-1 0 0,-3 1 0 16,6 5 99-16,0 0 17 0,0-5 4 0,0 5 1 15,0 0-45-15,3-6-10 0,0 4-2 0,3 2 0 16,0 0 0-16,0 0 0 0,3 0 0 0,0 2 0 15,0-2 0-15,3 6 0 0,-3-4 0 0,3 4 0 16,0-1 0-16,-3 3 0 0,3-3 0 0,-1 3 0 16,-2 0-51-16,0 3-13 0,3-3 0 0,-3 2 0 15,0 1 0-15,0-1 0 0,-3 1 0 0,0 2 0 16,0 0-16-16,0-2-7 0,-3 2-1 0,0 3 0 16,-3-5 24-16,3 2 0 0,-3 0 0 0,-3 3 0 15,0-3 8-15,-3 0-8 0,0 1 8 0,-3-1-8 16,0 0 0-16,0-2 0 0,0-1 0 0,-3 1 0 15,3-3-12-15,-3 2-5 0,1-4-1 0,-1 2 0 16,0-3-27-16,0-2-6 0,0-1-1 0,0 1 0 16,0-3-144-16,0 0-28 0,-9 2-7 0,6-7-1 15</inkml:trace>
  <inkml:trace contextRef="#ctx0" brushRef="#br0" timeOffset="111910.939">13341 6721 1422 0,'0'0'31'0,"0"0"6"0,0 0 2 0,6 0 1 0,-3-3-32 0,2 1-8 0,1-1 0 0,3 0 0 16,-3 1 119-16,3-1 21 0,0 0 5 0,0-2 1 15,3 2-63-15,0 1-13 0,0-1-2 0,0 0-1 16,0-2-54-16,3 2-13 0,-1 3 0 0,4-2 0 16,0-1 0-16,0 3 0 0,0-2 0 0,3 2 0 15,0 0-158-15,-4 2-25 0</inkml:trace>
  <inkml:trace contextRef="#ctx0" brushRef="#br0" timeOffset="112634.51">13853 7255 1190 0,'0'0'33'0,"0"0"9"0,0 0-34 0,0 0-8 0,0 0 0 15,0 0 0-15,0 0 79 0,0 0 13 0,0 0 4 0,0 0 0 16,0 0-25-16,0-5-5 0,0 5-1 0,0-3 0 16,0-2-1-16,3 0 0 0,-3 0 0 0,0-1 0 15,0-2 0-15,0 3 0 0,0-3 0 0,-3 3 0 16,3-3 0-16,0 0 0 0,0-3 0 0,-3 3 0 16,3-2-51-16,0-3-13 0,0 2 0 0,0-2 0 15,0 0 54-15,0-1 8 0,0 1 2 0,0 0 0 16,0 0-52-16,0-1-12 0,3 4 0 0,-3-1 0 15,0 1 0-15,3 2 0 0,-3 0 0 0,3 0 0 0,0 2 0 0,-3 1 0 16,2 3 0-16,-2 2 0 0,3-6 0 16,-3 6 0-16,3-2 0 0,-3 2 0 0,0 0 0 0,6 0 0 15,0 2 0-15,0 1 0 0,-3 0 0 0,3-1 0 16,0 3 0-16,0 1 0 0,0 2 0 0,3 0 0 16,-3 0 0-16,0 2 0 0,3 1 0 0,0-1 0 15,-3 1 0-15,3 2 0 16,0-2 0-16,0-1-12 0,-4 1 3 0,4 0 0 0,0-1 9 0,0-2 12 15,0 0-2-15,0-3-1 16,0 3-40-16,-3-5-8 0,3 2-1 0,-3-2-1 0,0 2 14 0,0-5 3 16,0 3 1-16,0-3 0 0,-3 0 70 0,3-3 13 0,-3 3 4 15,0-3 0-15,0 1-64 0,0-1-20 0,0-2 0 16,-3 2 0-16,2-2 38 0,-2-3 7 0,3 3 2 0,-3-3 0 16,0 0-27-16,0-3 0 15,0 3-12-15,0-2 12 0,0-1 16 0,0 1 12 0,3-4 1 0,-3 4 1 31,3-4-48-31,-3 4-10 0,0-3-1 0,3 2-1 0,-3 0 8 0,3 1 2 0,0-1 0 0,-3 1 0 32,0 2-182-32,0-5-36 0,-12-14-7 0,9 11-2 0</inkml:trace>
  <inkml:trace contextRef="#ctx0" brushRef="#br0" timeOffset="112902.97">13817 6800 1400 0,'0'0'40'0,"0"0"8"16,0 0-39-16,0 0-9 0,0 0 0 0,0 0 0 0,0 0 104 0,0 0 18 16,0 0 4-16,0 0 1 0,0 0-68 0,0 0-14 15,0 0-2-15,0 0-1 0,6 0 18 0,0-2 3 16,0-1 1-16,0 0 0 0,0 3 0 0,3 0 0 15,2-2 0-15,-2 2 0 0,3 2-52 0,3-2-12 0,0 0 0 16,3 3 0-16,-3-3 0 0,3 3 0 0,2-3 0 0,1 0 0 31,3 2-151-31,-3-2-33 0,3 3-6 0,-3 0-2 0</inkml:trace>
  <inkml:trace contextRef="#ctx0" brushRef="#br0" timeOffset="113283.72">14579 6909 1854 0,'0'0'40'0,"0"0"9"16,0 0 2-16,0 0 1 0,0 0-41 0,-6 0-11 0,6 0 0 0,-6-6 0 15,6 6 82-15,-3-2 14 0,-3-1 4 0,6 3 0 0,-3-3-35 0,3 3-6 16,0 0-2-16,-6 0 0 0,0-2 6 0,6 2 1 16,0 0 0-16,-6 2 0 0,0-2-52 0,0 3-12 15,0 0 0-15,0 2 0 0,-3-2 0 0,3 5 0 16,-2-3 0-16,2 3 0 0,-3 0 0 0,0 2 0 16,0 1 0-16,-3 0 0 0,3 2 0 0,0 0 9 15,0 3-9-15,-3 0 8 16,3 2-8-16,-3 1 0 0,3-1 0 0,1 1-11 0,-4-1 11 15,3 1 0-15,0-3 0 0,0 0 0 0,0-3 0 0,3 3 0 16,-3-3 0-16,3 3 0 16,0-3-53-16,0 0-9 0,3 1-2 0,0-4 0 15,0 1-102-15,3-3-21 0,0 0-4 0,0-8-1 0</inkml:trace>
  <inkml:trace contextRef="#ctx0" brushRef="#br0" timeOffset="113699.853">14674 7044 1911 0,'0'0'42'0,"0"0"9"0,0 0 1 0,-6 0 2 0,6 0-43 0,-9 0-11 0,9 0 0 0,-6 2 0 16,0 1 62-16,0 0 10 0,0 2 3 0,0 3 0 15,3-3-7-15,-2 3-2 0,2 0 0 0,-3 3 0 16,6-1-53-16,-3-2-13 0,0 3 0 0,0-1 0 15,0 1 0-15,3-1 0 0,0 1 0 0,0 0 0 16,0-1 0-16,0-2 0 0,0 3 0 0,3-1-10 16,0-2 10-16,0 0 0 0,3 0 8 0,-3 0-8 15,3-3 0-15,2 3 0 0,-2-2 0 0,3-4 0 16,0 1 0-16,0-1 0 0,3 1 0 0,-3-3 0 0,3 0 0 16,0 0 0-16,0-3 0 0,3-2 0 0,-6 3 29 0,2-4 2 15,4 1 0-15,-6 0 0 0,3-3 0 0,-3 2 0 16,0-1 0-16,-3-4 0 0,3 3 6 0,-3-3 2 15,0 1 0-15,-3-1 0 0,0 1-10 0,0-4-1 16,-3 1-1-16,0 0 0 0,0 0-9 0,-3 0-2 0,0-1 0 16,0 4 0-16,0-4-25 0,-3 4-6 0,0-1-1 15,0 3 0-15,0 0 16 0,0 0 0 0,-3 3 0 0,0 0 0 16,0 0 0-16,-3 2 0 0,3 0 0 0,-2 3 0 31,-1 3-105-31,-3 0-19 0,0-1-3 0,-6 4-1 0</inkml:trace>
  <inkml:trace contextRef="#ctx0" brushRef="#br0" timeOffset="128377.215">14668 9751 1489 0,'0'0'42'16,"0"0"10"-16,0 0-42 0,0 0-10 0,0 0 0 0,0 0 0 0,0 0 109 0,0 0 20 15,0 0 4-15,0 0 1 0,0 0-49 0,-6-3-9 16,6 3-3-16,-6-3 0 0,6 3-15 0,0 0-3 15,-6-2-1-15,0 2 0 0,6 0-17 0,-6-3-3 16,0 0-1-16,6 3 0 0,-8 0-9 0,2 0-1 16,0 0-1-16,0 0 0 0,3 0-2 0,-6 0-1 15,3 0 0-15,0 0 0 0,0 3-3 0,-3-3 0 16,3 0 0-16,-3 0 0 0,3 3-4 0,0-3-2 16,0 0 0-16,-3 0 0 0,0 0-2 0,0 0-8 15,0-3 12-15,1 3-4 0,-4 0 0 0,3-3-8 16,-3 3 12-16,0 0-4 0,3-2 0 0,-3-1-8 0,0 0 12 0,-3 3-4 15,3 0-8-15,0-2 8 0,-2-1-8 16,-1 0 8-16,3 1-8 0,-3-1 0 0,3 0 9 0,-3 1-9 16,0-1 9-16,0 1-9 0,3-4 12 0,-5 1-12 15,5 2 11-15,-3-2-11 0,3 2 10 16,-3-2-10-16,0 2 9 0,0-2-9 0,0 2 8 0,-2-2-8 16,-1 0 0-16,0-3 0 15,-3 3 8-15,-3-3-8 0,-3 2 0 0,4-2 0 0,-4 1 9 0,0-4-9 16,0 3 0-16,0 0 0 0,4-5 0 0,-4 2 8 15,3 1-8-15,0-1 0 0,0-2 0 0,-2 0 0 16,-4 2 0-16,0-5 0 0,0 3 0 0,0-3 8 16,-2 3-8-16,2 0 0 0,-3 2 0 0,3-2 0 15,1 0 0-15,2 2 0 0,3 0 0 0,-3 1 0 16,1-3 0-16,-1-3 0 0,-3 2 0 0,0-1 8 16,0 1-8-16,-2-1 0 0,2-1 0 0,-3 0 0 15,0-3 0-15,4 1 0 0,2-3 0 0,0-1 0 0,0 4 0 16,3-3 8-16,-2 0-8 0,-4-1 0 0,3 1 0 0,-3 0 0 15,4 0 0-15,-4 2 0 0,0 1 0 16,0-1 0-16,1 1 0 0,2-1 0 0,0-2 0 16,0 0 0-16,3 2 0 0,1-4 0 0,-1 1 0 0,3-1 0 15,-3-4 0-15,0 1 0 0,0 2 0 16,1-5 0-16,-4 2 0 0,3 1 0 0,0 2 0 0,0 0 0 16,1 3 0-16,-1-3 0 15,3 0 0-15,0 1 0 0,0-4 0 0,3 1 8 0,1-1-8 0,2-2 0 16,0 0 0-16,0-3 0 0,0 0 0 0,0 1 0 0,3 2 0 15,-3 0 0-15,0-1 0 0,1 1 0 0,-1 0 0 16,0-3 0-16,0 3 0 0,0-2 0 0,0-6 0 0,-3 0 0 16,3-1 0-16,1 1 0 0,-1 3 0 0,0-3 0 15,0 5 0-15,3 3 0 0,0-3 0 0,-3-2 0 16,6 0 0-16,-3-6 0 0,3 0 0 0,-2-2 0 16,5 0 0-16,0 2 0 0,-3 3 0 15,3 0 0-15,0 0 0 0,0-3 0 0,0 3 0 0,3-8 0 16,0 5 0-16,-3-5 0 0,3 0 0 0,3 0 0 15,-3 6 0-15,3-1 0 0,0 3 0 0,0-5-8 16,0-1 8-16,3-2 0 0,0-2 0 0,0-1 0 16,3 3 0-16,-3 5 0 0,6-2 0 0,-3 2-8 15,3 1 8-15,0-4 0 0,0-2 0 0,2-2 0 16,4-4 0-16,-3 6-8 0,3 3 8 0,3 0 0 16,0 5 0-16,3-3 0 0,-3 0 0 0,2-5-8 15,-2-2 8-15,3 2 0 0,3 0 0 0,-3 0 0 16,-3 5 0-16,-1 0 0 0,1 3 0 0,0-8 0 15,0 8 0-15,0-5 0 0,3-3 0 0,3-3 0 0,-4 3 0 0,4 3 0 16,0 5 0-16,3 0 0 0,-3 5 0 0,-1-2 0 16,1-3 0-16,0 0 0 0,0 0 0 0,0-3 0 15,-6 0 0-15,2 1 0 0,1 4 0 0,-3 1 0 16,0 2 0-16,3 3 0 0,0-5 0 0,-1 4 0 16,1-1 0-16,3-1 0 0,0-5 0 0,0 3 0 15,0-1 0-15,2-2 0 0,-2 5 0 0,-3 1 0 16,3 4 0-16,0 3 0 0,-4-5 0 0,-2 3 0 0,0 2 0 15,0-3 0-15,0 1 0 0,0 0 0 16,0-1 0-16,2-2 0 0,-2-3 0 0,3 0 0 0,3 3 0 0,-3 0 0 16,6 3 0-16,-4 2 0 0,1 3 0 15,0 0 0-15,0-1 0 0,-3 7 0 0,-1-7 0 16,1 7 0-16,0-9 0 0,-3 5 0 16,0 3 0-16,0-7 0 0,-3 1 0 0,2-1 0 0,4 1 0 15,0 1 0-15,0-5 0 0,0 7 0 0,3-7 0 0,-1 5 0 16,1 2 0-16,-3 3 0 0,3 3 0 0,0-3 0 15,-3 3 0-15,-1 0 0 0,-2 2 0 0,0-2 0 16,0 5 0-16,-3-8 0 0,0 3 0 0,3 5 0 16,-4-5 0-16,1 5 0 0,0-8 0 0,0 5 0 15,3 1 0-15,0-4 0 0,0 1 0 0,0-3 0 16,2 6 0-16,1-6 0 0,0 3 0 0,0-6 0 16,-3 9 0-16,0-6 0 0,-1 2 0 0,1 1 0 15,0 0 0-15,0 2 0 0,-3 3 0 0,-3-7 0 16,3 7 0-16,-3-3 0 0,0 0 0 0,-1 3 0 0,1-2 0 15,0 2 0-15,0-3 0 0,0 3 0 0,0 3 0 16,3-3 0-16,0 3 0 0,0-3 0 0,0 3 0 16,-1-1 0-16,1 4 0 0,0-1 0 0,0-5 0 0,0 3 0 15,-3 2 0-15,3-5 8 0,0 6-8 16,-3-4 0-16,-1 4 0 0,1-1 0 16,0-2 0-16,-3 2 0 0,0-5 0 0,0 8 8 0,-3-8-8 0,3 6 0 15,-3-1 8-15,3 3-8 0,-3-5 0 0,0 2 0 16,0 3 0-16,-3-5 8 0,0 2-8 0,3 3 0 15,-3 0 0-15,-1-5 0 0,1 2 0 0,-3 3 9 0,0 0-9 0,6 0 0 16,-3-2 0-16,-3 2 0 0,3 0 0 0,-3 0 0 16,6-3 0-16,-6 3 0 0,3-3 0 0,-3 3 0 15,6-2 0-15,-3 2 0 0,3-3 0 0,-6 3 0 16,3 0-9-16,3 0 9 0,-6 0-8 0,3-5 8 16,3 2-19-16,0 3 2 0,-3 0 0 15,-3 0 0 1,6-5-10-16,-3 2-1 0,0-2-1 0,-3 5 0 15,6-3-15-15,-3 0-4 0,0-2 0 0,-3 5 0 16,3-2-41-16,0-1-9 0,0-5-2 0,0 3-605 0,0 2-122 0</inkml:trace>
  <inkml:trace contextRef="#ctx0" brushRef="#br0" timeOffset="128951.51">14284 2961 1933 0,'0'0'42'0,"0"0"9"0,0 0 1 0,-6 0 4 0,0 0-45 0,6 0-11 0,-6 0 0 0,-3 0 0 15,9 0 76-15,-6 0 12 0,6 0 4 0,0 0 0 16,0 0-34-16,0 0-6 16,0 0-2-16,0 0 0 0,0 0-21 0,0 8-4 15,0-8-1-15,0 2 0 0,3 4-4 0,0 2 0 0,3-6-1 0,3 4 0 16,0-4 1-16,3 4 1 0,3-1 0 0,0 3 0 15,3-6-1-15,0 6 0 0,2-5 0 0,-2 5 0 16,0-5 0-16,0 2 0 0,3-2 0 0,-3 2 0 16,-3-3-7-16,-1 4-1 0,1-4-1 0,0 4 0 15,0-1-11-15,0 3 8 0,-3-5-8 0,0 2 8 16,3 0-8-16,-3 0 0 0,0 1 0 0,-4-1 8 16,-2 3-8-16,3 0 8 0,-6-5-8 0,3 5 8 15,-3-3 0-15,-3 3 0 0,3-3 0 0,-3 3 0 16,0-3 3-16,-3 3 0 0,0 0 0 0,-3 0 0 15,0 0-3-15,0-3-8 0,-3 3 12 0,1 0-4 0,-1 0-8 0,0 3 8 16,0-1-8-16,0-2 8 16,0 3-8-16,0-3 8 0,0 2-8 0,0 1 8 0,0-1-8 15,3 1 0-15,-3-3 0 0,0 3 0 0,3-3-12 16,0 2-5-16,0-2-1 0,1-3 0 16,2 1-90-16,-3 2-19 0,3 0-3 0,-3-6-1051 15</inkml:trace>
  <inkml:trace contextRef="#ctx0" brushRef="#br0" timeOffset="130121.609">12111 9994 1074 0,'0'0'30'0,"0"0"8"0,0 0-30 0,0 0-8 15,0 0 0-15,0 0 0 0,0 0 104 0,3-5 19 0,0 2 4 16,0-2 1-16,0-3 0 0,0 2 0 0,-3-1 0 0,3-4 0 16,0 0-52-16,0 1-9 0,-3-3-3 0,3-1 0 15,0 1 0-15,-3-3 0 0,3 0 0 0,0 0 0 16,0 1 0-16,0-1 0 0,0 0 0 16,-3 0 0-16,3 0-51 0,-3 0-13 15,3 3 0-15,0 0 0 0,-3 0 54 0,3 2 8 16,-3 0 2-16,3 1 0 0,-3-1-52 0,0 3-12 0,0 0 0 0,3 3 0 15,-3 0 0-15,0 5 0 0,3-3 0 0,-3 3 0 16,0 0 0-16,0 0 0 0,0 0 0 0,6 3 0 16,0-1 0-16,0 4 0 0,3-1 0 0,-4 0 0 15,4 3 0-15,3 0 0 0,-3 0 0 0,0 0 0 32,3 3-37-32,0-1-11 0,0-2-1 0,3 3-1 15,-3-3 1-15,3 0 0 0,-1 0 0 0,1-1 0 0,0 1 14 16,0-2 3-16,0-1 1 0,0 0 0 0,0 1 31 0,-3-4 0 0,0 1 0 0,-1-1 0 15,-2-2 0-15,-3 0 0 0,3 0 0 0,-3-2 0 16,0-1 0-16,0 1 0 0,0-1 0 0,0-2 0 16,-3-1 52-16,0 4 9 0,0-9 3 0,0 6 0 0,0 0 0 0,-3-3 0 15,3-3 0-15,-3 3 0 0,3 0-52 0,-3-2-12 16,3-1 0-16,-3 0 0 16,0 1 0-16,3-1 0 0,0 1 0 0,-3-4 0 0,3 4 0 15,-3-3 0-15,3 2 0 0,-3-2 0 0,3 2 0 16,0 1 0-16,0-1 0 0,0 3 0 15,0-3-100-15,3 4-22 0,0 1-5 0,0-2-1 16,2 0-102-16,-2 3-21 0,12-3-4 0,0 5-1 0</inkml:trace>
  <inkml:trace contextRef="#ctx0" brushRef="#br0" timeOffset="130408.476">12909 9475 2419 0,'0'0'53'0,"0"0"11"0,0 0 3 0,0 0 1 0,0 0-55 0,0-5-13 0,0 5 0 0,0-5 0 16,0 5 54-16,0 0 8 0,0 0 2 0,0 0 0 16,0 0 0-16,0 0 0 0,0 0 0 0,-3 5 0 15,-3 3-52-15,3 0-12 0,-3 5 0 0,0 0 0 16,0 3 0-16,0 3 0 0,0-1 0 0,-3 1 0 16,0 2 0-16,1 0 0 0,-4 3 0 0,0-3 0 15,3 0 0-15,-3-2 0 0,-3 2 0 0,3 0 0 16,-3 3 0-16,0 0 0 0,3 2 0 0,-2 1 0 15,2 2 0-15,3-3 0 0,-3 1 0 0,3-3 0 16,0-1 0-16,3-4 0 0,0 2 0 0,0-5 0 16,3-3-48-16,0 0-13 15,0-2-3-15,3 0 0 0,0-4-51 0,0-1-10 0,3-1-3 16,-3-5-580-16,6 3-116 0</inkml:trace>
  <inkml:trace contextRef="#ctx0" brushRef="#br0" timeOffset="130710.179">13123 9695 1758 0,'0'0'50'0,"0"0"10"0,0 0-48 0,0 0-12 16,0 0 0-16,0 0 0 0,0 0 112 0,0 0 20 0,0 0 4 0,0 0 1 15,0 0-7-15,0 0-2 0,0 0 0 0,0 0 0 16,0 0-51-16,0 0-10 0,0 0-3 0,3 5 0 15,0 1-51-15,-3-1-13 0,3 0 0 0,-3 3 0 16,-3 0 0-16,3 0 0 0,0 0 0 0,-3 2 0 16,0-2 0-16,3 3 0 0,-3 0 0 0,0 2 0 15,0 0 0-15,3 0 0 0,-3 3 0 0,0-3 0 16,0 3 0-16,0 0 0 0,0 0 0 0,1 0 0 31,-1 0-48-31,0 0-13 0,3-3-3 0,-3-3 0 0,0 1 52 0,0-3 12 0,0 3 0 0,0-6-788 16,0 0-154-16</inkml:trace>
  <inkml:trace contextRef="#ctx0" brushRef="#br0" timeOffset="130975.642">13144 9692 1698 0,'0'0'48'0,"-3"-5"11"0,0 0-47 0,3-1-12 16,0 6 0-16,0 0 0 0,0 0 132 0,-3-2 25 15,0-4 5-15,3 6 1 0,0 0-53 0,0 0-10 16,0 0-3-16,0 0 0 0,0 0-32 0,0 0-6 16,-6 0-2-16,0 0 0 0,0 3-25 0,0-3-4 15,3 5-2-15,-3-2 0 0,1 2-17 0,-1-2-9 16,-3 2 10-16,3 1-10 0,0 2 0 0,-3-3 0 0,3 0 0 16,0 3 0-16,-3-3-13 0,3 3 1 0,0-2 0 0,0 2 0 31,0-1-32-31,0-1-7 0,3 2-1 0,0 0 0 15,0 0-112-15,0-1-22 0,3 1-5 0</inkml:trace>
  <inkml:trace contextRef="#ctx0" brushRef="#br0" timeOffset="131279.276">12977 10102 1728 0,'0'0'38'0,"0"0"8"0,0 0 2 0,0 0 0 16,0 0-39-16,0 0-9 0,0 0 0 0,0 0 0 16,0 0 108-16,0 0 19 0,0 0 4 0,6 3 1 15,0-3-36-15,-3 3-6 0,6-3-2 0,-3 0 0 0,3-3-41 0,-3 3-9 16,3 0-2-16,3-3 0 0,-3 1 11 0,3 2 1 15,0 0 1-15,0-3 0 0,2 0-37 0,1 1-12 16,0-1 0-16,3 1 0 0,-3-1 0 0,3-2-11 16,-3 2 0-16,0-2 0 15,2-1-177-15,-2 1-36 0,3 0-8 0,0 0 0 0</inkml:trace>
  <inkml:trace contextRef="#ctx0" brushRef="#br0" timeOffset="143318.183">16633 8806 1263 0,'0'0'28'0,"0"0"5"0,0 0 2 0,0 0 1 0,0 0-36 0,0 0 0 0,0 0 0 0,0 0 0 16,0 0 59-16,0 0 5 0,0 0 0 0,0 0 1 15,0 0-14-15,0 0-3 0,3 5-1 0,3-2 0 16,-3-3-8-16,3 0-2 0,0 0 0 0,-1 0 0 16,1 0 5-16,0 0 1 0,3 0 0 0,-3-3 0 15,0 3-12-15,3-2-3 0,0 2 0 0,0 0 0 0,0-3 8 16,0 3 0-16,0-3 1 0,0 1 0 16,3-1-37-16,0 3 0 0,-1-5 0 0,1 2 0 0,0 0 0 15,0-2 0-15,0 0 0 0,0-1 8 16,3-1 4-16,-3 1 2 0,0-2 0 0,0-2 0 0,0 2-1 0,-1-3 0 15,-2 1 0-15,3-4 0 0,-3 1 19 0,3 0 4 16,-3 0 1-16,3-1 0 0,0 1-29 16,0 0-8-16,-3 0 0 0,3 2 0 0,-1 1 0 0,1-4 0 15,0 4 0-15,-3-1 0 0,3 3 15 0,0-2 1 16,0-1 1-16,-3 1 0 0,3 2-6 0,-3-3-2 16,3 0 0-16,-3-2 0 0,-1 3 0 0,4-1 0 15,-3-2 0-15,3-3 0 0,-3 3 16 0,0-3 3 0,0-3 1 0,0 1 0 16,0-1-29-16,0 1-12 0,-3 2 1 0,0-3 0 15,3 1 11-15,-3 2 12 0,3 0-2 0,-4 0-1 16,1 3 3-16,0 0 1 0,-3-1 0 0,3 1 0 16,-3 0 5-16,0 2 1 0,0-2 0 0,0 3 0 15,0-4-11-15,0 1-8 0,0 0 12 0,-3 2-12 16,3-2 13-16,-3 0-4 0,3 0-1 0,-3-1 0 16,0-1 3-16,3 1 0 0,-3-2 0 0,0-2 0 15,3 2-3-15,-3-2 0 0,0-1 0 0,3 0 0 16,-3-2 0-16,0 5-8 0,3-2 12 0,-3-1-4 15,3 1-8-15,-3 2 0 0,3 3-12 0,-3-3 12 16,0 0 0-16,0 3 0 0,0-3 0 0,3 0 0 16,-3 3 0-16,0-3 0 0,0-3 0 0,0 1 0 15,0-1 0-15,0 1 0 0,0-6 0 0,0 3 0 0,0-6 0 16,0 4 0-16,0-1 0 0,3 0 0 16,-3 3 0-16,0 2 0 0,0-2 0 0,0 5 0 0,0-2 0 15,0 2 0-15,0-3 0 0,0 3 0 0,-3 1 0 0,3-4 0 16,0 3 0-16,-3-2 0 0,3-1 0 0,-3 1 0 15,3-4 0-15,-3 1 0 0,0-3 16 0,3 3 10 16,-3-5 2-16,3 5 1 0,-3-1-19 0,3 4-10 16,-3-1 10-16,3 1-10 15,-3 2-21-15,0 0-11 0,0 3-1 0,0-3-1 0,0 3 34 0,0-3 0 16,3 3 0-16,-3-1 0 0,0-1 24 0,-3 1 12 16,3 1 3-16,0 0 0 0,-3-3-31 0,3 0-8 15,0 0 0-15,-2 0 0 0,2-2 0 0,-3-1 0 16,3-2 0-16,-3 3 8 0,3-1-8 0,0 3 0 0,-3 0 0 15,3-2 0-15,-3 5 20 0,3-1 2 0,-3 1 1 0,3 3 0 16,-3-4-35-16,0 4-6 0,3-1-2 0,-3 1 0 16,0-1 20-16,3 3 0 0,-3-2 0 0,0-1 0 15,0 3 0-15,3 0 0 0,-3-3 0 16,0 4 0-16,0-4 0 0,0 0 0 0,4 1 0 0,-4 2 0 16,0-5 0-16,0 2 0 0,0 0 0 0,3 1 0 15,-3-3 0-15,0-1 0 0,3 4 8 0,-3-3-8 16,0 2 0-16,3-2 0 0,-3 0 0 0,3 2 0 15,-3 0 0-15,3 3 0 0,0-2 0 0,-3-1 0 16,3 1 0-16,-3 2 0 0,3 0 0 0,0 0 0 16,0 3 0-16,0-3 0 0,0 0 0 0,0 2 0 15,0 1 0-15,0 2 0 0,0-2 0 0,3 0 0 0,-3 2 0 16,3-2 0-16,0 5 0 0,0 0 0 16,0 0 0-16,0 0 0 0,-3-5 0 0,3 5 0 15,-2-6 0-15,2 6 0 0,-3-5 0 0,3 5 0 0,-3-5 0 0,3 5 0 16,-6-3 0-16,6 3 0 0,0 0 0 15,0 0 8-15,-3-2-8 0,3 2 0 0,-3-6 0 0,3 6 0 16,-6-2 0-16,6 2 0 0,0 0 0 0,0 0 0 16,-3-3 0-16,3 3 0 0,-6-3 0 0,6 3 0 15,0 0 0-15,-3-2 0 0,3 2 0 16,0 0 0-16,0 0 0 0,-6 0 0 0,6 0 0 0,0 0 0 16,0 0 0-16,-6 0 0 0,6 0 0 15,0 0 0-15,0 0 0 0,-6 0 0 0,6 0 0 0,-6 2 0 0,6-2 0 16,-6 0 0-16,6 0 0 0,-6 6 0 0,6-6 0 0,-9 2 0 15,9-2 0-15,-6 3 0 0,0 0 0 0,0 2 0 16,6-5 0-16,-6 2 0 0,0 1-8 0,0 2 8 16,0 1 0-16,1-1-8 0,-1 0 8 0,0 1 0 15,0-1 10-15,0 0 9 0,-3 0 1 0,3 3 1 32,0-2-44-32,0-1-9 0,3 0-1 0,-3 3-1 0,3-3 22 0,-3 3 12 0,0-2-12 0,3-1 12 15,-3 0-11-15,3 3 11 0,0-2-10 0,0-1 10 16,3-5-8-16,0 2 8 0,0-2 0 0,0 0-9 15,0 0 9-15,0 0 0 0,0 0 0 0,0 0 0 16,0 0 0-16,0 0-8 0,0 0 8 0,0 0 0 16,0 0 0-16,0 0-8 0,0 0 8 0,0 0 0 15,0-2 0-15,3-3 0 0,0-3 0 0,-3 2-8 16,3-2 8-16,3 0 0 0,-3 0 0 0,3 1 0 16,-3-1 0-16,3 0 0 0,0 0 0 0,-3 2-8 15,3-2 8-15,0 1 0 0,0-1 0 0,0 2 0 0,0-2 0 16,0 0 0-16,0 3 0 0,-3-3 0 0,0 3 0 0,3-3 8 15,-4 3-8-15,1-1 0 0,3 4 0 0,-3-4 9 16,0 4-9-16,0-3 0 0,0 2 10 0,0 0-10 16,0-2 8-16,0 2-8 0,0 1 15 0,-3 2-3 15,0 0 0-15,3-3 0 0,3 0-4 0,0 3 0 16,-3 0-8-16,3 0 12 0,0 0-12 0,3 0 11 16,-3 3-11-16,3 0 10 0,-3-1-10 0,3 1 10 15,0-3-10-15,0 5 10 0,-1-2-10 0,4 0 8 0,-3 2-8 16,3-3 8-16,-3 4 4 0,3-4 0 0,0 4 0 0,-3-1 0 15,0-2-12-15,3 2-11 0,-3-2 3 0,3-1 0 16,-4 4 8-16,1-4 0 16,0 3 0-16,0-2 0 0,0 0 0 0,-3-1 0 0,3 1 0 0,0 0 0 15,0-1-10-15,0 4-6 0,0-4-2 16,0 1 0 0,0 0-171-16,0-3-35 0</inkml:trace>
  <inkml:trace contextRef="#ctx0" brushRef="#br0" timeOffset="145004.273">17558 6933 1724 0,'0'0'38'0,"-3"0"8"0,0-3 2 0,3 3 0 0,-2-3-39 0,-1 1-9 0,-3 2 0 0,6 0 0 15,0 0 100-15,0 0 17 0,0 0 4 0,0 0 1 16,0 0-50-16,0 0-11 0,0 0-1 0,0 0-1 16,0 0-30-16,0 5-5 0,0 3-2 0,0 2 0 15,3 1-14-15,-3 2-8 0,3 6 10 0,0-1-10 16,-1 3 0-16,1 1 0 0,0-1 0 0,0 3 0 16,0-3 8-16,0 0-8 0,3 0 0 0,0-2 0 15,-3-1 0-15,3-2 8 0,-3 0-8 0,0-3 0 16,0 3 0-16,0-3-12 0,0 0 3 0,-3-2 0 15,0 0-26-15,0-1-5 0,0 1 0 0,0-1-1 16,0-2-44-16,-3 3-9 0,0-3-2 0,3-3-832 16</inkml:trace>
  <inkml:trace contextRef="#ctx0" brushRef="#br0" timeOffset="145377.028">17570 6970 1261 0,'-6'-11'36'0,"3"6"8"0,0 2-36 0,-3-2-8 0,4-1 0 0,-1 1 0 16,-3 0 110-16,3 0 20 0,3 5 4 0,-3-3 1 15,3 3-27-15,0 0-4 0,0 0-2 16,0 0 0-16,0 0-28 0,0 0-6 0,0 0 0 16,0 0-1-16,6-3-23 0,0 3-4 0,-3 0 0 0,2 0-1 15,1 3 13-15,3 0 2 0,-3 2 1 0,3-2 0 16,0 2-55-16,0 3-23 0,0 0 2 0,3 2 0 15,0 1 21-15,0-1 0 0,0 4 0 0,0-1 0 16,-4 0 0-16,4-2 0 0,0 2 0 0,-3 0 0 16,-3 0 0-16,3 3 0 0,0-5 0 0,-3 5 0 15,0-3 0-15,0-2 0 0,-3 2 0 0,0 0 0 16,0-2 20-16,-3-1-2 0,0 1 0 0,0-1 0 16,-3 1-18-16,3 0 0 0,-6-4 0 0,3 4 0 15,-3 0 0-15,0-1 0 0,-3-2 0 0,0 3 0 16,-3-3-48-16,0 0-12 0,0-3-4 0,1 0 0 15,-1 3 52-15,0-3 12 0,-3-2 0 0,0 2 0 16,3 1-54-16,0-4-8 16,3 1-2-16,-3 0-614 0,3-3-123 0</inkml:trace>
  <inkml:trace contextRef="#ctx0" brushRef="#br0" timeOffset="145708">17984 6856 2098 0,'0'0'46'0,"0"0"10"0,0 0 1 0,0-6 3 0,0 6-48 0,3-2-12 0,-3-3 0 0,0 5 0 15,0 0 73-15,0 0 13 0,0 0 2 0,0 0 1 16,0 0-31-16,0 0-6 0,0 0-2 0,0 0 0 16,3 5-26-16,-3 3-6 0,3-3-1 0,-3 0 0 15,-3 3-17-15,3 0 8 0,-3 3-8 0,0-3 0 16,0 5 8-16,-3-2-8 0,3 2 0 0,0 5 0 15,-3-2 0-15,3 5 0 0,0 1 8 0,-3 1-8 16,3 1 0-16,-3 3 0 0,0-4 0 0,4 1 0 16,-4-5 8-16,0 2-8 0,3-3 9 0,-3 1-9 15,3 0 0-15,0-4 0 0,-3 1-11 0,3 0 11 16,-3 0-13-16,3-3 5 0,0 3 8 0,-3 0-13 16,3-3 13-16,0 3 0 0,0 0 0 0,0-3 0 15,0 0-54-15,0 1-8 0,3-4-2 16,-3 1-682-16,3-3-137 0</inkml:trace>
  <inkml:trace contextRef="#ctx0" brushRef="#br0" timeOffset="146064.657">18297 6925 1728 0,'0'0'38'0,"0"0"8"0,0 0 2 0,0 0 0 0,0 0-39 0,0 0-9 0,0-6 0 0,0 6 0 16,0 0 104-16,0 0 18 0,0 0 4 0,0 0 1 15,0 0-50-15,0 0-9 0,0 0-3 0,0 0 0 16,0 0-52-16,0 0-13 0,0 0 0 0,0 0 0 16,0 6 0-16,0 2 0 15,0-1 0-15,0 4 0 0,-3 0 54 0,3-1 8 0,0 3 2 0,-3 3 0 16,3 0-52-16,-3 0-12 0,0 3 0 0,0-1 0 15,0 1 0-15,0-1 0 0,0-2 0 0,0 3 0 16,0-6 0-16,0 3 0 0,0-3 0 0,0 0 0 16,0 0-48-1,-3-2-13-15,3 0-3 0,0-1 0 0,0 1 52 0,0-3 12 0,3 0 0 0,-3-1 0 16,0-1-105-16,3-6-19 16,0 0-3-16,0 0-820 0</inkml:trace>
  <inkml:trace contextRef="#ctx0" brushRef="#br0" timeOffset="146296.779">18344 6919 1497 0,'-6'-5'32'0,"6"5"8"0,-3-5 0 0,0-1 4 16,0 4-36-16,3 2-8 0,-3-3 0 0,0 0 0 0,3 3 135 0,-3-2 25 15,3 2 4-15,-5 0 2 0,-1-3-61 0,3 3-12 16,-3 3-2-16,3-3-1 0,-3 2-72 0,0 1-18 15,0 0 0-15,0 2 0 0,0 0 0 0,0 1 0 16,0 2 0-16,-3 0 0 0,3 2 13 0,0 1-1 0,0-1 0 16,0 3 0-16,3 1-12 0,-3-1-18 0,3-2 4 0,0 4 1 31,0-1-42-31,0-1-8 0,0 0-1 0,3-2-613 0,-3 2-123 16</inkml:trace>
  <inkml:trace contextRef="#ctx0" brushRef="#br0" timeOffset="146592.274">18169 7343 1497 0,'0'0'32'0,"0"0"8"0,0 0 0 16,0 0 4-16,0 0-36 0,0 0-8 0,0 0 0 0,0 0 0 0,0 0 105 0,0 0 19 16,0 0 4-16,0 0 1 0,6-3-27 0,-3 0-6 15,3 1 0-15,-1-1-1 0,4 0 1 0,-3-2 0 16,3 2 0-16,-3 3 0 0,6-2-77 0,-3-1-19 16,0 1 0-16,6-1 0 0,-3 0 8 0,0 3-8 15,3-2 12-15,-1 2-12 0,-2 0 0 0,3-3-17 16,-3 3 1-16,6-3-766 15,-3 3-154-15</inkml:trace>
  <inkml:trace contextRef="#ctx0" brushRef="#br0" timeOffset="152999.263">16219 10296 1190 0,'0'0'33'0,"0"0"9"0,0-3-34 0,-3-2-8 0,3 2 0 0,0-2 0 16,0 2 111-16,0-2 20 0,0 5 4 0,0-3 1 15,0 3-44-15,0 0-8 0,0-5-1 0,0 5-1 16,0 0-30-16,3-3-7 0,-3 3-1 0,0 0 0 16,6 0-13-16,0 0-3 15,-3 0-1-15,3 3 0 0,0-1-5 0,0 4-1 0,3-4 0 0,-3 4 0 16,3-1-21-16,-4 3 9 0,4 0-9 15,0 0 0-15,3 2-12 0,-3 1-10 0,3 0-2 0,0 2 0 16,0 0 24-16,3 3 0 0,-3-3 0 0,3 3 0 16,-4-3 0-16,4 0 0 0,0 3 0 0,0 0 0 15,0 0 15-15,-3 0 7 0,3 2 2 0,-3-2 0 16,0 3-24-16,-3-3 8 0,-1 0-8 0,1 2 0 16,3 1 0-16,-6-1 0 0,3 3 0 0,0 1 8 31,-3-1-28-31,3 5-6 0,-3-5-1 0,0 3 0 0,0-3 27 0,0 0 0 0,0 1 0 0,0-1 0 15,0-3 46-15,-3 4 14 0,3-4 4 0,-3 3 0 16,0-2-73-16,0 2-15 0,0-3-2 16,-1 6-1-16,-2-3 27 0,3 6 0 0,-3-3 0 0,0-1 0 0,3 1 10 15,-3 3-2-15,0-6-8 0,0 3 12 0,-3-3-12 16,3 0 0-16,-3-2 0 0,1-1 0 0,-1 1 9 16,0-1 9-16,3 1 2 0,-6-1 0 15,3-2-20-15,0 0-19 0,-3 2 4 0,0-2 1 0,3 3 22 0,-3-3 5 16,0 2 1-16,0-2 0 0,0 0-14 0,0 3 0 15,3-4 0-15,-3-1 0 0,0 2 0 0,0-3-8 16,0-3 8-16,0 4-13 0,0-4 13 0,0 1 0 0,0-3 0 16,0 2 0-16,0-2 0 0,-2-3 0 0,-1 3 0 15,0 0 0-15,0-2 9 0,0-1-9 0,-3 0 0 0,0 1 9 16,0-1-9-16,0 0 0 0,0 0 0 16,0 1 8-16,1-4-8 0,-1 4 0 0,-3-4 0 15,0 1 0-15,0 0 0 0,3 2 0 0,-3-2 0 0,3-3 0 16,-3 2 0-16,3 1 0 0,1-1 0 0,-4-2 0 15,3 0 0-15,0 0 0 0,0 0 0 0,0 0 0 16,0-2 0-16,3-1 0 0,0 3 0 0,-3-2 0 16,0-1 0-16,1-2 0 0,-1-1 0 0,0 4 0 15,-3-4 0-15,3 1 0 0,-3 0 0 0,0-1 0 16,3-1 0-16,-6 1 8 0,4-2-8 0,-1 0 0 16,0 0 8-16,-3-2-8 0,3-1 0 0,-3-2 8 15,0-3-8-15,0 3 0 0,4-3 0 0,-4-2 0 16,3 2 0-16,0-3-9 0,0 3 9 0,0-2-13 15,3-1 13-15,-3 1 0 0,3-1 0 0,1 3 0 16,-1-2 0-16,0-1 0 0,0 1 0 0,0-1 0 0,0 1 22 16,0-1 7-16,-3-2 2 0,3 2 0 0,0 1-20 15,1-3-11-15,-1-3 12 0,0 3-12 0,0-3 14 0,0 0-4 16,0 0-1-16,0-2 0 0,0 2 3 16,0 3 0-16,3 0 0 0,-3 0 0 0,4-1 0 0,-1 1 0 15,0 0 0-15,0 0 0 0,3 0-12 0,-3 0 0 16,0-1-12-16,3-1 12 0,0-1 0 0,0-3 0 15,0 4 0-15,0-4 0 0,3 3 0 0,0 0 0 16,0 1 0-16,0 1 0 0,0 4 0 0,0-3 0 16,3 2 0-16,-3 1 0 0,3-1 16 0,-3 3 10 15,3 0 2-15,0 1 1 0,-3-1-17 0,3 2-3 16,0-1-1-16,0 1 0 0,3 1 16 0,-3-3 2 16,0 3 1-16,3-3 0 0,-3 6-27 0,0-4 0 15,3 1 0-15,-3 0 0 0,3 2 0 0,-3-2 0 16,0 2 0-16,3 4 0 15,-3-4-46-15,0 3-14 0,3 0-4 0,-3 0 0 0,-3 0 52 0,3 3 12 0,0 0 0 0,0 2 0 16,0 0 48-16,0 3 13 0,0-5 3 0,0 5 0 16,0 0-52-16,0 0-12 0,0 0 0 0,0 0 0 15,0 0-48 1,0 0-13-16,0 0-3 0,0 0 0 0,0 0 52 0,0 0 12 0,0 0 0 0,0 0 0 16,0 0 0-16,-3 8 0 0,0-3 0 0,0 1 0 15,3 1 0-15,-3-1 0 0,3-6 0 0,-3 8 0 16,3-3 0-16,-3 3 0 0,0 0 0 0,0-3 0 15,0 3 0-15,0-3 0 0,1 3 0 0,-1 0 0 16,0 0 0-16,0 0 0 0,-3 0 0 0,3 3 0 0,0-3 0 16,-3 2 0-16,3-2 0 0,-3 0 0 15,3 3 0-15,0-3 0 0,-3 0 0 0,3 2 0 0,-3 1 0 16,0-3 0-16,3 0 0 0,-3 0 0 16,0-1-54-16,0 1-8 15,-3 0-2-15,3 0 0 0,-3 0 52 0,3-3 12 0,0 3 0 0,0-2 0 0,1-4 0 0,2 4 0 16,3-6 0-16,-6 2 0 0,6-2 0 0,0 0 0 15,0 0 0-15,0 0 0 0,0 0 0 0,0 0 0 16,0 0 0-16,0 0 0 0,0 0 0 0,-3-2 0 16,0-4 0-16,3 1 0 0,3 0 0 0,-3-3 0 0,6 0 0 15,-3 0 0-15,3-3 0 0,-1 3 0 0,1-5 0 16,3 3 0-16,0-4 0 0,0 1 0 0,-3 3 0 16,3-6 0-16,0 2 0 0,-3 1 0 15,3 0 0-15,0 0 0 0,-3 0 0 0,3-1 0 0,0 4 0 16,-3-1 0-16,3 3 48 0,-4 0 13 0,1 0 3 15,3 0 0-15,-3 3-52 0,0 2-12 0,0-2 0 0,-3 3 0 16,3-1 0-16,-6 3 0 0,3 0 0 0,3 0 0 16,-6 0 40-16,6 3 6 0,0-1 1 0,0 3 0 15,0-2-31-15,0 5-7 0,0-3-1 0,3 3 0 16,-3 0 1-16,3 0 0 0,0 3 0 0,-1-1 0 16,1 1-9-16,0-1 0 0,0 1 0 0,3 2 0 15,-3-2 0-15,0-1 0 0,3 1 0 0,-3 0 0 16,3-3 0-16,-3 2 0 0,0-2 0 0,0 0 0 15,-1 0 0-15,1-3 0 0,0 3 0 0,0-2 0 16,-3-1-152-16,3 0-32 0,0 0-6 0</inkml:trace>
  <inkml:trace contextRef="#ctx0" brushRef="#br0" timeOffset="153578.093">16820 11481 1519 0,'0'0'43'0,"0"0"9"0,0 0-41 0,0 0-11 15,0 0 0-15,0 0 0 0,0 5 101 0,0 3 19 16,0 0 3-16,0 0 1 0,0 0-40 0,0 5-8 15,0-2-2-15,0 2 0 0,0 0-57 0,-3 3-17 16,3-3 8-16,-3 3-8 0,3 0 0 0,-3 3 0 16,0-3 0-16,3-1 0 0,0 1 0 0,-3 3 0 15,3-3 0-15,0 2 0 0,-3-2 0 0,3 0 0 0,0 0 0 16,0 0 0-16,0 0 21 0,0-3 0 16,0 3 0-16,0-3 0 15,0 0-65-15,0 0-14 0,0 1-2 0,0-6-575 16,-3 2-114-16</inkml:trace>
  <inkml:trace contextRef="#ctx0" brushRef="#br0" timeOffset="153906.444">16814 11515 1854 0,'0'0'40'0,"0"0"9"0,-3-5 2 0,0 0 1 0,3 0-41 0,0 5-11 0,0 0 0 0,3-3 0 15,0 0 80-15,3 1 13 0,0-1 3 0,0 3 1 16,0 3-20-16,3-1-4 0,0 1-1 0,0 0 0 16,3 2-23-16,0 0-5 0,0 0 0 0,-3 3-1 0,2-2-19 15,-2 4-4-15,3-2-1 0,0 5 0 0,-3-2-19 16,3 0-12-16,-3 2 1 0,0 0 1 16,0 0 22-16,0 0 4 0,0-2 0 0,-3 2 1 15,3 0-27-15,-3-2-6 0,-4 0 0 0,4 2-1 0,-3-3 17 16,0 4 0-16,-3-4 0 0,0 4 0 0,0-4 0 0,-3 1 0 15,-3 2 0-15,1-2 0 16,-1 2-55-16,-3 0-7 16,3 0-2-16,-6-2 0 0,3 2 0 0,0-2 0 0,-3 2 0 0,0-3 0 15,3 1 0-15,-3-3 0 0,0-3 0 0,0 3-844 0</inkml:trace>
  <inkml:trace contextRef="#ctx0" brushRef="#br0" timeOffset="154211.23">16802 11322 1362 0,'0'0'38'0,"0"0"10"0,0 0-39 0,0 0-9 0,0 0 0 0,0 0 0 16,0 0 114-16,0 0 21 0,0 0 4 0,0 0 1 16,0 0-47-16,0 0-9 0,0 0-1 0,0 0-1 15,6 0-23-15,0 3-5 0,0-3-1 0,0 0 0 0,0 3-20 0,3-3-4 16,-3 0-1-16,3 0 0 16,3 0-20-16,-3 0-8 0,6-3 0 0,-3 3 9 15,0-3-9-15,2 1-14 0,1-1 3 0,0 0-699 16,3-2-140-16</inkml:trace>
  <inkml:trace contextRef="#ctx0" brushRef="#br0" timeOffset="155029.075">17314 11814 1076 0,'0'0'24'0,"0"0"4"0,0 0 2 0,0 0 0 0,0 0-30 0,0 0 0 0,0 8 0 16,0-8 0-16,0 0 91 0,0 0 12 16,0 0 2-16,0 0 1 0,0 0-25 15,0 0-5-15,0 0 0 0,0 0-1 0,0 0 30 0,0 0 7 16,0 0 0-16,0-8 1 0,0 3-46 0,0 0-10 0,0-3-1 15,0 0-1-15,0 0-11 0,0-3-3 16,0 1 0-16,0 2 0 0,3-5-7 0,-3 2-2 0,0 0 0 0,3-2 0 16,-3 3-5-16,3-4-2 0,-3 4 0 0,3-3 0 15,0-1-4-15,-3 1-1 0,3 3 0 0,0-1 0 16,-3 0-7-16,3 3-1 0,0 1-1 0,-3 1 0 16,3-2-11-16,-3 8 0 15,3-2 0-15,-3 2 8 0,0 0-8 0,0 0 0 0,6 2 0 0,-3 4 0 16,3-4-11-16,0 6 3 0,-3 0 0 0,3 0 0 15,0 3-10-15,0-1-2 0,0 1 0 0,3-1 0 16,0 1-16 0,0 0-3-16,-4-4-1 0,4 1 0 0,0 0 0 0,0 0 0 15,0-2 0-15,0 2 0 0,-3-3 21 0,3-3 4 0,-3 4 1 0,3-4 0 16,-6-2 14-16,3 3 0 0,-6-3 0 0,6 0 0 16,-6 0 20-16,9-3-4 0,-9 3 0 0,0 0 0 15,3-2 16-15,0-4 4 0,0 4 0 0,0-3 0 16,0-1-8-16,-3-2 0 0,3 3-1 0,-3-3 0 0,0-3-15 15,3 4-4-15,-3-4 0 0,0 0 0 0,3-4-8 16,-3 1 0-16,2-2 0 0,1 1 0 16,-3-1-29-16,3 0-2 0,-3 0 0 0,0 0 0 15,3 0-149-15,-3 3-31 0,0 0-5 0</inkml:trace>
  <inkml:trace contextRef="#ctx0" brushRef="#br0" timeOffset="155286.808">17389 11330 1695 0,'0'0'37'0,"0"0"8"0,0 0 2 0,0 0 1 0,0 0-39 0,0 0-9 16,0 0 0-16,0 0 0 0,-3-5 91 0,3 5 16 0,0 0 3 0,0 0 1 15,0 0-43-15,-3-3-8 0,3 3-1 0,0-5-1 16,0 5-22-16,0 0-4 0,3-5 0 0,3 2-1 15,-3 3-31-15,3-3 8 0,3 1-8 0,-3-1 0 16,5 3 0-16,1-3 0 0,0 1 0 0,6 2 0 16,0-3 0-16,0 3 0 0,6-5 0 0,2 2 0 15,-2-2-151-15,3 2-33 16,27 1-6-16,-13-1-2 0</inkml:trace>
  <inkml:trace contextRef="#ctx0" brushRef="#br0" timeOffset="155750.946">17948 11298 1846 0,'0'0'40'0,"0"0"9"0,0 0 2 0,0 0 1 0,0 0-41 0,0 0-11 0,-9 3 0 0,4 0 0 15,-1 2 78-15,0-2 14 0,0 2 2 0,0-2 1 16,0 2-26-16,-3 3-5 0,3 0 0 0,-3 0-1 16,0 5-50-16,-3-2-13 0,3 2 0 0,0 3 0 15,-3 2 24-15,0 3-1 0,3 0 0 0,-2 6 0 16,2-3-23-16,-3 0 0 0,0 2 0 0,0 3 0 16,3-5 0-16,-6 0 0 0,3 0 0 0,-3-1 0 15,3-1 0-15,1-4 0 0,2 1 0 0,-3 2 0 16,3-5-11-16,0 0-6 0,0-1-2 0,0-1 0 15,3 1-16-15,0-1-3 0,0-4-1 0,0 1 0 16,0-1-129-16,6-4-25 0</inkml:trace>
  <inkml:trace contextRef="#ctx0" brushRef="#br0" timeOffset="156186.159">18005 11526 1958 0,'0'0'43'0,"0"0"9"0,-6-3 1 0,0 3 3 0,0 0-45 0,0 0-11 0,6 0 0 0,-6 0 0 15,0 3 100-15,0 0 17 0,0-1 4 0,0 6 1 16,0-3-68-16,0 3-14 16,1 3-2-16,-1 0-1 0,3-1-24 0,-3 6-5 0,3-3 0 0,-3 1-8 15,3-1 8-15,0-3-8 0,0 4 0 0,0-1 0 16,3-3 24-16,-3 4 0 0,3-4 1 0,0 3 0 15,3-2-25-15,-3 0 0 0,3-3 0 0,0 2 0 32,3-2-23-32,-3-3-9 0,3 3-3 0,0-2 0 0,3-1 15 0,-4-2 2 0,4 2 1 0,0-3 0 15,3-2 5-15,-3 0 2 0,3 0 0 0,-3 0 0 16,3-2 10-16,-3 2 0 0,0-5 0 0,3 2-8 16,-3-2 20-16,2 2 4 0,-2-2 0 0,0-3 1 15,0 2 15-15,-3-2 4 0,3 1 0 0,-3-1 0 16,0 0 8-16,0 0 3 0,-3 0 0 0,0 0 0 0,0-3-12 15,0 3-3-15,0 0 0 0,-3 0 0 0,-3-2-12 16,3 2-2-16,-3 0-1 0,-3 0 0 16,3 0-8-16,-6 0-1 0,3 3-8 0,-6 0 12 0,3-1-12 0,-6 4 0 15,4-4 0-15,-7 6 0 16,0-2-17-16,-3-1-10 0,0 3-1 0,0 3-839 16,-5-1-167-16</inkml:trace>
</inkml:ink>
</file>

<file path=ppt/ink/ink2.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2-04-18T21:35:51.058"/>
    </inkml:context>
    <inkml:brush xml:id="br0">
      <inkml:brushProperty name="width" value="0.05292" units="cm"/>
      <inkml:brushProperty name="height" value="0.05292" units="cm"/>
      <inkml:brushProperty name="color" value="#FF0000"/>
    </inkml:brush>
  </inkml:definitions>
  <inkml:trace contextRef="#ctx0" brushRef="#br0">4080 4887 1666 0,'0'0'36'0,"0"0"8"0,0 0 2 0,0 0 2 0,0 0-39 0,0 0-9 0,0 0 0 0,0 0 0 16,0 0 95-16,0 0 17 0,0 0 3 0,0 0 1 15,0 0-51-15,0 0-9 0,0 0-3 0,0 0 0 16,0 0-21-16,0 0-5 0,0 0-1 0,0 0 0 16,0 0-6-16,0 0-2 0,3 0 0 0,6-2 0 15,0 2-1-15,0-3 0 0,6 3 0 0,6-3 0 16,-3 3-2-16,8 0-1 0,4 0 0 0,3 3 0 15,0 0-6-15,-1-1-8 0,4 1 11 0,-6-1-11 0,6-2 9 16,-1 0-9-16,-2 0 0 0,3 0 9 16,3 0-9-16,-13 3 0 0,4-3 0 0,-3 5 8 0,-3-2-8 15,-6 0 0-15,-4 2 9 0,1-5-9 16,-3 3 0-16,-6-3 0 0,3 2 0 0,-6 1 0 16,0-3-36-16,0 3-3 0,0-3 0 0,-3 0 0 15,0 0-125-15,3 2-24 0,3-2-6 0</inkml:trace>
  <inkml:trace contextRef="#ctx0" brushRef="#br0" timeOffset="397.217">4750 4718 1609 0,'0'0'35'0,"0"0"7"0,0 0 2 0,0 0 2 0,0 0-37 0,0 0-9 0,0 0 0 0,0 0 0 16,0 0 104-16,-6 5 20 0,6-5 3 0,0 0 1 16,3 5-52-16,-3 1-9 0,0-1-3 0,0 0 0 15,0 3-16-15,3-2-4 0,0 1-1 0,0-1 0 0,0-1-2 0,0 3 0 16,0-3 0-16,3 6 0 0,-3-6-14 0,-3 0-3 15,0 1-1-15,3-1 0 0,-3 3-11 0,3 0-1 16,0-5-1-16,-3 4 0 0,0-4-10 0,0 5 0 16,0-3 0-16,0 1 0 15,0-1 0-15,0 3 0 0,0 0 0 0,0-3 0 0,-3 6 10 16,3-3 0-16,0 0 0 0,0 2 0 0,0 1-2 16,0-1-8-16,0 4 12 0,0-1-4 0,-3-3-20 0,3 4-4 15,-3-4 0-15,3 3-1 16,0-2-31-16,-9 2-5 0,3-7-2 0,-3 4-718 15,0-2-144-15</inkml:trace>
  <inkml:trace contextRef="#ctx0" brushRef="#br0" timeOffset="5215.115">6506 4477 1267 0,'0'0'28'0,"-6"8"5"0,3 0 2 0,-3 0 1 0,3 0-36 0,-3 2 0 0,1 1 0 0,-1 2 0 0,3 0 107 0,-3 1 14 15,0 2 3-15,-3-1 1 0,3 7-57 0,0-9-11 16,0 5-2-16,0 3-1 16,0 1-19-16,0-6-4 0,0 5-1 0,0-3 0 15,3 1-3-15,0-6-1 0,0 5 0 0,0-4 0 0,3-1-6 0,0 0-2 16,3 0 0-16,-3 1 0 0,6-4-18 0,-3 1 8 16,6-1-8-16,-3 1 0 0,3 0 12 0,0-4-4 15,0 4 0-15,0-6-8 0,3 1 12 0,0-4-4 16,2-2 0-16,1 0-8 0,3-2 0 0,0-1-16 0,0-2 2 0,3 2 0 15,-3-8 62-15,2 4 13 0,4-1 3 0,-6 0 0 16,3-3-36-16,-3 3-6 0,-3-2-2 0,3-1 0 16,-7 0 20-16,1-4 4 15,-3 1 1-15,-3-4 0 0,3-1-9 0,-3 1-3 16,-3-1 0-16,0 1 0 0,0-6-9 0,-6 3-1 16,3 0-1-16,-3-1 0 0,-3 1-11 0,0 3-3 0,0-1 0 15,-3 1 0-15,0 4-8 0,0 1 0 0,-2 0 0 0,-4 2 0 16,0 1 0-16,0 2 0 0,-3 0 0 0,0 5 0 15,0-2 0-15,0 2 0 0,1 3 0 0,-1 0 0 16,3 0 0-16,0 3 0 0,0 2 0 0,3-5 0 16,0 6 0-16,0-1 0 0,3 3 0 0,3 2 0 15,1-2-172 1,-1 0-36-16,3 3-7 0,3-1-848 0</inkml:trace>
  <inkml:trace contextRef="#ctx0" brushRef="#br0" timeOffset="5661.863">7057 4562 1958 0,'0'0'43'0,"0"0"9"0,0-3 1 0,3 0 3 0,-3-7-45 0,0 5-11 0,0-1 0 0,-3 1 0 0,0 2 102 0,0-2 18 16,-3 2 4-16,0-2 1 0,0 2-47 0,0 1-10 0,0 2-1 16,-3 0-1-16,3 0-52 0,-3 2-14 0,1 1 0 0,2 5 0 15,-3-3 0-15,0 3 0 16,3 3 0-16,-3-1 0 0,3 6 16 0,0 0-1 15,0 0-1-15,3 5 0 0,0-2-14 0,3-1 0 16,0 3 0-16,0-2 0 0,3-1 0 0,3 1 0 16,0 0 0-16,3-4 0 0,0 1 0 0,3-3-18 0,0-2 2 15,2 2 1-15,4-2 15 0,0-6 0 16,3 3 0-16,0 0 0 0,-3 0 0 0,3 0 0 0,-1-8 0 16,1 3 0-16,-3-1 0 0,3-2 13 0,-3 0-2 0,0-2-1 15,-3-1-2-15,2-2-8 0,-2-1 12 0,0-2-4 16,-3 0 18-16,0 1 3 0,0-4 1 0,-3 3 0 15,0-3 10-15,0 1 1 0,-3-3 1 0,0-1 0 16,-3-1-10-16,-3-1-1 0,0 0-1 0,0-3 0 16,-3 1-14-16,0-1-2 0,0 1-1 0,-6-1 0 15,0 3-13-15,0 0 0 0,3 3 0 0,-6 0-10 16,0 2 19-16,0 3 4 0,3 0 1 0,-6 1 0 16,3 1-14-16,-5 4 0 0,2-4 0 0,0 6 0 15,-3-5-13-15,3 5 1 0,-3 0 0 0,0 0 0 16,0 5-42-16,4-2-8 0,-1 0-2 0,0 5 0 15,3-1-153-15,3 1-31 0,3 0-7 16,0 3-1-16</inkml:trace>
  <inkml:trace contextRef="#ctx0" brushRef="#br0" timeOffset="6272.07">7754 4572 1810 0,'0'0'40'0,"0"0"8"0,0 0 1 0,0 0 3 0,0 0-42 0,0 0-10 0,-6-2 0 0,0 2 0 15,6 0 107-15,-6-3 19 0,-1447 0 4 0,2894 3 1 0,-1447-2-23 16,0 2-5-16,6 0-1 0,-6 2 0 0,0 1-82 0,0 0-20 15,0-1 0-15,0 4 0 16,0-1 56-16,0 5 6 0,0-4 2 0,0 2 0 16,0 2-52-16,0 3-12 0,3-2 0 0,-3 2 0 0,3 1 0 15,0-1 0-15,3 3 0 0,0-3 0 16,0 0 0-16,3 0 0 0,0 1 0 0,3-1 0 0,0 0 0 16,3-2 0-16,0 2 0 0,0-8 0 0,3 3 0 0,3 0 0 15,3-5 0-15,0 2 0 0,-1-5 0 0,4 3 0 16,3-3 0-16,0 0 0 0,0 0 0 0,-3 0 0 15,2-3 0-15,-2 0 0 0,-3 1 0 0,-3-4 0 16,-3 1 0-16,0 0 0 0,-3-3 0 0,0 0 0 0,0-3 0 0,-3 1 0 16,-3 2 54-16,-1-8 8 15,-2 3 2-15,0-6 0 0,0 3-52 0,-2-2-12 0,-1 2 0 16,-3-3 0-16,-3 3 0 0,3-2 0 16,-3 2 0-16,-3 0 0 0,-3 3 0 0,0 2 0 0,-3 1 0 0,0-1 0 31,-5 6-48-31,2 2-13 0,-6 3-3 0,0 0 0 15,0 3-122-15,1 5-25 0,-1 0-5 0</inkml:trace>
  <inkml:trace contextRef="#ctx0" brushRef="#br0" timeOffset="6976.388">6524 5959 1954 0,'-3'-3'43'0,"0"-2"9"0,0 2 1 0,-3-2 3 0,3 2-45 0,-3-2-11 0,3 2 0 0,-3-2 0 16,0 5 105-16,1-3 19 0,-1 1 4 0,-3 2 1 16,3 2-52-16,-3 1-10 0,0 2-3 0,0-2 0 15,0 2-56-15,0 3-8 0,-3 0 0 0,0 3-12 16,3-1 12-16,-3 4 0 0,3-4 12 0,1 3-12 16,-4 1 0-16,6-4 0 0,-3 3 0 0,3-2 0 15,0 2 0-15,3 0 0 0,0-2 0 0,3 5 0 16,3-3 0-16,0 0 0 0,3 3 0 0,0 3 0 15,3-6 0-15,3 3 0 0,-1-3 0 0,4 0 0 0,0-5 0 16,0 3 0-16,0-6 0 0,3-2 0 16,0-1 0-16,0-4 0 0,2-4 0 0,4-1 0 0,0-1 0 15,0-3 0-15,0 0 0 0,-1-2 0 0,1 3 0 0,-3-4 0 16,-3 1 0-16,0 3 0 0,-3-4 58 16,-3 1 5-16,0 3 1 0,-4-1 0 0,1 0-52 0,-3-2-12 15,-3 0 0-15,0-3 0 0,-3 3 0 0,-3-3 0 16,0 0 0-16,0 0 0 0,-3 0 0 0,-2 0 0 15,-4-2 0-15,-3 2 0 0,3 0 54 0,-6 3 8 0,3 0 2 16,-3-1 0 0,0 4-103-16,-2 2-20 0,2 3-4 0,-3 2-1 15,6 0 52-15,-3 3 12 0,3 3 0 0,0 0 0 16,3-1-105-16,3 4-19 0,1-1-3 0,2 3-649 16,3 0-131-16</inkml:trace>
  <inkml:trace contextRef="#ctx0" brushRef="#br0" timeOffset="7416.318">7349 5795 2264 0,'0'0'50'0,"0"0"10"0,-3-3 3 0,-3-2 0 0,0 2-51 0,-3 1-12 0,3 2 0 0,-3-3 0 15,0 3 63-15,-3 3 9 0,3-3 3 0,0 5 0 16,-3-3-34-16,0 4-6 0,4-1-2 0,-4 0 0 15,0 3-33-15,3 3 0 0,-3 2 0 0,0 0 0 16,3 3 0-16,0 0 0 0,0 3 0 0,3-1 0 16,-3 1 0-16,6-1 0 0,-3-2 0 0,6 3 0 15,0-4 0-15,0-1 0 0,3-1 0 0,0 0 0 16,3 0 0-16,3 1 0 0,0-4 0 0,0 1 0 16,3-1 23-16,0 4 1 0,3-7 0 0,-3 1 0 0,3 0-14 15,-1-2-2-15,1-4-8 0,3-2 12 0,0 0 5 16,0-2 1-16,3-1 0 0,0 0 0 0,-4-2-2 0,4 0-1 15,0-1 0-15,-3 1 0 0,0-3 39 0,0 0 8 16,-3 3 2-16,-4-3 0 0,1 0-52 0,-3 0-12 16,0-2 0-16,-3-4 0 0,0 1 0 0,-3 0 0 15,-3-6 0-15,3 1 0 0,-6-1 0 0,0-2 0 16,-3 0 0-16,-3-3 0 0,0 3 34 0,-6-3 4 0,1 3 1 16,-4 0 0-16,0 5-39 0,-3-2 0 0,0 4-14 0,0 4 4 15,1 2-8-15,-4 0-2 0,6 5 0 0,0-2 0 31,0 5-24-31,0 0-4 0,0 0-2 0,1 3 0 16,2-1-123-16,0 1-25 0,3 2-5 0</inkml:trace>
  <inkml:trace contextRef="#ctx0" brushRef="#br0" timeOffset="7837.785">7944 5647 2098 0,'0'0'46'0,"0"0"10"0,0-3 1 0,0 3 3 0,3-5-48 0,0-1-12 16,0 4 0-16,-3-4 0 0,0 6 124 0,0 0 24 15,3-2 4-15,-3 2 0 0,0 0-70 0,0 0-14 0,0 0-4 16,0 0 0-16,0 0-51 0,0 5-13 16,0 0 0-16,0 3 0 0,0 0 0 15,0 0 0-15,0 3 0 0,0-1 0 0,0 4 54 0,0 4 8 16,0 3 2-16,0 6 0 0,0-1-64 0,0 3 0 16,3 3-9-16,-3 0 0 0,3-3 9 0,0 0 0 0,-3-3 0 15,3 1 0-15,0-3 0 0,-3-6 0 0,3 3 0 16,0-5 0-16,0 3 0 0,-3-3 0 0,0 2 0 15,3 1 0-15,-3-3 0 0,0-1 12 0,0 1-2 0,0 0-1 16,0 0-9-16,-3-3 0 0,3 1 0 0,3-1 0 31,-3 0-49-31,3-2-12 0,-3-3-3 0,3 2 0 16,0-2-153-16,3 0-31 0,-3-3-7 0,3 1-1 0</inkml:trace>
  <inkml:trace contextRef="#ctx0" brushRef="#br0" timeOffset="8796.306">6462 7097 2030 0,'0'0'44'0,"0"0"10"0,-6 0 2 0,0 0 1 0,0 0-45 0,0 0-12 0,-3 2 0 0,3 1 0 16,-3 0 77-16,0 2 14 0,0 0 2 0,0 3 1 15,0 0-13-15,0 3-2 0,0-1-1 0,1 3 0 32,-1 1-88-32,0-1-18 0,3 0-3 0,-3 0-1 0,0 3 52 0,3-3 9 0,-3 1 3 0,6-1 0 15,-3 0-32-15,3 0 0 0,3 1 0 0,3-1 0 16,0 3 0-16,0-3 0 0,3 0 0 0,3 0 0 31,0 1-45-31,0-1-15 0,3 0-4 0,0-2 0 0,2-3 64 0,4-1 21 0,-3-1 0 0,3-4 0 16,-3 1-33-16,3-6-8 0,0 1 0 0,-1-4-1 15,4 1 21-15,3-5 0 0,-3 2 0 0,3-6 0 16,-3 4 40-16,-1-1 12 0,4-2 2 0,-6 2 1 16,0 1-18-16,-3-1-3 0,0-2-1 0,-3 2 0 15,-3-2-7-15,0 0-2 0,-4-3 0 0,-2 3 0 16,-3-3-9-16,0 0-3 0,-3 0 0 0,-2 0 0 16,-1 1-12-16,-6-1 9 0,0-3-9 0,-3 3 8 0,0-2-8 15,-6 2 0-15,3 0 0 0,-6 3 0 0,4 5 0 16,-4-3 0-16,3 6 0 0,0 0 0 15,3-1-49-15,-3 4-12 0,7 2-3 0,-4 0 0 16,3 0-124-16,3 2-24 0,0 1-6 0</inkml:trace>
  <inkml:trace contextRef="#ctx0" brushRef="#br0" timeOffset="9319.594">7381 6938 1958 0,'0'0'43'0,"0"0"9"0,0 0 1 0,0 0 3 0,0 0-45 0,0 0-11 16,0 0 0-16,0 0 0 0,0 0 91 0,0 0 16 15,0 0 3-15,0 0 1 0,0 0-24 0,3-5-5 16,0 5-1-16,-3 0 0 0,0 0-13 0,0 0-4 16,6 0 0-16,-6 0 0 0,3 2-51 0,3 1-13 15,-3 2 0-15,0 3 0 0,0 3 0 0,0-1 0 16,-3 1 0-16,3 5 0 0,-3 0 0 0,0 2 0 16,0-2 0-16,3 5 0 0,-3 0 0 0,3-2 0 15,-3 2 0-15,3 0 0 0,0-5 0 0,0 3 0 16,0-4 0-16,0 1 0 0,0 0 0 0,0 0 0 0,0-3 0 15,0 0 0-15,0-2 20 0,0 2 0 16,0-2 1-16,0 2 0 16,0-2-136-16,0-1-27 0,0 4-6 0,0-4-638 0,0 1-128 0</inkml:trace>
  <inkml:trace contextRef="#ctx0" brushRef="#br0" timeOffset="9740.984">7828 7073 1958 0,'0'0'43'0,"0"0"9"0,-3-6 1 0,0 4 3 0,3 2-45 0,0 0-11 0,0-5 0 0,0 5 0 0,0 0 104 0,0 0 20 16,0 0 3-16,0 0 1 0,0 0-72 0,-6 7-15 16,3 1-2-16,-3 3-1 0,3 2-23 0,3-2-5 15,-3 2-1-15,3 3 0 0,0 0-9 0,3-3 0 16,-3 3 0-16,3-3 0 0,0 3 0 0,0 0 0 15,3-3 0-15,-3 0 0 16,3 1 0-16,3-4 0 0,-3 3 0 0,3 3 0 0,0-5 16 0,3 2 0 16,-4-2 1-16,4 2 0 0,0-3-17 0,0 1 0 15,0 0 0-15,3-1 0 0,-3-2 0 0,0 0 0 16,3-3 0-16,0-2 0 0,-1 0 0 0,1-3 0 16,0 0-11-16,0-6 11 0,-3 4 16 0,3-4 9 15,-3-1 3-15,0-1 0 0,3 0 2 0,-3-3 1 16,-4 0 0-16,4 4 0 0,-3-7-16 0,-3 4-3 0,0-1-1 0,0 1 0 15,-6-4 26-15,0 1 6 0,0-3 1 16,-3 0 0-16,0 3-26 0,-3-3-5 0,-3 0-1 0,0-2 0 16,0 2-12-16,-2-3 11 0,-1 4-11 15,0-1 10-15,-3 0-10 0,0 3 0 0,-3-1 0 0,0 1-11 32,-3 5-25-32,1-2-4 0,-7 2-2 0,-3 2-847 0,-3 1-170 15</inkml:trace>
  <inkml:trace contextRef="#ctx0" brushRef="#br0" timeOffset="22709.453">12070 3231 1530 0,'0'0'33'0,"0"0"7"0,-3-3 2 0,3 3 2 0,-3-5-36 0,3 2-8 0,-3-5 0 0,0 3 0 16,0 0 95-16,0-3 17 0,0 0 3 15,0 5 1-15,0-5-42 0,0 3-8 0,-3 0-2 0,3-3 0 16,0 5-13-16,-3-5-3 0,-3 0-1 0,3 3 0 16,0 0-10-16,0-3-1 0,-3 5-1 0,0-5 0 15,0 0 2-15,0 3 1 0,-2-3 0 0,-1 3 0 16,0-6-2-16,0 3-1 0,-3 3 0 0,0-3 0 15,0 0-11-15,0 0-3 0,-3-3 0 0,4 3 0 16,-4-2-8-16,3 2-1 0,0 0-1 0,0 3 0 16,0-3-11-16,3 2 12 0,-3-1-12 0,3 1 12 15,-2-2-12-15,-1 6 0 0,-3-6 0 0,0 0 8 16,0 0-8-16,-3 3 0 0,0-1 9 0,-2 4-9 16,-1-6 0-16,0 8 0 0,0-6 0 0,-3 6 8 15,4 0-8-15,-1 6 0 0,3-6 0 0,-3 0 0 16,3 2 0-16,0-2 0 0,1 6 0 0,-4-6 0 15,0 0 0-15,-3 0 0 0,0 0 0 0,-2 2 8 0,-4 4-8 0,3-4 0 16,0 3 0-16,-2 1 0 0,5 2-8 16,0 0 8-16,3-3-8 0,-3 3 8 0,4 0 0 0,-1 0 0 15,-3 0 0-15,-3-3 0 0,3 6 0 0,1 2 0 16,-4-5 0-16,-3 5 0 0,3-2 0 0,4 2 0 16,-4-5 0-16,3 5 0 0,3-2 0 0,3-1 0 15,1 6 0-15,-4-8 0 0,3 3 0 0,0 2 0 16,0-5 0-16,0 2 0 0,1 6 0 0,-4-8 0 0,3 0 0 15,0 5 0-15,0-5 0 0,0 3 0 0,1-1 0 0,2 6 0 16,3-3 0-16,-3 3 0 0,3 0 0 0,0 5 0 16,0-2 0-16,3-1 0 0,1 4 0 0,-1 1 0 15,3-1 0-15,-3-4 0 16,6 3 0-16,-3-2 0 16,3-1-56-16,-3 1-7 0,0 5-1 0,3-8 0 0,0 5 52 0,3-8 12 0,-3 3 0 0,0 0 0 15,3 0 0-15,-3-1 0 0,3 4 0 16,0-3 0-16,3 5 0 0,0-5 0 0,0 5 0 0,0-2 0 15,3 2 13-15,0 0 6 0,0-3 1 0,3 6 0 16,0-8-32-16,0 5-7 0,0-8-1 0,0 6 0 16,3-3 20-16,0 2 0 0,3-7 0 0,0 8 0 15,0-12 0-15,3 4 0 0,-1 0 0 0,4 5 0 16,3-11 0-16,0 5 0 0,3 4 0 0,0-6 0 16,2 2 0-16,1 3 0 0,-3 1 0 0,3-4 0 15,-3 3 0-15,-1-2 0 0,1 0-8 0,0-3 8 16,0 5 0-16,6-8 0 0,-1 3 0 0,4 0 0 15,0 2 0-15,3-2 0 0,2-2 0 0,-2 2 0 0,0 0 0 0,-4-3 0 16,1 3 0-16,3-6 0 0,-3 1 0 16,-1 2 0-16,10-2 0 0,-3-3 0 0,2 3 0 0,-2-1 0 15,-3-2 0-15,3 0 0 0,-7 0 0 0,4-2 0 16,-3-1 0-16,5 0 0 16,1 1 0-16,3-1 0 0,0 0 0 0,2 1 0 0,-2-3 0 15,-3 2 0-15,-4-5 0 0,4 3 0 0,-3-1 0 0,2-2 0 16,1-2 0-16,6 2 0 0,-4 0 0 0,4 0 0 15,-3 3 0-15,-1-3 0 0,-5 0 0 0,3 0 0 16,-3-3 0-16,5 1 0 0,1-3 0 0,0 5 0 0,2 0 0 16,1-3 0-16,-3 3 54 0,-4 0 8 15,-2 0 2-15,0 0 0 0,-7 0-64 0,1-2-12 16,0 5-2-16,3-9-1 0,-4 6 24 0,4-2 5 0,0-1 1 0,-3 1 0 16,-4-1-15-16,1 0 0 0,-3-4 0 0,-3 1 0 15,0 1 0-15,-3-3 0 0,-1 0 0 0,-5-2 0 16,3-1 54-16,-6 1 8 0,3 2 2 0,-3-3 0 15,0 1-52-15,-3-1-12 0,0 6 0 0,-3-5 0 16,3 2 0-16,-3 2 0 0,0-1 0 0,-3 4 0 16,3-2 0-16,-3 5 0 0,0-5 0 0,0-1 0 15,-3-2 0-15,0 3 0 0,0-3 0 16,0 6 0-16,0-9 54 0,0 3 8 0,-3-2 2 0,3-1 0 16,-3-2-52-16,3 3-12 0,-3-1 0 0,0-2 0 15,-3 2 0-15,3 1 0 0,-3-1 0 0,0 1 0 16,0 2 0-16,-2-3 0 0,2 6 0 0,-3 0 0 15,-3 0 0-15,0 2 0 0,0 3 0 0,-3-5 0 16,0 5-12-16,0 0-6 0,1 0-1 0,-1-2 0 16,0 2 19-16,-3 0 0 0,3 0 0 0,0-3 0 0,0 1 12 0,1 2 5 15,2-3 2-15,-3 1 0 0,0-1-19 0,3 3 0 16,-3-5 0-16,-3 5 0 0,1-5 0 0,-4-1 0 16,-3 4 0-16,0-3 0 0,-3-1-16 0,-2 4-8 15,2 2 0-15,-3-5-1 16,3 5-11-16,4 0-3 0,2 0 0 0,-3-3 0 0,3 6 39 0,-3 0 0 0,4-3 0 15,-4 0 0-15,0 0 0 0,-3 5 10 0,3 1 1 16,-2 2 0 0,2 0-69-16,0 0-14 0,0 2-2 0,4 1-1 15,-1 5-93-15,3 0-20 0,0 0-3 0</inkml:trace>
  <inkml:trace contextRef="#ctx0" brushRef="#br0" timeOffset="24975.397">10656 3530 1652 0,'0'0'36'0,"0"0"8"0,0 0 2 0,0 0 0 0,0 0-37 0,-6 0-9 0,6 0 0 0,-6 2 0 16,0 4 60-16,3-4 9 0,-3 4 3 16,3-4 0-16,-3 4-39 0,3 2-7 0,0 5-2 0,-3-5 0 15,3 2-24-15,0 1 8 0,0-1-8 0,-3 1 0 16,3 5 0-16,0-8-16 0,0 2 3 0,0 4 0 15,0-1 13-15,-3 0 0 0,3 3 0 0,0-5 0 16,0 2 16-16,0 0 5 0,0-5 2 0,0 3 0 16,1-1-23-16,2-2 0 0,-3-3 0 0,3-5-12 15,0 0 12-15,0 0 8 0,0 0-8 0,0 0 11 16,0 0 9-16,0-2 3 0,0-6 0 0,0-3 0 16,3-2 2-16,-3 0 1 0,2 0 0 0,1-3 0 15,3 5-13-15,-3-7-2 0,3 2-1 0,0 0 0 16,3 0 2-16,-3-3 1 0,3 1 0 0,0-3 0 15,0-6-1-15,3 3 0 0,0 1 0 0,3-7 0 16,-3 4 7-16,2 2 1 0,1 0 0 0,0 3 0 16,-3 5-20-16,3 0 0 0,-3 1 0 0,0 4 0 15,-3 3 36-15,0 3 3 0,0-3 1 0,-3 5 0 16,0 3-20-16,-1 0-4 0,1 5-1 0,-3 1 0 16,3 4-5-16,-3-2-1 0,3 6 0 0,-3 1 0 15,0 4-1-15,0-1-8 0,0 6 12 0,0-3-4 0,0 3-8 16,0 3 0-16,0-9 0 0,0 9-11 15,-3-9 11-15,3 1 0 0,-3-1 0 0,3 3 0 0,-3-2 0 0,-3-1 0 16,3 1-8-16,-3 0 8 16,0-1-56-16,0 1-7 0,-3-1-1 0,3 1 0 15,-3-1 0-15,3-2 0 0,-3 0 0 0,-3 0 0 16,3-6-153-16,3 6-31 0,-2 5-7 0,-4-5-1 0</inkml:trace>
  <inkml:trace contextRef="#ctx0" brushRef="#br0" timeOffset="25204.32">10584 3612 1381 0,'0'0'39'0,"0"0"9"0,0 0-39 0,3-6-9 0,3 4 0 0,0 2 0 15,0 0 120-15,3 0 21 0,0-5 5 0,0 5 1 16,0 0-53-16,0 0-10 0,3 0-3 0,0 0 0 15,-1 0-45-15,4 0-10 0,-3 0-2 0,3 0 0 16,0 0-16-16,3 0-8 0,-3 0 0 0,3 0 8 16,-1 0-8-16,1 0-11 0,0 0 3 0,0 0-654 15,0-3-130-15</inkml:trace>
  <inkml:trace contextRef="#ctx0" brushRef="#br0" timeOffset="25410.338">11114 3442 1792 0,'0'0'51'0,"-3"-5"10"0,3 5-49 0,-6-2-12 0,0 2 0 0,6 0 0 0,-3-6 105 16,3 6 19-16,0-2 3 0,0 2 1 0,-3-8-52 0,3 8-9 0,0-6-3 0,0 6 0 16,3-5 0-16,-3 5 0 0,0 0 0 0,0 0 0 15,0 0-50-15,0 0-14 0,3-3 0 0,-3 3 0 16,0 0 0-16,0 0 0 0,3 0 0 0,-3 0 0 31,6 3-156-31,-3 0-32 0,0 2-8 0</inkml:trace>
  <inkml:trace contextRef="#ctx0" brushRef="#br0" timeOffset="25589.447">11090 3781 1821 0,'0'0'52'0,"0"0"11"15,0 0-51-15,-3 3-12 0,3-3 0 0,0 5 0 16,0-5 136-16,0 0 25 0,0 0 5 0,0 0 1 16,0 0-67-16,0 0-12 0,0 0-4 0,0 0 0 15,0 0-58-15,0 0-12 0,0 0-2 0,0 0-1 16,0 0-77-16,0 0-15 0,0 0-3 0</inkml:trace>
  <inkml:trace contextRef="#ctx0" brushRef="#br0" timeOffset="46621.56">11331 1900 1851 0,'0'0'52'0,"0"0"12"0,0 0-51 0,-3-8-13 16,0 8 0-16,3 0 0 0,-3-8 113 0,3 8 20 15,-3 0 4-15,3 0 1 0,0 0-29 0,0 0-5 0,0 0-2 0,0 0 0 16,0 0-81-16,0 0-21 0,0 0 0 0,-2 0 0 16,-1 8 11-16,3 0-11 15,-3-3 10-15,3 6-10 0,0 2 0 16,-3 0 8-16,3 3-8 0,0-5 0 0,0 7 0 0,0-2 0 0,0-3 0 0,-3 11 0 16,3-3 0-16,0 0 0 0,-3 3 8 0,3 5-8 15,0 0 0-15,0 3 0 0,0-3 0 16,3 0 0-16,-3 0 0 0,0 1 0 0,0-7 0 15,0 1 0-15,0 3 0 0,3-6 0 0,-3 0 0 0,0 3 0 16,0-3 0-16,3 3-12 0,-3-3 3 0,0 3 0 16,3-3 9-16,-3 3 0 0,0-6 0 0,3 6 0 15,-3-11 0-15,0 6 0 0,2-6 0 0,-2 0 0 16,0-2 0-16,3 0 0 0,-3-4 0 0,0 1 0 16,3 0-53-1,0 0-9-15,-3-5-2 0,0-3-1049 0</inkml:trace>
  <inkml:trace contextRef="#ctx0" brushRef="#br0" timeOffset="47100.518">11072 2725 1954 0,'0'0'43'0,"0"0"9"0,0 0 1 0,0 0 3 0,0 0-45 0,0 0-11 0,0 0 0 0,0 0 0 15,0 0 79-15,0 0 13 0,6 0 4 0,-3 0 0 16,3 0-44-16,0 0-8 0,0 0-1 0,0 3-1 15,0-3-24-15,3 5-5 0,0-2-1 0,-3 2 0 16,3 1-12-16,0 1 8 0,0-4-8 0,3 2 0 16,-3 3 0-16,-1 0 0 0,1 0 0 0,0 0 0 15,3 0 0-15,-3 0 0 16,0 0 0-16,0-3 0 0,3 3 0 0,-6-2 0 0,3 1 0 0,0-4 0 16,-3 0-13-16,3 5-9 0,-3-8-2 0,3 0 0 15,-4 0 71-15,1 0 13 0,3 0 4 0,-3-6 0 16,0 4-52-16,3-4-12 0,-3 6 0 0,0-7 0 15,3 1 0-15,-3 4 0 0,3-4 0 0,-3-2 0 16,3 3 54-16,-3-3 8 0,3-2 2 0,0 2 0 16,-3-3-74-16,2 3-14 0,1-3-4 15,0-2 0-15,0 0-27 0,0-3-5 0,3 3-2 16,-3-3 0-16,3 0-174 0,0 0-34 16</inkml:trace>
  <inkml:trace contextRef="#ctx0" brushRef="#br0" timeOffset="47989.295">11653 2090 1594 0,'0'0'35'0,"0"0"7"0,0 0 2 0,0 0 1 0,0 0-36 0,0 0-9 0,0 0 0 0,0 0 0 0,3 8 46 0,-3-5 7 16,3 10 2-16,0-5 0 16,0 5-40-16,-3 1-15 0,3 1 11 0,0 1-11 0,0 0 0 0,0 0 0 15,0 3 0-15,0-4 0 0,0-1 0 0,0 2 0 16,0-6 0-16,0 3 0 0,-3 1 9 0,3-4-9 15,-3 1 8-15,0-3-8 0,0 0 12 0,0-6-4 16,0 6 0-16,0-8 0 0,0 0 17 0,0 0 3 16,0 0 1-16,0 0 0 0,0 0 50 0,-3-2 9 15,0-6 3-15,0 0 0 0,0 0-40 0,0-5-8 16,3-3-2-16,0 0 0 0,-3 3-15 0,3-9-3 0,0 1-1 16,0-3 0-16,0-2-6 0,3 2 0 0,-3 0-1 15,3-5 0-15,0 5-5 0,0 3-1 0,3-5 0 16,-4 2 0-16,4 0-9 0,-3 3 0 0,3-3 9 0,-3 3-9 15,3-5 0-15,0 7 9 0,-3-2-9 0,3-6 0 16,0 9 11-16,0-1-11 0,0 3 10 0,0 1-10 16,0-1 9-16,0 8-9 0,0-5 8 15,3 5-8-15,-3 0 0 0,0 2 8 16,0 4-8-16,0-4 0 0,0 1 0 0,0 5 0 0,-6 0 0 0,5 5 0 16,-5-5 0-16,3 6 0 0,3 2 0 0,-3-6 8 15,3 12-8-15,-3-7 0 0,-3 7 0 0,0 2 0 16,-3-3 0-16,3 3 0 0,-3-3-8 0,-3 3 8 15,3 0-18-15,-3-3 1 0,1 3 0 0,-1 0 0 16,-3-3-1-16,0 0 0 0,0 3 0 0,0-5 0 16,0 2-9-16,3 0-1 15,-3-2-1-15,3 2 0 0,-3-5 29 0,3 5 18 0,-3-5-2 0,3 0-1 16,0 0-15-16,3-3 0 0,-3 3 0 0,3 0 0 0,0-3-16 0,0 3 3 16,1-5 1-16,2-3 0 0,-3 5 12 0,3 3 13 15,0-8-2-15,0 0-1 0,0 5-10 0,3-2 0 16,-1 2 0-16,1-2 0 0,0 2 0 0,0-2 0 15,3 2 0-15,0-5 0 0,0 3 0 0,0-3 12 16,3 0-4-16,-3 5 0 0,6-5 0 0,-3 0-8 16,0 0 12-16,3 0-4 0,0 5-8 0,3-5 8 15,-4 3-8-15,1-3 8 0,0 5-8 0,0-5 0 16,0 3 0-16,0 2 0 16,0-5-64-16,0 3-14 0,-3 2-3 0,3-2-957 0</inkml:trace>
  <inkml:trace contextRef="#ctx0" brushRef="#br0" timeOffset="48814.662">11927 2114 1537 0,'0'0'33'0,"0"0"7"16,0 0 2-16,0 0 2 0,0 0-35 0,0 0-9 0,6 0 0 0,0 0 0 15,0 0 88-15,0 0 16 0,-1 0 4 0,1 0 0 16,0 0-45-16,0 0-9 0,3 5-2 0,-3-5 0 16,0 3-20-16,3-3-5 0,-3 5-1 0,3-5 0 15,0 0-11-15,0 0-3 0,3 0 0 0,-3 0 0 16,-3 0 2-16,3 0 0 0,-1-5 0 0,-2 2 0 16,3 3 10-16,0-5 3 0,-3-3 0 0,0 0 0 15,3 0 6-15,-3 3 2 0,3-3 0 0,-3 0 0 0,0 0 2 0,-3 0 1 16,3-2 0-16,0 2 0 15,-3 0-2-15,3 0-1 0,-3 0 0 0,0 3 0 0,0-3-11 0,-3 0-1 16,0 0-1-16,0 5 0 0,0-7-10 0,-3 7-1 16,3-5-1-16,-3 3 0 0,-3 2-10 0,3-2 12 15,3 5-12-15,-6 0 12 0,-3-3-12 16,3 3 0-16,0 0 0 0,-3 3 0 0,0 2 0 0,0-2 0 0,3 2 0 0,-3 3 0 16,0-5-12-16,3 7 0 0,-2-2-1 0,-1 0 0 31,3 0-12-31,0 5-3 0,3-5 0 0,-3 3 0 15,6-1-12-15,-3 1-2 0,3 2-1 0,0 0 0 16,3-2-2-16,-3 2-1 0,3 0 0 0,3-2 0 16,-3 2 7-16,3-5 2 0,-3 5 0 0,3-5 0 0,-1 0 18 0,-2-2 4 0,3 2 1 0,0-6 0 15,-3 3 14-15,3-2 0 0,0-3 0 16,0 0 0-16,0-3 0 0,0 3 0 16,3-5 0-16,-3 3 0 0,3-9 20 0,0 8 1 0,0-10 0 0,3 5 0 15,0-5 4-15,0 2 1 0,-1-2 0 0,4 0 0 16,0 2 2-16,0-2 0 0,0 0 0 0,0 2 0 15,0 3 4-15,-3-5 0 0,3 5 1 0,-4 0 0 16,1-5 5-16,-3 5 1 0,0 0 0 0,-3 0 0 16,0 3-9-16,0-3-2 0,-3 3 0 0,0-3 0 15,-3 5-7-15,3-5-1 0,-3 8-1 0,0-5 0 16,0 5-6-16,0 0-1 0,-3-3 0 0,3 3 0 16,0 0-12-16,-6 0 0 0,0-5 8 0,0 5-8 0,0 0 0 0,6 0 0 15,-6 5 0-15,0-2 0 0,0 2 0 0,0-2 0 16,3 2 0-16,0 3-10 0,0 0 10 0,0-3-10 15,3-2 10-15,0 5-10 0,0-3 10 0,3 3-12 16,0-3 12-16,0 3-12 0,3 0 12 0,-3 0-8 16,3 0 8-16,0 0-8 0,3 0 8 15,-3 0 0-15,0 0 0 0,0 2 0 0,0-2 0 0,0 3 0 16,0-3 0-16,-3 2 0 0,3-2 0 0,-3 0 0 16,0 0 0-16,0 0 0 0,-3 0 0 0,3 5 0 15,-3-5 0-15,0-2 0 0,-3 2 0 0,0-1-10 16,-3 4 10-16,0 0 0 0,0-3-16 0,0-6 4 0,-3 6 1 15,0 0 0 1,0-3-15-16,3 1-3 0,-3 2-1 0,0-8 0 16,3 2-86-16,0 4-16 0,0-6-4 0,6 0-610 0,0 0-122 0</inkml:trace>
  <inkml:trace contextRef="#ctx0" brushRef="#br0" timeOffset="49157.198">12519 2135 1933 0,'0'0'42'0,"3"-5"9"0,3 2 1 0,0-5 4 0,3 3-45 0,-3-3-11 0,3 0 0 0,0 0 0 16,0 0 72-16,0 3 13 0,-1-3 3 0,1 0 0 15,3 0-39-15,-3-2-7 0,0 7-2 0,-3-5 0 16,3 0-7-16,-3 3-1 0,0 2-1 0,-3-5 0 0,0 3 5 0,0 0 2 16,-3 5 0-16,0 0 0 0,-3-3-4 15,0-2-1-15,0 2 0 0,-3-2 0 0,0 2-16 16,-3 3-3-16,3 0-1 0,-3 0 0 0,0 0-13 15,0 3 8-15,0 2-8 0,1-5 0 16,-1 3 0-16,3 2 0 0,-3-2 0 0,3 5 0 0,0-3 0 0,-3 3 0 16,6 0 0-16,-3 5 0 0,3-5-9 0,3 5 9 15,-3-5 0-15,3 5-9 16,0-2-1-16,0 2 0 0,3 0 0 0,-3 3 0 0,3-8 10 0,0 5-12 16,0-2 12-16,3 2-12 0,0-5 12 0,0 0 0 15,0-3 0-15,0 3-8 0,3-5 8 0,0 2 0 0,-1-5-9 0,4 0 9 31,0 0-72-31,0-8-9 0,3 0-3 0,3 1-671 0,0-4-134 0</inkml:trace>
  <inkml:trace contextRef="#ctx0" brushRef="#br0" timeOffset="49421.706">12986 1725 2055 0,'0'0'45'0,"0"-2"10"0,-3-6 1 0,0 0 2 0,0 2-46 0,0 4-12 0,3 2 0 0,0 0 0 15,-5 0 80-15,5 0 13 0,0 0 3 0,0 0 1 16,-6 0-30-16,3 8-7 0,0 0 0 0,0 2-1 16,0 1-24-16,3 5-5 0,0 0-1 0,0 5 0 15,0 0-7-15,0-3-2 0,0 4 0 0,3-4 0 16,-3 6-9-16,3-8-3 0,0 5 0 0,0 0 0 0,0-5-8 0,0 5 0 16,-1-2 9-16,1 2-9 15,-3 5 15-15,3-2-2 0,0 5 0 0,-3 0 0 0,3 0-13 0,-3-5-12 16,3 5 3-16,-3-7 0 0,0-1-12 0,0-3-3 15,0 1 0-15,0-3 0 16,0-3-159-16,0 3-32 0,0-8-6 0,-3 2-2 0</inkml:trace>
  <inkml:trace contextRef="#ctx0" brushRef="#br0" timeOffset="49599.712">12912 2119 1958 0,'0'0'43'0,"-6"-5"9"0,6 5 1 0,-3-5 3 0,3 5-45 0,0 0-11 16,0-3 0-16,0 3 0 0,3-5 96 0,0 2 18 0,3-2 3 0,0 2 1 16,0-2-54-16,3 2-10 0,3 3-2 0,0-5-1 15,2 0-27-15,1 2-4 0,6-2-2 0,0 2 0 32,3 3-119-32,6-8-24 0</inkml:trace>
  <inkml:trace contextRef="#ctx0" brushRef="#br0" timeOffset="56332.714">11379 3524 1270 0,'0'0'28'0,"0"0"5"0,0 0 2 0,0 0 1 0,0 0-28 0,0 0-8 16,0 0 0-16,0 0 0 15,0-5 92-15,0 5 18 0,-3-2 3 0,3 2 1 0,0 0-30 0,0 0-5 16,-3-6-2-16,3 6 0 0,0 0-22 0,-6 0-5 16,6 0-1-16,0 0 0 0,0 0-16 0,-6 0-3 15,6 0-1-15,-6 3 0 0,0 0-9 0,3-1-3 16,-3 3 0-16,0 1 0 0,3 2-9 0,-3 0-8 0,0-6 12 0,1 6-12 15,-1 3 9-15,3-3-9 16,-3 2 0-16,0-2 9 0,3 3-9 0,-3-3 0 0,3 0 0 16,0 0 8-16,0 5-8 0,3-5 0 15,-3-6 0-15,3 6 0 0,3-2 0 0,0 2 0 16,-3-3 0-16,3-2 0 0,0 2 0 0,0 0 0 0,0-2 0 0,3 2 0 16,-3-2 0-16,3 2 0 0,0-5 0 0,0 0 0 15,-1 3 0-15,4-3 0 0,-3-3 0 0,3 3 8 16,0 0 10-16,0-5 2 0,0 2 0 0,3 0 0 15,-3-2-20-15,3 3 0 0,-3-1 0 0,0-5 0 16,-3 3 55-16,3 2 7 0,-4-5 2 0,1 3 0 16,0-1-54-16,0-1-10 0,0 4 0 0,-3-8 0 15,0 6 16-15,0-3 8 0,-3 3 1 0,0-3 1 16,3-3-9-16,-3 3-1 0,0 0-1 0,-3 0 0 16,3-2-7-16,-3 2 0 0,3 3-8 0,-3-3 12 15,0 0-12-15,0-3 8 0,0 1-8 0,-3 2 0 0,3 0 19 0,0 0-3 16,-3 2 0-16,4 1 0 15,-4-3-25-15,0 6-6 0,0-6-1 0,0 5 0 0,3-2 26 16,-3 2 5-16,0 0 1 0,0 3 0 16,0 0-71-16,0 0-13 0,-3 3-4 0,3 0 0 15,6-3-114-15,-6 5-23 0</inkml:trace>
  <inkml:trace contextRef="#ctx0" brushRef="#br0" timeOffset="56928.376">11778 3456 1314 0,'0'0'37'0,"0"0"8"0,0 0-36 0,0 0-9 0,0 0 0 0,0 0 0 16,0 0 138-16,0 0 26 0,0 0 4 0,0 0 2 16,0 0-88-16,0 0-18 0,0 0-3 0,0 0-1 15,0 0-27-15,0 0-5 0,0 0-2 0,0 0 0 16,0 0-9-16,-6 8-1 0,3-6-1 0,-3 4 0 16,3-1-5-16,0 0-1 0,0 6 0 0,0-9 0 15,0 4-26-15,0 2-6 0,0-3-1 0,0 3 0 16,0 0 24-16,3 0 0 0,0 0 0 0,-3-3 0 15,3 3 0-15,0 0 0 0,0 0 0 0,0 0 0 16,0 0 0-16,0 0 0 0,3-3 0 0,-3 3 0 0,3-3 0 0,-3 0 0 16,3 1 0-16,0-1 0 0,0 3 0 0,0-8 0 15,0 3 0-15,3 2 0 16,-3-3 0-16,3-2 0 0,3 3 0 0,-3 0 0 0,3-3 0 0,-3 0 0 16,3 0 0-16,0 0 0 0,0-3 47 0,-1 3 13 15,1-3 4-15,0 3 0 0,0-2-64 0,0-3 0 16,0 2 0-16,-3-2-10 0,3 2 26 0,-3-2 4 15,3-1 2-15,0 1 0 0,-3 0 5 0,0-1 1 16,0-1 0-16,-3-1 0 0,3 0-3 0,-3 0 0 16,0 0 0-16,-1-3 0 0,-2 1-5 0,3 2 0 15,-3 0-1-15,3-5 0 0,-3 5-7 0,-3 0-2 16,3-6 0-16,-3 6 0 0,1 1 17 0,-1-1 3 0,-3-3 1 0,0 3 0 16,0 5-41-16,0-4-8 0,0-1-2 0,-3 2 0 15,0 4 20-15,0-1 0 0,0 0 0 0,0 1 0 31,0 2-39-31,0 0-4 0,0 0-1 0,-3 0 0 0,4 2 36 0,-1 1 8 0,3 0 0 0,-6-1 0 32,3 4-230-32,0-4-44 0</inkml:trace>
  <inkml:trace contextRef="#ctx0" brushRef="#br0" timeOffset="59711.136">12189 3371 1456 0,'0'0'41'0,"0"0"9"0,0 0-40 0,0 0-10 0,0 0 0 0,0-3 0 0,0 3 127 0,0 0 23 16,-3-5 5-16,3 5 1 0,-3-3-59 0,3 3-11 16,0 0-2-16,-6 0-1 15,6 0-21-15,-6 0-4 0,6 0-1 0,-6 0 0 0,3 0-15 16,-3 0-3-16,0 3-1 0,3 2 0 0,-3 1-10 0,0-1-1 15,0 0-1-15,0 1 0 16,0 1-7-16,0 1-2 0,0-2 0 0,-3 4 0 0,3-2-17 0,0 5 0 16,-2-5 0-16,2 6 0 0,0-6 0 0,0 2 0 15,0 3 0-15,0 1 0 0,3-9 0 0,0 5 0 16,0 4 0-16,0-6 0 0,0 2 0 0,0 1 0 0,3-3 0 0,3 0 0 16,0 0 0-16,0 0 0 0,0-1 0 15,3 1 0-15,0-2 0 0,3-1 0 0,0 0 0 0,0 1 0 16,2-1 0-16,-2-5 0 0,3 3 0 0,0-3 0 15,0 5 0-15,0-5 0 0,3-5 10 0,0 5-10 16,0 0 12-16,0-3-2 0,-1 3-1 0,1 0 0 16,-3-5 3-16,3-1 0 0,0 4 0 0,-3-4 0 15,0 1 6-15,0 2 2 0,-3 1 0 0,0-6 0 16,-1 0 3-16,1 0 1 16,-3 3 0-16,0-3 0 0,0 0-4 0,-3-3 0 0,0 3 0 0,0-2 0 15,0 2-6-15,0-3-2 0,-3 1 0 0,0-4 0 16,0 4-12-16,-3-1 11 0,0 1-11 0,0-4 10 15,0 6-10-15,0-5 8 0,-3 5-8 0,-3-2 8 16,3-1-8-16,-3 3 0 0,1-2 0 0,-1 2 0 16,-3 2 0-16,0 1-11 0,0 2 1 0,-3-2 0 31,3 2-38-31,-3 3-7 0,-3 3-1 0,1 2-835 0,2-2-166 0</inkml:trace>
  <inkml:trace contextRef="#ctx0" brushRef="#br0" timeOffset="66387.776">10102 3297 1728 0,'0'0'38'0,"0"0"8"0,0 0 2 0,0 0 0 0,0 0-39 0,0 0-9 0,0 0 0 0,-3 5 0 16,-3-2 104-16,6-3 20 0,-6 2 3 0,6-2 1 15,-3 6-52-15,-3-4-9 0,6-2-3 0,-3 8 0 16,3-8-51-16,-6 0-13 0,0 8 0 0,-3-8 0 16,3 3 54-16,1-3 8 0,-4 3 2 0,0-3 0 0,0 2-52 0,-3-2-12 15,0 0 0-15,0 0 0 0,0 0 54 0,-3-2 8 16,0-1 2-16,-3 0 0 0,1-2-52 0,-1 2-12 15,-3-5 0-15,3 0 0 0,0 3 0 0,0 0 0 16,-2-3 0-16,-1 0 0 0,3 0 0 0,0 0 0 16,0-5 0-16,-6 2 0 0,0-2 11 0,1-3-1 15,-1-2 0-15,-3-1 0 0,0 1-10 0,0-6-14 16,-2-5 3-16,2-3 1 0,3 3 10 0,0-8 0 16,0 2 0-16,4 4 0 0,2-4 0 15,3 4 0-15,0 1 0 0,0-4 0 0,6 2 0 0,0-5 0 16,3 0 0-16,0-5 0 0,3 5 0 0,3 0 0 0,3 5 0 15,0-2 0-15,3 5-9 0,3 5 9 16,0 0-10-16,3-5 10 0,6 8-9 0,0-3 9 16,3 3-8-16,2-8 8 0,1 5 0 0,0-3 0 0,6 3 0 0,-3 1 0 15,-4-4 0-15,4 6 0 16,-3 2 0-16,0 1 0 0,-3 2 0 0,0 3 0 0,2-3 0 0,4 5 0 16,-3-2 0-16,3 5 0 0,0 3 0 0,2 2 0 15,1-2 0-15,0 2 0 0,0 6 0 0,-4 2 0 16,1-5 0-16,-3 8 0 0,0-5 0 0,-6 5 0 15,2 2 0-15,-2-2 0 0,0 0 0 0,3 3 0 16,-3 2 0-16,3 0 0 0,0 8 0 0,-1-2 0 16,1 0 0-16,3 4 11 0,-3-7-1 0,3 5 0 15,-3 1-10-15,-4-7-11 0,4 7 3 0,-3-7 0 16,0 7 8-16,-3-6 11 0,3-1-3 0,-6 4 0 16,2-1-8-16,-2 1 0 0,-3 5 0 0,0-3 0 15,0 3 0-15,0 0 0 0,0 2 0 0,-3 3 0 16,3-5 0-16,0 5 0 0,-3-8 0 0,3 3 0 0,-3-3 0 15,3 0 0-15,0-5 0 0,-4 0 0 16,4 0 0-16,-3-3 0 0,3 0 0 0,-3 1 0 0,0 2 0 0,3-8 0 16,-6 5 0-16,3-3 0 0,0 4 0 0,0-4 0 15,0 3 0-15,0 1 0 0,-3-4 0 0,3 1 0 16,-3-1 0-16,0-2 0 0,0 0 0 0,0-2 0 16,0 1 0-16,0-1 0 15,-3-6-49-15,3 2-12 0,-3-2-3 0,0 0 0 16,3 6-112-16,-3-6-24 0,0 0-4 0</inkml:trace>
  <inkml:trace contextRef="#ctx0" brushRef="#br0" timeOffset="66871.36">10507 2818 1504 0,'0'0'43'0,"0"0"9"0,0 0-42 15,0 0-10-15,0 0 0 0,0 0 0 0,0 0 115 0,0 0 21 16,0 0 4-16,0 0 0 0,0 0-47 0,0 0-9 15,0 0-3-15,0 0 0 0,0 0-39 0,0 5-8 16,3 1-2-16,0 2 0 0,0-8-13 0,3 7-3 16,-3-4-1-16,0 0 0 0,0 5-15 0,3 0 0 15,0-6 0-15,-3 6 0 0,3-3 0 0,-1 3 0 16,1 0 0-16,0 6 0 16,0-6 0-16,0-3 0 0,0 5 0 0,0-2 0 0,0 0 0 15,0 0 0-15,0 3 0 0,3-3 0 0,-3-6 0 0,0 4 0 16,3-4 0-16,-3-2 0 0,0 3 54 0,0-3 8 0,3-3 2 15,-3 3 0-15,0-2-16 0,2-4-2 16,-2 4-1-16,0-6 0 0,3 0-14 0,-3 0-3 16,0 3-1-16,3-3 0 0,-3-6-15 0,0 7-4 0,3-1 0 0,-3 0 0 15,3-6-8-15,-3 6 0 0,3 1 0 16,-3-1 0-16,0 0 0 0,0-3-16 0,0 3 3 0,-1 6 0 31,1-6-46-31,-3 2-9 0,0 1-1 0,0 0-747 0,0-1-148 0</inkml:trace>
  <inkml:trace contextRef="#ctx0" brushRef="#br0" timeOffset="67601.611">10084 3273 1074 0,'0'0'30'0,"0"0"8"0,0 0-30 0,0 0-8 16,0 0 0-16,0 0 0 0,0 0 104 0,0 0 19 16,0 0 4-16,0 0 1 0,0 0 0 0,0 0 0 15,0 0 0-15,0 0 0 0,0 0-52 0,0 0-9 16,0 0-3-16,0 0 0 0,0 0-51 0,0 0-13 15,0 0 0-15,0 0 0 0,0 0 54 0,0 0 8 0,0 0 2 0,0 0 0 16,0 0-52-16,3 5-12 16,3-2 0-16,-3 2 0 0,0 3 0 0,0-5 0 0,0 2 0 0,0-2 0 31,-3 2-48-31,6 0-13 0,-3 3-3 0,-3-8-947 16</inkml:trace>
  <inkml:trace contextRef="#ctx0" brushRef="#br0" timeOffset="68673.349">8379 2429 1792 0,'0'0'40'0,"0"0"8"0,0 0 1 0,0 0 1 0,0 0-40 0,0 0-10 15,0 0 0-15,0 0 0 0,0 0 90 0,0 0 16 16,0 0 3-16,0 0 1 0,0 0-88 0,0 8-22 15,0-5 0-15,0 5 0 0,0-1 0 0,3 1 0 16,-3 3 0-16,3 0 0 0,0 2 0 0,-1 0 0 16,4-2 0-16,-3-1 0 0,3 1 0 0,0 2 0 15,3-5 0-15,-3 5 0 0,0-5 12 0,0 0-3 0,0-5 0 0,0 2 0 16,3 0-9-16,-6-2-12 0,3-3 2 0,0 0 1 16,-3 0 9-16,0-3 0 0,3 1 0 0,-3-1 0 15,0-2 0-15,-3 2 0 0,3-5 0 0,-3 0 0 16,3-2 0-16,-3 2 0 0,0 0 0 0,0 0 0 15,0-3 37-15,0 1 10 0,-3 2 1 0,3-6 1 16,-3 7-27-16,3-4-6 0,0 3 0 0,-3 0-1 16,3 3 39-16,-3-3 8 0,3 0 2 0,0 3 0 15,0 2-64-15,0 3-20 0,0 0 0 0,0 0 0 16,0 0 20-16,0 0-8 0,0 0 8 0,0 0 0 16,0 0 12-16,0 0 8 0,6 0 3 0,-3 3 0 15,3 2-23-15,0 3 0 0,3-6 0 0,-4 6 0 16,4-2 0-16,0 2 0 0,3 0 0 0,-3-3 0 15,0 3-47-15,3-3-13 0,0 3-4 0,0-5 0 16,0 2 52-16,-3-5 12 0,3 3 0 0,-4-3 0 16,1 0 0-16,0 0 0 0,-3-3 0 0,0-2 0 15,0 2 48-15,-3-2 13 0,3-1 3 0,-3-1 0 16,-3 4-52-16,3-5-12 0,-3 0 0 0,0-3 0 0,0 1 54 0,0 2 8 16,0 0 2-16,-3 0 0 0,3 3-52 0,0-8-12 15,-3 5 0-15,3 0 0 0,0-6 0 0,0 6 0 16,0-5 0-16,0 3 0 0,3 2 0 0,0-6 0 15,0 7 0-15,0-7 0 16,3 4-202-16,0-1-43 0,3 1-9 0,0 4-2 0</inkml:trace>
  <inkml:trace contextRef="#ctx0" brushRef="#br0" timeOffset="68896.59">8870 2291 1958 0,'0'0'43'0,"0"0"9"0,0 0 1 0,0 0 3 0,0-5-45 0,3 2-11 0,0-4 0 0,0 1 0 16,0 4 104-16,0-6 20 0,0 2 3 0,3-2 1 15,-3 1-103-15,2-1-25 0,1 0 0 0,0-3 0 16,0 3 56-16,0 0 7 0,3 0 1 0,-3 0 0 16,6 0-52-16,-6 0-12 0,3 0 0 0,0 3 0 15,-3 0-48-15,3 2-13 0,-3 3-3 0,0-5 0 16,-6 5-153-16,0 0-31 0,0 0-7 0,6 5-1 15</inkml:trace>
  <inkml:trace contextRef="#ctx0" brushRef="#br0" timeOffset="69104.901">8899 2373 1497 0,'0'0'32'0,"0"0"8"0,0 0 0 0,0 0 4 15,0 0-36-15,0 0-8 0,0 0 0 0,0 0 0 0,0 0 53 0,6 0 9 16,-3-2 2-16,3 2 0 0,0-5 0 0,0 2 0 16,0 0 0-16,0 1 0 0,0-4 0 0,3 4 0 0,-3-4 0 15,3 4 0-15,0-6-52 0,0 2-12 0,0 1 0 0,3-3 0 32,0 0-20-32,-1-2-8 0,4-4 0 0,0 7-1 0</inkml:trace>
  <inkml:trace contextRef="#ctx0" brushRef="#br0" timeOffset="69486.686">9221 2032 1474 0,'0'0'41'0,"-6"0"11"0,0 0-42 0,0 0-10 0,0-5 0 0,0 5 0 16,6 0 140-16,-6 0 27 0,6 0 5 0,0 0 0 16,0 0-54-16,0 0-11 0,0 0-3 0,-3 5 0 15,3-5-83-15,-3 8-21 0,0-5 0 0,3 7 0 16,0-2 56-16,0 0 6 0,0 0 2 0,3 5 0 15,-3-2-52-15,3 2-12 0,0 0 0 0,0 3 0 16,0-3 0-16,3-2 0 0,-3 2 0 0,3 1 0 16,0-4 0-16,3 3 0 0,-3-5 0 0,0 6 0 15,0-12-18 1,0 6-6-16,0-3-2 0,0 1 0 0,3-6 26 0,-3 0 0 0,0 2 0 0,-1-4 0 0,-2 2 0 0,3-6 0 16,-3 1 0-16,3 2 0 0,-3-4 0 0,0 1 12 15,3-2 0-15,-3 0-1 0,-3 0 3 0,3-5 1 16,0 0 0-16,-3 2 0 0,3-5 25 0,-3 3 6 15,0-3 1-15,0 3 0 0,0 0-24 0,0 2-5 0,0-2-1 16,-3-3 0-16,0 8 9 0,0-5 2 0,0 0 0 0,0 5 0 16,0-3-20-1,0 6-8-15,0-3 0 0,-3 0 8 0,0 3-8 0,3 2 0 16,-2-2 0-16,-4 0 0 16,3 2-93-16,-3 3-15 0,-3 3-2 0,-3 2-707 0,0-5-142 0</inkml:trace>
  <inkml:trace contextRef="#ctx0" brushRef="#br0" timeOffset="75290.044">12966 3538 1231 0,'0'0'27'0,"0"0"5"0,0 0 2 0,0 0 1 0,-6 0-35 0,6 0 0 0,-6 0 0 0,6 0 0 16,0 0 81-16,-6 0 10 0,6 0 1 0,0 0 1 15,0 0-25-15,0 0-6 0,0 0-1 0,0 0 0 16,0 0-19-16,0 0-4 0,0 0-1 0,0 0 0 15,0 0 1-15,0 0 0 0,0 0 0 0,0 0 0 16,3 8 3-16,-3-6 1 0,0-2 0 0,6 3 0 16,-3 2-8-16,3-2-2 0,2-3 0 0,1 8 0 15,0-8-4-15,3 0-2 0,3 2 0 0,3-2 0 16,-3 6-10-16,9-6-3 0,-1 0 0 0,4 0 0 0,0 0-1 16,0 0-1-16,3 0 0 0,-1 0 0 0,-2 0-3 15,0 0 0-15,0 0 0 0,3-6 0 0,-1 6-8 0,4 0 0 16,0 0 0-16,2 0 0 0,-2 0 8 0,0 0-8 15,0 0 0-15,-1 6 8 0,-5-6-8 0,0 0 0 16,-3 0 0-16,3 0 8 0,-4 0-8 0,1 0 0 16,-3 0 0-16,3 0 0 0,0 0 0 15,-3 0 0-15,2 0 0 0,-2 0 0 0,0 0 8 0,3 0-8 16,-6 0 0-16,3 0 8 0,-4 0-8 0,1 0 0 16,0 2 0-16,-3-2 0 0,0 0 0 0,0 6 0 15,-3-6 0-15,0 0 8 0,0 0-8 0,-4 0-11 0,4 2 3 0,-6-2 0 31,3 3-33-31,-3-3-7 0,0 0 0 0,0 3-1 16,-3-1-188-16,-3-2-38 0</inkml:trace>
  <inkml:trace contextRef="#ctx0" brushRef="#br0" timeOffset="76051.622">14022 3413 1465 0,'0'0'32'0,"0"0"6"0,0 0 2 0,-6-2 2 0,3-1-34 0,3 3-8 0,0 0 0 0,-6-3 0 16,6 3 120-16,0 0 21 0,0 0 5 0,0 0 1 16,0 0-63-16,0 0-12 0,3-5-2 0,-3 5-1 15,6-3-21-15,-3 3-4 0,3 0 0 0,0 0-1 16,3 0-11-16,0 0-1 0,0 0-1 0,0 3 0 0,0 2-6 0,0-2-2 16,3 0 0-16,-3 2 0 0,0 0-7 0,-1 3-2 15,4-2 0-15,-3 1 0 0,-3 1-13 0,3 0 11 16,0 0-11-16,0 0 10 0,-3 0-10 0,3 3 0 15,-3-3 0-15,3 0 0 0,-3-3 0 0,-3 3 0 16,3 2 0-16,-3-2 0 0,0 0 8 0,-3-2-8 16,-3 2 0-16,0-1 8 0,0 1-8 15,0 3 10-15,-3-3-10 0,0 0 10 0,0 0-10 16,0 0 0-16,-3-3 0 0,3 6 8 0,-3-6-8 0,0 3 0 16,3-3 9-16,0 3-9 0,-3 0 0 0,0-5 8 15,0 2-8-15,4 3 0 0,-4-8 0 0,0 3 0 16,3-1 0-16,-3 3 8 0,0-2-18 0,3 0-3 0,-3 2-1 0,3-5 0 31,0 3-31-31,6-3-7 0,-3 0 0 0,3 0-1 16,-6 5-144-16,6-5-29 0</inkml:trace>
  <inkml:trace contextRef="#ctx0" brushRef="#br0" timeOffset="77760.351">15362 3286 1602 0,'0'0'35'0,"0"0"7"0,0 0 2 0,0 0 1 0,3-8-36 0,-3 3-9 0,0 0 0 0,0 2 0 15,0-5 68-15,0 8 12 0,0-5 3 0,0 5 0 16,0 0-25-16,-3-3-5 0,0-5-1 0,3 8 0 16,-3-2-9-16,0-4-3 0,0 4 0 0,3 2 0 15,-3-3-2-15,-3-2-1 0,3 2 0 0,-3-2 0 16,0 2-8-16,0 3-1 0,0-5-1 0,0 2 0 0,-3 1-11 0,0-4-1 16,0 6-1-16,0-2 0 0,0-1-2 0,1 3 0 15,-4 0 0-15,0-5 0 0,0 5-4 0,0-3-8 16,-3 3 11-16,0 0-11 0,0 0 18 0,0 0-3 15,-2 0-1-15,2 0 0 0,-3 0-2 0,3 0 0 16,0 0 0-16,0 0 0 0,0 0-12 16,0 3 0-16,0 2 0 0,1-5 0 0,-1 3 8 0,0-1-8 15,0-2 0-15,0 6 0 0,3-4 9 0,-3-2-9 16,0 3 8-16,1 2-8 0,-1-2 0 0,0 2 0 16,0-5 0-16,0 3 0 0,-3 2 0 0,3-5 0 15,3 3 0-15,-6 2 0 0,7-2 0 0,-4 2 0 16,0 0 0-16,0 3 0 0,3-5 0 0,-3 2 0 0,0 3 0 0,0 0 0 15,3-3 0-15,-2 3 0 0,2 0 0 0,0 0 0 16,0 0 0-16,0-3 0 0,3 3 0 0,-3 0 0 16,0-2 0-16,3 1 0 0,-3 1 0 0,0 0 0 15,1-5 0-15,-1 2 0 0,3 1 0 0,-3 2 12 16,-3-1-12-16,3 1 0 0,0-2 0 0,0 2 0 16,0 0 0-16,0 0 0 0,1-1 0 0,-1-1 0 15,0 2 0-15,-3 0 0 0,6 0 0 0,-3-3 0 16,3 3 0-16,-3 0-11 0,3 0 11 0,0 0-8 15,0-3 8-15,0 3 0 0,0 0 0 0,1 0-8 16,2 0 8-16,0-3 0 0,0 3 0 0,0 0 0 16,3 0 0-16,-3 2 0 0,3-2 0 0,0 3 0 15,3-3 0-15,-3-3-8 0,3 3 8 0,-3 3 0 16,3-3 0-16,0-1 0 0,0 4 0 0,0-3-8 16,0 3 8-16,3-1 0 0,-3-2 0 0,3 8-8 15,0-5 8-15,-3-1 0 0,3 6 0 0,3-5 0 16,-3 2 0-16,0 0 0 0,3-2 0 0,-3 2 0 0,3 0 0 0,0-2 0 15,2 2 0-15,-2 0 0 0,0-2 0 0,3-1 0 16,-3-2 0-16,3 3 0 0,0-3 0 0,0 2 0 16,0-2 0-16,3 0 0 0,-3-2 0 0,3 1 0 15,0 1 0-15,3 0 0 0,-4-2 0 0,4 2 0 16,-3 0 0-16,3-1 0 0,0-1 0 0,3-1 0 16,-3 3 0-16,3-3 0 0,-4 1 0 0,1 2 0 0,3-6 0 15,0 3 0-15,3-2 0 0,0 2 0 0,0-2 0 0,2 2 0 16,7 1 0-16,-3-4 0 0,6 6 0 0,-1-3 0 15,1 3 0-15,-3 0 0 0,3-2 0 0,-1 2 11 16,-2-6-11-16,3 1 0 16,6 2-10-16,-1-2 10 0,4 5 0 0,0-6 0 0,-1 4 0 0,1-1 0 15,-3 0 0-15,-4 1 0 0,1-4 0 0,3 1 0 16,0-3 0-16,2 0 0 0,1 0 0 0,0 0 0 16,-1 3 0-16,-2-3 0 0,0 0 0 0,-4 0 0 15,1-3 45-15,-3 0 15 0,3-2 4 0,-1 2 0 16,4-5-64-16,0 6 0 0,-4-4-9 0,4 4 0 15,-3-6 9-15,-3 5 12 0,-4-2-2 0,1 0-1 16,-3-3-1-16,-3 0-8 0,2 0 12 0,-2 0-4 16,3 3 1-16,-3-3 0 0,0 0 0 0,-3 0 0 15,2 0 4-15,-2 3 1 0,0-3 0 0,-3-6 0 16,0 6 1-16,0 0 0 0,-4 1 0 0,-2-7 0 16,0 6 1-16,-3-5 1 0,0 0 0 0,0 2 0 0,-3-2-1 0,0 0 0 15,0-3 0-15,0 3 0 0,-3-6-2 0,0 3-1 16,-3 3 0-16,3-3 0 0,-3-2-4 0,0 2-1 15,-3 0 0-15,0 3 0 0,0-3 1 0,0 0 0 16,0 3 0-16,-3 0 0 16,0 2-9-16,-3-5 12 0,0 5-12 0,0 1 12 15,0-3-12-15,-3-1 8 0,-2 4-8 0,-1-3 8 0,0-1-8 0,0 4 0 16,0-1 0-16,-3 1 0 0,3-4 0 0,0 4 8 16,-3-1-8-16,4 1 0 0,-4-9 0 0,3 9 0 15,0-4 0-15,3 1 0 0,-3 3 0 0,3-4 0 16,0 1 0-16,-3 2 0 0,4-2 0 0,-1 3 0 0,-3-1 0 0,0 0 0 15,3 1 0-15,-3-1 0 0,-3 3 0 0,3-2 0 16,-2-1 0-16,-1 3 0 0,0 0 0 0,-3 3 0 16,3-3 0-16,-3 3 0 0,3-3 0 15,-2 5 0-15,2-2 0 0,0 2 0 0,0-5 0 0,0 6 0 16,3-1 0-16,0 0 0 0,0 1 0 0,1-1 0 16,-1-2 0-16,0 2 0 0,0 3 0 0,3-5 0 15,-3 2 0-15,3 3 0 0,-3-8 0 0,0 6 0 16,1 2 0-16,-1-3 0 0,-3 0 0 0,3 3 0 15,0 0 0-15,-3 0 0 0,3-2 0 0,-3 2 0 16,1 0 0-16,2 0 0 0,0 0 0 0,0 0 0 16,0 0-8-16,0 2 8 0,0-2 0 0,0 3 0 15,4 0 0-15,-4-3-11 0,0 2 11 0,0 1-8 16,0 2-7-16,0-5-1 0,-3 3 0 0,3 2 0 16,-2-5-6-16,2 0-2 0,-3 3 0 0,-3 2 0 15,3-5-21-15,0 3-5 0,0 2-1 16,3 0 0-16,1 3-110 0,-1-5-23 0,3 2-4 0</inkml:trace>
  <inkml:trace contextRef="#ctx0" brushRef="#br0" timeOffset="79016.727">14612 3606 1472 0,'0'0'32'0,"0"0"8"0,0 0 0 0,0 0 1 0,0 0-33 0,0 0-8 0,-3-2 0 0,3 2 0 15,0 0 112-15,0 0 20 0,0 0 4 0,0 0 0 16,0 0-68-16,0 0-13 0,-3 2-3 0,-3 4-1 15,3-1-34-15,0 0-6 0,0 1-2 0,0 2 0 16,3 5-9-16,-3-8 0 0,0 11 0 0,3-8 0 16,-3 5 0-16,3 3 0 0,0 0 0 0,-3-3 0 15,3 3 0-15,0 0 0 0,-3 0 0 0,3 0 0 16,-3-3 0-16,3 0 0 0,0 0 0 0,-3-2 8 16,3 2-8-16,0-8 0 0,0 6 0 0,-3-3 8 15,3-3-8-15,0-5 0 0,0 3 9 0,0-3-9 16,0 0 32-16,0 0 1 0,0 0 1 0,0 0 0 15,0 0 7-15,0 0 2 0,-6-3 0 0,3-5 0 0,0 0-11 16,0-2-3-16,0-1 0 0,0-5 0 0,3 3-9 0,-3 0-3 16,3-6 0-16,0 1 0 0,-3-1-5 0,3 1-2 15,3 2 0-15,-3-5 0 16,3 5-10-16,0 0 12 0,-3-3-12 0,3 4 12 0,0 1-12 0,0-2 0 16,3 1 9-16,-3 1-9 0,3 4 0 0,-3-6 0 15,3 5 0-15,0 1 8 0,3-1-8 0,0 3 11 16,0-2-11-16,0 2 12 0,2 0-12 0,1 2 8 0,3 1-8 0,0 3 8 15,0 2-8-15,0 0 0 16,0 0 9-16,0 0-9 0,0 2 0 0,-1 3 0 0,1 1 0 16,-3 2 0-16,-3 0 0 0,0 0 0 0,0-6 0 15,-3 6 0 1,0 3-27-16,-3-3-3 0,0 0-1 0,-3 0 0 0,0 0 31 0,-3-1 0 0,0 1 0 0,0 0 0 16,-3 0 0-16,0-2 0 0,0-1 0 0,-3 3 0 15,3-6 0-15,-3 1 0 0,0 2 0 0,0-2 0 16,0 0 0-16,1-1 0 0,2 1 0 0,0 0 0 15,0-3 12-15,0 0 8 0,6 0 1 0,-6 0 1 16,6 0-22-16,0 0 0 0,0 0 0 0,0 0 0 16,0 0 0-16,0 0 0 0,0 0 0 0,0 0 0 15,0 0 0-15,0 0 0 0,6 0-9 0,0 0 9 16,0 0 0-16,3 0-9 0,-3 5 9 0,2-5 0 16,1 0 0-16,0 0-8 0,-3 3 8 0,3 2 0 15,0-3 0-15,-3 1 0 0,0 2 0 0,0 1 0 16,0-1 0-16,-3 3 0 0,0-5 0 0,0 2 0 0,0 0-14 0,-3 3 1 15,3 0 0-15,-3 0 0 16,0 0 21-16,-3-3 5 0,0 1 1 0,0 4 0 16,-3-2-6-16,3-3-8 0,-6 3 11 0,3-2-11 15,-3 4 0-15,0-7 0 0,0 5 0 0,0-3 0 0,-3 0 0 16,1 3 0-16,2-5 0 0,-3 2 0 0,0-2 0 0,0 2 0 16,3-5 0-16,0 3 0 0,0-3-20 0,0 0 1 15,0 2 1-15,0-2 0 16,0-2-36-16,3 2-7 0,6 0-2 0,-3-3-682 15,3 3-137-15</inkml:trace>
  <inkml:trace contextRef="#ctx0" brushRef="#br0" timeOffset="79253.168">14984 3614 2181 0,'0'0'48'0,"0"0"9"0,0 0 3 0,0 0 2 0,3-2-50 0,-3-6-12 0,0 8 0 0,3-5 0 16,0-1 81-16,-3 4 14 0,3-4 2 0,-3 6 1 15,3-2-40-15,-3 2-8 0,3-6-2 0,-3 6 0 16,3-2-48-16,-3 2-16 0,0 0 0 0,0 0 0 16,0 0 36-16,0 0 8 0,2 0 0 0,-2 0 1 15,0 0-46-15,0 0-10 0,6 0-1 0,-6 0-771 16,6 0-153-16</inkml:trace>
  <inkml:trace contextRef="#ctx0" brushRef="#br0" timeOffset="79455.027">15013 3826 1806 0,'0'0'51'0,"-3"5"12"0,3-5-51 0,-3 6-12 15,3-6 0-15,0 10 0 0,0-10 148 0,0 0 26 16,-2 3 6-16,2-3 0 0,0 0-76 0,0 0-16 15,0 0-4-15,0 0 0 0,0 0-48 0,0 0-9 0,0 0-3 0,0 0 0 16,0 0-16-16,0 0-8 16,0 0 8-16,0 0-8 15,0 0-22-15,0 0-10 0,5 0-1 0,-5 0-775 0,3 0-156 16</inkml:trace>
  <inkml:trace contextRef="#ctx0" brushRef="#br0" timeOffset="80529.68">13281 3053 1448 0,'0'0'41'0,"-3"-2"9"16,3-6-40-16,0 0-10 0,0 0 0 0,0 3 0 0,3-3 132 0,-3 3 24 16,0 2 4-16,0-5 2 0,0 8-50 0,0-5-9 15,0-1-3-15,0 6 0 16,0 0-43-16,0 0-9 0,0 0-1 0,0 0-1 16,0 0-26-16,0 0-6 0,-3 8-1 0,3 3 0 0,-3-1-13 0,0 4 0 15,3-1 0-15,-3-3 0 0,0 9 0 0,0-8 0 16,3 4 0-16,0-1 0 0,0 2 0 15,0-3 0-15,3 3-9 0,0-3 9 16,0 0-27-16,3-2 1 0,0-1 0 0,0 1 0 16,0-3-10-16,0 2-1 0,0-4-1 0,0-1 0 0,0 0 18 0,0-2 4 15,0 2 1-15,-3-5 0 0,3 0 15 0,-3 0 0 16,3-5 0-16,-3 2 0 0,2 3 8 0,-2-8-8 0,0 0 9 0,0 3-9 16,3 0 27-16,-3-3-1 0,0 0 0 0,-3 0 0 15,3 0 9-15,-3 0 1 0,3 0 1 0,0-2 0 16,-3-1-13-16,0 3-2 0,3-5-1 0,-3 5 0 15,0 0-8-15,0 0-1 0,0 3-1 0,0-3 0 16,0 3-11-16,0 5 0 0,0 0 9 0,0 0-9 16,0 0 0-16,0 0 0 0,0 0 0 0,0 0 0 15,0 0-9-15,0 7 9 0,3 4-10 0,-3-3 10 16,3 0-8-16,0-3 8 0,0 6 0 0,3 2-9 16,-3-5 9-16,3 0-8 0,0 5 8 0,0-5-8 15,0-3-6-15,0 3-1 0,0 0 0 0,0 0 0 16,0-5 15-16,3 2-11 0,-3-5 11 0,2 3-10 15,-2-1 10-15,3-2 0 0,-3 0 0 0,3 0 0 16,-3 0 0-16,0-2 0 0,0-1 10 0,0 3-10 16,0-5 28-16,-3 2-1 0,3-5 0 0,0 0 0 15,-3 0 9-15,3 3 3 0,-3-3 0 0,0 0 0 0,3-5-15 0,-3 5-2 16,0-8-1-16,3 6 0 0,-3-6-10 0,0 2-3 16,0-1 0-16,3-1 0 0,-4 0-8 0,1 0 0 15,3 3 0-15,-3-3 0 0,3 0-16 0,0 3-6 16,-3 5-1-16,3-5 0 15,0 5-126-15,3 0-26 0,-3 2-5 0,0 4-874 0</inkml:trace>
  <inkml:trace contextRef="#ctx0" brushRef="#br0" timeOffset="80772.896">13734 3075 1818 0,'0'0'40'0,"0"0"8"0,0 0 1 0,0 0 3 0,0 0-42 0,0 0-10 0,0 0 0 0,2-3 0 16,1 3 88-16,3-8 16 0,-3 5 4 0,0 1 0 16,3-4-35-16,0 4-6 0,0-3-2 0,-3 2 0 15,3-2-27-15,3 2-6 0,-3-5 0 0,3 5-1 16,0 1-19-16,3-4-4 0,-3 4-8 0,-3-3 12 16,3 2-12-16,0-2 0 0,2 2 8 0,-2 0-8 15,0 3 0-15,-3-2-10 0,3 2 2 0,-3-3 0 16,0 3-89-16,0 0-18 0,-6 0-3 0,0 0-568 15,3 5-114-15</inkml:trace>
  <inkml:trace contextRef="#ctx0" brushRef="#br0" timeOffset="81022.765">13748 3167 1742 0,'0'0'38'0,"0"0"8"0,0 0 2 0,0 0 1 0,0 0-39 0,0 0-10 15,0 0 0-15,0 0 0 0,0 0 75 0,3-2 13 16,0-1 2-16,-3 3 1 0,6 0-15 0,0-5-4 16,-3 5 0-16,3-3 0 0,0 3-37 0,0 0-8 15,-3 0-2-15,3-5 0 0,0 2 29 0,3 3 6 0,0 0 0 0,-3-5 1 16,3 2-46-16,0 1-15 0,0-4 8 0,0 4-8 16,-1-1 0-16,1-2 0 0,0 2 0 0,3-2 0 15,-3 2-8-15,3-5-6 0,0 3-1 0,0 0 0 31,0-3-212-31,3 5-42 0</inkml:trace>
  <inkml:trace contextRef="#ctx0" brushRef="#br0" timeOffset="81315.941">14138 2839 1893 0,'0'0'41'0,"0"0"9"0,0 0 2 0,0 0 2 0,-3-2-43 0,3 2-11 0,-3-6 0 0,3 6 0 15,0 0 105-15,0 0 19 0,0 0 4 0,0 0 1 16,0 0-52-16,0 0-10 0,0 0-3 0,0 0 0 16,0 0-37-16,0 0-8 0,0 0-2 0,0 0 0 15,0 0 23-15,0 0 4 0,-3 8 0 0,3 0 1 16,-3 3-28-16,3-3-5 0,0 0-2 0,0 5 0 0,0-3-2 0,0 4 0 16,-3-1 0-16,3 3 0 0,0-3-8 0,0 3 0 15,0 0 0-15,0 5 0 0,0-5 0 0,0 0 0 16,0-1 0-16,-3-1 0 0,3 2 0 0,0-3 0 15,0 0 0-15,-3-2 0 0,3 2 0 0,0 0 0 16,0-5 0-16,0 3-11 16,0 2-192-16,-2-5-38 0,-4 2-8 0,6 1-2 0</inkml:trace>
  <inkml:trace contextRef="#ctx0" brushRef="#br0" timeOffset="87114.142">15284 3641 1443 0,'0'0'32'0,"0"0"6"0,0 0 2 0,0 0 0 0,0 0-32 0,0 0-8 0,0 0 0 0,0 0 0 16,0 0 100-16,0 0 19 0,0 0 3 0,0 0 1 16,0 0-45-16,0 0-9 0,0 0-1 0,-6 0-1 15,6 0-23-15,0 0-4 0,-6 3 0 0,0 2-1 16,3-3-10-16,1 1-1 0,2-3-1 0,-6 5 0 16,3 1-11-16,0-1-1 0,0 3-1 0,3-5 0 15,-3 5-14-15,3-1 11 0,0-1-11 0,3 2 10 16,-3 0-10-16,3 0 0 0,-3 0 9 0,3 2-9 15,3-2 0-15,-3-3 0 0,2 1 0 0,1 2 0 16,0 2 0-16,0-7 8 0,3 2-8 0,0-2 0 16,0-1 0-16,0 1 0 0,0 0 0 0,0-3 8 15,0 0-8-15,-3-3 9 0,3 0-9 0,0 1 10 16,-3-1 10-16,0 3 1 0,2-5 1 0,-2 2 0 16,0-5 9-16,0 3 1 0,0 0 1 0,-3-1 0 0,3 1-4 15,-3 0-1-15,0-3 0 0,-3 0 0 0,3 3-2 16,-3-3-1-16,0 5 0 0,0-5 0 0,0-3-9 15,0 6-3-15,-3 0 0 0,0 0 0 16,3-3-5-16,-6 5 0 0,3-5-8 0,-3 3 12 0,3-1-12 0,-3 4 0 16,0-3 8-16,0 2-8 0,1-2 0 0,-1 2 0 15,0 0 0-15,-3 1 0 16,3-1 0-16,0 3-13 0,0-3 4 0,-3 3 1 16,6 0-33-16,-3 0-7 0,-3 3 0 0,9-3-1 15,-3 3-146-15,3-3-29 0</inkml:trace>
  <inkml:trace contextRef="#ctx0" brushRef="#br0" timeOffset="87578.645">15642 3630 1602 0,'0'0'35'0,"0"0"7"0,0 0 2 0,0 0 1 0,0 0-36 0,0 0-9 0,0 0 0 0,0 0 0 15,0 0 112-15,0 0 20 0,0 0 4 0,0 0 0 16,0 0-60-16,0 0-13 0,0 0-3 0,0 0 0 16,-6 6-22-16,3-1-5 0,-3-2-1 0,3 2 0 15,0 0-16-15,0 0-3 0,-3 6-1 0,6-8 0 16,-3 5-12-16,3 0 0 0,0-1 0 0,0 4 0 0,0-3 0 0,0 0 0 16,3-3 0-16,0 3 0 0,0 0 0 0,0 0 0 15,3 0 0-15,-3-3 0 0,3 3 0 0,0 0 0 16,-1-5 0-16,1 2 0 0,0-5 8 0,3 3-8 15,0-1 0-15,0-2 0 0,3 0 8 0,-3 0-8 16,3-2 0-16,-3-1 9 0,0-2 4 0,0 2 1 16,0-2 0-16,0 0 0 0,-3-3 23 0,-1 2 5 15,1 1 1-15,0-3 0 0,-3 0-3 16,0 0-1-16,3 3 0 0,-6-3 0 16,3 0-9-16,-3 0-2 0,0 0 0 0,-3 3 0 0,3-3-10 0,-3 0-2 15,0-3-1-15,0 6 0 0,-3 0-7 0,3-3 0 16,-3 3-8-16,-2-1 12 0,2 1-12 0,-3 0 0 0,0 2 0 15,0 0 0-15,-3 1 0 0,0 2 0 0,0 0 0 16,3 0 0 0,-3 0-29-16,3 0 1 0,0 0 0 0,0 2 0 15,1 1-83-15,2 0-16 0,0-1-3 0,0 4-652 0,6-6-130 0</inkml:trace>
  <inkml:trace contextRef="#ctx0" brushRef="#br0" timeOffset="87904.204">15975 3577 1810 0,'0'0'40'0,"0"0"8"0,3-2 1 0,-3-4 3 0,3 4-42 0,-3-3-10 0,3 2 0 0,0-2 0 16,0 2 121-16,-3 3 23 0,3-5 4 0,0 5 0 0,-3 0-53 16,3-6-11-16,0 4-3 0,-3 2 0 0,0 0-35 0,6 0-7 15,-6 0-2-15,3-6 0 0,-3 6-13 0,0 0-2 16,0 0-1-16,6 6 0 0,-6-6-8 0,3 2-1 15,-3-2-1-15,3 8 0 16,-1-2-3-16,1 2 0 0,-3-1 0 0,3 7 0 0,-3-9-8 0,3 6 10 16,-3 2-10-16,0-5 10 0,0 2-2 0,0 1 0 15,3-3 0-15,-3 2 0 0,3 1-8 0,-3 0 12 16,0-1-12-16,3 1 12 0,-3 2-12 0,0-2 0 16,0-1 0-16,3 1-11 0,-3-1 11 0,0-2 0 0,0 3 0 15,0-3 0-15,0 0 0 0,0 0 0 0,3-3 0 0,-3 0 0 31,0 3-128-31,0-8-23 0,3 3-5 0</inkml:trace>
  <inkml:trace contextRef="#ctx0" brushRef="#br0" timeOffset="92463.97">14897 3146 1436 0,'0'0'32'0,"0"0"6"0,0 0 2 0,0 0 0 0,-6 0-32 0,3-5-8 16,3 5 0-16,-6-5 0 0,4-1 106 0,-4 1 20 15,3 0 4-15,-3 2 1 0,3-5-35 0,-3-3-8 16,3 4 0-16,0-4-1 0,-3-2-19 0,3 5-3 15,0-8-1-15,0 0 0 0,3 3-14 0,-3-8-3 16,0 5-1-16,3-5 0 0,0-1-16 0,0 7-3 16,0-9-1-16,0 3 0 0,0-1-11 0,3 1-3 15,0-3 0-15,0-5 0 0,0 5-3 0,0-10-1 16,3 2 0-16,0-5 0 0,3 0 0 0,-3 8 0 16,5-5 0-16,-2 5 0 0,3 5-8 0,-3-5 0 15,0 5 0-15,3 3 0 0,0-3 0 0,0 3 0 16,3 2 0-16,3 1 8 0,-3-3-8 0,2-1 8 15,4 6-8-15,0-5 8 0,3 5 1 0,-3-5 0 0,0 8 0 0,2 2 0 16,-2-4 1-16,3 4 0 0,-6 3 0 0,3 0 0 16,-3 5-10-16,-4-2 10 0,1 3-10 0,0 2 10 15,0 0-10-15,-3 0 0 0,3 2 0 0,-3 3 8 16,0-2-8-16,3 2 0 0,-1 3 0 0,1 0 8 16,0 6-8-16,-3-7 0 0,3 4 0 0,0 2 0 15,-3 3 0-15,3-3 0 0,0 1 0 0,-1 1 0 16,-2-1 0-16,0 2 0 0,0-6 8 0,-3 3-8 15,3 1 0-15,-3-1 0 0,0 3 9 0,0-6-9 16,-3 4 0-16,3 1 0 0,-6-1 0 0,3 2 0 16,-3 2 0-16,0 6 0 0,0-3 0 0,0 0 0 15,-1 6 0-15,-2 2 0 0,0-3 0 0,0 1 8 16,0-1-8-16,0-5 0 0,0 1 0 0,0 1 0 16,0-2 0-16,0-5 0 0,0 0 0 0,0 5 0 15,-2-7 0-15,2 2 0 0,0 5 0 0,0-5 0 0,0-1-16 16,0 7-4-16,0-7 0 0,0 7-1 0,0-6 36 0,0 5 7 15,0-8 2-15,0 3 0 0,0-3-24 0,0 3 0 16,0-8 0-16,0 5 8 0,0-5-8 0,0 0 0 16,0 0 0-16,0-3 0 0,0-5-16 0,0 0-2 15,0 5 0-15,0-5 0 16,0 0-144-16,0 0-29 0,0 0-5 0,0 0-896 0</inkml:trace>
  <inkml:trace contextRef="#ctx0" brushRef="#br0" timeOffset="92900.854">15448 3022 1773 0,'0'0'50'0,"0"0"11"0,0 0-49 0,0 0-12 0,0 0 0 0,0 0 0 15,0 0 124-15,0 0 23 0,0 0 4 0,0 0 1 16,0 0-65-16,0 0-13 0,6 0-2 0,0 0-1 16,0 2-39-16,0 1-7 0,-3 0-1 0,3 2-1 15,0 3-13-15,0 0-2 0,-3 0-8 0,3-3 12 16,-3 3-12-16,6 0 8 0,-4 0-8 0,1 2 0 0,0 1 0 0,0-3 0 16,0 0 0-16,0 0 0 0,0 0 0 0,3-3 0 15,-3 3 0-15,0 0 0 0,3-3 0 0,-3 3 0 16,3-5 0-16,-3 2 0 0,3-2 0 0,-3 2 0 15,3-5 0-15,-3 3 0 0,2-3 16 0,-2 0-4 16,3-3 0-16,-3 3 0 0,3-5 20 0,-3 2 4 16,0 3 1-16,0-8 0 0,0 3-5 0,0 0 0 15,0-3-1-15,0 0 0 0,0 0-15 0,-3 0-4 16,3 0 0-16,-3-5 0 0,0-1-12 0,3 4 0 16,0-6 8-16,-3 3-8 0,3-3 0 0,0 3-10 15,-3-1 2-15,2 4 0 16,1-6-36-16,-3 3-6 0,3 5-2 0,0-8 0 15,0 5-151-15,-3 1-30 0,-3-19-7 0,3 7 0 0</inkml:trace>
  <inkml:trace contextRef="#ctx0" brushRef="#br0" timeOffset="93833.228">15516 1810 2120 0,'0'0'47'0,"0"0"9"0,0 0 3 0,0 0 0 0,0-8-47 0,3 3-12 0,-3-1 0 0,0 6 0 15,3-2 78-15,-3 2 14 0,0-6 2 0,0 6 1 16,0 0-42-16,0 0-8 0,0 0-1 0,0 0-1 16,6 6-25-16,-3 2-5 0,0 0-1 0,0 5 0 15,0 3-12-15,0-3 0 0,0-3 0 0,3 9 0 16,-3-8 0-16,0 7 0 0,3-7 0 0,0 2 0 0,0 0 8 0,3 3-8 16,-3-5 0-16,0-1 0 0,3 1 0 15,0 2 0-15,0-5 0 0,-3 0 0 0,3 0 0 0,-4-3 0 16,4 3-8-16,-3-5 8 0,3-1 0 0,-3 1 0 15,0 2 0-15,-3-5 0 0,3 0 0 0,0-5 0 16,-3 2 0-16,3 1 0 0,-3-1 0 0,0-2 8 16,0 2-8-16,0-5 0 0,0 0 14 15,0 0-3-15,0 3-1 0,0-3 0 0,-3 0 6 0,3 0 0 16,-3-5 1-16,0 5 0 0,3-5-1 0,-3 5 0 16,0 0 0-16,3 0 0 0,-3 0-16 0,0 3 8 15,3 2-8-15,-3 3 0 0,0 0 0 0,0 0 0 16,0 0 0-16,0 0 0 0,0 0 0 0,0 0 0 15,0 0 0-15,3 3 0 0,0 5 0 0,3 0-9 0,-3 0 9 0,0 2-8 16,3-2 0-16,0 0 0 0,-1 3 0 0,1-1 0 16,0-7 0-16,0 5 0 0,3-3 0 0,-3 3 0 15,0-5 8-15,3-1 0 16,0 1-9-16,-3-3 9 0,0 5 0 0,0-5 0 0,0 0 0 0,0-5 0 16,0 5 0-16,0-5 12 0,0 2-2 0,0 3 0 15,-3-8 16-15,3 3 3 0,-3 2 1 0,-1-5 0 16,1 3-2-16,0-3-1 0,0 0 0 0,-3 0 0 15,3 0-14-15,-3-2-2 0,3-1-1 0,-3 3 0 16,3-5-10-16,-3 0 0 0,3 2 0 0,-3-2 0 16,3-3-8-16,0 8-8 0,-3-5 0 0,3 0-1 15,0 2-117-15,0 6-23 0,0-3-5 0,3 0-618 16,-3 2-123-16</inkml:trace>
  <inkml:trace contextRef="#ctx0" brushRef="#br0" timeOffset="94062.165">16046 1921 1965 0,'0'0'43'0,"0"0"9"0,0 0 1 0,3-5 3 0,3 2-44 0,0 3-12 16,3-5 0-16,-3 2 0 0,3 3 81 0,-3-5 15 16,3 0 2-16,-3 2 1 0,3-2-35 0,-3 2-8 0,3-2 0 15,-3 2-1-15,0 3-29 0,3-5-6 0,-4-1 0 0,1 4-1 16,0 2-2-16,0-6 0 0,0 4 0 0,0 2 0 15,0 0-17-15,0-5 0 0,0 5 0 0,0 0 0 32,-6 0-150-32,3 0-34 0,-3 0-6 0,0 0-795 0</inkml:trace>
  <inkml:trace contextRef="#ctx0" brushRef="#br0" timeOffset="94267.795">16067 2006 1472 0,'0'0'32'0,"0"0"8"0,0 0 0 0,0 0 1 0,0 0-33 0,0 0-8 0,0 0 0 0,0 0 0 16,0 0 84-16,0 0 14 0,6 2 3 0,-3 1 1 15,3 2-16-15,3-5-3 0,-3 0-1 0,0 0 0 16,3 0-26-16,-3 0-6 0,0 0-1 0,3 0 0 16,-3-5-27-16,3 2-6 0,-1 1 0 0,1 2-1 15,0-3-15-15,0-2-16 0,3 2 3 0,-3-2-681 16,3 2-136-16</inkml:trace>
  <inkml:trace contextRef="#ctx0" brushRef="#br0" timeOffset="94651.129">16430 1818 1926 0,'0'0'42'0,"-3"-5"9"0,3 2 1 0,-3-5 3 16,3 3-44-16,-3-1-11 0,0 4 0 0,3 2 0 0,-3-6 96 0,3 6 18 15,0 0 3-15,0 0 1 0,0 0-39 0,0 0-8 16,0 0-2-16,0 0 0 0,0 0-33 0,-3 6-6 15,0 2-2-15,1-3 0 0,-1 3-11 0,3 0-2 16,-3 2-1-16,3 1 0 0,-3 0-14 0,3 2 8 0,0-5-8 0,0 5 0 16,0-5 0-16,0 5 0 0,0-5 0 0,3 3 0 15,0 2 0-15,0-5 0 0,-1 0 0 0,4 0 0 16,0-3 0-16,0 3 0 0,3-3 0 0,-3 3 0 16,3-5 0-16,0 2 0 0,0-2 0 0,-3 2 0 15,3-5 0-15,0 3-10 0,0-3 10 0,0 0-8 16,-3 0 8-16,3-3 0 0,-3 3 0 0,-1-5 0 15,1 2 0-15,0-5 0 0,0 3 10 0,0-3-10 16,-3 0 24-16,3 0-2 0,0 0 0 0,0 0 0 16,-3-2 5-16,3-1 1 0,-3-2 0 0,0 0 0 15,0-3-6-15,-3 0-1 0,3 0 0 0,-3 3 0 16,0-8-5-16,0 5-2 0,-3 0 0 0,3 3 0 16,-3-1-14-16,0 4 11 0,0-4-11 0,-3 7 10 15,3-1-10-15,-3 0 0 0,0 2 0 0,-3 4 0 16,3-4-20-16,-3 6-10 0,0 0-2 0,-2 0 0 15,-4 6-112-15,-3-6-22 0,0 8-5 0</inkml:trace>
  <inkml:trace contextRef="#ctx0" brushRef="#br0" timeOffset="97008.458">16543 3707 1205 0,'0'0'34'0,"0"0"8"0,0 0-34 0,0 0-8 16,0 0 0-16,0 0 0 0,0 0 114 0,0 0 21 15,0 0 4-15,0 0 1 0,0 0-48 0,0 0-10 16,0 0-2-16,0 0 0 0,0 0-24 0,0 0-4 0,0 0-2 0,0 0 0 16,6-5-7-16,0 2-2 15,0 3 0-15,0 0 0 0,0-3-8 0,0 3-1 16,0-2-1-16,0-1 0 0,3 1-3 0,-3 2-1 0,3-3 0 0,3 3 0 16,0 0-8-16,0-5-2 0,2 5 0 15,1-3 0-15,3 3-5 0,0 0-2 0,0-5 0 16,6 5 0-16,-3 0-2 0,2 0 0 0,-2 0 0 0,3 0 0 15,-3-3 0-15,3 3-8 0,-3 0 12 16,2-5-4-16,-2 2-8 0,6 0 0 0,0-2 0 0,0 2 8 16,2 1-8-16,4 2 0 0,-3 0 0 0,3-5 0 15,-4 5 8-15,4-3-8 0,-6 3 8 0,3 0-8 16,-4 0 0-16,1-5 0 0,-3 2 0 0,3 0 0 16,3 3 0-16,-4-2 0 0,4 2 0 0,0-3 0 15,-3 3 0-15,-1 0 0 0,1 0 0 0,-3 3 12 16,0-1-12-16,-3-2 0 0,0 3 0 0,-4-3 0 15,1 3 0-15,-3-3 0 0,3 0 0 0,-6 0 0 16,3 0 0-16,-3 0 0 0,0 0 0 0,0 0 0 16,-4 0 0-16,4 0 0 0,-3 0 0 0,0 0 0 15,0 0 0-15,-3 5 0 0,0-5 8 0,0 0-8 16,0 0 8-16,-6 0-8 0,0 0 8 0,0 0-8 0,0 0 0 0,0 0 0 16,0 0-12-16,0 0 12 15,0 0-51-15,0 0-2 0,0 0-1 0,0 0 0 16,0 0-163-16,0 0-33 0</inkml:trace>
  <inkml:trace contextRef="#ctx0" brushRef="#br0" timeOffset="97638.052">17841 3397 1186 0,'0'0'33'0,"-9"0"9"0,3 0-34 0,0-5-8 15,0 5 0-15,0 0 0 0,6 0 135 0,-5-2 25 16,5 2 4-16,-6 0 2 0,6 0-43 0,0 0-9 15,0 0-2-15,0 0 0 0,0 0-33 0,0 0-7 16,0 0-2-16,0 0 0 0,0 0-37 0,0 0-7 16,0 0-2-16,0 7 0 0,0 1-6 0,3-5-2 15,0 5 0-15,2 3 0 0,-2-3-3 0,3-1-1 16,3 1 0-16,0 6 0 0,3-6-2 0,-3-3-1 16,0 5 0-16,3 4 0 0,-3-6-9 0,0-3 8 0,0 3-8 15,0 0 8-15,0 0-8 0,0 0 0 0,-4 0 0 0,4 0 8 16,-3-1 2-16,-3-1 0 15,0 2 0-15,-3 0 0 0,0 0-10 0,0-3 0 0,-3 3 0 16,-3-3 0-16,0 3 0 0,0-3 0 0,-2 6 14 16,-1-3-4-16,-3-6-10 0,0 6 12 0,0-2-12 0,0 2 12 15,0 0-12-15,0-3 0 0,3 3 9 0,-3 0-9 16,0 0 0-16,4 0 0 0,-1-3 0 0,0 0 0 16,3 3-12-16,-3 0-1 0,3-5 0 0,-3 5 0 15,6-6-31 1,-3 4-5-16,3-4-2 0,3-2 0 0,0 0-141 0,-3 8-28 0</inkml:trace>
  <inkml:trace contextRef="#ctx0" brushRef="#br0" timeOffset="99187.545">19074 3273 1388 0,'0'0'39'0,"0"0"9"16,0 0-38-16,0 0-10 0,0 0 0 0,0-5 0 15,0 2 115-15,0-2 21 0,0 5 4 0,0-3 0 16,-3-5-49-16,3 8-11 0,0-5-1 0,-3 0-1 0,0-1-24 0,-3 4-5 16,6 2-1-16,-3-3 0 0,-3-2-8 0,3 2-3 15,-3-2 0-15,0 2 0 0,6 3-7 0,-6 0-2 16,0-8 0-16,0 6 0 0,0-1 0 0,-3 0 0 15,3 3 0-15,-3-2 0 0,3-1-13 0,-3 3-3 16,0-5-1-16,-2 2 0 0,-1 3 1 0,0 0 1 16,0-5 0-16,0 2 0 0,-3 3-4 0,0 0-1 15,0-5 0-15,0 5 0 0,-3 0-8 0,1 0 0 16,-1 0 0-16,-3 5 0 0,0-5 0 16,0 0 0-16,3 3 0 0,-2 2 0 0,2-2 0 0,0 2 0 15,3-5 8-15,0 3-8 0,0-1 0 0,0 4 0 16,3-4 0-16,-2 6 0 0,2-8 0 0,0 3 0 0,-3 2 0 0,3-2 0 15,0 2 0-15,0-5 0 0,-3 3 0 16,3 2 0-16,-3-2 0 0,1 2 0 16,2 0 0-16,-3-2 0 0,0 2 0 0,3 3 0 0,-3-5 0 0,0 5 0 15,3 2 0-15,-3-2 0 0,4 3 0 16,-1-1 0-16,0 6 0 0,-3-8 0 0,3 5 0 0,0-2 0 16,0 2 0-16,0 3 0 0,0-3 0 0,3 1 0 15,0 2 0-15,-2-6 0 0,2 3 0 0,0 1 0 16,0-1 0-16,0-3 0 0,0 4 0 0,0-1 0 15,0-3 0-15,0 4 0 0,0-6 0 0,0 5 0 16,0-5 0-16,3 0 0 0,-3 2 0 0,0 1 0 16,1-3 0-16,-1-3 0 0,3 3 0 0,-3 3 0 15,0-3 0-15,3-1 0 0,-3 1 0 0,0 3 0 16,3-3 0-16,-3 0 0 0,3-3 0 0,-3 11 0 16,3-8 0-16,0 3 0 0,0 2 0 0,0 0-11 15,0 0 11-15,3 3 0 0,1-3 0 0,-1 3-8 16,3 0-13-16,0-3-3 0,0 6 0 0,3-3 0 0,-1 2 24 15,4-7 0-15,0 7 0 0,3-7 0 0,0 2 0 16,0 0 0-16,3-2 0 0,0 2 0 16,0 0 0-16,3-2 0 0,-3-3 0 0,3 5 0 0,-1-5 0 0,1 3 0 15,0-1 0-15,0 4 0 0,0-4 12 0,3-2 6 16,-3 3 2-16,3-3 0 0,2 2-32 0,1 1-7 16,3-3-1-16,3-3 0 0,0 3 20 0,2 3 0 0,1 2 0 0,3-8 0 15,-3 6 0-15,-1 2 0 0,1-5 0 0,-3 0 0 16,3 0 0-16,-3 0 0 0,5-3 0 0,1 3 0 15,3-6 0-15,-1 4 0 0,4-1 0 0,0 0 0 16,-3-2 48-16,-1 0 12 0,-2 2 4 0,0-5 0 16,-3 0-52-16,2 0-12 15,4 0 0-15,0 0 0 0,-1-5-13 0,4-1-6 0,-3 4-1 16,3-4 0-16,-7 1 20 0,-2 0 14 0,-3 0-2 0,0-3-1 16,-1 0 0-16,1 0 0 0,0 0 0 0,0-5 0 15,3-1 0-15,-1 4 0 0,1-3 0 0,3 2 0 16,-6 0-1-16,-1 1 0 0,1-1 0 0,0 3 0 15,-6 0-2-15,0 0 0 0,0 0 0 0,-4-2 0 16,4 5 2-16,-6-3 0 0,3-6 0 0,0 4 0 16,-3-1 0-16,0-2 0 0,5 2 0 0,-5-2 0 15,0 3 2-15,0-4 0 0,0 1 0 0,0-3 0 16,0 0-3-16,-3-2 0 0,0-1 0 0,-4 1 0 16,1-1 2-16,-3-2 0 0,0 0 0 0,-3 0 0 0,3 2 2 0,-6 1 1 15,3 2 0-15,-3 0 0 0,0-3-2 0,-3 4-1 16,3 4 0-16,-3-5 0 0,0 6-3 0,0-4-8 15,-3 4 12-15,0-4-4 0,0 1-8 0,1 3 8 16,-4-4-8-16,-3-1 8 0,3 1-8 0,0-2 8 16,-3 1-8-16,-3-1 8 15,3-5-8-15,0 2 0 0,-3 1 9 0,3-1-9 0,1 0 11 16,-1 4-3-16,0 1 0 0,0-2 0 0,0-2-8 16,-3 7 0-16,3-5 0 0,-3 3 0 0,3 5 0 0,-3-8 0 15,4 11 0-15,-4-8 0 0,0 5 0 0,0 0 0 16,0 0-12-16,-3 0 12 0,0 3 0 0,0-3 0 0,1 3 0 15,-1 2 0-15,0-2-8 0,-3 2 8 0,3-2 0 16,-3 2 0-16,6-2 0 0,-2 2 0 16,2 3-9-16,-3-5 9 0,3 2 0 0,-3 3 0 15,3-2 0-15,-3-1 0 0,3 3 0 0,-2 0 0 0,-1 0 0 0,-3 0 0 16,0 0 0-16,-3 0-10 0,0 0 2 0,1 0 0 16,-1 3 8-16,0-3-10 0,-3 2 10 0,3 1-10 15,4 2-1-15,2-5 0 0,0 3 0 0,3 2 0 31,0-2-13-31,0 2-4 0,3-2 0 0,-3 2 0 0,3 0-19 16,1 3-4-16,-1-5-1 0,0 2 0 16,0 3-116-16,3-5-24 0,-3 5-5 0,0-6-922 0</inkml:trace>
  <inkml:trace contextRef="#ctx0" brushRef="#br0" timeOffset="99761.583">18478 3641 1630 0,'0'0'36'0,"0"0"7"0,0 0 1 0,0 0 3 0,0 0-38 0,3-5-9 0,-3-1 0 0,0 6 0 15,0-5 93-15,0 5 17 0,0-5 3 0,-3-1 1 16,3 4-35-16,-3-4-7 0,-3 4-2 0,0-3 0 16,3-1-18-16,-6 4-4 0,3-1-1 0,-5 3 0 0,2 0-20 0,-3 0-4 15,0 0-1-15,-3 3 0 0,0-1-13 0,0 1-9 16,0 0 12-16,0 2-12 15,1-3 0-15,-1 6 0 0,0-2 0 0,3 2 0 0,0 0 0 16,0 0 0-16,6-1 0 0,-3 1 0 0,6 3 0 16,-3-3 0-16,6 3-9 0,-3-1 9 15,6 1-9-15,-3 2 9 0,3-5-10 0,3 5 10 0,0-2-8 0,0-1 8 16,3 1 0-16,3 2-9 0,-3-8 9 0,3 6 0 16,0 2 0-16,0-5-8 0,-1-5 8 0,1 2-12 15,0-2 12-15,3-1-12 16,0 1-123-16,0 2-25 0,0-10-4 0</inkml:trace>
  <inkml:trace contextRef="#ctx0" brushRef="#br0" timeOffset="100026.845">18660 3651 1958 0,'0'0'43'0,"0"0"9"0,0 0 1 0,0 0 3 0,3-2-45 0,0-6-11 0,-3 3 0 0,0 5 0 16,3-6 121-16,-3 6 23 0,3-5 4 0,-3 5 0 15,3-3-65-15,0-2-14 0,-3 5-2 0,0-3-1 16,0 3-28-16,0 0-6 0,0 0 0 0,0 0-1 16,3-2-17-16,-3 2-3 0,0 0-1 0,0 0 0 15,0 0-10-15,0 0 0 0,0 0 0 0,0 0 0 16,0 0-84-16,0 0-18 0,0 0-4 0,6 2-1 15,-3 1-136-15,-3-3-27 0</inkml:trace>
  <inkml:trace contextRef="#ctx0" brushRef="#br0" timeOffset="100216.225">18681 3863 1742 0,'0'0'38'0,"0"3"8"0,-3 5 2 0,0-3 1 0,3 0-39 0,0 3-10 16,0-8 0-16,0 3 0 0,0-3 136 0,0 0 26 15,0 0 5-15,0 0 1 0,0 5-67 0,0-5-13 0,0 0-2 16,0 0-1-16,0 0-39 0,0 0-8 16,0 0-2-16,0 0 0 0,0 0-24 0,0 0-4 15,0 0-8-15,0 0 11 16,0 0-31-16,0 0-5 0,0 0-2 0,0 0-1193 0</inkml:trace>
  <inkml:trace contextRef="#ctx0" brushRef="#br0" timeOffset="103871.851">19008 3686 1785 0,'0'0'39'0,"0"0"8"0,0 0 1 0,0 0 4 15,0 0-42-15,-6 0-10 0,0-5 0 0,0 2 0 0,6 3 94 0,-6 0 17 16,0 0 3-16,-3 0 1 0,3 0-49 0,-3 0-10 0,1 0-1 0,-1 0-1 16,0 3-17-16,0-3-3 0,0 5-1 0,0-2 0 15,0-1-10-15,0 6-3 0,0 0 0 0,3 0 0 16,-3 0-8-16,3 0-3 0,0 5 0 0,0-2 0 15,3-3-9-15,0 5 0 0,0 0 0 0,3-2 0 16,0 2 0-16,3 0 0 16,0 0 0-16,0 3 0 0,3-8 0 0,0 3 0 0,3-1 0 0,0-2 0 15,0-2 0-15,3 1 0 16,3-1 0-16,-3-4 0 0,0 1 0 0,3-3 0 0,-4 0 0 0,1 0 0 16,3-3 0-16,-3 1 0 0,0-4 0 0,0 4 0 15,-3-3 0-15,0-1 0 0,0-2 0 0,-3 0 0 16,0 0 12-16,0 3-2 0,-6-8-1 0,3 2 0 15,-6 3 13-15,3-2 2 0,-6-1 1 0,3 1 0 16,-3-1-11-16,-3 3-2 0,3-5-1 0,-3 5 0 16,0 0-11-16,0 0 0 0,0-2 9 0,0 4-9 15,-3 1 0-15,3-3 0 0,0 3-12 0,1 2 4 16,-1-5-16-16,0 5-2 0,0-2-1 0,3 3 0 16,0-1-31-16,3 3-6 0,3 0-2 0,0 0-686 15,0 0-136-15</inkml:trace>
  <inkml:trace contextRef="#ctx0" brushRef="#br0" timeOffset="104205.895">19184 3617 1810 0,'0'0'40'0,"0"0"8"0,0 0 1 0,0 0 3 0,0 0-42 0,0 0-10 15,0 0 0-15,0 0 0 0,0 0 82 0,0 0 14 16,0-3 4-16,0 3 0 0,0 0-37 0,3-2-7 0,-3 2-2 0,3 0 0 15,0 0-18-15,-3 0-3 16,6 0-1-16,0 0 0 0,-1 0-7 0,-5 0-1 0,6 2-1 0,0 1 0 16,-3 2-3-16,3-2-1 0,-3 2 0 0,0 1 0 15,0 2-4-15,0-3-1 0,0 0 0 0,0 3 0 16,-3 3-14-16,3-3 9 0,-3 0-9 0,3 2 8 16,-3-2 0-16,0 8 0 0,0-8 0 0,3 5 0 15,-3 0-8-15,0 1 0 0,0-1 0 0,3 0 0 16,-3 0 0-16,0 3 0 0,0-3 0 0,3 3 8 15,-3-5-8-15,0-1 0 0,3 6 0 0,-3-8 0 16,0 3 0-16,3-1 0 0,-3-2 0 0,0-2 0 16,3-1-18-16,-3-5-2 0,0 0-1 0,0 5 0 15,0-5-110-15,0 0-21 16,0 0-5-16,3 5-864 0</inkml:trace>
  <inkml:trace contextRef="#ctx0" brushRef="#br0" timeOffset="104672.679">19461 3662 1785 0,'0'0'39'0,"0"0"8"0,0 0 1 0,0 0 4 0,0 0-42 0,0 0-10 16,0 0 0-16,0 0 0 0,0 0 92 0,0 0 16 15,0 0 3-15,0 0 1 0,0 0-47 0,0 0-9 0,0 0-1 0,0 0-1 16,0 0-22-16,0 8-4 0,-3 0 0 0,3 0-1 15,0-5-17-15,0 4-10 0,0 4 12 0,0-3-12 16,0 3 8-16,0-1-8 0,3 1 0 0,-3-1 0 16,2 1 0-16,-2 2 0 0,3-2 0 15,0 2 0-15,0 0 0 0,0-5 0 0,3 3 8 16,-3-1-8-16,3-2 0 0,-3 0 0 16,3-3 0-16,0 3 0 0,0 0 0 0,0-5 8 0,3 2-8 0,-3-5 0 15,3 3 9-15,-3-3-9 0,0 0 0 0,3-3 9 16,-3 3-1-16,3-5 0 0,0 2 0 0,-4-2 0 15,4 0 19-15,-3-1 3 0,0 1 1 0,0-3 0 16,0 0-6-16,0-2-1 0,0 2 0 0,-3-3 0 16,0 3 4-16,0-2 0 0,0-1 0 0,0 3 0 15,-3-5-7-15,3 2-1 0,-3 1 0 0,-3-1 0 16,3 1-7-16,-3 2-1 0,0-3-1 0,0 3 0 16,-3 0-3-16,0 3-8 0,0-3 12 0,0 3-4 0,0 2-8 0,0-5 0 15,-3 5 0-15,0-2 8 16,1 2-34-16,-1 1-7 0,0 2-2 0,0-5 0 0,0 5 35 0,0-3 0 15,-3 3 0-15,3 3 0 16,0-3-108-16,0 5-14 0,0-5-3 0,-3 0-1029 0</inkml:trace>
  <inkml:trace contextRef="#ctx0" brushRef="#br0" timeOffset="106103.419">18579 3088 1267 0,'0'0'28'0,"0"0"5"0,0 0 2 0,-3 5 1 0,3-5-36 0,0 5 0 0,0-5 0 0,0 0 0 16,0 0 96-16,-3 6 12 15,3-6 2-15,0 0 1 0,0 0-38 0,0 0-7 0,0 0-2 0,0 0 0 16,0 0 14-16,0 0 2 0,0 0 1 0,0 0 0 16,-3-6-13-16,-2-1-4 0,2-1 0 0,-3 0 0 15,3 0-51-15,-3 0-13 0,0-5 0 0,3 2 0 16,-3 0 54-16,0 1 8 0,3-6 2 0,-3 3 0 15,0-3-52-15,0-3-12 0,3 3 0 0,-3 1 0 16,3-7 8-16,0 1 0 0,-3 3-8 0,6-9 12 16,-3 3-12-16,3-5-8 0,3 0 8 0,0-3-13 15,0-7 13-15,3 2 0 0,0 0 0 0,0-3 0 16,6 3 0-16,-3 0 0 0,3 0 0 0,0 0 0 16,0-6 0-16,2 4 0 0,1 2 0 0,3-6 0 15,0 1 0-15,0 5 0 0,3 5 0 0,6 3 0 16,-4 0 0-16,1 5 0 0,0 3 0 0,3-3 0 15,0 6 13-15,-4 2-4 0,4 0-1 0,0 3 0 16,-6 2 3-16,0 1 0 0,-1-1 0 0,1 6 0 16,-3 2 0-16,3-2 0 0,0 2 0 0,-3 3 0 0,0 0-11 15,-1 3 8-15,1 2-8 0,0-2 8 0,0 2-8 16,-3 3 0-16,0 0 0 0,0 0 0 0,-1 5 0 0,1-5 8 16,0 5-8-16,-3-2 0 0,0 2 8 0,-3 3-8 15,3-3 0-15,-3 3 8 0,0 5-8 0,0-5 0 16,0 5 0-16,0-5 0 0,-3 5 0 0,-1 3 0 0,1-3 0 0,0 3 0 15,-3 3 0-15,3-6 0 0,-3 2 0 0,-3 1 0 16,3 3 19-16,-3-9 1 0,0 9 1 0,0-6 0 16,0-3-30-16,-3 4-7 15,3-1 0-15,-3 3-1 0,0 2 17 0,-3-5 0 16,3 3 0-16,-3 0 0 0,3 0 0 0,-2-3 0 0,2 5 0 0,-3-7 0 16,3 2 0-16,-3-2 0 0,0-1 8 0,3 1-8 15,-3-1 0-15,3-5 0 0,0 3 0 0,0-3 0 16,0-2 0-16,0 0 0 0,0-1 0 0,3-2 0 15,-3 3 0-15,0-3 0 0,3 0 0 0,-3-1 0 16,0 1 0-16,3 0-13 0,-3 0 1 0,0 0 0 16,3 0-20-16,-3 3-4 0,3-9-1 15,-3 6 0-15,3 0-21 0,-3-2-4 0,3-1-1 0,-3 3 0 16,3-6-134-16,0-2-27 0</inkml:trace>
  <inkml:trace contextRef="#ctx0" brushRef="#br0" timeOffset="106608.186">19029 2850 1728 0,'0'0'38'0,"0"0"8"0,0 0 2 0,0 0 0 0,0 0-39 0,0 0-9 0,0 0 0 0,0 0 0 16,0 0 53-16,0 0 9 16,0 0 2-16,0 0 0 0,0 0 0 0,0 0 0 0,3 8 0 15,-3-8 0-15,6 0-52 0,-3 8-12 0,3-8 0 0,-3 8 0 16,0-8 40-16,3 7 6 0,-3-7 1 0,0 6 0 16,3 2-24-16,-3-6-5 0,2 4-1 0,-2 2 0 15,3 0-17-15,-3-6 0 0,3 9 0 0,-3-3 0 16,3 0 0-16,-3-3 0 0,3 3 0 0,0 2 0 15,-3-2 0-15,3 0 0 0,0 0 0 0,-3 3 0 16,3-3 0-16,0 0 0 0,0 0 0 0,0 0 0 16,0 0 0-16,0-1 0 0,0-1 0 0,-3-1 0 15,3 3 0-15,0-5 0 0,0 2 0 0,-1-2 0 16,1 2 55-16,0-2 7 0,0-3 2 0,-3 2 0 16,3-2-52-16,-6 0-12 0,6 0 0 0,0 0 0 15,-3 0 0-15,-3 0 0 0,6-2 0 0,0 2 0 16,-3-3 0-16,0-2 0 0,0 2 0 0,0-2 0 15,0-3 54-15,0 0 8 0,0 0 2 0,0 0 0 16,0 0-52-16,3-5-12 0,-3 5 0 0,0-5 0 16,3-1 0-16,-3 4 0 0,3 2 0 0,0-5 0 0,0 5 0 15,0-6 0-15,-1 6 0 0,1 1 0 16,0-1-48-16,0 0-13 0,0 0-3 0,0 0 0 16,0 2-102-16,0-1-21 0,0-23-4 0,0 15-794 0</inkml:trace>
  <inkml:trace contextRef="#ctx0" brushRef="#br0" timeOffset="107519.841">19487 1887 1659 0,'0'0'36'0,"0"0"8"0,0 0 2 0,0 0 1 0,-3-3-38 0,3 3-9 0,0 0 0 0,0 0 0 16,0 0 108-16,0 0 19 0,0 0 4 0,0 0 1 16,0 0-58-16,0 0-11 0,0 0-3 0,0 8 0 15,3 0-32-15,-3 5-6 0,3-5-2 0,-3 8 0 16,3-3-20-16,0-2 9 0,0 2-9 0,0 0 0 15,3-2 0-15,0-1 0 0,-3 1 0 0,3 2 0 16,3-2 0-16,-3-1-16 0,0-2 2 0,0 0 0 31,3 0-11-31,-3 0-3 0,0-3 0 0,3-2 0 0,-3 2 16 0,-1-5 2 0,1 0 1 16,0 0 0-16,0 0 9 0,0-5 0 0,-3 2 10 0,3 3-10 16,-3-8 24-16,0 3-2 0,3 0 0 0,-3-3 0 15,0 0 6-15,0 5 2 0,0-7 0 0,-3 2 0 16,3 5 5-16,-3-5 1 0,3 0 0 0,-3 0 0 15,3 3-10-15,-3-3-2 0,0 0 0 0,0 0 0 16,0 3-15-16,0 5-9 0,0 0 10 0,0 0-10 16,0 0 0-16,0 0 0 0,0 0 0 0,0 0 0 15,6 0-10-15,-3 5 10 0,3 3-8 0,-3 0 8 16,3 0-9-16,-3-3 9 0,3 3-10 0,0 3 10 0,0-3-11 0,3 0 11 16,-1-3-12-16,1 3 12 0,0 0-10 0,0-3 10 15,-3 3-8-15,3-8 8 0,0 5 0 0,-3-5 0 16,0 3 0-16,3-3 0 0,-3-3 0 0,0 3 14 15,0 0-2-15,0-5 0 0,0 0 42 0,0 2 8 16,0-5 2-16,0 3 0 0,-1-3-52 0,1 3-12 0,-3-3 0 0,3 0 0 16,-3 0 31-16,3 0 3 15,-3 0 1-15,0-5 0 0,3 2-25 0,-3 1-10 16,3-1 8-16,-3-2-8 0,3 5 25 0,-3-5 0 16,3 2 0-16,-3 3 0 15,3-2-71-15,-3-1-14 0,3 3-4 0,0-3 0 16,-3 9-113-16,3-6-23 0,0 0-5 0,-3 8-869 0</inkml:trace>
  <inkml:trace contextRef="#ctx0" brushRef="#br0" timeOffset="107732.852">19990 1990 1958 0,'0'0'43'0,"0"0"9"0,0 0 1 0,0 0 3 15,0 0-45-15,0 0-11 0,0 0 0 0,0 0 0 16,6 0 93-16,0-3 17 0,3 3 3 0,-3-8 1 15,3 3-41-15,3 0-8 0,-3 2-1 0,0-2-1 16,3 2-39-16,-3-5-7 0,3 3-1 0,-4 2-1 0,1-2-15 0,3 0 0 16,-3 2 0-16,0-2 0 0,0 2 0 0,0 3 0 15,0-5 0-15,-3 2 0 16,3 3 0-16,-3-5 0 0,0 5-9 0,0 0 9 16,-3 0-207-16,-3 0-35 0,0 0-7 0</inkml:trace>
  <inkml:trace contextRef="#ctx0" brushRef="#br0" timeOffset="107951.76">20017 2090 1552 0,'0'0'44'0,"0"0"10"0,0 0-43 0,0 0-11 0,0 0 0 0,0 0 0 16,0 0 104-16,0 0 20 0,3 0 3 0,3 0 1 15,0 0-12-15,0-5-3 0,0 5 0 0,3-3 0 16,0 3-46-16,0 0-10 0,0-5-1 0,0 5-1 15,-1-5-22-15,1 2-4 0,0 3-1 0,3-5 0 16,-3 2-20-16,3-2-8 0,0 2 0 0,0-2 9 31,0 0-77-31,0 2-16 0,0-5-4 0,0 3-652 0,-1-3-130 0</inkml:trace>
  <inkml:trace contextRef="#ctx0" brushRef="#br0" timeOffset="108355.259">20452 1855 1958 0,'0'0'43'0,"0"0"9"0,-6 0 1 0,3-5 3 0,3 5-45 16,-6-3-11-16,0-2 0 0,0 2 0 16,0 3 104-16,6 0 20 0,-3 0 3 0,3 0 1 15,0 0-52-15,0 0-9 0,0 0-3 0,-6 3 0 0,0 2 0 16,3-2 0-16,0 4 0 0,0-1 0 0,0 2-51 0,0 0-13 16,3 5 0-16,-3-5 0 0,0 0 0 0,3 5 0 15,0-5 0-15,0 5 0 0,0-5 0 0,3 3 0 16,-3 2 0-16,3-5 0 0,3 5 0 0,-3-5 0 15,3 5 0-15,0-5 0 0,0 3 0 0,0-3 0 16,0 2 0-16,3-2 0 0,-3 0 0 0,3 0 0 16,0-3 0-16,-3 3 0 15,0-8-48-15,2 3-13 0,1 2-3 0,-3-5 0 16,0-5 103-16,3 5 20 0,0-3 4 0,0-2 1 0,-3 2-64 0,3-2-18 0,0-3-1 16,-3 0 0-16,0 0 31 0,0 0 5 0,0-2 2 15,-3 2 0-15,3-3 36 0,-3-2 7 0,0 0 2 16,0 2 0-16,-3-7-52 0,3 7-12 0,-3-7 0 15,0 7 0-15,0-5 0 0,0 3 8 0,-3-3-8 0,0 3 0 16,0 0 0-16,-3 2 0 0,3-2 0 0,-3 5 0 16,0 0 0-16,-3 0 9 0,3 3-1 0,-6-3 0 15,3 8-8-15,-3-8-11 0,0 8 3 0,0-6 0 16,-3 6-173-16,-2 6-35 0,-1-6-6 16,0 2-936-16</inkml:trace>
  <inkml:trace contextRef="#ctx0" brushRef="#br0" timeOffset="111518.883">16677 3223 1749 0,'0'0'38'0,"0"0"8"0,0 0 2 0,0 0 2 0,-3-3-40 0,3 3-10 0,0 0 0 0,0 0 0 16,0-5 86-16,0 5 15 0,0 0 3 0,0 0 1 15,0 0-41-15,0 0-8 0,0 0-1 0,0 0-1 16,0 0-25-16,0 0-5 0,0 0 0 0,0 0-1 16,0 0-10-16,0 0-1 0,0 0-1 0,0 0 0 0,0 0-3 15,0 5-8-15,0 3 12 0,0-3-4 0,0 1-8 0,0 4 0 16,0-2 9-16,0 0-9 0,0-3 0 0,0 3 0 15,0 0 0-15,3 0 0 16,-3 0 0-16,3 0 0 0,0 0 0 0,0 0 0 0,0 0 0 16,3-3 0-16,-3-2-9 0,3 0 9 15,-3 4 0-15,3-7 0 0,0 0 0 0,0 0 0 16,-3 0 0-16,3-5 0 0,-3 3 0 0,3-4 0 0,0 1 0 0,-3 2 0 16,3-2 0-16,-3-3 0 0,3 3 16 0,-3-1-1 15,0 1-1-15,0-3 0 0,3 3 10 0,-3 2 1 16,-3-5 1-16,3 3 0 0,-1 0-8 0,-2 2-2 0,3-5 0 15,-3 8 0-15,3 0-8 0,-3 0-8 0,0-8 12 0,0 8-12 16,0 0 0-16,0 0 0 0,0 0 0 0,0 0 0 16,0 0 0-16,0 0 0 0,0 0 0 0,0 0 0 15,3 8 0-15,0 0 0 16,0-5 10-16,0 7-10 0,-3-2 0 0,3 3 0 0,0-1 0 0,3 1 0 16,-3 2 0-16,3-5-9 0,0 5 9 0,-3-5-13 15,3 0 2-15,0 0 1 0,0-2 0 0,0 2 0 16,3-6 10-16,-3 3 0 0,0-5 0 0,0 3-8 15,0-6 8-15,-3 3 0 0,3 0 0 0,0-5 0 16,-3 3 23-16,0-6 0 0,2 2 0 0,-2 1 0 16,0-3 6-16,0 0 2 0,0-2 0 0,-3 2 0 15,3 2-15-15,0-2-2 0,0-2-1 0,0-1 0 16,0 3-13-16,0 0 0 0,0 3 8 0,0-3-8 16,0 0 0-16,0 3 0 0,0 2-12 0,0-5 12 15,3 8-49-15,-3-8-3 0,3 6-1 0,-3 2 0 16,3-3-154-16,0 3-30 0,0-3-7 0</inkml:trace>
  <inkml:trace contextRef="#ctx0" brushRef="#br0" timeOffset="111753.902">17070 3294 1868 0,'0'0'41'0,"0"0"9"0,0 0 2 16,3-5 0-16,3 2-42 0,0 3-10 0,0-5 0 0,3 2 0 0,0 1 81 0,0-4 15 15,0 4 2-15,0 2 1 0,3-3-36 0,0 3-7 0,-3-5-2 16,2 2 0-16,-2 3 8 0,0-5 2 0,3 5 0 16,-3-3 0-16,3 3-52 0,-3 0-12 0,0 0 0 0,0 0 0 15,0 0 0-15,-3 0 0 16,3 0 0-16,-3 0 0 0,3 0 0 0,-4 0-10 0,4 0 2 0,-6 3 0 31,3-3-28-31,-3 0-4 0,-3 0-2 0,0 0 0 16,0 0-137-16,3 5-27 0,-3-5-6 0</inkml:trace>
  <inkml:trace contextRef="#ctx0" brushRef="#br0" timeOffset="111985.526">17183 3355 1186 0,'0'0'33'0,"0"0"9"16,0 0-34-16,0 0-8 0,0 0 0 0,0 0 0 15,0 0 97-15,0 0 18 0,0 0 3 0,0 0 1 16,0 0-61-16,0 0-12 0,3 5-2 0,3-5-1 0,0 0 48 0,0 0 9 15,0 0 3-15,0 0 0 16,0 0-37-16,0 0-7 0,0 0-2 0,0 0 0 16,0 0-15-16,0-5-3 0,0 5-1 0,3 0 0 0,-3-3-38 15,3 3 0-15,-3 0 0 0,0 0-12 0,2-5 26 0,-2 3 5 16,3 2 1-16,-3-3 0 16,3 0-95-16,-3 1-18 0,3-1-4 0,-6 0-912 0</inkml:trace>
  <inkml:trace contextRef="#ctx0" brushRef="#br0" timeOffset="112243.118">17472 3178 1749 0,'0'0'38'0,"0"0"8"0,0 0 2 0,0 0 2 0,-3-3-40 0,3 3-10 0,0-8 0 0,0 8 0 16,0 0 98-16,-3-2 18 0,3 2 3 0,0 0 1 15,0 0-30-15,0 0-6 0,0 0 0 0,0 0-1 16,0 0-33-16,0 0-6 0,0 0-2 0,0 0 0 15,0 0-2-15,0 0-1 0,0 10 0 0,3-7 0 16,-3 2-12-16,0 3-3 0,0-3 0 0,0 1 0 16,0 4-12-16,0-2-2 0,-3-5-1 0,3 5 0 15,0 0-9-15,-3 2 0 0,0 1 9 0,3-1-9 16,0 1 0-16,-3 2-12 0,3 3 2 0,-3 0 0 16,3 0-134-1,-3 2-28-15,3-2-4 0</inkml:trace>
  <inkml:trace contextRef="#ctx0" brushRef="#br0" timeOffset="114549.582">20077 3678 1393 0,'0'0'30'0,"0"0"6"0,0 0 2 0,0 0 2 0,0 0-32 0,0 0-8 16,0 0 0-16,0 0 0 0,0 0 81 0,0 0 15 15,0 0 2-15,-6 0 1 0,6 0-24 0,0 0-5 16,0 0-1-16,0 0 0 0,0 0-13 0,-3-5-2 15,3 5-1-15,0 0 0 0,0 0-6 0,0 0-2 16,0 0 0-16,0 0 0 0,0 0-9 0,0 0-3 16,0 0 0-16,0 0 0 0,0 0-13 0,0 0-2 15,0 0-1-15,0 0 0 0,0 0-3 0,0 0-1 16,3 5 0-16,3-5 0 0,0 3 5 0,0 2 1 16,2-5 0-16,1 3 0 0,3-3-9 0,3 2-2 0,-3-2 0 15,3 3 0-15,3-3 4 0,3-3 0 0,0 3 0 16,2 0 0-16,7-2-1 0,-3 2 0 0,6-3 0 15,-1 3 0-15,-2 3-3 0,3-3-8 0,-3 0 12 0,-1 2-4 16,-2-2-8-16,3-2 0 0,-3 2 0 0,3 0 0 16,-4-3 0-16,4 3 0 0,0 0 0 0,-3 0 0 15,-1 0 0-15,1 0 8 0,-3 0-8 16,3 3 0-16,-6-3 8 0,0 2-8 0,-4 1 0 0,-2-1 8 16,3-2-8-16,-3 3 0 0,0-3 0 0,-3 3 0 15,0-3-11-15,0 5-4 0,-3-5-1 0,-1 0 0 16,1-5-25-16,-3 5-6 0,3 0-1 0,-3-3 0 15,0 3-84-15,-3 0-18 0,3-3-3 0,-6 3-837 16</inkml:trace>
  <inkml:trace contextRef="#ctx0" brushRef="#br0" timeOffset="114942.77">20931 3487 1893 0,'0'0'41'0,"0"0"9"0,0 0 2 0,-6-2 2 0,0 2-43 0,0-3-11 0,6 3 0 16,-9 0 0-16,9 0 80 0,0 0 13 0,0 0 3 0,0 0 1 16,0 0-26-16,0 0-6 0,0 0-1 0,0 0 0 15,0 11-18-15,3-9-4 0,0 4-1 0,0 2 0 16,0-3-8-16,3 0-1 0,0 0-1 0,0 3 0 15,3 0-7-15,-3 0-2 0,3 0 0 0,0 3 0 16,0-3-10-16,0 0-3 0,-1 0 0 0,-2 0 0 16,3-1-9-16,0-1 0 0,0 2 0 0,-3 0 8 15,3-3-8-15,-3 3 0 16,0 0 9-16,-3-6-9 0,3 6 0 0,-3-2 9 0,-3 2-9 0,0-3 0 16,0 3 8-16,-3 0-8 0,0 0 0 0,-3 5 0 15,0-5 9-15,0-3-9 0,0 6 0 0,-3-3 9 16,0 0-9-16,0 0 0 0,0 0 0 0,0 2-11 15,-2-2-5-15,2-5-2 0,0 5 0 0,-3-3 0 16,3 0-22-16,0 3-4 0,0-5 0 0,0 2-1 16,0-2-31-1,0-1-5-15,0 4-2 0,0-4-652 0,3 6-130 0</inkml:trace>
  <inkml:trace contextRef="#ctx0" brushRef="#br0" timeOffset="116265.12">22000 3318 1472 0,'3'-3'32'0,"2"1"8"0,1-4 0 0,0 1 1 0,0 0-33 0,0 2-8 0,0-5 0 0,0 3 0 15,-3 0 96-15,3-1 16 0,-3 4 4 0,-3-1 1 16,3-2-43-16,-3 2-9 0,-3-5-1 0,3 3-1 16,0 5-11-16,-3-5-1 0,0-1-1 0,0 4 0 0,0-1-8 15,-3-2-2-15,0 2 0 0,0-2 0 16,0 2-3-16,0-5-1 0,0 6 0 0,1-1 0 15,-4 0-13-15,0 1-3 0,0-1-1 0,0 3 0 0,-3-5-3 0,0 2-1 16,0 3 0-16,0 0 0 0,-3 0-5 16,3 0-1-16,-2-5 0 0,-1 5 0 0,0 0-1 0,3 0-8 15,-3 0 12-15,0 5-4 0,0-5-8 0,3 0 0 16,-3 0 0-16,1 8 0 0,-1-8 0 0,0 3 0 16,0-1-12-16,-3 1 12 0,0 0-8 0,0 2 8 15,0 0 0-15,-2-2 0 0,2 2 0 0,-3 3 0 16,3-3-9-16,-3 3 9 0,0 0 0 0,4 0 0 0,-1 3 0 15,0-1 0-15,3 6 0 0,0-5 0 16,0 2 0-16,3 0 0 0,-3 1 0 0,3 1 0 0,1 1 0 16,-4 0 0-16,3 3 0 0,0-3 0 0,-3 2 0 15,3 1 0-15,-3-4 0 0,3 1-10 16,0 0 10-16,-3 3-8 0,1-3 8 0,-1-3 0 0,3 3 0 0,-3-3 0 16,3 3 0-16,0-6 0 0,0 1 0 0,0 5-8 15,0-6 8-15,3 4 0 0,1-1 0 0,-1 3 0 16,3-3 0-16,-3 3-8 0,6 0 8 0,-3 2 0 15,6 1 0-15,-3-1 0 0,3 1 0 0,0-3 0 16,0 2 0-16,3 1 0 0,0-1 0 0,0-4 0 16,3 1 0-16,3 1 0 0,-3-2 0 0,3 1 0 15,2-4 0-15,1 2 0 0,0 0 0 0,0-2 0 16,3 0 0-16,3 5 8 0,0-9-8 0,3 4 0 0,-4 2 9 16,4-2-9-16,3-1 12 0,-3 4-12 0,3-6 10 0,3 2-10 15,-1 1 8-15,4-3-8 16,0-3-16-16,6 3-8 0,-1 3-1 0,4 2-1 0,-3-8 72 0,-1 3 14 15,1 3 4-15,0-4 0 0,-3 1-52 0,2 0-12 16,4-5 0-16,0 2 0 0,-1 1-16 0,-2-1-7 16,3-2-1-16,0 2 0 0,-4-3 24 15,1-2 0-15,-3 3 12 0,-1-3-4 0,1 0 0 0,3-3 0 16,-3 3 0-16,5-2 0 0,1 2 1 0,0-5 0 16,-1 2 0-16,-2-2 0 0,0-1-1 0,-3 1-8 15,-1 0 12-15,4-3-4 0,0 0 2 0,-1-3 0 16,1 1 0-16,6-4 0 0,-6 4-2 0,-4-1 0 15,4 1 0-15,-3 2 0 0,-3-5-8 0,-1-1 12 0,-2 4-12 0,0-4 12 16,0 1 0-16,-3-3 0 0,-1 1 0 0,1-1 0 16,-3-3 4-16,3 3 2 0,-3 0 0 0,-3-5 0 15,-1 0-2-15,1 0 0 0,-3 2 0 0,-3-7 0 16,3 5 1-16,-6-3 0 0,0 0 0 0,0 3 0 16,-3 0-4-16,-3 2-1 0,0 1 0 0,0-1 0 15,0 6-2-15,-3-6-1 0,-3 4 0 0,3-4 0 16,-3 6-9-16,0-8 8 0,0 5-8 0,-3-5 8 15,0 5-8-15,-3-8 0 0,0 3 9 0,-3 0-9 16,0-6 0-16,-3 3 8 0,0 3-8 0,-6 0 0 16,4 2 0-16,-4-2 0 0,0 5 0 0,0-2 8 15,3 7-8-15,-3-5 0 0,-2 3 0 0,-1 0 0 16,3 2 0-16,-3-2 0 0,-3 5 0 0,-2-5 0 16,-1 2 0-16,0 6 0 0,-3-3 0 0,1 0 0 15,-1-2 0-15,0 7 0 0,3-5 0 0,3 0-8 0,1 0 8 16,-4 3 0-16,3 0 0 0,0 2 0 15,-2 3 0-15,-1-5 0 0,-3 2 0 0,0 3-8 0,4 0 8 0,-1 0 0 16,0 0 0-16,3 3-8 0,0 2 8 0,4-5-8 16,-1 3 8-16,0-1-8 0,0 4-6 0,3-1-1 15,-2 0 0-15,-1 3 0 0,3-5-4 0,-3 2-1 16,0 3 0-16,3 0 0 16,-2-3-16-16,2 3-3 0,-3 0-1 0,6 0 0 15,-3 5-76-15,3-5-16 0,1 0-4 0,-1 5 0 16,3-5-96-16,0 0-19 0</inkml:trace>
  <inkml:trace contextRef="#ctx0" brushRef="#br0" timeOffset="117309.296">20264 3130 1396 0,'0'0'40'0,"0"0"8"0,0 0-39 0,0 0-9 0,0 0 0 0,0 0 0 16,0 0 87-16,0 0 15 0,0 0 3 0,0 0 1 0,0 0-9 15,-6 0-1-15,6 0-1 0,-6 3 0 16,3 0-51-16,-3 2-11 0,3 0-1 0,0 3-1 15,0 0-20-15,0 0-11 0,3 0 12 0,-3 5-12 0,3-5 0 0,-3 5 0 16,3-5 0-16,-2 3 0 0,2-1 0 0,0 1 0 16,2 2 0-16,-2-5 0 0,3 0 0 0,0 5 0 15,0-5-12-15,0-3 12 16,3 6-17-16,-3-6 2 0,3 3 1 0,0-5 0 0,0 0 14 0,-3-1-9 16,3-2 9-16,0 0-8 0,0 0 8 0,0-2 0 15,-3-1 0-15,3 0 0 0,0-2 8 0,-3 2-8 0,3-7 10 0,-3 4-10 16,0 1 25-16,0-3-1 0,0 3 0 0,0-3 0 15,0 0 7-15,-3 3 1 0,3-3 0 0,0 0 0 16,0 0-8-16,-3 3 0 0,3-3-1 0,0 0 0 16,0 5-12-16,-1-5-3 15,1 3 0-15,-3 2 0 0,3-2-8 0,-3 5 0 16,0 0 0-16,0 0 0 0,0 0 0 0,6 0-9 16,-6 0 9-16,3 3 0 0,0 2-11 0,-3 0 11 15,3 3-10-15,3 0 10 0,-3-5-8 0,0 5 8 0,0 2 0 0,0-2-9 16,3 0 9-16,0 3 0 0,0-1-9 0,0 1 9 15,3-1-14-15,-3 1 2 0,0-3 0 0,3 0 0 16,-3 0 12-16,0-3 0 0,3 0 0 0,-3 3 0 16,0-8 0-16,-1 0 0 0,1 0 0 0,-3 0 0 15,0-5 12-15,3 2 4 0,-3-2 2 0,0 3 0 16,0-6 24-16,0 5 5 0,0-5 1 0,0 0 0 16,0 0-9-16,0 0-2 0,0 0 0 0,0 0 0 15,0-5-21-15,0 5-5 0,0 0-1 0,0 0 0 0,0-5-10 16,0 5 0-16,0 0 9 0,0 0-9 0,0-2 0 15,0 2 0-15,0 0-10 0,0 0 10 16,0 5-59-16,0-7-5 0,3 7 0 0,-3-2-1 16,0 2-181-16,-3 3-36 15</inkml:trace>
  <inkml:trace contextRef="#ctx0" brushRef="#br0" timeOffset="117506.705">20633 3212 1666 0,'0'0'36'0,"0"0"8"0,0 0 2 0,0 0 2 0,0 0-39 0,0 0-9 16,6-5 0-16,0 2 0 0,0 3 77 0,0-2 14 0,0-1 2 0,0 0 1 16,3 3-27-16,-3-2-6 0,3-1-1 0,0 3 0 15,-3 0-25-15,3-5-6 0,0 2-1 16,-3 3 0-16,2 0-20 0,1-5-8 0,-3 5 0 0,3 0 9 16,-3-3-20-16,3 3-4 0,-3 0-1 0,-3 0 0 31,3 0-156-31,-6 0-31 0,0 0-6 0</inkml:trace>
  <inkml:trace contextRef="#ctx0" brushRef="#br0" timeOffset="117707.822">20639 3297 1209 0,'0'0'26'0,"0"0"6"0,0 0 0 0,0 0 4 0,0 0-36 0,0 0 0 0,0 0 0 0,6 0 0 15,-3-3 99-15,3 3 13 0,0-5 2 0,0 2 1 16,0 3-39-16,0-5-8 0,0 2-2 0,0 1 0 0,3-1-28 0,-3 0-6 16,3 1 0-16,0-1-1 0,-3 3-23 15,2-5-8-15,1 2 0 0,3-2-582 16,-3 2-121-16</inkml:trace>
  <inkml:trace contextRef="#ctx0" brushRef="#br0" timeOffset="117962.074">20952 3024 1749 0,'0'0'38'0,"0"0"8"0,-3-2 2 0,3 2 2 0,0 0-40 0,0 0-10 0,-3-6 0 0,3 6 0 0,0 0 91 0,0 0 16 0,0 0 3 0,0 0 1 16,0 0-30-16,0 0-5 0,0 0-2 0,-3 8 0 15,0-2-14-15,0 2-4 0,3 0 0 0,-3-1 0 16,3 4-12-16,0 0-4 0,0-3 0 0,-3 2 0 15,3 6-13-15,0-8-3 0,-3 3-1 0,3 2 0 16,-3 0-15-16,3-2-8 0,0 2 8 0,-3 0-8 16,3-5 0-16,0 5 0 0,0-2-12 0,-3-1 4 31,3 6-137-31,0-5-27 0,0-1-6 0</inkml:trace>
  <inkml:trace contextRef="#ctx0" brushRef="#br0" timeOffset="118762.919">21443 3649 1616 0,'0'0'36'0,"0"0"7"0,0 0 1 0,0 0 1 0,0 0-36 0,0 0-9 0,0 0 0 0,0 0 0 15,0 0 92-15,0 0 17 0,0 0 3 0,0 0 1 16,0 0-44-16,0 0-9 0,0 0-1 0,0 0-1 15,0 0-12-15,0 5-2 0,3 0-1 0,0 6 0 16,-3-3-14-16,3 0-2 0,0 0-1 0,0 5 0 16,-3-2-12-16,0-1-2 0,3 6-1 0,-3-3 0 15,0 6-11-15,0-3 8 0,0 2-8 0,0-2 8 16,0 0-8-16,0 0 0 0,0-3 0 0,0 3 0 16,0-5-31-16,-3 2-5 15,3-3 0-15,-3 1-1 0,3 0-89 0,-3-1-18 16,3-2-3-16,-6-3-770 0</inkml:trace>
  <inkml:trace contextRef="#ctx0" brushRef="#br0" timeOffset="119118.304">21434 3670 1537 0,'-6'-13'33'0,"6"13"7"0,-3-6 2 0,0 4 2 0,0-3-35 0,0 2-9 16,0-5 0-16,3 3 0 0,0-1 110 0,0 6 20 15,0 0 4-15,0-5 1 0,3 2-51 0,-3 3-9 16,3-2-3-16,3 2 0 0,0 0-21 0,0 0-5 16,0 0-1-16,0 2 0 0,3 1-16 0,0 0-3 15,0 2-1-15,0 0 0 0,3 1-13 0,-4-1-2 0,1 3-1 0,3-3 0 16,-3 3-9-16,3 3 0 0,-3-3 0 0,0 2 8 16,3 1-8-16,-3 2 0 0,0 0 0 0,0 3 0 15,-3-5 0-15,0 5 8 0,0 2-8 0,-4-7 0 16,1 7 0-16,0-7 0 0,-3 7 0 0,-3-7 0 15,0-1-23-15,-2 6 0 0,2-8 0 0,-6 3 0 16,3-1-1-16,-3-2 0 0,0 0 0 0,0-2 0 16,0 2 3-16,-3-3 0 0,3 0 0 0,-3 0 0 15,0-2 5-15,3 2 0 0,0-5 1 0,1 3 0 32,-1 0-15-32,0-3-3 0,3 0-1 0,0-3 0 15,0 3-38-15,0-3-7 0,3-2-1 0,-3 2-796 0</inkml:trace>
  <inkml:trace contextRef="#ctx0" brushRef="#br0" timeOffset="119368.462">21764 3723 1742 0,'0'0'38'0,"0"0"8"0,0 0 2 0,0-8 1 0,3 3-39 0,-3 2-10 15,0-5 0-15,3 5 0 0,-3-2 116 0,3 3 22 16,-3-1 4-16,0 3 1 0,3-5-56 0,-3 5-11 0,0-3-3 16,0 3 0-16,6-5-39 0,-6 5-8 15,0 0-2-15,0 0 0 16,3-3-24-16,-3 3 0 0,0 0 8 0,0 0-8 0,0 0-8 0,0 0-4 16,0 0-1-16,0 0 0 15,0 0-172-15,0 0-35 0,3 3-6 0</inkml:trace>
  <inkml:trace contextRef="#ctx0" brushRef="#br0" timeOffset="119593.053">21758 3932 1549 0,'0'0'44'0,"0"0"9"0,0 0-42 0,0 0-11 0,0 0 0 0,0 8 0 15,0-8 139-15,0 0 25 0,0 0 6 0,0 0 1 16,0 0-35-16,0 0-8 0,0 0 0 0,0 0-1 15,0 0-46-15,0 0-9 0,0 0-1 0,0 0-1 16,0 0-41-16,0 0-8 0,0 0-1 0,0 0-1 16,0 0-19-16,0 0 0 0,0 0 8 0,0 0-8 31,0 0-69-31,0 0-18 0,0 0-3 0,0 0-713 0,-3 3-142 0</inkml:trace>
  <inkml:trace contextRef="#ctx0" brushRef="#br0" timeOffset="122029.587">22053 3696 1522 0,'0'0'33'0,"0"0"7"0,0 0 2 0,0 0 2 0,0 0-36 0,0 0-8 0,0 0 0 0,0 0 0 15,-6 0 83-15,6 0 14 0,-6 0 3 0,0 3 1 16,6-3-37-16,-6 8-7 0,0 0-1 0,0-5-1 15,3 5-21-15,-3-3-4 0,4 3-1 0,-4 5 0 16,3-8-12-16,-3 6-2 0,3 2-1 0,0-5 0 16,0 3-14-16,0-1 11 0,3 1-11 0,0-1 10 15,-3 1-10-15,3 2 0 0,3-5 0 0,0 0 8 16,-3 0-8-16,3 0 0 0,3-3 0 0,-3 1 0 16,3 1 0-16,0-4 8 0,-1 0-8 0,4-1 0 15,0-2 15-15,0 0-3 0,0 0 0 0,3-2 0 16,0-4 12-16,0 4 3 0,-3-3 0 0,0-1 0 0,3 1 14 15,-3-3 3-15,-3 0 1 0,2 0 0 16,-2 0 5-16,-3 0 1 0,3-2 0 0,-6 2 0 0,3-3-23 16,0 3-4-16,-3-2 0 0,-3-1-1 0,3 3-7 15,-3-8-2-15,-3 6 0 0,3 2 0 16,-3-3-14-16,1 1 9 0,-4 2-9 0,3 0 8 0,-3 0-8 0,0 0 0 16,0 3-10-16,0-3 10 15,-3 5-27-15,3-2 1 0,0 2 0 0,-3-5 0 16,3 5-22-16,3 1-4 0,-3-1 0 0,3 3-1 15,6 0-140-15,-5 0-28 0,5 0-6 0</inkml:trace>
  <inkml:trace contextRef="#ctx0" brushRef="#br0" timeOffset="122417.394">22309 3644 1354 0,'0'0'38'0,"0"0"10"0,0 0-39 0,0 0-9 0,0-3 0 0,0 3 0 16,3-5 113-16,0-1 21 0,-3 6 4 0,3-2 1 15,-3 2-42-15,3-3-8 0,-3 3-1 0,6-3-1 16,-6 3-27-16,3-2-6 0,-3 2-1 0,0 0 0 16,0 0-15-16,0 0-3 0,6 0-1 0,-6 0 0 15,0 0-8-15,3 2-2 0,-3-2 0 0,3 8 0 16,-3-2-7-16,3 2-1 0,-3-3-1 0,0 3 0 15,0 0-7-15,0 5 0 0,0-5-8 0,-3 0 12 0,3 5-12 0,0-5 0 16,0 3 8-16,0 2-8 0,0 0 0 16,0-2 0-16,0-1 0 0,3 6 0 0,-3-5 0 0,0 2 0 15,3 0 0-15,-3 0 0 0,0-2 0 16,3 2 0-16,-3-2 0 0,0-1 0 16,3-2 0-16,-3 0 0 0,3 0 0 0,-3 0 0 0,3-3 0 0,-3 3 0 15,0-8-12-15,0 6 12 16,3-1-28-16,-3-5 2 0,0 0 0 0,0 0 0 15,0 0-29-15,0 0-5 0,0 0-2 0,0 0 0 16,0 0-129-16,3 3-25 0</inkml:trace>
  <inkml:trace contextRef="#ctx0" brushRef="#br0" timeOffset="123009.281">22619 3644 1681 0,'0'0'36'0,"0"0"8"0,0 0 2 0,0 0 2 0,0 0-38 0,0 0-10 16,0 0 0-16,0 0 0 0,0 0 104 0,0 0 18 16,0 0 4-16,0 0 1 0,0 0-45 0,0 0-9 0,0 0-1 0,0 0-1 15,0 0-27-15,0 0-4 0,0 0-2 0,0 0 0 16,0 0-9-16,0 0-1 0,0 5-1 0,-3 0 0 16,3 3-8-16,0 0-2 0,0 0 0 0,0 0 0 15,0-3-2-15,0 3-1 0,0 0 0 0,0 3 0 16,0-3-4-16,0 2-1 0,0 1 0 0,0-1 0 15,0-2 0-15,0 8 0 0,0-8 0 0,0 3 0 16,0-1 10-16,0 1 1 0,0-3 1 0,0 2 0 16,0 1-21-16,0 2 0 0,0-8 0 0,0 6 0 15,-3 2 0-15,3-7 0 0,0-1 0 0,0 3 0 16,-3 2 0-16,3-7 0 0,0-3 0 0,0 8 0 31,0-3-47-31,0 1-13 0,0-6-4 0,0 7 0 0,0-7-204 0,-3 8-42 16,-3 0-8-16,6-8-2 0</inkml:trace>
  <inkml:trace contextRef="#ctx0" brushRef="#br0" timeOffset="125150.245">21898 3178 1404 0,'0'0'31'0,"0"0"6"0,0 0 2 0,0 0 0 0,0 0-31 0,0 0-8 0,0 0 0 0,0 0 0 0,0 0 105 0,0 0 20 16,0 0 4-16,-3-3 1 0,0-5-34 0,0 6-6 15,3-1-2-15,-3-2 0 0,0 2-18 0,3-5-4 16,-3 3-1-16,1-3 0 0,-1 0-11 0,0 0-2 15,0 0-1-15,-3-3 0 0,3 1-11 0,-3-3-1 16,3-1-1-16,0 4 0 0,-3-6-19 0,3-3-4 16,0-2-1-16,-3 3 0 0,3-3-6 0,0 5 0 15,0-5-8-15,0-3 12 0,3 3-12 0,-3-9 0 16,3 4 8-16,0-6-8 0,0 0 0 16,3-2 0-16,-3 2 8 0,3-10-8 0,3 5 0 0,0 0 8 15,-3 5-8-15,6-8 0 0,-3 9 9 0,3-6-9 16,0 5 8-16,2-5-8 0,1 2 15 0,0-4-3 0,3 4 0 15,3-2 0-15,0 3-12 0,0 7 0 0,3-2 8 0,-1 3-8 16,4 2 0-16,0 3 0 0,0 5 0 0,3 0 0 16,-4-2 0-16,1 2 0 0,3 5 0 0,0-2 0 15,-3 0 0-15,2 5 0 0,4 0 0 0,0 0 0 16,-3 3 0-16,3 2 0 0,-1-2 0 0,-2 2 0 16,0 3 0-16,-3 0 0 0,3 0 0 0,-4 3 0 15,-2 2 0-15,0-2 0 0,0 5 0 0,-3 2 0 16,0-2 0-16,-1 0 0 0,1 0 0 0,-3 0 0 15,0 5 0-15,0-5 0 0,0 0 0 0,-3 5 0 16,0-2 0-16,0 2 0 0,-4 0 0 0,1 3 0 16,0 5 0-16,0-2 0 0,0 2 0 0,-3 5 0 0,3-2 0 0,-3 0 0 15,0 3 0-15,0-4 0 16,-3 1 0-16,0 3 0 0,0-6 0 0,0 3 0 0,-3-3 0 0,3 3-12 16,-3-3 12-16,-3 0-13 0,3 3 13 0,-6-3 0 15,3 3 0-15,-3 2 0 0,0 6 0 16,-3-8 0-16,3 5 0 0,-3-3 0 0,0-2 0 0,0 0 0 15,0-3 0-15,0 3 0 0,1-6 0 0,-1 1 0 16,0 0 0-16,0-4 0 0,3 1 0 0,-3 0 0 16,0 3 0-16,3-3 0 0,-3-3 0 0,3 3 0 15,0 0 0-15,0-3 0 16,3 3 0-16,-3-6 0 0,3 3 0 0,0 1 0 0,0-4 0 0,0 1-12 0,0-1 12 16,0-2-12-16,0 3-1 0,0-8 0 15,3 5 0-15,0-3 0 16,0-5-18-16,0 0-3 0,0 0-1 0,0 0 0 15,0 0-90-15,0 0-19 0,0 0-3 0,0 0-560 0,0 0-112 0</inkml:trace>
  <inkml:trace contextRef="#ctx0" brushRef="#br0" timeOffset="125600.932">22500 2884 1638 0,'0'0'36'0,"0"0"7"0,0 0 1 0,-9 0 3 15,9 0-38-15,0 0-9 0,0 0 0 0,0 0 0 16,0 0 111-16,0 0 20 0,0 0 4 0,0 0 1 0,0 0-44 0,0 0-9 16,0 0-2-16,0 0 0 0,0 0-65 0,0 0-16 15,0 0 0-15,0 0 0 0,0 0 55 0,0 0 7 16,3 5 2-16,0 3 0 0,0-2-52 0,0 2-12 15,0 2 0-15,0 1 0 16,3-1-48-16,-4 1-13 0,1 0-3 0,3 2 0 0,-3-5 103 0,3 2 20 16,0 1 4-16,0-1 1 15,0 1-80-15,0-3-15 0,0 0-3 16,0 0-1-16,0 0 35 0,0-6 0 0,3 4 0 0,-3-1 0 0,3 3 0 0,-3-8 14 16,0 0-4-16,3 0-1 0,-3 0 26 0,2 0 5 15,1 0 0-15,0-5 1 0,0 2 5 0,0 3 1 16,0-8 0-16,0 3 0 0,3-1-32 0,-3-1-7 15,0-1 0-15,0 0-8 0,0 0 0 0,3 0 0 0,-3-5-10 0,2 2 10 16,1-2 0-16,-3 5 0 0,3-8 0 0,-3 5 0 31,3 1-59-31,-3-1-4 0,0 3-1 0,0-2 0 16,0 2-153-16,-3 0-31 0,3 2-7 0,-3-1-1 0</inkml:trace>
  <inkml:trace contextRef="#ctx0" brushRef="#br0" timeOffset="126557.607">22666 1641 2196 0,'0'0'48'0,"0"0"11"0,0-6 1 0,3 4 1 0,-3-6-49 0,0-3-12 0,3 8 0 0,-3-5 0 16,0 1 99-16,3 1 17 0,-3-2 3 0,0 0 1 0,0 0-50 15,0 3-10-15,0 2-1 0,0-2-1 0,0 5-28 0,0-5-6 16,0 5 0-16,0 0-1 0,0 0-15 0,0 0-8 15,0 0 10-15,0 0-10 0,0 0 0 0,0 0 0 16,-3 5 0-16,0 3 0 0,0 0 0 0,3 5 0 16,0-5-9-16,-3 5 9 0,3-5-8 0,0 6 8 15,3-4 0-15,-3 3-9 16,3 1-2-16,3-4 0 0,-3 4 0 0,3-1 0 16,0-5-9-16,0 2-3 0,3-2 0 0,0 3 0 0,-3-3 8 0,3-6 2 15,0 4 0-15,-3-4 0 0,3 4 13 0,-3-6 0 16,3 0 0-16,-4 0-9 0,4-6 9 0,-3 4 0 15,3-6 0-15,-3 2 0 0,0 4 0 0,0-9 9 16,-3 3-9-16,3 0 0 0,-3 0 10 0,3 0-10 16,-3 1 8-16,0-1-8 0,0 0 11 0,0 0-3 0,0 2-8 0,0-2 12 15,0 1-4-15,0 1-8 0,0 4 11 16,0-4-11-16,0 4 0 0,-3 2 0 0,6 0 0 16,-6 0 0-16,6-6 0 0,0 6-9 0,-3 6 9 0,3-6-8 15,-1 2 8-15,1 4 0 0,0 2 0 0,3-6 0 16,0 3 0-16,0 3-13 0,0-2 5 0,0 2 8 15,3 0-8-15,-3-6 8 0,0 6 0 0,3-3 0 16,-3 1 0-16,-3-4 0 0,3 4 0 0,-1-6 0 16,1 2 0-16,-3-2 0 0,0-2 0 0,0 2 0 15,0 0 19-15,0 0 1 0,0-6 1 0,-3 4 0 16,0-4 12-16,3-1 3 0,-3 1 0 0,0-2 0 16,0 6 3-16,0-6 1 0,0-3 0 0,0 8 0 15,0-4-40-15,0-1 0 0,0 0 0 0,0-3 0 16,0 3 0-16,0 0 0 0,0 0 0 0,0 0 0 15,0-5 0-15,0 5 0 0,0 0-10 0,0 0 10 16,0 3-86-16,0-3-10 0,0 5-3 0,0-5 0 16,-1 3-99-16,4 5-20 0,-3-5-4 0</inkml:trace>
  <inkml:trace contextRef="#ctx0" brushRef="#br0" timeOffset="126787.805">23256 1625 1954 0,'0'0'43'0,"0"0"9"0,0 0 1 0,0 0 3 0,0 0-45 0,0 0-11 0,0 0 0 0,3 0 0 16,3 0 97-16,0-6 18 0,2 6 3 0,-2-5 1 16,6 5-38-16,-3-3-7 0,3 3-2 0,-3-5 0 15,6 2-21-15,-3 3-5 0,0-5-1 0,0 3 0 16,-3 2-22-16,3-6-5 0,-1 4-1 0,-2-4 0 16,0 1-17-16,3 2 10 0,-3 3-10 0,0-5 8 15,0 5-8-15,0-3 0 0,0-2 0 0,0 5 0 31,-3-3-49-31,3 3-12 0,-3 0-3 0,0 3 0 0,0-3-102 16,-3 5-21-16,2-5-4 0,-5 0-1 0</inkml:trace>
  <inkml:trace contextRef="#ctx0" brushRef="#br0" timeOffset="126995.985">23372 1744 1497 0,'0'0'32'0,"-9"0"8"0,3 2 0 0,0 4 4 0,6-6-36 0,0 0-8 0,0 0 0 0,0 0 0 0,0 0 136 0,0 0 24 15,0 0 6-15,0 0 1 0,0 0-72 0,6 0-15 16,0 0-2-16,0 0-1 0,0 0-8 0,3-6-1 16,-3 4-1-16,3 2 0 0,-1-6-47 0,1 4-8 15,0 2-3-15,0-6 0 0,0 1 44 0,0 3 9 16,0-6 2-16,0 2 0 0,3 4-52 0,0-4-12 16,0-2 0-16,0 3 0 15,0 3-202-15,2-6-43 0,1 0-9 0</inkml:trace>
  <inkml:trace contextRef="#ctx0" brushRef="#br0" timeOffset="127381.211">23791 1558 1958 0,'0'0'43'0,"0"0"9"0,0 0 1 0,0 0 3 0,-5-5-45 0,-1 5-11 0,6 0 0 0,0 0 0 16,-6 0 104-16,6 0 20 0,0 0 3 0,0 0 1 15,-3 5-52-15,0-2-9 0,0 2-3 0,0 3 0 16,3 0-51-16,-3-2-13 0,3 2 0 0,0-1 0 15,0 1 0-15,0 0 0 0,0 0 0 0,3 6 0 16,0-7 0-16,-3 7 0 0,3-6 0 0,0 2 0 16,3 3 0-16,-3-5 0 0,3 6 0 0,-1-4 0 15,1 1 0-15,3-3 0 0,-3 0 0 0,0 0 0 16,0-3 0-16,3-2 0 0,-3 2 0 0,0-5 0 16,3 0 0-16,-3 0 0 0,3 0 0 0,0 0 0 15,0-5 0-15,0 2 0 0,0-2 0 0,0-3 0 16,-1 2 54-16,1-2 8 0,-3 0 2 0,3 1 0 15,0-1-52-15,-3 0-12 0,0-6 0 0,0 7 0 16,0-7 34-16,-3 4 4 0,0-1 1 0,0 1 0 0,0 2-22 0,0-6-4 16,-3 6-1-16,-3-5 0 0,3 3-4 0,-3-4-8 15,-3 6 11-15,0-5-11 0,0 0 9 0,-3 2-9 16,0 3 0-16,-3-2 9 16,0-1-9-16,0 3 8 0,-2 0-8 0,-1 3 8 15,-3-3-108-15,-3 3-23 0,-3 2-4 0,-3 3-717 0,1 3-144 16</inkml:trace>
  <inkml:trace contextRef="#ctx0" brushRef="#br0" timeOffset="140815.569">22261 4408 1130 0,'0'0'24'0,"0"0"6"0,0 0 1 0,0 0 1 0,0 0-32 0,0 0 0 15,0 0 0-15,0 0 0 0,-2-5 97 0,2 5 13 0,0 0 2 0,0 0 1 16,-3-3-18-16,3 3-4 0,-3-5-1 0,3 5 0 16,0 0-18-16,0 0-4 0,0 0-1 0,0 0 0 15,0 0-11-15,0 0-3 0,0 0 0 0,0 0 0 16,0 0-2-16,0 0-1 0,0 0 0 0,0 0 0 15,0 0-12-15,0 0-2 0,0 0-1 0,0 0 0 16,0 0-9-16,0 0-2 0,0 0 0 0,-6 3 0 16,6-3-8-16,-6 2-1 0,3 4-1 0,0-1 0 15,3-5-6-15,-3 8 0 0,0-3-8 0,3 0 12 16,-3 3-12-16,3 0 11 0,0-5-11 0,-3 5 10 16,3 0-10-16,0 0 0 0,0 2 0 0,0 1 8 15,0-1-8-15,0 1 0 0,0 5 0 0,0-3 0 16,0 3 0-16,0 3 0 0,0 2 0 0,0 3 0 15,3-3 0-15,-3 0 0 0,3 3 0 0,0 2 0 16,0-5 8-16,0 1-8 0,0-1 12 0,-3 0-4 16,3-3 4-16,0 4 1 0,-3-7 0 0,3 7 0 0,0-1 1 15,-3 3 0-15,3 2 0 0,-3 3 0 16,0 0-1-16,3 0 0 0,-3-2 0 0,0 2 0 0,0-3-3 16,0-4-1-16,0-1 0 0,0 0 0 15,0 0-31-15,-3-2-6 0,3-4-2 0,0 1 0 16,-3 0 75-16,3 0 15 0,0-3 4 0,-3 3 0 0,3 0-52 15,-3 0-12-15,3 0 0 0,-3 0 0 16,3 0 0-16,0-1 0 0,-3 1 0 0,3 0 0 0,-3-3 0 0,3 1 0 16,0-4 0-16,-3 3 0 0,3-2 0 0,0-3-15 15,0 0 3-15,0 0 1 0,0 0 11 0,-3-3 16 16,3 0-4-16,0-5-1 16,0 0-163-16,0 0-32 0,0 0-6 0,-3 8-1000 0</inkml:trace>
  <inkml:trace contextRef="#ctx0" brushRef="#br0" timeOffset="141605.37">22026 5464 1558 0,'0'0'34'0,"0"0"7"0,0 0 2 0,0 0 1 0,3-8-35 0,-3 8-9 0,0-3 0 0,0 3 0 16,3-5 94-16,0 0 17 0,-3 5 3 0,3-3 1 15,-3 3-48-15,3-2-10 0,-3 2-1 0,0 0-1 16,6 0-17-16,-3 0-3 0,3 2-1 0,0 1 0 16,-3-1-11-16,3 4-3 0,0-1 0 0,0 3 0 0,0-3-5 15,0 3-2-15,0 3 0 0,0-1 0 16,0 1-13-16,0 0 8 0,0-4-8 0,0 7 0 0,-1-6 0 16,4 2 0-16,-3-2 0 0,0 3 0 0,3-3 0 15,-3 2 8-15,3-2-8 0,-3 0 0 0,0 0 0 16,-3-3 0-16,6 1 0 0,-6-4 0 0,3 4 0 15,0-4 0-15,-3 1 8 0,3 0-8 0,0-3 19 16,-3 0 1-16,3 0 0 0,0-3 0 16,0 3 9-16,-1 0 3 0,1-5 0 0,0 2 0 0,3 0-4 0,-3 1 0 15,3-4 0-15,-3 1 0 0,3 0-15 0,0 0-3 0,0-3-1 16,-3 2 0-16,3-2-9 0,0 0 0 16,0-2 0-16,0-1 8 0,0-2-8 0,2 2 0 0,-2-2 0 15,0 0 0 1,0-3-100-16,-3 6-20 0,3-4-3 0,0 1-978 0</inkml:trace>
  <inkml:trace contextRef="#ctx0" brushRef="#br0" timeOffset="142513.407">22568 4781 1940 0,'0'0'43'0,"0"0"9"0,0-8 1 0,0 6 1 0,3-4-43 0,-3 4-11 0,3-6 0 0,-3 3 0 15,3-1 97-15,-3 6 18 0,0-2 3 0,0 2 1 16,0 0-62-16,0 0-12 0,0 0-2 0,0 0-1 15,0 0-28-15,0 0-6 0,0 0 0 0,3 8-8 16,-3 5 8-16,0-5-8 0,0 2 0 0,3 4 0 16,-3-1 0-16,3 0 0 0,-3 3 0 0,3-3 0 15,0 0 0-15,-3 1 0 0,3-4 0 0,3 6 0 16,-3-3 0-16,0 0 0 0,3-2 0 0,0 2 0 16,-3-5 0-16,3 3-11 0,0-3 11 0,0 0-13 15,-1-6 13-15,-2 4-9 0,3-4 9 0,0-2-8 16,-3 0 8-16,3-2 0 0,-3-1 0 0,0-2 0 15,3-1 0-15,-3 1 9 0,3-5-9 0,-3 2 0 16,3 0 13-16,-3 0-4 0,3-3-1 0,-3 3 0 0,0-2 2 16,3 2 0-16,-3-3 0 0,0 3 0 0,0 0-2 0,0 3 0 15,0-6 0-15,0 3 0 0,0 3-8 0,0-3 8 16,-3 6-8-16,0 2 8 0,3-3-8 0,-3 3 0 16,0 0 0-16,0 0 0 0,0 0-11 0,6 0 11 0,-3 0-8 15,0 5 8-15,3-2-9 0,-3 2 9 0,2 0-10 0,-2 3 10 16,3 3 0-16,0-8 0 0,0 5-8 0,3-1 8 15,-3 1 0-15,3 3 0 0,0-6 0 0,0 1 0 16,0 1 0-16,0-1 0 0,-3-1 0 0,3-2 0 16,0-1 0-16,-3 1 0 0,0 0 0 0,0-3 0 15,2 0 12-15,-2-3 4 0,0 0 2 0,0 1 0 16,0-1-18-16,-3-5 0 0,3 3 0 0,-3 0 0 16,0-1 55-16,0 1 7 0,3-6 2 0,-3 6 0 15,0-3-52-15,3 0-12 0,-3 3 0 16,0-6 0-16,3 1 0 0,-3 2 0 0,3 0 0 0,-3-3 0 15,0-2 0-15,3 5 0 0,-3 3 0 0,3-6 0 32,0 6-202-32,0 0-43 0,0-1-9 0,-6 6-2 0</inkml:trace>
  <inkml:trace contextRef="#ctx0" brushRef="#br0" timeOffset="142738.284">23154 4866 1958 0,'0'0'43'0,"0"0"9"0,6-3 1 0,0 1 3 0,0-1-45 0,3 0-11 16,0 1 0-16,0-1 0 0,3 0 104 0,-3 1 20 15,3-1 3-15,3 1 1 0,-3-1-52 0,-3 3-9 16,2-8-3-16,1 5 0 0,-3 3-52 0,0-2-12 0,3-1 0 0,-3 0 0 16,3 1 0-16,-3-1 0 0,0 3 0 0,0-3 0 15,-3 3 0-15,3 0-14 16,-3 0 2-16,0 3 1 15,0-3-122-15,-3 3-25 0,2-1-5 0,-5-2-833 0</inkml:trace>
  <inkml:trace contextRef="#ctx0" brushRef="#br0" timeOffset="142947.412">23190 4969 1403 0,'0'0'40'0,"0"0"8"0,0 0-38 0,0 0-10 0,0 0 0 0,0 0 0 15,0 0 85-15,6-2 15 0,0 2 4 0,0 0 0 16,0-3 7-16,3 0 1 0,0 1 1 0,0 2 0 16,3-3-27-16,-3 0-6 0,0 1 0 0,-1 2-1 15,1-3-12-15,0 0-3 0,0 3 0 0,0-2 0 16,0-1-51-16,0 3-13 0,0 0 0 0,3-5 0 16,-3 2-21-16,0 0-7 0,0-2-2 0,3 3-737 15,-3-1-147-15</inkml:trace>
  <inkml:trace contextRef="#ctx0" brushRef="#br0" timeOffset="143214.567">23604 4739 1764 0,'0'0'39'0,"0"0"8"0,0 0 1 0,-3-3 1 0,3 1-39 0,0 2-10 0,0-8 0 0,0 8 0 16,0 0 110-16,0 0 20 0,0 0 4 0,0 0 1 15,0 0-55-15,0 0-10 0,0 0-2 0,0 0-1 16,3 8-20-16,0-6-4 0,3 6-1 0,-3 0 0 15,0 3-10-15,0-3-3 0,0-3 0 0,-3 6 0 16,0 2-7-16,0-8-2 0,0 6 0 0,0-1 0 16,0 1-2-16,0-1-1 0,0 1 0 0,0 0 0 15,0-1-17-15,0 3-12 16,0-2 1-16,0 2 1 0,0 3 10 0,0-3 0 0,-3 3 0 0,3 0 0 31,0-3-45-31,-3 1-7 0,3 1-2 0,0-1 0 16,-3-1-110-16,3 0-23 0,0-2-4 0,0-1-1 0</inkml:trace>
  <inkml:trace contextRef="#ctx0" brushRef="#br0" timeOffset="143810.007">22235 4228 1785 0,'0'0'39'0,"0"0"8"0,0 0 1 0,0 0 4 0,-3-5-42 15,3 5-10-15,-6-3 0 0,6 3 0 0,0 0 86 16,0 0 15-16,-3-5 3 0,3 5 1 0,0 0-34 0,0 0-7 15,0 0-2-15,0 0 0 0,0 0-26 0,0 0-6 16,0 0-1-16,0 0 0 0,0 0-16 0,0 0-3 16,0 8-1-16,0-3 0 0,0 6-9 0,3-3 0 15,-3 0 0-15,0 2 8 0,3 1-21 0,0 0-5 16,-3 2-1-16,3 0 0 16,0 0-193-16,-3 3-40 0</inkml:trace>
  <inkml:trace contextRef="#ctx0" brushRef="#br0" timeOffset="145669.963">22669 5826 1314 0,'0'0'28'0,"0"0"7"0,0 0 1 0,-3-5 1 0,0 3-29 0,3-4-8 0,0 6 0 0,-3-2 0 15,0-4 98-15,0 1 18 0,0 2 4 0,0 1 1 0,3 2-41 0,-6-6-9 16,4 4-2-16,-4-1 0 0,6 3-29 0,0 0-7 16,-6-2-1-16,0-1 0 0,6 3-4 0,-6-3-2 15,-3 1 0-15,3 2 0 0,-3 0-4 0,3-3-1 16,0 3 0-16,-3 0 0 0,3-3-5 0,-3 1-2 16,3 2 0-16,-3-3 0 0,3 0-4 0,-3 1-1 15,0-1 0-15,1 0 0 0,-4 1 3 0,0-1 1 16,0-2 0-16,0 2 0 0,-3-2 3 0,0 2 0 15,0-2 0-15,-3 2 0 0,1-2 10 0,-1 2 2 16,0 3 1-16,0-5 0 0,0 2-11 0,3 1-2 16,-3 2-1-16,1-3 0 0,2 0-7 0,0 1-8 15,0 2 11-15,0-3-11 0,0 1 10 0,0-1-10 16,0 0 8-16,-3 1-8 0,4-1 8 0,-1 3-8 0,-3-3 0 16,0 3 8-16,0-2-8 0,3 4 0 0,-3-2 0 0,1 0 0 15,-1 3 0-15,3-3 0 0,-3 3 0 0,0-1 0 16,3 1 0-16,-3 2 0 0,3-2 0 0,1 2 0 15,-1 0 0-15,3 3 0 0,-3-5 0 0,0 2 0 16,-3 1 0-16,3-1 0 0,0-2 0 0,-2 2 0 16,-1 0 0-16,0 3 0 0,0-3 0 0,0 1 0 15,-3 2 0-15,-3 0 0 0,4-1 0 0,-4 4 0 16,0 0 0-16,3-1 0 0,-3 3 0 0,3 1 0 16,1-1 0-16,-1 0 0 0,3-2 0 0,0 2 0 15,0 0 0-15,0-2 0 0,1 2 0 0,2 0 0 16,-3-2 0-16,3 2 0 0,-3-2 0 0,3-1 0 15,0 3 0-15,0-2 0 0,0-3-12 0,1 3 12 16,-1-1-8-16,3-2 8 0,0 0 0 0,0 3 0 16,0-3 0-16,3-1 0 0,0 4 0 0,0 0 0 0,0-3 0 15,0 2 0-15,4 1 0 0,-4 2 0 16,3 0 0-16,3 0 0 0,-3 3 0 0,3 0 0 0,0 0 0 16,0 0 0-16,0 2 0 0,3 1 0 0,-3-3 0 0,3 0 0 15,0 2 0-15,3-2 0 0,-3 0 0 0,3 0 0 16,0-3 0-16,0 0 0 0,3 1-12 0,0-1 3 15,0 0 0-15,3 0 0 0,-1-2 9 0,1-3 12 0,3 2-2 16,-3 1-1-16,3 0-9 0,0-1 0 0,3 3 0 0,-3-2 0 16,0 2 0-16,3 0 0 0,-1 3 0 0,-2-3 0 15,3 3 0-15,-3-2 0 0,3 1 0 16,0-1 0-16,3 2 0 0,-3-6-16 0,0 3 4 16,2 1 1-16,1-1 11 0,0-3 16 0,3 1-4 0,3 0-1 15,0-1-11-15,2 1 0 0,4-3 0 0,3 2 0 16,0-2 0-16,-4 0 0 0,4-3 0 0,0 3 0 15,-3 0 0-15,2-2-12 0,-2-1 2 16,6-2 1-16,0 2 9 0,-1-3 12 0,1 1-2 0,3 0-1 16,-4-1-9-16,1 1 0 0,0-3 0 0,0 3 0 15,-7-3 0-15,4 0-12 0,0 0 2 0,0-3 1 16,-1 3 9-16,4-3 12 0,-3 1-2 0,3 2-1 16,-4-3-9-16,-2 0 0 0,0 1 0 0,-3-1 0 15,-1 1 0-15,1-4 0 0,-6 1 0 0,3 0 0 16,0-1 0-16,-1 4 0 0,1-6 0 0,0 3 0 15,3-1 0-15,-3-2 0 0,2 0 0 0,-2 0 0 0,0 0 0 16,0-2 0-16,-3-1 0 0,3 1 0 0,-7-4 0 16,4 4 0-16,-3-3 0 0,0-1 0 0,0 4 0 0,0-3 0 15,-3-1 0-15,-1-1 0 16,1 1 53-16,0 1 9 0,0-3 2 0,0 3 0 0,0 0-52 16,-3 2-12-16,3-2 0 0,0 2 0 0,-4 1 8 0,1 2 0 15,-3 0-8-15,0-3 12 0,3 3 4 0,-3-2 0 16,-3 2 0-16,3-3 0 0,0 1-4 0,-3-1-1 15,0 0 0-15,0 1 0 0,-3-3-1 0,3-1 0 16,-3-1 0-16,0-1 0 0,3 0-2 0,-3 0-8 0,0-3 12 16,-1 1-4-16,1-1 0 0,-3 1-8 15,0-1 12-15,0 3-4 0,0 1-8 0,0-1 12 16,0 2-12-16,-3 1 12 0,3 0-12 0,-2 2 12 16,-4 1-12-16,3 2 12 0,-3-3-12 0,3 3 8 0,-3 0-8 0,0-2 8 15,0 2-8-15,-3-3 0 0,3 3 9 0,-3 0-9 16,0-2 0-16,0-1 9 0,0 1-9 0,-3-1 0 15,3 1 0-15,-3-1-19 0,1 0 3 0,-1-2 0 16,0 0 16-16,0 2 0 0,0-2 0 0,0 0 0 16,0 2 0-16,3-2 0 0,-3 2 0 0,0 1 0 15,0-1 0-15,1 1 0 0,-1-1 0 0,0 3 0 16,-3-2 0-16,3-1 0 0,-3 3 0 0,0-2 0 16,0 2 8-16,0 0 6 0,-2 0 1 0,-1 0 0 15,0 0-15-15,0 3 0 0,-3-1 0 0,0 1 0 16,3 0 0-16,-2 2-12 0,2 0 12 0,-3 3-10 15,3 0 2-15,0 0 0 0,0-5 0 0,0 5 0 16,4-3-8-16,-1 3-2 0,-3-2 0 0,0 2 0 16,0-3-22-16,3 0-5 0,-3 1-1 0,1 2 0 15,-4-5-14 1,3 5-4-16,0-3 0 0,0 3 0 0,0 0-118 0,3 0-24 0,-2 0-5 0</inkml:trace>
  <inkml:trace contextRef="#ctx0" brushRef="#br0" timeOffset="146436.86">21339 6213 1623 0,'0'0'36'0,"0"0"7"0,0 0 1 0,0 0 2 0,0 0-37 0,0 0-9 0,0 0 0 0,0 0 0 16,0 0 90-16,0 0 16 15,0 0 3-15,0 0 1 0,0 0-58 0,3 2-11 0,3 6-2 0,-3 0-1 16,0 0-18-16,-3 3-3 16,3-3-1-16,0 5 0 0,-3-2-16 0,3 2 0 0,-3-3 0 0,3 4 0 15,-3-1 0-15,0-3 0 0,3 1 0 0,-3 0 0 16,0-1 8-16,0-2-8 0,0 0 12 0,0 3-12 15,0-6 0-15,0 3 0 0,0-5 0 0,0-3 0 16,0 0 0-16,0 0 0 0,0 0 8 0,0 0-8 16,0 0 24-16,0 0 0 0,0 0 1 0,0 0 0 15,0 0 11-15,0 0 3 0,0 0 0 0,-3-3 0 16,0-5 1-16,0 3 1 0,3-3 0 0,-3-3 0 16,3 1-10-16,0-1-3 0,0-2 0 0,0-3 0 15,0 3-10-15,0-3-2 0,0 0-1 0,3 0 0 16,-3 0-7-16,3 0-8 0,0 3 11 0,0 0-11 15,2 0 9-15,-2-1-9 0,0 4 0 0,3-3 9 16,-3 5-9-16,3-3 0 0,0 3 0 0,0 0 0 16,-3 3 0-16,6 0 0 0,-3-1 0 0,6 1 0 15,-3 0 0-15,0-1 0 0,0 4-10 0,0-1 10 16,0 0-48-16,3 1-4 0,-4-1-1 0,1 3 0 16,-3 0-171-16,0-2-33 0</inkml:trace>
  <inkml:trace contextRef="#ctx0" brushRef="#br0" timeOffset="146671.676">21383 6250 1466 0,'0'0'41'0,"0"0"11"0,0 0-42 0,0 0-10 0,0 0 0 0,0 0 0 15,0 0 119-15,3-3 21 0,3 1 5 0,0-1 1 16,0 0-48-16,0 1-10 0,3-1-1 0,-3 0-1 15,3 1-30-15,0-4-5 0,-3 4-2 0,3-1 0 16,0 0-31-16,0 1-6 0,3-1-2 0,-3 1 0 16,-1 2-10-16,4-3 0 0,-3 3 9 0,0 0-9 31,0 0-30-31,0 3-10 0,-3-3-3 0,0 5 0 16,-3-3-186-16,3 1-38 0</inkml:trace>
  <inkml:trace contextRef="#ctx0" brushRef="#br0" timeOffset="146933.487">21401 6462 1486 0,'0'0'32'0,"0"0"8"0,0 0 0 0,0 0 3 0,0 0-35 0,0 0-8 0,0 0 0 0,0 0 0 0,6 2 100 0,-3-4 17 15,-3 2 4-15,6 0 1 0,-3-3-43 0,3 3-9 16,0 0-2-16,0-3 0 0,0 3-18 0,0-2-4 15,0-1-1-15,0 3 0 0,3-3-18 0,-3 1-4 16,3 2-1-16,-3-3 0 0,2 3-14 0,1 0-8 0,0-3 8 16,0 1-8-16,0 2 8 0,0-3-8 15,0 0 10-15,0 1-10 0,0 2 0 0,0-3 0 16,0 0 0-16,-3 1 0 16,3 2-128-16,0-5-23 0,0 2-4 0</inkml:trace>
  <inkml:trace contextRef="#ctx0" brushRef="#br0" timeOffset="147180.248">21776 6165 1661 0,'0'0'47'0,"0"0"10"0,0 0-45 0,0-2-12 0,0-4 0 0,0 1 0 15,0 5 136-15,0-5 26 0,0-1 5 0,0 6 1 16,0 0-72-16,0 0-13 0,3-5-3 0,-3 5-1 0,0 0-42 0,0 0-8 16,0 0-1-16,0 0-1 15,0-3-27-15,0 3 0 0,0 0 0 0,0 0 0 16,0 0 0-16,0 0 0 0,0 0 0 0,0 0 0 16,6 0-52-16,-6 0-5 0,3 6-2 0,0-4-669 15,-3-2-135-15</inkml:trace>
  <inkml:trace contextRef="#ctx0" brushRef="#br0" timeOffset="147419.419">21791 6440 2062 0,'0'0'45'0,"0"0"10"0,0 0 1 0,0 0 3 0,0 0-47 0,0 0-12 0,0 0 0 0,0 0 0 15,0 0 113-15,0 0 21 0,0 0 4 0,0 0 1 16,0 0-68-16,0 0-14 0,0 0-2 0,0 0-1 16,0 0-33-16,0 0-6 0,0 0-2 0,0 0 0 15,0 0-13-15,0 0 0 0,0 0 0 16,6 3 0 0,-3 2-58-16,-3-5-18 0,0 0-3 0,0 0-705 0,3 6-140 0</inkml:trace>
  <inkml:trace contextRef="#ctx0" brushRef="#br0" timeOffset="149500.652">22136 6149 1220 0,'0'0'34'0,"0"0"9"0,0 0-35 0,0 0-8 0,0 0 0 0,0 0 0 16,0 0 109-16,0 0 20 16,0-2 4-16,0 2 1 0,0-6-16 0,0 6-3 0,0-5-1 0,0 5 0 15,0-8-15-15,0 5-3 0,0 3-1 0,0 0 0 16,0-5-13-16,0 5-2 0,0 0-1 0,0 0 0 16,0 0-23-16,0 0-5 0,0 0-1 0,0 0 0 15,0 0-17-15,0 0-3 0,0 0-1 0,0 0 0 16,0 0-13-16,0 0-4 0,0 0 0 0,0 0 0 15,0 5-3-15,3 1-1 0,-3 2 0 0,0 0 0 16,3 0-8-16,-3 0 8 0,0 2-8 0,0 1 8 16,0-1-8-16,0 4 0 0,3-1 0 0,-3-3 0 15,0 4 0-15,0-1 0 0,0 0 0 0,0 0 8 16,0 0-8-16,-3-2 0 0,3 0 0 0,0 2 0 16,0-5 0-16,0 2 0 0,0-2 8 0,0 0-8 15,-3 0 0-15,3 0 0 0,0 0 0 0,-3-3 0 16,1 1 0-16,2-1 0 0,0-5-10 0,0 5 10 15,0-5-28-15,0 0 0 0,0 6 0 0,0-6 0 16,0 0-30-16,0 0-6 0,0 0 0 0,0 0-1 16,0 0-82-16,0 0-16 0,0 0-3 0,0 0-542 15,2 0-109-15</inkml:trace>
  <inkml:trace contextRef="#ctx0" brushRef="#br0" timeOffset="150112.042">22360 6170 1724 0,'0'0'38'0,"0"0"8"0,0 0 2 0,0 0 0 0,0 0-39 0,0 0-9 0,0 0 0 0,0 0 0 15,0 0 79-15,0 0 13 0,0 0 4 0,0 0 0 16,-6 3-26-16,0 0-5 0,0-1-1 0,3 4 0 15,-3-4-17-15,3 6-4 0,-3-2-1 0,0 2 0 16,3 2-18-16,-3-2-4 0,3 3-1 0,0-1 0 16,0 1-10-16,0-1-1 0,0 1-8 0,0 2 12 15,3-2-12-15,0-1 0 0,0 1 8 0,0 0-8 16,0-4 0-16,0 4 0 0,3-3 0 0,0 0 0 16,0 0 0-16,0 0 0 0,3-3 0 0,-3 3 0 15,3-5 8-15,0 2-8 0,0 0 0 0,0-2 0 16,0 0 0-16,3 2 8 0,-3-5-8 0,3 0 0 15,0 2 0-15,0-2 0 0,-1-2 0 0,1 2 0 16,0-3 0-16,0 1 11 0,0-1-11 0,-3-2 10 0,3 2 2 0,0-2 0 16,-3 2 0-16,3-2 0 0,-3-3 5 0,0 3 2 15,0-3 0-15,0 0 0 0,0 0 5 16,0 0 2-16,-3-3 0 0,0 1 0 0,3-1-11 16,-4 0-3-16,-2 1 0 0,3-1 0 0,0 1 0 0,-3 2 0 15,3-3 0-15,-3 1 0 0,0 2-12 0,0-3 9 16,0 3-9-16,0 0 8 0,0 0-8 0,0 0 8 15,-3 0-8-15,0 3 8 0,3-3-8 0,-3 0 0 16,1 3 0-16,-4 0 0 0,3-1 0 0,0 4 8 0,0-4-8 0,-3 4 8 16,0-1-8-16,3 0 0 0,-3 1 0 0,0-1 0 15,0 3 0-15,0-3-9 0,0 3 9 0,-3 0-13 16,3 0-3-16,-3 0 0 0,3 0 0 0,-3 0 0 16,3 3-7-16,0-3-1 0,-3 3-1 0,3-1 0 31,1-2-8-31,-1 3-2 0,0 0 0 0,0-3 0 15,6 0-15-15,-6 2-3 0,0 4-1 0,0-4 0 16,6-2-27-16,-6 6-6 0,6-6-1 0,-3 2 0 16,3-2-144-16,0 0-28 0</inkml:trace>
  <inkml:trace contextRef="#ctx0" brushRef="#br0" timeOffset="150701.123">22803 6110 1314 0,'0'0'37'16,"0"0"8"-16,0 0-36 0,0 0-9 0,0 0 0 0,0 0 0 0,0 0 156 0,0 0 28 0,0 0 7 0,0 0 1 15,0 0-72-15,0 0-13 0,0 0-3 0,0 0-1 16,-6 2-11-16,6-2-3 0,-6 0 0 0,6 0 0 16,-6 6-71-16,3-4-18 0,0 3 0 0,-3-2 0 15,3 2 0-15,-2 1 0 0,2-1 0 0,0 3 0 16,0-3 0-16,0 3 0 0,0 3 0 0,0-1 0 16,0-2 0-16,0 6 0 0,3-4 0 0,0 1 0 15,-3 2 0-15,3-3 0 0,0 4 0 0,0-1 0 16,0-2 0-16,3-1 0 0,-3 1 0 0,3-3 0 15,0 2 0-15,0-2 0 0,0 0 0 0,3 0 0 16,-3 0 17-16,0 0 0 0,2-5 0 0,1 2 0 16,0 0-17-16,0-2 0 0,0-1 8 0,0 1-8 15,3-3 0-15,0 3 10 0,0-3-10 0,-3-3 8 16,3 3 3-16,0-3 0 0,0 1 0 0,0-1 0 16,0 1 5-16,-3-4 0 0,3 1 1 0,-4 0 0 15,4 2 5-15,-3-5 1 0,0 3 0 0,0-3 0 16,0 0-23-16,-3 0-12 0,3 0 2 0,0-3 0 15,-3 1 59-15,0 2 12 0,0-3 3 0,0 1 0 0,0-1-52 16,-3 1-12-16,3-1 0 0,-3 0 0 16,0 1 0-16,-3-1 0 0,3 3 0 0,-3 0 0 0,0 0 0 0,0 0 0 15,0 1 0-15,-3 1 0 0,0 1 0 0,0 0 0 16,0-1 0-16,0 1 0 0,-3 0 0 0,0 2 0 16,1-2 0-16,-1 2 0 15,-3 1-48-15,0 2-13 0,-3 0-3 0,0 0 0 16,0 0-102-16,0 2-21 0,0 1-4 0</inkml:trace>
  <inkml:trace contextRef="#ctx0" brushRef="#br0" timeOffset="156683.037">19523 5737 1465 0,'0'0'32'0,"0"0"6"0,0 0 2 0,0-6 2 0,-3 1-34 0,3 5-8 0,-3-5 0 0,0 2 0 15,0 0 100-15,0-5 19 0,3 8 3 0,-3-2 1 16,-3-4-50-16,0 4-9 0,0 2-3 0,0-3 0 0,0 1-14 16,0 2-3-16,0-3-1 0,1 0 0 0,-1 3-6 0,0-2-1 15,-3 2 0-15,3 0 0 0,-3-3-8 0,3 0-1 16,0 3-1-16,-3-2 0 0,0-1-3 0,0 0-1 16,0 3 0-16,0-2 0 0,-3-1-10 0,0 0-1 15,1 3-1-15,-1-2 0 0,-3 2-10 0,0-3 10 16,0 0-10-16,-3 1 10 0,3 2-10 15,-3-3 8-15,-2 1-8 0,2 2 8 0,-3 0-8 16,3 0 0-16,-3 0 9 0,0 0-9 0,3 0 0 0,1 0 8 0,-1 2-8 0,0 1 0 16,0-1 0-16,0-2 0 0,-3 3 0 15,3-3 0-15,-2 3 0 0,2-3 0 16,-3 0 0-16,0 2 8 0,-3 1-8 0,3 0 0 0,1-1 0 16,-1 1 0-16,0 2 0 0,0-2 0 0,0 2 0 0,3 1 0 15,-2-1 0-15,2 3 0 16,0 2 0-16,3-4 0 0,-3 2 0 0,3 2 0 0,0 1 0 15,-3-1 0-15,1-2 0 0,2 3 0 0,-3-1 0 0,3 4-8 16,-3-1 8-16,0 0 0 0,0 3 0 0,-2 0 0 16,2 0 0-16,0 0 0 0,0 0-9 0,0-1 9 15,0 1 0-15,3-3-11 0,1 3 11 0,-1 0-8 16,3-3 0-16,0 3 0 0,-3-2 0 0,3-1 0 16,3 0-1-16,0 0 0 0,0 3 0 0,3-3 0 15,-3 3-1-15,3 0 0 0,0 0 0 0,0 3 0 16,1-4-2-16,2 4-1 0,0-1 0 0,0 4 0 15,0-4 13-15,3 1-9 0,0-1 9 0,0 1-8 16,3-1 8-16,-3 1 0 0,3-3-9 0,3 0 9 0,-3-1 0 16,2 1 0-16,1-3-9 0,0 1 9 0,0-1 0 15,0-2 0-15,3-1-8 0,0 1 8 0,0-1-12 16,3-2 2-16,0 0 0 0,0 3 0 0,0-1 10 0,3 1 0 16,-1-3 0-16,1 2 0 0,3 1 0 0,0 0 12 15,0-1-2-15,0 1-1 0,0-1-9 0,0 1 0 16,-1 0 0-16,4-1 0 0,-3-2 0 15,-3 0-12-15,3 3 2 0,0-4 1 0,-3 1 9 0,5 0 0 16,-2 0 0-16,3 0 0 0,0-2 0 0,3 1 0 16,0 1 0-16,-1-2 0 0,4-1 0 0,0 0 0 0,-3 1 0 0,3-1 0 15,-4 0 16-15,1-2 6 0,0-1 1 0,-3 1 0 16,0 0-37-16,-1-1-7 0,-2-2-2 0,3 3 0 16,0 0 70-16,3-3 13 0,-3 2 4 0,2-2 0 15,4 0-52-15,-3 0-12 0,3 0 0 0,0 0 0 31,-4-2-18-31,1 2-6 0,0-3-2 0,0 0 0 0,-3 1 26 0,0-1 8 0,-4-2 0 16,1 2 0-16,0-2 8 0,0 0 1 0,0 2 1 0,3 0 0 16,-3-2-18-16,2 0 0 0,1-3 0 0,-3 2 0 15,3-1 0-15,-3 1 0 0,3-2 0 0,-4 0 0 16,1 0 0-16,0 0 0 0,0 1 0 0,-3-1 0 16,0-3 0-16,0 3 0 0,3 0 0 0,-7-2 0 15,4 2 55-15,-3-3 7 0,0 3 2 0,-3-2 0 16,3-1-52-16,0 0-12 0,-3 1 0 0,0 2 0 15,3-3 0-15,-3 3 0 0,0-2 0 0,-3 2 0 16,5-3 0-16,-5 3 0 0,3-2 0 0,0-1 0 0,0 3 0 16,0-2 0-16,-3-1 0 0,0-2 0 0,3 5 0 0,-3-3 0 15,3 1 0-15,-3-1 0 0,0-2 26 0,0 0 2 16,-3-1 1-16,3 1 0 0,0 0-16 0,-3 0-3 16,0-3-1-16,-1 0 0 0,-2 0 2 0,3 3 0 15,-3-3 0-15,0 0 0 0,0 0-2 0,0 3 0 16,0 0 0-16,0-3 0 0,-3 3 1 0,3 2 0 15,-2-2 0-15,2 2 0 16,-3 1-10-16,0-1 8 0,0 3-8 0,0-2 8 0,-3-1-8 16,3 0 10-16,-3 3-10 0,0-2 10 0,0-1-10 0,0 1 0 0,0-1 9 15,0-2-9-15,-3 2 8 0,3-2-8 16,-3 0 10-16,0-3-10 0,0 3 8 0,0-3-8 0,3 0 0 16,-3 3 0-16,1-3 8 0,-1 0-8 0,3 3 0 15,-3 0 0-15,3-1 0 0,-3 4 0 0,3-3 0 16,0 5 0-16,-3-3 0 0,3 3 0 15,0-3 0-15,-3 4 0 0,0 1 0 0,0-2 0 0,0 3 0 0,0-3 0 16,1 3 0-16,-1-1 0 0,-3 1 0 0,0 0 0 16,0 2 0-16,0-2 0 0,-3 2 0 0,-3 1 0 15,3-4 0-15,0 6 0 0,-2-2-10 0,2 2 10 16,-3-3-20-16,3 3 0 0,-3 0 1 0,3 3 0 16,0-3-9-16,0 2-3 0,4 1 0 0,-4 0 0 15,3 2-67-15,-3-2-14 0,3 2-2 0,0-2-1 16,0 2-99-16,-3-3-20 0</inkml:trace>
  <inkml:trace contextRef="#ctx0" brushRef="#br0" timeOffset="157503.195">19919 6353 989 0,'0'0'28'0,"0"0"6"0,0 0-34 0,0 0 0 0,0 0 0 0,0 0 0 0,0 0 120 0,0 0 18 16,3-5 3-16,-3 5 1 0,3-3-39 0,3 0-8 16,-3 3-2-16,3-2 0 0,0 2-20 0,0-3-4 15,3 3-1-15,-3-2 0 0,2 2-24 0,-2 0-4 16,3 0-2-16,0 0 0 0,0 0-10 0,3 0-1 15,-3 2-1-15,3 1 0 0,0-3-4 0,0 2-1 0,0-2 0 16,0 3 0-16,2 0-5 0,-2-1 0 0,0 1-1 0,3-3 0 16,-3 3-3-16,3-1-1 0,-3 1 0 0,0 0 0 15,3-1-3-15,-3 1 0 0,5-3 0 16,-2 3 0-16,3-1-8 0,0 1 0 0,3-3 0 16,-3 3 8-16,3-1-8 0,-4-2 0 15,4 3 0-15,0-3 0 0,0 0 0 0,-3 2 0 16,-3-2 9-16,3 0-9 0,-1 0 11 0,-2 0-3 15,0 0 0-15,-3 0 0 0,3 0 0 0,-3 0-8 0,0 0 12 0,0 0-4 16,0 0-8-16,-1-2 10 0,4 2-10 0,-3 0 10 16,3 0-10-16,0-3 8 0,0 3-8 0,3-2 8 15,0 2-8-15,-1-3 0 0,1 3 9 0,0-3-9 16,0 3 8-16,0-2-8 0,-3 2 10 0,3 0-10 16,-3-3 12-16,-1 3-3 0,1-3-1 0,0 3 0 15,0-2-8-15,-3 2 0 0,0 0 0 0,0 0 8 16,0 0-8-16,-3-3 0 0,0 3 0 0,-1 0 0 15,1 0 0-15,0 0 0 0,0-3 0 0,0 3 0 16,-3 0 0-16,3-2 0 0,-3 2 0 0,0 0 0 0,0 0 0 0,0-3 0 16,-3 3 0-16,3-3 8 0,-3 3-8 0,-3 0-16 15,6 0 4-15,-6 0 1 16,6-2-83-16,-6 2-17 0,3 0-3 16,-3 0-931-16</inkml:trace>
  <inkml:trace contextRef="#ctx0" brushRef="#br0" timeOffset="158134.998">20413 6152 1325 0,'0'0'37'0,"0"0"9"0,0 0-37 0,0 0-9 0,3-3 0 0,-3 3 0 16,0 0 143-16,3-2 26 0,0-1 6 0,-3 3 1 15,0 0-74-15,0 0-14 0,0-5-4 0,0 5 0 0,0 0-37 0,0 0-8 16,0 0-2-16,0 0 0 0,-6 0-19 0,6 0-4 16,-6 0-1-16,-3 0 0 0,0 2-13 0,3 1 11 15,-6 2-11-15,3 1 10 0,0-1-10 0,-2 3 0 16,-1 0 0-16,0 2 0 0,0 1 0 0,0 2 0 15,0-2 0-15,-3 2 0 0,3 0 0 16,0 0 0-16,3 1 0 0,0-1 0 16,-2-3 0-16,2 1 8 0,0 0-8 0,3-1 0 0,0 1 0 0,-3-3 0 15,3 0 0-15,-3 0 0 0,3 0 0 16,0 0 0-16,3-1 0 0,-3 1 0 0,3-2 0 0,0-1 0 16,3 0 11-16,-3 1-11 0,3-6 21 0,0 7-1 0,0-1-1 15,3-1 0-15,-3-2 4 0,3 2 1 0,0-2 0 16,0 2 0-16,0-2-7 0,3-1-1 0,0 4 0 15,0-4 0-15,0 1 0 0,3-1 0 0,-3 1 0 0,0 0 0 16,3-1-24-16,0 1-6 0,0 0-1 0,-1 2 0 16,1-5 26-16,3 5 5 0,0-5 0 0,3 3 1 15,-3 0-17-15,3-1-12 0,3 1 1 0,-3 2 1 32,2-2-100-32,4-1-20 0,0 1-4 0,0 2-578 0,0-2-115 0</inkml:trace>
  <inkml:trace contextRef="#ctx0" brushRef="#br0" timeOffset="159288.708">23071 6620 1489 0,'0'0'42'0,"0"0"10"0,0 0-42 0,0 0-10 0,0 0 0 0,0 0 0 16,3-5 128-16,-3 5 24 0,0-3 5 0,3 1 1 15,3-1-64-15,0 3-13 0,0-3-2 0,3 6-1 16,-3-3-28-16,3 3-6 0,0-1 0 0,0 4-1 16,3-1-21-16,-4 3-4 0,1-3-1 0,3 6 0 15,-3-1-17-15,3 1 8 0,-3-1-8 0,0 4 0 16,0-1 8-16,3 0-8 0,-3 0 0 0,-3 1 0 15,3-1 0-15,0 3 0 0,-3-6 0 16,2 6 0-16,-2-3 8 0,0 1-8 0,0-1 0 0,0 0 0 16,0 0 0-16,-3 1 0 0,3-4 8 0,-3 3-8 15,0 1 0-15,0-1 0 0,-3 0 0 0,0 3 0 16,0 0 0-16,0 0 0 0,-3 0 0 0,0 2 0 16,0-2 0-16,-3 3 0 0,0-1 0 0,0-2 0 15,0 0 30-15,-3 2 2 0,0-2 1 0,1-3 0 16,-4 3-33-16,0-5 0 0,-3 2 0 0,0 0 0 15,0-2 0-15,0 0 0 0,0-1 0 0,0-2 0 0,1 0 0 0,-4 3 0 16,3-4 0-16,-3-1 0 0,3 2 0 0,0-3 0 16,0 0 0-16,0 1 0 15,-2-4-22-15,2 1-11 0,-3 0-3 0,-3-1 0 0,3-2 28 0,0 0 8 16,0 0 0-16,-2 0 0 16,2-2-28-16,0-1 2 0,0 0 0 0,0 3 0 0,0-2 72 0,3-4 14 0,-2 4 4 0,2-1 0 15,3-2-52-15,0 2-12 0,0-2 0 0,0-1 0 16,0-1 0-16,3 1 0 0,0-2 0 15,-3-2 0-15,3 2 0 0,3-3 0 0,-2 3 0 16,2-2 0-16,0-1-13 0,-3 1-6 0,3-1-1 0,0 0 0 16,0-2 20-16,-3 3 0 0,3-4 0 0,0 1 0 15,0 0 0-15,0 2-10 0,0-2 10 16,0 2-8-16,0-2-12 0,0 3-3 0,3 2 0 0,-3-3 0 31,3 3-25-31,-3 0-6 0,3 3-1 0,0-3 0 16,0 3-144-16,1-1-29 0</inkml:trace>
  <inkml:trace contextRef="#ctx0" brushRef="#br0" timeOffset="159802.487">22562 6888 1980 0,'0'0'44'0,"0"0"8"0,0 0 3 0,0 0 0 0,0 0-44 0,0 0-11 16,0 0 0-16,0 0 0 0,0-6 60 0,0 6 11 15,0 0 1-15,0 0 1 0,0 0-26 0,0 0-6 0,0 0-1 0,-6-2 0 16,6 2-23-16,-6 2-5 0,0 1 0 16,0 0-1-16,0 2-11 0,0-3 0 15,0 4 0-15,1 2 8 0,-4-3-8 0,3 3 0 16,-3 3 0-16,0-4 0 0,0 4 0 0,3-3 0 0,-3 3 0 0,3-1 0 15,0 1 0-15,0-1 0 0,0 1 0 16,0-1 0-16,0-2 0 0,0 0 0 0,0 0 0 16,3 0 8-16,0 0-8 0,0-5 0 0,3-3 0 0,0 0 0 15,0 0 0-15,0 0 8 0,0 0-8 0,0 0 0 16,0 0 0-16,0 0 0 0,0 0 8 0,3-3-8 16,0-5 8-16,3 3 0 0,-3-6 0 0,3 3 0 15,0-2 7-15,0-1 1 0,0 1 0 0,0 2 0 16,3-3-5-16,-3 3-1 0,0 0 0 0,3 0 0 15,-3 3 5-15,0-3 1 0,3 3 0 0,-3 2 0 16,0 1 0-16,2-1 1 0,-2 0 0 0,0 3 0 16,3 0 1-16,-3 0 0 0,3 3 0 0,0-3 0 15,-3 3-18-15,3-1 10 0,-3 3-10 0,3-2 8 16,-3 2-8-16,3 1 8 0,-3-1-8 0,0 3 8 16,3-3 14-16,0 3 2 0,-1 0 1 0,1 0 0 15,0 0-71-15,0 0-14 16,0 0-4-16,0 0 0 0,0 2 0 0,3-2 0 0,-3 3 0 0,3-1-1049 15</inkml:trace>
  <inkml:trace contextRef="#ctx0" brushRef="#br0" timeOffset="160578.349">23434 7324 1314 0,'0'0'37'0,"0"0"8"0,-3-5-36 0,3 5-9 16,-3-5 0-16,-3 2 0 0,6 3 176 0,-3-5 34 15,3 5 6-15,0 0 2 16,-3 0-94-16,3 0-18 0,0 0-4 0,0 0-1 15,-6-3-80-15,6 3-21 0,0 0 0 0,-5 5 0 0,-1 1 0 0,0-4 0 16,3 6 0-16,0 0 0 0,0 0 0 0,3 3 0 16,-3-1 0-16,3 1 0 0,0 2 0 0,0-2 0 15,3 2 0-15,-3 0 0 0,3-2 24 0,0 2-3 16,3-3 0-16,-3 4 0 0,3-6-21 0,-4 2 0 16,4-2-10-16,-3 0 10 0,3-3-8 0,0-2 8 15,-3 0 0-15,3-1 0 0,0-2 0 0,-6 0 0 16,3-2 0-16,3-4 0 0,0 4-15 0,-3-6 1 15,3 2 0-15,-3-1 0 0,0-4 62 0,3 3 13 16,-3-3 3-16,0 3 0 0,0-2-52 0,-3 2-12 0,3-3 0 0,0 3 0 16,0-2 0-16,-3 2 0 0,3 0 0 0,-3 3 0 15,0-1 0-15,3 1 0 0,-3 5 0 0,0 0 0 16,0 0 0-16,0 0 0 0,0 0 0 0,0 0 0 16,0 0 0-16,0 0 0 0,0 0 0 0,3 8 0 15,-3 0 0-15,3 0 0 0,0 0 0 0,3 2 0 16,-3 1 0-16,0 0 0 0,3-1 0 0,-1 3 0 15,1-2 0-15,3 0 0 0,0-1 0 0,-3-2 0 16,3 0 0-16,0 0 0 0,0-3 0 16,0-2 0-16,0 0 0 0,-3-1 0 0,3 1 0 0,-3-6 0 15,3 1 0-15,-3-1 0 0,0-2 0 0,2-1 0 16,-2-2 54-16,-3 0 8 0,3 1 2 0,-3-4 0 16,0 0-52-16,0 1-12 0,0-1 0 0,0 1 0 15,0-4 0-15,-3 4 0 0,3-3 0 0,0-1 0 16,0 4 0-16,0-1 0 0,0 3 0 0,0 0 0 15,0 3 0-15,0-3 0 0,0 3 0 0,0-1 0 16,3 4-100-16,-3-1-22 0,3 1-5 0,0-4-1025 16</inkml:trace>
  <inkml:trace contextRef="#ctx0" brushRef="#br0" timeOffset="160812.58">23911 7348 2077 0,'0'0'45'0,"0"0"10"0,0 0 1 0,0 0 4 0,3-5-48 0,-1 2-12 0,4-2 0 0,0 2 0 16,3 0 70-16,0 1 12 0,0-4 2 0,3 4 1 15,0-1-23-15,0 1-5 0,0-1-1 0,3 0 0 16,-3 1-19-16,0-1-4 0,-1 3-1 0,1-3 0 16,0 3-20-16,0 0-12 0,0-2 12 0,-3 2-12 15,0 0 9-15,0 0-9 0,0 2 0 0,0-2 9 31,-3 0-41-31,3 3-8 0,-3 0-1 0,-1-3-1 16,1 2-143-16,-6-2-29 0,3 6-6 0</inkml:trace>
  <inkml:trace contextRef="#ctx0" brushRef="#br0" timeOffset="161028.983">23949 7478 1728 0,'0'0'38'0,"0"0"8"0,0 0 2 0,0 0 0 0,0 0-39 0,0 0-9 15,0 0 0-15,0 0 0 0,0 0 95 0,0 0 17 16,0 0 3-16,6 0 1 0,3 0-32 0,-3 0-7 16,3-3-1-16,0 3 0 0,0-3-13 0,0 1-3 15,3 2-1-15,-3-3 0 0,0 0-31 0,2 1-5 16,-2 2-2-16,3-3 0 0,-3 0-13 0,3 3-8 16,0-2 8-16,0-1-8 15,0 0-79-15,3 1-20 0,0-3-4 0,0 2-641 16,-1-2-128-16</inkml:trace>
  <inkml:trace contextRef="#ctx0" brushRef="#br0" timeOffset="161381.061">24384 7321 1972 0,'0'0'44'0,"0"0"8"0,0 0 3 0,-6-5 0 0,6 5-44 0,-3-2-11 0,-3-4 0 0,0 6 0 16,3-2 98-16,3 2 18 0,-6 0 3 0,-3 0 1 16,3 0-52-16,0 2-9 0,3 1-3 0,-3 0 0 15,3-1-30-15,-3 3-6 0,3 1-2 0,-3-1 0 16,3 0-18-16,0 3 8 0,0 0-8 0,1 0 0 15,-1 3 0-15,0-1 0 0,3 4 0 0,0-4 0 16,0 1 0-16,0 2 0 0,3-2 0 0,0 2 0 16,2 0 0-16,1-2 0 0,0-1 0 0,0 1 0 15,0-3 0-15,3 0 0 0,0-3 0 0,0 0 0 16,0-2 0-16,0-3 8 0,3 0 0 0,0 0-8 16,0-5 28-16,0 2 0 0,-1-2-1 0,1-1 0 15,0-2 5-15,0 0 2 0,0-2 0 0,-3-1 0 16,3 1-10-16,-3-1-3 0,0 1 0 0,-3-4 0 15,0 1-2-15,0 0-1 0,0 2 0 0,-3-2 0 0,0 2-6 16,0-2 0-16,-3 3-1 0,-3-4 0 0,0 4-11 0,0-1 10 16,-3 1-10-16,-3-1 10 0,3 3-10 0,-6 0 8 15,-3 0-8-15,0 0 8 0,0 3-21 0,-3 0-5 16,-2 2-1-16,-1 0 0 16,0 1-92-16,-3 2-18 0,0 0-4 0,-3 2-1093 0</inkml:trace>
  <inkml:trace contextRef="#ctx0" brushRef="#br0" timeOffset="163110.618">20190 7062 1674 0,'0'0'36'0,"0"0"8"0,-3-5 2 0,3 0 2 0,-3 2-39 0,3-2-9 0,0-1 0 0,0 1 0 16,0 0 106-16,0 2 19 0,0-2 4 0,0 0 1 16,0-1-39-16,0 6-8 0,0-5-2 0,0 5 0 15,0 0-18-15,0 0-4 0,0-5-1 0,0 5 0 16,0 0-14-16,0 0-4 0,0 0 0 0,0 0 0 15,0 0-20-15,0 0-5 0,-3 8-1 0,0 2 0 16,0 1-14-16,0 2 0 0,0-2 8 0,0 4-8 16,3-1 0-16,-3 2 0 0,3-1 0 0,0 1 0 15,3 0-17-15,-3-3 3 0,3 1 1 0,0-1 0 16,0-3-15-16,0 1-4 0,3 0 0 16,-3-1 0-16,3-2-8 0,-3 0-1 15,3-3-1-15,0 1 0 0,0-4 10 0,-3 1 1 0,-3-3 1 16,6 0 0-16,-1-3 20 0,1 1 10 0,0-1-10 0,0 0 10 15,0-2 0-15,0 0 15 0,-3 0-2 0,3-3 0 16,-3 2 17-16,0-2 3 0,0 0 1 0,0-2 0 16,0 2 5-16,-3-3 1 0,0 1 0 0,3-4 0 0,-3 4-10 15,3-3-2-15,-3-1 0 0,0 4 0 16,3-1-10-16,-3-2-2 0,0 5-1 0,0 0 0 16,0 3-15-16,0 5 8 0,0 0-8 0,0 0 0 0,0 0 0 0,0 0 0 15,0 0 0-15,0 8 0 0,0 0 0 16,-3 2 0-16,3 1 0 0,3 2 0 15,-3-2 0-15,3 2-13 0,0 0 4 0,0 0 1 0,0 1-9 0,3-4-2 16,-3 1 0-16,3-1 0 16,0-2-6-16,3 3-2 0,-3-3 0 0,3-3 0 0,-1 3 10 0,1-5 1 0,0 2 1 15,3-2 0-15,-3-3 15 0,0 0 0 0,0 0 0 16,0-3 0-16,0 0 17 0,0 1 3 0,0-1 1 0,0-2 0 16,-3-3 17-16,3 0 3 0,-3 0 1 0,2 0 0 15,-2-3-6-15,0 1-2 0,0-3 0 0,0-3 0 16,0 3-10-16,0-3-3 0,0-3 0 0,0 3 0 15,-3 0-13-15,3 3-8 0,0-3 8 0,0 3-8 16,-3 0 0-16,3 2 0 0,0 1 0 0,-3 2 0 31,3-3-21-31,0 6-6 0,0 0-1 0,-3-1 0 16,3 4-83-16,-1 2-17 0,-2-3-3 0,3 3-1 0,0 3-94 16,-6-3-19-16</inkml:trace>
  <inkml:trace contextRef="#ctx0" brushRef="#br0" timeOffset="166067.487">20654 7192 1674 0,'0'0'36'0,"0"0"8"0,0 0 2 0,0 0 2 0,0 0-39 0,0 0-9 16,0 0 0-16,0 0 0 0,0 0 86 0,3 5 15 15,0 0 3-15,0-2 1 0,-3-3-33 0,6 3-6 16,0-1-2-16,0-2 0 0,3 3-24 0,0-3-4 16,0 0-2-16,3 0 0 0,-3 0-17 0,2-3-3 15,4 3-1-15,-3-2 0 0,3-1-13 0,0 0 8 16,0 1-8-16,0-1 0 0,0 0 8 0,-3 1-8 15,2-1 0-15,-2 1 0 0,-3-1 0 0,3 0 0 0,-3 3 0 0,-3-2 0 32,0 2-51-32,0-3-3 0,-6 3-1 0,0 0-639 0,0 0-128 0</inkml:trace>
  <inkml:trace contextRef="#ctx0" brushRef="#br0" timeOffset="166335.578">20708 7335 1056 0,'0'0'30'0,"0"0"6"0,0 0-28 0,0 0-8 0,0 0 0 0,0 0 0 16,0 0 76-16,0 0 13 0,0 0 3 0,0 0 1 0,0 0-25 16,0 0-6-16,0 0-1 0,0 0 0 0,0 0-3 0,6 2-1 15,0-2 0-15,0 3 0 0,2-3-4 0,-2 0-1 16,0 0 0-16,3 0 0 0,0 0 0 0,-3 0 0 15,3 0 0-15,0-3 0 0,0 3-24 0,3 0-4 16,-3-2-2-16,0 2 0 0,3-3-22 0,0 3-15 16,-3 0 3-16,2-3 0 0,1 3 12 0,0-2 0 15,3 2 0-15,-3-3-648 16,3 0-132-16</inkml:trace>
  <inkml:trace contextRef="#ctx0" brushRef="#br0" timeOffset="166643.805">21145 7131 1958 0,'0'0'43'0,"0"0"9"0,0 0 1 0,0 0 3 0,0-5-45 0,0 5-11 0,0 0 0 0,0-6 0 15,0 6 64-15,0 0 12 0,0-5 1 0,0 5 1 16,0 0 1-16,0 0 0 0,0 0 0 0,0 0 0 16,0 0-35-16,0 0-8 0,0 0 0 0,0 0-1 15,0 0 31-15,0 0 6 0,0 0 2 0,0 0 0 16,0 8-16-16,-3-3-3 0,3 3-1 0,0 0 0 15,-3 0-43-15,3 3-11 0,0-3 0 0,-3 2 0 16,3-2 0-16,0 0 0 0,-3 3 0 0,3-1 0 16,0-2 0-16,0 3 0 0,0-3 0 0,0 2 0 15,0-2 0-15,0 0 0 0,0 0 0 0,-3 0 0 16,3 0 0-16,0 0-12 0,-3-3 2 0,3 3 1 16,-3 0-3-16,3-3 0 0,0 3 0 0,-3 0 0 15,3 0-87 1,0-2-17-16,0-1-4 0,0 0-707 0,0-5-141 0</inkml:trace>
  <inkml:trace contextRef="#ctx0" brushRef="#br0" timeOffset="168193.216">18508 6139 1448 0,'0'0'41'0,"0"0"9"0,0 0-40 0,0 0-10 15,0 0 0-15,0 0 0 0,0 0 128 0,0 0 24 16,0 0 5-16,0 0 1 0,0 0-52 0,0 0-10 16,0 0-3-16,0 0 0 0,0 0-41 0,0 0-8 15,0 0-1-15,0 0-1 0,0 0-24 0,0 0-5 16,0 0-1-16,3 5 0 0,-3 3-12 0,0 0 8 15,0 0-8-15,0 2 0 0,0 4 8 0,0-4-8 16,0 3 0-16,0 3 0 0,0-2 8 0,-3-1-8 16,3 3 0-16,0-3 0 0,0 0 0 0,0 0 0 15,0-2 0-15,0 2 0 0,0-2 0 0,0-1 0 16,0-2 0-16,0 0 0 0,0-2 0 0,0-1 8 0,0-5-8 0,0 0 0 16,0 5 0-16,0-5 0 0,0 0 8 0,0 0-8 15,0 0 15-15,0 0 0 0,0 0 0 0,0 0 0 16,0 0 21-16,0-5 4 0,-3 0 0 0,3-3 1 15,-3 0-9-15,3-3-1 0,-3 0-1 0,3-2 0 16,0 0-13-16,-3-3-2 0,3 0-1 0,0 0 0 16,0-2-3-16,0 2-1 0,0 0 0 0,3 0 0 15,-3 0-2-15,3 3-8 0,0-3 12 0,0 6-4 16,0-4-8-16,3 4 10 0,-3 2-10 0,3-3 10 16,-3 3-10-16,3 0 0 0,0 3 9 0,0-3-9 15,3 3 0-15,-3 0 0 0,2-1 0 0,1-2 0 16,-3 3 0-16,6 2 0 0,-3-2 0 0,3 3 0 15,0-4-13-15,3 4 2 0,-3-1 1 0,0 0 0 32,3 3-46-32,-3 0-10 0,-1-2-2 0,-2 4 0 0,0-2-106 0,-3 3-22 0,0 0-4 0,-3-1-794 15</inkml:trace>
  <inkml:trace contextRef="#ctx0" brushRef="#br0" timeOffset="168456.285">18523 6245 1354 0,'0'0'38'0,"0"0"10"0,0 0-39 0,0 0-9 0,0 0 0 0,0 0 0 16,0 0 124-16,0 0 22 0,0 0 5 0,3-3 1 16,3 0-44-16,-6 3-8 0,3-2-1 0,3 2-1 15,0-6-24-15,0 6-5 16,0-2-1-16,0-1 0 0,-1 0-24 0,4 1-4 0,-3-4-2 0,0 4 0 15,3-1-26-15,0 1-12 0,0-4 10 0,0 4-10 16,0 2 0-16,3-3 8 0,0 0-8 0,-3 1 0 31,3-4-40-31,0 6-10 0,-1-2-2 0,1-1-1 16,0 0-151-16,0 1-29 0</inkml:trace>
  <inkml:trace contextRef="#ctx0" brushRef="#br0" timeOffset="168684.531">18874 6131 1958 0,'0'0'43'0,"0"0"9"0,0 0 1 0,0 0 3 0,3-3-45 0,-3 3-11 16,3-5 0-16,0 0 0 0,0 2 114 0,0-2 21 16,-3 5 4-16,3-3 1 0,0-2-57 0,-3 5-11 15,3-3-3-15,-3 3 0 0,3-3-39 0,-3 3-8 16,0 0-2-16,6-2 0 0,-6 2-20 0,0 0 0 15,3-3 0-15,-3 3 0 0,0 0-12 0,0 0-6 16,6 0-2-16,-6 0 0 16,0 0-151-16,3 5-30 0,0 1-7 0,-3-6-788 0</inkml:trace>
  <inkml:trace contextRef="#ctx0" brushRef="#br0" timeOffset="168895.327">18859 6380 1743 0,'0'0'49'0,"0"0"11"0,0 0-48 0,0 0-12 0,0 0 0 0,0 0 0 16,0 5 162-16,0-5 30 0,0 0 5 0,0 0 2 15,0 0-74-15,0 0-14 0,0 0-3 0,0 0-1 16,0 0-55-16,0 0-12 0,0 0-1 0,0 0-1 16,0 0-38-16,0 0-10 0,6 2-1 0,-6-2 0 15,0 0 11-15,0 0 0 0,0 0 0 0,0 0 0 16,0 0-93-1,0 0-17-15,3 3-3 0,-3-3-672 0,6 3-135 0</inkml:trace>
  <inkml:trace contextRef="#ctx0" brushRef="#br0" timeOffset="169909.452">19205 6120 1728 0,'0'0'38'0,"0"0"8"0,0 0 2 0,0 0 0 0,0 0-39 0,0 0-9 16,0 0 0-16,0 0 0 0,0 0 91 0,0 0 16 15,0 0 3-15,0 0 1 16,0 0-40-16,0 0-8 0,0 0-2 0,0 0 0 0,0 0-33 0,0 0-6 15,0 0-2-15,0 0 0 0,0 0-20 0,0 5 0 16,0 1 0-16,0-1 0 0,0 3 0 0,0-3 0 16,0 3 0-16,-3 3 0 0,3-3 32 0,0 0 1 15,-3 2 1-15,3 1 0 0,-3-1-3 0,3 4-1 0,0-4 0 16,0 1 0-16,0-1-30 0,-3 4 0 0,3-6 0 16,0 5 0-16,0-3 0 0,-3 1 0 0,3-3 0 15,0 0 0 1,-3 0-32-16,3 0-12 0,0 0-2 0,-3 0-1 15,3-3 8-15,0 0 2 0,0-5 0 0,0 6 0 16,0-6-94-16,0 5-18 0,0-5-4 0,0 8-736 0</inkml:trace>
  <inkml:trace contextRef="#ctx0" brushRef="#br0" timeOffset="170405.785">19356 6200 1728 0,'0'0'38'0,"0"0"8"0,0 0 2 0,3-6 0 0,0 4-39 0,-3-4-9 0,3 4 0 0,-3 2 0 0,3-6 53 15,-3 6 9-15,3-2 2 0,-3 2 0 0,0 0 0 0,0 0 0 16,0 0 0-16,0 0 0 0,0 0 7 0,0 0 1 16,0 0 1-16,0 0 0 0,0 0-14 0,-3 5-3 15,3 0-1-15,0 1 0 0,-3 2-44 0,0 0-11 16,3-1 0-16,-3 1 0 0,3 0 0 15,-3 0 0-15,3 3 0 0,-3-3 0 0,3 2 0 0,-3 1 0 16,3 0 0-16,0-4 0 0,0 4 0 0,0 0 0 16,3-3 0-16,-3 0 0 15,3-1-49-15,0 1-12 0,0-2-3 0,0 2 0 16,0-3 12-16,0-2 1 0,3-1 1 0,0 1 0 16,-3-3 15-16,3 0 3 0,0 0 1 0,0 0 0 0,3-3 19 0,-3 1 12 0,0-1-13 15,0-2 5-15,0 2 8 0,0-2 0 0,0-1 10 0,0 1-10 16,0 0 31-16,-1-3 0 0,1 0 0 0,0 0 0 15,0-3 12 1,-3 3 2-16,3-2 1 0,-3 2 0 0,0-5-4 0,0 2-1 0,0 1 0 0,0-1 0 16,-3 0-6-16,0 1-2 0,0-1 0 0,0 1 0 15,0 2-10-15,0 0-3 0,-3 0 0 0,0 3 0 16,0-3 16-16,0 2 4 0,0 1 0 0,-3 0 0 16,0 2-52-16,0 0-9 0,0 3-3 0,0-2 0 15,1 2 39-15,-1 0 7 0,0 0 2 0,0 0 0 31,-3 2-71-31,3 1-13 0,0 0-4 0,0-1 0 16,0 4-64-16,3-4-14 0,-3 4-2 0,0-4-889 0</inkml:trace>
  <inkml:trace contextRef="#ctx0" brushRef="#br0" timeOffset="170767.254">19642 6120 1661 0,'0'0'47'0,"0"0"10"0,0 0-45 0,0 0-12 16,3-2 0-16,-3 2 0 0,3-6 122 0,-3 6 22 15,3-2 5-15,-3 2 1 0,3-6-62 0,-3 6-12 16,0 0-2-16,0 0-1 0,0 0-23 0,0 0-5 0,0 0-1 0,0 0 0 16,0 0-16-16,0 0-3 0,0 0-1 0,0 0 0 15,0 0 4-15,0 0 1 16,0 0 0-16,6 6 0 0,-6-6-7 0,3 5-2 15,-3 0 0-15,3 3 0 0,-3-3-4 0,3 3 0 16,-3 0-1-16,0 0 0 0,0 3-15 0,0-1 0 16,-3 4 0-16,3-1 0 0,0 0 17 0,0 0 1 0,0 3 0 0,0 0 0 15,0 0-18-15,0 0 0 0,0 0 0 0,0-3 0 16,0 0-8-16,0-2-9 0,0 2-2 0,0-2 0 16,0-3 19-16,0 2 0 0,0-2 0 0,0 0 0 31,0 0-103-31,3-3-17 0,-3 3-3 0</inkml:trace>
  <inkml:trace contextRef="#ctx0" brushRef="#br0" timeOffset="184999.898">16121 5771 1778 0,'0'0'39'0,"0"0"8"0,0 0 1 0,0-5 3 0,0 5-41 0,0-6-10 0,0 1 0 0,-3 0 0 15,0-1 97-15,3 1 18 16,-3 0 3-16,0 0 1 0,0-1-37 0,0 1-7 0,-3 2-2 0,0-2 0 16,0 0-25-16,0 2-6 15,0 0-1-15,0-2 0 0,-3 3-10 0,0-4-3 0,0 4 0 0,-3-1 0 16,1-2-8-16,-1 2-1 0,-3 0-1 0,0 1 0 16,0 2-6-16,-3-3-2 0,0 0 0 0,-3 3 0 15,1-2-10-15,-1 2 0 0,0 0 0 0,0 2 8 16,0-2-8-16,-3 0 0 0,4 0 9 0,-7 0-9 15,3 0 0-15,-3 0 9 0,-3 0-9 0,1 0 0 16,-4 0 0-16,3 0 0 0,0 3 0 0,1 0 0 16,2-1 0-16,0 4 0 0,3-4 0 0,0 4 0 15,4-1 0-15,-4-2 0 0,3-1 0 0,-3 3 0 16,0-2 0-16,4 2 0 0,-4 3 0 0,0-5 0 16,0 5 0-16,0 0 0 0,0 2 0 0,1 4 0 15,-1-4 0-15,0 4 0 0,3-1 0 0,3 3 0 16,-3-1 0-16,4 1 0 0,2 0 0 0,-3 0 0 15,3 0 0-15,0 0 0 0,0 0 0 0,0 0 0 16,0-1 0-16,1 1 0 0,-1-2 0 0,-3 1 0 0,3 1 0 16,0-2 0-16,0-1-9 0,-3 0 9 0,3-2 0 15,1 2 0-15,2-3 0 0,-3 4 0 0,3-4 0 16,0 3 19-16,0 3-3 0,3 0-1 0,0 0-15 0,-3 0 0 16,6 0 0-16,-3 2 0 0,6-2 0 0,-3 3 0 15,1-1 0-15,2 1 0 0,3-3 0 0,-3 0 0 16,3-1 0-16,0 1 0 0,0-2 0 0,3 1 0 15,0-1 0-15,-1-1 0 0,1 0 0 0,3-2 0 16,0 2 0-16,0-2 0 0,0-1 0 0,0 1 0 16,6-1 0-16,-3 1 0 15,0 2-18-15,3-2-6 0,0-1-2 0,3 3 0 0,-3 1 26 16,2-1 0-16,4 3 0 0,-3-3-8 0,3 3 28 0,-3-3 5 0,3 0 2 0,-3 3 0 16,3-3-27-16,-4 1 0 0,4-4 0 15,0 4 0-15,-3-1 0 0,3-3 0 0,3 1 0 16,0 0 0-16,-1-4 0 0,4 1 0 0,3 0 0 15,3-2 0-15,-3 2 0 0,2-3 0 0,1 3 0 0,0-3 0 32,0 0-17-32,-4 1-9 0,1-4-2 0,3 4 0 0,-3-4 28 0,0 4 0 0,5-6 0 0,1 5 0 15,0-5 22-15,3 0 3 0,-4 2 1 0,1-2 0 16,-3 0-26-16,0 0-20 0,-1 0 3 0,-2-2 1 16,0 2 16-16,-3-3 8 0,2 1-8 0,1-4 12 15,0 4-12-15,0-1 0 0,3 0 0 0,-1 1 0 16,1-4 10-16,-3 4-1 0,3-4 0 0,-6 4 0 15,2-3-9-15,-2-1 0 0,-3 1 0 0,0 0 0 16,0-1 0-16,-1-2 0 0,1 3 0 0,0-3 0 16,0 0 0-16,0 0 0 0,3 0 0 0,-4 0 0 0,1-2 33 15,0-1 5-15,0 1 1 0,0-1 0 0,0 0-25 16,-3 1-5-16,-1-3-1 0,1 2 0 0,-3 1 0 0,3-1 0 16,-3-2 0-16,0 2 0 0,-3-2 1 0,0 2 0 15,-1-2 0-15,1 0 0 16,-3 2 2-16,3-2 0 0,-3 2 0 0,3 1 0 15,-3-1-1-15,-3 1 0 0,3-4 0 0,0 4 0 0,-3-3 1 0,0 2 0 16,0-2 0-16,0 0 0 0,0-1 0 0,-1 1 0 0,-2-3 0 16,0 0 0-16,3 1-3 0,-6-1-8 0,3-6 12 15,-3 4-4-15,0-3 0 0,3 2-8 0,-3-2 12 0,0 3-4 16,-3-1-8-16,3 3 8 0,-3 0-8 0,3 3 8 16,-3-3-8-16,0 3 0 0,-3 2 9 0,4-2-9 15,-4 3 0-15,0-4 8 0,3 1-8 0,-6 0 0 16,3-3 0-16,0 3 9 15,0 0-9-15,-3-3 0 0,3 0 8 0,0-3-8 0,-3 1 0 0,3 2 0 16,0-3 8-16,0 3-8 0,-3-2 0 0,0 2 0 16,3 0 0-16,-3 0 0 0,1 3 0 0,-4 0 0 15,3 0 0-15,-3-1 0 0,0 4 0 0,0-1 0 16,-3 3 0-16,0 0 0 0,0 0 0 0,-3 0 0 16,-2 3 0-16,2 0-11 0,-3 0 11 0,0 2-10 15,0 0-1-15,0 1 0 0,1-1 0 0,-1 3 0 16,0 0-8-16,3 0-1 0,0 3-1 0,-3-3 0 15,1 0-13-15,-1 2-2 0,3 1-1 16,-3-3 0-16,0 3-65 0,0 2-13 0,0-2-2 0,4-1-1 16,-4 3-92-16,3-2-18 0</inkml:trace>
  <inkml:trace contextRef="#ctx0" brushRef="#br0" timeOffset="185911.872">16597 6229 1681 0,'0'0'36'0,"0"0"8"0,0 0 2 0,6 0 2 0,-3-3-38 0,3 3-10 16,0-3 0-16,0 1 0 0,3 2 74 0,0-3 13 15,0 0 2-15,2 3 1 0,1-2-27 0,0 2-6 16,3-3-1-16,0 3 0 0,0-2-12 0,0 2-4 16,3 0 0-16,0 0 0 0,-4 0-7 0,4 0-1 0,0 2-1 15,-3-2 0-15,3 3-9 0,-3-3-2 0,3 0 0 0,-3 0 0 16,-1 2-7-16,-2-2-1 16,3 0-1-16,0 0 0 0,-3 0-11 0,6 0 8 0,-3 0-8 0,3 0 8 15,-1 0 0-15,1 0 0 0,3 3 0 0,3-3 0 16,-3 3-8-16,0-3 12 15,2 2-12-15,1-2 12 0,0 3-4 0,-3 0 0 0,0-3 0 0,-3 2 0 16,2-2-8-16,-2 3 0 0,0-3 0 0,0 3 0 16,0-3 0-16,0 0 10 0,0 0-10 0,2 0 10 15,1-3 2-15,0 3 1 0,0 0 0 16,0 0 0-16,3 3-1 0,-4-3-1 0,4 0 0 0,-3 2 0 16,0-2 1-16,0 0 1 0,-3 3 0 0,-1-3 0 15,-2 3-4-15,3-3-1 0,-3 0 0 0,0 0 0 16,-3 0-8-16,3 0 0 0,-3 0 0 0,3 0 0 15,-1 0 0-15,1 0 8 0,3-3 2 0,-3 3 0 16,3-3-1-16,-3 3 0 0,3 0 0 0,-3 0 0 16,2 0-9-16,-2 0 10 0,0 0-10 0,0 0 10 15,0 0-10-15,0 0 0 0,-3 0 9 0,0 0-9 0,0 0 8 16,-4 0-8-16,1 0 8 0,3 3-8 0,-3-3 0 16,0 3 0-16,0-3 0 0,0 0 0 0,0 0 0 0,-3 2 0 15,3-2 0-15,-3 0 0 0,0 3 0 0,0-3 9 16,0 0-9-16,0 0 0 15,-3 0 0-15,3 0 0 0,-1 0 0 0,-2 0 0 0,3 0 0 0,0 0-9 16,-3 0 9-16,3 0-8 0,0 0-3 0,-3 0 0 16,3 0 0-16,0 0 0 15,-3-3-17-15,-3 3-3 0,6 0-1 0,-6 0 0 16,3-2-88-16,-3 2-17 0,0 0-4 0,0 0-952 0</inkml:trace>
  <inkml:trace contextRef="#ctx0" brushRef="#br0" timeOffset="186593.907">16918 6067 1544 0,'0'0'34'0,"0"0"7"0,0 0 2 0,3-2 0 0,0-4-35 0,0 4-8 16,3-4 0-16,-3 4 0 0,0-4 145 0,3 4 27 0,-3-3 6 0,0 2 1 16,0 0-67-16,-3 3-12 0,3-2-4 0,-3 2 0 15,3-3-39-15,-3 3-8 0,0 0-1 0,0 0-1 16,0 0-25-16,0 0-5 0,0 0-1 0,0 0 0 15,0 0-1-15,0 0-1 0,0 0 0 0,0 0 0 16,0 0-6-16,0 0-8 0,-3 5 11 0,-3 1-11 16,3 1 12-16,-3-1-4 0,-3-1 0 0,3 3-8 15,-3-3 10-15,1 1-10 0,-4 2 8 0,3-3-8 16,-6 3 0-16,3-3 0 0,-3 3 0 0,0 0 0 16,0 0 0-16,0 0 0 0,3 2 0 0,-2-2 0 15,-1 3 0-15,3-1 0 0,3 4 8 0,-3-4-8 16,3 4 0-16,0-1 0 0,3-3 0 0,0 4 0 15,3-1 0-15,3-3 0 0,-3 4 0 0,3-4 0 16,3 1 0-16,-3-1 0 0,3 1 0 0,3-3 0 16,0 2 0-16,3-2 12 0,3-2-4 0,-3 2 0 15,6 0 1-15,-3-3 0 0,6 0 0 0,-4 0 0 0,1 1-9 16,0-1 8-16,0-2-8 0,0 2 8 0,0-2-8 16,3 2 0-16,-6-2 0 0,2-1 8 0,1 1-8 15,-3 2-11-15,3-2 3 0,-3 2 0 31,0-2-56-31,3-1-10 0,-3 1-2 0,0 0-1 0,-3 2-143 0,2-5-29 16,7 0-6-16,-3 0-666 0</inkml:trace>
  <inkml:trace contextRef="#ctx0" brushRef="#br0" timeOffset="188266.837">15115 6139 1608 0,'0'0'45'0,"3"-6"11"0,3 4-44 0,-3-4-12 16,0 4 0-16,-3 2 0 0,3-5 145 0,-3 5 27 16,2-3 6-16,-2 3 1 0,0-5-71 0,0 5-13 0,0 0-3 15,-5-6-1-15,-1 4-47 0,-3-1-10 16,3 3-2-16,-3 0 0 0,0 0-7 0,0 0-1 0,0 3-1 0,-3-1 0 15,0 4-10-15,0-1-1 0,0 0-1 0,0 3 0 16,1 0-11-16,-1 3 0 0,0-1 9 0,0 3-9 16,0 1 0-16,0-1 0 0,3 0 0 0,0 3 0 15,0 0 0-15,3 2 9 0,0-2-9 16,0 3 0-16,3-3 0 0,0 0 0 0,3-1 0 0,0 1-12 16,3-2 4-16,0 1 8 0,3-1-13 0,3-1 5 15,-3 0-8-15,3-2-2 0,3-1 0 0,-3-2 0 16,3 0 0-16,0-3 0 0,0-2 0 0,0 2 0 15,2-2 3-15,-2-3 1 0,3 3 0 16,-3-3 0-16,-3 0 14 0,3 0 0 0,-3 0-10 0,0 0 10 16,-3-3 0-16,0 3 0 0,-3-3 0 0,-3 3 0 15,0 0 19-15,3-5-2 0,-3 0 0 0,0 0 0 16,0-1 11-16,-3 1 3 0,0-3 0 0,0 3 0 16,0-3-5-16,0 0-1 0,0 3 0 0,0-3 0 15,0 0-8-15,0 2-1 0,0-2-1 0,3 3 0 16,-3 0-15-16,3 0 0 0,0-1 8 0,0 1-8 15,3 0 0-15,0 2 0 0,0-2 0 0,3 2 0 0,0 0 0 0,0 3 0 16,3-2 0-16,0 2 0 0,0-3 0 0,-1 3 0 16,4 0 0-16,0 0 0 0,-3 0 0 0,3 3 0 15,-3-1 0-15,0 1 0 0,0 0 0 0,0-1 0 16,-3 4 0-16,0-1 0 0,0-2 0 0,-3 2 0 16,0 0 0-16,3 1 0 0,-3 1 0 0,0-1 0 0,0 2 0 15,-3-3 0-15,0 3 0 0,0 0 0 16,0 0 0-16,0 0 0 0,0 0 0 0,0 0 9 15,-3-3-9-15,0 3 8 0,3-3-8 0,-3 0 0 16,0 1 0-16,0-1-11 0,0 0 11 0,0 1 0 0,3-6 0 16,-3 5 0-1,3-5-53-15,-3 5-9 0,3-5-2 0,0 0 0 16,0 0-153-16,0 0-31 0,0 0-7 0,0 0-1 0</inkml:trace>
  <inkml:trace contextRef="#ctx0" brushRef="#br0" timeOffset="188476.696">15365 6210 2188 0,'0'0'48'0,"0"-5"11"0,-3 0 1 0,3-1 1 16,0 1-49-16,0 0-12 0,0-1 0 0,0 4 0 16,0-4 54-16,0 1 8 0,0 5 2 0,3-5 0 0,-3 5 0 0,0 0 0 15,0-5 0-15,0 5 0 0,0 0-52 0,0 0-12 16,0 0 0-16,0 0 0 0,0 0 0 0,0 0 0 15,6 0 0-15,-6 0 0 16,3 2-202-16,0 4-43 0,0 1-9 0,-3 1-2 0</inkml:trace>
  <inkml:trace contextRef="#ctx0" brushRef="#br0" timeOffset="188698.255">15400 6491 1958 0,'0'0'43'0,"0"0"9"0,0 0 1 0,0 0 3 0,0 0-45 0,0 0-11 0,0 0 0 0,0 0 0 16,0 0 156-16,0 0 28 0,0 0 7 0,0 0 1 16,0 0-103-16,0 0-20 0,0 0-4 0,0 0-1 15,0 0 0-15,0 0 0 0,0 0 0 0,0 0 0 16,0 0-51-16,0 0-13 0,0 0 0 0,0 0 0 16,0 0 0-16,0 0 0 0,0 0 0 0,3 2 0 31,-3-2-100-31,6 3-22 0,0 2-5 0,-6-5-1127 0</inkml:trace>
  <inkml:trace contextRef="#ctx0" brushRef="#br0" timeOffset="189947.446">15731 6157 1818 0,'0'0'40'0,"0"0"8"0,0 0 1 0,-3-5 3 0,3 5-42 0,-3-3-10 0,0-2 0 0,3 5 0 15,0 0 104-15,-6-3 18 0,6 3 4 0,0 0 1 16,0 0-60-16,0 0-12 0,0 0-3 0,0 0 0 16,0 0-28-16,0 0-5 0,0 0-2 0,0 0 0 15,0 0-9-15,0 0-8 0,0 0 12 16,-3 6-12-16,0 2 15 0,3 0-4 0,0-1-1 0,0 1 0 15,0 0-2-15,3 3 0 0,-3 0 0 0,0 2 0 16,0-3-8-16,3 4 0 0,-3-1 0 0,3-3 0 16,0 4 0-16,0-1 0 0,-3-3 0 0,3 4 8 15,0-4-8-15,-3 1 10 0,3 2-10 0,0-5 10 16,-3 3-10-16,3-3 0 0,0-1 0 0,-3 1 8 16,3-2-8-16,-3-1 0 0,0 3-12 0,3-3 12 15,-3 0-27-15,0-5 3 0,3 6 0 0,-3-1 0 16,0-5-88-16,0 0-18 0,3 5-3 0,-3-5-538 15,0 0-107-15</inkml:trace>
  <inkml:trace contextRef="#ctx0" brushRef="#br0" timeOffset="190451.398">16023 6133 1623 0,'0'0'36'0,"0"0"7"0,0 0 1 0,-3-5 2 0,3 2-37 0,0 3-9 0,-3-5 0 0,3 5 0 15,0 0 101-15,0 0 19 0,0 0 3 0,0 0 1 16,0-5-48-16,0 5-10 0,0 0-2 0,0 0 0 16,0 0-26-16,0 0-6 0,0 0 0 0,0 0-1 15,0 0-11-15,0 0-3 0,0 0 0 0,0 0 0 16,0 0-2-16,0 0-1 0,3 8 0 0,-3 0 0 15,0 0-14-15,0 2 11 0,0-2-11 0,0 5 10 16,0-2-10-16,0 0 0 0,0 2 0 0,0 3 0 16,0-3 0-16,0 0 0 0,0 0 0 0,0 3 0 0,0-2 0 15,0-1 8-15,0 0-8 0,0 0 0 0,0-2 0 0,0 2 0 16,0-2 0-16,0-1 0 0,-3 1 0 0,3-1 0 16,0 1 0-16,0-3 0 0,0 0 0 0,0 0 0 15,0 0-9-15,0 0 9 16,0-3-48-16,0 0-2 0,0-5-1 0,3 3-668 15,-3-3-133-15</inkml:trace>
  <inkml:trace contextRef="#ctx0" brushRef="#br0" timeOffset="190884.385">16231 6223 1987 0,'0'0'44'0,"0"0"8"0,0 0 3 0,0 0 1 0,0 0-45 0,0 0-11 0,0 0 0 0,0 0 0 16,0 0 72-16,0 0 12 0,-3 6 2 0,0 2 1 15,3-3-47-15,0 3-8 0,-3 0-3 0,3 2 0 16,0-2-15-16,0 3-3 0,0-3-1 0,0 2 0 16,0 1-10-16,0 0 8 0,0-3-8 0,0 2 8 15,3 1-8-15,0-3 0 0,-3 2 0 0,3-2 8 16,0 0-8-16,0 0 0 0,0 0 0 0,3-3 8 15,-3 1-8-15,3-1 0 0,0 0 0 0,0-2 0 16,0-3 10-16,0 2-10 0,2 1 12 0,1-3-12 0,0 0 24 0,0 0-1 16,0-3-1-16,0 1 0 0,3-1 2 15,-3 0 1-15,3-2 0 0,-3 3 0 16,0-4 7-16,0 1 2 0,0-3 0 0,-1 3 0 16,-2-3-1-16,0 0 0 0,0-3 0 0,-3 1 0 0,3-4-1 15,-3 1 0-15,0 0 0 0,-3 0 0 16,0-3-12-16,0 3-4 0,0-3 0 0,-3 3 0 0,0-3-8 15,-3 2-8-15,3 1 12 0,-3 3-12 0,-3-1 8 0,1 3-8 16,-1-2 0-16,-3 4 0 16,0-2-18-16,0 6-7 0,-3-4-2 0,0 4 0 15,0-1-81-15,-3 3-17 0,3 0-3 0,-2 3-1 16,2-1-159-16</inkml:trace>
  <inkml:trace contextRef="#ctx0" brushRef="#br0" timeOffset="192669.513">17430 6612 1792 0,'0'0'51'0,"0"0"10"0,-3-2-49 0,3 2-12 0,-2-6 0 0,-1 1 0 0,3 5 140 16,0 0 26-16,0-5 5 0,0 5 1 16,0 0-72-16,0 0-15 0,0 0-2 0,0 0-1 15,0 0-50-15,0 0-11 0,0 0-1 0,-3 5-1 16,0 0-19-16,-3 3 0 0,3 3 0 0,0 0 0 0,0-1 0 16,0 3 0-16,3 3 0 0,-3-3 0 0,0 3 0 0,3-2-9 15,-3-1 1-15,3 3 0 16,0-3-22-16,0 0-4 0,0-2-1 15,3 2 0-15,-3-2-12 0,0-1-2 0,3 1-1 0,0-3 0 16,0-3-3-16,3 3-1 0,-3-6 0 0,3 4 0 0,0-4 31 16,-1-2 7-16,1 0 0 0,0 0 1 0,0-2 15 0,0 2 12 15,0-6-3-15,-3 4 0 0,3-3 24 0,0-1 5 16,0 1 1-16,-3 0 0 0,3-1 11 0,-3 1 2 16,0 0 1-16,0-3 0 0,0 0-9 0,0 3-1 15,0-3-1-15,0 0 0 0,0 2-18 0,-3-1-4 0,3 1-1 0,-3 6 0 16,3-2-19-16,-3 2 0 15,0-3 8-15,0 3-8 0,0 0 0 0,0 0 0 0,0 0 0 0,6 3 0 16,-3-1 0-16,3 4-12 0,-3 1 12 0,0-1-12 16,0 2-4-16,0-3-1 0,0 0 0 0,2 3 0 31,-2 0-10-31,3-3-1 0,0 3-1 0,0 0 0 0,3-2 5 0,-3-1 2 0,0-2 0 0,3 2 0 16,-3-3 22-16,0 1-9 0,0 0 9 0,3-1 0 15,-3-2 0-15,3 0 19 0,-3 0-3 0,0 0 0 16,0-2 28-16,-3-1 6 0,3-2 1 0,0 2 0 15,-4-2 7-15,4 0 2 0,-3-1 0 0,0-2 0 16,3 0-16-16,-3 1-4 0,0-1 0 0,0 0 0 16,0 0-17-16,3-3-4 0,-3 1-1 0,0-4 0 15,3 4-18-15,-3-4 0 0,3 4 0 0,-3-1 0 16,3 1 0-16,-3-1 0 0,3 3-10 0,-3 3 10 16,3-3-43-16,-3 3-1 0,0 2 0 0,3-2 0 15,-3 5-134-15,-3 0-27 0,6 2-6 0,-6-2-874 16</inkml:trace>
  <inkml:trace contextRef="#ctx0" brushRef="#br0" timeOffset="192937.86">17764 6880 1404 0,'0'0'31'0,"0"0"6"0,0 0 2 0,0 0 0 0,0 0-31 0,0 0-8 16,0 0 0-16,0 0 0 0,0 0 89 0,0 0 17 0,0 0 3 0,0 0 1 15,0 0-25-15,3 0-5 0,3 0 0 0,0 0-1 16,-3 0-15-16,3 0-2 0,0 0-1 0,-3-3 0 16,3 3-11-16,-1-3-2 0,1 1-1 0,3 2 0 15,-3-3-10-15,3 0-1 0,-3 1-1 0,3 2 0 16,0-3-17-16,0 0-3 0,0 1-1 0,0 2 0 16,0 0-14-16,0-3 0 0,0 0 0 0,0 3 0 31,0-2-18-31,2 2-6 0,-2 0-2 0,0-3 0 15,0 3-128-15,-3 0-26 0,3 3-4 0</inkml:trace>
  <inkml:trace contextRef="#ctx0" brushRef="#br0" timeOffset="193186.562">17806 7015 1818 0,'0'0'40'0,"0"0"8"0,0 0 1 0,0 0 3 0,0 0-42 0,0 0-10 16,0 0 0-16,0 0 0 0,0 0 101 0,0 0 19 16,2-6 3-16,4 1 1 0,-3 0-44 0,0 2-9 15,3-2-2-15,0 2 0 0,0 0-17 0,0-2-3 16,0 2-1-16,3-2 0 0,-3 3-23 0,0-1-5 16,3-2 0-16,0 2-1 0,0 0-19 0,0 1 0 0,3-1 0 15,0-2 0 1,-1 2-100-16,1 0-15 0,3 1-2 0,-3-3-625 15,3 2-125-15</inkml:trace>
  <inkml:trace contextRef="#ctx0" brushRef="#br0" timeOffset="193423.879">18145 6821 1972 0,'0'0'44'0,"0"0"8"0,-3-8 3 0,0 3 0 0,3 0-44 0,-3 0-11 0,0-1 0 0,3 6 0 16,0 0 106-16,0-2 19 0,0 2 4 0,0 0 1 15,0 0-52-15,0 0-10 0,0 0-3 0,0 0 0 16,0 0-20-16,0 0-4 0,0 0-1 0,0 0 0 15,0 0-9-15,0 0-3 0,0 5 0 0,0 3 0 16,0-3 4-16,-3 3 0 0,3-3 0 0,0 6 0 16,0-3-9-16,0 2-2 0,-3 1 0 0,3 0 0 15,0-3-13-15,0 2-8 0,0 1 10 0,-3-1-10 16,3 1 0-16,0 2 8 0,0 0-8 0,-3 1 0 16,3-1 0-16,0 0 0 0,0 3-12 0,0-3 12 15,0 3-109-15,3-3-15 0,-3 3-4 0,0-3-1126 16</inkml:trace>
  <inkml:trace contextRef="#ctx0" brushRef="#br0" timeOffset="194818.749">19487 6734 1668 0,'0'0'47'0,"0"0"11"0,0 0-46 0,0 0-12 16,3 5 0-16,0 3 0 0,0-2 84 0,3-1 16 15,0 0 2-15,0 3 1 0,0 0-40 0,3 3-8 16,0-3-2-16,3 2 0 0,-3 1-13 0,3-1-4 16,0 1 0-16,-1-1 0 0,1 1-9 0,0 0-3 15,0-1 0-15,0 1 0 0,0-1-4 0,-3 4-2 16,3 2 0-16,-3-1 0 0,0 4-10 0,0-1-8 15,-3 4 12-15,2-1-12 0,-2 3 8 0,0 2-8 16,0-5 0-16,0 3 0 0,0-3 9 0,-3 3-9 0,0-3 0 0,0 0 9 16,0 1-9-16,0-4 0 0,-3 1 0 0,0-1 0 15,0 1 0-15,0-4 8 0,-3 1-8 0,-3 3 0 16,0-1 0-16,0-2 0 0,0 3 8 0,-3-1-8 16,3 3 0-16,-2-2 0 0,-1 0 0 15,0 2 0-15,-3-3 0 0,0 1 0 16,0-3 0-16,0-1 0 0,-3 1-13 0,3-2 5 15,0-1 8-15,-3 0-13 0,4-2 13 0,-1-1 0 0,-3 1-10 0,0-3 10 16,0 0 0-16,3 0 0 0,-3-3-9 0,3 3 9 16,0-3 0-16,-2 0 0 0,2-2 0 0,0 0 0 15,0-1 0-15,3 1 0 0,-3-3 0 0,0 0 0 16,0 0 0-16,3-3 0 0,-3 1 0 0,0-1 0 16,1-2-11-16,2-3 2 0,-3 3 0 0,0-3 0 15,3-3 9-15,-3 3 0 0,3-2 0 0,-3-1 0 16,3-2 0-16,-3 2 0 0,0-2 0 0,3-3 0 15,-2-3 0-15,2 4 0 0,-3-4 0 0,3-2 0 0,0 2 0 16,0 1 0-16,0-3 0 0,0 0 0 0,0 2 0 0,0 1 0 16,0 2 0-16,0 0 0 0,3 3 9 0,-3-3 4 15,0 2 1-15,4-1 0 0,-1-1-14 0,0 0 0 16,0 3 0-16,0-6 0 0,0 3 0 0,0 0 0 16,3-2 0-16,0 2 0 0,0-3 0 0,0 1 0 15,0 2 0-15,0-3 0 0,0 1 0 16,0 2 0-16,3 0 0 0,-3-2 0 0,3 4 0 0,-3-1 0 15,3 1-8-15,0 1 8 0,0 2 0 0,-3 1 0 16,3-1 0-16,0 3 0 0,0 0 0 0,0 1 0 16,0-1 0-16,0 2 0 0,0 1 0 0,0 0 0 15,0-1 0-15,0 1 0 0,0 0 0 0,0 0 0 0,0 2 0 0,0 3 0 16,0-5-8-16,0 5 8 0,0-6 0 0,3 1 0 16,-3 5 0-16,0-5 0 0,0-1 0 0,0 6 0 15,3-5 0-15,-3 5 0 0,0-5 0 0,0 5 0 16,0-3 0-16,0 3 0 15,3-5 0-15,-3 0 0 0,0 2 8 0,0 3 0 0,0 0-8 0,0 0 12 16,0 0-4-16,0 0 0 0,0 0-8 0,0 0 12 16,0 0 0-16,0-5-1 0,0 2 0 0,0 3 0 15,0 0-2-15,0 0 0 0,0 0 0 0,0 0 0 16,0 0-9-16,0 0 0 0,-6 3 0 0,0 2 8 16,3 0-8-16,-3 3 0 0,3-3 0 0,-3 3 0 15,0 3 0-15,0-3 0 0,0 3 0 0,0-4 0 16,0 1 0-16,1 3 0 0,-1 0 0 0,-3-3 0 15,3 2 0-15,0-2 0 0,0 3 0 0,-3-3 0 16,3-1-9-16,3 1 9 0,-3-2 0 0,3 2 0 16,0-3-10-16,3-5 10 0,-3 5-8 0,3-5 8 0,0 0 0 0,0 0-8 15,0 0 8-15,0 0 0 0,0 0 0 0,0 0 0 16,0 0 0-16,3-5-8 0,3 0 8 0,0-3 0 16,0 0 0-16,3 2-8 0,-3-1 8 0,0-1 0 15,3 0 0-15,-3 0 0 0,0 0 0 0,0 0 0 16,-1-3 0-16,1 3 0 0,0 0 0 0,0 0 0 15,0 1 10-15,-3 1-10 0,3-2 13 0,0 3-3 0,0 0-1 16,0-1 0-16,0 4 3 0,0-1 1 0,0 0 0 0,0 3 0 16,3-2 10-16,0 2 1 0,0 2 1 0,0-2 0 15,0 6-1-15,-1-4-1 16,1 1 0-16,0 2 0 0,0 1-15 0,0-1-8 0,0 0 8 16,0 3-8-16,0-3 0 0,0 3 0 0,0 0 0 0,-3 0 0 15,3 3-20-15,0-3-1 16,-3 2-1-16,3 1 0 15,-4 0-103-15,4 2-21 0,0 0-4 0,0-2-914 0</inkml:trace>
  <inkml:trace contextRef="#ctx0" brushRef="#br0" timeOffset="195741.993">19466 7943 1496 0,'0'0'42'0,"0"0"10"0,0-2-41 0,-3-4-11 0,3 6 0 0,0-5 0 0,0 0 109 16,0 5 20-16,0-6 4 0,0 6 1 15,0 0-39-15,0 0-8 0,0 0-2 0,0 0 0 16,0 0-28-16,0 0-5 0,-2 8-2 0,-1 0 0 16,3 0-31-16,-3 3-7 0,0-1 0 0,0 4-1 0,0-4-11 0,0 3 0 15,0 1 0-15,3-4 0 0,-3 4 0 0,3-4 0 16,3 3 0-16,-3-2 0 0,0 0-18 0,3-4 1 16,0 1 0-16,0 0 0 0,0-2-7 0,0-1 0 15,3 0-1-15,-4 1 0 0,4-6 6 0,0 2 2 16,0 1 0-16,0-3 0 15,0-3 17-15,0 1-8 0,0 2 8 0,-3-3 0 0,3-2 0 0,0 2 17 16,-3-2-1-16,3-1-1 0,-3 1 18 0,3-3 4 16,-3 3 1-16,0-3 0 0,0 0-3 0,0 0-1 0,0 0 0 0,0 0 0 15,0-2-8-15,0 2-2 0,-3 0 0 16,3 2 0-16,-3-2-12 0,3 3-4 0,-3 2 0 16,0 3 0-16,0 0-8 0,0 0 0 0,0 0 0 0,0 0 0 15,0 0 0-15,0 0 0 0,6 3-10 16,-3 2 10-16,0 3-11 0,0-2 11 0,0 2-12 0,2 2 12 15,-2-2 0-15,0 3 11 0,3-1 0 0,0 1 0 32,0-3-55-32,0 0-12 0,3 2-1 0,0-2-1 0,-3 0 42 0,3 0 8 0,0-3 8 0,-3 1-12 15,3-4-12 1,0 4-2-16,-3-4-1 0,0 1 0 0,3-3 36 0,-3 0 7 0,2 0 2 0,-2-3 0 16,0 1 18-16,0-4 4 0,0 4 1 0,-3-4 0 15,0 1 4-15,3 0 1 0,-3-3 0 0,0 0 0 16,0 0-10-16,0 0-1 0,-3-2-1 0,3-1 0 15,0 0-22-15,-3 1-4 0,3-1 0 0,0 1-8 0,0-4 0 16,0 4 0-16,3-1 0 0,-3 3 0 16,0 0-26-16,0 0-9 0,3 0-1 15,0 1-1-15,0 1-102 0,0 4-20 0,0-1-4 16,3 3-541-16,-4 0-109 0</inkml:trace>
  <inkml:trace contextRef="#ctx0" brushRef="#br0" timeOffset="195944.927">19913 8015 1810 0,'0'0'40'0,"0"0"8"0,0 0 1 0,0 0 3 0,3 0-42 0,3 0-10 0,0 0 0 0,0 0 0 16,3-3 63-16,0 0 10 0,0 1 3 0,0-1 0 15,2 3-13-15,-2-3-3 0,3 1 0 0,0-1 0 16,0 1-14-16,0 2-3 0,0-3-1 0,0 0 0 16,0 1-24-16,0-1-5 0,-3 0-1 0,-1 1 0 15,1 2-12-15,0 0 0 0,-3-3 0 0,3 0 0 31,0 3-30-31,-3 0-6 0,0 0 0 0,0 0-1 16,0 3-43-16,-6-3-9 0,3 3-2 0,-3-3-553 0,3 5-110 0</inkml:trace>
  <inkml:trace contextRef="#ctx0" brushRef="#br0" timeOffset="196189.194">19975 8142 1310 0,'0'0'37'0,"0"0"8"0,0 0-36 0,0 0-9 16,0 0 0-16,0 0 0 0,0 0 130 0,0 0 24 16,0 0 5-16,0 0 1 0,3 0-68 0,3 0-12 15,0 0-4-15,0 0 0 16,0 0-18-16,0-3-4 0,0 3-1 0,0 0 0 0,0 0-11 0,3 0-2 16,-3-3-1-16,0 3 0 0,3 0-14 0,0 0-2 15,-3 0-1-15,3 0 0 0,-3 0-22 16,3 3 9-16,-1-6-9 0,1 3 0 0,0 0-9 0,0-2-9 15,0 2-2-15,3-3-719 16,0 1-144-16</inkml:trace>
  <inkml:trace contextRef="#ctx0" brushRef="#br0" timeOffset="196574.381">20345 8007 1552 0,'0'0'44'0,"0"0"10"0,0 0-43 0,0 0-11 0,0 0 0 0,0 0 0 15,-3-6 133-15,3 6 25 0,0 0 5 0,0 0 1 16,0 0-64-16,0 0-12 0,-6 3-2 0,6-3-1 15,-6 0-33-15,0 5-6 0,3-2-2 0,-3 2 0 16,0 1-13-16,3 2-3 0,-3-3-1 0,0 3 0 16,0 0-4-16,3 0-1 0,-3 0 0 0,0 0 0 15,3 2-6-15,0-2-2 0,0-3 0 0,0 3 0 16,3 3-14-16,0-6 9 0,0 1-9 0,0 1 8 16,3 1-8-16,-3-2 0 0,3 2 0 0,3-3 0 15,0 3 0-15,0-6 0 0,0 4 0 16,0-1 0-16,3 0 0 0,0-2 0 0,0 0 0 0,0-1 0 15,3 1 0-15,-1-3 0 0,1 0 0 0,0-3 0 16,0 3 0-16,0-2 0 0,-3-1 0 0,3 0 0 0,-3 1 0 16,0-4 16-16,0 4-2 0,0-4-1 0,0-1 8 15,-3 1 2-15,-1 1 0 0,1 0 0 16,-3-3 1-16,3 2 0 0,-3-1 0 0,0-1 0 0,-3 0-7 16,0 0-1-16,0-3 0 0,-3 1 0 15,3 2-8-15,-3 0-8 0,-3-3 12 0,0 0-12 0,1 4 0 16,-4-1 0-16,-3 0 0 0,-3 2 0 15,0-2-24-15,0 3-8 0,-3-3-1 16,-6 3-1-16,4 0-130 0,-4-1-25 0</inkml:trace>
  <inkml:trace contextRef="#ctx0" brushRef="#br0" timeOffset="-213141.073">16082 6840 1666 0,'0'0'36'0,"0"0"8"0,0 0 2 0,0 0 2 0,0 0-39 0,0 0-9 15,0 0 0-15,0 0 0 0,0 0 67 0,3 3 11 16,-3-3 2-16,0 0 1 0,0 0 10 0,6 2 1 16,-6-2 1-16,3 3 0 0,3-1-41 0,-3 1-9 15,0 2-2-15,3 1 0 0,-3-4-13 0,0 4-2 0,3 2-1 16,0-3 0-16,0 3-7 0,-3-3-2 0,3 3 0 0,0 0 0 15,-1 0-5-15,-2 0-2 0,3 0 0 0,0 2 0 16,-3 1-9-16,3 0 12 16,0 2-12-16,0 0 12 0,0-2-12 0,0 4 0 0,0-1 0 0,0 2 8 15,0-1-8-15,0 1 0 0,0 0 0 0,0 3 0 16,0-3 0-16,0-1 0 0,-3 1 9 0,3 0-9 16,-3-3 0-16,0 3 0 0,3 0 0 0,-3 0 0 15,0 0 0-15,-1-3 0 0,-2 3 0 16,3-3 0-16,0 1 0 0,-3 1 0 0,0 1 0 0,3 0 0 15,-3 3 0-15,0-3 0 0,0 2 0 0,-3 1 0 16,3 2 0-16,0-3 0 0,-3 1 0 0,3 2 0 16,-3-2 0-16,3-4 0 0,-2 4 0 0,-1-3 0 15,0 0 0-15,0-3 0 0,0 3 0 0,0 0 0 16,-3-3 0-16,3 0 0 0,0 0 0 0,-3 1 0 16,0-1 0-16,0 0 0 0,3-2 0 0,-3 2 0 0,3-3 0 15,-3 1 0-15,0 2 0 0,0-2 0 16,0-1 0-16,0-2 0 0,0 3 0 0,0-3 0 0,0 2 0 15,0-4 0-15,-3-1 0 0,3 3 0 0,1-3 0 0,-4 1 0 16,0-4 0-16,0 3 0 0,0-5-22 0,-3 3 1 16,3-3 0-16,-3 0 0 0,0 0 12 0,0 0 9 15,0 0-12-15,0-3 12 0,-2 1-18 0,2-3 3 16,-3 2 1-16,3-2 0 0,-3-1-2 0,0 1-1 0,3 0 0 16,-3-1 0-16,0-1 9 0,4-1 8 15,-4 0-12-15,3 0 12 0,0 0 0 16,0 0 0-16,0 0 0 0,0 0 0 15,3 0-58-15,0-3-5 0,0 3-1 0,0-2 0 0,0 2 52 0,4-3 12 0,-4 1 0 16,0-1 0-16,3-2 0 0,0 2 0 16,0-2 0-16,0 0 0 0,0 2 0 0,0-2 0 0,0 0 0 0,3-3 0 15,-3 3 14-15,3-3 6 0,0 0 0 0,-3 0 1 16,-3-2-21-16,3-1 0 0,0 1 0 0,0 2 8 16,-3-3 11-16,3 1 2 0,1 2 1 0,-4-3 0 15,3 3-5-15,0 1-1 0,3-1 0 16,-6 2 0-16,3-1-1 0,0-1-1 0,0 2 0 0,0-1 0 15,0-1-3-15,3 2-1 0,-3-1 0 0,0 1 0 16,3-4-10-16,-3 2 12 0,3 0-12 0,0 0 12 16,0-2-3-16,0-1 0 0,0 1 0 0,0-1 0 15,3 3-9-15,-3 0 12 0,3 0-12 0,0 3 12 16,0 0 8-16,0 0 3 0,3 2 0 0,-3 1 0 16,3 2-23-16,0 0 0 0,-3 0 0 0,3 0 0 0,0 0 0 15,0 3 0-15,0-1 0 0,0 1 0 16,0 0 0-16,0-1 0 0,0 1 0 0,0 0 0 15,0 2 0-15,0-2 0 0,0 0 0 0,-3 5 0 16,0-3 0-16,3-2 0 0,-3 5 0 0,0 0 0 16,0-3 0-16,0 3 0 0,0 0 0 0,0 0 0 0,0 0 0 0,0 0 0 15,0 0 0-15,0 0 0 0,0 0 0 0,0 0 0 16,-6-3 0-16,0 6 0 0,0 0 0 0,0 2 0 16,0 0 0-16,0 1 0 0,-3 2 0 0,3 2 0 15,-3-2 0-15,1 3 0 0,-4 2 0 0,3 0 0 16,0 3 0-16,-3 0 0 0,3 0 0 0,0-3 0 15,0 3 0-15,3 0 0 0,0-3 16 0,0 0-2 0,0 0 0 16,0-2 0-16,3 0-22 0,0-1-5 0,0-2-1 0,0 0 0 16,0-3 14-16,3-5 0 0,0 0-10 0,0 0 10 15,0 0-8-15,0 0 8 0,0 0-10 0,0 0 10 16,6 0 0-16,-3-5 0 0,3 0 13 0,0-6-4 16,0 1-9-16,0-1 0 0,0-2 0 0,0 0 0 15,0-3 0-15,3 0 0 16,-3 3 0-16,0-3 0 0,0 0 0 0,3 3 0 0,0-1 0 0,-3 1 0 15,3 3 0-15,-1-1 0 0,-2 3 0 0,3 0 0 16,-3 3 0-16,3-3 0 0,-3 3 0 0,0 2 0 16,3 3 26-16,0 0 3 0,-3 0 1 0,3 0 0 15,0 0 3-15,0 3 1 0,0 2 0 0,0 0 0 16,0 0-34-16,-1 3 0 0,4 0 0 0,-3 0 0 16,3 3 0-16,0-1 0 0,-3 1 0 0,3 2 0 15,0 0 0-15,-3 1-11 0,3 2 0 0,0-3 0 16,0 3-85-16,-1 0-16 15,1-1-4-15,3 4-1 0</inkml:trace>
  <inkml:trace contextRef="#ctx0" brushRef="#br0" timeOffset="-212268.65">16115 8250 1958 0,'-3'-5'43'0,"0"2"9"0,0-2 1 0,0 0 3 0,3-1-45 0,-3 1-11 16,3 0 0-16,-3 0 0 0,3-1 104 0,-3 1 20 16,3 2 3-16,0 3 1 0,0 0-52 0,0 0-9 15,0 0-3-15,0 0 0 0,0 0-51 0,-6 3-13 16,0 0 0-16,0 5 0 0,0 2 0 0,0 3 0 0,0 3 0 0,3 3 0 15,-3-1 0-15,0 1 0 0,3 2 0 16,-3 0 0-16,3-5 16 0,3 3 1 0,-3-1 0 0,3-2 0 16,0-3-17-16,3 0-19 0,0 3 4 0,0-3 1 31,3-2-20-31,-3-3-4 0,3 3-1 0,3-3 0 16,-3-6 9-16,3 3 2 0,-3-2 0 0,3-3 0 0,0 0 28 0,-3 0 0 0,3-5 0 15,-3 0 0-15,3-3 0 0,-3 0 0 16,0 0 0-16,0-3 0 0,-1 3 45 0,1-2 15 0,-3-1 4 0,3 3 0 15,-3-5-52-15,0 5-12 0,0-3 0 0,-3 1 0 16,3-1 0-16,-3 3 0 0,0 0 0 0,0 3 0 16,0 0 0-16,0 5 0 0,0 0 0 0,0 0 0 15,0 0 0-15,0 0 0 0,0 0 0 0,0 0 0 16,3 5 0-16,-3 3 0 0,3 3 0 0,-3-1 0 16,3-2 0-16,0 3 0 0,3-1 0 0,-3 1 0 15,3-1 0-15,0 1 0 0,3-3 0 0,-3 2 0 16,3 1 0-16,0-3 0 0,0-3 0 0,0 1 0 0,0-1 0 15,-1-2 0-15,1-1 0 0,-3 1 0 16,3-3-20-16,0-3-8 0,0 3 0 0,0-2-1 16,-3-4 46-16,3 1 10 0,-3 0 1 0,0-3 1 0,0 0 28 15,0 0 6-15,0-3 1 0,0 3 0 0,0-2-52 16,-3-1-12-16,3-2 0 0,-3 0 0 0,3-3 0 0,-4 3 9 16,4-3-9-16,0 0 8 0,-3 0-8 0,3 0 0 15,0 3 0-15,0-3 0 16,0 3-44-16,0 2-4 0,3-2 0 0,0 5-1 15,0 0-193-15,-3 0-38 0</inkml:trace>
  <inkml:trace contextRef="#ctx0" brushRef="#br0" timeOffset="-212042.426">16603 8314 1958 0,'0'0'43'0,"0"0"9"0,0 0 1 0,6-3 3 0,0-2-45 0,0 2-11 0,0-2 0 0,3 2 0 15,-3-2 53-15,3 0 9 0,0 2 2 0,-1-2 0 16,4-1 0-16,-3 1 0 0,3 2 0 0,0-2 0 16,0 3-48-16,0-4-16 0,3 4 9 0,-3-1-9 15,0-2 0-15,0 2 8 0,-4 0-8 0,4 1 0 16,-3 2 0-16,0 0-16 0,0-3 3 0,-3 3 0 31,-3 3-55-31,-3-3-10 0,0 0-2 0,0 0-581 0,0 0-116 0</inkml:trace>
  <inkml:trace contextRef="#ctx0" brushRef="#br0" timeOffset="-211774.996">16662 8420 1728 0,'0'0'38'0,"0"0"8"0,0 0 2 0,0 0 0 0,0 0-39 0,0 0-9 15,0 0 0-15,0 0 0 0,0 0 96 0,0 0 16 16,0 0 4-16,0 0 1 0,6 2-39 0,0 1-8 0,-3 0-2 15,3-1 0-15,-6-2 3 0,9 0 0 0,-3 0 0 0,0 0 0 16,3 0-57-16,-3 0-14 0,3 0 0 0,0 0 0 16,0 0 24-16,0-2 3 0,-3-1 0 0,3 3 0 15,3-3-19-15,-4 1-8 0,4-1 0 0,-3 0 8 32,3 1-30-32,-3-1-6 0,3-2-2 0,3-1 0 15,-3 1-78-15,3 0-16 0,-3-3-4 0,0 5-921 16</inkml:trace>
  <inkml:trace contextRef="#ctx0" brushRef="#br0" timeOffset="-211377.692">17166 8208 1839 0,'0'0'40'0,"0"0"9"0,0 0 2 0,0-5 1 0,0-1-42 0,0 6-10 0,0 0 0 0,0 0 0 16,0 0 89-16,0 0 16 0,0 0 3 0,0 0 1 15,0 0-42-15,0 0-9 0,0 0-2 0,0 0 0 16,0 0-18-16,0 0-4 0,0 0-1 0,-6 6 0 0,0-1-7 0,0 3-2 15,0 0 0-15,0 0 0 0,0 0-11 0,3 5-2 16,-3-3-1-16,0 4 0 0,3-1-10 0,0 0-9 16,0 0 9-16,0 1-13 0,0-4 13 0,0 1 0 15,3-1 0-15,0 1 0 0,0 0 0 0,3-4 12 16,-3 1-3-16,3 0 0 0,3 0-9 0,-3 0 0 16,3-5 0-16,0 2 0 0,3 0 0 0,0-2 0 15,0 0 0-15,3-1 0 0,-4-2 0 16,4-2 0-16,0 2 0 0,0-3 0 15,3 0 0-15,-3 1 0 0,0-1 10 0,0-2-10 0,0-3 25 0,0 3-1 16,0-1-1-16,-4-2 0 0,4-2 9 0,-3 2 1 16,0-3 1-16,-3-2 0 0,0 2-5 0,0-2-1 15,0 0 0-15,0-3 0 0,0 3-8 0,-3 0-1 16,0-3-1-16,-3 3 0 0,3-1-6 0,-3 1-2 0,0 3 0 0,-3-1 0 16,0-2-10-16,0 5 10 0,-3 0-10 0,0 0 10 15,0 3-10-15,-6-1 0 0,3 1 0 0,-6 0 0 31,0-1-34-31,1 4-2 0,-4 2-1 0,-3 0 0 16,0 0-159-16,-3 0-31 0</inkml:trace>
  <inkml:trace contextRef="#ctx0" brushRef="#br0" timeOffset="-209348.122">14576 6385 1306 0,'0'0'28'0,"0"0"7"15,0 0 1-15,0 0 1 0,-9 0-29 0,6 2-8 0,3-2 0 0,-6 0 0 0,6 0 104 0,-6 0 20 16,0 0 4-16,0 0 1 0,6 0-49 0,-9 3-11 16,3-3-1-16,0 0-1 0,-3-3-17 0,3 3-3 15,-2 0-1-15,2 0 0 0,-3 0-5 0,0 0-1 16,0 0 0-16,0 0 0 0,-3 0-9 0,-3 0-3 16,3 0 0-16,-6 0 0 0,3 0-8 0,-2 0-3 0,-4 0 0 15,0 0 0-15,0 0-1 0,0-2 0 16,-3 2 0-16,1-3 0 0,2 1-7 0,-6 2-1 15,0-3-8-15,-6 0 12 0,4 1 0 0,-7 2-1 0,0-3 0 16,-2 3 0-16,2-3 1 0,0 3 0 0,3-2 0 16,1 2 0-16,2 0-12 0,0-3 0 0,3 3 0 15,-2 3 0-15,2-3 0 0,0 0 0 0,0 0 0 16,0 2 0-16,1 1 0 0,2-3 0 0,3 3 0 0,-3-1 0 16,3 1 0-16,0 0 0 0,4-3 0 0,2 2 0 15,0 1 0-15,0-3 0 0,3 2 0 16,3 1 0-16,0 0 0 0,0-3 0 0,0 2 0 0,3-2 0 15,0 3 0-15,0-3 0 0,0 0 0 0,6 0 0 16,-5 3-26-16,-1-3 2 0,0 0 1 0,0 2 0 16,3-2-32-16,-3 0-6 15,0 0-2-15,0-2-657 0,-3 2-131 0</inkml:trace>
  <inkml:trace contextRef="#ctx0" brushRef="#br0" timeOffset="-208787.322">13614 6155 1537 0,'0'0'33'0,"0"0"7"0,0 0 2 0,0 0 2 0,0 0-35 0,0 0-9 0,0 0 0 0,0 0 0 16,0 0 97-16,-6-3 18 0,6 3 3 0,-2-3 1 15,2 3-43-15,-6 0-8 0,6 0-1 0,-9 0-1 16,3 0-20-16,0 0-4 0,0 3-1 0,0 0 0 15,0-1-21-15,-3 4-4 0,0-4 0 0,0 3-1 16,0 3-15-16,-3 0 8 0,0 0-8 0,-3 6 0 16,1-4 0-16,-1 1 8 0,0 2-8 0,0 3 0 15,0-6 0-15,3 4 0 0,-3-1 0 0,0 0 0 16,3 0 0-16,1-2 0 0,2-1 8 0,-3 1-8 0,3 0 0 16,0-1 0-16,0 1 0 0,0-1 0 15,3-2 0-15,0 0 0 0,0 0 0 0,3 0 0 0,0 0 0 16,3 0 0-16,0 0 8 0,0 0-8 0,3 0 12 15,0-3-1-15,0 0 0 0,3 1 0 0,-3-1 1 0,6 0 1 16,-3-2 0-16,3 2 0 0,0-2 3 0,0 2 0 16,0-2 0-16,3 2 0 0,-1-2-1 0,1-3 0 15,3 2 0-15,0 1 0 0,3-3-15 0,0 3 8 16,0-1-8-16,3 1 0 0,-4 0 0 0,4-1 0 16,0 1-8-16,0 2 8 15,-3-2-132-15,0 2-20 0,-1 0-4 16,-2-2-852-16</inkml:trace>
  <inkml:trace contextRef="#ctx0" brushRef="#br0" timeOffset="-207047.309">12239 5681 1497 0,'0'0'32'0,"-9"0"8"0,-3-3 0 0,1 1 4 0,-4-4-36 0,0 4-8 16,0-1 0-16,-3 0 0 16,-3-2 53-16,-3 2 9 0,4 1 2 0,-4-1 0 0,0 1 0 0,-3-1 0 15,3 0 0-15,-3 1 0 0,1 2-1 0,-1 0 0 16,0 0 0-16,3 2 0 16,1 1-92-16,-4 0-19 0,6 2-3 0,-3-3-1 0,0 4 33 0,-3-1 7 15,1 0 0-15,-1 1 1 0,-3 2 11 0,3-3 0 16,-2 3 0-16,-1 2 0 0,3 1 0 0,0 0 0 15,3 2 0-15,-2 3 0 0,5 0 0 0,0-3 0 0,0 3 0 0,3 0 0 16,3-1 49-16,-2 1 12 0,2 0 3 0,-3 0 0 16,3 0-52-16,3 0-12 0,-3 2 0 0,0-2 0 15,0-3 0-15,3 3 0 0,1 0 0 0,-1-3 0 16,-3 3-11-16,3-2-5 0,0-1 0 0,0 0-1 16,0 0 17-16,3 3 0 0,0-3 0 0,0 3 0 15,0 3 10-15,0-3 6 0,1 2 0 0,2 1 1 16,3 2-27-16,0-3-6 0,0 3 0 0,0 1-1 15,0-1 27-15,3 0 6 0,0-5 0 0,0 0 1 16,3 2-17-16,-3-2 0 0,3 0 0 0,-3 0 0 16,3 0 0-16,3-3 0 0,-3 0 0 0,2 3 0 15,1-3 0-15,0 3 0 0,0-5 0 0,3 5 0 16,0-3 0-16,0 3 0 0,0-3 0 0,3 3 0 16,-3 0 0-16,3 0 10 0,0 0-10 0,3-3 8 0,-3 0-8 15,2 3 0-15,1-3 0 0,-3 0 0 16,3 1 0-16,0-4 8 0,0 1-8 0,0-1 0 0,0 4 0 15,-1-7 0-15,4 4-12 0,0 0 12 0,0-3 0 16,6 0 0-16,0-3 0 0,-1 3 0 0,1-3 0 0,6 0 8 16,-3 3 2-16,3-2 0 0,-1-1-10 0,-2-3 0 15,0 4 0-15,0-4 8 0,-3 4-8 0,2-4-17 16,4 1 4-16,0 0 1 0,0-1 12 0,2 1 0 16,4-3 0-16,6 3 0 0,-6-1 12 15,2 1 6-15,-2-3 1 0,0 0 0 0,-4 0-10 0,4 0-1 16,0-3-8-16,0 3 12 0,2-2-1 0,-2 2-1 15,0-3 0-15,2 3 0 0,-5-3-10 0,0 1 0 0,0 2 9 16,-4-3-9-16,-5-2 24 0,3 2 1 0,0-2 0 0,-3 2 0 16,2-2-25-16,-2 2 0 0,3-2 0 0,0 0 0 15,0-1 0-15,-1 4 0 0,1-4 0 0,-3 4 0 16,0-4 0-16,0 1 0 0,-4-3 0 0,1 6 0 16,0-4 56-16,-3 1 7 0,0 0 1 0,0-3 0 15,-3 2-52-15,2 1-12 0,-2-3 0 0,0 0 0 16,0-2 0-16,0 2 0 0,0-3 0 0,3 1 0 15,-3-1 28-15,-1-2 2 0,1 0 1 0,-3-1 0 16,3 1-15-16,-3 0-2 0,3-3-1 0,-3 3 0 16,0 0 2-16,-3 2 0 0,0-2 0 0,0-1 0 15,-1 4 0-15,-2-1 0 0,0-2 0 0,0 3 0 16,-3-1-3-16,0-2-1 0,0 2 0 0,0-2 0 16,-3 0-2-16,0-1 0 0,0 4 0 0,0-3 0 15,-3-1-9-15,3 1 10 0,-3 0-10 0,0-3 10 16,0 3-10-16,0 0 10 0,0-3-10 0,-3 0 10 15,3 0-10-15,-3 0 0 0,1 0 9 0,-1 0-9 16,0 0 0-16,-3 1 8 0,0-1-8 0,0 0 0 16,0 3 0-16,0-1 0 0,0 1 0 0,-3 3 0 0,3-4 0 0,-3 6 0 15,3-2 0-15,-3-1 8 0,4 1-8 0,-4-1 0 16,0 0 0-16,0 4 0 0,3-4 0 0,-3 0 0 16,0 1 0-16,3-1 0 0,-3 1 0 0,0-1 0 15,3 3 0-15,-3-3 0 0,4 1 0 0,-1-1 0 16,-3 1 0-16,3-1 0 0,-3-2 0 15,0 0 0-15,0 2 0 0,-3-2 0 0,0 2 0 0,0-2 0 0,1 2 0 16,-1 1 0-16,0-1 0 0,-3 1 0 0,3-1 0 0,-3 1 0 16,-3 2 0-16,6 0 0 0,-2 0 0 0,-1 0 0 15,0 3 0-15,0-1 0 0,3 1 0 16,-3 0 0-16,3 2 0 0,0 0 0 0,1 3 0 0,-1-8 0 16,3 6 0-16,-3-1 0 0,0 0 0 0,0 1 0 15,0-1 0-15,0 1 0 0,-2-1 0 0,-1-2 0 16,-3 2 0-16,3 0 0 0,-3 1 0 0,-3-1 0 15,1 0 0-15,2 3 0 0,-3 0 0 0,0 0 0 16,3 0 16-16,0 0 1 0,4 0 1 0,-1 3 0 16,0-3-18-16,0 3 0 0,3-3 0 0,-6 0 0 15,6 2-48-15,-3-2-12 0,-2 3-4 0,2-3 0 16,0 0 0-16,0 3 0 0,0-3 0 0,0 5 0 16,0-2-102-16,4-1-21 0,-1 3-4 0,0 1-1 15</inkml:trace>
  <inkml:trace contextRef="#ctx0" brushRef="#br0" timeOffset="-206509.399">11394 6200 1728 0,'0'0'38'0,"0"0"8"0,-3-8 2 0,0 2 0 0,3 4-39 0,-3-4-9 0,3 1 0 0,0 5 0 15,0 0 104-15,0 0 20 0,0 0 3 0,-3-3 1 0,3 3-52 0,0 0-9 16,0 0-3-16,0 0 0 0,0 0 0 0,0 0 0 16,0 0 0-16,-3 6 0 0,3 2-51 0,0 2-13 15,0 1 0-15,3 5 0 0,-3-3 0 0,3 3 0 16,-3 2 0-16,0 1 0 0,0-3 0 0,3 2 0 16,-3 1 0-16,0-3 0 0,3 0 0 0,-3 2 0 15,0-2 0-15,3 0 0 0,-3 0 0 0,0 0 0 16,3-3 0-16,-3 0 0 15,0 3-48-15,0-3-13 0,0-2-3 0,0 2 0 16,0-2-51-16,3-1-10 0,-3-2-3 0,0 0 0 0</inkml:trace>
  <inkml:trace contextRef="#ctx0" brushRef="#br0" timeOffset="-206256.322">11632 6120 1918 0,'-6'-2'42'0,"3"-6"9"0,3 2 1 0,-3 1 3 0,0 0-44 0,3 5-11 0,0-6 0 0,0 6 0 16,0 0 96-16,0 0 16 0,0 0 4 0,0 0 1 15,0 0-57-15,0 0-11 0,0 0-2 0,-3 6-1 16,3 2-28-16,-3 0-6 0,3 2 0 0,0 3-1 16,0 1-11-16,0 2 0 0,0 2 0 0,3 3 0 15,-3 0 0-15,0 3 0 0,0 0 0 0,0 0 8 16,0-3-8-16,0 0 0 0,0 0 0 0,0 1 0 15,0-1-16-15,-3 0-4 0,3-3-2 0,-3 1 0 16,-3-3-132-16,3 2-26 0,-3-2-6 0,3 0-1 16</inkml:trace>
  <inkml:trace contextRef="#ctx0" brushRef="#br0" timeOffset="-206003.104">11421 6356 1958 0,'0'0'43'0,"0"0"9"0,0 0 1 0,0 0 3 0,0 0-45 0,0 0-11 0,0 0 0 0,0 0 0 16,3-3 53-16,-3 3 9 0,6 0 2 0,-3 0 0 15,3 0 0-15,-3 3 0 0,2-3 0 0,4 2 0 16,-3-2-52-16,3 3-12 0,0 0 0 0,0-3 0 15,0 2 0-15,3 1 0 0,0 0 0 0,0-1 0 16,0-2 0-16,0 3-10 0,2-3 0 0,-2 0-702 16,6 0-140-16</inkml:trace>
  <inkml:trace contextRef="#ctx0" brushRef="#br0" timeOffset="-205810.907">11837 6223 1958 0,'0'0'43'0,"0"0"9"0,-3-5 1 0,-3 2 3 0,4-2-45 0,2 5-11 16,0-5 0-16,-3 0 0 0,3-1 104 0,0 6 20 15,0-2 3-15,0 2 1 0,0 0-52 0,0-6-9 16,0 6-3-16,0 0 0 0,0 0-51 0,0 0-13 16,0 0 0-16,0 0 0 15,0 0-151-15,0 0-33 0,0 0-6 0,0 0-2 0</inkml:trace>
  <inkml:trace contextRef="#ctx0" brushRef="#br0" timeOffset="-205617.284">11823 6533 1792 0,'0'0'51'0,"0"0"10"0,0 0-49 0,0 0-12 0,0 0 0 0,0 0 0 15,0 0 105-15,0 0 19 0,0 0 3 0,0 0 1 16,3 0-52-16,2-3-9 0,-2 3-3 0,-3 0 0 15,6-2-51-15,-3-1-13 0,0 0 0 0,-3 3 0 16,6-2 0-16,0 2 0 0,-3-3 0 0,3 0 0 31,0 3-169-31,0-2-37 0</inkml:trace>
  <inkml:trace contextRef="#ctx0" brushRef="#br0" timeOffset="-204390.825">12156 6226 1683 0,'0'0'48'0,"0"0"10"0,0 0-46 0,0 0-12 15,-3-3 0-15,3 3 0 0,0 0 141 0,-3-2 27 0,3 2 4 0,0 0 2 16,0 0-74-16,0 0-14 0,0 0-3 0,0 0-1 15,0 0-42-15,0 0-9 0,0 0-2 0,0 0 0 16,-6 5-15-16,6 0-3 0,-3 3-1 0,3 3 0 16,0-3-10-16,0 2 0 0,0 4 0 0,3-1 0 15,-3 0 0-15,3 0 0 0,-3 1 0 0,3-1 0 16,0 0 0-16,-3 0 0 0,3 0 0 16,0 1 0-16,-3-1 0 0,3 0 0 0,-3 0 0 0,0-2 0 15,0 2 0-15,0-2 0 0,0-3 0 0,0 5 0 31,0-5-23-31,-3 2-3 0,3 1-1 0,0-3 0 0,0 0-15 0,-3 0-3 0,3 0-1 16,0-3 0-16,0-5-168 0,0 0-34 0,-9 0-6 16,9 0-2-16</inkml:trace>
  <inkml:trace contextRef="#ctx0" brushRef="#br0" timeOffset="-204047.008">12403 6173 1608 0,'0'0'45'0,"0"0"11"0,0-8-44 0,0 6-12 16,-3-4 0-16,3 6 0 0,3-5 128 0,-3 5 24 0,0 0 5 0,0-5 1 15,3-1-61-15,-3 6-12 0,0 0-2 0,0 0-1 16,0 0-37-16,0 0-7 0,0 0-2 0,0 0 0 16,0 6-12-16,3-1-4 15,0 3 0-15,-3 0 0 0,3 2-9 0,-3 1-3 16,0 0 0-16,3 2 0 0,-3 0 0 0,3 0 0 0,-3 0 0 0,0 3 0 15,0 0-8-15,0-3 0 0,0 3 0 0,0 0 0 16,3-3 0-16,-3 1 0 0,0-1 9 0,3 0-9 16,-3 0 0-16,0 1 0 0,3-1 0 0,-3-3 8 15,0 4-8-15,3-4 0 0,-3 1 0 0,3-3 0 16,-3 2 0-16,0-2 0 0,3 0 0 0,-3 0 8 16,3 0-8-16,-3 0-10 0,3-3 10 0,-3 1-13 15,3-4-35 1,0 4-6-16,3-4-2 0,-3 1-701 0,2-1-141 0</inkml:trace>
  <inkml:trace contextRef="#ctx0" brushRef="#br0" timeOffset="-203730.96">12721 6181 1609 0,'0'0'35'0,"0"-5"7"0,3-1 2 0,0 1 2 0,0 0-37 0,0 0-9 16,0 2 0-16,-3-2 0 0,3 2 124 0,-3 3 24 15,3-3 4-15,-3 3 0 0,0 0-48 0,0 0-9 16,0 0-3-16,0 0 0 0,3 0-26 0,-3 0-6 16,0 0 0-16,0 0-1 0,3 3-22 0,0 2-4 15,0 1-1-15,0 2 0 0,0-1-3 0,0 4-1 16,-3 0 0-16,0-1 0 0,3 3-28 0,-3 1-12 0,0 2 1 16,0-1 0-16,0-1 47 0,0 2 10 15,0-1 2-15,-3-1 0 0,3 2-27 0,0-3-5 16,0 0 0-16,0 0-1 0,0-2-15 0,-3 2 0 15,3-2 0-15,0 2 0 0,0-3 0 0,-3 1 0 16,3-3 0-16,-3 0 0 0,0 2 0 0,3-2 0 0,0 3 0 0,-3-3 0 16,3 3-16-16,0-1-7 0,0 1-1 15,0-1 0 1,0 1-177-16,3-1-36 0,12 9-7 0,-6-1-2 0</inkml:trace>
  <inkml:trace contextRef="#ctx0" brushRef="#br0" timeOffset="-197256.345">13844 6938 912 0,'0'-3'340'0,"-3"3"-264"0,3 0-24 0,0 0 168 16,0 0-132-16,0 0 72 16,0 0-96-16,-3 3 16 15,0-1-44-15,-3 1 12 16,6 2-28-16,-6 3 8 15,6 0-16-15,-6 3 12 16,3 2-16-16,-3 6 4 16,6-1-4-16,-6 3-16 15,6 3 4-15,-3 0-4 16,3 0 0-16,0 0-20 16,3-3 16-16,-3-3-12 15,3-2 12-15,0-3 0 16,3-2 4-16,-3-3 16 15,3-3-4-15,0-5-4 16,0 0 4-16,0-5 56 16,3 0-32-16,-3-9 24 15,0 4-32-15,-1-11 96 16,1 5-64-16,-3-8 48 16,3 5-60-16,-3-7 40 0,0 7-44 15,0-2 24-15,0 5-32 16,-3 0 0-16,0 6-16 15,0 2-8-15,0 3 0 0,0-1 4 16,0 6-4-16,0 3-12 16,0 2 4-1,0 3-16-15,3 5 12 0,0 6 20 16,0 0-4-16,3-1-12 16,0 3 0-16,3-2-16 15,0-1 12-15,3-5-4 16,0 1 4-16,0-6 0 15,3 0 0-15,-4-8 8 16,1 2 0-16,-3-7 60 16,3 0-32-16,-3-6 24 15,0 0-32-15,-3-7 52 16,0 5-40-16,-3-8 28 16,3 2-32-16,-3-5 0 15,0 6-16-15,0-3-8 16,0 5 0-16,0-3-16 15,0 6 8-15,0 0-112 16,3 7 64-16,0 1-508 16,3 2 312-16</inkml:trace>
  <inkml:trace contextRef="#ctx0" brushRef="#br0" timeOffset="-196420.923">14299 7052 600 0,'-3'-8'224'0,"3"8"-176"0,-6-6-12 0,3 4 88 16,3 2-76-16,-6-6 16 15,6 4-40-15,-3-4-20 16,6 6-8-16,-3-2-136 16,0 2 72-16,0-3-152 15,0 6 120-15,0-3 16 16,0 0 52-16,0 0 136 16,0 0-56-16,0 0 176 15,0 0-124-15,-3 0 128 16,0 2-128-16,-3-2 96 15,6 3-112-15,-3-3 80 16,6 0-96-16,-3 0 36 16,0 0-60-16,0 0 80 15,0 0-68-15,0 0 52 16,3 0-64-16,0-3 76 16,6 3-68-16,0-2 60 15,3-1-60-15,3-2 68 16,3 2-68-16,3-2 16 15,2 2-36-15,-2-2-4 16,-3 5-16-16,0-3 12 16,-3 3-16-16,0-2 4 15,-3 4-4-15,-3-2-24 16,-1 0 8-16,-5 0-40 16,3 0 28-16,-6 0-72 15,3 0 52-15,-6 0-160 16,0 6 116-16,-3-1-460 15,1 3 304-15</inkml:trace>
  <inkml:trace contextRef="#ctx0" brushRef="#br0" timeOffset="-196073.449">14272 7213 984 0,'-3'3'368'0,"3"-3"-288"0,0 2-20 0,0-2 176 15,0 0-140-15,0 0 140 16,3 0-136-16,0-2 88 16,6 2-108-16,0-3 116 15,0 0-112-15,6-2 32 16,0 2-72-16,3-5 28 15,3 6-40-15,-1-6 0 16,1 3-20-16,0-3-16 16,0 2 0-16,-3-2-32 15,0 6 20-15,-4-4-72 16,1 4 48-16,-6-3-344 16,0 5 212-16,-3-6-824 15,3 6 556-15</inkml:trace>
  <inkml:trace contextRef="#ctx0" brushRef="#br0" timeOffset="-195715.718">14728 6951 1120 0,'6'-11'416'0,"-6"11"-324"0,3-5-24 0,-3 3 244 16,3 2-184-16,-3-3 196 15,0 0-188-15,0-2 72 16,0 5-120-16,0-3 36 16,0 6-68-16,0 0 12 15,0-1-40-15,-3 1 8 16,3 2-20-16,-3 6 0 16,0 2-8-16,-3 3-8 15,6 2 4-15,-3 6 4 16,6 0-4-16,-3 2 8 15,0 1-8-15,0-3-4 16,3 0 4-16,-3-6-16 16,3 1 8-16,0-4 4 15,0 1 0-15,-3-5-196 16,3 0 108-16,0-6-528 16,3 3 344-16</inkml:trace>
  <inkml:trace contextRef="#ctx0" brushRef="#br0" timeOffset="-194146.945">12486 6919 1016 0,'-3'-10'376'0,"0"7"-292"0,6 3-20 15,-3 0 236 1,3 0-176-16,0 0 80 16,3 3-116-16,0-1 52 15,0 9-80-15,0-3 20 16,3 2-44-16,-3 6 4 16,3 0-24-16,0 8 20 15,0 2-24-15,0 6 4 16,3 3-8-16,0 4-8 15,-1-2 4-15,-2 3 12 16,3-6-8-16,-3 3-4 0,0-5 0 16,-6 5 12-16,3 0-8 15,-9 3-28 1,3-3 8-16,-6 3-4 0,0-6 8 0,-6 1-20 16,6-6 16-16,-6-3-4 31,3-2 8-31,-5-6 16 0,5 1-4 0,-9-6-4 15,3 0 4-15,-6-5-4 16,3-2 0-16,-9-6 8 16,7 2-4-16,-10-7 52 15,3 0-32-15,-6-6 52 16,9 3-44-16,-5-10 36 16,5 4-36-16,-3-12 8 15,6 5-24-15,-8-11 8 16,11 3-12-16,-6-8 12 15,9 8-16-15,-3-3 4 16,3 6-4-16,-3-3-16 16,6 5 4-16,-2-5 12 15,5 5-4-15,-3-8-4 16,6 8 4-16,-3-10-16 16,6 7 8-16,-6-10 4 15,6 6 0-15,-3-4 8 16,6 6-4-16,-3-3-4 15,3 8 4-15,-3 1-4 16,3 4 0-16,-3 1-12 16,0 4 8-16,-3-1 12 0,6 7-4 15,-6-6-12-15,6 9 4 16,-3 0 12-16,3 2-4 0,-3 0-12 16,6 3 4-16,-6 0 12 15,0 6-4-15,-6-1-4 16,3 8 4-16,-6 1-4 15,7 1 0-15,-10 9-12 16,3 0 8-16,-6 5-16 16,3-2 12-16,0-1 4 15,3-2 4-15,0-6 0 16,3 1 0-16,0-9-12 16,6 1 8-16,0-11-16 15,3 0 12-15,0-13-24 16,6 2 20-16,0-13 12 15,6 6 4-15,0-9-4 16,3 4 4-16,0-4 4 16,3 9-4-16,0-4 16 15,0 9-12-15,-1-3 60 16,1 8-40-16,3 1 24 16,0 4-32-16,0 3 0 15,-3 3-12-15,-1 4-8 16,-2 4 4-16,0 2-24 15,3 3 12-15,0 5-276 0,0 3 152 16,0 3-928 0,0-1 584-16</inkml:trace>
  <inkml:trace contextRef="#ctx0" brushRef="#br0" timeOffset="-193335.263">12534 7941 1372 0,'-9'0'508'0,"9"0"-396"0,-9 8-32 0,0-3 168 31,6 0-152-31,-6 3 32 0,3 3-76 0,-3 5-24 16,3-1-16-16,-3 7-12 16,6-1 4-16,1 0-4 15,2 0 0-15,0-2-12 16,5-1 8-16,1-5-16 15,3 1 12-15,0-6-4 16,0-1 4-16,0-7 24 16,3 3-8-16,-3-11 60 15,0 3-40-15,0-8 60 16,0 2-52-16,-3-5 44 16,0 6-44-16,0-6 24 15,0 3-32-15,-3-1-8 16,0 4-12-1,0 2-8-15,-1 5 4 0,-2 3-16 16,3 3 8-16,0 2-24 16,3 6 16-16,0 2-40 15,0 0 32-15,3 0-20 16,0 1 24-16,3-4-8 16,3 1 12-16,0-6 24 15,0 0-4-15,-3-5 48 16,3 0-28-16,-4-5 72 15,4 2-52-15,-3-7 28 16,0 2-44-16,-3-8 0 16,3 3-20-16,-3-11 0 15,3 5-4-15,0-7-52 16,0 5 28-16,0-3-304 16,2 5 176-16,1 4-636 15,0 4 436-15</inkml:trace>
  <inkml:trace contextRef="#ctx0" brushRef="#br0" timeOffset="-193120.876">12971 8007 1172 0,'3'2'436'0,"-3"-2"-340"0,6 0-24 0,-3-2 240 16,3 2-184-16,3-6 144 16,3 4-160-16,0-6 64 15,3 3-104-15,3-3-20 16,0 2-32-16,3-4-8 15,-1 5-4-15,1-1-68 16,-3 4 32-16,-3-1-340 16,-3 6 204-16,-6-1-604 15,0 6 432-15</inkml:trace>
  <inkml:trace contextRef="#ctx0" brushRef="#br0" timeOffset="-192905.391">13049 8139 1092 0,'-12'5'404'0,"12"-5"-316"0,-6 6-24 16,3-6 248 0,6 0-184-16,-3 0 100 0,0 0-136 0,0-3 88 15,3 3-100-15,0-3 56 16,6 3-80-16,0-2 48 16,3-1-60-16,0-2-4 15,3 2-24-15,2-2-12 16,1 2 0-16,3-2-76 15,0 0 40-15,3-6-684 16,0 3 396-16</inkml:trace>
  <inkml:trace contextRef="#ctx0" brushRef="#br0" timeOffset="-192527.653">13397 7954 1216 0,'0'-13'448'0,"0"13"-348"0,0-11-28 0,-3 6 280 16,3 5-208-16,-3-3 144 15,3 3-168-15,-3 0 24 16,3 3-84-16,-3 2 16 16,3 3-44-16,-6 5-8 15,6 0-16-15,-3 3 4 16,6 3-8-16,-3-1 8 16,3 4-8-16,0-1-20 15,3-3 8-15,0-2-4 16,3 0 4-16,0-3-12 15,3-2 12-15,0-6 4 16,3 0 4-16,0-7 8 16,-1-1-4-16,1-5 60 15,3 3-36-15,-6-8 76 16,0-1-56-16,-6-7 0 0,3 3-28 16,-9-11 24-1,3 5-28-15,-9-8 12 16,0 6-16-16,-12-1-16 15,3 9 0-15,-12 2-120 0,7 8 68 16,-13 5-552-16,3 6 340 0</inkml:trace>
  <inkml:trace contextRef="#ctx0" brushRef="#br0" timeOffset="-179275.501">11659 4202 1497 0,'0'0'32'0,"0"0"8"0,0 0 0 0,0 0 4 0,0 0-36 0,0 0-8 0,0 0 0 0,0 0 0 15,0 0 104-15,-6 2 20 0,0 6 3 0,0 0 1 16,0 0-108-16,0 3-20 0,0 2 0 0,-3 3-13 15,0-3 13-15,3 3 0 0,-6 3 0 0,3-4 10 16,1 4-10-16,-1-6 0 0,0 3 0 0,0 0 0 16,-3 0 0-16,3-6 0 0,0 6 0 0,0 0 8 15,3-8-8-15,-3 3 0 0,0-1 0 0,0 1 0 16,3-3 0-16,0 0 0 0,0 2 0 0,0-2 0 16,3-5 0-16,1 0 0 0,-1 2 0 0,3-5 0 15,0 0 0-15,0 0 0 0,0 0 0 0,0 0 0 16,0 0 0-16,0-5 0 0,3-1 0 0,-1-2 0 0,4-5 34 15,0 3 2-15,0-1 0 0,3 0 0 0,0-2-19 16,3 0-3-16,0 0-1 0,0-1 0 16,3-1 2-16,-3 1 0 0,3 1 0 0,-3-5 0 0,2 2 3 15,1-3 1-15,0 1 0 0,0-1 0 0,-3 6 3 0,-3-3 1 16,3 3 0-16,-3 0 0 0,0 2-1 0,-3 0 0 16,0 3 0-16,2 1 0 0,-2 1 34 0,-3 1 6 15,3 2 2-15,-3 3 0 16,-3 0-52-16,0 0-12 0,6 3 0 0,-3 2 0 0,3 1 0 0,-3 1 0 15,3 4 0-15,-3 2 0 0,3-2 0 0,-3 2 0 0,3 0 0 16,-3 3 0-16,3-3 0 0,-3 1 0 16,3-4 0-16,-3 3 0 0,3-2 0 0,-3 0 0 0,0-3 0 0,3 2 0 15,-3 1 0-15,-3-3 0 0,6 0 0 0,-3 0 0 16,0 2 0-16,0-7 0 0,0 2 0 0,0 0 0 16,0 1 0-16,2-4 0 0,-5-2 0 0,6 8-782 15,0-8-159-15</inkml:trace>
  <inkml:trace contextRef="#ctx0" brushRef="#br0" timeOffset="-177808.859">11703 4281 1267 0,'0'0'28'0,"0"0"5"0,0 0 2 0,0 0 1 0,0 0-36 0,0 0 0 16,0 0 0-16,0 0 0 0,0 0 109 0,0 0 15 15,0 0 4-15,0 0 0 0,0 0-52 0,0 0-9 0,0 0-3 0,0 0 0 16,0 0-51-16,0 0-13 16,3 8 0-16,-3-3 0 0,0 6 0 0,0-3 0 0,0-3 0 0,0 6 0 15,0 2 54-15,0-2 8 16,0 2 2-16,0 0 0 0,0 0-52 0,0 3-12 0,0-3 0 0,0 3 0 16,3 0 0-16,-3 3 0 0,0-1 0 15,0 1 0-15,3 2 0 0,-3 0 0 0,3 3 0 0,-3 0 0 16,3 0 0-16,-3-1 0 0,3 1 0 0,0 3 0 15,-3-9 20-15,3 3 2 0,0 6 0 0,-3-9 0 16,0 1-35-16,0 2-7 0,0-2-2 0,0-1 0 16,0 3 37-16,0-2 7 0,0 2 2 0,0 3 0 15,0-3-39-15,-3 0-7 0,3 3-2 0,0-3 0 16,0 0 44-16,-3 0 9 0,3-2 2 0,0-3 0 16,0 2-16-16,0-2-3 0,0 0-1 0,0 0 0 15,0 2 1-15,0-4 0 0,0-1 0 0,0 0 0 16,0 0-3-16,0 1 0 0,0-1 0 0,3 0 0 15,-3 0-9-15,0-2 0 0,0-1 0 0,3 1 0 16,-3 2 0-16,0-2 0 0,0-1 0 0,0 1 0 16,0 2 0-16,0-2 0 0,0-1 0 0,0 1 0 15,0 5 24-15,0-8 0 0,0 2 0 0,0 1 0 0,0 0-11 16,3-3-2-16,-3 2-1 0,0-2 0 0,0-3-10 0,0 3 12 16,0 0-12-16,0-3 12 0,0 1-12 0,0-1 12 15,0-5-12-15,3 5 12 0,-3-5-12 0,0 6 0 16,0-4 0-16,0-2 0 0,0 0 19 0,3 6-2 15,-3-6 0-15,0 0 0 0,0 0-33 0,0 8-6 16,0-8-2-16,0 5 0 16,0-5-3-16,3 5-1 0,-3-5 0 0,0 5 0 15,0-5-11-15,0 8-2 0,0-8-1 0,0 6 0 16,0-6-118-16,0 5-23 0,-12 6-5 0,12-11 0 0</inkml:trace>
  <inkml:trace contextRef="#ctx0" brushRef="#br0" timeOffset="-177009.471">12034 4723 1792 0,'0'0'51'0,"0"0"10"0,0 0-49 0,0 0-12 0,0 0 0 0,-3-3 0 16,3 3 105-16,0 0 19 0,0 0 3 0,0 0 1 15,0 0-52-15,-6 3-9 0,0 0-3 0,0 5 0 16,6-6-51-16,-3 6-13 0,3 3 0 0,-3-1 0 15,3 1 0-15,0 2 0 0,0 0 0 0,0 1 0 16,3-4 0-16,-3 4 0 0,3-4 0 0,0 3 0 16,0-2 0-16,3 0 0 0,-3-1 0 0,0 1 0 15,3-1 0-15,0-2 0 0,0 0 0 0,0 0 0 16,0-3-48 0,0 1-13-16,0-1-3 0,-3-2 0 0,2-1 52 0,1-2 12 0,0-2 0 0,-3-1 0 15,0-2 0-15,0 2 0 0,0-2 0 0,0 2 0 16,0-8 48-16,0 4 13 0,0 1 3 0,0 1 0 15,-3-6-52-15,3 3-12 0,-3-2 0 0,3 2 0 16,-3 0 20-16,0 0 0 0,3-3 1 0,-3 4 0 16,0-1 18-16,0 2 3 0,0-2 1 0,0 3 0 15,0 0-35-15,0 5-8 0,0 0 0 0,0 0 0 0,0 0 0 0,0 0 0 16,0 0 0-16,0 0 0 0,6 8 0 0,-3 0 0 16,0 0 0-16,3 0 0 0,-3-1 0 0,3 4 0 15,0-3 0-15,-3 0 0 0,3-3 0 0,0 3 0 16,0-3 0-16,3 3 0 0,-3-5 0 15,0 0 0-15,-1 2 0 0,4-5 0 0,-3 3 0 0,0-3 0 16,0-3 0-16,0 3 0 0,0-5 0 0,-3 2 0 16,3-2 0-16,-3-1 0 0,3 1 0 0,-3 0 0 15,3 0 0-15,-3-3 0 0,0 0 43 0,3 0 6 0,-3 0 2 0,0 0 0 16,0 0-31-16,0-3-5 0,3 3-2 16,-3-2 0-16,0-1-13 0,3-2 0 15,-3 2 0-15,3 1 0 0,0-3 0 0,2-1 0 0,-2 1 0 16,3 3 0-1,-3 2-202-15,3-6-43 0,0 6-9 0</inkml:trace>
  <inkml:trace contextRef="#ctx0" brushRef="#br0" timeOffset="-176794.639">12442 4813 1778 0,'0'0'39'0,"0"0"8"0,0 0 1 0,0 0 3 0,6 0-41 0,0 0-10 0,2-3 0 0,-2 3 0 15,3-5 81-15,0 2 15 0,-3 1 2 0,3-3 1 16,-3 2-36-16,3-2-7 0,-3 2-2 0,3-2 0 0,0 2-28 16,0-2-6-16,-3 5 0 0,3-6-1 0,0 4-19 0,-3-3 10 15,3 2-10-15,-4 0 8 0,1-2-8 16,0 5 0-16,0-3 0 0,-6 3 8 16,0 0-160-16,0 0-32 0,0 0-6 0,0 0-2 0</inkml:trace>
  <inkml:trace contextRef="#ctx0" brushRef="#br0" timeOffset="-176572.852">12498 4924 1404 0,'0'0'31'0,"0"0"6"0,0 0 2 0,0 0 0 0,0 0-31 0,0 0-8 0,0 0 0 0,0 0 0 16,0 0 105-16,0 0 20 0,6-2 4 0,0-1 1 15,-3 0-34-15,3 1-6 0,-3-1-2 0,3 3 0 16,0-5-19-16,0-1-4 0,-3 4-1 0,3-1 0 15,0 0-7-15,0-2-1 0,0 3-1 0,0-4 0 16,0 4-37-16,0-1-7 0,2-2-2 0,1-1 0 16,-3 1-9-16,3 2 0 0,0-2 0 0,0 2 0 15,0-2-49 1,3 0-12-16,-3 0-3 0,3-1-1049 0</inkml:trace>
  <inkml:trace contextRef="#ctx0" brushRef="#br0" timeOffset="-176285.505">12903 4578 1728 0,'0'0'38'0,"0"0"8"0,0 0 2 0,0 0 0 0,0 0-39 0,0 0-9 16,0 0 0-16,0 0 0 0,0 0 104 0,0 0 20 16,0 0 3-16,0 0 1 0,0 0-52 0,0 0-9 15,0 0-3-15,0 5 0 0,0 5 0 0,0-4 0 16,0 2 0-16,-3 2 0 0,3 3-51 0,-3-2-13 15,3 0 0-15,0 2 0 0,-3 0 54 0,3 6 8 16,0-9 2-16,-3 3 0 0,3 3-52 0,0-2-12 16,0 1 0-16,-3 1 0 0,3-2 0 15,0-1 0-15,-3 0 0 0,3 3 0 0,-3-6 0 0,3 4 0 16,0-1 0-16,-3 0 0 0,3 0 0 16,0-2 0-16,0 2 0 0,0 3 0 15,0-5-100-15,0-1-22 0,3 6-5 0,-3-8-1 0</inkml:trace>
  <inkml:trace contextRef="#ctx0" brushRef="#br0" timeOffset="-165805.987">12052 10581 1573 0,'0'0'34'0,"0"0"7"0,0 0 2 0,0 0 2 0,0 0-36 0,0 0-9 16,3-2 0-16,0-4 0 0,0 4 70 0,0-1 12 16,3 0 2-16,0 1 1 15,-1-1-14-15,1 1-3 0,3-1-1 0,-3 0 0 0,3 1-39 0,3-4-7 16,0 4-1-16,0-4-1 0,0 4 36 0,6-4 7 15,0 4 2-15,2-4 0 0,1 1-52 0,3 0-12 16,3 0 0-16,0-1 0 0,-1 1 54 0,1 2 8 16,3-2 2-16,-3 0 0 15,-3 0-75-15,-1 2-14 0,-2 0-3 0,-3 1-1 0,0-1 29 0,0 3 0 16,0 0 8-16,-3 0-8 0,-4 0 12 0,1 3-12 0,0-1 12 16,-3 1-12-16,-3 0 20 0,0 2-2 0,0 0-1 15,-3 0 0-15,0 3-17 16,-3 3 0-16,0-1 0 0,0 4 0 0,-3 2 0 0,0-1 0 0,0 4 0 0,-3 5 0 15,0 2 0-15,0 3 0 0,-3 6 0 0,0-1 0 16,3-2 0-16,-2 0 0 0,2-3-8 0,0 0 8 16,-3-3-16-16,3 1 4 0,0-1 0 0,-3-2 0 15,3 3-28-15,0-4-6 16,0 1-1-16,-3 0 0 0,6 0 38 0,-3-6 9 0,3 3 0 0,-3 1 0 16,0-4-16-16,0 1-2 0,3-6 0 0,-3 3 0 31,3-3-25-31,0-2-5 0,-3-3 0 0,3 2-620 0,0-2-124 0</inkml:trace>
  <inkml:trace contextRef="#ctx0" brushRef="#br0" timeOffset="-165513.569">12337 10891 1854 0,'0'0'40'0,"0"0"9"0,0 0 2 0,0 0 1 0,0 0-41 0,0 0-11 0,0 0 0 0,0 0 0 16,6 3 98-16,3-3 18 16,-3 2 3-16,6-2 1 0,-3 0-32 0,3 0-7 0,3 0-1 0,-3 0 0 15,6 0-28-15,-3 3-7 0,2-3-1 0,-2-3 0 16,3 3-16-16,0 0-3 0,0-2-1 0,3-1 0 15,0 0-24-15,2-2 0 0,1 2 0 0,3-5 0 32,0-2-191-32,3 2-37 0,32-13-7 0,-17 0-1 0</inkml:trace>
  <inkml:trace contextRef="#ctx0" brushRef="#br0" timeOffset="-162066.56">13284 10894 1728 0,'-6'2'38'0,"3"1"8"0,-3 0 2 0,0-1 0 0,6-2-39 0,0 0-9 0,0 0 0 0,-3 5 0 0,3-5 106 0,0 0 19 15,0 8 4-15,3-5 1 0,0 2-51 0,3 1-11 16,0-4-1-16,0 1-1 16,6 0-18-16,-3-1-4 0,3-2-1 0,0 3 0 0,0-1-13 0,2-2-2 15,1 0-1-15,3 0 0 0,3 0-8 0,3 0-2 16,0 0 0-16,2 0 0 0,1 0-17 0,3 0 8 15,0 0-8-15,0-2 0 0,2-1 8 0,-2 1-8 16,0-1 0-16,0 0 0 0,-1 1 0 0,1-4 0 0,-3 4 8 16,3-4-8-16,-1 1 0 0,-2 2 0 0,-3-2 0 0,3 3 0 15,-3-4 0-15,-4 1 0 0,-2 2 0 0,0 1 0 32,0-4-24-32,-3 4-9 0,0-4-2 0,-3 4 0 15,-3-1-35-15,0 0-7 0,0 1-2 0,-4-1 0 16,1-2-108-16,0 2-21 0,-3 1-5 0</inkml:trace>
  <inkml:trace contextRef="#ctx0" brushRef="#br0" timeOffset="-161743.533">13891 10640 1886 0,'0'0'41'0,"0"0"9"0,0 0 2 0,0 0 1 0,-6-3-42 0,6 3-11 16,0 0 0-16,0 0 0 0,0 0 94 0,0 0 17 15,0 0 3-15,0 0 1 0,0 0-26 0,0 0-5 16,6 3 0-16,0 2-1 0,3-3-20 0,-3 4-4 16,6 2-1-16,-3-3 0 0,3 0-20 0,-3 3-4 15,0 0-1-15,3 0 0 0,-3 0-13 0,-1 0-4 16,1 3 0-16,3-1 0 0,-3-2-8 0,3 3-8 16,-3-1 9-16,-3 1-9 0,3-1 0 0,-3 1 8 15,0 0-8-15,0-1 0 0,0 1 0 16,-3-1 8-16,0 1-8 0,0 2 0 0,-3-2 0 0,0-1 0 15,0 1 0-15,-3 2 0 0,0-2 0 0,-3 2-8 16,0-2-1-16,0-1 0 16,-3 1-16-16,3-1-3 0,-3-2-1 0,0 3 0 15,0-3-13-15,0 0-2 0,0 0-1 0,0 0 0 16,-2-3-95-16,5 0-20 0,-3 0-3 0,0 1-881 0</inkml:trace>
  <inkml:trace contextRef="#ctx0" brushRef="#br0" timeOffset="-160607.721">15275 10616 1552 0,'0'0'44'0,"3"-6"10"0,3 1-43 0,-3 0-11 0,0 0 0 0,0-3 0 16,0 2 104-16,-3 1 20 0,0 0 3 0,-3-1 1 15,3 1-52-15,-3 0-9 0,-3 2-3 0,3 1 0 16,-3-4 0-16,-3 6 0 0,4-2 0 0,-7 2 0 16,3 2 0-16,-3 1 0 0,0 0 0 0,-3 5 0 15,0-3-51-15,0 5-13 0,-3 4 0 0,0-1 0 16,1 5-12-16,-1 4-4 0,0 1-2 0,3 4 0 16,0-1 18-16,0 1 0 0,3-1-8 0,0 1 8 15,4-1 0-15,2-2-8 0,3-3 8 0,0 3 0 16,3-3-15-16,0 0 4 0,6-2 1 0,0-1 0 15,2 1-24-15,1-3-5 0,6 0-1 16,0-3 0-16,3 0 5 16,0-2 1-16,3-1 0 0,3 1 0 0,-4-6 10 0,4 0 3 0,3 1 0 0,-3-4 0 15,0-2 21-15,-1-2 0 0,1-1 0 0,0-2 0 16,-3-1 47-16,-3-1 13 0,3-1 4 0,-4 0 0 16,1 0-52-16,-3-3-12 0,-3 3 0 0,0-2 0 15,-3 2 54-15,-3-3 8 0,0 3 2 0,-3-2 0 0,0-1 0 0,-3 0 0 16,0 1 0-16,-6-1 0 0,3 3-52 0,-6-2-12 15,0 2 0-15,0 0 0 0,-3 3 0 0,-3-3 0 16,0 2 0-16,-2 1 0 0,2 0 22 0,-6 2 2 16,0 3 0-16,0 0 0 0,-3 3-24 0,0-1-10 0,1 4 1 15,-4-1 0 1,3-2-56-16,0 5-11 0,0-3-3 0,1 3 0 16,5 0-90-16,-3 0-19 0,6 0-3 0</inkml:trace>
  <inkml:trace contextRef="#ctx0" brushRef="#br0" timeOffset="-160146.306">16118 10782 1646 0,'0'0'47'0,"0"0"9"0,6 3-44 0,3-3-12 16,0 3 0-16,0-1 0 0,2 1 96 0,4 0 18 0,3-1 3 0,3 1 1 15,0-3-55-15,6 3-11 16,2-3-3-16,4 0 0 0,0-3 12 0,3 0 3 0,-1 1 0 0,1-1 0 16,0-2-52-16,-1 2-12 0,4-2 0 0,0 0 0 15,-3-1 15-15,-1 1 0 0,1 0 0 16,-3-1 0-16,0 1-24 0,-4 0-5 0,-2 2-1 0,-3-2 0 15,0 2 15-15,-3 1 0 0,-4-1 0 0,-2 0 0 16,0-2-22-16,-3 2-2 0,0 1 0 0,-3-1 0 16,0 0-130-1,-3 1-26-15,0-1-6 0,-6-2-1 0</inkml:trace>
  <inkml:trace contextRef="#ctx0" brushRef="#br0" timeOffset="-159815.349">16838 10528 1954 0,'0'0'43'0,"-6"-2"9"0,0-1 1 0,-3 0 3 0,3 3-45 0,-3-2-11 15,3-1 0-15,0 3 0 0,1 0 105 0,5 0 19 16,0 0 4-16,0 0 1 16,0 0-52-16,0 0-10 0,3 5-3 0,2 1 0 0,1 2-26 0,6-3-6 15,0 0 0-15,0 3-1 0,0 0 0 0,3-3 0 16,0 3 0-16,3 0 0 0,-3-2-13 0,-1 2-2 15,1 0-1-15,-3-1 0 0,0 1-15 0,0 0-18 16,-3 0 4-16,3 3 1 0,-3-1 13 0,-3 1 0 16,3 0 0-16,-6 2 0 0,3 0 0 0,-6-2 0 15,3 2 0-15,-3 3 0 0,-3-3 0 0,0 0 0 16,-3 0 0-16,-3 1 0 0,3-1 0 0,-3 0 0 0,-3-2 0 16,0 2 0-16,0-5 0 0,-3 2-11 15,0 1 11-15,1 0-10 16,2-3-46-16,-3 2-8 0,3-2-3 0,-3 0 0 15,3-3-168-15,3 1-33 0</inkml:trace>
  <inkml:trace contextRef="#ctx0" brushRef="#br0" timeOffset="-159199.356">18332 10462 1578 0,'0'0'44'0,"-6"0"12"0,-3 0-45 0,4 0-11 0,-4 0 0 0,0 3 0 15,-3-3 48-15,0 3 7 0,-3-3 1 0,3 2 1 16,0 4 6-16,-3-4 1 0,3 3 0 0,-3 1 0 16,4 2-52-16,-4-3-12 0,0 3 0 0,3 2 0 15,0-2 0-15,0 0 0 0,6 0 0 0,0 0 0 16,3 3 0-16,0-3 0 0,3 0 0 0,3 2 0 16,0-2 54-16,6 3 8 0,0-1 2 0,3 1 0 15,0-3-52-15,3 0-12 0,-3 2 0 16,3-2 0-16,2 0 54 0,-2 0 8 0,3 0 2 0,0 0 0 15,0 0-52-15,-3 0-12 0,3 0 0 0,-4-3 0 16,1 3 8-16,-3 0-8 0,0 0 11 0,-3-3-11 16,0 3 9-16,-3 0-9 0,-3 0 0 0,0 0 9 15,-3 0-1-15,-3 0 0 0,0 0 0 0,-3 0 0 16,-3 0-8-16,0 0 0 0,-3 0 9 0,0 0-9 16,-3-3 0-16,1 3-16 0,-1-3 2 0,0 0 1 15,-3 3-19-15,3-5-4 0,-3 2-1 0,3-2 0 16,0 0-79-16,1-1-15 0,-4-2-3 0,0 0-1 0</inkml:trace>
  <inkml:trace contextRef="#ctx0" brushRef="#br0" timeOffset="-159013.95">18294 10409 1792 0,'0'0'51'0,"0"0"10"0,3-2-49 0,3-4-12 0,0 1 0 0,0 2 0 15,-1 1 90-15,4-1 15 0,0 3 3 0,0-2 1 16,3 2-61-16,3 0-12 0,0 0-2 0,0-3-1 16,3 3-33-16,0-3 0 0,2 3 0 0,4-2-663 15,0 2-129-15</inkml:trace>
  <inkml:trace contextRef="#ctx0" brushRef="#br0" timeOffset="-158580.479">19056 10645 1549 0,'0'0'44'0,"6"0"9"0,0 0-42 0,3 0-11 0,2 0 0 0,4 0 0 15,0 0 88-15,3 0 15 16,0 0 3-16,6 2 1 0,-3-2-13 0,5 0-2 0,-2 3-1 0,3-3 0 15,0-3-27-15,3 3-4 0,-4-2-2 0,4-1 0 16,0 1-21-16,3-1-4 0,-4 0-1 0,4-2 0 16,-3 5-18-16,0-3-4 0,-1 1-1 0,-2 2 0 15,3-3-9-15,-6 3 0 0,0 0 0 0,-1-3 0 16,-2 1 0-16,-3 2 0 0,0-3 0 0,0 0 0 31,0 1-32-31,-3-1-8 0,-1 3-1 0,-2-2-1 16,0 2-130-16,0 0-27 0,-3-3-5 0</inkml:trace>
  <inkml:trace contextRef="#ctx0" brushRef="#br0" timeOffset="-158258.214">19722 10449 1556 0,'-8'-8'44'0,"2"5"10"0,0-2-43 0,3 3-11 16,-3-4 0-16,3 4 0 0,3 2 98 0,0 0 18 15,-3-6 3-15,3 6 1 0,0 0-36 0,0 0-6 16,0 0-2-16,0 0 0 0,6 0-20 0,0 0-5 16,0 0-1-16,3 3 0 0,2 0-5 0,-2-1-1 15,3 4 0-15,0 1 0 0,0-1-8 0,0 2-3 16,0-3 0-16,0 3 0 0,0 0-10 0,0 2-3 16,-3-2 0-16,2 3 0 0,1 0-12 15,-3-1-8-15,0 1 10 0,-3-3-10 16,0 2 0-16,-3 1 8 0,0-3-8 0,-3 5 0 0,0-2 0 0,-3 2 0 15,0-3 0-15,0 4 0 0,-3-1 0 0,-3 0-12 16,3 3 1-16,-3-3 0 16,0 0-13-16,-2 1-4 0,2-1 0 0,-3 0 0 15,3-2-16-15,-3 2-4 0,0-5-1 0,0 2 0 16,0 1-104-16,0-3-21 0,0 0-4 0</inkml:trace>
  <inkml:trace contextRef="#ctx0" brushRef="#br0" timeOffset="-157597.661">20803 10407 1724 0,'0'0'38'0,"6"-6"8"0,-3 1 2 0,3 0 0 0,0 0-39 0,0-1-9 0,3-2 0 0,-3 3 0 16,0 0 93-16,0-1 17 0,-1 1 3 0,-2 2 1 15,3-2-40-15,-3 3-8 0,-3 2-2 0,0 0 0 16,3-3-23-16,-3 3-5 0,0 0 0 0,0 0-1 16,0 0-12-16,0 0-3 0,0 0 0 0,0 0 0 15,-6 3-11-15,0 2-9 0,-2 0 12 0,-4 0-12 16,0 3 9-16,0 3-9 0,-6-3 0 0,0 2 9 15,0 1-9-15,0 0 0 16,-2-1 0-16,-4 1 0 0,3-1 0 0,3 4 0 0,-3-4 0 0,0 3 0 16,1-2 0-16,2 0 0 0,-3-1 0 0,6 1 0 15,0-1 0-15,0-2 0 0,3 0 0 0,0 0 0 16,3 0 0-16,3-3 0 0,1 6 0 0,-1-6 0 16,3 3 0-16,3-2-9 0,3 1 9 0,0 1 0 15,3-2-9-15,2 2 9 0,1-3 0 0,3 3-9 16,3 0 9-16,0-3 0 0,0 0 0 0,3 1 0 0,3-4 0 0,2 1 16 15,1-3-4-15,6 0-1 0,-3 3 5 0,3-3 2 16,-1 0 0-16,1 0 0 0,0 0-9 0,-3 2-1 16,-1-2-8-16,1-2 12 0,0 2-12 0,-3 0 0 15,-3-3 0-15,-3-2 0 0,2 2-15 0,-2-2-5 16,-3-1-2-16,0 1 0 16,0 2-52-16,-6-2-10 15,3 0-3-15,-6 0-989 0</inkml:trace>
  <inkml:trace contextRef="#ctx0" brushRef="#br0" timeOffset="-157286.836">20824 10393 1980 0,'0'0'44'0,"-3"-5"8"0,0 3 3 0,3 2 0 0,0 0-44 0,0 0-11 0,0 0 0 0,0 0 0 16,0 0 103-16,0 0 18 0,0 0 4 0,0 0 1 15,6 2-47-15,0 3-10 0,0 1-1 0,0 2-1 16,-3 0-22-16,3 2-4 0,0 1-1 0,-3 2 0 16,2 0-10-16,-2 1-2 0,3 4-1 0,-3-2 0 15,3 2-7-15,-3-2-2 0,0 3 0 0,3 2 0 16,-3 0-6-16,0 3 0 0,3 0-1 0,-3 2 0 16,3 1-11-16,-3 2 8 0,0-3-8 0,0 1 8 15,0-1-8-15,-3-2 0 0,3 0 0 0,-3 0 0 16,3-3 0-16,-3-3 0 0,3 3 8 0,-3-5-8 15,0 0 0-15,0 0 0 0,0 0 0 0,0 0 0 16,-3 0-28-16,3 0-7 0,0-3-1 16,-3 0-1-16,3 0-146 0,0-2-29 0,0 13-5 15,0-14-2-15</inkml:trace>
  <inkml:trace contextRef="#ctx0" brushRef="#br0" timeOffset="-156697.32">20955 11716 1522 0,'0'0'33'0,"0"0"7"0,0 0 2 0,0 0 2 0,0-2-36 0,0 2-8 16,0 0 0-16,0 0 0 0,0 0 88 0,0 0 16 16,0 0 4-16,0 0 0 0,0 0-27 0,0 0-5 15,-3 2 0-15,0 6-1 0,0 0-19 0,3 0-3 16,-3 3-1-16,0-1 0 0,0 4-13 0,3-1-3 15,-3 3-1-15,3 0 0 0,-3 2-5 0,0 3-1 16,3 1 0-16,-3 4 0 0,3-2-5 0,-3 0 0 16,3-1-1-16,0 1 0 0,-3 0-12 0,3-3-3 15,0 0 0-15,3 3 0 0,-3-5-8 0,0-1 0 16,3 1 9-16,0-1-9 0,0-4 0 0,-3 1 8 0,3-1-8 0,0-1 0 16,0 0 0-16,0-2 0 0,0 2 0 0,0-3-12 15,-3-2-4-15,0 3 0 0,0-3-1 0,0 0 0 31,0 0-243-31,-3-3-48 0,3-5-9 0,-9 3-3 0</inkml:trace>
  <inkml:trace contextRef="#ctx0" brushRef="#br0" timeOffset="-156333.679">20633 12187 1792 0,'0'0'51'0,"0"0"10"0,0 0-49 0,0 0-12 15,0 0 0-15,0 0 0 0,0 0 98 0,0 0 17 16,0 0 3-16,0 0 1 0,0 0-37 0,0 0-7 16,0 0-2-16,6 0 0 0,0 0-7 0,-3 3-2 15,3-3 0-15,0 5 0 0,0-2-51 0,3 0-13 16,0 2 0-16,0 0 0 0,0 3 0 0,0 0 0 16,0 0 0-16,0 3 0 0,2-3 22 0,1 0 2 15,-3 2 0-15,3 1 0 0,3-1-24 0,0-2 8 16,0 3-8-16,0-1 0 0,0-2 0 0,-1 0 0 15,1-2 0-15,0-1 0 16,3 0-16-16,0-2-8 0,-3-1-2 0,-3 1 0 0,3-3 26 0,0-3 0 0,-4 3 0 16,4-5 0-16,0 0 46 0,-3 0 14 0,3-3 4 0,-3 0 0 15,3 0-52-15,0 0-12 0,0-3 0 0,-1 1 0 32,1-1-20-32,0-2-6 0,0 2-2 0,-3 1 0 0,3-1 10 15,-3 1 2-15,0 2 0 0,3-3 0 16,-7 0-47-16,4 3-9 0,-6-2-1 0,0 2-689 0,0 0-138 15</inkml:trace>
  <inkml:trace contextRef="#ctx0" brushRef="#br0" timeOffset="-155459.921">20708 13143 1728 0,'0'0'38'0,"0"0"8"0,0 0 50 0,0 0-87 0,0 0-9 0,0 0 0 0,0 0 0 15,0 0 104-15,3-6 20 0,0 1 3 0,3 2 1 16,0-2 0-16,2 0 0 0,1 0 0 0,3 2 0 15,3-2-103-15,0 2-25 0,3-2 0 0,0 2 0 16,3 3 56-16,-1-3 7 0,1 1 1 0,-3 2 0 16,3 0-52-16,0-3-12 0,-3 3 0 0,-3-3 0 0,2 3 0 15,-2-2 0-15,0 2 0 0,0 0 0 16,-3 0 0-16,0 0 0 0,-3 2 0 0,0 4 0 0,-3-4 0 16,0 4 0-16,-3-1 0 0,0 3 0 0,-3 0 0 0,-3 2 0 15,0 1 0-15,-3 0 0 0,0-1 0 0,-3 1 0 16,0-1 0-16,0 4 0 0,0-4 0 0,0 1 0 15,-3 2 0-15,3-2 0 0,-3-1 0 0,3-2 0 16,1 3 0-16,-1-1 0 16,0-2-48-16,3 0-13 0,-3-3-3 0,3 3 0 15,3-2 52-15,0-1 12 0,0 0 0 0,3-5 0 0,3 6 0 0,0-1 0 0,0-3 0 16,3 1 0-16,-3 0 0 0,3-1 0 0,3-2 0 16,-3 3 0-16,3-3 0 15,-1 3 0-15,-2-1 0 0,3-2 0 0,0 3 0 0,0-3 0 16,-3 3 0-16,0-1 0 0,0 1 48 0,0 0 13 0,0-1 3 15,-3 4 0-15,-3-6-52 0,3 5-12 0,-3 0 0 16,0 3 0-16,0 0 0 0,-3 0 0 0,-3 0 0 0,0 0 0 16,-3 2 0-16,0-2 0 0,0 3 0 0,-6-1 0 15,0 1 0-15,-2 0 0 0,-1-3 0 0,-3 2 0 16,0 1 0-16,-3-1 0 0,0-2 0 0,1 6 0 16,-4-7 0-16,3 4 0 0,3 0 0 0,-3-3 0 15,4-1-48 1,-1 1-13-16,3-2-3 0,0-4 0 0,0 1-39 0,3 0-8 15,3-3-1-15,0 0-605 0,-2-3-121 0</inkml:trace>
  <inkml:trace contextRef="#ctx0" brushRef="#br0" timeOffset="-154975.626">19571 13503 1728 0,'0'0'38'0,"0"0"8"0,-3-6 2 0,0 4 0 0,3-6-39 0,0 2-9 0,3 1 0 0,-3 0 0 16,3-1 53-16,3 1 9 0,-3 0 2 0,3 0 0 15,-1 2 0-15,4-2 0 0,0 2 0 0,0 0 0 16,3-2 0-16,3 2 0 0,0 3 0 0,3-2 0 15,3-1-52-15,-1 3-12 0,1-2 0 0,6-1 0 16,-3 0 54-16,3 3 8 0,5-2 2 0,4 2 0 16,0-3-52-16,3 0-12 0,-1 1 0 0,1-1 0 15,0 0 0-15,-4 1 0 0,-2-1 0 0,0 0 0 16,-3 1-48-16,-4-1-13 0,1 0-3 16,-3 1 0-16,-3-1 0 0,-3 1 0 0,0-1 0 15,-7 0 0-15,1 3-153 0,-3-2-31 0,12-1-7 16,-21 3-461-16</inkml:trace>
  <inkml:trace contextRef="#ctx0" brushRef="#br0" timeOffset="-154439.756">19809 13254 1552 0,'0'0'44'0,"0"0"10"0,0 0-43 0,0-5-11 0,-3-1 0 0,3 1 0 15,0 0 92-15,3-1 16 0,-3 6 3 0,0-5 1 16,0 0-33-16,3 2-7 0,-3 3 0 0,0-5-1 15,0 5-14-15,3-5-2 0,-3 5-1 0,0 0 0 16,0 0-28-16,0 0-6 0,0 0 0 0,0 0-1 16,0 0 36-16,0 0 7 0,-6-3 2 0,0 0 0 15,0 3-56-15,0 0-8 0,0 3-8 0,-3 0 8 0,0 2 0 0,-3 0 0 16,0 3 0-16,-3 0 0 0,1 3 0 0,-1-1 0 16,0 3 0-16,-3 1 0 15,0-1 0-15,-3 0 0 0,3 0 0 0,0 1 0 16,1-1 0-16,2 0 8 0,0 0-8 0,-3 0 0 15,6 1 0-15,0-1 0 0,3 0 0 0,0-2 0 0,3 2 0 16,0-2 0-16,0-1 0 0,3 1 0 0,3-1 0 0,0-2 0 16,0 5 0-16,3-2 0 0,0 0 0 0,3-1 0 15,3 1 0-15,0-1 0 0,0-2 0 0,3 3 0 16,3-1 0-16,0-2 0 0,3 0 16 0,0 3-2 0,-1-6-1 16,4 1 0-16,0-4-13 0,0 1 8 15,0-3-8-15,3 2 0 0,-4-2 0 0,1 0 0 0,-3-2 0 16,3 2 0-16,-3 0-12 0,0-3-1 0,0 1-1 0,-1-1 0 31,1 0-194-31,-3 1-38 0</inkml:trace>
  <inkml:trace contextRef="#ctx0" brushRef="#br0" timeOffset="-153738.893">18469 13241 1792 0,'-9'5'51'0,"9"-5"10"0,-6 5-49 0,0-2-12 0,6-3 0 0,0 0 0 15,0 0 63-15,0 0 9 0,0 0 3 0,0 0 0 16,0 0-26-16,0 0-5 0,0 0 0 0,0 0-1 16,0 0-13-16,0 0-2 0,0 0-1 0,3-8 0 15,0 3 0-15,3-1 0 0,0-2 0 0,0 3 0 16,3-3 13-16,0 0 2 0,3 3 1 0,-3-3 0 16,3 0-7-16,0 0 0 0,0 0-1 0,0 3 0 15,-1-3-23-15,4 3-12 0,-3-1 12 0,0 1-12 16,3 0 0-16,0 2 0 0,-3 3 0 0,0 0 0 15,0 0 0-15,3 3 0 0,-7-1 0 0,1 6 0 16,-3 0 0-16,0 3 0 0,-3 2 0 0,-3 3 0 16,-3 5-16-16,0-2-11 0,0-1-1 15,-6 3-1-15,1 0-5 0,-4-2-1 0,0 2 0 0,0 3 0 16,-3-3-25-16,3 0-6 0,0 1-1 0,-3-1 0 16,6-3 45-16,-3 3 9 0,3-2 1 0,1-1 1 15,-1 1-1-15,3-1 0 0,0-4 0 0,3 2 0 16,0-3 12-16,3-3 0 0,3-2-9 0,0 3 9 15,0-6 0-15,3 0 0 0,3 1 0 0,-1-4 0 0,4 1 18 16,0 0-2-16,3-3 0 0,0-3 0 0,3 0-4 16,3 1-2-16,0-4 0 0,2-1 0 0,4 1 21 0,-3-2 4 15,0 0 1-15,0 0 0 0,-1 0-27 0,1 1-9 16,-3-1 0-16,-3 0 9 16,0 0-34-16,-3 0-7 0,0 3-2 0</inkml:trace>
  <inkml:trace contextRef="#ctx0" brushRef="#br0" timeOffset="-153229.941">17770 13402 2142 0,'0'0'47'0,"0"0"9"0,0 0 3 0,0 0 1 0,-3-5-48 0,3 5-12 15,0-6 0-15,0 6 0 0,-3-5 60 0,0 0 8 0,0 2 3 16,-3 1 0-16,0-4-1 0,-3 6 0 0,-3-2 0 0,0-1 0 16,-3 3-61-16,-3 0-9 0,1 0 0 15,-4 3-12-15,-3-1 12 0,-3-2 13 0,0 3-2 0,-2 0-1 16,-1-1-10-16,0 3 0 0,3-2 0 0,-5 2-11 15,-1-2 11-15,-3 2 0 0,3-2 0 0,-5 2 0 16,-1 1 12-16,0-4 4 0,4 4 0 16,-1-1 1-16,3 0-27 0,3-2-6 15,4 2 0-15,-1-2-1 0,3 2 17 0,0-2 0 0,3-1-8 0,0 1 8 32,4 0-48-32,2-3-7 0,3 2-1 0,0-2 0 15,6 0-122-15,0 0-25 0,6 0-5 0</inkml:trace>
  <inkml:trace contextRef="#ctx0" brushRef="#br0" timeOffset="-152795.419">17139 13219 2023 0,'0'0'44'0,"0"0"10"0,3-10 58 0,-3 7-100 0,0-2-12 16,3-3 0-16,-3 3 0 0,3 2 44 0,-3-2 8 16,-3-1 0-16,3 4 1 0,0 2-21 0,-3-6-4 15,-3 4 0-15,6 2-1 0,-6 0-11 0,0 0-3 16,0 0 0-16,-3 2 0 0,0 1-1 0,-3 2-1 16,3 1 0-16,-3-1 0 0,-3 3-11 0,4 3 12 15,-4-1-12-15,0 1 12 0,0-1-12 0,0 4 0 0,0-1 0 0,-3 0 0 16,0 3 0-16,1-3 0 0,2 0 0 0,-3 3 8 15,6-3-8-15,0 3 0 0,0-2 0 0,0-4 0 16,3 3 0-16,0 1 0 0,3-4-8 0,0 1 8 16,0-1 0-16,3 1 0 0,3-1-9 0,0 1 9 15,0-3 0-15,3 0-8 0,3 3 8 0,0-4 0 16,3 1-8-16,0 0 8 0,0 0 0 0,3 0 0 16,3-2 0-16,-3-1 0 0,3 3 0 15,0-6 0-15,-1 4 0 0,1-4 0 0,0-2 0 16,0 0 9-16,0 0-9 0,3 0 8 0,-3-2-8 0,0-1 8 15,2 0-17-15,1 1-4 0,-3-1-1 0,3 0 0 32,-3 1-38-32,0-1-8 0,-3 1-2 0,0 2 0 0,-3-3-122 15,0 0-24-15</inkml:trace>
  <inkml:trace contextRef="#ctx0" brushRef="#br0" timeOffset="-152305.488">15692 12939 1758 0,'0'0'50'0,"0"0"10"0,0 0-48 0,0 0-12 0,0 0 0 0,0 0 0 16,0 0 100-16,0 0 18 0,0 0 3 0,0 0 1 15,-3 5-39-15,0 1-8 0,0-1-2 0,0 0 0 16,0 3-21-16,3 3-4 0,-3 2 0 0,3 0-1 16,0 0-19-16,-3 3-3 0,3 3-1 0,0-1 0 15,0 1-9-15,0 2-3 0,0 3 0 0,0 0 0 16,0-3-12-16,3 3 9 0,-3-3-9 0,3 0 8 16,0 0-8-16,-3-5 0 0,3 2 9 0,0-2-9 15,-3 0 0-15,3 0 0 0,0-3 0 0,-3 1 0 16,3-4 0-16,0 1 0 0,-3-3 0 0,3 0 0 15,0 0-8-15,-3-3-7 0,0 0-1 0,0-5 0 16,0 0-29-16,3 5-7 0,-3-5 0 0,0 0-1 16,0 0-175-16,0 0-34 0</inkml:trace>
  <inkml:trace contextRef="#ctx0" brushRef="#br0" timeOffset="-151781.855">15466 13307 1958 0,'0'0'43'0,"0"0"9"0,-6-3 1 16,0 0 3-16,-3-2-45 0,0 5-11 0,0-5 0 0,-3 2 0 0,0 1 53 0,-2-1 9 15,2 3 2-15,-6 0 0 0,0 0-8 0,-3 0-2 16,-6 3 0-16,0-1 0 0,1 1-21 0,-1 2-4 16,-6-2-1-16,0 2 0 0,1-2 15 0,-4-1 2 15,3 1 1-15,-3 2 0 0,1-2-46 0,-1 2 0 16,0 1 0-16,-5 1 0 0,2-4 0 0,3 2 8 16,-2 1 0-16,-1-1 1 0,3 0-9 15,0-2 0-15,7 2 0 0,-7 3-11 0,3-3 11 0,3 3 9 16,1-2-1-16,2-1-8 0,0 0 0 0,3 1 0 15,6-4 0-15,-2 4-12 0,5-4 12 0,-3-2 0 16,3 3 0-16,3-3 0 16,3 0-108-16,0 0-16 0,3 0-4 0,6 0 0 15,0 0 0-15,0 0 0 0,0-5 0 0,3-1-716 0</inkml:trace>
  <inkml:trace contextRef="#ctx0" brushRef="#br0" timeOffset="-151314.946">14624 13119 1758 0,'0'0'50'0,"0"0"10"0,0 0-48 0,0 0-12 0,-3-3 0 0,3 3 0 0,0 0 79 0,0 0 13 16,0 0 2-16,0 0 1 0,0 0-15 0,0 0-4 15,0 0 0-15,0 0 0 0,-3-2-36 0,3 2-8 16,-6 0-2-16,0 2 0 0,0 1 11 0,0 0 3 16,0 2 0-16,-3 0 0 0,3 3-31 0,-3-3-5 15,-3 3-8-15,-3 0 11 0,3 0-11 0,-6 3 0 16,4-3 9-16,-7 5-9 0,0 0 0 0,-3-2 8 16,0 2-8-16,-3 0 0 0,4 0 0 0,-1 1 9 15,0-1-9-15,0-3 0 0,3 1 11 0,1 0-11 16,2-3 10-16,3 2-10 0,3-2 0 0,0 3 0 0,3-1 0 15,3-2 0-15,-3 0-9 0,6 0 9 0,0 0 0 0,0 3-9 16,3-6 9-16,0 3-8 0,3-3 8 0,3 3-8 16,0 0 8-16,0-3-10 0,3 1 10 0,0-1-10 15,3 0 10-15,0 0 0 0,3 1 0 0,0 2 0 16,2-6 0-16,-2 4 0 0,0-1 0 0,3 0 0 16,0 0 0-16,3 1 0 0,-6-4 0 15,2 4 0-15,-2-1 0 0,3-2 0 16,-3-1 0-16,3 4 0 0,-3-4 0 0,0 1 0 0,0 0-10 0,-4-1 10 31,1 1-38-31,-3-1-1 0,3-2 0 0,-3 0 0 16,-3 3-33-16,3-3-8 0,-3 0 0 0,-6 0-921 0</inkml:trace>
  <inkml:trace contextRef="#ctx0" brushRef="#br0" timeOffset="-150679.121">13061 13061 2098 0,'0'0'46'0,"0"0"10"0,0 0 1 0,-9 2 3 0,3 1-48 0,0 0-12 0,0 2 0 0,0-2 0 15,-3 4 22-15,3-1 2 0,0 2 1 0,0 2 0 16,-3 1 30-16,3 2 5 0,0 0 2 0,0 3 0 16,1 0-48-16,-1 3-14 0,0-1 0 0,3 3 8 15,0-2-8-15,0 2 0 0,0-3 0 0,0 1 0 16,3 0 0-16,-3-1 0 0,6 3 0 0,-3-5 0 16,3 0 0-16,0 0 0 0,0-3 0 0,3 0 0 15,0-2 0-15,2-1 0 0,1-2 0 0,3 0 8 16,0-2-8-16,3-1 0 0,0-2 0 0,3-1 0 15,0 1-12-15,0-3 2 0,-1 0 1 0,4-3 0 16,0 1 9-16,-3-4 0 0,3 4 0 0,0-4 0 16,-1-2 0-16,-2 3 0 0,0-3 0 0,-3-2 0 15,0-1 0-15,-3 0 0 0,-3-2 0 0,0 3 0 0,0-4 15 0,-6 4 5 16,3-3 0-16,-3-1 1 0,-3 1 26 0,-3 0 5 16,3 0 0-16,-6-1 1 0,3-4-16 0,-3 2-3 15,-3 0-1-15,0-2 0 0,-3-1-18 16,-3 3-4-16,0-2-1 0,-3-1 0 0,3 6-10 0,-5-3 0 15,2 3 9-15,-6 0-9 0,3 5 18 0,0 0-1 0,0 0 0 16,1 0 0 0,-1 3-137-16,3-1-28 0,0 1-6 0,-3-3-971 15</inkml:trace>
  <inkml:trace contextRef="#ctx0" brushRef="#br0" timeOffset="-150120.353">12641 11658 2127 0,'0'0'47'0,"0"0"9"0,0 0 3 0,0 0 1 0,0 0-48 0,0 0-12 16,0 0 0-16,0 0 0 0,0 0 16 0,0 0 0 0,0 0 1 0,0 8 0 16,3-3 31-16,-3 3 5 0,0 3 2 0,0 0 0 15,3 2-37-15,-3 0-7 0,0 3-2 0,0 2 0 16,0 1-9-16,0 2 0 0,0 0 0 0,0 6 0 16,3-1 0-16,-3 3 0 0,3 3 0 0,0 0 0 15,-3-3 0-15,3 0 0 0,0-2 0 16,0-1 0-16,0 0 0 0,0 1 0 0,0-3 0 15,3 0 0-15,-3-1 18 0,0-1 2 0,0 1 0 0,0-2 0 16,0 3-20-16,0-3 0 0,0 1 0 0,-3-4 0 16,3-2-20-16,-3 0 1 0,0 0 1 0,0-3 0 15,0 0-11-15,3-2-3 16,-3-3 0-16,0 2 0 0,0-4-50 16,0 2-10-16,0-3-3 0,0-5 0 0,0 0-77 15,0 0-16-15</inkml:trace>
  <inkml:trace contextRef="#ctx0" brushRef="#br0" timeOffset="-149534.367">12617 11709 1758 0,'0'0'50'0,"0"0"10"0,0 0-48 0,-6 0-12 0,0 0 0 0,0 2 0 15,6-2 76-15,-6 3 13 0,1-3 3 0,-4 2 0 16,3 4-38-16,0-4-7 0,-3 4-2 0,0-1 0 15,0 3-36-15,0 0-9 0,-3 2 0 0,0 1 0 16,0 2 10-16,-3-2 0 0,3 2 0 0,-2 0 0 16,-1 1-10-16,0-1 0 0,3 0 0 0,3-2 0 15,-3 2 0-15,0 0 0 0,3-2 0 0,3 2 0 16,-3-5 0-16,3 0 0 0,3 0 0 0,-3-3 0 16,6-5 0-16,0 0 0 0,0 3 0 0,0-3 0 15,0 0-16-15,0 0 5 0,6 0 1 0,0-3 0 16,0-2-5-16,3-3-1 0,0-3 0 0,0 1 0 15,3-4 16-15,0 1 0 0,0 0-10 0,3-3 10 16,0 0 0-16,-1 0 0 0,1 0 8 0,-3 1-8 16,3-4 30-16,-3 3 1 0,3-2 0 0,-3 2 0 0,3 0 15 15,-3 3 3-15,0-3 1 0,2 0 0 0,-2 3 11 0,3-3 3 16,-3 3 0-16,3 2 0 0,0 3-44 16,-3 0-9-16,0 0-2 0,3 5 0 15,-4 1 7-15,1 2 0 0,0 2 1 0,0 4 0 16,0-1-2-16,-3 6-1 0,3-1 0 0,-3 3 0 0,0 1-5 0,0 2-1 15,3-3 0-15,-3 3 0 0,0 0-8 0,-4-1 0 16,4 1 0-16,0 0 0 0,0-3 0 0,-3 3 8 16,3-2-8-16,-3-1 0 0,0-3 0 0,0 1 0 15,0-1-12-15,0 1 12 16,3-3-168-16,-6 0-27 0,-3-8-5 0,12 5 0 0</inkml:trace>
  <inkml:trace contextRef="#ctx0" brushRef="#br0" timeOffset="-100148.23">13320 15275 1552 0,'0'0'44'0,"0"0"10"0,0 0-43 0,0 0-11 15,0 0 0-15,0 0 0 0,-3 3 104 16,0 2 20-16,3-5 3 0,-6 6 1 16,3-1-52-16,3 0-9 0,-3 3-3 0,0-3 0 0,3 1-51 0,0 2-13 15,-3 0 0-15,3-1 0 0,0 4 54 0,0 0 8 16,0-1 2-16,0 3 0 0,0 1-52 0,0 2-12 15,0 2 0-15,0 3 0 0,0 0 0 0,-3 6 0 0,0-1 0 16,0 6 0-16,0 0 15 0,0 0 0 0,-3-1 0 0,3 1 0 16,-3-3-15-16,3-2 0 0,0-1 8 15,-3 1-8-15,3-4 0 0,0 1 0 16,-3-3 0-16,3 1 0 0,-3-4 8 0,3 1-8 16,0-1 0-16,1 1 0 0,-1-1 0 15,3-2 0-15,-3-3 0 0,3-2 0 0,0 2 0 0,0-5 0 0,0 0-13 16,0-3 4-1,0-5-123-15,0 0-24 0,0 0-4 0</inkml:trace>
  <inkml:trace contextRef="#ctx0" brushRef="#br0" timeOffset="-99536.773">14186 15625 1497 0,'0'0'32'0,"0"0"8"0,0 0 0 0,0 0 4 0,-6 2-36 0,6-2-8 0,0 0 0 0,0 0 0 15,0 0 90-15,0 0 16 0,0 0 3 0,0 0 1 16,0 0-46-16,0 0-8 0,0 0-3 0,0 0 0 16,6 3-19-16,0-3-4 0,3 0-1 0,3 0 0 15,0 0 13-15,6 0 2 0,-1 0 1 0,1 0 0 16,3 0-29-16,3 0-5 0,3 0-2 0,-1 0 0 15,1 0-9-15,-3 0 0 0,3 0 0 0,-3-3 0 16,-1 1 0-16,-2-1 0 0,3 3 0 0,0-3 0 16,0 1 8-16,0-1-8 0,-1 3 0 0,1-3 8 15,3 1-8-15,-6-1 0 0,3 0 0 0,-4 1 0 0,1-1 0 16,-3 3 10-16,-3-2-2 0,0-1-8 16,-3 0-48-16,0 3-17 0,-3-2-3 15,-3 2-1-15,3 0-146 0,-6-3-29 0,-3-10-5 0,0 13-2 16</inkml:trace>
  <inkml:trace contextRef="#ctx0" brushRef="#br0" timeOffset="-98756.189">14808 15386 1586 0,'0'0'44'0,"0"0"12"0,0 0-45 0,-9 0-11 0,9 0 0 0,-6 0 0 16,6 0 95-16,-6 0 17 0,6 0 3 0,0 0 1 15,0 0-36-15,0 0-6 0,0 0-2 0,0 0 0 16,0 0-24-16,0 0-4 0,0 6-2 0,3 2 0 15,0-6-18-15,3 4-4 0,0-1-1 0,3 0 0 16,0 1-3-16,0-1-1 0,3 0 0 0,-3 0 0 16,3 3-15-16,0 0 11 0,-4 0-11 0,1 0 10 15,0 0-10-15,0 0 0 0,-3 3 0 0,0-3 0 16,0 5-13-16,-3-3-8 0,3 1-2 0,-3 2 0 16,0 0 23-16,-3 1 12 0,3-1-2 0,-3 0 0 15,0 0-22-15,0 3-4 0,0-5 0 0,-3 2-1 16,0 0-15-16,3-2-4 0,-3-1 0 0,-3 1 0 15,3 0-39-15,0-1-8 0,-3-2-1 0,0 3-536 16,0-3-108-16</inkml:trace>
  <inkml:trace contextRef="#ctx0" brushRef="#br0" timeOffset="-98069.651">15436 15392 1314 0,'0'0'37'0,"0"0"8"0,0 0-36 0,0 0-9 0,0 0 0 0,0-6 0 0,0 6 132 0,0-5 25 15,0 0 5-15,0 5 1 0,3-5-59 0,0-1-11 16,3 4-2-16,0-4-1 0,0 4-26 0,3-1-4 15,0 0-2-15,0 1 0 0,3-1-16 0,0 0-3 16,2 1-1-16,1-1 0 0,-3 1-19 0,3 2-4 16,0-3-1-16,-3 0 0 0,0 3-14 0,3 0 0 15,-6 0 0-15,3 0 0 0,-4 3 11 0,1 2-11 16,-3-2 12-16,0 5-12 0,-3-3 9 0,0 0-9 16,-3 3 0-16,-3 0 9 0,3 0-27 0,-6 3-6 15,0-3 0-15,-3 2-1 16,0 4-3-16,1-1 0 0,-1-3 0 0,0 1 0 0,-3 0 20 0,3-4 8 0,0 4-8 0,3-3 8 15,0 0 0-15,3 0-8 0,-3 0 8 0,6 0 0 16,0-8-8-16,0 0 8 0,3 5-8 16,3-2 8-16,3 2-8 0,0-2 8 0,3-1-8 0,0-2 8 15,0 0 0-15,0 0 0 0,2 0 0 16,1-2 11-16,-3 2-2 0,3-3 0 16,-3 3 0-16,0 0 0 0,-3-3-9 0,-3 3 0 0,3 0 0 15,-3 3 0-15,0 0 0 0,-3-1 0 0,3 4 0 0,-6-1 0 16,3 3 0-16,-6 0 0 0,3 2 0 0,-3 1 0 15,0 2 30-15,-3 3 4 0,-3-3 1 0,0 6 0 16,0-3-5-16,-3 2-1 0,-6 1 0 0,0-1 0 16,0 1-74-16,-2-3-15 0,-1 2-4 0,-3-2 0 15,3 0 51-15,0-3 13 0,3 3 0 0,0-3 0 16,-2 0-107-16,2 1-16 0,3-4-3 0,-3 1-821 16</inkml:trace>
  <inkml:trace contextRef="#ctx0" brushRef="#br0" timeOffset="-97544.772">16874 15458 1205 0,'0'0'34'0,"0"0"8"0,0 0-34 0,0 0-8 16,0 0 0-16,0 0 0 16,0 0 90-16,0 0 16 0,0 0 3 0,0 0 1 0,3 5-34 0,0 1-8 15,3-1 0-15,0-3-1 0,0 1-1 0,3 0 0 16,0-1 0-16,-1 1 0 15,1-3-15-15,0 0-3 0,3 0-1 0,0 0 0 0,0 0-15 0,3 0-2 16,0-3-1-16,3 1 0 0,-1-1-19 0,4 0-10 16,0 3 10-16,3-2-10 0,0-1 8 0,-3 1-8 15,2-1 0-15,4 3 9 0,-6-3-9 0,3 1 0 16,-3 2 0-16,-3-3 0 16,-1 3-36-16,-2-3-4 0,0 3 0 0,-3-2 0 15,-3 2-121-15,0 0-25 0,0 0-5 0,-3 0-342 16,0 0-69-16</inkml:trace>
  <inkml:trace contextRef="#ctx0" brushRef="#br0" timeOffset="-97184.167">17329 15180 1872 0,'0'0'41'0,"0"0"9"0,0 0 2 0,0 0 0 0,0 0-42 0,0 0-10 0,0 0 0 0,0 0 0 16,0 0 59-16,0 0 9 0,0 0 3 0,0 5 0 15,0 3-10-15,0 0-1 0,3 0-1 0,0 3 0 16,3-3-19-16,-3 2-3 0,3 1-1 0,0-1 0 0,0 1-12 0,3 0-2 16,-3 2-1-16,3 0 0 0,0-2-10 0,0-1-3 15,3 3 0-15,-3-2 0 0,-1 0-8 0,1-1 0 16,0-2 9-16,0 3-9 0,-3-1 9 0,0-2-9 15,0 3 12-15,-3-3-12 0,0 0 9 0,-3 0-9 16,3 0 0-16,-3 0 9 0,-3 0-9 0,0-1-11 16,-3 1 3-16,0 3 0 15,0-3-32-15,-3 0-5 16,0 2-2-16,0 1 0 0,-2-3 12 0,-1 3 3 0,0-4 0 0,0 4 0 16,0-3-115-16,0 0-22 15,-3-3-5-15</inkml:trace>
  <inkml:trace contextRef="#ctx0" brushRef="#br0" timeOffset="-96681.345">18332 15058 1958 0,'0'0'43'0,"0"0"9"0,-6-2 1 0,0 2 3 15,1 0-45-15,-1 0-11 0,0 0 0 0,0 0 0 0,0 0 52 0,0 0 9 16,-3 0 2-16,0 2 0 0,0 1-50 0,0 2-13 15,0-2 0-15,-3 2 0 0,3 3 0 0,3-3 0 16,-3 3 0-16,0 3 0 0,3-3 0 0,1 5 0 16,2-2 0-16,-3 2 0 0,6 0 0 0,-3 0 0 15,3 1 0-15,0-1 0 0,3 0 0 0,3 0 0 16,0 1 0-16,-1-1 0 0,7 0 0 0,-3-2 0 16,3 2 0-16,3-3 0 0,3 1 0 15,0 0 0-15,-3-1 0 0,3-2 0 0,-1 0 0 0,1-3 0 16,-3 3 0-16,0 0 0 0,-3-2 0 0,0 1 0 15,-3-1 0-15,-3-1 0 0,-3 0 0 0,0 3 0 0,-3-2 0 16,0 2 0-16,-3-1 0 0,-3-1 0 0,-3 2 0 16,0 0 0-16,-3-3 0 0,0 0 0 0,-3 1 0 0,-3 1 0 15,3 1 0-15,-2-2-9 0,2 2 0 0,-3 0 0 16,0-3-6-16,3 3-1 0,0-3 0 0,0 3 0 31,3-5-18-31,-2 2-4 0,2-5-1 0,-3-3-855 0</inkml:trace>
  <inkml:trace contextRef="#ctx0" brushRef="#br0" timeOffset="-96491.075">18317 15061 1792 0,'0'0'40'0,"6"0"8"0,0-3 1 0,0 1 1 0,-3 2-40 0,-3 0-10 0,6-3 0 0,-6 3 0 0,3 0 82 0,3-3 14 15,-3 3 4-15,0 0 0 0,3 0-39 0,0 0-7 16,-3 3-2-16,3-3 0 0,0 0-27 0,3 3-5 15,0-3-2-15,0 0 0 0,3-3-18 0,0 3 0 16,2-3 8-16,1 1-8 16,3 2-100-16,0-5-23 0,0-1-5 0,-3 1 0 0</inkml:trace>
  <inkml:trace contextRef="#ctx0" brushRef="#br0" timeOffset="-96032.501">19288 15275 1497 0,'0'0'32'0,"0"0"8"0,0 0 0 0,0 0 4 0,3-2-36 0,3-1-8 15,0 3 0-15,0-3 0 16,3 3 53-16,0 0 9 0,-1-2 2 0,1 2 0 0,0 0 0 0,0 0 0 15,3 0 0-15,0 0 0 0,3 2-14 0,0-2-2 16,0 0-1-16,6 0 0 0,-1 0-31 0,1 0-5 16,3 0-2-16,3 0 0 0,0-2-9 0,-1-1 0 15,1 3 0-15,3-3 0 0,-6-2 0 0,0 3 8 16,-1-1-8-16,-2 0 0 0,0 1 0 0,-3-4-11 16,0 4 1-16,0-4 0 15,0 4-31-15,-1-1-7 0,-2 0 0 0,3 1-1 16,-3-1-34-16,-3 0-6 0,0-2-2 0,3 3-689 15</inkml:trace>
  <inkml:trace contextRef="#ctx0" brushRef="#br0" timeOffset="-95681.67">19850 15032 1765 0,'0'0'50'0,"-8"0"11"0,2 0-49 0,6 0-12 0,-6 3 0 0,6-3 0 16,0 0 91-16,0 0 15 0,0 0 3 0,0 0 1 16,0 0-68-16,0 0-14 0,-3 5-2 0,0 3-1 15,3-8 24-15,6 5 5 0,-3 0 1 0,3 3 0 16,2-5 14-16,1 2 3 0,3 1 1 0,-3-1 0 16,3 0-73-16,0 0-24 0,3 1 0 0,-3-1 0 15,0 3 24-15,0 0 0 0,0-3 0 0,-1 3 8 0,-2 0-8 16,0 0 0-16,-3 0 9 0,0 3-9 0,-3-4 18 15,0 4-1-15,-3-3 0 0,0 5 0 0,-3-2-25 0,0-1-6 16,0 1-1-16,-6 2 0 16,3 0-13-16,-6-2-2 0,4 2-1 0,-7-2 0 15,3-1-9-15,0 4-3 0,-3-4 0 0,3-2 0 16,0 0-10-16,0 3-3 0,3-6 0 0,0 3 0 16,0-3-146-16,1 0-30 15</inkml:trace>
  <inkml:trace contextRef="#ctx0" brushRef="#br0" timeOffset="-95188.967">20571 14976 1552 0,'0'0'44'0,"0"0"10"0,0 0-43 0,0 0-11 15,0-5 0-15,0 5 0 16,0-5 73-16,0 5 13 0,0-6 2 0,3 1 1 15,0 0-21-15,0 0-5 0,3 2-1 0,0-2 0 0,0 2-18 0,2-2-4 16,-2 2-1-16,6-2 0 16,-3 2-8-16,6 0-2 0,-3 1 0 0,3-1 0 0,3 1-11 0,0 2-2 15,3-3-1-15,-4 3 0 0,4 0 5 0,0 0 2 16,0 0 0-16,0 0 0 0,-3 0-22 16,-1 0 0-16,-2 3 0 0,0-1-8 0,0 1 8 15,-3-1 0-15,-3 4 8 0,0-1-8 0,-3 0 0 0,0 3 0 16,-3-2 0-16,0 2 0 0,0 2 0 0,-3 1 0 15,0-1 0-15,0 1 0 0,-3 2 0 0,0 3 0 16,-3-3 0-16,0 3 0 0,0 3 9 0,0-1-9 16,-3 3 12-16,-3 3-12 15,0 0-34-15,0 2-14 0,0 3-2 0,0 1-1 16,1-4-21-16,-1 1-4 0,0-6 0 0,0 0-1 16,0-3-95-16,3 1-18 0,0-1-4 0,3-2-1 0</inkml:trace>
  <inkml:trace contextRef="#ctx0" brushRef="#br0" timeOffset="-94928.438">20547 15275 1958 0,'0'0'43'0,"0"0"9"0,0 0 1 0,0 0 3 0,0 0-45 0,0 0-11 0,0 0 0 0,0 0 0 0,6 0 46 0,0 0 7 16,3 0 2-16,0 0 0 0,3-2-37 0,0 2-7 15,2 0-2-15,4-3 0 0,0 3 23 0,6 0 4 16,0-3 0-16,0 3 1 0,2-2-8 0,1-4-1 16,0 1-1-16,3 0 0 15,-3 0-175-15,-4-3-36 0,16-8-6 0,-12 3-2 0</inkml:trace>
  <inkml:trace contextRef="#ctx0" brushRef="#br0" timeOffset="-94186.657">20877 15770 1814 0,'0'0'52'0,"0"0"10"0,-3 5-50 0,-3-2-12 0,6-3 0 0,-3 5 0 16,3-5 87-16,-3 3 14 0,-2 2 3 0,2-2 1 15,0 2-31-15,0 1-6 0,0-1-2 0,0 0 0 16,0 3-24-16,0 0-5 0,0-3-1 0,0 6 0 15,0-3 6-15,0 2 1 0,3 4 0 0,-3-1 0 16,0 3-35-16,0 2-8 0,3 6 0 0,0 0 0 16,-3 2-16-16,3 3-6 0,0-2-1 0,0 2 0 15,0-3 4-15,0-2 1 0,0-3 0 0,0 1 0 32,0-4-14-32,0 1-2 0,0-3-1 0,0-1 0 0,0-1-13 15,0-1-2-15,0-5-1 0,0 2 0 0,-3-2-113 0,3-8-24 0</inkml:trace>
  <inkml:trace contextRef="#ctx0" brushRef="#br0" timeOffset="-93862.869">20612 16172 1792 0,'0'0'51'0,"-3"3"10"0,-2 0-49 0,-1 2-12 0,3-2 0 0,3-3 0 15,0 0 105-15,0 0 19 0,-6 2 3 0,6-2 1 16,0 0-52-16,-3 6-9 0,3-6-3 0,0 0 0 15,-3 5-51-15,3-5-13 0,3 8 0 0,-3-3 0 16,3 0 0-16,0 1 0 0,0-1 0 0,0 3 0 16,3-3 54-16,-1 0 8 0,-2 1 2 0,3 2 0 15,3-3-64-15,-3 0-15 0,6 3-1 0,-3-3-1 16,3 1 17-16,0-1 0 0,3 3-8 0,0-3 8 16,3-2 12-16,-4 2 5 0,1-2 2 0,3-3 0 15,0 3-19-15,0-1 0 0,0-2 0 0,-3 0 0 16,3-2 0-16,-4-1 0 0,1-2 0 0,-3 2 0 31,6-2-48-31,-6-1-12 0,0-4-4 0,-3 2 0 0,0 0 51 0,0-3 13 0,0 1 0 0,0-1 0 16,-4 3-119-16,1-2-18 0,0 2-4 0,-3 0-791 15</inkml:trace>
  <inkml:trace contextRef="#ctx0" brushRef="#br0" timeOffset="-93166.223">20839 16760 1314 0,'-3'8'28'0,"0"0"7"0,-3 2 1 0,3 1 1 16,-3-1-29-16,0 4-8 0,0-1 0 0,-3 0 0 16,0-2 30-16,-3 2 5 0,3 0 1 0,-3 0 0 0,0 1 6 0,1-4 2 15,-4 1 0-15,3-1 0 0,-3 1 4 0,3-3 0 16,0-3 1-16,0 3 0 0,0-5 0 0,3-1 0 16,0 1 0-16,-3 0 0 15,4-3-8-15,-1-3-1 0,0 0-1 0,-3-2 0 0,3 0-18 0,0-3-3 16,0 0-1-16,0-3 0 0,3 1-9 0,0-1-8 15,0-2 12-15,3 2-12 0,3-2 15 0,0 0-4 16,0 0-1-16,3 2 0 0,3-2-10 0,0 2 10 16,0-2-10-16,3 5 10 0,0-2-10 0,3 2-17 15,-3 0 4-15,3 2 1 0,0 1 12 0,-1 0 0 0,1 2 0 16,3 3 0-16,0-3 0 0,0 3 0 16,-3 3 0-16,3 2 0 0,0 1 24 0,-3 2 8 0,-1 2 2 15,-2 3 0-15,3 1-18 16,-6-1-4-16,3 3-1 0,-6 2 0 0,0 1-3 0,0-3-8 0,-3 2 12 15,-3 3-4-15,0-5-8 0,-3 0 0 0,0 0 0 0,-6 0 8 16,3 0 2-16,-2-3 0 0,2 6 0 0,-6-4 0 16,3 1-26-16,-3 0-4 0,0 0-2 0,3 3 0 15,0-4 22-15,0 1 0 0,0 0 0 0,1 0 0 16,2 0 0-16,-3 0 0 0,3-3-9 16,-3 0 9-1,0-2-36-15,3-1-3 0,-3 1-1 0,3-3 0 16,-3 0 9-16,3-5 2 0,0 2 0 0,0-5 0 15,1 2-135-15,2-2-26 0,6 0-6 0,-6-10-533 0</inkml:trace>
  <inkml:trace contextRef="#ctx0" brushRef="#br0" timeOffset="-92635.343">19288 17024 1717 0,'0'0'37'0,"0"0"8"0,0 0 2 0,0 0 2 0,0 0-39 0,0 0-10 0,0 0 0 0,0 0 0 16,0 0 43-16,0 0 6 0,0 0 2 0,0 0 0 16,0 0-5-16,0 0-1 0,6 0 0 0,0 0 0 15,6 0-8-15,-3 0-1 0,3 0-1 0,-1-2 0 16,1 2-11-16,0-3-3 0,3 3 0 0,3-3 0 16,3 3-33-16,0-2-8 0,2-1 0 0,4 0-1 15,0-2 37-15,3 0 8 0,0 0 2 0,-1-1 0 0,1 1-26 16,0-3 0-16,-3 3 0 0,-4-1 0 15,-2 1-28-15,-3 3-10 0,0-1-2 0,0 0-1 16,-3 1-58-16,0-1-11 0,-3 0-2 0,-1 1-453 16,1-1-91-16</inkml:trace>
  <inkml:trace contextRef="#ctx0" brushRef="#br0" timeOffset="-92118.938">19437 16720 1728 0,'0'0'38'0,"0"0"8"15,0 0 2-15,0 0 0 0,0 0-39 0,0 0-9 0,0 0 0 0,0 0 0 16,0 0 53-16,0 0 9 0,0 0 2 0,0 0 0 16,0 0-6-16,0 0-1 0,0 0 0 0,0 0 0 0,0 0-26 0,0 0-6 15,0 0-1-15,0 0 0 0,0 0-12 0,-6 3-2 16,-3 2-1-16,3 3 0 0,3-3-9 0,-3 6 0 15,0-1 9-15,0 1-9 0,0 2 0 0,0 3 0 16,3-3 0-16,-3 6 0 0,0-3 0 0,3 2 0 16,-3-2 0-16,3 0 0 0,-3 0 0 0,3 2 0 15,0-4 0-15,0-1 0 0,3 0 0 16,-3 0 0-16,3-2 0 0,-3 2 0 0,3-5 0 0,0 3-8 16,3-3 8-16,0 0 0 0,0-1 0 0,0 1-10 15,3-2 10-15,-3-1 0 0,3 0-10 0,0 3 10 16,0-2-8-16,0-4 8 0,3 3 0 0,0-2-8 0,0 0 8 0,0-1 0 15,6 1 0-15,-3 0 0 0,0-3 0 0,2 2 0 16,-2-2 0-16,3 0 0 0,0 0 0 0,0 0 0 16,3 0-21-16,-6 0 1 0,3-2 0 0,0-1-633 15,-1 0-127-15</inkml:trace>
  <inkml:trace contextRef="#ctx0" brushRef="#br0" timeOffset="-91416.306">18300 16678 1728 0,'0'0'38'0,"0"0"8"0,0 0 2 0,0 0 0 0,0 0-39 0,0 0-9 0,0 0 0 0,0 0 0 0,0 0 96 0,0 0 18 15,0 0 3-15,0 0 1 0,0 0-54 0,0 0-12 16,0 0-1-16,-6 2-1 0,6-2-21 0,-3 6-4 15,3-6-1-15,-6 8 0 0,3-3-24 0,0 3 0 16,3 0 0-16,-3 0 0 0,0 2 56 0,3 4 7 16,0-1 1-16,-3 3 0 0,3 2-52 0,-3 3-12 15,3 0 0-15,0 1 0 0,0 1 0 16,0-1 0-16,0-4 0 0,0 3 0 16,0-5-48-16,0 0-13 0,0 0-3 0,0-3 0 15,0 0 0-15,0-2 0 0,0 2 0 0,0-2 0 16,0-1-4-16,0-2 0 0,0 0-1 0,3-2 0 15,-3-1-146-15,0-5-29 0,0 0-5 0,0 0-2 0</inkml:trace>
  <inkml:trace contextRef="#ctx0" brushRef="#br0" timeOffset="-91094.796">18585 16609 1800 0,'0'0'40'0,"0"0"8"0,0 0 51 0,0 0-89 0,0 0-10 0,0 0 0 0,0 0 0 15,0 0 96-15,0 0 16 0,-6 0 4 0,6 0 1 16,-6 3-49-16,6-3-9 0,-5 5-3 0,-1-2 0 16,6-3-18-16,-3 5-4 0,-3 3-1 0,0-3 0 15,3 3-6-15,0 3-2 0,-3-4 0 0,3 4 0 16,0 0-10-16,0 2-3 0,0-3 0 0,0 6 0 16,3 3-12-16,-3-1 8 0,0 4-8 0,0 1 0 15,3 1 0-15,-3 3 8 0,3-1-8 0,-3-2 0 16,3 0 0-16,0 0 0 0,-3-3 0 0,3 0 0 0,-3-3 0 15,3 1-12-15,-3-1 12 0,0 1-13 16,3 0 4-16,-3-4 1 0,0 1 0 0,0 0 0 0,0-3-11 0,0 1-1 16,0-4-1-16,-3 3 0 15,3-5-12-15,0 0-3 0,0 0 0 0,0-2 0 16,3-6-35-16,-3 2-7 0,3-2-2 0,-6-2-591 16,1 2-118-16</inkml:trace>
  <inkml:trace contextRef="#ctx0" brushRef="#br0" timeOffset="-90588.767">17743 16876 1947 0,'0'0'43'0,"-9"3"9"15,0-1 1-15,0 1 2 0,0 0-44 0,0-3-11 0,0 0 0 0,-2 0 0 0,-1 0 52 0,0 0 8 16,0 0 1-16,0 0 1 16,-6-3-16-16,3 3-3 0,-3 0-1 0,0-3 0 0,4 3-11 0,-7-2-3 15,3 2 0-15,0 0 0 0,0 0-28 0,0 0 0 16,0 0 0-16,1 0 0 0,-1 0 0 0,0 2 0 15,0 1 0-15,-3 0 0 0,0 2 17 0,-3-2 1 16,1 5 0-16,-1-3 0 0,0 3-27 0,-3 0-6 0,3 2-1 0,1-2 0 31,2 0-28-31,0 3-5 0,3-3-2 0,3 0 0 16,0 0-89-16,3-3-17 0,3 3-4 0,-2 0-674 16</inkml:trace>
  <inkml:trace contextRef="#ctx0" brushRef="#br0" timeOffset="-90111.248">17264 16654 1735 0,'-6'0'38'0,"0"0"8"0,0-3 2 0,-3 3 0 0,3-2-38 0,0 2-10 15,3 0 0-15,-6-3 0 0,3 3 52 0,0 3 8 16,0-3 1-16,0 0 1 0,0 2-10 0,0-2-1 16,3 3-1-16,-2 0 0 0,-1-1-29 0,0 3-5 15,0-2-2-15,-3 2 0 0,3 1 12 0,0-1 2 16,-3 3 1-16,0 0 0 0,0 0-21 0,0 0-8 15,0 2 0-15,-3 4 9 0,3-1 19 0,0 3 3 0,-3 5 1 16,4 0 0 0,2 0-48-16,-3 3-10 0,3 0-2 0,0-3 0 0,3 0 28 15,-3-2 0-15,3-1 0 0,3-2 0 0,-3-3-8 0,3 1 8 16,0-1-8-16,3-3 8 16,-3 4-31-16,3-4-1 0,0-2 0 0,3 0 0 0,0 0 32 15,0-3 0-15,3 3 0 0,3-2 0 0,-1-4 0 0,4 3 0 0,0-2 0 0,6 0 0 16,0-1 8-16,0-2 7 0,0 3 1 0,2-3 1 15,1 0-17-15,-3 0 0 0,3 0 0 0,-6-3 0 16,3 3 0-16,-4 0 0 0,-2-2 0 0,0-1 0 16,-3 0-10-16,0 1-6 0,3-1 0 0,-6 3-1 15,3-2-38 1,0 2-7-16,-3 0-2 0,-4 0-546 0,4 0-110 0</inkml:trace>
  <inkml:trace contextRef="#ctx0" brushRef="#br0" timeOffset="-89588.263">15466 16606 2026 0,'0'0'44'0,"0"0"10"0,0 0 2 0,0 0 1 0,0 0-45 0,0 0-12 0,-3 6 0 0,3-6 0 16,-3 5 38-16,3 0 6 0,-3 0 0 0,3 1 1 15,0 2 15-15,-3 0 4 0,3 2 0 0,0 1 0 16,-3 2-52-16,3 3-12 0,0 2 0 0,0 4 0 0,0 4 0 0,3 3 0 16,-3 6 0-16,0-1 0 0,3-2 0 15,-3-1 0-15,0-1 0 0,3 1 0 16,-3-7-48-16,0 3-13 0,0-4-3 16,3-1 0-16,-3-4 0 0,0 3 0 0,0-2 0 15,3 2-546-15,-3-5-110 0</inkml:trace>
  <inkml:trace contextRef="#ctx0" brushRef="#br0" timeOffset="-89045.753">15784 16678 1958 0,'0'0'43'0,"0"0"9"0,0 0 1 0,0 0 3 0,0 0-45 0,0 0-11 0,0 0 0 0,3 0 0 16,3-3 53-16,0 3 9 0,0-3 2 0,0 3 0 16,3 0-52-16,0-2-12 0,-3 2 0 0,3 0 0 15,3 0 34-15,-3 0 4 0,0 0 1 0,3 2 0 16,0 1-27-16,-4 0-4 0,1-1-8 0,0 4 11 16,3-1-11-16,-6-2 8 0,3 2-8 0,-3 3 8 15,-3 0-20-15,0 0-5 0,-3 0-1 0,0 0 0 16,-3 2-22-16,0 1-5 0,-3 2-1 0,0-2 0 15,0 4-2-15,-3 1-1 0,0 0 0 0,0-3 0 16,0 3-12-16,1-2-3 0,-1-1 0 16,0 0 0-16,3 0 52 0,-3-2 12 0,3-1 0 0,-3 1 0 15,6-6 38-15,-3 3 10 0,3-3 3 0,3-5 0 16,0 0-31-16,0 0-5 0,0 0-2 0,0 6 0 16,0-6 21-16,6 2 4 0,0 1 1 0,0-3 0 15,3 0-19-15,0 0-3 0,0-3-1 0,0 3 0 0,2 0-5 0,1-2-2 16,0 2 0-16,0 0 0 0,0 0 1 0,0 2 0 15,0 1 0-15,0 2 0 0,-3-2 9 0,0 2 1 16,-3 3 1-16,0 0 0 0,-3 0-9 0,0 5-3 0,-3-2 0 16,0 2 0-16,-3 0 0 0,-3 3 0 0,-3 0 0 0,0 3 0 15,-3-1-9-15,-3 1 10 0,-3 5-10 16,-3-1 10-16,3 4 0 0,1-3 0 0,-1-1 0 0,-3 4 0 16,6-6-10-16,-3-2 0 15,3-1 0-15,-3 1 0 0,6-6-17 0,-2 0-6 0,-1-2-1 16,0-1 0-1,-3-2-39-15,0-3-8 0,3 1-1 0,-3-1-576 0,0-2-114 0</inkml:trace>
  <inkml:trace contextRef="#ctx0" brushRef="#br0" timeOffset="-88396.637">15097 17003 1958 0,'0'0'43'0,"0"0"9"0,0 0 1 0,-6 0 3 0,3-5-45 0,-3 2-11 0,0 1 0 0,0-1 0 15,0 0 46-15,0-2 7 0,-3 2 2 0,0 1 0 16,0-1-37-16,0 0-7 0,0 1-2 0,-2-1 0 15,-1 3 35-15,3-3 6 0,-6 1 2 0,3 2 0 16,-3 0-25-16,0 0-5 0,-6 2-1 0,-2 1 0 16,-4 2-21-16,-3-2-10 0,-3 2 1 0,-3 1 0 15,1-1 9-15,-1 3 0 0,3 0 0 0,1 2 0 16,2-2 19-16,0 0 5 0,0 3 2 0,0-1 0 16,4-2-12-16,-1 3-2 0,0-3-1 0,0 0 0 0,4 0-11 15,2-3 0-15,3 3 0 0,0-3 0 0,3-2 24 0,3 0 2 16,3-1 1-16,0 1 0 15,3-3-73-15,6 0-14 0,0 0-4 0,0 0 0 16,0 0-77-16,0 0-16 0,0 0-3 0,6-5-460 16,0-1-92-16</inkml:trace>
  <inkml:trace contextRef="#ctx0" brushRef="#br0" timeOffset="-87939.439">14445 16781 1900 0,'0'0'42'0,"0"0"9"0,0 0 54 0,0 0-94 0,0 0-11 0,0 0 0 0,0 0 0 0,0 0 45 0,0 0 7 15,0 0 2-15,0 0 0 16,0 0-13-16,0 0-2 0,-6 3-1 0,0-1 0 16,3 1-17-16,-3 5-3 0,0-3-1 0,0 6 0 0,-3-3-8 0,0 5-1 15,0 0-8-15,0 3 12 0,-2 2-12 16,-1 1 8-16,0 2-8 0,-3-2 0 0,0-1 0 16,0 1 0-16,3-1-13 0,-3 1 4 15,0-1-18-15,1-2-3 0,2 5-1 16,-3-2 0-16,6-1 31 0,-3-2 0 0,3 3 0 0,3-3 0 0,0 0 0 15,0-1 0-15,3-1 0 0,0-4 0 0,3 3 17 16,0-5 10-16,0 0 1 0,3 0 1 16,0 0-46-16,3-3-10 0,0 1-1 0,0 2-1 15,3-6 29-15,0 4 0 0,6-4 0 0,-3 1 0 0,5 0 13 0,-2-3 9 16,6 0 2-16,-3 0 0 0,3 2-24 0,0-4 8 16,3 2-8-16,-4-3 0 0,1 0 0 0,0 1-15 0,0-1 3 0,0-2 0 31,-3 2-184-31,-1-2-36 0,10-11-7 0,0 3-1 0</inkml:trace>
  <inkml:trace contextRef="#ctx0" brushRef="#br0" timeOffset="-87091.36">12814 17120 1177 0,'0'0'25'0,"0"0"6"0,-6-6 1 0,3 4 2 0,0-4-34 0,0 1 0 16,0 0 0-16,0 0 0 0,3-1 84 0,0 1 9 16,0 0 3-16,0 2 0 0,3-2-14 0,-3 5-2 15,0 0-1-15,3-3 0 0,0 0-14 0,-3 3-2 16,0 0-1-16,0 0 0 0,3 0-14 0,-3 0-4 16,0 0 0-16,0 0 0 0,6 0 16 0,-6 0 4 15,3 8 0-15,0-2 0 0,-3 2-35 0,3 0-6 0,-3 2-2 16,0 1 0-16,3 2-8 0,-3 3-1 0,0 2-1 0,0 3 0 15,0 1-11-15,0 4 10 0,0 1-10 16,0-1 10-16,0 0-10 0,-3 1 0 0,3-3 9 0,0-3-9 16,-3 0 0-16,3 0-13 0,0 0 1 0,-3 1 1 31,3-4-19-31,0-2-4 0,-3 3-1 0,3-4 0 16,0 1-37-16,0 0-8 0,0-3-2 0,0 1-579 0,3-4-116 15</inkml:trace>
  <inkml:trace contextRef="#ctx0" brushRef="#br0" timeOffset="-86713.352">13311 17114 2188 0,'0'0'48'0,"0"0"11"0,0 0 1 0,0 0 1 0,0 0-49 0,0 0-12 0,0 0 0 0,-6 3 0 0,6-3 47 0,-6 3 6 15,-3-3 2-15,0 5 0 0,3-2-37 0,-3 2-7 16,-3 0-2-16,3 3 0 0,-3 0-9 0,1 3 0 16,2-1 0-16,-3 3 0 0,0 1 0 0,3 2 0 15,-3-1 0-15,6 4 0 0,0-3 0 0,3-3 0 16,0 3 0-16,3-3 0 0,3 0 0 0,0-2 0 0,3 0 0 16,3-4 0-16,3 4 0 0,0-6 0 0,3 1 0 0,0-4 0 15,-1 1 0-15,4 0 0 16,-3-3 0-16,-3 2 0 0,3-2 0 0,0 0 0 0,-3 0 0 0,0 3 0 31,0-3-22-31,-4 0-3 0,1 3-1 0,0-1 0 16,-3 1-9-16,0-1-1 0,-6-2-1 0,6 6 0 0,-6-1 9 0,0 0 3 0,0 1 0 0,-6 2 0 31,0-3-11-31,0 3-3 0,0 0 0 0,-3 0 0 16,-2 2-33-16,2 1-8 0,-3-1 0 0,-3 1-1 15,0 0 13-15,-3-3 4 0,0 2 0 0,0-5-613 0</inkml:trace>
  <inkml:trace contextRef="#ctx0" brushRef="#br0" timeOffset="-86509.39">13207 17151 1728 0,'12'-8'38'0,"-6"3"8"0,-4 2 2 0,4-2 0 0,0 0-39 0,0 2-9 0,0-2 0 0,0 2 0 0,0-2 53 0,0 2 9 15,3 1 2-15,-3-1 0 0,0 0 0 0,0 3 0 16,3-2 0-16,-3-1 0 0,0 1-52 0,3 2-12 15,0-3 0-15,0 0 0 0,0 1 33 0,-1-1 4 16,1 0 1-16,3 1 0 0,3-1-38 0,-3-2 0 16,0 2 0-16,3-2 0 15,-3-1-76-15,3 1-20 0,-3-3-4 0,2 3-1 0</inkml:trace>
  <inkml:trace contextRef="#ctx0" brushRef="#br0" timeOffset="-85455.034">13129 16770 1638 0,'0'0'36'0,"0"0"7"0,0 0 1 0,0-5 3 0,0-3-38 0,0 0-9 0,0 0 0 0,0-2 0 15,0 2 71-15,0-6 12 0,3 4 2 0,-3-1 1 16,3-2-15-16,0 0-3 0,0 0-1 0,0-3 0 16,0 0-27-16,0-3-4 0,0 1-2 0,3-1 0 15,-3-2-3-15,0 0-1 0,3-3 0 0,-3 6 0 16,3-4-30-16,0 4 0 0,0 2-11 0,-3 0 11 16,0 3 0-16,3 2 0 0,-3 3 9 0,0-2-1 15,0 5-8-15,-3-1 0 0,0 1 0 0,0 2 0 16,0 3 0-16,0 0 0 0,0 0 0 0,0 0 0 0,0 0 0 15,0 0 0-15,-6 3 0 0,0 2 0 0,0-2 0 16,0 2 0-16,-3 1 0 0,0 1 0 0,3 1 52 0,-3 0 10 16,0 3 2-16,0-1 0 15,0 1-103-15,0 2-20 0,0 1-4 0,0-1-1 0,-2 0 52 0,2 0 12 16,-3 3 0-16,3-3 0 16,-3 3-54-16,0-3-8 0,3-2-2 0,-3 2 0 0,3-5 52 0,-3 3 12 15,3-1 0-15,0-2 0 0,1 0 0 16,-1 0 0-16,3 0 0 0,-3-3 0 0,6 1 0 0,3-6 0 15,0 0 0-15,0 0 0 0,0 0 0 0,0 0 0 16,0 0 0-16,0 0 0 0,0 0 0 0,0 0 0 0,0-6 0 16,0 1 0-16,3 0 0 0,0-3 0 0,3 0 0 15,0-3 0-15,0 1 0 0,5-3 0 0,-2-3 0 16,0-3 0-16,3 1 48 0,3-4 13 0,-3 1 3 0,0-3 0 16,3 3-52-16,3 3-12 15,-3 2 0-15,-1 0 0 0,-2 3 0 0,3 2 0 0,-3 1 0 0,0 4 0 16,0-2 54-16,-3 6 8 0,0-4 2 0,0 6 0 15,0-2-52-15,-3 2-12 0,0 2 0 0,0 1 0 16,-1 0 0-16,-2-1 0 0,3 4 0 0,0-1 0 16,0 0 0-16,-3 3 0 0,0-2 0 0,3 1 0 15,-3 1 0-15,3 0 0 0,-3 0 0 0,0 0 0 16,0 0 0-16,3 0 0 0,-3 0 0 0,3 0 0 16,-3-3 0-16,0 3 0 0,0-3 0 0,3 1 0 15,-3-1 0-15,3-2 0 0,-3-1 0 0,3 1-782 16,0 0-159-16</inkml:trace>
</inkml:ink>
</file>

<file path=ppt/ink/ink3.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0-11-02T19:12:09.227"/>
    </inkml:context>
    <inkml:brush xml:id="br0">
      <inkml:brushProperty name="width" value="0.05292" units="cm"/>
      <inkml:brushProperty name="height" value="0.05292" units="cm"/>
      <inkml:brushProperty name="color" value="#FF0000"/>
    </inkml:brush>
  </inkml:definitions>
  <inkml:trace contextRef="#ctx0" brushRef="#br0">7971 5938 1170 0,'0'0'24'0,"0"0"6"16,0 0-30-16,0 0 0 0,0 0 0 0,0 0 0 15,0 0 65-15,0 0 7 0,0 0 2 0,3 5 0 16,-3-5-14-16,0 5-2 0,3 0-1 0,0 3 0 16,3-5-28-16,-3 2-5 0,3-2-2 0,0 0 0 0,0-1-3 0,-1 1-1 0,4 0 0 0,0-1 0 31,0 1 2-31,0 2 1 0,0-5 0 0,0 5 0 0,0-5-3 0,3 3-1 0,0 0 0 16,3-1 0-16,-3-2-2 15,2 0-1-15,1 0 0 0,0 0 0 0,3 0 2 16,0 0 1-16,0 0 0 0,3 3 0 15,-3-3-2-15,2 0-1 0,1 0 0 0,0 0 0 16,0 0-5-16,-3 0-1 0,3 0 0 0,-1 0 0 0,-2 0 0 0,0 0-8 0,0 0 12 0,0 0-4 16,0 0 1-16,0 0 0 0,-1 0 0 0,1 0 0 15,0-3 3-15,0 3 0 0,3 0 0 0,-3-2 0 16,3 2 0-16,-4 0 0 0,1 0 0 0,0 0 0 16,0 0-4-16,0 0 0 0,0 0 0 0,-3 0 0 15,-1 2-8-15,1-2 10 0,0 0-10 0,0 3 10 16,-3-3-10-16,3 3 0 0,-6-3 0 0,3 2 8 15,-3-2-8-15,0 3 0 0,2-3 0 16,-2 3 8-16,0-3-8 0,0 2 0 0,0 1 0 0,0-3 0 16,0 3 0-16,-3-3 0 0,3 2 0 0,0-2 8 15,0 0-8-15,-3 3 0 0,3-3 0 0,0 3 0 16,-3-3 0-16,2 0 0 0,1 2 0 0,-3-2 0 16,3 0 0-16,0 0 0 0,0 0 0 0,0 0 0 15,-3 0 0-15,3 0 0 0,0 0 0 0,-3 0 0 16,3 0 0-16,-3 0 0 0,0 0 0 0,0 0 0 15,0 0 0-15,-3 0 0 0,3-2 8 0,-6 2-8 16,5 0 0-16,-2 0 0 0,3-3 0 0,-6 3 0 16,3-3 0-16,-3 3-16 0,3-2 4 0,-3 2 1 15,0 0-1-15,6-3 0 0,-6 3 0 0,0 0 0 16,3-3 0-16,-3 3 0 0,0-5 0 0,0 5 0 0,0-5 12 0,0 5-10 0,0-6 10 16,-3 4-10-16,0-4 10 0,0 4-8 0,0-3 8 0,-3 2-8 15,-2-2 8-15,2 2 0 0,0-2 0 0,-3 2 0 16,0-2 0-16,0 2 0 0,0-2 0 0,0-1 0 31,0 1 0-31,0-3 0 0,0 3 0 0,0 0 0 0,0-3 0 0,0 0 16 16,0 3-4-16,3-3-1 0,-2-3 5 0,2 3 0 0,-3 0 1 0,3 0 0 15,0 0 2-15,0 0 0 0,0 3 0 0,0-3 0 16,0 3-1-16,0 2 0 0,3-2 0 16,0 2 0-16,-3-2 0 0,3 2 0 15,3 3 0-15,0 0 0 0,0 0-8 0,0 0-2 0,0 0 0 0,0 0 0 16,0 0-8-16,0 0 0 0,0 0 9 0,0 0-9 15,0 0 0-15,0 0 0 0,0 0 0 0,3 6 0 16,3-1 0-16,-3 3 0 0,3-3 0 0,3 3 0 16,0 0 0-16,0 0 0 0,3 0 0 0,-3 2 0 15,3-2 0-15,-1 3 0 0,4 0 0 0,-3-1 0 16,0-2 0-16,0 3 0 0,0-1 0 0,-3 1 0 16,0-1 0-16,0-2 0 0,-3 3 0 0,0-3 0 15,0 0 0-15,-3 0 0 0,0 0 0 0,-3 0 8 16,0 0-8-16,0-3 9 0,-3 3-9 0,0-3 10 15,0 0-10-15,0 1 10 0,-3-1-10 0,0 0 10 16,0 1-10-16,0-4 0 0,0 3 9 0,-3-2-9 16,3 2 0-16,0-2 9 0,-3 0-9 0,3 2 0 0,-3-2 0 15,3-1 0-15,0 1-12 0,0 2 3 16,0-2-35-16,3 2-8 0,3-5 0 0,-6 5-1 16,1-2-163-16,-1 0-33 0</inkml:trace>
  <inkml:trace contextRef="#ctx0" brushRef="#br0" timeOffset="1196.8">7548 6454 836 0,'3'5'35'16,"0"0"-35"0,0 0 66-16,0 1 6 0,3 2 2 0,-3 0 0 15,0 0-13-15,3 0-2 0,-3 2-1 0,0-2 0 16,3 5 10-16,-3-2 3 0,0-1 0 0,3 1 0 16,-3 2-31-16,0 0-7 0,0-2-1 0,0 0 0 15,0-1 3-15,-3 1 0 0,3-1 0 0,-3-2 0 16,0 0 2-16,0 0 1 0,0-3 0 0,3 1 0 15,-3-6 3-15,0 0 1 0,0 0 0 0,0 0 0 16,0 0-2-16,0 0 0 0,0 0 0 0,-9-3 0 16,3-2-10-16,-3-3-2 0,3-3-1 0,-3 1 0 15,3-3-13-15,-3-3-2 0,3 0-1 0,-3-3 0 16,6 3-11-16,-3-2 0 0,3-1 0 0,0 1 8 16,0-1-8-16,3-2 0 0,3-3 0 0,-3 0 0 15,3-2 0-15,3-3 0 0,-3 0 0 0,3 0 0 0,3 0 0 16,-3 5 0-16,3 0 0 0,0 3 8 15,0 0-8-15,0 5 0 0,3 3 0 0,-4-3 0 16,1 5 0-16,0 0 8 0,0 4-8 0,0 1 0 0,0-2 0 0,0 3 0 0,-3 0 0 16,3 2 0-16,0 0 0 0,-3-2 0 0,3 5 0 0,-3 0 0 15,0 0 14-15,3 0 4 0,-3 3 1 0,0-1 0 16,-1 1-19-16,-2 2 0 0,0 3 0 0,0-2 0 16,0 2-12-16,-3 2-7 0,0-2-1 0,-3 5 0 15,0 1 8-15,0-1 2 0,-3 3 0 0,1 0 0 16,-1-1-2-16,0 1-1 0,-3 3 0 0,3-3 0 15,-3 0-7-15,0-3 0 0,0 3-1 0,0 0 0 16,0-3 21-16,-3 0 0 0,3 0 0 0,0 0 0 16,0 1 0-16,0-4-9 0,1 1 9 0,-1-3 0 15,0 0-8-15,3 0 8 0,0-3 0 0,0 3 0 16,3-3 0-16,0-2 0 0,3-3 0 0,-3 5 0 16,3-5-8-16,0 0 8 0,0 5 0 0,0-5 0 15,0 0 0-15,3 6 0 0,0-1 0 0,0-2 0 16,0 2 14-16,3-2-3 0,0-1-1 0,0 1 0 15,0 2 3-15,0-2 1 0,0-1 0 0,2 1 0 16,-2 2 1-16,0-2 0 0,0 2 0 0,0-2 0 16,0 2-2-16,3-2 0 0,-3 2 0 0,3-2 0 15,-3 2-1-15,0-2-1 0,3-1 0 0,0 1 0 16,0 2-11-16,-3-2 10 0,3 2-10 0,-3-2 10 16,2 2-10-16,1-2 0 0,0 2 9 0,-3-2-9 0,3-1 0 0,0 1 0 15,0 2 0-15,-3-2-8 0,0 0 8 0,0-1 0 0,0-2 8 16,0 3-8-1,0-3-31-15,0 3-10 0,3-6-3 0,-3 3 0 16,3-3-166-16,-3 1-34 0</inkml:trace>
  <inkml:trace contextRef="#ctx0" brushRef="#br0" timeOffset="2489.34">7846 6554 1386 0,'0'0'28'0,"0"0"8"0,0 0-28 0,0 0-8 0,0 0 0 0,0-5 0 16,0 5 93-16,0-3 18 0,0 3 3 0,3-5 1 15,-3 5-39-15,3-3-8 0,-3 3-2 0,3-5 0 16,-3 5-24-16,6 0-5 0,-3-3-1 0,3 3 0 16,0-2-13-16,-1 2-3 0,1-3-1 0,3 3 0 15,-3 0-4-15,0-3-1 0,3 3 0 0,0-2 0 16,0 2-14-16,0 0 0 0,0-3 8 0,0 0-8 15,0 1 11-15,0 2-1 0,0-3 0 0,0 1 0 16,0-1 4-16,-4-2 1 0,4 2 0 0,0-2 0 16,-3 2 4-16,-3-2 1 0,0 2 0 0,0-2 0 15,0 2 1-15,-3 3 1 0,0-5 0 0,0 5 0 16,0 0-4-16,-3-5-1 0,3 5 0 0,-6-3 0 16,0 0-9-16,0 1-8 0,-3-1 9 0,0 3-9 15,1 0 0-15,-1 0 0 0,0 0 0 0,0 5 0 16,-3-2 0-16,0 0 0 0,0 2 0 0,0 0 0 0,3 0 0 15,-3 1 0-15,3-1-10 0,3 0 10 16,-3 3-13-16,7-2 2 0,-4-1 1 0,3 3 0 0,3-3 10 0,0 3-12 16,0 0 12-16,3 0-12 0,0-3 12 0,0 3 0 0,2 0-9 0,1-3 9 15,0 3 0-15,3-2-9 0,0-1 9 0,0 0 0 16,0 0-8-16,0-2 8 0,3 0 0 0,0-1 0 16,0-2-8-16,3 0 8 0,0-2 0 0,-4-1 0 15,4 0 0-15,-3-5-8 0,3 3 8 0,-3-3 0 16,0-2 0-16,3-1 0 0,0 0 0 0,-3 1 0 15,-1-1 0-15,4 1 0 0,-3-1 0 16,0 1 0-16,0-1 12 16,-3 3 2-16,0-3 1 0,-3 4 0 0,0-1 9 0,0 0 1 0,-3 0 1 0,-3 2 0 15,0 1 3-15,0 5 1 0,0-5 0 16,0 5 0-16,-6-5-10 0,0 2-1 0,0 3-1 0,-3-3 0 16,0 3-18-16,0 3 8 0,0 0-8 0,3 2 0 15,-3-3 0-15,3 4 0 0,0-1 0 0,3 3 0 16,0-3 0-16,0 3 0 0,3 0 0 0,0-3 0 15,0 3 0-15,3-2 0 0,0 2 0 0,0 0 0 16,0-3 0-16,3 3 0 0,0 0 0 0,0 2 0 16,0-2 0-16,3 0 0 0,-3 3 0 0,0-1 0 15,0-2 0-15,0 3 0 0,-3-1 0 0,0 1 0 16,0 2-8-16,-3-2 8 0,0-1 0 0,0 1-9 16,-3-3-3-16,3 3-1 0,-3-4 0 0,-3 1 0 0,3 0-4 0,0-2-1 0,-3-1 0 15,6-5 0-15,0 0 2 0,0 0 0 16,0 0 0-16,0 0 0 0,0 0 8 0,0 0 8 0,0 0-12 0,0-5 12 31,0-1-9-31,0-2 9 0,3 0 0 0,3 1-9 0,0-1 9 0,3-3 0 0,0 0-9 0,3 4 9 16,0-4-8-16,0 3 8 0,2-3-10 0,1 3 10 15,0-2 0-15,0 2-9 0,3 0 9 0,-3 0 0 16,0 3 0-16,0-3 0 16,-1 0 0-16,1 3 0 0,0-3 0 0,-3 2 0 15,-3 1 0-15,3-3 0 0,-6 3 20 16,3 0 2-16,-3-1 1 0,-3 1 0 0,0 0 3 0,0 2 1 0,-3 3 0 0,0 0 0 15,0 0-8-15,0 0-2 0,0 0 0 0,0 0 0 16,-3-5-5-16,3 5-2 0,-9-3 0 0,3 3 0 16,-3 0-10-16,3 0 8 0,-3 0-8 0,0 3 8 15,0 2-8-15,3-2 10 0,-3-1-10 0,3 4 10 16,0-1-10-16,0 0 0 0,3 1-12 0,-2 1 12 16,2-1-9-16,3 2 9 0,0 0 0 0,0 0 0 15,0-1 0-15,3 1 0 0,-1 3 0 0,1-3 0 16,0 0 0-16,3 2 0 0,0 1 0 0,0-3 0 15,3 3-9-15,0-3 9 0,0 2 0 0,0-2-9 16,0-3 9-16,0 3 0 0,3-2 0 0,-3-1 0 16,0-3-8-16,3 1 0 0,-4-3 0 0,4 0 0 15,-3-3-40-15,3-2-8 0,0 3-2 0,0-6 0 16,0-3-92-16,3 0-18 0,0-2-4 0,0 0-1 16,-1 0 60-16,1-3 12 0,0 0 2 0,-3 3 1 15,0-3 36-15,-3 0 7 0,0 3 2 0,0-6 0 16,-3 1 102-16,0-1 21 0,-3-2 4 0,0 0 1 15,0-3 25-15,0 0 6 0,-3 0 1 0,3 1 0 16,-3-1-24-16,0 0-5 0,-3 3-1 0,3 0 0 16,-3 2-9-16,3 3-3 0,-3 3 0 0,0 0 0 0,3 2-11 0,-3 3-2 0,0 0-1 0,0 3 0 15,3 0-17-15,0 5-3 0,0 0-1 0,0 0 0 16,0 0-10-16,0 0-1 0,0 0-1 0,0 0 0 16,0 8-18-16,0 2 10 0,0 4-10 0,0-1 8 15,3 5-8-15,0 3 0 0,0 3 9 0,-3 3-9 16,3-3 0-16,0 2 0 0,0 0 0 0,0 1 0 15,0-3 0-15,0 0 0 0,0-1 0 0,0 1 0 16,0 0 0-16,0-3 0 0,-3 3 0 0,2 2 0 16,-2-2 0-16,0 3-8 0,-2-3 0 0,2 2 0 15,0-5-47-15,-3 0-9 0,3 0-1 0,-3-5-1 16,3 0-101-16,0-3-20 0,-3 1-4 16</inkml:trace>
  <inkml:trace contextRef="#ctx0" brushRef="#br0" timeOffset="2702.77">8706 6541 2030 0,'-6'-3'57'0,"3"-2"14"16,3 5-57-16,-3-3-14 0,3 3 0 0,0 0 0 16,-3-5 54-16,3 5 8 0,0 0 2 0,0 0 0 15,3-5 0-15,3 2 0 0,0-2 0 0,0 5 0 16,3-3 0-16,0 3 0 0,0-2 0 0,3 2 0 0,0 0-52 0,2 0-12 0,1 0 0 0,0 0 0 31,0 0 0-31,0 0 0 0,3-3 0 0,0 0 0 16,3 3-100-16,-1-2-22 0,1-1-5 0</inkml:trace>
</inkml:ink>
</file>

<file path=ppt/ink/ink4.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1-04-16T21:40:12.301"/>
    </inkml:context>
    <inkml:brush xml:id="br0">
      <inkml:brushProperty name="width" value="0.05292" units="cm"/>
      <inkml:brushProperty name="height" value="0.05292" units="cm"/>
      <inkml:brushProperty name="color" value="#FF0000"/>
    </inkml:brush>
  </inkml:definitions>
  <inkml:trace contextRef="#ctx0" brushRef="#br0">21232 2209 1616 0,'0'0'36'0,"0"-8"7"0,0 1 1 0,0 1 1 0,3-2-36 0,0 0-9 15,2 3 0-15,4-3 0 16,0 5 57-16,0-4 10 0,3 1 1 0,0-2 1 15,3 3-13-15,-3 2-2 0,6-5-1 0,-6 3 0 0,3 5-25 0,-4-8-4 16,1 8-2-16,3-8 0 16,-3 8-22-16,0-5 0 0,0 2 0 0,-3 3 8 15,0 0 4-15,0 3 2 0,-3 2 0 0,0 3 0 16,-3 0-34-16,-3 0-8 0,-3 5 0 0,0 3-1 16,-3 5-18-16,-3-5-3 0,0 5-1 0,-3 1 0 15,0-4 3-15,-3 3 0 0,-3-2 0 0,0 5 0 16,1-9 13-16,-1 7 3 0,-3-6 1 0,3-3 0 0,3 3 14 0,0-3 2 15,3-3 1-15,0 1 0 0,6 0-4 0,1 2-1 16,2-5 0-16,3 5 0 0,0-5 19 0,6 0 0 0,-1 0 0 0,4 0 0 16,0-3 26-16,3 3 9 15,3-5 1-15,0 2 1 0,3-2-8 0,0-1-1 0,-3 1-1 0,2-3 0 16,-2 0 29-16,3-3 7 0,-3 3 1 16,0-2 0-16,0-1-54 0,0-2-10 0,-3 2 0 0,3-2 0 15,-4 2 0-15,-2-5-8 0,3 5 8 0,-3 1 0 16,0-6-52-16,0 3-6 0,-3 2-1 0,0-5-745 15</inkml:trace>
  <inkml:trace contextRef="#ctx0" brushRef="#br0" timeOffset="482.21">21589 1916 1436 0,'0'0'32'0,"3"-8"6"0,0 0 2 0,3 0 0 0,0 0-32 0,0 0-8 0,0 0 0 0,2-3 0 15,1 4 88-15,-3 4 16 0,3-5 3 0,0-3 1 16,0 9-43-16,-3-6-8 0,0 8-1 0,0-5-1 16,0 5-21-16,-3 0-4 15,3 5-1-15,-3-3 0 0,0 4-20 0,0 7-9 0,0-5 8 0,0 8-8 16,-3-3 8-16,0 3-8 15,0-3 8-15,0 3-8 0,-3 0 0 0,3-3 0 16,-3 3 0-16,0-3 0 0,0-2 0 0,0-3 0 0,0 2-14 0,0-2 5 16,0 0 9-16,0 0-8 0,0 0 8 0,-3-5-8 15,3-1 8 1,3-2 0-16,0 0 0 0,0 0-8 0,0 0 8 0,0 0-12 0,0 0 12 0,0 0-12 16,-3-2 3-16,3-1 0 0,3-5 0 0,0 0 0 15,3 0 9-15,0-5 0 0,0 5 0 16,3-8 0-16,3 3 14 0,-3-3 2 15,3-2 0-15,2 2 0 0,-2 0 5 0,0 0 2 0,-3 3 0 0,3-3 0 16,0 8-7-16,-3-5 0 0,0 5-1 0,0 0 0 0,0 3-4 16,0 2-1-16,0 3 0 0,-3 0 0 15,2 0-2-15,-2 8-8 0,0 0 12 0,0 0-4 16,-3 5-8-16,3-3 0 0,0 9 0 0,0-3 0 16,-3-3-32-16,3 6 0 0,-3-1 1 0,3-2-632 15,-3 0-126-15</inkml:trace>
  <inkml:trace contextRef="#ctx0" brushRef="#br0" timeOffset="784.08">22276 2231 1728 0,'0'0'38'0,"0"0"8"0,0 0 2 0,6-6 0 0,3 4-39 0,0-4-9 0,3 1 0 0,0 2 0 15,3-5 75-15,3 3 13 0,0 3 2 0,-1-6 1 16,4 2-43-16,0 1-9 0,-3 2-2 16,3-2 0-16,3 2-29 0,-6-2-8 0,2 2 0 0,1 3 0 15,-3-5 0-15,0 3 0 0,-3-4 0 0,0 6 0 16,0-5 0-16,-4 2 0 0,1 3 0 0,-3 0 0 31,0 0-50-31,-3 0-11 0,0 0-3 0,-6 0 0 0,0 0-102 0,-3 8-21 0,-15 13-4 16,3-5-487-16</inkml:trace>
  <inkml:trace contextRef="#ctx0" brushRef="#br0" timeOffset="968.319">22443 2408 1267 0,'0'0'28'0,"0"0"5"0,6 0 2 0,0 0 1 0,0-5-36 0,0 5 0 0,3-3 0 0,-3 3 0 0,3-5 109 0,0 5 15 0,3-6 4 0,-4 4 0 15,4-4-103-15,0 4-25 0,0-6 0 0,3 0 0 16,-3 3 0-16,3-3 0 0,0 0 0 0,3-6-507 31,-1 7-106-31</inkml:trace>
  <inkml:trace contextRef="#ctx0" brushRef="#br0" timeOffset="1535.12">23378 2035 1325 0,'0'0'37'0,"0"0"9"0,0 0-37 0,0 0-9 0,0 0 0 0,0 0 0 15,0 0 102-15,0 0 18 0,0 0 4 0,-9 5 1 16,9-5-19-16,-6 0-4 15,-3 3-1-15,-3-1 0 0,3 6-51 0,-3-8-10 0,0 8-3 0,0-5 0 16,-3 2-24-16,1 8-5 0,-1-5 0 0,0 3-8 16,-3 2 0-16,3 0 0 0,0 6 0 0,0-1 0 15,3-2 0-15,-2 5-20 0,5-5 2 0,-3 6 1 16,3-7-38-16,3-1-7 0,0 1-2 0,3-1 0 0,0 2 44 0,3-6 9 16,3 1 2-16,0-1 0 15,0 4-27-15,3-9-6 0,3 3-1 0,3 0 0 16,0 0 24-16,-4-6 5 0,4 4 1 0,3-6 0 0,-3 0 13 15,3 5 0-15,0-5 0 0,0 0-9 0,-3 0 21 0,0 0 4 0,0-5 0 16,-4 5 1-16,1-6 26 0,0 4 5 16,-3-6 0-16,-3 0 1 15,0-3 7-15,-3 1 2 0,0-4 0 0,-3 1 0 0,0 3-31 0,-3-6-7 0,-3-5 0 0,0-1-1 16,1-1-11-16,-1 1-8 16,-3-1 9-16,-3 1-9 0,3 1 9 0,-3 0-9 0,0 5 8 0,0-5-8 15,3 5 0-15,-3 0 0 0,4 3 8 0,2-3-8 16,-3 0 0-16,6 3 0 15,0-3 0-15,0 3 0 0,6 0 0 0,0 2 0 16,0-2 0-16,6 0 8 0,0 5-8 0,6 0 0 0,-3 0 0 0,5 0 8 31,1 0 0-31,3 0 0 0,0 3 0 0,3 5 0 0,3-6 12 0,-3 6 3 0,-1 0 0 0,1 0 0 16,-3 0 3-16,3 6 1 0,-3-4 0 0,-3 4 0 16,0-1-13-16,-4 3-2 0,-2 0-1 0,0 0 0 15,0 0-11-15,-6 0 0 0,0 5 0 0,-3 0 0 31,0-5-99-31,-3 8-12 0,-3-8-2 0,-3 5-893 16</inkml:trace>
</inkml:ink>
</file>

<file path=ppt/ink/ink5.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2-04-18T21:42:13.265"/>
    </inkml:context>
    <inkml:brush xml:id="br0">
      <inkml:brushProperty name="width" value="0.05292" units="cm"/>
      <inkml:brushProperty name="height" value="0.05292" units="cm"/>
      <inkml:brushProperty name="color" value="#FF0000"/>
    </inkml:brush>
  </inkml:definitions>
  <inkml:trace contextRef="#ctx0" brushRef="#br0">23416 5318 972 0,'0'0'21'15,"0"0"5"-15,0 0 1 0,0 0 0 0,0 0-27 0,-6-2 0 0,6 2 0 0,-5-3 0 0,5 3 71 0,-6-2 9 16,6 2 1-16,-9-3 1 0,3 3-14 0,6 0-4 16,-6-3 0-16,0 3 0 0,0 3 0 0,0-3 0 15,0 5 0-15,0-2 0 0,0 5-2 0,0 0-1 16,0 0 0-16,3 5 0 0,-3 3-41 16,0 0-8-16,3 2-1 0,0 3-1 0,0 0-10 0,0 1 0 15,0-1 0-15,3 3 0 16,3-9-25-16,0 4 2 0,0-6 1 0,3 3 0 15,3-5-13-15,0-1-2 0,3 1-1 0,-3-3 0 0,3-3 17 0,0 0 3 0,-3-2 1 16,3-3 0-16,2-3 17 0,-2 1 11 16,3-6-2-16,3 0 0 0,0-3 11 0,6-2 3 15,0-3 0-15,5 0 0 0,4-5-11 0,0 0-1 0,0-3-1 0,2 0 0 16,-5 1-10-16,-3-1 10 0,3-3-10 0,-4 3 10 16,1 3-10-16,0-3 12 0,0 3-12 0,0-3 12 15,-1 9 6-15,1-9 2 0,-3 3 0 0,0-1 0 16,-6 1-20-16,-1 0 0 0,1 3 0 0,-3-1 0 15,-3 3 0-15,-3 3 0 16,-3 0 0-16,0 2 0 16,-6 3-48-16,0 3-12 0,-3 0-68 0</inkml:trace>
  <inkml:trace contextRef="#ctx0" brushRef="#br0" timeOffset="344.002">23619 5289 1877 0,'0'0'53'0,"0"0"12"0,0 0-52 0,0 0-13 15,0 0 0-15,0 0 0 0,0 0 16 0,0 0 1 16,0 0 0-16,0 0 0 0,0 0-1 0,3 8-1 16,0 0 0-16,0-2 0 0,0-1-15 0,0 3 0 15,-3-3 8-15,0 3-8 0,3 0-11 0,0-3-5 0,0 1 0 0,0 1-1 31,0-4-19-31,3 2-3 0,-1-2-1 0,4 2 0 0,0-2 40 0,3-3 8 0,0 3 2 0,3-3 0 16,0 0 10-16,0-3 3 0,0 0 0 0,3-2 0 16,-4-3 2-16,7 0 1 0,3-2 0 0,3-4 0 15,6 1-17-15,5 0-9 0,4 0 10 0,6-3-10 16,-1 0 0-16,4-5 0 0,-1 2 0 16,7-5 0-16,6-2 0 0,2-3 0 15,0 2 0-15,1-10 0 16,-6 8-45-16,2-5-15 0,3 7-4 0,4-2 0 0,-10 8-97 15,-5-3-20-15,29-23-4 0,-26 15-1 0</inkml:trace>
  <inkml:trace contextRef="#ctx0" brushRef="#br0" timeOffset="1192.089">14365 7827 1564 0,'0'0'44'0,"-3"0"10"0,3 0-43 0,0 0-11 0,-6-3 0 16,6 3 0-16,0 0 13 0,0 0 1 0,0 0 0 0,0 0 0 15,0 0 18-15,0 0 3 0,-3 6 1 0,0-1 0 16,0 0-4-16,3 3-1 0,0 5 0 0,0 0 0 16,0 1-7-16,3 4-2 0,0 1 0 0,0-1 0 15,3 3-22-15,0-2 8 0,2-1-8 0,1-2 0 16,0 0 0-16,3-3 0 0,0 3-12 16,3-2 4-16,0-1-5 0,0-3-1 0,0-2 0 15,-3 0 0-15,2-2-7 0,-2-1-2 0,3-5 0 16,-3 3 0-16,6-6 47 0,-3 3 8 0,3-5 3 0,0-1 0 15,2-2-11-15,4 0-1 0,3-2-1 0,3-3 0 16,0-3-10-16,-1-3-3 0,1 1 0 0,0-6 0 16,0-3-9-16,-4 1 0 0,1-1 0 0,3-2 8 15,-3 0-8-15,3 3 0 0,-4-1 0 0,4 6 8 16,0 0-8-16,-3 0 0 0,-1 2-12 0,-2 1 12 16,-3 2-10-16,0 0 10 0,-6 3 0 0,0 0-9 15,-3 2-46-15,-3 3-9 16,-4 0-1-16</inkml:trace>
  <inkml:trace contextRef="#ctx0" brushRef="#br0" timeOffset="1574.002">14772 7943 1573 0,'0'0'34'0,"0"0"7"0,0 0 2 0,0 0 2 0,0 0-36 16,0-2-9-16,0 2 0 0,0-6 0 0,3 1 16 0,-3 5 2 0,3-3 0 0,-3 3 0 15,3-2-10-15,-3 2-8 0,0 0 12 0,6 2-12 16,-3 6 8-16,0-2-8 0,0 4 0 0,0 1 0 31,0 2-16-31,-3-2-9 0,3 2-3 0,0 0 0 0,3 0 8 0,-3 1 2 0,0-4 0 0,0 1 0 16,3-1 2-16,0 1 0 0,-3-3 0 0,3 0 0 15,3 0 25-15,0-3 6 0,0-2 1 0,0 2 0 16,-1-2 30-16,1-3 6 0,0 0 2 0,0 0 0 16,3-3-2-16,3 0-1 0,-3 1 0 0,6-4 0 15,0 1-15-15,2 0-2 0,4-3-1 0,6 3 0 16,0-6-17-16,6 0-4 0,-1-2-1 0,1-5 0 16,0-4-27-16,-4 1-4 0,4-8-2 0,3 0 0 15,0-3 22-15,5 1 13 0,1-1-1 0,8-3-599 16,-2 4-119-16</inkml:trace>
  <inkml:trace contextRef="#ctx0" brushRef="#br0" timeOffset="24437.05">16942 7462 1263 0,'0'0'28'0,"0"0"5"0,0-6 2 0,3 1 1 0,-3 0-36 0,0 0 0 16,0-3 0-16,0 2 0 0,0 6 96 0,-3-2 13 16,3-4 3-16,-3 1 0 0,3 2-44 0,-3 1-8 15,-3-3-1-15,3 2-1 0,-3 0-28 0,1 1-6 0,-4 2 0 0,3-3-1 16,-3 0 25-16,-3-2 4 15,0 2 2-15,3 3 0 0,-3-2-18 0,0 2-3 0,0 0-1 0,-3 0 0 16,3 0-9-16,-2 2-3 16,2-2 0-16,-3 0 0 0,3 3 2 0,-3 0 0 0,3-3 0 15,-3 2 0-15,0 4-22 0,-3-4 0 0,4 1 0 0,-1 2 0 16,3 0 0-16,0 1 0 0,-3 2-12 0,3-3 4 16,0 3 8-16,0 0 8 0,-3-3-8 15,3 3 11-15,1 3-11 0,-4-3 0 16,3 2 0-16,0 1 0 0,-3-1 0 0,3 4 0 0,0-1 0 0,0 3 0 15,0-3-9-15,-3 0 9 0,4 3-12 0,-1-3 12 16,0 3 0-16,0-3 0 0,0 1 0 0,0-1 0 16,3 3 0-16,0-3-8 0,3 0 8 0,-3 0 0 15,3 1 0-15,3-1 12 0,-3 3-1 0,3 0-1 16,0-1-10-16,3 1 0 0,-3 0 0 0,3 3 0 16,3-1 0-16,0-2 0 0,0 3 0 0,0 2 0 15,0-5-12-15,3 2-4 0,0-2 0 0,0 0-1 16,0 0 3-16,3 0 1 0,0-3 0 0,0 3 0 15,3 0 13-15,-3 0 0 0,0-3-10 0,3 0 10 0,-3-2 0 16,2 2-11-16,1 0 11 0,0 0-8 0,0 1-4 0,0-4-1 16,0 1 0-16,3 2 0 0,-3-2-1 0,0-1 0 15,0 1 0-15,0 2 0 0,-1-5 14 0,1 5 0 16,0-5 0-16,0 3 0 0,3-3 0 0,-3 2 0 16,0-2 0-16,0 3 0 0,3-3 0 0,0-3 0 15,-1 3 0-15,-2-3 0 0,0 3-9 0,3-3 9 16,0 3-8-16,0-5 8 0,-3 2-11 0,3-2 11 15,0 0-13-15,-1-1 5 0,-2-2 8 0,0 3-13 0,3-3 5 16,-3 0 8-16,3 0-9 0,-3-3 9 0,3 3 0 0,-3 0 0 16,0-2 10-16,-1-1 9 0,1 0 1 0,0 1 1 15,-3-1-33-15,3 0-8 0,-3-2 0 0,0 2-1 16,0-2 21-16,0 0 0 0,3-1 0 0,-3 1 0 16,0 0 0-16,-1 2 0 0,1-5 0 0,3 3 8 15,-3 0-8-15,0-1 0 0,0 1 0 16,0 0 0-16,0 0 0 0,0-1 0 0,0 1 0 0,0 0 0 15,-3-1 0-15,3 1 0 0,0-3-9 0,-1 3 9 16,-2 0 13-16,3 2 7 0,0-2 0 0,0 2 1 16,0-2-33-16,0 2-8 0,0-2 0 0,-3-1-1 15,3 4 21-15,-3-3 0 0,0 2 0 0,0-2 0 16,0-1 0-16,0 4 0 0,0-4 0 0,0 1 0 16,-3 0 0-16,3-1 0 0,-4 1 0 0,4 0 0 15,-3-3 0-15,3 3 0 0,-3-3 0 0,0 0 8 16,0 0-8-16,0 0 10 0,-3-3-10 0,3 3 10 15,0-5 5-15,-3 3 1 0,3-4 0 0,-3 4 0 0,0-3 7 16,0 2 1-16,0-2 1 0,0-1 0 0,-3-1-3 0,0-1-1 16,0 3 0-16,0-3 0 0,0-3 4 0,-3 3 1 15,3 0 0-15,-6-2 0 0,4-1-7 0,-1 3-2 16,0 1 0-16,0-1 0 0,0 0-4 16,-3 0-1-16,3 3 0 0,-3-3 0 15,0 3-12-15,0-3 11 0,0 0-11 0,-3 3 10 0,3-3-10 0,0 3 8 16,0-1-8-16,0 1 8 0,-2 0-8 0,2 0 12 0,0-3-12 15,0 2 12-15,-3 1-4 0,3 0 0 16,0-3 0-16,-3 3 0 0,3 0-8 0,0 2 0 0,-3-2 0 0,3 2 0 16,0 1 0-16,-2 2 8 0,2-3-8 0,-3 3 8 15,3 0-8-15,-3 3 0 0,-3 0 0 0,3-3 8 16,-3 3-8-16,0-1 0 0,-3 1 0 0,1 0 0 16,-4-3 0-16,0 2 0 0,-3-2 0 0,0 3 0 15,-2 3-10-15,-1-1 10 0,-3 0 0 0,3 1-9 31,0 2-17-31,-2 0-3 0,5 0-1 0,-6 0 0 16,3-3-2-16,0 3-1 0,4 0 0 0,-1 3 0 0,-3-3-18 0,6 2-3 16,0 1-1-16,1 0 0 0,5 2-117 0,-3 0-24 15,3 0-5-15,3 3-1 0</inkml:trace>
  <inkml:trace contextRef="#ctx0" brushRef="#br0" timeOffset="25672.395">17639 7459 1074 0,'0'0'30'0,"0"0"8"0,0 0-30 0,-3-5-8 0,0-1 0 0,0 4 0 0,3 2 104 0,-3-5 19 16,3-1 4-16,-6 1 1 0,3 0-52 0,0 2-9 15,0-2-3-15,3 5 0 0,-3-6 0 0,0 4 0 16,-3-3 0-16,6 5 0 16,-3-3-20-16,-3 0-4 0,0 1 0 0,6 2-1 15,-6-3-14-15,0 3-2 0,0-3-1 0,0 3 0 0,0 0-22 0,1 0 9 16,-1 0-9-16,0 0 0 0,0 0 0 0,-3 3 0 15,3-3 0-15,-3 3 0 0,0-1 0 0,3-2 0 16,-3 6 0-16,0-4 0 0,3 3 0 0,-3-2 0 16,3 2 0-16,-3 1 0 0,3-4 30 0,0 6-1 15,-2-2 0-15,2-1 0 0,0 3-21 0,-3-3-8 0,3 0 0 16,0 3 0 0,0 0-19-16,0-2-9 0,0 1-3 0,0 1 0 0,0 0 31 0,0 3 0 0,3-3 0 15,-3 0 0-15,3 2 0 0,-3 1 0 0,3-3 0 0,-3 2 0 16,3 1 16-16,0 0 8 0,-3-3 3 0,3 5 0 15,-3-3-27-15,0 1 0 0,3 0 0 0,-2-1 0 16,2 1 0-16,0-1 0 0,0 1 0 0,-3 2 0 16,3-2 0-16,3-1 0 0,-3 1 0 0,0-1 0 15,3 1 0-15,-3 0 0 0,3-1 0 0,0 1 0 16,0 2 0-16,3-2 0 0,-3-1 0 16,3 3 0-16,-3-2 0 0,3 0 0 0,3-1 0 0,-3 3 0 15,3-2 0-15,0 0 0 0,-4-1 0 0,4 3 0 16,3-2 0-16,-3 0 0 0,3-1 0 0,-3 1 0 15,3 2 0-15,-3-2 0 0,3-1 0 0,0 1 0 16,0-1 0-16,0-2 0 0,0 3 0 0,-3-1 0 16,3-2-24-16,0 0 0 0,-1 3 0 0,1-3 0 15,0 0 24-15,0 0 0 0,0 0 0 0,0 0 0 0,0-3 0 0,0 0 0 16,0 0 0-16,0 1 0 0,0-4 0 0,0 4 0 16,0-1 0-16,-3-2 0 0,3 2 0 0,-1-2 0 15,1-1 0-15,0 1 0 0,0-1 0 0,0 1 0 16,0 0 0-16,-3-3 0 0,3 2 0 0,0-2 18 15,0 3-3-15,-3-3-1 0,0 0-14 0,0-3 0 16,3 3 0-16,-3-2 0 0,0 2 0 0,2-3 0 0,-2 0 0 16,0 1 0-16,3 2 0 0,-3-5 0 0,3 2 0 15,-3 0 0-15,3-2 9 0,-3 0-9 0,0-1 8 16,0-2-8-16,0 3 13 0,0-3-2 16,0-2-1-16,-3 2 0 0,3-3 2 15,0 1 1-15,-3-1 0 0,0 0 0 0,3-2 4 0,-3 3 1 0,3-4 0 0,-4-2 0 16,1 3 3-16,0-3 1 15,0 0 0-15,0 1 0 0,0-4 3 0,0 1 1 0,-3-1 0 0,0-2 0 16,3 2-5-16,-3 1-1 0,0-1 0 0,3 3 0 16,-6-2-20-16,3-1 0 0,-3 3 0 0,0-2 0 15,3 2 47-15,-3 0 5 0,-3-2 0 0,3 2 1 16,-2-3-41-16,-1 3-12 0,0-2 0 0,0 2 8 16,0-3-8-16,0 6 0 0,-3-3 8 0,0 3-8 15,3 0 0-15,-3-3 0 0,-3 3 0 0,0 2 8 16,3-2-8-16,-3 2 0 0,0 1-8 0,4 2 8 15,-4 0-25-15,0 0 0 0,0 0 0 0,-3 3 0 16,3 2-26-16,0 1-5 0,0-1 0 0,0 0-1 16,0 3-87-16,3 0-18 0,-2 3-3 0,2 0-803 15</inkml:trace>
  <inkml:trace contextRef="#ctx0" brushRef="#br0" timeOffset="27128.302">18633 7404 1074 0,'0'0'30'0,"0"0"8"16,0 0-30-16,0 0-8 0,0 0 0 0,-3-6 0 0,3 1 44 0,0 5 7 15,-3-5 1-15,3 5 1 0,-3-6 3 0,0 4 0 16,3 2 0-16,-3-6 0 0,3 6-30 0,-6-2-6 15,3-4 0-15,-3 4-1 0,6 2 36 0,-3-3 7 16,0 1 2-16,3 2 0 0,-6-6-16 0,3 4-4 16,3 2 0-16,-6-3 0 0,0 0-19 0,0 3-4 15,4-2-1-15,2 2 0 0,-3-6-20 0,-3 4 0 0,3-1 0 16,0 3 0-16,-3-3 39 0,6 3 3 16,0 0 1-16,-6-2 0 0,0-1-20 0,3 0-4 15,3 3-1-15,-6 0 0 0,0 0-2 0,0-2-1 16,0 2 0-16,0-3 0 0,3 3-3 0,-3 0 0 0,0-2 0 0,0 2 0 15,0 0 0-15,0 0 0 0,0 0 0 0,0 0 0 16,0 0 0-16,0 0-1 0,1 0 0 0,-1 0 0 16,0 0 5-16,0 0 0 0,0 2 1 0,0-2 0 15,0 0-17-15,0 3 0 0,6-3 0 0,-6 2 0 16,0-2 0-16,3 3 0 0,3-3 0 0,-6 0 0 16,6 0 0-16,-6 3 0 0,6-3 0 0,-9 2 0 15,9-2 0-15,0 0 0 0,-3 3 0 0,3-3 0 16,0 0 0-16,-6 3 0 0,6-3 0 0,0 0 0 15,-6 2 0-15,6-2 0 0,0 0 0 0,0 0 0 16,0 0 0-16,0 0 0 0,0 0 0 0,0 0 0 16,0 0 0-16,0 0 0 0,0 0 0 0,0 0 0 15,0 0 0-15,0 0 0 0,0 0 0 0,0 0 0 16,0 0-10-16,0 0-6 0,0 0 0 0,0 0-1 16,0 0 7-16,0 0 2 0,3 6 0 0,-3-6 0 15,3 5 8-15,-3-5 0 0,0 0 0 0,3 5 0 16,-3-5 0-16,0 0-13 0,0 6 5 0,0-6 8 0,0 0 18 0,3 5 11 15,-3-5 3-15,0 0 0 16,0 5-77-16,0-5-15 0,0 5-4 0,0-5 0 0,0 0 52 0,-3 6 12 16,3-6 0-16,-3 2 0 0,3-2 0 0,-6 6 0 15,3-4 0-15,-3 1 0 0,6-3 48 0,-6 3 13 16,0-1 3-16,0 4 0 0,1-4-52 0,-1 1-12 0,0-1 0 16,0 1 0-16,-3 0 0 0,3 2 0 15,0-2 0-15,-3 2 0 0,0 0 0 0,3 1-12 0,0 1 3 0,-3 1 0 16,3 0 9-16,-3 0 0 0,0 0 0 0,3 3 8 15,-3-1-8-15,3 4 0 0,-2-1 0 0,2-3 0 16,-3 4 0-16,0 2 0 0,0-3 0 0,3 3 0 16,-3 0 0-16,0 2 0 0,3-2 0 0,0 2-8 15,-3 1 8-15,3 0 0 0,0-1 0 0,0-2 0 16,0 2 0-16,3 1 0 0,0-1 0 0,-3 4 0 16,3-4 0-16,3 1 0 0,-3 2 0 0,0-3 0 15,3 1 0-15,0-1 0 0,-2-2 0 0,2 0 0 16,2 3 0-16,-2-3 0 0,3-6 0 0,0 3 0 15,0 1 0-15,3-4-8 0,0 3 8 0,0 1 0 16,3-1 0-16,0-3 0 0,0 1 0 0,3 0 0 16,0-3 0-16,-3 0-10 0,6-1 10 0,-3-1 0 15,0-1-8-15,2 0 8 0,-2-2 0 0,3 0 0 0,0-1 0 16,0 1 20-16,3-3-2 0,-3 3-1 16,0-3-17-16,2 0 0 0,-2 0 0 0,0 0 0 0,3 0-12 0,-3 0-5 15,0 0-2-15,0-3 0 0,0 3 19 0,-1-3 0 16,-2 1 0-16,3-1 0 0,0 0 0 15,-3 1 8-15,3-4-8 0,-3 4 0 0,0-4 10 0,-3 4-10 16,3-3 10-16,-1-1-10 0,-2 1 12 0,3-3-4 16,-3 3-8-16,0-1 12 0,0-2 0 0,0 3 0 15,0 0 0-15,0-3 0 0,0 3-12 0,-3-3-13 16,3 0 2-16,0 0 1 0,0-3 59 16,-3 1 12-16,2-1 3 0,-2 0 0 0,3-2-52 0,-3-3-12 15,3 1 0-15,-3-1 0 0,0-3 0 0,3 1 0 0,-3-1 0 0,0 1 0 16,-3-1 54-16,3 1 8 15,-3 2 2-15,0-3 0 0,0 3-52 0,-3 0-12 0,0 3 0 0,0-3 0 16,-3 0 31-16,0 3 3 0,0-3 1 0,-3 0 0 16,0 1-21-16,0-1-4 0,0 2-1 0,-3-1 0 15,0-4-9-15,-3 3 12 0,0-2-12 0,1 2 12 16,-4-3-12-16,3 3 0 0,-3-2 0 0,3 2 8 16,-3 3-8-16,0-3 0 0,0 3 0 0,0 2 0 15,-2 0-17-15,-1 1-3 0,0-1 0 0,0 3 0 16,0 0-67-16,0 0-13 0,-3 1-4 0,1-1-720 15,-1 0-144-15</inkml:trace>
</inkml:ink>
</file>

<file path=ppt/ink/ink6.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2-04-18T21:43:01.855"/>
    </inkml:context>
    <inkml:brush xml:id="br0">
      <inkml:brushProperty name="width" value="0.05292" units="cm"/>
      <inkml:brushProperty name="height" value="0.05292" units="cm"/>
      <inkml:brushProperty name="color" value="#FF0000"/>
    </inkml:brush>
  </inkml:definitions>
  <inkml:trace contextRef="#ctx0" brushRef="#br0">6852 8592 1497 0,'0'0'32'0,"0"0"8"0,0-6 0 0,0 4 4 0,3-4-36 0,-3 1-8 0,0 0 0 0,0 5 0 16,0 0 104-16,0-6 20 0,0 6 3 0,0 0 1 15,0-5-52-15,0 5-9 0,0 0-3 0,0 0 0 16,0 0 0-16,0 0 0 0,0 0 0 0,0 0 0 16,0 0 0-16,0 0 0 0,0 0 0 0,0 0 0 15,0 0-64-15,-3 8 0 0,0 0-8 0,3 0-1 16,-3 3 9-16,3-1 0 0,-3 3 0 0,3 3 0 16,0 3 8-16,-3-3 0 15,3 0 0-15,0 5 0 0,0-5-8 0,0 2 0 0,0 1 0 0,0-1 0 16,3-2-50-1,-3 0-11-15,0 0-3 0,3-3 0 16,-3-2 0-16,0 2 0 0,0-3 0 0,0 4 0 0,0-4-153 0,-3-2-31 0,-6 5-7 16,6-2-1-16</inkml:trace>
  <inkml:trace contextRef="#ctx0" brushRef="#br0" timeOffset="412.676">6694 8867 1552 0,'0'0'44'0,"0"0"10"0,0 0-43 0,0 0-11 0,0-6 0 0,0 6 0 15,0-5 104-15,0 5 20 0,3-2 3 0,-3 2 1 16,0-6-52-16,3 1-9 0,-3 5-3 0,0 0 0 15,3-3-51-15,-3 3-13 0,6-2 0 0,-3 2 0 16,3 0 54-16,0 2 8 0,0 1 2 0,0 0 0 16,2 2-52-16,-2 0-12 0,0-2 0 0,0 2 0 15,3 0 0-15,-3 1 0 0,3-1 0 0,-3 0 0 16,3 1 0-16,-3-1 0 0,3 0 0 0,-3-2 0 16,0 2 0-16,3 0 0 0,-3-2 0 0,0 0 0 15,0-1 0-15,0 1 0 0,-1-3 0 0,1 0 0 16,0 0 0-16,0-3 0 0,0 1 0 0,0-1 0 15,3 0 0-15,-3 1 0 0,3-4 0 0,0 4 0 16,0-4 0-16,0 1 0 0,3 0 0 0,-3-3 0 16,3 3-48-16,-1-3-13 0,4 0-3 0,3 0-947 15</inkml:trace>
  <inkml:trace contextRef="#ctx0" brushRef="#br0" timeOffset="1246.424">9813 8555 1958 0,'0'0'43'0,"0"0"9"0,0 0 1 0,0 0 3 0,0-6-45 0,0 6-11 0,0-5 0 0,0 5 0 15,0-3 53-15,0 3 9 0,0 0 2 0,0 0 0 16,0 0 0-16,0 0 0 0,0 0 0 0,0 0 0 16,0 0 0-16,0 0 0 0,0 0 0 0,0 0 0 15,0 0-52-15,0 0-12 0,0 0 0 0,-6 6 0 16,3 2 0-16,0-1 0 0,0 7 0 0,0-4 0 16,0 6 0-16,1 3 0 0,-1-1 0 0,3 3 0 15,-3 1 0-15,3-1 0 0,0 0 0 0,0 0 0 0,0-2 0 0,0-1 0 16,0-2 0-16,0 2 0 15,0-4-48-15,0-1-13 0,0-2-3 0,3-1 0 16,-3 1 0-16,0-3 0 0,0-3 0 0,0 3-614 16,0-8-123-16</inkml:trace>
  <inkml:trace contextRef="#ctx0" brushRef="#br0" timeOffset="1631.243">9688 8761 1497 0,'0'0'32'0,"0"0"8"0,0 0 0 0,0 0 4 0,0 0-36 0,0 0-8 16,0 0 0-16,0 0 0 0,0 0 104 0,0 0 20 0,0 0 3 0,0 5 1 16,0-5 0-16,0 5 0 0,0 1 0 0,0-1 0 15,3 0-52-15,-3 3-9 0,3-2-3 0,-3 2 0 16,3-1-51-16,0-1-13 0,-3 2 0 0,3 0 0 15,0 0 0-15,0 2 0 0,3-5 0 0,0 3 0 16,0-2 0-16,-3-1 0 0,6 0 0 0,-3 1 0 16,3-1 0-16,0-3 0 0,3 1 0 0,-3 0 0 15,2 2 0-15,1-5 0 0,0 3 0 0,0-3 0 16,0 0 8-16,0 0-8 0,3-3 11 0,-3 0-11 0,3 1 10 16,0-1-10-16,-4 0 8 0,4-2-8 15,0 0 0-15,-3 0-11 0,3-3 1 0,0 0 0 0,0-3 10 16,0 1 0-16,-3-1 0 0,2-2 0 15,-2 0-53-15,0-1-9 0,0-2-2 0,0 1 0 16,3-1-204-16,0-19-42 16,-9 6-8-16,0 19-437 0</inkml:trace>
  <inkml:trace contextRef="#ctx0" brushRef="#br0" timeOffset="13414.701">7048 9115 1267 0,'0'0'28'0,"0"0"5"0,0 0 2 0,0 0 1 0,0 0-36 0,0 0 0 0,0 0 0 0,0 0 0 16,6 0 89-16,-3 0 11 0,3 0 3 0,0 0 0 15,-3 0-41-15,3 0-8 0,0 0-2 0,0 0 0 16,3 0-8-16,-3 0-3 0,0 0 0 0,2 0 0 16,-2 0-11-16,3 0-2 0,0 0-1 0,0 0 0 15,0 0-3-15,0 0-1 0,0 0 0 0,0 0 0 16,3 0-3-16,-3 0 0 0,3 0 0 0,-3 0 0 16,0 0-2-16,-1 0-1 0,1 0 0 0,-3 3 0 0,3-3-6 15,-3 0-2-15,3 0 0 0,-3 3 0 0,0-3-9 16,-3 2 0-16,3 1 9 0,0-3-9 0,-6 0 11 15,3 5-3-15,0-2 0 0,-3-3 0 0,3 5 2 0,0 1 0 16,-3-6 0-16,3 5 0 0,-3 0-1 0,0 3 0 16,3-3 0-16,-3 1 0 0,0 2-1 0,0-3 0 15,0 3 0-15,0-3 0 16,0 3-8-16,-3 0 10 0,3 0-10 0,0 0 10 0,0-3-10 16,0 3 10-16,0 0-10 0,0 0 10 0,0 0-10 0,0 0 0 15,0 0 9-15,-3 2-9 0,3-2 0 0,0 3 0 16,0-3 0-16,0 0 0 0,0 0 0 0,0 0 0 0,0 0 0 0,0 0 8 15,0-1-8-15,0 1 0 0,0 3 0 0,0-3 8 32,0 3-28-32,0-1-4 0,-3 1-2 0,3 2 0 0,0 0 26 0,0 0 0 0,-3-2 0 0,3 2 0 15,0 0 0-15,0 1 0 0,0-4 0 0,0 3 0 16,-3 1 46-16,3-1 14 0,0 0 4 0,0-2 0 16,0-1-52-16,0 4-12 0,0-4 0 0,0 3 0 15,0-2 0-15,0-3 0 0,0 2 0 0,0 1 0 16,0 2-48-16,-3 1-13 0,3-7-3 15,-3 4 0-15,3 2 52 0,0-2 12 0,-3 2 0 0,3-2 0 16,-3 2 48-16,3 0 13 0,-3 0 3 0,0 1 0 16,3-1-103-1,0 0-20-15,-3 3-4 0,3 0-1 0,-3-3 103 0,3 0 20 0,-3 3 4 0,0 0 1 16,3 0-103 0,0-3-20-16,-3 0-4 0,3 1-1 0,0-4 52 0,0 3 12 0,0-2 0 0,0 0 0 15,0-1 0-15,0 1 0 0,0-3 0 0,0 2 0 0,0 1 48 16,0-1 13-16,0 1 3 0,0 0 0 0,0-1-52 0,3-2-12 15,-3 3 0-15,0-1 0 0,0 1 0 0,0-3 0 16,0 2 0-16,0 1 0 0,0-3 0 0,0 2 0 16,0 1 0-16,0-3 0 0,0 3 0 0,0-1 0 15,0 3 0-15,0-2 0 16,0 0-48-16,-3 2-13 0,3-3-3 16,0 4 0-16,0-1 103 0,0-3 20 0,0 1 4 0,-3 2 1 0,3 0-52 0,0 1-12 0,-3-4 0 15,3 1 0-15,0-1 0 0,-3-2 0 0,3 3 0 0,0 0 0 31,-3-3-25-31,3 2-8 0,0-2-2 0,-3 3 0 0,3-3 35 0,0 2-8 0,-3 1 8 0,3-3 0 16,0 2 0-16,-3-2 0 0,3 3 0 0,0-3 0 16,-3 0 0-16,3 2 0 0,0-2 0 0,0 3 0 15,0-3 25-15,-3 0 9 0,3 2 2 0,0-2 0 32,-3 3-57-32,3-3-11 0,0 0-3 0,0 2 0 0,0 1 56 0,0-3 11 0,0 2 3 0,0 1 0 15,0-3-35-15,0 0 0 0,0 2 0 0,0-2 0 31,0 3-21-31,0-3-11 0,0 0-3 0,0 2 0 0,0-2 35 0,0 0 0 0,0 0 0 0,0 3 0 16,0-3 21-16,3 0 11 0,-3 2 3 0,0-2 0 16,0 3-35-16,0-3 0 0,0 0 0 0,3 2 0 15,-3-2 0-15,0 3 0 0,0-1 0 0,0-2 0 16,0 3 0-16,0-1 0 0,0-2 0 0,-3 3 0 16,3-3-21-16,0 2-11 0,0-2-3 0,-3 0 0 15,3 3 56-15,-3-3 11 0,3 2 3 0,0-2 0 0,-3 3-35 0,3 0 0 16,0 2 0-16,-2-3 0 0,2 1 0 0,-3-1 0 15,3 1 0-15,-3 0 0 16,3-1-20-16,-3 1-10 0,3-1-2 0,-3 1-1 0,3 0 33 0,0-1 0 16,-3 1 0-16,3-1 0 0,0-2 20 0,-3 0 10 15,3 0 2-15,0 0 1 16,-3 0-54-16,3 0-11 16,0 0-3-16,0 0 0 0,0 0 56 0,-3 0 11 0,3-3 3 0,0 3 0 15,0-3-56-15,0 3-11 0,0 0-3 0,-3 0 0 0,3 0 35 0,0-3 0 16,-3 3 0-16,3 0 0 0,0-3 0 0,0 3 0 0,0 0 0 0,-3 0 0 15,3-2 0-15,-3 1 0 0,3-1 0 0,0 4 0 32,0-4-25-32,-3 2-5 0,3-3-1 0,-3 5 0 0,3-2 50 0,-3 3 9 0,3-3 3 0,0 3 0 15,-3-1-31-15,3-2 0 0,-3 0 0 0,3 3 0 16,0-1 0-16,-3-2 0 16,3 3 0-16,-3-3 0 0,3 2 0 0,-3-2 0 0,3 3 0 0,0-3 0 15,-3 0 28-15,3 0 5 0,0-1 2 0,0 1 0 16,0 0-56-1,0 0-11-15,-3-2-3 0,3 1 0 0,-3-1 56 0,3-1 11 0,0 0 3 0,0 3 0 16,0-2-56 0,-3-1-11-16,3 0-3 0,-3 0 0 0,3 3 56 0,-3-2 11 0,0-1 3 0,3 0 0 15,-3 3-55 1,3-2-10-16,-3-1-2 0,0 3-1 0,3-3 33 0,-3 0 0 0,0 1 0 0,3 2 0 16,0-8 0-16,-3 5 0 0,0 3 0 0,0-3 0 15,3 0 0-15,0-5 0 0,-3 6 0 0,3-6 0 0,0 8 0 16,-3-3 0-16,3-5 0 0,-3 8 0 0,3-8 22 15,0 5 8-15,0 0 2 0,0-5 0 0,-3 6-32 0,0 2 0 16,3-8 0-16,0 5 0 0,0-5 0 0,-3 5 0 16,0 1 0-16,1-1 0 15,2-5-18-15,-3 8-10 0,0-3-1 0,0 0-1 16,0 1 30-16,0-1 0 0,-3-2 0 0,6-3 0 0,-3 5 0 0,0 0 0 16,-3 0 0-16,3 1 0 0,-3-1 25 0,3-2 2 15,-3 2 0-15,0-2 0 0,3 2-27 0,-3 0 0 0,0 0 0 16,0-2 0-16,3 2 0 0,-3-2 0 0,0 2 0 15,0-2 0-15,0 2 0 0,3-2 0 0,-3 0 0 0,0-1 0 16,3 1 0-16,-2 2 0 0,5-5 0 16,-6 3 0-16,0-1 0 0,0 1 0 0,6-3 0 15,-6 3 0-15,-3-1 0 0,9-2 0 0,-6 3 0 0,0-3 0 16,6 0 0-16,-6 3 0 0,-3-3 0 0,3 0 0 16,6 0 0-16,-9 0 0 0,3 0 0 0,6 0 0 15,0 0 0-15,-6 0 0 0,0 0 0 0,6 0 0 16,0 0 0-16,0 0 0 0,-6-3 0 0,6 3 0 15,0 0 0-15,0 0 0 0,-6 0 0 0,6 0 0 16,0 0 0-16,0 0 0 0,0 0 0 0,0 0 0 31,0 0-46-31,0 0-14 0,0 0-4 0,-6-5 0 0,6-1-153 16,-3 1-31-16,-9-3-7 0,10-2-1 0</inkml:trace>
  <inkml:trace contextRef="#ctx0" brushRef="#br0" timeOffset="22959.282">18178 8316 1347 0,'0'0'38'0,"0"0"9"0,0 0-38 0,0 0-9 0,-3-5 0 0,3 5 0 15,-3-3 115-15,3 3 21 0,0 0 4 0,-6-2 0 16,3-1-49-16,3 3-11 0,-6-3-1 0,-3 1-1 16,3 2-21-16,-3 2-4 0,3 1-1 0,0 0 0 15,0-1-16-15,-3 4-4 0,3-1-1 0,-3 3 0 16,3 0-15-16,0 0-2 0,-3 2-1 0,3 1 0 0,1 0-13 0,-1-1 0 16,0 1 8-16,0-1-8 15,3 1 0-15,0 2 0 0,0-5 0 0,3 3 0 0,0-1 0 16,0 1 0-16,0-1 0 0,3-2 0 0,3 3 0 0,-3 0 0 15,6-4-8-15,-3-1 8 0,2-1 0 16,1 3 0-16,0-3 0 0,3 1 0 0,0-4-9 0,0 1 9 16,3 0 0-16,-3-3-9 0,6 2 9 0,-3-4 0 15,-1 2 0-15,1-6 0 0,3 4 0 0,3-1 0 16,-3-2 0-16,3-1-8 0,-3 1 8 0,-1-3 0 16,1 3 0-16,0-3 0 0,0-3 8 0,0 3-8 15,-3-2 8-15,-3-1-8 0,0 3 17 0,-3-2-1 0,-1-1 0 0,1-2 0 16,-3 2 8-16,3 1 0 15,-6-1 1-15,3-2 0 0,-6 2-5 0,3-2 0 16,-3 0-1-16,-3 0 0 0,0-1-7 0,0 4 0 0,-3-3-1 0,-3 2 0 16,3-2-11-16,-3 2 10 0,-2-2-10 0,-1 2 10 15,0 1-10-15,-3 2 0 0,3-3 0 0,-6 3 8 16,3 3-8-16,-3-3-17 0,3 3 4 0,-2 2 1 16,2 0-45-16,-3 3-9 15,0 0-2-15,3 0 0 0,0 0-106 0,-3 0-22 0,-17-2-4 16,11 2 0-16</inkml:trace>
  <inkml:trace contextRef="#ctx0" brushRef="#br0" timeOffset="23721.952">19368 8242 939 0,'0'0'20'0,"0"0"5"0,0 0 1 0,0 0 1 0,0 0-27 0,0 0 0 16,0 0 0-16,0 0 0 0,0 0 87 0,0 0 12 15,0 0 2-15,0 0 1 0,0 0 6 0,0 0 2 16,0 0 0-16,0 0 0 0,-3 3-19 0,3-3-4 16,-3 5-1-16,0 3 0 0,3-5-18 0,-3 5-4 15,3-8-1-15,0 8 0 0,0 0-10 0,0 0-1 0,0 2-1 0,0-2 0 16,0 3-14-16,0-1-2 15,0 3-1-15,0-2 0 0,0 2-16 0,0 1-3 0,0-1-1 16,0 0 0-16,0 0-14 0,0 0 8 0,0-2-8 0,0 5 0 16,0-3 0-16,0 0 8 0,0 1-8 0,3-4 0 15,-3 1 0-15,3-1 0 0,-3-2 0 16,0 3 0-16,3-1 0 0,0-2 0 0,-3 0 8 0,0 0-8 16,3 0-9-16,-3 0-5 0,3 3-1 0,-3-3 0 15,3-3-96 1,0 3-19-16,0-3-4 0,-3 0-870 0</inkml:trace>
  <inkml:trace contextRef="#ctx0" brushRef="#br0" timeOffset="24549.232">21499 8314 1652 0,'0'0'36'0,"0"0"8"0,0 0 2 0,-5 2 0 0,-1 1-37 0,0-3-9 15,0 3 0-15,0-1 0 0,0 1 60 0,0 2 9 16,0-2 3-16,0 2 0 0,0 0-33 0,0 1-7 16,0 2 0-16,0 0-1 0,0 2-9 0,0-2-2 15,3 0 0-15,-3 3 0 0,3-1-12 0,0 1-8 16,-3-1 10-16,3 4-10 16,3-4 8-16,-3 3-8 0,3-2 0 0,0 0 0 0,3-1 8 0,-3-2-8 15,3 0 0-15,0 3 0 0,0-3 0 0,3 0 0 16,0-3 0-16,0 0 0 0,3 0 8 0,-3 3-8 15,6-5 0-15,-3 0 0 0,3-1 12 0,0 1-4 16,3-3-8-16,-4 0 12 0,4 0 7 0,0 0 1 0,3-3 0 0,-3 1 0 16,3 2 1-16,-3-6 1 0,0 4 0 0,-3-4 0 15,2 1 10-15,-2 0 3 0,0 0 0 0,-3-3 0 16,0 0 7-16,0 0 2 0,-3-3 0 16,0 3 0-16,0-5-10 0,-6 2-2 0,3-2 0 0,0 3 0 15,-3-4-17-15,-3 1-4 0,3 3-1 0,-3-4 0 16,0 1-2-16,-3 0-8 0,0 0 12 0,0-1-4 15,-3 4-8-15,0-3 0 0,0 2 0 0,-6 0 8 16,3 3-8-16,1 1-14 0,-4-1 3 0,-3 2 1 16,3 1-31-16,0 2-7 15,-3 1 0-15,0 2-1 16,0 0-90-16,1 0-17 0,-1 5-4 0,-3-2-820 0</inkml:trace>
  <inkml:trace contextRef="#ctx0" brushRef="#br0" timeOffset="25086.589">20228 8115 1267 0,'0'0'28'0,"0"0"5"0,0 0 2 0,0 0 1 0,0 0-36 0,0 0 0 0,0 0 0 0,3 3 0 16,-3-3 109-16,0 0 15 0,0 0 4 0,0 0 0 16,3 5-52-16,0 1-9 0,-3-1-3 0,3 0 0 15,0 0 0-15,-3 3 0 0,0-2 0 0,0 2 0 0,0-1-26 0,-3 4-6 16,3-3 0-16,0 5-1 0,-3 0 1 15,3 1 1-15,0-1 0 0,-3 3 0 0,0 0 27 0,3 2 6 16,-3-2 1-16,0 3 0 0,3-1-35 0,0 1-8 16,-2-1 0-16,-1-2-1 0,3 3 12 15,0-4 2-15,0 1 1 0,0 0 0 0,0 0-30 16,-3 0-8-16,3-3 0 0,0 0 0 0,0 1 0 0,0-4 0 16,0 3 0-16,3-2 0 15,-3 0-50-15,0-1-11 0,3 1-3 0,-3-1-751 16,2 1-150-16</inkml:trace>
  <inkml:trace contextRef="#ctx0" brushRef="#br0" timeOffset="33082.858">7009 12359 851 0,'0'0'36'0,"-3"3"-36"16,3-3 109-16,-6 3 15 0,6-3 4 0,0 0 0 15,0 0-65-15,0 0-13 0,0 0-2 0,0 0-1 16,0 0 27-16,-3 5 6 0,3-5 0 0,0 0 1 16,0 0-65-16,0 0-16 0,0 5 0 0,0-5 0 15,0 0 0-15,3 6 0 0,0-4 0 0,3 1 0 16,-3 0 48-16,3-1 5 0,-3 1 2 0,3 0 0 15,0-3-37-15,3 2-7 0,-3 1-2 0,3-1 0 16,0-2-9-16,0 0 0 0,3 3 0 0,0-3 0 16,0 3 0-16,-1-3 0 0,1 0 0 0,3 2 0 15,-3 1 0-15,0 0 0 0,3-3 0 0,-3 5 0 16,0-2 0-16,-3-1 0 0,0 1 0 0,0 2 0 16,-1 0 0-16,1 1 0 0,-3-1 0 0,0 3 0 15,0 0 0-15,0 0 0 0,-3-3 0 0,3 3 0 16,-3 0 0-16,3-3 0 0,-3 3 0 0,0 0 0 15,0 0 0-15,0 0 0 0,0 0 0 0,0 0 0 16,0 0 0-16,-3 0 0 0,3 0 0 0,0 2 0 16,-3 1 0-16,3-3 0 0,-3 0 0 0,0 0 0 0,0 2 0 15,0-2 0-15,0 3 0 0,0 2 0 0,0-2 0 16,0 2 0-16,0 0 0 0,-3 3 0 0,3 0 0 16,0 0 0-16,-3 2 0 0,3-2 0 0,-3 3 0 15,3-1 0-15,-3-2 0 0,3 3 0 0,-3-4 0 0,3 1 0 16,0 0 0-16,-3 0 0 0,3-3 0 0,0 1 0 15,-3 1 0-15,3-1 0 0,0-4 0 0,-3 3 0 0,3-2 0 0,-3 5 0 16,3-5 0-16,0 2 0 0,-3 0 0 16,3 0 0-16,-3 0 33 0,0 3 5 0,3 0 1 0,-3 0 0 15,3 3-39-15,-3-4 0 0,3 4 0 16,-3 0 0-16,0-1 0 16,3-2 0-16,-3 2 0 0,0 1 8 0,3-1-8 0,-3-2 0 0,3 0 0 0,-3 0 0 15,3 0 0-15,-3 0 0 0,3-3 0 0,-3 3 0 16,0 3 0-16,3-6 0 0,-3 3 0 0,3-1 8 15,-3 4-8-15,3 0 8 0,0-4-8 0,-3 7 8 16,3-4-8-16,0 3 0 0,0-2-8 0,0 2 8 16,0-3 0-16,0 1 0 0,0 0 0 0,0 2 0 15,0-5 0-15,3 2 0 0,0-2 10 0,-3 0-10 16,0-3 9-16,0 3-9 0,0 0 8 0,0 0-8 16,0 0 16-16,0-1-3 0,0 1 0 0,0 3 0 15,3-1-13-15,-3 1 0 0,0 2 0 0,0 0 0 16,0 0 0-16,0 1 0 0,0-4 0 0,0 3 0 15,0 0 0-15,0-2 0 0,0-1 0 0,0 4 0 16,0-4 0-16,0-2 0 0,0 3 0 0,0-4 0 16,3 4 0-16,-3-3 0 0,0 0 0 0,0 0 0 15,0-1 54-15,0 4 8 0,0-1 2 0,0 1 0 16,0 0-52-16,0-1-12 0,0 1 0 0,0-1 0 16,0 1 0-16,-3-3 0 0,3 2 0 0,0-2 0 0,0 0 0 0,0-3 0 15,0 0 0-15,0 3 0 0,0-5 0 0,0 2 0 16,0-2 0-16,0-1 0 0,0 1 0 0,0-1 0 0,0 3 0 15,0-2 0-15,0 0 0 0,0-1 0 0,0 1 0 0,0-1 0 16,0 4 0-16,-3-4 0 0,3 1 0 0,0-1 0 16,0 4 54-16,-3-1 8 0,3 0 2 0,0 3 0 31,0-3-77-31,-3 0-15 0,0 1-4 0,3-1 0 0,-2-3 52 0,2 4 9 0,0-4 3 0,-3 1 0 16,3-1-50-16,0 1-10 15,-3 0-1-15,3-1-1 0,0-2 48 0,-3 0 10 0,3 0 1 0,0 0 1 16,0-3-30-16,0 1 0 0,0 1 0 0,0-1 0 15,0-1-15-15,0 0-9 0,0-5-1 16,-3 6-1-16,3-1 42 0,0 0 8 0,0 1 1 0,-3-1 1 16,3 0-26-16,0 0 0 0,0 1 0 0,-3 2 0 31,3-3-18-31,0 0-9 0,0 1-1 0,-3-1-1 0,3 0 46 0,0 0 10 0,0 1 1 0,0-1 1 16,-3 0-45-16,3 1-8 0,0-1-3 0,0 3 0 15,-3-3 27-15,3 0 0 0,0 3 0 0,0-2 0 16,-3-1 0-16,3 0 0 0,0 3 0 0,0-3 0 15,0 1 0-15,0-1-8 0,0 3 8 0,0-3 0 16,0 3 0-16,0-3 0 0,0 1 0 0,0 2-8 0,0-3 8 16,0 0 0-16,0 3 0 0,0-3 0 0,0 1 0 15,3-1 0-15,-3 3 0 0,0-3-8 16,0 1 32-16,0-6 6 0,0 8 2 0,0-6 0 16,0-2-77-16,0 8-15 0,3-3-4 0,-3 1 0 0,0-1 52 0,0 0 12 0,0-5 0 0,0 6 0 15,0-1 0-15,0 0 0 0,0-5 0 16,0 5 0-16,0 3 0 0,0-2 0 15,0-4 0-15,0 4 0 0,0-1 0 0,0-5 0 16,0 5 0-16,0-5 0 0,-3 5 18 0,3 1 6 0,0-1 2 16,0-5 0-16,-3 5-26 0,3 1 0 0,0-6 8 0,-3 5-8 31,3-5-20-31,-3 5-5 0,3-5-2 0,-3 6 0 0,3-1 44 0,0-5 9 0,-3 5 2 0,3-5 0 31,-3 5-45-31,3-5-9 0,-6 3-2 0,6-3 0 0,-3 5 52 0,0-2 11 0,-3 0 1 0,3-1 1 16,3-2-22-16,-6 6-5 0,6-6-1 0,-6 2 0 15,0 1 7-15,0-3 2 0,3 3 0 0,-6-1 0 16,3 1-18-16,0-1 0 0,0-2 0 0,0 3 0 16,1 0 9-16,-4-1-9 0,3-2 0 0,-3 3 9 15,3 0-9-15,0-1 0 0,-3-2 0 0,3 3 8 16,-3-3-8-16,3 3 0 0,0-3 0 0,0 0 0 16,0 2 0-16,0-2 0 0,3 3-12 0,-3-3 12 15,6 0-84-15,-6-3-10 0,3 1-2 0</inkml:trace>
  <inkml:trace contextRef="#ctx0" brushRef="#br0" timeOffset="45025.863">18273 9589 1958 0,'0'0'43'0,"0"0"9"0,0 0 1 0,0 0 3 0,0 0-45 0,0 0-11 0,-6-5 0 0,0 5 0 15,0-3 53-15,0 1 9 0,3 2 2 0,3 0 0 16,-6-3-18-16,0 3-3 0,0 0-1 0,-3 0 0 15,6 0-9-15,-3 3-1 0,0-3-1 0,0 2 0 16,0 1-4-16,-2 2-1 0,2-2 0 0,-3 5 0 16,3 0-14-16,-3 0-2 0,0-1-1 0,3 4 0 15,-3 0-9-15,3-1 0 0,-3 1 0 0,3 2 0 16,0-2 0-16,0 2 0 0,3-3 0 0,0 4 0 16,3-4 0-16,-3 4 0 0,6-4 0 0,-3 1 0 15,3-1-11-15,3 3-1 0,0-5 0 0,3 3 0 16,0 0-9-16,3-3-3 0,0-1 0 0,3 1 0 15,0-2 6-15,-1-4 1 0,1 1 0 0,3-3 0 16,0-3 17-16,3 1 12 0,0-1-1 0,0 0-1 16,2-2-22-16,1 0-4 0,0 0 0 0,-3-1-1 15,0-2 17-15,-3 3 8 0,-1 0-8 0,1-3 12 16,-3 0 11-16,-3 0 1 0,0 0 1 0,-3-3 0 0,-3 1 10 0,0-3 1 16,-3-1 1-16,0 1 0 0,-3 0-13 15,-3 0-2-15,0-3-1 0,-6 0 0 0,3-3-9 0,-6 1-1 16,0 2-1-16,0-3 0 0,-6 1-10 0,3 2 0 15,-2 3 9-15,-1-3-9 0,0 5-11 0,0 1-6 16,0 2-2-16,0 0 0 16,3 0-97-16,4 3-19 0,-1 2-4 0,-3-5-903 0</inkml:trace>
  <inkml:trace contextRef="#ctx0" brushRef="#br0" timeOffset="45537.413">19472 9494 1410 0,'0'0'40'0,"0"0"9"0,0 0-39 0,0 0-10 15,0 0 0-15,0 0 0 0,0 0 124 0,0 0 24 16,0 0 4-16,0 0 0 0,0 0-61 0,0 0-13 16,0 0-2-16,-6 5-1 15,3 3-25-15,3 0-5 0,-2 0-1 0,-1 3 0 16,3-1-10-16,0 3-2 0,-3 3-1 0,3 0 0 0,0 0-13 0,-3 0-2 16,3-3-1-16,-3 3 0 0,3 0-4 0,0-3-1 15,-3 3 0-15,3 0 0 0,0-3-10 0,0 0 8 0,-3 1-8 16,3-4 8-16,0 1-8 0,0-1 0 0,-3 1 0 0,3-1 8 15,0-2-8-15,0 3 0 0,0-3 0 0,0 2 0 16,0-2 24-16,0 0-1 0,0 0 0 0,0 0 0 31,0 3-70-31,0-3-13 0,3-3-4 0,0 0 0 16,0 1-116-16,-3-6-23 0,0 0-5 0,12 5 0 0</inkml:trace>
  <inkml:trace contextRef="#ctx0" brushRef="#br0" timeOffset="46365.607">21523 9481 1599 0,'-9'-3'33'0,"0"3"8"0,3-3-33 0,1 3-8 0,-1-2 0 0,3 2 0 16,3 0 83-16,-6 0 14 0,0-3 3 0,6 3 1 16,-6 3-42-16,6-3-9 0,0 0-2 0,-6 2 0 15,3 4-14-15,-3-4-3 0,3 4-1 0,0-1 0 16,0 0-2-16,3 3-1 0,-3 0 0 0,0 0 0 15,3 3-10-15,-3-1-1 0,0 1-1 0,3 2 0 16,-3 0-15-16,3-2 0 0,0 2 8 0,0-2-8 16,0-1 0-16,3 3 0 0,-3-5 0 0,6 3 0 15,-3-1 0-15,3-2 0 0,0 0 0 0,0 0 0 16,3 0 0-16,0 0 0 0,0 0 0 0,3 0 0 16,-1-3 20-16,1 1 8 0,0-4 2 0,6 4 0 15,-3-6-46-15,0 2-10 0,3-2-2 0,0 0 0 0,-1 0 28 16,1-2 0-16,-3 2 0 0,0-3 0 0,0 0 11 15,0-2-3-15,-3 2 0 0,0-5 0 0,-3 3 20 0,2-3 3 0,-5-2 1 16,3-1 0-16,-6 0 6 0,3 1 2 16,-3-3 0-16,-3-1 0 0,0-2-17 0,0 3-3 15,0-5-1-15,-3 2 0 0,0 3-5 0,-3-3-1 0,3 3 0 16,-3-1 0-16,0 1-5 0,-2 0-8 0,-1 2 11 16,0 1-11-16,0 2 8 0,0-3-8 0,-3 3 0 0,0 3 0 15,0-3 0-15,0 3-22 0,-3-1 3 16,0 4 1-1,4-1-52-15,-4 3-10 0,3-3-3 0,-3 3 0 0,-3 0-133 0,0 0-28 16</inkml:trace>
  <inkml:trace contextRef="#ctx0" brushRef="#br0" timeOffset="46936.168">20380 9324 1545 0,'0'0'32'0,"0"0"8"0,0 0-32 0,0 0-8 0,0 0 0 0,0 0 0 16,0 0 112-16,0 0 20 0,0 0 4 0,3 6 0 16,0 2-57-16,-3-8-12 0,0 8-3 0,0 0 0 15,0-3-51-15,0 3-13 0,0 0 0 0,0 0 0 16,0 2 54-16,0 1 8 0,-3 2 2 0,3 0 0 15,0 1-52-15,-3 1-12 0,3-1 0 0,0 4 0 16,0-2 0-16,0 0 0 0,0 0 0 0,0 0 0 16,0 0 54-16,0-1 8 0,0 1 2 0,0-2 0 15,0-1-52-15,0-3-12 0,0 1 0 0,0 2 0 16,0-5 0-16,0 3 0 0,0-1 0 0,0-2 0 16,0 0-165-16,3 0-36 0</inkml:trace>
  <inkml:trace contextRef="#ctx0" brushRef="#br0" timeOffset="60296.084">9956 8991 1261 0,'0'0'36'0,"0"0"8"0,0 0-36 0,0 0-8 0,0 0 0 0,0 0 0 16,0 0 48-16,0 0 7 0,0 0 1 0,0 0 1 15,-3 5-20-15,3-5-4 0,0 6-1 0,0-6 0 16,3 5 7-16,0 0 1 0,0 1 0 0,3-4 0 16,0 4 8-16,3-4 3 0,0 1 0 0,0-1 0 15,3 1-13-15,0 0-2 16,-3-1-1-16,2 1 0 0,1-3-12 0,-3 0-3 0,3 0 0 0,0 0 0 16,-3 0-7-16,6-3-1 0,-3 3-1 0,0-2 0 15,0 2-11-15,0-3 0 0,2 3 9 0,-2 0-9 16,3-3 0-16,0 3 0 0,0 0 0 0,-3 0 0 15,0 0 0-15,0 3 8 0,0-3-8 0,0 0 0 16,-4 3 8-16,1-1-8 0,0-2 8 0,-3 3-8 16,3 0 8-16,-3-1-8 0,-3-2 10 0,3 3-10 15,-6-3 10-15,6 3-10 0,-3-1 10 0,0 4-10 16,0-4 13-16,-3-2-3 0,3 5-1 0,0 1 0 16,0-1-1-16,0 0 0 0,-3 1 0 0,3-1 0 15,-3 0 1-15,3 3 0 0,-3-3 0 0,0 3 0 16,0-2-1-16,0 2 0 0,0 0 0 0,0 2 0 15,0-2 0-15,0 3-8 0,0-1 12 0,0-2-4 16,0 3-8-16,-3-3 0 0,3 2 9 0,-3-2-9 0,3 3 0 16,0-1 0-16,0 1 0 0,-3 0 8 15,3-1-8-15,-3 1 0 0,3-3 0 0,-3 2 8 0,3 1-8 16,0-3 0-16,-3 0 0 0,3 2 0 0,0 1 0 0,-3-1 0 0,3 4 0 16,0-1 0-16,-3 0 0 0,3 3 0 0,0 3 0 15,0-1 0-15,0 1 0 0,0-1 0 0,0 3 0 0,0 3 0 16,0-5 0-16,0-1 0 0,0-2 0 0,0 0 0 15,0 2 0-15,0-4 0 0,0 2 0 0,0-3 0 16,0 0 0-16,0 3 0 0,0-3 0 0,0 0 0 16,0 1 0-16,0-4 0 0,3 3 0 0,-3 1 0 15,0-1 19-15,0 3 2 0,0-3 1 16,0 5 0-16,0-2-35 0,0 3-7 0,0-1-2 0,0 1 0 16,0-1 22-16,0 1 0 0,0-1 0 0,0 4 0 15,0-6 0-15,0-1 0 0,0 1 0 0,0 0 0 16,0-3 0-16,-3 1 0 0,3 1 0 0,0-1 0 15,0-1 0-15,-3 0 0 0,3-2 0 0,0 2 0 16,-3 0 0-16,0 0 0 0,3-2 0 0,-3 5 0 16,0-3 0-16,3 3 0 0,-3 0 0 0,3 0 0 15,-3 2 18-15,3-2 2 0,-3 3 0 0,3-1 0 16,-3-2-20-16,3 3 0 0,0-4 0 0,-3 1 0 16,3 0 0-16,0-3 0 0,-3 3 0 0,0-2 0 15,3-1-12-15,-3 0-5 0,3 0-2 0,-3 0 0 16,3-2 19-16,-3 2 0 0,3-2 0 0,-3 2 0 15,3 0 0-15,-3 1 0 0,3-1 0 0,-3 3 0 16,0 0 0-16,3 2 0 0,0 1 0 0,-2 2 0 16,2-3 12-16,0 3 5 0,-3 3 2 0,3-3 0 15,0 1-19-15,-3-4 0 0,3-2 0 0,0 0 0 0,0 2 0 16,0-4 0-16,0 2 0 0,0-1 0 16,0-1 0-16,0-1 0 0,0 0 0 0,0 0 0 0,-3 1 0 0,3-1 0 0,0 0 0 15,0 3 0 1,0 0 0-16,0 2 0 0,0 1 0 0,0-1 0 0,-3 3 0 0,3-2 0 0,0 2 0 0,0 0 0 15,0 1 0-15,0-4 0 0,0-2 0 16,0 0 0-16,0 0 0 0,0 0 0 16,0-3 0-16,0 3 0 0,0-3 0 0,0 0 0 0,0-2 0 0,0 2 0 15,0 0 0-15,0-2 0 16,0-1 0-16,0 1 0 0,0 2 0 0,0 3 0 0,-3-3 0 0,3 3 0 16,0-3 0-16,-3 3 0 0,3 0 0 0,0 3 0 15,0-1 0-15,-3-2 0 0,3 3 0 0,0-4 0 16,-3 1 0-16,3-2 0 0,0 1 0 0,-3-1 0 15,3-1 0-15,0 0 0 0,-3-2 0 0,3 2 0 16,0-3 0-16,0 1 0 0,0 0 0 0,0-1 0 16,0 1 0-16,-3-3 0 0,3 0 0 0,0 2 0 15,0-2 0-15,-3 3 0 0,3-3 0 0,0 2 0 16,-3 1 0-16,3-3 0 0,0 2 0 0,-3 1 0 16,3 0 0-16,-3-1 0 0,3 1 0 0,0-1 0 15,-3 1 0-15,3-3 0 0,0 2 0 0,0 1 0 16,-3-3 0-16,3 0 0 0,0 0 0 0,0 2 0 15,0-4 0-15,0 2 0 0,0 0 0 0,0 0 0 16,-3-3 55-16,3 0 7 0,0 0 2 0,0 3 0 16,-3-5-52-16,3 2-12 0,0 3 0 0,-3-5 0 15,3-3-20-15,-3 5-8 0,3-5 0 0,-3 5-1 16,3-5 29-16,-3 6 0 0,3-6 0 0,-3 5 10 0,3-5-10 0,0 0 8 16,0 0-8-16,-3 3 8 0,-3-1-8 0,6-2 10 0,-3 3-10 15,3-3 10-15,-6 5-10 0,0-5 12 0,6 0-12 0,-6 3 12 16,3 0-12-16,-3-1 0 0,0-2 9 0,0 0-9 15,1 0 9-15,-1 0-9 0,6 0 12 0,-9 3-12 16,3-3 0-16,0 0 0 0,0 0 0 0,6 0 0 16,-6 0 0-16,0 0 0 0,-3 0 0 0,3 0 0 15,6 0 0-15,-9 0 0 0,3 0 0 16,-3 3 0-16,3-3 10 0,-3 2-10 0,3 1 8 16,-3-1-8-16,0-2 0 0,1 0 0 0,-1 3 0 0,-3-3 0 15,3 0 0-15,-3 3 15 0,0-3-1 0,0 2 0 16,0-2-22-16,3 0-5 0,-3 0-1 0,3 0 0 15,0 0 14-15,1 0 0 0,-1 0 0 0,0 0 0 16,3 0 0-16,3 0 0 0,-3 3 0 0,6-3 0 16,0 0 0-16,0 0 0 0,0 0 0 0,0 0 0 15,0 0 0-15,0 0 0 0,0 0 0 0,0 0 0 16,0 0-119-16,-3-5-21 0,3-1-4 0</inkml:trace>
  <inkml:trace contextRef="#ctx0" brushRef="#br0" timeOffset="79277.261">18005 11666 1824 0,'0'0'38'0,"0"0"8"0,0 0-37 0,0 0-9 0,0 0 0 0,0 0 0 15,0 0 53-15,0 0 9 0,0 0 2 0,0 0 0 16,0 0 0-16,0 0 0 0,0 0 0 0,0 8 0 16,3-3 0-16,-3 1 0 0,3 2 0 0,-3-3 0 15,0 0 0-15,3 1 0 0,-3 1 0 0,0-1 0 16,0 2-52-16,0 0-12 0,0 0 0 0,0 2 0 16,0 1 0-16,-3-3 0 0,3 2 0 0,0 4 0 15,-3-1 0-15,3 0 0 0,0-2 0 0,0 4 0 0,0 1 0 16,0 0 0-16,0 0 0 0,0 0 0 0,0 0 0 0,0 0 0 15,3 0 0-15,-3-3 0 0,0 3 0 0,0-3 0 16,0 0 0-16,0-2 0 16,0-1-49-16,0-2-13 0,0 0-2 0,0 0-1 15,0-3-96-15,3 3-19 0,0-5-4 0</inkml:trace>
  <inkml:trace contextRef="#ctx0" brushRef="#br0" timeOffset="80155.201">19264 11724 1094 0,'0'0'23'0,"0"0"5"0,0 0-28 0,0 0 0 0,0 0 0 0,0 0 0 16,0 0 56-16,0 0 7 0,0 0 1 0,0 0 0 15,0 0 31-15,0 0 6 0,0 0 2 0,0 0 0 16,0 0-27-16,0 0-4 0,0 0-2 0,0 0 0 16,0 0-41-16,-6 3-8 0,6-3-1 0,-6 3-1 15,0-3 36-15,6 0 7 0,-6 2 2 0,0 4 0 16,3-4 0-16,-3 4 0 0,0-1 0 0,3 0 0 15,-3 0-52-15,1 1-12 0,-1 2 0 0,0-3 0 16,0 3 0-16,0 0 0 0,3 0 0 0,-3 0 0 16,0 0 0-16,3 5 0 0,-3-5 0 0,3 2 0 15,0 1 0-15,0 0 0 0,3 2 0 0,-3-3 0 16,3 1 0-16,3 0 0 0,-3 2 0 0,3-3 0 16,3 1 0-16,-3-3 0 0,3 2 0 0,0-2 0 15,0-2 0-15,0 2 0 0,3-3 0 0,0 3 0 16,-1-5-48-16,4-1-13 0,-3-2-3 0,3 0 0 0,0 0 52 15,0-2 12-15,0-1 0 0,0 0 0 0,0-2 0 16,0 2 0-16,3-5 0 0,-4 3 0 16,1-3 0-16,0 0 0 0,-3-2 0 0,3 2 0 0,-3-3 48 15,0 1 13-15,0-1 3 0,-3-2 0 0,3 2-52 0,-3-2-12 0,0 0 0 16,0 2 0 0,-3-2 54-16,0 2 8 0,0-2 2 0,-3 2 0 0,0 1-52 0,0-3-12 0,-3 2 0 0,3 0 0 15,-6 1 0-15,3 2 0 0,-3-3 0 0,-3 3 0 16,0 0 0-16,0 1 0 0,0 1 0 0,-3-2 0 15,0 6 0-15,-3-4 0 0,0 1 0 0,-2 2 0 16,-1 1 0-16,0 2 0 0,3-3 0 0,-3 0 0 31,0 3-48-31,0 3-13 0,-2 0-3 0</inkml:trace>
  <inkml:trace contextRef="#ctx0" brushRef="#br0" timeOffset="80985.275">21407 11608 1337 0,'0'0'56'16,"0"0"-44"-16,0 0 144 0,0 0 28 0,0 0 7 0,0 0 1 16,0 0-103-16,0 0-20 0,0 0-4 0,0 0-1 15,-3 5 0-15,3 3 0 0,-3-2 0 0,3 1 0 16,0 1-51-16,-3 0-13 0,3 3 0 0,0-1 0 15,-3 1 0-15,3 0 0 0,0-1 0 0,-3 3 0 16,3 1 54-16,0 2 8 0,0-1 2 0,-3 1 0 16,3 0-52-16,0 0-12 0,0 0 0 0,0 0 0 15,-3 0 0-15,3 0 0 0,0-3 0 0,0 3 0 16,0-3 0-16,0 0 0 0,0 0 0 0,0-2 0 16,0 2 0-16,0-5 0 0,0 3 0 0,0-1 0 15,-3-2-48-15,3 0-13 16,0 0-3-16,0-3 0 0,-3 1 0 0,3-6 0 15,0 0 0-15,0 0 0 0,0 0-102 0,0 0-21 0,0 0-4 0</inkml:trace>
  <inkml:trace contextRef="#ctx0" brushRef="#br0" timeOffset="81707.792">20246 11587 1579 0,'0'0'32'0,"-6"5"10"15,0 0-34-15,0 1-8 0,3-1 0 0,-2 0 0 16,-1 1 53-16,3 2 9 0,-3-1 2 0,0 1 0 16,-3 3-6-16,3-3-1 0,-3 2 0 0,0 1 0 15,0 2-40-15,0-2-8 0,0 2-1 0,-3 0-8 16,3 1 0-16,3-1 0 0,-3 0 0 0,3 0 0 15,1 1 0-15,-1-1 0 0,3 0 0 0,-3-2 0 16,6 2 58-16,-3-3 5 0,3 1 1 0,3 2 0 16,-3-2-52-16,3-1-12 0,0 1 0 0,3 0 0 15,2-1 0-15,-2-2 0 0,3 0 0 0,3 0 0 16,-3-3 0-16,3-2 0 0,0-1 0 0,3 1 0 0,-3-3 0 0,0-3 0 16,3 1 0-16,-3-3 0 0,2-1 0 0,4 1 0 15,-3 0 0-15,3-3 0 0,-3-3 54 0,0 1 8 0,0-1 2 0,0 0 0 16,-4 1 0-16,1-3 0 0,3 2 0 0,-6-2 0 15,3 2-52-15,-3-2-12 0,-3 2 0 0,0-2 0 16,0 3 54-16,-3-4 8 0,-3 4 2 0,0-3 0 16,-3-1-52-16,0 4-12 0,-6-1 0 0,3 1 0 15,-3 2 47-15,-3-3 6 0,0 3 2 0,0-3 0 16,-3 4-37-16,1-1-7 16,-4 0-2-16,0 2 0 0,3-2-30 0,-3 3-7 15,0-3 0-15,0 6-1 0,-2-1-79 16,-1 0-16-16,0 3-4 0</inkml:trace>
  <inkml:trace contextRef="#ctx0" brushRef="#br0" timeOffset="86206.501">10069 12410 1333 0,'-9'2'28'0,"9"-2"6"0,-6 6-34 0,0-4 0 0,3 1 0 0,3-3 0 16,-5 3 76-16,5-3 8 0,0 0 1 0,-3 5 1 16,3-5-23-16,0 0-5 0,0 0-1 0,0 8 0 15,0-6-14-15,0-2-3 0,3 8-1 0,0-2 0 16,-1-4-23-16,1 4-4 0,3-4 0 0,0 4-1 15,0-4-11-15,0 1 0 0,0 0 0 0,3-1 0 16,0 1 0-16,-3-1 0 0,6 1 0 0,-3-3 0 16,0 3 30-16,3-1 4 0,0 1 1 0,0-3 0 15,2 3-35-15,-2-1 0 0,0 1 0 0,3 0 0 16,-3-1 10-16,3 1-10 0,-6 0 8 0,3 2-8 16,0-2 12-16,-3-1-4 0,0 3 0 0,-4-2 0 15,4 2 8-15,-3 1 0 0,0-1 1 0,-3 0 0 16,0 1-17-16,3-1-19 0,-3 3 4 0,-3 0 1 15,3-3 14-15,-3 3 0 0,0 0 12 0,0 0-12 16,0-3 13-16,0 3-4 0,0 0-1 0,0 0 0 16,0 0-8-16,0 2 0 0,0-2 0 0,0 3 0 15,0 0 0-15,0-1 0 0,0 3 0 0,0 1 0 16,0-1 8-16,0 3-8 0,0-3 12 0,0 5-4 16,-3-2-8-16,3 3 0 0,0-1 9 0,-3 1-9 15,0-3 8-15,3 2-8 0,-3-4 8 0,0 1-8 16,3 1 8-16,-3-2-8 0,-3 1 10 0,3-1-10 15,3 1 8-15,-3 1-8 0,0 3 0 0,3-1 9 0,-3 1-25 0,3 2-4 16,0 0-2-16,-3 3 0 0,3 0 35 0,0 0 7 16,0 2 2-16,0 1 0 0,0-6-14 15,3 0-8-15,-3 0 10 0,0-2-10 0,0-1 12 16,3 3-4-16,-3-2-8 0,0-1 12 0,0-2-12 0,3 0 0 0,-3 3 0 0,0-1 0 16,3 1 0-16,-3 2 0 0,3-3 8 0,0 4-8 15,0-1 0-15,-3 3 0 0,3-3 0 0,-3 0 0 16,0 0 0-16,3 0 0 0,-3-2 0 0,0 2 0 15,0-5 0-15,-3 2 8 0,3-2-8 0,-3 0 0 16,3 0 8-16,-3 0-8 0,0 0 0 0,3 0 9 16,-3-1-9-16,3 1 0 15,-3 0 9-15,3 3-9 0,-3-1 0 0,3 3 8 16,0-2-8-16,-3 2 0 0,3 0 0 0,0 0 0 0,0 1 0 0,0-1 0 16,0-3 0-16,0 1 0 0,0-3 0 0,0 2 0 15,0-5 0-15,0 3 0 0,0 0 0 0,0-3 0 16,0 3 0-16,-3-2 0 0,3 1 0 0,0-1 0 15,0 2 0-15,-3 2 8 0,3-2-8 0,0 2 0 16,0 1 0-16,-2 2 0 0,2 0 0 0,0 0 0 16,-3 1 0-16,3-1 0 0,0-3 0 0,-3 3 0 15,3-5 0-15,0 0 9 0,0 0-9 0,0 0 0 16,0-3 15-16,0 0-4 0,0-2-1 0,0 2 0 16,3 0-10-16,-3-2 8 0,0 0-8 0,0 2 8 15,3 0-8-15,-3-2 0 0,0 2 0 0,0-2 0 0,2 2 0 0,-2 0 0 0,0 0 0 16,0 0 0-16,0 1 0 0,0-1 0 0,0 3 0 0,0-3 0 15,3 0 0-15,-3 0 0 0,0 1 0 16,0-1 0-16,0 0 0 0,0-2 0 0,0-1 12 0,0 1-4 16,0-1-8-16,0-2 0 0,0 3 0 0,0-3 8 15,0 0-8 1,0 0 0-16,0 0 0 0,0 0 0 0,0 0 0 0,-3 0 0 0,3-3 0 16,0 0 0-16,0 3 0 0,0-3 0 0,0 1 0 0,0 2 0 15,0-3-11-15,0 3 11 0,0-3-8 0,0 3 8 16,0-3-8-16,0 1 8 0,0-1-8 0,0 3 8 15,0 0 0-15,0-3 0 0,0 3 0 0,0-3 0 16,0 3 0-16,-2 0-8 0,2 0 8 0,0 0-12 16,0 3 12-16,0-3 0 0,0 2 0 0,0 1 0 15,0-1 0-15,0-2 0 0,0 3 0 0,0-1 0 16,0 1 0-16,0-3 0 0,0 3 0 0,0-1 0 16,2-2 0-16,-2 0 0 0,0 3 0 0,0-3 0 15,3-3 0-15,-3 3-8 0,0 0 8 0,0 0 0 16,3-3 0-16,-3 0 0 0,0 1 0 0,0-1 0 15,3 0 0-15,-3 0 0 0,0 1 0 0,0-6 0 16,0 8 0-16,0-6 0 0,0-2 0 0,0 6 0 16,0-6 0-16,0 5 0 0,0 0 0 0,0-5 0 15,0 5 0-15,0 1 0 0,0-1 0 0,0-5 11 16,0 5-3-16,0-5 0 0,-3 6 0 0,3-1 0 16,0-5 7-16,-3 5 1 0,0 1 0 0,1-1 0 15,2-5 22-15,-6 5 5 0,3 0 1 0,-3-2 0 16,3 2-44-16,0 1 0 0,-3-4 0 0,3 1-11 15,-3 0 21-15,0 2 4 0,0-2 1 0,0 2 0 0,0-3-15 0,0 1-12 16,0 0 3-16,0 2 0 16,-3-2 31-16,3 2 6 0,-3-2 2 0,0 2 0 0,3 0-18 15,-3 0-3-15,1 1-1 0,-1-1 0 0,0 0-8 0,0 1 0 0,0-1 0 16,0-2 0-16,0 5-12 0,0-3-5 0,0-3-1 0,-3 4 0 31,3-4-28-31,-3 1-6 0,3-3 0 0,-2 0-1 16,-1-5-136-16,0-3-27 0</inkml:trace>
  <inkml:trace contextRef="#ctx0" brushRef="#br0" timeOffset="88971.591">16475 10767 1811 0,'-6'0'37'0,"0"2"11"0,0-2-39 0,0 0-9 0,0 3 0 0,-3-3 0 16,3 0 80 0,-3 3 15-16,3-3 2 0,-2 2 1 0,-4-2-45 0,0 3-9 0,3-3-1 0,-6 2-1 31,0 1-16-31,0-3-3 0,0 3-1 0,-3 2 0 0,-2-5-2 0,2 3-1 15,-3-1 0-15,-3 1 0 0,0-3-6 16,-3 0-1-16,-2 3 0 0,-1-3 0 0,-3 2-3 0,0 1-1 0,1 0 0 0,-4 2 0 16,3-3-8-16,-3 4 0 0,7-4-12 15,-4 4 12-15,3-4 0 0,3 4 0 0,4-4 0 0,-4 4 0 16,3-4 0-16,3 4 0 0,3-4 0 16,0 3 0-16,4 1 0 0,2-4 0 0,0 1 0 0,6 2 0 15,0-2-59-15,0 0-4 16,6-3-1-16,0 0 0 0,0 0-153 0,6 2-31 15</inkml:trace>
  <inkml:trace contextRef="#ctx0" brushRef="#br0" timeOffset="89466.424">16258 10536 1824 0,'-3'-8'38'0,"0"3"8"0,0-3-37 0,0 3-9 0,0 0 0 0,0-1 0 16,0 1 53-16,3 5 9 0,-3-5 2 0,-3 2 0 15,6 3 12-15,0 0 2 0,0 0 1 0,0 0 0 16,0 0-26-16,0 0-5 0,0 0 0 0,0 0-1 15,0 0-17-15,0 0-3 0,0 0-1 0,0 0 0 16,0 5-6-16,0 3 0 0,3 3-1 0,0-3 0 16,3 0-3-1,0-3 0-15,6 3 0 0,-3 0 0 0,3 0-3 0,-1 0-1 16,4 0 0-16,-3 0 0 0,3 2-12 16,0-2 8-16,3 3-8 0,-3-1 0 0,-3 1 0 0,3 0 8 0,-4 2-8 0,-2-3 0 15,3 1 0-15,-6 2 11 0,3-2-11 16,-3 2 10-16,0-2-10 0,-3-1 0 0,0 1 9 0,-3 2-9 15,0-2 10-15,0-1-2 0,-3 1-8 0,0-1 12 16,-3 1-3-16,-3-3-1 0,3 2 0 0,-3 1 0 16,0-3-8-16,-3 3 12 0,4-4-12 0,-4 1 12 15,-3 0-12-15,3-2 0 0,-3 2 0 0,0 0 0 16,3-3 0-16,-3 0 8 0,3 0-8 0,0 3 0 16,1-5 0-16,2 2 0 0,0 1 0 0,0-4-11 15,3 3-28-15,0-2-5 0,6-3-2 0,-6 0 0 16,6 0-128-16,0 0-26 0,0 0-4 0</inkml:trace>
  <inkml:trace contextRef="#ctx0" brushRef="#br0" timeOffset="94520.451">18047 10674 1579 0,'3'-16'32'0,"-3"11"10"0,3-1-34 0,-3-1-8 0,3 1 0 0,-3 1 0 15,0 0 104-15,3-1 20 0,-3 1 3 0,0 5 1 16,0-5 0-16,0 5 0 0,0-5 0 0,0 5 0 15,0 0-59-15,0 0-11 0,0 0-2 0,0 0-1 16,0 0-16-16,0 0-3 0,0 0-1 0,0 0 0 16,0 0-15-16,0 0-2 0,-6 5-1 0,0-3 0 15,3 6-7-15,0 0-2 0,0 0 0 0,0 3 0 16,0 2-8-16,0 0 10 0,3 3-10 0,-3 3 10 16,0-1-10-16,0 1 0 0,3-1 0 0,-3 3 8 15,0 1-8-15,3-4 0 0,-3 1 0 0,3-1 0 16,0-2 0-16,0-3 0 0,0 3 0 0,0-3 0 15,0-2 0-15,3 0 12 0,-3-1-12 0,3 1 12 16,0-3-61-16,0 0-12 0,0-3-3 0,0 0 0 16,3 0-153-16,3 1-31 0,0-4-7 0</inkml:trace>
  <inkml:trace contextRef="#ctx0" brushRef="#br0" timeOffset="95170.584">19243 10605 2073 0,'0'0'43'0,"0"0"11"16,0 0-43-16,0 0-11 0,0 0 0 0,0 0 0 15,0 0 52-15,0 0 8 0,0 0 1 0,-6 3 1 16,0 2-26-16,3 0-6 0,-3 1-1 0,0 2 0 0,0 0-15 0,3-1-3 0,-2 7-1 0,2-4 0 16,0 4-10-1,0 1 0-15,0-1 9 0,0 4-9 0,3-2 0 0,0 0 0 16,0 2 0-16,3-2 0 0,3-2 0 0,-3-1 0 0,3 0 0 15,2-2 0 1,1-1 0-16,-3 1-8 0,6-3 8 0,-3 0 0 0,3-3-14 0,0 0 2 0,0-2 1 16,0 0 0-16,0-3 11 15,3 0-13-15,-4-3 5 0,4 0 8 0,0 1 0 0,-3-4 0 16,3 1 0-16,0 2 0 0,-3-5 0 0,3-2 12 0,-3-1-4 0,0 1 0 16,-1-1 22-16,-2-5 4 0,0 3 1 0,0-3 0 15,-3 0 23-15,0-2 5 0,0-1 1 0,-6 3 0 16,3 0-52-16,-6 1-12 0,0-1 0 0,-3 2 0 15,0 1 0-15,-3 0 0 0,0 2 0 0,-3 1 0 16,-2-1 0-16,2 1 0 0,-3 2 0 0,0 0 0 16,0 0 0-16,-3 3 0 0,0-3 0 0,0 0 0 15,1 2 0-15,-1 1 0 0,0 2 0 0,0 1 0 16,3-4-209-16,3 6-45 0</inkml:trace>
  <inkml:trace contextRef="#ctx0" brushRef="#br0" timeOffset="95859.185">21473 10513 1219 0,'0'0'25'0,"0"0"7"16,0 0-32-16,0 0 0 0,0 0 0 0,0 0 0 0,0 0 108 0,0 0 16 16,0 0 4-16,0 0 0 0,0 0-25 0,0 0-5 0,0 0-1 0,0 0 0 15,0 0-17-15,0 7-3 0,0-1-1 0,0-1 0 16,0 0-12-16,0 1-4 0,0 2 0 0,-3-3 0 15,3 3-14 1,-3 2-3-16,3-2-1 0,-3 3 0 16,0 2-18-16,3 0-4 0,-3 3-1 0,0 0 0 15,3 3-19-15,-3-1 10 0,0 3-10 0,3 1 8 0,-3-4-8 16,3 3 0-16,-3-2 9 0,3-1-9 0,0-2 0 0,3 0 0 0,-3 0 0 16,0 0 0-16,3-3 0 0,-3-2 8 0,0-1-8 0,3 3 0 15,-3-5 0-15,0 0 0 0,3 0 0 0,-3 0 0 16,0-3 0-16,0 1-15 0,3-1 3 0,-3-5 0 15,0 0-96-15,0 5-20 0,0-5-3 0</inkml:trace>
  <inkml:trace contextRef="#ctx0" brushRef="#br0" timeOffset="96601.455">20419 10587 1765 0,'-6'0'50'0,"0"0"11"0,-3 0-49 0,3 0-12 0,-3 0 0 0,0 2 0 16,0-2 64-16,0 3 11 0,1 0 1 0,-4-1 1 15,3 1-30-15,0 2-7 0,0 0 0 0,0 1-1 16,0 2-16-16,3-3-3 0,-3 3-1 0,0 2 0 15,3 1 36-15,-3 2 7 0,3 1 2 0,0 1 0 16,3-1-52-16,0 4-12 0,0-2 0 0,0 0 0 16,3 0-11-16,0-3-5 0,0 3 0 0,3 0-1 15,0-3 17-15,0-2 0 0,0-1 0 0,3 3 0 16,0-5 0-16,0 3 0 0,3-3 0 0,0 0 0 16,3-3 10-16,0 0 6 0,0-2 0 0,0 2 1 15,3-5-29-15,-1 3-5 0,1-3-2 0,3 0 0 16,-3-3 19-16,0 1 8 0,3-4-8 0,-3 1 12 0,0 0 12 15,0 0 3-15,-1-3 0 0,1 0 0 0,-3 0 10 16,-3-3 3-16,3-2 0 0,-3 2 0 0,0-2-2 0,-3-3 0 0,0 3 0 16,-3-3 0-16,0 0-3 15,0-2-1-15,-3 2 0 0,0 0 0 0,0 0-10 0,-3 0-3 16,0 3 0-16,0 0 0 0,-6-1-9 0,3 4-3 16,-3-1 0-16,-3 3 0 0,3-2-9 0,-3 2 8 0,0 3-8 0,0-3 8 15,-2 5-8-15,-1-2-12 16,0-1 2-16,-3 4 1 0,3 2-82 15,-3-3-16-15,0 3-3 0</inkml:trace>
  <inkml:trace contextRef="#ctx0" brushRef="#br0" timeOffset="100772.527">19068 8039 1109 0,'0'0'47'16,"0"0"-38"-1,0 0 41-15,0 0 8 0,0 0 2 0,0 0 0 16,3 2 54-16,0 1 11 0,2-1 3 0,1 1 0 0,0 0-84 16,3-3-17-16,0 2-3 0,3 1-1 15,0 0 1-15,6-3 0 0,0 2 0 0,3-2 0 16,5 3-6-16,1-3-1 0,0 3 0 0,9-3 0 16,-4-3-17-16,7 3 0 0,0-3 0 0,6 1 0 0,-1-1 41 0,7 0 5 15,-4-2 1-15,10 0 0 0,-6 2-24 0,-1-2-5 16,1 2-1-16,-1-2 0 0,-2 0-17 0,3-1-19 15,-7 4 4-15,4-4 1 0,-6 1 22 0,-4 2 5 0,-2 1 1 0,-3-1 0 16,-4 1-14-16,1 2 0 0,0-3 0 16,0 0 0-16,-6 1 20 0,-1-1 0 0,-2 0 1 0,0 3 0 15,-3-2-13-15,-3 2-8 0,0-3 10 0,-3 3-10 16,-1-3 8-16,1 3-8 0,-3-2 0 0,-3 2 9 16,3 0-9-16,-3 0 10 0,0 2-10 0,0-2 10 15,0 0 0-15,-3 3 0 0,0-3 0 0,-3 0 0 16,6 3 2-16,-6-3 1 0,3 2 0 0,-3-2 0 15,3 6-1-15,0-1-1 0,0-2 0 0,-3 2 0 16,3 0-11-16,0 0 12 0,0 1-12 0,-3-1 12 16,0 0-12-16,3 3 0 0,-3-2 0 0,0 1 8 15,3-1-8-15,0 2 0 0,-3 0 9 0,3 2-9 16,0-2 11-16,-3 0-3 0,3 3 0 0,-3-3 0 16,0 2 5-16,0 1 1 0,0-1 0 0,0 4 0 15,-3-1-4-15,3 0-1 0,-3 3 0 0,3 0 0 16,-3 2-9-16,3 1 12 0,0-1-12 0,-3 4 12 15,0-4-12-15,3 3 0 0,-3-2 9 0,0 2-9 16,3 0 0-16,-3 0 0 0,3-2 0 0,0 2 8 16,0-3-8-16,-3 1 0 0,3 0 0 0,-3-1 8 15,3 1-8-15,-3-1 0 0,3 1 0 0,-3 2 0 0,3 0 0 16,0 0 0-16,-3 3 0 0,3 0 0 0,0-3 0 16,0 0 0-16,0 3 0 0,0-3 0 0,0 3 0 0,3-3 0 15,-3 0 0-15,0 3 0 0,3-3 0 0,-3-2 0 0,0-1 0 16,3 3 0-16,-3-2 0 0,0 2 0 0,3 0 0 0,-3 0 0 15,3 1 0-15,-3-1 0 0,0 0 0 0,3 0 0 16,-3 0 8-16,0 0-8 16,3 1 10-16,0-1-10 0,-3-3 0 0,3 3 0 0,0 1 0 15,-3-4 0-15,3-2 0 0,0 0 0 0,0 0 0 0,-3 0 0 16,3-3 0-16,0 3 0 0,0-3 0 0,-3 6 0 16,3-4 0-16,-3 1 0 0,2 3 0 0,-2-3 0 15,0 2 0-15,3 1 0 0,-3 2 0 0,0-3 0 16,3 1 0-16,-3-3 0 0,0 2 0 0,0 1 0 15,0-3 0-15,0 0 0 0,0-1 0 0,0 1 0 16,0 0 0-16,-3-3 0 0,3 1 0 0,0 2 0 16,0-6 0-16,-3 3 0 0,3 1 0 0,0-4 0 15,0 3 0-15,-2 1 0 0,2-1 0 0,2 0 0 16,-2 0 0-16,0 1 0 0,0-1 0 0,-2 0 0 16,2 0 57-16,0 0 6 0,0-2 1 0,-3 2 0 15,3-2-52-15,0 2-12 0,0-2 0 0,-3-1 0 16,3 1 0-16,0-1 0 0,0-2 0 0,-3 3 0 15,3-3 0-15,0 0 0 0,0-3 0 0,-3 3 0 16,3-3 0-16,0 1 0 0,0-6 0 0,-3 8 0 16,0-3 0-16,3-5 0 0,-3 5 0 0,3-5 0 15,-3 5 0-15,3-5 0 0,-6 6 0 0,3-4 0 16,-3 1 0-16,0-3 0 0,0 3 0 0,0-3 0 16,0 0 0-16,0 0 0 0,-3 0 0 0,0 0 0 0,0-3 0 15,0 3 0-15,-3-3 0 0,-2 1 0 16,2-1 0-16,-6 3 0 0,3-3 0 0,-6 1 0 0,3 2 0 15,-6-3 0-15,1 1 0 0,-1-1 0 0,0 3 0 0,0-3 0 0,0 1 0 16,-2-1 0-16,2 3 0 0,0-3 0 0,-3 3 0 16,3-2 0-16,-2 2 0 0,-1 0 0 0,0 0 0 15,0 0 0-15,0 0 0 0,4 2 0 0,-4-2 0 0,0 0 0 16,3 3 0-16,3-3 0 0,-2 0 0 0,2 0 0 16,3 0 0-16,-3 3 0 0,3-3 0 0,-3 0 0 15,0 2 0-15,1 1 0 0,2-3 0 0,-3 5 0 16,0-5 0-16,0 3 0 0,0-1 0 0,1 1 0 15,-1 0 0-15,3-3 0 0,-3 0 0 0,0 2 0 16,3 1 0-16,0 0 0 0,1-1 0 0,-1 1 0 16,0 0 13-16,3 2 0 0,0-5 0 0,-3 5 0 15,3-5-13-15,-2 3 0 0,-1-3 0 0,0 3 0 16,0-1 0-16,0 1-18 0,0-3 4 0,0 2 1 16,1 1 13-16,-1-3 0 0,0 0 0 0,0 3 0 15,3-1 0-15,0 1 0 0,-3-3 0 0,3 3 0 16,1 2 0-16,2-2 0 0,0-1 0 0,0 1 0 15,3 0 0-15,0-3 15 0,3 2-3 0,-3-2-1 16,9 0-11-16,-6 0 0 0,6 0 0 0,0 0 0 16,0 0 0-16,0 0 0 0,0 0-8 0,0 0 8 15,0 0-10-15,0 0 10 0,0 0-13 0,0 0 5 16,-3-5 8-16,0 2 0 0,0-5 0 0,3 3 8 0,0-3-8 0,3 3 0 16,-3-3 0-16,0 0 0 0,3-3 0 15,-3 1 0-15,3 2 0 0,0-5-8 0,0 5 8 0,-3-6 0 0,3 1 8 16,0-3-8-16,-3 0 0 0,3-2 0 0,0-3 0 0,-3 0-8 15,3-3 8-15,0 0 0 0,0-2 0 0,0 2 0 16,0 0 0-16,0 0 0 0,0 3 0 16,-3-3 0-16,3 3 0 0,0-3 0 15,0 0 0-15,0 0 0 0,0-2 0 0,0-3 0 0,0 2 0 0,0-2 0 16,3 0 0-16,-3 3 0 16,0-1 0-16,0 1 0 0,-1 2 0 0,1 3 0 0,0-3 0 0,0 3 0 15,0 0 0-15,-3 0 0 0,3-1 0 0,-3-1 0 16,0 1 0-16,3-4 0 0,0-1 0 0,-3 1 0 15,0 0 0-15,3-1 0 0,-3 1 0 0,0-1 0 16,3 3 0-16,-3 1 0 0,-3 1 0 0,3 1 0 16,0 0 20-16,0 3 7 0,0-1 1 0,0-2 0 15,0 0-28-15,-3 2 0 0,0-2 8 0,3-5-8 16,-3 4-21-16,3-1-7 0,0-1 0 0,0 0-1 16,-3 0 45-16,6 3 10 0,-3 0 2 0,3 0 0 15,-3 2-45-15,3 1-9 0,0 2-2 0,3 0 0 16,-3 0 45-16,0 3 9 0,0-1 2 0,0-1 0 15,0 1-28-15,0 1 0 0,0-3 0 0,0 0 0 16,0 1 0-16,0-4 8 0,0 3-8 0,0-5 0 16,0 2 0-16,0-2 0 0,-3 0 8 0,3 0-8 15,-3 0 0-15,0 2 0 0,3 1 0 0,-3-1 8 16,0 3-8-16,0 0 0 0,0 3 0 0,-3 0 0 16,0 0 8-16,0 2-8 0,0 1 8 0,0-4-8 15,0 4 0-15,0 2 0 0,0-3 8 0,-3 1-8 16,3 2-29-16,3 0-8 0,-3 2-2 0,0-1 0 0,3 1 59 0,0 4 11 15,0 2 2-15,0-6 1 0,0 6-46 0,3-2-10 0,0-4-2 16,0 4 0 0,0-1-35-16,3 3-7 0,0-3-2 0,0 3 0 15,6 3-96-15,0 0-20 0,0-1-4 0</inkml:trace>
  <inkml:trace contextRef="#ctx0" brushRef="#br0" timeOffset="102145.192">22261 10253 1337 0,'0'0'56'16,"0"0"-44"-1,-8 0 41-15,2 0 9 0,0 0 2 0,-3 0 0 16,-3 0-1-16,3 0 0 0,-3 0 0 0,-3 0 0 16,-3 0-12-16,0 0-3 0,1-2 0 0,-7-1 0 15,3 0-24-15,-6 3-6 0,-3-5-1 0,1 5 0 16,-1-3 15-16,-3 3 2 0,0-2 1 0,-2 2 0 16,-1-3-14-16,0 0-2 0,0 1-1 0,-5-1 0 15,2-2-6-15,0 2 0 0,1 1-1 0,-4-1 0 0,6 3-11 16,4 0 0-16,-1 0-10 0,0 0 10 0,3 3 0 0,3-3 0 15,1 0 0-15,2 0 0 0,0 2 0 0,3-2 0 0,3 3 0 16,3-1 0-16,1 1 0 0,-1 2 0 16,3-2-9-16,3 2 9 0,0 1 0 0,0-1 0 15,3 3 0-15,0-3 0 16,3 3 0-16,-3 0 9 0,3-3-9 0,0 3 10 0,0 0-10 16,0 0 0-16,3 0 0 0,-6 3 0 0,6-3 0 0,-3 2 0 0,0 1 0 0,0-1 0 15,3 1 39-15,-3 0 5 0,0-1 2 0,0 3 0 16,1-2-24-16,2 0-5 0,-3 2-1 0,0-3 0 15,3 1-16-15,0 2 0 0,-3-2 8 0,3 2-8 16,0 3 0-16,0-3 0 0,0 0 0 0,0 6 0 16,0-3 0-16,3 2 0 0,0 3 0 0,0 3 0 15,-1 0 0-15,1 5 0 0,0 0 0 0,0 0 0 16,0-2 0-16,0 2 0 0,0-3 0 0,0 1 0 16,-3-1 0-16,3-5 0 0,-3 3 0 0,0 0 0 15,0 3 0-15,0-4 0 0,-3 4 0 0,3 2 0 16,0 0 0-16,-3 0 0 0,3 3 0 0,-3 0 0 15,3-3 0-15,0 0 0 0,-3 0 0 0,3 0 0 16,-3 0 0-16,3 0 0 0,-3-2 0 0,3 2 0 16,-3 3 0-16,3 2 0 0,0 0 0 0,-3 3 0 15,3-5 0-15,-2 3 0 0,2-4 0 0,0-2 0 16,-3 1 0-16,3-4 0 0,0 0 0 0,0 4 0 16,0-1 0-16,-3 0 0 0,3 0 0 0,0 3 0 15,0-3 0-15,0 2 0 0,3-1 0 0,-6 1 0 16,3-4 20-16,0-1 1 0,0 1 0 0,-3-1 0 15,3-5-33-15,0 3-8 0,-3-3 0 0,3 3-1 0,-3-3 21 0,3 3 0 0,0 0 0 16,-3 0 0-16,3 0 0 0,0-3 0 0,0 0 0 16,0 0 0-16,0-2 20 0,0-4 9 15,3 1 2-15,-3 0 0 0,3-5 1 0,-3 2 1 16,3-5 0-16,0 3 0 0,0-3-33 0,0-3 0 0,-1 0 0 0,4-2 0 16,-3-1 0-16,3 1 0 0,0 0 0 0,0-3 0 15,0 2 0-15,3-2 0 0,0-2 0 0,0 2 0 16,0-3 0-16,3 3 0 0,0-3 0 0,3 1 0 15,0-1 26-15,-1-2-2 0,4 2 0 0,0-2 0 16,0 0-38-16,0-1-8 0,3 1-2 0,2 0 0 16,1-1 24-16,3 1 0 0,0 0 0 0,6 0 0 15,-1-3 0-15,4 2 0 0,0 1 0 16,2 0 0-16,1-3 20 0,-3 2 8 0,3 1 1 0,2 0 1 16,1 0-48-16,0 2-10 0,2 0-1 15,4 1-1-15,-6-1 48 0,-1 0 10 0,1 3 1 0,0 0 1 16,-4 0-48-16,1 0-10 0,-3 3-1 0,2-3-1 15,-5 0 30-15,0 0 0 0,-3 0 0 0,-4-3 0 16,-2 3-44-16,-3 0-2 0,-6-2-1 0,0-1 0 16,-6 0-145-16,-3 3-28 0,-6 0-7 0</inkml:trace>
  <inkml:trace contextRef="#ctx0" brushRef="#br0" timeOffset="103411.529">17023 10296 1579 0,'-6'-3'32'0,"0"3"10"0,6 0-34 0,0 0-8 0,0 0 0 0,0 0 0 31,0 0 53-31,0 0 9 0,0 0 2 0,0 0 0 0,0 0-16 0,0 0-4 0,0 0 0 0,0 0 0 31,6 0-19-31,3 0-4 0,3 0-1 0,-1 0 0 0,7 3 12 0,3-3 3 0,3 2 0 0,3-2 0 16,3 3-19-16,2 0-3 0,1-3-1 0,6 2 0 16,2-2-3-16,1 3-1 0,3-3 0 0,5 0 0 15,1 2 3-15,-1-2 0 0,4 3 0 0,3 0 0 16,-7-3-11-16,4 2 0 0,-1-2 0 0,1 0 0 15,-6 3 47-15,-4 0 13 0,1-1 4 0,0 1 0 16,-7 0-52-16,-5-1-12 16,0 1 0-16,-4-3 0 0,-2 3 0 0,-6-3 0 0,3 0 0 0,-6 0 0 15,0 2 0-15,-6-2 0 16,-4 0 0-16,1 3 0 0,-3-1 54 0,-6-2 8 0,0 0 2 0,0 0 0 16,0 0-52-16,0 0-12 0,0 6 0 0,0-1 0 15,0 3 0-15,0 0 0 0,-3 0 0 0,0 0 0 16,3 0 0-16,-3 2 0 0,0-2 0 0,0 3 0 15,1-1 0-15,2 1 0 0,-3 0 0 0,0-1 0 16,0 3 0-16,3 1 0 0,-3-1 0 0,0 3 0 16,0-3 0-16,3 3 0 0,-3-3 0 0,0 6 0 15,3-3 0-15,-3 5 0 0,0-3 0 0,3 6 0 16,-3-3 0-16,3 3 0 0,0 2 0 0,0 1 0 16,0-3 0-16,0 0 0 0,0-1 0 0,0 1 0 15,0-3 0-15,0-2 0 0,0 2 0 0,0-2 0 16,-3 2 0-16,3-3 0 0,0 3 0 0,0 1 0 0,-3 1 0 15,3 1 0-15,-3 3 0 0,0 2 0 0,0-5 0 0,3 2 0 16,0 1 0-16,-3-1 0 16,3 0 0-16,0-2 0 0,0 0 0 0,-3-3 0 15,3 3 0-15,-3-3 0 0,0 0 0 0,3 3 0 0,-3 0 0 0,0 0 0 16,3 2 0-16,-3 3 0 16,0-2 0-16,3-1 0 0,-3 3 0 0,3-2 0 0,-3-3 54 0,3-1 8 0,-3 1 2 0,3-3 0 15,-3 1-52-15,0-1-12 0,0-3 0 0,0 4 0 16,0-1 0-16,0 0 0 0,3 0-12 0,-3 3 12 15,0-3 0-15,3 0 0 0,-3 3 0 0,0-3 0 16,3 0 9-16,0 0-9 0,-3-2 8 0,3 2-8 16,0-5 0-16,0 0 0 0,0 0 8 15,0-3-8-15,0 3 0 0,0-3 0 0,0 0 9 0,0 1-9 16,0-1 8-16,0-3-8 0,0 4 10 0,0-4-10 16,0 3 11-16,-3-2-11 0,3 0 12 0,0-1-12 15,0 3 12-15,-3-2-12 0,3 2 12 0,0-2-12 16,-3-1 9-16,3 4-9 0,0-4 0 0,-3 1 9 15,3-1-9-15,0 4 8 0,-2-6-8 0,-1 2 8 16,3 1 1-16,-3-3 0 0,0 0 0 0,0 2 0 16,3-2 2-16,-3-3 0 0,0 3 0 0,0 0 0 15,0-2 0-15,0-1 0 0,0 3 0 0,-3-3 0 16,3-2 0-16,0 2 0 0,-3 0 0 0,0 1 0 16,0-1 1-16,0-2 0 0,-3-1 0 0,0 4 0 15,0-1-1-15,-3-3 0 0,3 4 0 0,-5-4 0 16,-1 4-2-16,0-1 0 0,0-2 0 0,-3 2 0 15,0 0-9-15,0 0 0 0,0 1 9 0,-2-1-9 16,2-2 21-16,-3 2 0 0,3-2 0 0,-3 2 0 0,0-2-35 16,4-1-7-16,-1 1-2 0,-3 0 0 15,-3-1-8-15,0 1-1 0,0-3-1 0,-5 0 0 16,-4-3-128-16,-3-2-26 0</inkml:trace>
</inkml:ink>
</file>

<file path=ppt/ink/ink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18T22:17:09.753"/>
    </inkml:context>
    <inkml:brush xml:id="br0">
      <inkml:brushProperty name="width" value="0.025" units="cm"/>
      <inkml:brushProperty name="height" value="0.025" units="cm"/>
    </inkml:brush>
  </inkml:definitions>
  <inkml:trace contextRef="#ctx0" brushRef="#br0">14 0 8480 0 0,'0'0'305'0'0,"0"0"-94"0"0,0 0 339 0 0,0 0 170 0 0,0 0 31 0 0,0 0 5 0 0,0 0-9 0 0,0 0-3 0 0,0 0 0 0 0,0 0-2 0 0,0 0-4 0 0,0 0-2 0 0,0 0-1 0 0,0 0-16 0 0,0 0-74 0 0,0 0-34 0 0,0 0-10 0 0,0 0-34 0 0,0 0-140 0 0,0 0-62 0 0,0 0-12 0 0,0 0-29 0 0,0 0-118 0 0,0 0-57 0 0,0 0-12 0 0,0 0-6 0 0,-5 10 170 0 0,-3 27 209 0 0,11 71 212 0 0,-2 16-402 0 0,-1 22-104 0 0,5-114-152 0 0,-1-1-64 0 0,5 25-521 0 0,16 53 2282 0 0,-16-60-1774 0 0,0 6-408 0 0,-4-16 399 0 0,13 87 556 0 0,-14-67-328 0 0,-8 12-12 0 0,0-36-130 0 0,-10 53 144 0 0,6-14-844 0 0,3-18 602 0 0,-4 41 34 0 0,5-45 148 0 0,-4 31 496 0 0,-1 4-580 0 0,5-44-64 0 0,7-11 0 0 0,-7 78-569 0 0,8-74 1114 0 0,-4 74-9 0 0,-3-35-88 0 0,15 4-656 0 0,-5-28 208 0 0,-2-12 64 0 0,0 20 0 0 0,-1-35-64 0 0,0 0 64 0 0,-3-6-64 0 0,-1-1 0 0 0,4 9 0 0 0,1-1 0 0 0,-1 0 0 0 0,1 17 11 0 0,-1 57 42 0 0,-8-25-53 0 0,-1-18 53 0 0,5 121-42 0 0,-1-161-11 0 0,-2-8 0 0 0,3 23 0 0 0,0-14 0 0 0,3 5 0 0 0,-2-13 0 0 0,4 17 0 0 0,0-13 0 0 0,4 12 64 0 0,-5-15-53 0 0,13 18 174 0 0,-7-4-90 0 0,3-1-42 0 0,10 5 64 0 0,41 3 203 0 0,40-27-48 0 0,-56-11 627 0 0,-17-2-880 0 0,32-26-2034 0 0,-40 17 22 0 0,-11 9 846 0 0</inkml:trace>
</inkml:ink>
</file>

<file path=ppt/ink/ink8.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2-04-18T21:47:00.691"/>
    </inkml:context>
    <inkml:brush xml:id="br0">
      <inkml:brushProperty name="width" value="0.05292" units="cm"/>
      <inkml:brushProperty name="height" value="0.05292" units="cm"/>
      <inkml:brushProperty name="color" value="#FF0000"/>
    </inkml:brush>
  </inkml:definitions>
  <inkml:trace contextRef="#ctx0" brushRef="#br0">16689 12156 1026 0,'0'0'21'0,"0"0"5"0,0 0-26 0,0 0 0 0,-6 0 0 0,6 0 0 16,-6 0 71-1,6 0 9-15,-9 0 1 0,3-3 1 0,6 3-14 0,-5 0-4 0,-1-3 0 16,6 3 0-16,-6-2-16 0,6 2-4 0,-6 0-1 0,6 0 0 31,0 0-18-31,0 0-3 0,-6-3-1 0,6 3 0 0,0 0 23 0,0 0 5 0,0 0 1 0,0 0 0 16,0 0-29-16,-6 0-5 0,6 0-2 0,0 0 0 15,0 0 40-15,0 0 8 0,0 0 2 0,0 0 0 16,0 0-52-16,0 0-12 0,0 0 0 0,0 0 0 16,0 0 0-16,0 0 0 0,0 0 0 0,0 0 0 15,0 0 0-15,0 0 0 0,0 0 0 0,0 0 0 16,3 0 0-16,3 3 0 0,0-3 0 0,3 0 0 15,0 0 0-15,-1-3 0 0,4 3 0 0,3 0 0 16,0 0 0-16,3 0 0 0,0-3 0 16,3 3 0-16,0 0 0 0,-1 0 0 0,4-2 0 0,0 2 0 15,-3 0 0-15,3-3 0 0,-4 3 0 0,1 0 0 16,0-2 0-16,3 2 0 0,0-3 0 0,3 3 0 16,-1 0 0-16,1-3 0 0,3 3 0 0,0 0 0 15,-4-2 0-15,1 2 0 0,0-3 0 0,-3 3 0 16,-3 0 0-16,0-3 0 0,-4 3 0 0,-2 0 0 15,-3-2 0-15,0 2 0 0,0 0 0 0,-3 0 0 16,0 0 0-16,0-3 0 0,-3 3 0 0,3 0 0 16,-6 0 0-16,3 0 0 0,-6 0 0 0,0 0 0 15,0 0 0-15,0 0 0 0,0 0 0 0,0 0 0 0,0 0 0 16,0 0 0-16,0 0 0 0,0 0 0 0,0 0 0 16,0 0 0-16,0 0 0 0,0 0 0 0,0 0 0 0,0 0 0 0,0 0 0 15,0 0 0 1,0 0-48-16,0 0-13 0,3-5-3 0</inkml:trace>
  <inkml:trace contextRef="#ctx0" brushRef="#br0" timeOffset="7987.355">15981 17995 1109 0,'0'0'23'0,"0"0"5"0,0 0-28 0,0 0 0 0,0 0 0 0,0 0 0 15,0 0 73-15,0 0 9 0,0 0 2 0,0 0 0 16,0 0-20-16,0 0-4 0,0 0-1 0,0 0 0 16,0 0-19-16,0 0-3 0,0 0-1 0,0 0 0 15,3 3-4-15,0 0 0 0,3-1-1 0,-3 1 0 16,0 0-15-16,3-1-2 0,-3 1-1 0,3-3 0 16,0 3-5-16,-3-1 0 0,2 1-8 0,1-3 12 15,3 3-12-15,-3-3 9 0,3 2-9 0,-3-2 8 16,3 3-8-16,0-3 0 0,0 2 0 0,0 1 0 15,0-3 0-15,0 3 0 0,3-3 0 0,-3 2 0 16,3 1 0-16,-1-3 8 0,1 3-8 0,0-1 8 16,3 1 4-16,-3 0 1 0,3 2 0 0,-3-2 0 15,3-1 3-15,0 1 0 0,-1-3 0 0,4 3 0 16,-3-1-6-16,0-2-1 0,0 3 0 0,3-3 0 16,-3 2-26-16,0-2-6 0,-1 0-1 0,1 0 0 15,0 0 44-15,0 0 9 0,0 0 2 0,0 0 0 16,-3-2-22-16,0 2-9 0,3-3 8 0,-4 3-8 0,4-2 8 15,-3-1-8-15,3 0 8 0,0 1-8 0,0-1 12 16,0-2-4-16,0 2 0 0,3-2 0 16,-1 2-8-16,1 0 0 0,-3 1-10 0,3-1 10 0,0-2 0 0,-3 2 0 15,3 1 0-15,-1-1 0 0,-2-2 0 0,0 2 10 0,-3-2-10 0,3 2 8 16,-3-2-8-16,3 2 0 0,-3 0 9 0,0 1-9 16,0-1 8-16,-1 0-8 0,-2 1 8 0,3 2-8 15,-3-3 8-15,0 1-8 0,0 2 10 0,0 0-10 16,0-3 8-16,3 3-8 0,-3 0 0 15,0 0 9-15,3 3-9 0,-3-3 0 16,-1 0 0-16,4 2 0 0,-3-2 0 0,0 3 0 16,0-3 0-16,3 2 0 0,-3-2 24 0,0 0 2 0,0 3 1 0,0-3 0 15,0 3-16-15,-3-3-3 0,3 0-8 0,-3 0 12 16,0 0-3-16,2 2-1 0,1-2 0 0,-3 3 0 16,3-3-8-16,-3 0 10 0,3 3-10 0,-3-3 10 15,3 2-2-15,-3 1-8 0,3 0 12 0,-3-3-4 16,3 2-8-16,-3-2 0 0,3 3 0 0,0-3 0 15,0 3 8-15,-4-3-8 0,1 0 0 0,3 2 8 16,-3-2-8-16,3 0 0 0,-3 0 0 0,0 0 0 16,3 0 0-16,-3 0 0 0,0 0 0 0,0 0 8 15,3-2-8-15,-3 2 0 0,0-3 0 0,3 0 0 16,-3 1 0-16,0 2 0 0,3-3 0 0,-1-2 0 16,-2 2 0-16,0 0 0 0,0-2-12 0,3 2 12 15,-3-2-153-15,0 0-23 0,0 0-5 0</inkml:trace>
  <inkml:trace contextRef="#ctx0" brushRef="#br0" timeOffset="13616.579">14177 1987 2101 0,'0'0'60'0,"0"0"12"0,0 0-57 0,0 0-15 0,0 0 0 0,0 0 0 16,0 0 74-16,0 0 12 0,0 0 2 0,0 0 1 16,0 0-25-16,3 3-6 0,3 2-1 0,-3-2 0 15,0 2-18-15,0 0-4 0,0 3-1 0,0 0 0 16,0 0-10-16,0 3-1 0,0-1-1 0,0 6 0 15,0-3-3-15,0 6-1 0,0 2 0 0,0 3 0 16,-3 2-10-16,3 3-8 16,0 1 12-16,0-1-12 0,-3-6 8 0,3 7-8 0,-3-9 0 0,0 3 0 15,0-1 0-15,0-1 0 0,0-1 0 0,0 0 0 16,-3-3 14-16,0 4-4 0,3-1-1 0,-3 3 0 16,0-6-58-16,0 1-12 0,0 2-3 15,0-5 0-15,0 2-64 16,0-10-14-16,0 5-2 0</inkml:trace>
  <inkml:trace contextRef="#ctx0" brushRef="#br0" timeOffset="13960.556">14281 2032 2048 0,'-15'-37'43'0,"9"21"9"15,0 6-42-15,0-1-10 0,1 3 0 0,-4 0 0 0,3 3 108 0,0-3 20 16,3 3 4-16,0 2 1 0,3 3-25 0,0 0-4 0,0 0-2 0,0 0 0 31,0 0-49-31,0 0-9 0,0 0-3 0,0 0 0 0,0 0-41 0,3 8-16 0,3 0 1 0,0 0 0 16,3 0 63-16,2 0 13 0,-2 5 3 0,3 0 0 15,3-2-64-15,0 2-24 0,3 0 0 0,0 6 1 16,0 2 23-16,-1 0 0 0,4 8 0 0,0-5 0 16,-3 2 0-16,3 4 0 15,-3-7 0-15,0 6 0 0,-4-5 14 16,1 3 7-16,0-3 2 0,-3-3 0 0,-3-3-33 0,0 1-6 15,-3-3-2-15,0 0 0 0,-6-1 9 0,-3 4 9 0,0-3-13 16,-3 5 5 0,-3-5-15-16,-3 0-2 0,0 0-1 0,-3 2 0 0,-3-2-10 15,1 0-3-15,-4 0 0 0,-6-3 0 0,3 3-21 0,0-3-4 16,-2 0 0-16,-1-2-1 0,0-3-103 0,3 0-21 0,0-3-4 0</inkml:trace>
  <inkml:trace contextRef="#ctx0" brushRef="#br0" timeOffset="14484.097">14719 2445 2269 0,'-6'-8'64'0,"3"8"15"0,0-8-63 0,0 5-16 0,3 3 0 0,-3-2 0 16,6-6 105-1,0 3 19-15,0 2 3 0,3-5 1 16,3 3-65-16,0 5-13 0,3-8-2 0,-1 8-1 16,4-8-24-16,0 2-5 0,0 4-1 0,0-3 0 0,0-1 38 0,3 6 7 0,-3-2 2 0,2 2 0 15,-2 0-52-15,0 0-12 0,0 0 0 0,0 2 0 16,-3 1 0-16,0 0 0 0,3 2 0 0,-6-3 0 16,0 4 0-16,-1 2 0 0,-2-6 0 0,-3 9 0 31,0-3-21-31,-3-5-7 0,0 4-2 0,-6 1 0 0,3 3 12 0,-2-3 2 0,-4 0 1 15,3 0 0-15,-3 0 15 0,-3 0-12 0,3 0 12 16,0-3-12-16,0 3 12 0,0-3 0 16,0 3 0-16,3-5 0 0,0 2 0 0,6-5 0 15,0 0 0-15,0 0 0 0,0 0-8 0,0 0-6 0,0 0-1 0,0 0 0 16,6 0 15-16,0 0 0 0,3 0 0 0,0-5 0 16,3 5 0-16,0-3 0 0,3 3 0 0,-3 0 0 15,2-5 28-15,1 5 9 0,3 0 2 0,-3 0 0 16,0 0-26-16,0 5-5 0,0-5 0 0,-3 3-8 15,0 2 0-15,-3-2 0 0,-1 2 0 0,1 3 0 16,-6 0 11-16,0 0-11 0,-3 5 10 0,0-5-10 16,-6 5 16-16,0-2-2 0,-3 2-1 0,-2 3 0 15,-1-3-13-15,-3 0-13 0,-3 3 2 0,0-3 1 16,0 3-10-16,3-8-3 0,-3 5 0 0,1-2 0 16,2 2-6-16,0-7-2 0,0 4 0 0,0-2 0 15,3-3-166-15,0-2-34 0</inkml:trace>
  <inkml:trace contextRef="#ctx0" brushRef="#br0" timeOffset="14783.6">15454 2426 2310 0,'-6'-2'48'0,"0"2"11"0,6 0-47 0,0 0-12 0,0 0 0 0,0 0 0 15,0 0 104-15,0 0 20 0,0 0 3 0,3 0 1 16,6-6-103-16,0 4-25 0,0 2 0 0,6 0 0 16,0-5 56-16,2 5 7 0,1-3 1 0,0 3 0 15,3 0-52-15,0 0-12 0,3 0 0 0,-1-5 0 16,-2 5 54-16,3 0 8 0,0-3 2 0,0 3 0 16,3-5-52-16,-4 5-12 0,4-6 0 0,0 4 0 15,-3 2-9-15,0 0-5 0,-1 0-1 0,1-6 0 16,-3 6 24-16,-3 0 5 0,-3 0 1 0,0 6 0 15,-3-6-166-15,-4 0-33 16,-2 0-6-16</inkml:trace>
  <inkml:trace contextRef="#ctx0" brushRef="#br0" timeOffset="15013.185">15561 2630 2553 0,'0'0'53'0,"0"0"12"16,0 0-52-16,0 0-13 0,0 0 0 0,0 0 0 16,0 0 99-16,6-5 17 0,3 2 3 0,0-5 1 15,3 3-39-15,0 0-7 0,3 2-2 0,0-5 0 0,-1 0-30 0,4 3-6 0,-3-3-2 0,3 0 0 16,3 0-15-16,-3 0-3 0,3 0-1 0,-1 0 0 16,4 3-15-16,0-3 0 0,3 3 0 0,3 2 0 15,-1-2 0-15,1-1-8 0,0 6 8 0,0-2-13 31,-1 2-126-31,1-5-25 0,0 5-4 0</inkml:trace>
  <inkml:trace contextRef="#ctx0" brushRef="#br0" timeOffset="16979.824">16305 2305 1884 0,'3'-8'80'0,"0"0"-64"31,-3 2 102-31,3 1 21 0,0 3 4 0,-3 2 1 0,0 0-58 16,0-6-11-16,0 6-3 0,0 0 0 0,0 0-22 0,0 0-5 0,0 0-1 0,0 0 0 16,0 0-16-16,-3 6-3 0,0 1-1 0,0 1 0 15,0 0-16-15,0 6-8 0,-3-6 8 0,3 5-8 16,0 3 0-16,0-6 0 0,0 3 8 0,0 1-8 16,1-1 0-16,2-5 0 0,0 2 0 0,2 1 0 15,1 0-8-15,0-3-4 0,3-1-1 0,0 4 0 16,0-3-11-1,3 0-1-15,0-5-1 0,0 2 0 0,0-5 13 0,3 3 2 0,-3-3 1 16,3 0 0-16,0-3 10 0,-3-2-10 0,3 2 10 0,-4-2-10 16,4-3 10-16,-3 2 0 0,0-2 0 0,0 1 0 15,0-1 9-15,-3 0-9 0,0 0 12 0,0 0-12 16,-3-5 25-16,3-1-1 0,-3 4-1 0,3-6 0 16,-3 5-2-16,0 1 0 0,0-4 0 0,0 7 0 15,-3-1-7-15,3 2-2 0,-3 4 0 0,0 2 0 16,0 0-12-16,0 0 9 0,0 0-9 0,0 0 8 15,0 0-8-15,3 2 0 0,0 6 0 0,0 0 0 16,3 3-9-16,-3-1 9 0,-1 4 0 0,4-1 0 16,0-3-8-16,0 4 8 0,0-6 0 0,0 5 0 15,3-5-14-15,0 0 4 0,3 5 1 0,-3-5 0 0,3 0-1 16,-3-6 0-16,3 9 0 0,0-8 0 0,0 2 30 16,-1-2 5-16,1-3 2 0,-3 5 0 0,0-5-41 0,0 0-8 15,0-5-2-15,0 5 0 0,-3-3 32 0,0-2 5 16,0 2 2-16,0-5 0 0,0 3-5 0,0-3-1 0,-3 3 0 15,0-3 0-15,3-3 26 0,-3 0 5 16,0 1 0-16,0 2 1 16,0-5-26-16,-3-3-6 0,2 3-1 0,1-3 0 15,-3 0-8-15,3 3 0 0,-3-1 0 0,0 4 0 0,0-3 0 0,0 5 0 16,0-6 0-16,-3 6 0 16,3 1-19-16,0-1-5 0,-3 0-2 0,1-3 0 15,2 8-139-15,0-5-28 0,-3 3-6 0</inkml:trace>
  <inkml:trace contextRef="#ctx0" brushRef="#br0" timeOffset="17911.382">17082 2167 1668 0,'-9'-18'35'0,"6"12"7"0,3-2-34 0,-3 0-8 0,3 0 0 0,0 3 0 16,0-3 120-16,0 0 21 0,0 0 5 0,3 0 1 16,0 3-54-16,-3 5-10 0,0-8-3 0,0 8 0 15,0 0-8-15,0 0-1 0,3 0-1 0,-3 0 0 16,0 0-56-16,0 0-14 0,0 0 0 0,3 3 0 15,0 7 0-15,-3-2 0 0,3 8 0 0,-3-3 0 16,0 3 22-16,3 0 2 0,0 5 0 0,0 1 0 16,3-7-39-16,-3 7-7 0,3-7-2 0,3 7 0 15,0-7-4-15,0-1-2 0,6-4 0 0,-3 4 0 16,2-7-8-16,1-1-2 0,0 2 0 0,0 0 0 0,0-8 22 16,0 0 4-16,0 0 1 0,0 0 0 0,-3-6 25 15,-1 4 6-15,1-4 1 0,0 4 0 0,-3-9-19 0,-3 1 0 0,0 2 0 16,0-6 0-16,-3 6 55 0,0-7 7 0,0 1 2 0,-3 1 0 15,3-3-52 1,-3 0-12-16,0 1 0 0,-3 1 0 16,3-2 54-16,-3 1 8 0,0 1 2 0,0 6 0 15,0-5-52-15,0 5-12 0,0 0 0 0,0 0 0 0,0 0 0 16,0 3 0-16,3 5 0 0,0 0 0 0,0 0 0 0,0 0 0 0,0 0 0 0,-6 5 0 16,3-2 0-16,0 2 0 0,0 3 0 0,0 3 0 15,3 2 0-15,0 3 0 0,0 2 0 0,0-2 0 16,0 6 0-16,3-4 0 0,0 3 0 0,-3 6 0 15,3-9 0-15,-3 3 0 0,0 3 0 0,0 3 0 16,0-6 0-16,-3-3 0 0,0 1 0 0,0-1 0 16,-3 4 0-16,-3-1 0 0,3 0 0 0,-2 0 0 15,-4-2 0-15,3 2 0 0,-3 5 0 0,-3-7 0 16,-3 2 0-16,0 0 0 0,0 0 0 0,-2-8 0 16,-1 6 0-16,-3-6 0 0,3 0 0 0,-3 3 0 15,3-8 0-15,1 5 0 0,2-5-9 0,0 0 9 16,0 0 0-16,0-5-9 0,6 2 9 0,-3-5 0 15,6 0-35-15,0 0-1 0,1-5-1 16,2 2 0-16,6-5-89 0,6 0-18 0,-1-7-3 0</inkml:trace>
  <inkml:trace contextRef="#ctx0" brushRef="#br0" timeOffset="18260.229">17526 2400 2066 0,'0'0'43'0,"0"0"10"15,0 0-42-15,0 0-11 0,-6 0 0 0,-3 0 0 0,0 0 53 0,3 3 9 0,-3 2 2 0,0 3 0 16,0-6 0-16,0 6 0 0,0-2 0 0,3 7 0 16,-3-5-52-16,3 0-12 0,1 5 0 0,-1-2 0 15,0 2 0-15,3 0 0 0,0-2 0 0,3 2 0 16,0 0 0-16,3-2 0 0,0 2 0 0,3 0 0 16,0-5 0-16,-1 0 0 0,4 0 0 0,3 0 0 15,0-3 0-15,0-5 0 0,3 3 0 0,-3-3 0 16,3-3 26-16,3 3 2 0,-3-5 1 0,-1 2 0 15,-2-7 7-15,3 2 2 16,-3 0 0-16,-3 0 0 0,0-3 2 0,0 1 0 0,0-1 0 0,-6-5 0 16,3 6-8-16,-3-1 0 0,-3-2-1 0,0 0 0 15,0 2-13-15,-3-2-2 0,0 5-1 0,-3-5 0 16,0 2-15-16,-3 0 11 0,0 4-11 0,-3-4 10 16,0 6-10-16,-3-3-14 0,0 0 3 0,1 2 1 15,-1 4-59-15,0 2-12 0,0-5-3 0,0 2 0 16,3 0-86-16,0 3-18 0,3 0-3 0</inkml:trace>
  <inkml:trace contextRef="#ctx0" brushRef="#br0" timeOffset="18840.658">17871 2283 2066 0,'-9'-21'43'0,"3"13"10"16,3 0-42-16,0 1-11 0,3-1 0 0,-3 0 0 0,3-3 104 0,-3 3 18 0,3 0 4 0,0 6 1 16,0-9-57-16,3 8-11 0,-3-2-3 0,0 5 0 15,0 0-37-15,0 0-8 0,0 0-2 0,0 0 0 16,0 0 15-16,0 0 2 16,3 5 1-16,3 1 0 15,-3 4-43-15,3-2-9 0,-3 5-2 0,0 1 0 0,3 1 27 0,-3-1 0 0,3-4 0 0,0 6 0 16,3-3 0-16,-3 1 0 0,3-1 0 0,3 3 0 15,-1-8-56 1,1 2-7-16,3 1-1 0,0-3 0 0,-3-6 32 0,3 4 5 0,-3 2 2 16,3-8 0-16,-3 0 4 0,0 0 1 0,-1 0 0 0,-2-6 0 15,3-2 0-15,-3 6 1 0,0-11 0 0,-3 5 0 16,0 0 44-16,0-6 9 0,0 1 2 0,-3 3 0 16,0-6 16-16,-3 2 3 0,0-1 1 0,0-7 0 15,0 7-1-15,-3-4 0 0,0 1 0 0,0-4 0 16,-3 6-18-16,3 3-3 0,-3-3-1 0,0 3 0 15,3-3-11-15,0 8-2 0,0 0-1 0,0-2 0 16,0 7-8-16,0-5-2 0,3 8 0 0,0 0 0 16,0 0-9-16,0 0 0 0,0 0 9 0,0 0-9 15,3 8 0-15,3 0 0 0,-3 0 0 0,3 5 0 16,0 3 0-16,0-3 0 0,0 6 0 0,0-1-8 16,0 4 8-16,0 1 0 0,0-1 0 0,0-4-8 15,0 3 8-15,0 0 0 0,0 1 0 0,-3-1 0 16,0-3 0-16,-3 1 0 0,0-3 0 0,0 5 0 0,-3-5 0 15,0-3 0-15,-3 3 0 0,0 0 8 0,-3 0-8 16,-3-1 0-16,0 4 8 0,0-6-8 0,-3 3 0 16,0 0 0-16,0-3 0 0,-2 3 0 0,-1-5-18 0,0-1 2 15,0 1 0-15,0 2 0 0,3-10 16 0,0 7 0 0,0-10 0 0,4 3 0 32,2 2-208-32,0-5-39 0,3-5-7 0</inkml:trace>
  <inkml:trace contextRef="#ctx0" brushRef="#br0" timeOffset="19095.673">18428 2400 2526 0,'0'0'52'0,"0"0"13"0,0 0-52 0,0 0-13 0,0 0 0 0,0 0 0 16,0 0 92-16,0 0 16 0,0 0 4 0,0 0 0 15,0 0-72-15,0 0-13 0,3 3-3 0,-3 2-1 16,3 3-23-16,0 0 0 0,-3-3 0 0,3 3 0 15,0 0 0-15,-3 0 0 0,0 2 0 0,2 1 0 16,-2 0 0-16,0 2 0 0,0 0 0 0,0 3 0 16,0 0 0-16,-2 0 0 0,2 2 0 0,0-2 0 15,0-3 0-15,-3 6 0 0,3-3 0 0,-3 2 0 16,3-5-18-16,-3 3-8 0,0-5-2 0,3 0 0 16,-3-1-45-16,3 3-10 0,-3-5-1 0</inkml:trace>
  <inkml:trace contextRef="#ctx0" brushRef="#br0" timeOffset="19604.564">18681 2027 2185 0,'0'0'92'16,"-3"-3"-74"-16,3 3 114 0,0 0 24 0,-3-5 4 0,3 5 0 15,0 0-128-15,0 0-32 0,0 0 0 0,0 0 0 16,0 0 0-16,0 0 0 0,0 0 0 0,3 8 0 16,3 0 0-16,0 2 0 0,0 1 0 0,-1 2 0 15,4 0 0-15,0 3 0 0,3 0 0 0,0-3 0 16,0 6 0-16,3-1 0 0,0-2 0 0,3 0 0 16,0-3-44-16,-1 1-16 0,1-6-4 0,3 0 0 15,-3-1 0-15,3-7 0 0,-3 3 0 16,0 2 0-16,-1-5 0 0,-2-5 0 15,0 2 0-15,0 3 0 0,-3-7 103 0,0-1 20 0,-3 0 4 0,0-3 1 16,0 0 0-16,-6-2 0 0,3 0 0 0,-3 2 0 16,-3-7 0-16,0 7 0 0,0-5 0 0,-3 3 0 15,3 0 0-15,-3 5 0 0,0 0 0 0,-3 0 0 16,3 0-52-16,0 0-12 0,0 3 0 0,3 5 0 16,0 0 54-16,0 0 8 0,-3-5 2 0,3 5 0 15,0 0-52-15,0 0-12 0,-6 5 0 0,3 3 0 16,-3 0 0-16,3 5 0 0,0 0 0 0,-3-2 0 15,3 7 0-15,0-2 0 0,3 0 0 0,-3 5 0 16,0 1 0-16,0 1 0 0,0-1 0 0,-3-1 0 0,6 2 0 0,-3-1 0 16,0 1 0-16,-3-1 0 0,3-1 0 0,-3 3 0 15,3-8 0-15,-3 2 0 0,-3 1 0 0,3-1 0 0,-2 1 0 16,2-1 0 0,-3 1-48-16,0-1-13 0,0-2-3 0,0-3 0 15,0 3-51-15,3-8-10 0,-3 3-3 0</inkml:trace>
  <inkml:trace contextRef="#ctx0" brushRef="#br0" timeOffset="19911.202">19124 2418 2039 0,'15'-15'42'0,"-9"12"11"0,3-2-42 0,-3-1-11 15,3 4 0-15,0 2 0 0,0-6 132 0,0 4 25 0,0 2 5 0,-1 0 1 16,-2 0-84-16,0 0-17 0,0 0-3 0,0 0-1 15,-3 2-35-15,3 4-7 0,-6-6-2 0,3 8 0 16,-3-3-14-16,0 3 0 0,0-5 8 0,-3 4-8 16,0 4 0-16,-3-3 8 0,0 3-8 0,0 2 0 15,0-5 0-15,-3 5 0 0,1 3 0 0,-1-3 0 16,3-2 0-16,0 2 0 0,0 0 0 0,3 3 0 16,0-3 0-16,3-5 0 0,-1447 3 0 0,2894-3 0 15,-1441 2 0-15,0-2 0 0,0 0 0 0,3-5 0 16,0 2 0-16,2-2 11 0,1-1-2 0,3-2 0 0,0 0-9 15,0-2 8-15,3-1-8 0,0 3 8 16,0-8-68-16,2 0-15 16,4 0-2-16</inkml:trace>
  <inkml:trace contextRef="#ctx0" brushRef="#br0" timeOffset="20377.423">19946 2270 1580 0,'0'0'67'15,"6"6"-54"1,3-6 113-16,0 0 22 0,-1 0 5 0,1 0 1 15,3 0-63-15,0 2-13 0,0-2-2 0,3 0-1 16,0 0-13-16,0 0-2 0,3 0-1 0,-1 5 0 16,1-5-11-16,0 0-3 0,3 0 0 0,0 0 0 0,0 0-20 0,0 0-4 0,-1 0-1 0,4 0 0 15,-3 0-12-15,0-5-8 0,3 5 8 0,-4 0-8 16,-2-2 0-16,0 2 0 0,0 0 0 0,-3-6 0 31,0 4-32-31,-6-4-12 0,3 4-1 0,-6 2-1 16,0-6-161-16,-3 1-32 0,0 2-6 0</inkml:trace>
  <inkml:trace contextRef="#ctx0" brushRef="#br0" timeOffset="20612.2">20202 2119 2066 0,'-6'0'43'0,"6"0"10"0,0 0-42 0,0 0-11 0,-3-5 0 0,3 5 0 15,0 0 89-15,0 0 16 0,0 0 3 0,0 0 1 16,0 0-33-16,0 0-6 0,0 0-2 0,0 0 0 15,3 5-26-15,0-2-6 0,0 2 0 0,-3 6-1 16,3 0-18-16,-3 4-3 0,0-4-1 0,3 8 0 16,-3-1 15-16,0 1 2 0,3-1 1 0,-3 3 0 15,0-2-47-15,0 5-8 0,3-3-3 0,-3-3 0 16,0 1 43-16,0-1 9 0,0 1 2 0,0-3 0 16,0 5-73-16,0-5-14 0,0 5-4 0,0-5 0 15,0 0 0-15,0 0 0 0,3 2 0 0</inkml:trace>
  <inkml:trace contextRef="#ctx0" brushRef="#br0" timeOffset="21050.572">20348 2090 1824 0,'-12'-21'76'15,"0"5"-60"-15,-3 3 89 0,0-3 19 0,-3 8 3 0,-3-2 1 16,3 7-52-16,-2-2-9 0,-1 2-3 0,0 3 0 15,-3 0-51-15,-3 3-13 0,3 2 0 0,-5 3 0 16,2 5 40-16,0-2 6 0,-3 2 1 0,4 8 0 16,-1 3-24-16,3 2-5 0,0 6-1 0,3 3 0 15,3-4-17-15,4 6 0 0,2-5 0 0,0 5 0 16,6-2 0-16,3-4 0 0,3-2 0 0,0 6 0 16,6-3-20-16,3 2-8 0,0 3-2 15,6 0 0-15,2-8 48 0,1 0 10 0,6-5 1 0,3 5 1 16,0-13-30-16,5 5 0 0,-2-8 0 0,6 3 0 15,0-8 0-15,-1-2 0 0,1-4 0 0,6 4 0 16,-4-12 0-16,4 4 0 0,0-4 0 0,-1-2 0 16,1 0 0-16,-6-7 0 0,0 1 0 0,-1-2 0 15,-5-5 57-15,0-3 6 0,-3-2 1 0,-4-3 0 16,-2 0-52-16,-3 0-12 0,0-3 0 0,0 3 0 16,-6-3 0-16,-3 3 0 0,-3 0 0 0,0 0 0 15,-6 0 40-15,-3 0 6 0,-3-6 1 0,-3 3 0 16,-3 1-24-16,-3 4-5 0,-3 3-1 0,0-5 0 15,-3 8-17-15,-2 5-11 0,-1 0 2 0,-3 3 0 16,0-3-37-16,-3 8-7 0,1-2-2 0,-1 7 0 16,0-5-109-16,0 8-23 0,4 0-4 0</inkml:trace>
  <inkml:trace contextRef="#ctx0" brushRef="#br0" timeOffset="21727.618">21139 1966 2120 0,'3'-5'60'0,"-3"5"13"15,0 0-58-15,3-3-15 0,-3 3 0 0,0 0 0 16,0 0 76-16,0 0 13 0,0 0 3 0,0 0 0 15,3 3-45-15,0 2-9 0,0-2-2 0,-3 7 0 16,3-2-20-16,-3 0-4 0,0 3 0 0,0-1-1 16,0 6-11-16,0-3 0 0,0 3 0 0,3 0 0 15,-3 5 0-15,3-5 0 0,3 5 0 0,-3-5 8 16,6 5-17-16,0-5-4 0,0 0-1 0,3 3 0 16,0-11-13-16,3 2-2 0,-4-2-1 0,4-3 0 15,0 1 16-15,0-6 3 0,3-6 1 0,-3 6 0 0,3-8 22 0,-3 1 4 0,-1-1 0 16,1 0 1-16,-3-6-17 0,0 1 0 0,0 0 0 15,0-3 0-15,-3 0 55 0,-3 3 7 0,0-6 2 16,0 6 0-16,0-3-52 0,-3 3-12 16,0-3 0-16,0 3 0 0,-3 0 50 0,0 2 7 0,0-2 2 0,0 0 0 15,-3 5-30-15,3 0-5 0,-3 5-2 0,0-7 0 16,3 10-6-16,0 0-2 0,0 0 0 0,0 0 0 16,-6 0-14-16,0 5 9 0,-3 0-9 0,3 3 8 15,0 3-8-15,-3 2 0 0,0 3 0 0,3 0-11 16,-3 2 11-16,3 3 0 0,-3 3 0 0,0 5 0 15,3-5 0-15,-2 3 0 0,-1-1 0 0,-3 3 0 16,3 0-29-16,0-2-1 16,0-3 0-16,-3-1 0 0,3 4 30 0,0-9 0 0,-3 1 0 0,3 2 0 15,-3-2 0-15,3 2 0 0,1 0 0 0,-4 0 0 16,3-5 0-16,0 5 0 0,0-5 0 0,3 5 0 16,0-10-160-16,3 7-25 0,0-10-6 0</inkml:trace>
  <inkml:trace contextRef="#ctx0" brushRef="#br0" timeOffset="22206.096">21458 2461 1440 0,'0'-6'60'16,"0"-1"-48"-16,0 4 72 0,3-5 13 0,-3 0 3 0,0 3 1 16,3-1 22-16,-3 4 4 0,3-6 1 0,0 3 0 15,3 2-52-15,0-8-9 0,0 9-3 0,3-6 0 16,-1 2 0-16,4 4 0 0,3-6 0 0,0 5 0 31,0 1-40-31,3-4-9 0,3 4-2 0,-3 2 0 0,-1 0 17 0,1 0 3 0,0 0 1 0,0 0 0 16,0 0-14-16,-3 2-4 0,0 4 0 0,-1-4 0 15,-2 4-16-15,0 1 0 0,-3-1 0 0,0 2 0 16,-3 0 0-16,0-3 0 0,-3 3 0 0,0 0 0 16,-3 0 0-16,0-3 0 0,-3 3 0 0,0 0 0 31,0 0-44-31,-3 0-16 0,0-6-4 0,0 9 0 0,-3-3 52 0,0-5 12 0,0 5 0 0,-2-3 0 15,2 0 11-15,0 3 5 0,3-8 0 0,0 8 1 16,6-8-17-16,0 0 0 0,-3 3 0 0,3-3 0 16,0 0 0-16,0 0 0 0,0 5 0 0,6 0-9 15,0 3 9-15,0-5 0 0,3 2 0 0,0-2 0 16,-1 2 17-16,4 3-1 0,-3-8 0 0,0 5 0 16,0 3 11-16,0 0 1 0,0 0 1 0,0-5 0 15,-3 5 0-15,0 2 0 0,0-2 0 0,-3 0 0 16,0 0-7-16,-3-3-2 0,0 6 0 0,-3 2 0 15,0-8 0-15,-3 6-1 0,0-3 0 0,-3 0 0 16,0 3-19-16,-6-1 0 0,0 3 0 0,-3-5 0 16,-2 5 0-16,-1-5 0 0,-3 0 0 0,0 3 0 15,-6 0 0-15,1-4 0 0,-1 1 0 0,-3-2 0 16,0 2-48-16,4 0-12 0,-1 0-4 0</inkml:trace>
</inkml:ink>
</file>

<file path=ppt/ink/ink9.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2-04-18T21:47:36.722"/>
    </inkml:context>
    <inkml:brush xml:id="br0">
      <inkml:brushProperty name="width" value="0.05292" units="cm"/>
      <inkml:brushProperty name="height" value="0.05292" units="cm"/>
      <inkml:brushProperty name="color" value="#FF0000"/>
    </inkml:brush>
  </inkml:definitions>
  <inkml:trace contextRef="#ctx0" brushRef="#br0">20476 3863 1994 0,'0'-5'41'0,"0"2"11"16,3-5-42-16,-3 3-10 0,2 0 0 0,1-1 0 16,-3 1 80-16,3 0 15 0,0 2 2 0,-3 3 1 0,0 0-41 15,0 0-8-15,3-5-1 0,-3 5-1 0,0 0-25 0,0 0-5 0,0 0-1 0,0 0 0 16,0 0-5-16,6 8-2 0,-3-3 0 0,0 3 0 16,0 0-9-16,0 5 0 0,0-5 0 0,0 0 0 15,3 5 0-15,-3-5 0 0,3 3 0 0,0-3 0 16,0 5 0-16,3-5 0 0,-3 0 0 0,3 0 0 15,0 2-23-15,0-7 3 0,3 2 1 0,-4-5 0 16,4 3 3-16,0-3 0 16,0 0 0-16,0-3 0 0,0 3 16 0,3-8 0 15,-3 3-8-15,0-3 8 0,0 3 0 0,-3-3 0 0,-1-3 0 0,-2 3 0 16,0-2 34-16,0-1 1 0,-3 3 0 0,0-8 0 16,-3 6 17-16,0-1 4 0,-3-7 1 0,0 7 0 15,-3 3-13-15,3-5-2 0,-3 5-1 0,1 0 0 16,-1 3-19-16,0 0-4 0,-3-1-1 0,3 4 0 15,0-1-9-15,0 3-8 0,0 3 9 0,0-1-9 16,0 4 0-16,3-1 0 0,0 8 0 0,-3-5 0 16,3 5 0-16,3 3 0 0,-3-3 0 0,3 11 0 15,-3-8 0-15,3 3 0 0,0-1-8 0,0 1 8 16,-3-1 0-16,3 1 0 0,0-1 0 0,0 1 0 16,-3-3 0-16,0 2 0 0,3 1 0 0,-3-4 0 15,-3 7-11-15,3-4 2 0,0 1 0 0,0 2 0 0,-3 0-2 16,0 3 0-16,3-6 0 0,-3 4 0 0,-2-4 11 0,2 1-10 15,-3-4 10-15,-3 4-10 16,3-6 10-16,-3 3 0 0,0-5 0 0,-3-1-8 0,3 1 8 16,0-3 0-16,-3 0 0 0,4-3 0 0,-4 0 0 0,3 1 0 15,0-4 0-15,0 1 0 0,0-3 0 0,3 0 0 0,3 0 0 0,0-3 8 16,6 3-24-16,-3-5-4 0,0 0 0 16,6-3-1-1,3-3-70-15,3 1-13 0,6-4-4 0,0 4 0 0,3-4-33 0,3 1-7 0,2 0-2 0,4-5 0 31,-3 7 17-31,0-5 3 0,0 3 1 0,-4 0 0 0,4 2 93 0,-3 0 18 0,-3 1 4 0,3-1 1 16,-6 3 100-16,-3 3 20 0,-1 0 4 0,-2-1 1 16,-3 4 22-16,0 2 5 0,-3-8 1 0,-3 8 0 15,0 0-35-15,0 0-6 0,0 0-2 0,0 0 0 16,0 0-37-16,0 10-7 0,0-2-1 0,-3 3-1 16,3-3-27-16,-3 8-4 0,3-8-2 0,-3 2 0 15,3 4-18-15,-3-4 10 0,3 3-10 0,3 1 8 16,-3-1-8-16,6 0 0 0,-3-5 0 0,3 3 0 15,3-1 0-15,0-2 0 0,0 0 0 0,3-5 0 16,0 2 0-16,3-2 12 0,-3-1-12 0,3 1 12 16,-4-3-4-16,4 0-8 0,-3 0 12 0,0-3-4 15,0 1 9-15,-3-1 2 0,3-2 0 0,-3 2 0 16,-3-5 9-16,0-3 3 0,-3 4 0 0,0-1 0 16,0-3-4-16,-3 0-1 0,3-2 0 0,-3 3 0 15,-3-1-14-15,0 0-2 0,0 1-1 0,-3-1 0 0,0 3-9 16,0 0 0-16,0-2 9 0,-3 2-9 15,0 3 0-15,-3-1-20 0,-3 1 4 0,0 2 1 16,-3 3-98-16,1 0-20 0,-4 3-4 0</inkml:trace>
  <inkml:trace contextRef="#ctx0" brushRef="#br0" timeOffset="1078.259">20606 9044 1796 0,'0'-13'37'0,"-2"8"10"0,2-1-38 0,0 6-9 0,0-5 0 0,-3 0 0 16,3 5 102-16,0 0 18 0,0-6 4 0,0 6 1 16,0 0-48-16,0 0-9 0,0 0-3 0,0 0 0 15,0 0-35-15,0 0-7 0,-3 8-2 0,0 0 0 16,0 3-21-16,3 2 8 0,-3 0-8 0,3 6 0 16,0-1 0-16,0 1 0 0,3 2 0 0,-3 0 0 15,3 0-25-15,3 0-3 0,-3-2-1 0,5 0 0 16,-2-4-50-16,3-1-9 0,3-1-3 0,0-3 0 15,0 1 29-15,3-6 6 0,0 1 0 0,0-1 1 16,0-2 43-16,-1-3 12 0,1 0 0 0,0-3 0 16,0 0 29-16,0 1 14 0,-3-4 2 0,0-2 1 15,0 3 33-15,-3-3 6 0,-3 0 2 0,0-2 0 0,-3-1 0 0,2-2 0 0,-2 0 0 16,-3-1 0-16,3-2-21 0,-3 3-4 16,3-3-1-16,-6 3 0 0,3-3-18 0,-3 3-4 0,0 2-1 15,1 1 0-15,-1 2-13 0,0 0-2 0,0 0-1 0,0 3 0 16,3-1-10-16,0 6-3 0,0 0 0 0,0 0 0 15,0 0-9-15,0 0 0 0,-3 11 0 16,0 0 0-16,3 5 0 0,0-1 0 0,-3 1 0 0,3 5 0 16,-3-2 0-1,3-1 0-15,0 1 0 0,-3 0 0 0,0-1 0 0,3 1 0 0,-3-1 0 0,-3 1 0 16,3-4-14-16,-3 1 2 0,0 3 0 0,0-3 0 16,-3 2-4-16,3 1-1 0,-3 2 0 0,0 0 0 15,0-2-7-15,-3 2-2 16,3 0 0-16,-2-2 0 0,-1-1 26 0,0-2 0 0,-3 0 0 0,3-3 0 15,0-2 0-15,0-1 0 0,0-2 0 0,0-3 0 16,3 1 11-16,0-1 7 0,-2-2 2 0,2-1 0 16,0-2-20-16,0 0 0 0,0 0 0 0,0-2 0 15,0-1 0-15,3 0 0 0,-3-2 0 0,3 0 0 16,-3-1 0-16,3 1 0 0,3 0 0 0,-3 0 0 16,3-3-34-16,3 0-7 0,-3 2-2 0,6 1 0 15,0-3-169-15,3 3-33 0</inkml:trace>
  <inkml:trace contextRef="#ctx0" brushRef="#br0" timeOffset="1357.161">20999 9465 2033 0,'0'0'85'0,"0"0"-68"16,0 0 127-16,0 0 24 0,0 0 6 0,0 0 1 15,0 0-66-15,0 0-13 0,0 0-2 0,0 0-1 16,0 0-41-1,0 0-8-15,0 0-1 0,0 0-1 0,0 0-18 0,0 5-4 0,-3 3-1 0,3 0 0 16,-3 2-10-16,3 1-1 0,0 2-8 0,-3 1 12 16,3-1-3-16,0 5-1 0,-2-2 0 0,2 0 0 15,-3 0-8-15,0 0 10 0,3 0-10 0,-3 0 10 16,0-1-10-16,3 4 0 0,-3-3 0 0,0 2 0 16,0-2 0-16,0 0 0 0,0 3 0 0,0-1 0 15,3 3-8-15,-3-2-4 0,0-1-1 0,0 4 0 16,3-4-98-16,-3 1-19 0,3 2-4 15</inkml:trace>
  <inkml:trace contextRef="#ctx0" brushRef="#br0" timeOffset="2688.49">20690 14566 2017 0,'0'0'42'0,"0"0"10"0,0 0-42 0,0 0-10 0,0 0 0 0,0 0 0 15,0 0 97-15,0 0 18 0,0 0 3 0,0 0 1 16,0 0-46-16,0 0-9 0,0 0-1 0,-3 6-1 0,3-6-30 0,0 5-7 0,0 0-1 0,0 0 0 16,0 3-24-16,0-2 0 0,0-1 0 0,3 3 0 15,-3-3 16-15,6 3-1 0,-6 0-1 16,3 3 0-16,0-3-14 0,0 2 0 16,0-2 0-16,3 3 0 0,-3-1-16 15,0-2 4-15,3 3 1 0,0-1 0 16,-1 1-42-16,1 0-9 0,0-4-2 0,3 1 0 15,0 0 21-15,0 0 4 0,0-2 1 0,0-4 0 16,3 1 10-16,0-1 1 0,0-2 1 0,0-2 0 0,0-1 26 16,-1-2 0-16,1 0 0 0,0-3 0 0,0 0 0 0,0 0 0 0,-3 0 0 0,0-3 0 15,0 3 44-15,-3 0 15 0,0 0 2 16,-3 1 1-16,0-4 2 0,0 3 1 0,0 0 0 0,-3 3 0 16,-3-3-7-16,3 3-2 0,-3-1 0 0,0 1 0 15,3 5-37-15,-3-5-8 0,-3-1-2 0,3 4 0 16,3 2 44-16,0 0 9 0,-6 0 2 0,6 0 0 15,-6 0-52-15,6 0-12 0,-6 2 0 0,0 1 0 16,6-3 0-16,-6 8 0 0,3-3 0 0,0 3 0 16,0 0 0-16,3 0 0 0,0 3 0 0,0-1 0 15,0 1 0-15,0-1 0 0,0 4 0 0,0 2 0 16,0-3 0-16,3 3 0 0,0-1 0 0,-3 4 0 16,3-3 0-16,-3 0 0 0,0 0 0 0,0 0 0 15,-3-1 0-15,3-1 0 0,-3-1 0 0,0 0 0 16,0-2-48-16,0 2-13 15,-3-3-3-15,0 1 0 0,0-3 52 0,-3 3 12 0,3-3 0 0,-2-1 0 16,-4 1 0-16,3 0 0 0,-3 0 0 0,0 0 0 16,-3-2 0-16,3-1 0 0,0 0 0 0,0 0 0 15,0-2 0-15,3 2 0 0,-2-2 0 0,-1 0 0 16,3-1-54-16,0-2-8 0,0 0-2 0,0 0 0 16,3 0-58-16,6 0-12 0,-6-2-2 0</inkml:trace>
  <inkml:trace contextRef="#ctx0" brushRef="#br0" timeOffset="3168.203">20940 15019 1862 0,'0'0'39'0,"-3"2"8"0,3-2-38 0,0 0-9 0,0 0 0 0,0 0 0 15,0 0 94-15,0 0 17 0,0 0 3 0,0 0 1 16,0 0-31-16,3-5-5 0,0 0-2 0,3 2 0 16,-3 0-22-16,3 1-5 0,0-1-1 0,0 1 0 15,3-1-35-15,-3 3-14 0,-1-3 11 0,4 3-11 16,-3-2 44-16,3 2 2 0,0 0 1 0,-3 0 0 16,3 0-24-16,-3 0-5 0,3 0-1 0,-3 0 0 15,3 2-17-15,-3-2-11 0,0 3 2 0,-6-3 0 16,3 3 9-16,3-1 12 0,-6-2-2 0,6 5-1 15,-6-5-9-15,3 8 0 0,0-2 0 0,-3 2 0 16,0 0-49-16,-3 0-12 0,0-1-3 0,-3 1 0 16,3 3 0-16,-3-3 0 0,-3 2 0 0,3 1 0 15,-3 2 52-15,0-2 12 0,0 2 0 0,3 0 0 16,0-2-54-16,-3 2-8 0,3 0-2 0,0 1 0 0,0-4 83 16,3 1 16-16,0-1 3 0,0-2 1 0,3 0-16 15,0 0-3-15,0 0-1 0,0-3 0 0,3 1-11 16,0-1-8-16,0 0 12 0,0-2-12 0,3 0 58 15,0-1 5-15,3-2 1 0,0 3 0 0,0 0-52 16,0-1-12-16,3-2 0 0,-3 0 0 0,3 0 0 16,0 0 0-16,3 0 0 0,-4 0 0 0,1 0 32 0,3 0 4 0,-3-2 1 15,3-1 0-15,-3 0-46 0,3 1-10 0,-3-1-1 0</inkml:trace>
  <inkml:trace contextRef="#ctx0" brushRef="#br0" timeOffset="11133.371">12198 3117 1824 0,'0'0'76'0,"0"-5"-60"15,0 5 69-15,3-3 15 0,-3 3 2 0,0 0 1 16,0-8-27-16,0 8-6 0,0 0-1 0,0 0 0 16,0 0-39-16,0 0-8 0,0 0-2 0,0 0 0 15,0 8-20-15,3-5 0 0,-3 5 0 0,3 2 0 16,-1-2 0-16,1 3 0 0,0 2 0 0,3-5 0 16,0 5 0-16,3-5 0 0,0 3 0 0,0-1 0 31,3-2-52-31,0 0-11 0,3-3-2 0,3 3-1 15,-3 0-6-15,2-5-2 0,1 2 0 0,0-5 0 16,0 3 18-16,0-3 4 0,-3 0 1 0,0-3 0 0,0 3 41 0,-4-5 10 16,-2 2 0-16,-3-7 0 0,0 4 40 0,-3 1 11 0,0-3 1 0,0 0 1 15,-3 0 18-15,0 0 3 0,-3-2 1 0,0 2 0 16,0 0-9-16,0 0-2 0,0 0 0 0,0 3 0 16,-3-3-16-16,3 0-3 0,0 3-1 0,0 2 0 15,0-5-19-15,3 8-4 0,0 0-1 0,0 0 0 16,0 0-20-16,0 0 0 0,0 0 0 0,0 0 0 15,0 0 0-15,0 0 0 0,0 0 0 0,0 8 0 16,0-3 0-16,0 3 0 0,3 0 0 0,-3 3 0 16,0-1 0-16,0 1 0 0,0 2 0 0,0 0 0 15,0 3 0-15,0-5 0 0,-3 2 0 0,3 3 0 16,-3 2 0-16,-2 1 0 0,2 2 0 0,-3-2 0 16,0 4 0-16,-3-1 0 0,3 1 0 0,-3-1 0 15,0-4 0-15,0 3 0 0,0-2 0 0,-6-1 0 16,3-4 0-16,0 1 0 0,-3-1 0 0,1-6 0 15,2 5 0-15,0-5 0 0,0 0 0 0,3-6 0 16,0 1-150-16,3 0-34 0,0-3-8 0</inkml:trace>
  <inkml:trace contextRef="#ctx0" brushRef="#br0" timeOffset="11472.176">12629 3270 1820 0,'0'0'76'0,"0"0"-60"15,0 0 128-15,-6 3 25 0,6-3 6 0,-6 3 1 16,0 2-90-16,3 0-18 0,-3 3-3 0,3 0-1 16,0 0-38-16,0 5-8 0,3-2-2 0,-3 0 0 15,3 4-16-15,0-1 0 0,0 2 0 0,0-1 0 16,3-1 0-16,3 2 0 0,-3-6 0 0,3 3 0 16,3 1 0-16,-3-4 0 0,3 1 0 0,3-3 0 15,0 0 0-15,0-3 0 0,0-2 0 0,0-1 0 16,0-2 0-16,0 0 0 0,-1 0 0 0,1 0 0 15,0-2 0-15,0-1 0 0,-3 0 0 0,3 1 0 16,-3-6 0-16,-3 0 0 0,3 0 0 0,-3 0 0 16,-3-3 58-16,3 3 5 0,-3-5 1 0,0 3 0 15,0-4 0-15,-3 1 0 0,0 2 0 0,-3-4 0 16,0 1-52-16,0-2-12 0,-3 3 0 0,0 5 0 16,-3-5 0-16,0 2 0 0,0 1 0 0,-3 7 0 15,0-5 0-15,-6 3 0 0,3 2 0 0,-2 3 0 16,-4 0-48-16,3 3-13 0,-3 2-3 0</inkml:trace>
  <inkml:trace contextRef="#ctx0" brushRef="#br0" timeOffset="12326.617">12421 4773 2116 0,'0'0'89'15,"0"0"-71"1,0 0 78-16,0 0 15 0,-3-2 3 0,3 2 1 0,-6 0-41 16,6 0-8-16,0 0-2 0,-6 0 0 0,3 0 0 0,-3 2 0 15,0 1 0-15,3 2 0 16,-3 3-51-16,3-2-13 0,-3 1 0 0,3 4 0 0,0-3 0 0,0 8 0 0,0-8 0 0,0 2 0 31,3 4-48-31,0 2-13 0,0-3-3 0,3 0 0 0,0 0 52 0,0 3 12 0,0-3 0 0,3 1 0 31,0-1-54-31,0-3-8 0,3 1-2 0,-3-3 0 0,0 0 52 16,3-3 12-16,-3-2 0 0,3-1 0 16,0-2-54-16,-3 0-8 0,3 0-2 0,-4-2 0 0,1-4 103 0,0 1 20 0,0 0 4 0,-3-3 1 15,0 0 0-15,0 0 0 16,0 0 0-16,0-2 0 0,0 2-52 0,-3-3-12 0,3 3 0 0,0-3 0 16,-3 1 54-16,0 2 8 0,3 3 2 0,-3-3 0 15,0 0-52-15,3 3-12 0,0-1 0 0,-3 1 0 16,0 5 0-16,0 0 0 0,0 0 0 0,0 0 0 15,0 0 0-15,0 0 0 0,0 0 0 0,0 0 0 16,0 0 0-16,3 3 0 0,0 2 0 0,0 0 0 16,0 3 0-16,0 0 0 0,0 0 0 0,3 0 0 15,-3 2 0-15,3 1 0 0,0-6 0 0,-3 6 0 16,3-3 0-16,0 5 0 0,0-8 0 0,3 3 0 16,-3-2 0-16,-1-1 0 0,4 0 0 0,-3 3 0 15,3-8 0-15,0 0 0 0,-3 0 0 0,3 0 0 16,0 0 0-16,0-5 0 0,-3 0 0 0,3-1 0 15,0-2 0-15,-3 0 0 0,3 3 0 0,-3-5 0 16,3-1 54-16,-4 0 8 0,1 6 2 0,0-8 0 16,0 2-52-16,-3 1-12 0,3-4 0 0,0 4 0 0,-3 2 27 0,3-5 2 15,-3-1 1-15,0 4 0 16,0-6-48-16,3 5-10 0,-3-4-1 0,0 1-1 0,0 4 30 16,0-6 0-16,0 5 0 0,0 1 0 15,0-6-108-15,0 5-16 0,0 1-4 0</inkml:trace>
  <inkml:trace contextRef="#ctx0" brushRef="#br0" timeOffset="13783.491">15177 2987 1824 0,'-3'-16'38'0,"0"14"8"16,3 2-37-16,0-5-9 0,0-1 0 0,0 6 0 15,0 0 108-15,0 0 20 0,0 0 4 0,0 0 1 16,0 0-77-16,-6 3-15 0,0 5-3 0,0 2-1 16,0 1-27-16,3 5-10 0,-3 0 0 0,1 5 9 0,-1-5-9 0,3 5 0 0,0-8 0 0,0 6 0 15,0-3 0-15,0 2 0 0,3-2 0 0,0-3 0 16,0 3 0-16,3-8 0 0,0 5-10 16,0-2 10-16,3-3-24 0,2 0 0 0,-2 2 1 15,3-7 0-15,-3 2 7 16,3 3 2-16,0-8 0 0,0 3 0 0,0-3 14 15,0-3-9-15,0 3 9 0,0-8-8 0,-3 3 8 16,0 2 0-16,0-5 0 0,0 0 0 16,0 3 52-16,0-3 10 0,-3 0 2 0,0-5 0 0,-1 5 0 0,1-5 0 0,-3 2 0 0,3-2 0 15,-3 5-36-15,0-8-6 0,0 6-2 0,-3 2 0 16,3-3 20-16,0 3 3 0,0 3 1 0,-3-3 0 16,3 8-54-16,0 0-10 0,0 0-3 0,0 0 0 15,0 0 23-15,0 0-9 0,0 8 9 0,0-3 0 16,3 3-10-16,-3 3 10 0,3 2-8 0,0 0 8 15,0 3-32-15,0-5-2 0,3 2 0 16,0 0 0-16,0 0 34 0,3-2 0 0,-3 2 0 0,3-2 0 16,0-1-58-16,-3-2-5 0,3-5-1 0,0 5 0 15,-3-6 52-15,0 1 12 0,3-3 0 0,-3 3 0 16,0-3 0-16,-1-3 0 0,-2 0 0 0,3 1 0 16,-3-1 48-16,0 3 13 0,0-8 3 0,-3 3 0 15,0 2 0-15,0-5 0 0,0 0 0 0,0 3 0 16,-3-3-52-16,3 0-12 0,0-2 0 0,-3-1 0 15,3 3 0-15,0-5 0 0,0 5 0 0,0-8 0 16,3 6 0-16,0-1 0 0,0-5 0 0,0 5 0 16,0 1 0-16,3-3 0 0,0 2 0 0,0 6 0 15,0-3-159-15,3 8-34 0,0-5-7 0</inkml:trace>
  <inkml:trace contextRef="#ctx0" brushRef="#br0" timeOffset="14036.637">15600 3302 1804 0,'0'0'37'0,"6"-5"10"0,0 2-38 0,0 3-9 0,0-5 0 0,0 2 0 16,3 3 100-16,-4-5 19 0,4 0 3 0,0-1 1 16,0 4-45-16,3-1-9 0,-3 3-1 0,3-5-1 15,0 2-21-15,0-2-4 0,-3 2-1 0,3-2 0 16,0 2-13-16,-1-2-4 0,4 2 0 0,0 1 0 15,0-1-14-15,0 3-10 0,0-5 12 0,3 5-12 16,-3-3 9-16,3 3-9 0,-1 0 0 0,1 0 9 16,-3 0-9-16,0 0 0 0,0 0 0 0,-3 0 0 15,0 0 0-15,0 0 0 0,-3 0 0 0</inkml:trace>
  <inkml:trace contextRef="#ctx0" brushRef="#br0" timeOffset="14295.044">15862 3104 1758 0,'-12'-13'36'0,"6"10"10"0,6 3-37 16,-3-5-9-16,0 2 0 0,3 3 0 0,0 0 118 0,0 0 22 0,0 0 4 0,0 0 0 16,0 0-64-16,0 0-12 0,0 0-4 0,0 0 0 15,0 0-51-15,0 8-13 0,3-3 0 0,-3 3 0 16,3 3 0-1,0-3 0-15,0 2 0 0,-3 1 0 16,3 2 0-16,0-2 0 0,0 2 0 0,-3 0 0 0,3 0 0 0,-3 3 0 0,3-5 0 0,-3 7 0 16,0-2 0-16,3 0 0 0,-3 0 0 0,-3 5 0 31,6-2-84-31,-3-1-20 0,0-2-4 0</inkml:trace>
  <inkml:trace contextRef="#ctx0" brushRef="#br0" timeOffset="14749.22">15945 3009 1824 0,'-18'-14'38'0,"0"4"8"16,1 2-37-16,-4 0-9 0,3 0 0 0,0 5 0 15,0 3 55-15,0 3 9 0,3 0 1 0,-2 4 1 16,2 1-26-16,0 3-6 0,-3 0-1 0,3 4 0 15,3-1-3-15,0 7-1 0,0-8 0 0,3 11 0 16,3-8-29-16,0 5 0 0,3 0 0 0,1-5 0 16,-1 5 0-16,6-5 0 0,-3 5 0 0,2-2 0 15,4 2 0-15,0 0 0 0,0 3 0 0,3 2 0 16,-3-2-9-16,3 0-8 0,3 2-2 0,-3 4 0 16,3-9 8-16,0 0 2 0,0 3 0 0,0-8 0 0,3-1-3 0,-4-1-1 15,4-1 0-15,3-3 0 0,-3-2 1 0,0-2 0 0,3-6 0 16,-3 0 0-16,3 0 0 0,-1-6 1 15,1 4 0-15,0-4 0 16,0-4 41-16,-3 2 8 0,0-3 2 0,0 1 0 0,-3-6 16 0,-1 3 4 16,1-9 1-16,-3 7 0 0,0-12 6 0,0 6 1 0,0-3 0 15,-3 0 0-15,-3-2-20 0,3 2-4 0,-3 0-1 0,0 0 0 16,-3 3-23-16,0-5-5 0,0 2-1 0,0 0 0 16,-3 3-4-16,-3-5-1 0,3-1 0 0,-3 6 0 15,-3-6 10-15,0 9 1 0,0-3 1 0,-3 2 0 16,0 9-21-16,-2-6 0 0,-1 3 0 0,0 5 0 31,0 2-47-31,-3 6-13 0,0 0-4 0</inkml:trace>
  <inkml:trace contextRef="#ctx0" brushRef="#br0" timeOffset="15703.835">16350 2905 1831 0,'-3'-2'38'0,"3"2"9"0,-3-6-38 15,3 6-9-15,-3-2 0 0,3 2 0 0,-3-8 100 0,3 8 19 0,0 0 3 0,0 0 1 16,0 0-51-16,0 0-9 0,0 0-3 0,0 0 0 15,0 0-40-15,0 0-9 0,0 8-2 0,0 0 0 16,0 0-9 0,3 2 0-16,0 1 0 0,0 5 0 0,0-3 0 0,6 3 0 0,-3-3 12 0,3 3-4 15,0 0-8-15,0-3-12 0,3 3 2 0,-4-8 1 32,4 5-17-32,3-5-3 0,-3 0-1 0,0-3 0 0,0-2 12 0,0-1 2 0,0 1 1 0,-3-3 0 15,0-3 15-15,-3 3 0 0,3-5 0 0,-7 3 0 16,4-1-16-16,-3-5-1 0,0 0 0 0,0 0 0 15,0 3 65-15,-3-8 12 0,3 2 4 16,-3 0 0-16,0 1 0 0,0 2 0 0,0-8 0 16,-3 5 0-16,3 1-52 0,0-6-12 0,-3 5 0 0,3 1 0 15,0 2 54-15,-3 3 8 0,3-3 2 16,0 0 0-16,0 2-52 0,0 6-12 0,0 0 0 0,0 0 0 16,0 0-12-16,0 0-6 0,0 0-1 0,0 0 0 15,0 0 19-15,-3 6 0 0,0 2-8 0,0 2 8 16,0 9 0-16,1-6 0 0,-1 5 0 0,0 1 0 15,-3 5 13-15,0-3 7 0,3-3 0 0,-3 4 1 16,0-1-33-16,0 0-8 0,-3-2 0 0,3-1-1 16,-3 3 21-16,3-5-11 0,-3-3 11 0,0 6-8 15,0-3 8-15,0 2-8 0,-3-5 8 0,4 6-8 16,-1-3-4-16,-3 2-1 0,3-4 0 0,0 1 0 16,0 1-7-16,3-5-2 0,0 2 0 0,0 0 0 15,3-7-34-15,0-1-6 0,3-5-2 0</inkml:trace>
  <inkml:trace contextRef="#ctx0" brushRef="#br0" timeOffset="16061.419">16657 3170 1824 0,'0'-5'38'0,"0"2"8"0,-3-5-37 16,3 8-9-16,0 0 0 0,0 0 0 0,0 0 156 0,0 0 28 0,0 0 7 0,0 0 1 15,-6 0-103-15,0 0-20 0,3 8-4 0,0-5-1 16,-3 2-51-16,3 0-13 0,0 3 0 0,0 0 0 15,3 0 0-15,-3 0 0 0,3 0 0 0,-3 0 0 16,3 0 0-16,3 0 0 0,-3 2 0 0,3-2 0 16,0 0 0-16,0 0 0 0,3 0 0 0,-3 5 0 15,3-5 0-15,0-3 0 0,0 3 0 0,2 0 0 16,-2 0 0-16,3-5 0 0,-3 0 0 0,0-3 0 16,3 0-19-16,0 0-6 0,-3 0-2 0,3-3 0 15,-3 0 27-15,3 3 0 0,-3-8 9 0,3 3-9 16,-3-3 23-16,0 3-3 0,0-3 0 0,-3 5 0 15,3-5 7-15,-3-2 1 0,0 4 0 0,0 1 0 16,-3-3-2-16,0 0 0 0,0 0 0 0,0 0 0 16,-3 3-13-16,-3-3-2 0,0 3-1 0,0-3 0 15,0 3-10-15,0-1 8 0,-3 1-8 0,0 0 8 16,0 2-16-16,0 3-4 0,-3 0-1 0,0 0 0 16,-3 0-84-16,0 0-17 0,1 3-3 0</inkml:trace>
  <inkml:trace contextRef="#ctx0" brushRef="#br0" timeOffset="21767.089">12739 8253 1682 0,'0'-16'35'0,"0"11"9"16,0 2-36-16,0-2-8 0,0 2 0 0,0-2 0 15,0 0 130-15,0 5 24 0,0-3 5 0,0 3 1 16,3-5-73-16,-3 5-15 0,0 0-2 0,0 0-1 16,0 0 1-16,0 0 0 0,0 0 0 0,0 0 0 15,0 0-40-15,0 0-8 0,0 0-2 0,0 0 0 16,0 0-20-16,3 8 9 0,0-3-9 0,0 5 0 16,0 1-16-16,0 0-11 0,0 4-1 0,0-1-1 15,3-1 29-15,0 3 0 0,3-3 0 0,0 0 0 0,0 0 0 16,3-2 0-16,3 0 0 0,0-1 0 15,-1-2-60-15,1-3-7 0,0 1-1 0,3-1 0 16,-3-5 7-16,0 3 1 16,0-6 0-16,0 3 0 0,-1-3 48 0,-2 1 12 0,3-4 0 0,-3 1 0 0,-3 0 0 0,0 0 0 15,0-1 0-15,-3-2 0 0,-3 0 48 0,0 3 13 16,0-3 3-16,0 0 0 0,-6 3 0 0,3-3 0 16,0 0 0-16,-3 0 0 0,0 0 0 0,0 0 0 0,-3 0 0 0,3 0 0 15,0 3-52-15,-3 0-12 0,3 0 0 0,0 2 0 16,3 3 54-16,0 0 8 0,0 0 2 0,0 0 0 15,0 0-52-15,0 0-12 0,0 0 0 0,0 0 0 16,0 5-48-16,-3 3-13 0,3 0-3 16,0 3 0-16,3 2 52 0,-3 0 12 0,3 3 0 0,-3-3 0 15,0 3 0-15,3 0 0 0,-3-3 0 0,3 3 0 16,-3-3 22-16,0 1 7 0,-3-4 2 0,3 3 0 16,-3-2-50-16,0 2-9 0,-3 0-3 15,0-2 0-15,0 2 31 0,0-2 0 0,-3-1 0 0,0 4 0 16,0-4 15-16,1 3 9 0,-4 1 1 0,3-4 1 31,0 3-42-31,0-2-8 0,0 0-1 0,0-1-1 0,0-2-2 16,0 0 0-16,3-3 0 0,-3 1 0 0,3-4-104 0,6-2-22 0,0 0-4 0</inkml:trace>
  <inkml:trace contextRef="#ctx0" brushRef="#br0" timeOffset="22031.931">13257 8409 1584 0,'3'-3'67'15,"3"1"-54"-15,-6 2 172 0,3-3 35 0,-3 3 6 0,0 0 2 16,0 0-88-16,0 0-18 0,0 0-3 0,0 0-1 16,0 0-51-16,0 0-11 0,0 0-1 0,0 0-1 15,3 3-22-15,0 2-4 0,0-2 0 0,0 2-1 16,-3 3-7-16,0-3 0 0,3 3-1 0,-3 3 0 16,0-3-9-16,0 2-2 0,0-2 0 0,0 3 0 15,-3-1-8-15,3 1 0 0,0-1 0 0,0 1 0 16,0 2 0-16,-3-2 8 0,3 2-8 15,0 0 0-15,0 1 0 0,-3-1 0 16,3 3-9-16,0-3 9 0,-3 3-34 16,3 0 0-16,0 0 0 0,0-1 0 0,0 4-114 0,0-6-24 0,0 0-4 15</inkml:trace>
  <inkml:trace contextRef="#ctx0" brushRef="#br0" timeOffset="24201.086">11495 10026 2269 0,'0'0'64'0,"-3"-6"15"16,3 6-63-16,0-2-16 0,0 2 0 0,0 0 0 0,0 0 49 0,0 0 7 16,-3-6 2-16,3 6 0 0,0 0-23 0,0 0-5 0,-6 3-1 0,0 2 0 15,0 1-19 1,0 2-10-16,3 0 10 0,-3 0-10 16,3 2-16-16,-3 1-10 0,3 2-2 0,1-3 0 0,2 1 41 0,-3 2 8 0,3 1 2 0,0-1 0 15,0 0-39-15,0-2-7 0,3-1-1 0,-1 1-1 31,1-1-30-31,3-2-5 0,0 0-2 0,3 0 0 0,-3 0 30 0,3-5 5 0,3-1 2 0,-3 1 0 16,3-3 3-16,0-3 1 0,-3 3 0 16,3-5 0-16,0 0 21 0,-3-1 13 15,2 1-1-15,1-3-1 0,-3 3 26 0,3-3 6 0,-3 0 1 16,0 0 0-16,-3 0 7 0,0 0 1 0,0-2 1 0,-3 2 0 16,0 0-3-16,0 0-1 0,0 0 0 0,-3 3 0 15,0-3-25-15,0 2-6 0,0 1-1 0,0 5 0 16,0 0 14-16,0 0 2 0,0 0 1 0,0 0 0 15,0 0-22-15,0 0-4 0,0 0 0 0,0 0-8 16,-6 3 0-16,0 5 0 0,3-3 0 0,3 3 0 16,0 0-20-16,0 2 1 0,3-2 1 0,0 3 0 15,0 0-17-15,3-1-3 0,0-2-1 0,0 0 0 16,3 3-4-16,-3-3-1 0,3-3 0 0,-1 3 0 16,1-3 13-16,-3 0 3 0,3-2 0 0,0-3 0 15,0 3 28-15,0-6 0 0,0 3 0 0,0-3 0 16,0 1 16-16,0-4 10 0,0 1 2 0,0 0 0 15,0 0 28-15,-3-1 7 0,-1-2 1 0,1 3 0 16,0-3-52-16,0 0-12 0,0 0 0 0,-3 0 0 0,3-2 28 16,-3 2 2-16,-3-3 1 0,3 1 0 0,0-1-20 15,0 0-11-15,-3 1 12 0,0-1-12 0,0 1 0 0,3-1 0 16,-3-2 0-16,0 5 0 16,0-3-18-16,0 1-10 0,0 2-3 0,0-3 0 15,0 3-163-15,3 0-33 0</inkml:trace>
  <inkml:trace contextRef="#ctx0" brushRef="#br0" timeOffset="25297.762">12135 9880 1956 0,'-3'-5'40'0,"0"0"11"15,3-1-41-15,-3 4-10 0,3-4 0 0,0 6 0 16,0-2 106-16,0 2 19 0,-3-6 4 0,3 6 1 16,0 0-46-16,0 0-8 0,0 0-3 0,0 0 0 0,0 0-33 0,0 0-6 0,0 0-2 0,0 0 0 15,0 0-32-15,0 8-16 0,0 0 2 16,0 3 0-16,0 2 14 16,0 0 0-16,0 6 0 0,0-3 0 0,3 0 12 0,0-1 6 15,-3 1 1-15,3 0 0 0,3-3-31 0,-3 1-5 16,3-1-2-16,3-2 0 15,-3-1-53-15,6-2-10 0,-3 0-2 0,3 0-1 16,0-3 14-16,2 0 3 0,-2 1 1 0,3-6 0 16,0 2 43-16,0-4 8 0,3 2 1 0,-3-3 1 0,0-2 14 0,-1 2 12 0,-2-2-3 15,0 0 0-15,0-1 16 0,-3-2 3 0,0 0 1 16,0 1 0-16,-6-1 23 0,3-3 4 0,-3 0 0 0,-3 1 1 16,0-1 3-16,0 1 0 0,-3-4 0 0,0 1 0 15,0 0-13-15,0 0-3 0,-3-1 0 0,0 1 0 16,3 3-11-16,-3-1-2 0,0 3-1 0,0 0 0 15,0 3-30-15,3 0 8 0,-3-1-8 16,6 6 0-16,0 0 24 0,0 0 1 0,0 0 1 0,0 0 0 16,-3 6-26-16,3 2 0 0,-3 0 0 0,3 5 0 15,0 0-16-15,0 3-8 0,3 2-1 0,-3 1-1 16,0-1 41-16,3 1 8 0,-3-3 1 0,0 5 1 16,0-5-25-16,-3 0 0 0,0 0 0 0,-3-1 0 15,3 1 0-15,-5 0-9 0,2-3 9 0,-3 3-13 16,-3 0-3-16,3 0-1 0,-3 0 0 0,0 2 0 15,-3-2 17-15,3 3 0 0,-3-1 0 0,0 1 0 16,4-3 0-16,-1 0 0 0,3 0 0 0,-3-6 0 16,3 3 0-16,0-2 0 0,3-3 0 0,0 0 0 15,0-3-80-15,6-5-13 0,0 0-3 0,0 0 0 16,0 0-141-16,3-5-29 0,0-3-6 0</inkml:trace>
  <inkml:trace contextRef="#ctx0" brushRef="#br0" timeOffset="28121.345">12659 10171 1552 0,'0'0'44'0,"0"0"10"16,-6 0-43-16,-3 0-11 0,6 0 0 0,3 0 0 15,-6 0 53-15,0 0 9 0,6 0 2 0,-6 0 0 16,0 3 51-16,0-3 10 0,0 3 3 0,0-1 0 16,0-2-73-16,1 3-15 0,-1 2-2 0,0-2-1 15,0 2-8-15,0 0-1 0,0 1-1 0,0 2 0 16,-3-1 29-16,3 4 7 0,0-3 1 0,3 5 0 16,-3-2-52-16,3-1-12 0,-3 4 0 0,3 2 0 15,3-6 0-15,-3 3 0 0,3 3 0 0,0-3 0 16,0-2 0-16,3 0 0 0,0-1 0 0,0 1 0 15,0-3 0-15,3 0 0 0,0-3 0 0,0 0 0 16,0 1 0-16,3-4 0 0,-3 1 0 0,3-1 0 16,0-2 0-16,0 0 0 0,2-5 0 0,-2 3 0 0,0-4 0 0,0 1 0 15,0-3 0-15,-3 0 0 0,3 0 0 16,-3-2 0-16,0-1 0 0,0 0 0 0,-3-2 54 0,-3 0 8 16,0 0 2-16,-3-1 0 0,0 1-52 0,0 0-12 15,-3 0 0-15,0 0 0 0,-3 2 0 0,3 0 0 0,-3 1 0 16,0 2 0-16,0 0 8 15,0 0 0-15,3 3-8 0,1-1 12 16,-1 1-66-16,0 0-14 0,0 0-2 0</inkml:trace>
  <inkml:trace contextRef="#ctx0" brushRef="#br0" timeOffset="30108.026">16936 9272 1792 0,'0'0'51'0,"0"0"10"16,-6-6-49-16,6 6-12 0,-6 0 0 0,0-2 0 16,1-1 83-16,-1 3 13 0,3-3 4 0,-3 3 0 15,0 3-38-15,0 0-7 0,0-1-2 0,0 4 0 16,3-4-16-16,-3 1-3 0,0 0-1 0,3 2 0 16,3-5-12-16,-6 5-2 0,3 0-1 0,0 1 0 15,3-1-18-15,0-5 0 0,0 8 8 0,0-3-8 16,3 0 0-16,-3-5 0 0,3 6 0 0,0-4 0 15,0 1 0-15,3 0 0 0,0-1 0 0,0-2 0 16,0 3 13-16,0-3-1 0,3-3 0 0,-3 3 0 16,0 0 4-16,0-2 1 0,-1-1 0 0,1 0 0 15,-3 1 8-15,0-1 2 0,0 0 0 0,-3 3 0 16,0 0 11-16,0 0 2 0,0-5 1 0,0 5 0 0,0-5-13 0,-3 0-2 0,0-1-1 0,0 4 0 16,3 2-4-16,-6-3-1 0,-2 3 0 0,2 0 0 15,0 0-8-15,0 0-1 0,0 3-1 0,-3-3 0 16,3 2-10-16,6-2 0 0,-6 3 0 0,0 0 8 15,6-3-8-15,-3 5 0 0,3-5 0 0,0 0 0 16,0 0 0-16,0 5 0 0,0-5 0 0,0 0 0 16,3 5 0-16,-3-5-11 0,3 6 11 0,-3-6-12 15,0 0 12-15,6 2 0 0,-6-2 0 0,0 0-8 16,0 0 8-16,0 0 0 0,3 0 0 0,-3 0 0 16,0 0 0-16,0 0 0 0,0 0 0 0,0 0 0 15,3-2-13-15,0-4-7 0,-3 1-2 0,0 0 0 16,0-3-103-1,-3 3-21-15,0-1-4 0</inkml:trace>
  <inkml:trace contextRef="#ctx0" brushRef="#br0" timeOffset="33194.908">15130 8004 2397 0,'0'-5'50'0,"0"0"11"0,0 5-49 0,0-6-12 0,0 6 0 0,0 0 0 15,0 0 87-15,0 0 14 0,0 0 3 0,0 0 1 16,-6 6-84-16,3 1-21 0,0 4 0 0,-3 0 0 16,3 5 0-16,-3-1 0 0,3 1 0 0,-3 3 0 15,3-1 0-15,0 4 0 0,3-4 0 0,0 6 0 16,0-3 0-16,3 3 0 0,0 0 0 0,3 2 0 15,0-5-47-15,0-2-13 0,3 2-4 0,-3-5 0 16,2 0 0-16,1-6 0 0,0 1 0 0,0-6 0 16,0 0 44-16,0-2 9 0,0-3 2 0,3-3 0 15,-3 1 9-15,0-3 12 0,0-1-2 0,-3-2-1 16,3-2-9-16,0-1 0 0,-3-2 0 0,2 0 0 16,-2 2 53-16,0-2 9 0,-3 0 2 0,0-1 0 15,0 4 0-15,-3-3 0 0,3 2 0 0,-3 0 0 16,0 1-39-16,0-1-7 0,0 3-2 0,0 0 0 0,0 3-7 0,0 0-1 15,0 5-8-15,0 0 12 16,0 0-12-16,0 0 0 0,0 0 0 0,0 0 0 0,0 0-13 16,0 5-9-16,0 3-2 0,0 0 0 15,3 3 24-15,0-1 0 0,0 3 0 0,3 1 0 0,0-1 0 16,0 0 0-16,0 0 0 0,3 0 0 0,-3-2 0 16,3 2 0-16,0-2 0 0,0-1 0 0,0-2 0 0,3-2 0 0,-4-1 0 0,4 0 0 15,-3-2 0-15,-3-3 0 0,3 0 0 0,-3-3 0 16,0 1 0-16,0-1 0 0,0-2 0 0,-3-1 0 15,0-2 47-15,0-2 13 0,0 2 4 0,-3-5 0 16,3 2-52-16,-3-2-12 0,0 0 0 16,0-3 0-16,0 0 0 0,0 3 0 0,0-3 0 0,0 3 0 15,0-3 0-15,0 2 0 0,3 4 0 0,0-1 0 16,0 1 0-16,0-3 0 0,0 2 0 0,0 0 0 16,3 3-177-16,3 0-39 15,-3-2-7-15</inkml:trace>
  <inkml:trace contextRef="#ctx0" brushRef="#br0" timeOffset="33695.758">15656 8081 2310 0,'0'0'48'0,"0"0"11"16,0 0-47-16,-6-5-12 0,6 5 0 0,0 0 0 15,0 0 104-15,-3-3 20 0,3 3 3 0,0 0 1 16,0 0-103-16,0 0-25 0,0 0 0 0,0 0 0 15,0 0 0-15,0 0 0 0,0 0 0 0,0 0 0 0,0 0 0 0,3 3 0 0,3-1 0 0,3 1 0 16,-3 0 0-16,3 2 0 0,3-3 0 0,0 1 0 31,0 0-46-31,0-3-14 0,0 0-4 0,3 2 0 16,-3-2 0-16,2 0 0 0,1-2 0 0,-3-1 0 0,3 0 51 0,0 1 13 0,0-3 0 0,-3-1 0 16,0 1 0-16,0 0 0 0,-6-1 0 0,2 4 0 15,-2-4 49-15,-3 1 12 0,0 0 3 0,-3 5 0 16,3-5 0-16,-6-1 0 0,3-2 0 0,-3 3 0 15,0 0 0-15,0-1 0 16,-3-2 0-16,1 3 0 0,2 3 0 0,-3-4 0 16,0 4 0-16,3-1 0 0,3 3-52 0,0 0-12 15,-6 0 0-15,6 0 0 0,-6 3 0 0,0-1-12 0,3 1 3 0,0 2 0 16,0 3 9-16,0 0 12 0,0 0-2 0,0 3-1 16,0-1-9-16,3 1 0 0,-3-1 0 0,0 4 0 15,0-1 0-15,0 0 0 0,0 0 0 0,0 3 0 16,0 0 0-16,0 3-17 0,3-1 4 0,-3 6 1 15,0-3 12-15,0 3 16 0,0 2-3 0,0 1-1 16,0-1-60-16,0-2-13 0,0 0-3 0,0-3 0 16,0 0 64-16,-3 0 0 0,3-2 0 0,-2-1 0 15,-1-2 0-15,0-2 0 0,0 1 0 0,0-1-12 16,3-4-29-16,-3-2-6 0,0 3-1 0,0-3 0 16,0-3-75-16,0 0-15 0,6-5-3 0</inkml:trace>
  <inkml:trace contextRef="#ctx0" brushRef="#br0" timeOffset="34030.662">15972 8316 2272 0,'0'0'48'0,"0"0"9"0,0 0-45 16,0 0-12-16,0 0 0 0,0 0 0 0,0 0 112 0,0 0 21 0,0 0 4 0,-6 6 1 16,3 2-59-16,0 0-12 0,0 2-3 0,0-2 0 15,0 3-51-15,0-1-13 0,0 1 0 0,3 2 0 16,-3-5 0-16,3 3 0 0,0-1 0 0,3 1 0 15,-3-3 0-15,3 0 0 0,0 0 0 0,0-1 0 16,3-1 0-16,0-1 0 0,0 0 0 0,0-2 0 16,0 0 0-16,3-1 0 0,0 1 0 0,-3 0 0 15,3-3 0-15,-1-3 0 0,1 3 0 0,-3-3 0 16,3 1 31-16,-3-4 3 0,0 4 1 0,0-4 0 16,-3 1-15-16,0 2-4 0,0-2 0 0,0-3 0 15,-3 3-4-15,0-3 0 0,0 0-1 0,-3 0 0 16,-3-2-11-16,3-1 12 0,-3 0-12 0,0-2 12 15,-3 3-12-15,-3-4 0 0,1 1 0 0,-1 0-11 16,-3 0-42 0,3 2-9-16,-3 0-2 0,0 4 0 15,0-1-102-15,0 0-21 0,0 2-4 0</inkml:trace>
  <inkml:trace contextRef="#ctx0" brushRef="#br0" timeOffset="34454.154">16490 8147 1337 0,'0'0'56'15,"0"0"-44"1,0 0 92-16,0 0 20 0,6 3 3 0,0-3 1 15,0 2 0-15,0-2 0 0,0 3 0 0,3-3 0 16,-1 0-52-16,1 0-9 0,0 0-3 0,0-3 0 16,3 3 0-16,0-2 0 0,0-1 0 0,3 0 0 15,0 3-51-15,0-2-13 0,2-4 0 0,1 4 0 16,0 2 11-16,3-3-1 0,-3 1 0 0,0-1 0 16,-3 3-38-16,3-5-7 0,-4 2-1 0,1 0-1 15,-3 1-154-15,0-4-30 0,-3 4-7 0</inkml:trace>
  <inkml:trace contextRef="#ctx0" brushRef="#br0" timeOffset="34720.284">16713 8007 1789 0,'-24'-3'37'0,"15"3"9"0,3-3-37 0,-3 3-9 0,4 0 0 0,5 0 0 15,-3 0 112-15,3 0 20 0,0 0 4 0,0 0 0 16,0 0-57-16,0 0-12 0,0 0-3 0,0 0 0 31,-6 3 0-31,6-3 0 0,0 8 0 0,-3-3 0 0,3 3-51 0,3 0-13 0,-3 0 0 0,3 0 0 16,0 3 0-16,0-3 0 0,-1 2 0 0,1 1 0 15,0-1 0-15,3 1 0 0,-3 0 0 0,0-1 0 16,3 3 0-16,0 1 0 0,-3-1 0 0,3 0 0 16,-3-2-28-16,3 5-8 15,-3-3-1-15,0 0-1 0,0-2-93 0,0-1-18 0,0 1-4 16</inkml:trace>
  <inkml:trace contextRef="#ctx0" brushRef="#br0" timeOffset="35151.162">16799 7904 1706 0,'-17'-11'72'16,"-1"6"-58"-1,3-1 65-15,-3 1 13 0,0 2 2 0,0 3 1 16,0 3-6-16,-2 0-1 0,2 2 0 0,0 6 0 16,3-1-56-16,-3 3-11 0,3 1-2 0,0 2-1 0,0 2 3 0,1 1 1 0,-1-1 0 0,3 3 0 15,0-2-22-15,0-1 0 0,3 4 0 0,0-4 0 16,3 3 0-16,0 0 0 0,3 1 0 0,3-1 0 16,0 3 0-16,3-1 0 0,3 1 0 0,0 0 0 31,3 0-47-31,3-3-13 0,0 0-4 0,3-2 0 0,-3-1 52 0,5-5 12 0,1 1 0 0,0-4 0 15,3-2 0-15,0-3 0 16,0-2 0-16,3 0 0 0,-1-3 0 16,4-3 0-16,-3 0 0 0,3-4 0 0,-3-1 48 0,-1 0 13 0,1-3 3 15,-3-2 0-15,-3 2-38 0,0-5-7 0,-3 0-2 0,-1-2 0 16,-2-1 31-16,-3 1 7 0,-3-3 1 0,0 0 0 16,-3-1-6-16,0 4-1 0,0-3 0 0,-3 0 0 15,-3-1-16-15,0 1-3 0,-3 0-1 0,0 0 0 16,-3-3-13-16,-3 3-4 0,1 0 0 0,-4 0 0 15,0-1-12-15,0 1 8 0,-3 5-8 0,-3 0 0 16,3 3-24-16,-2 0-12 0,-1 5-1 16,0 0-1-16,3 3-72 0,0 2-14 0,0 3-4 0</inkml:trace>
  <inkml:trace contextRef="#ctx0" brushRef="#br0" timeOffset="35916.838">17237 7882 2066 0,'0'0'43'0,"-3"-5"10"0,0 2-42 0,3-2-11 0,-3 0 0 0,3 5 0 16,-3-8 104-16,3 5 20 0,-3-2 3 0,0 0 1 15,3 5-52-15,0-6-9 0,-3 1-3 0,3 5 0 16,0 0-51-16,0 0-13 0,0 0 0 0,0 0 0 16,0 0 54-16,0 0 8 0,0 0 2 0,0 0 0 15,0 0-52-15,0 0-12 0,-3 8 0 0,0 3 0 16,3-1 0-16,0 3 0 0,0 3 0 0,0 0 0 16,6 0 0-16,-3 0 0 0,0 0 0 0,3-3 0 15,3 3-48-15,-3-3-13 0,3 0-3 0,3 1 0 16,-3-4 0-16,3 1 0 0,2-3 0 0,-2 0 0 15,0 0 52-15,0-6 12 0,3 1 0 0,-3 0 0 16,-3-3 0-16,3 0 0 0,0 0 0 0,-3-3 0 16,3-2-18-16,-3 2-1 0,-1-2 0 0,-2-1 0 15,3-2 31-15,-3 3 5 0,-3 0 2 0,3 0 0 0,-3-3 36 16,-3 0 7-16,3 0 2 0,-3 0 0 0,0 0 0 16,0 0 0-16,0-3 0 0,0 3 0 15,-3-2-52-15,0 2-12 0,3-3 0 0,-3 3 0 0,0 3 0 16,3-3 0-16,-3 3 0 0,3 5 0 0,0 0 54 15,0 0 8-15,0 0 2 0,0 0 0 0,0 0-52 16,0 0-12-16,0 0 0 0,0 0 0 0,-3 5 0 16,0 3 0-16,3 3 0 0,-3-1 0 0,3 1 0 0,-3 2 0 0,3 0 0 15,-3 1 0-15,3-1 0 0,-3 3 0 0,3-3 0 0,-3 3 0 16,0-3 0-16,0 0 0 0,-2 0 0 0,2 1 0 16,-3-1 0-16,0 0 0 0,0 0 0 0,-3 1 0 15,3-1 0-15,-3 0 0 0,3 0 0 0,-3 1 0 16,0-4-17-16,0 1-7 0,-3-1 0 0,3-2-1 15,0 0-11 1,-3 0-3-16,4-3 0 0,-1 1 0 0,0-1 39 0,3-5 0 0,-3 0 0 0,3 0 0 16,6 0-59-16,-3-3-4 0,0-2-1 0,0 0 0 15,6-3-102-15,0 0-21 0,3-3-4 0</inkml:trace>
  <inkml:trace contextRef="#ctx0" brushRef="#br0" timeOffset="36171.508">17600 8023 1824 0,'15'-8'38'0,"-12"8"8"16,-3 0-37-16,0 0-9 0,0 0 0 0,0 0 0 16,3-3 104-16,-3 3 20 0,0 0 3 0,0 0 1 15,0 0 0-15,6 3 0 0,-6-3 0 0,3 5 0 0,0 0-52 0,-3 1-9 16,3-1-3-16,-3 0 0 0,3 0-51 0,-3 3-13 0,0 0 0 0,3-2 0 16,-3 2 54-16,0 0 8 0,0-1 2 0,0 1 0 15,0 0-52-15,-3 0-12 0,3 3 0 0,-3-3 0 16,3 2 0-16,-3 1 0 0,0 0 0 0,-3 2 0 15,3 0 0-15,-3-2 0 16,3 4 0-16,-3 1 0 0,0-2 0 16,3 1 0-16,0 1 0 0,-3 0 0 0,3 0 0 15,-3-3 0-15,3 3 0 0,0-3 0 0,0-2-48 16,3 2-13-16,0-2-3 0</inkml:trace>
  <inkml:trace contextRef="#ctx0" brushRef="#br0" timeOffset="38647.223">16427 14900 1386 0,'3'-11'28'0,"-3"11"8"15,0 0-28-15,3-5-8 0,0 2 0 0,-3 3 0 16,0 0 100-16,0 0 18 0,0-5 4 0,0 5 1 15,0 0-15-15,0 0-2 0,0 0-1 0,0 0 0 16,0 0-28-16,0 0-5 0,-6 0-2 0,0 2 0 16,0 1-19-16,0 0-4 0,1 2-1 0,-4 3 0 15,3-3-13-15,0 3-2 0,-3 0-1 0,3 3 0 16,0-3-13-16,-3 0-2 0,3 0-1 0,0-1 0 16,0 1-14-16,3-2 0 0,0 2 8 0,-3 0-8 15,6-3 0-15,0 0 0 0,0-5 0 0,6 8 0 16,-3-5-20-16,3-1 4 0,3 1 0 0,0 0 0 0,0-3 16 15,0-3 0-15,3 3 0 0,0-5 0 16,-1 2 0-16,4-2 0 0,-3 0 0 0,0-1 0 0,0 1 0 16,0-3 0-16,0 3 0 0,-3-1 0 0,0 1 0 0,-3-3 0 15,-3 3 0-15,3 0 0 0,-3-1 34 0,-3 1 10 16,3 2 3-16,-3 3 0 0,0 0-14 0,-3-5-2 0,3 5-1 0,-6-3 0 16,-3 1-7-16,3 2-2 0,-3 0 0 0,0 2 0 15,0 1-12-15,0 0-9 0,0 2 12 0,0 0-12 16,0 1 8-16,0-1-8 0,0-2 0 0,3 4 0 15,3-1 0-15,0-1 0 0,3-5 0 0,-2 5 0 16,2-5 0-16,2 6 0 16,1-1-9-16,3-2 9 0,0-1-10 0,3 1 10 0,0-3-12 0,3 0 12 15,0 0-31-15,0-3 1 16,0 1 0-16,0-1 0 0,0 0 44 0,-3 1 9 0,-3-1 1 0,2-2 1 16,-2 2-25-16,-3 0 0 0,3 1 0 0,-6 2 0 15,3-6 10-15,-3 6-10 0,0 0 12 0,0-5-12 16,0 0 8-16,-3 2-8 0,-3-2 0 0,3 2 0 15,-3 1 9-15,-2-1-9 0,-1 3 0 0,0-3 9 16,0 1-22-16,-3-1-5 0,3 3-1 0,-3-5 0 16,0-1-129-16,3-1-25 0,0-1-6 0</inkml:trace>
  <inkml:trace contextRef="#ctx0" brushRef="#br0" timeOffset="40177.074">15064 13730 2396 0,'0'0'68'0,"0"0"15"15,0 0-67-15,0 0-16 0,0 0 0 0,0 0 0 16,0 0 79-16,0 0 12 0,-6 3 2 0,0 2 1 16,3 3-75-16,-3-3-19 0,0 3 0 0,3 0 0 15,-3 3 0-15,0 2 0 0,3 0 0 0,0 3 0 16,-3 0 0-16,3 2 0 0,1 1 0 0,2 2 0 16,-3 0 0-16,3-2 0 0,-3 2 0 0,3-2 0 15,3-1-15-15,0-2 0 0,-1 0 0 0,1-3 0 16,3-2-25-16,0-3-6 0,3-1-1 0,-3 1 0 15,3-5-13-15,0 0-4 0,0-3 0 0,3 0 0 16,0-6 64-16,0 1 0 0,0 0 12 0,0-3-2 16,-1-3-10-16,1 1 0 0,3-1 0 0,-3-2 0 15,-3 0 0-15,3-1 20 0,0-1-3 0,-3 1 0 0,0 1 19 16,-3 0 4-16,0 2 1 0,0 1 0 0,-3-1 4 16,0 3 1-16,-3 0 0 0,0 3 0 0,0-3-6 0,0 5 0 0,0 3-1 15,0 0 0-15,0 0-16 16,-6-2-3-16,6 2-1 0,-6 0 0 0,0 5-19 0,3-2 10 0,-3 2-10 15,3 3 8-15,0 0-8 0,3 2-17 0,0 4 4 16,0-1 1-16,3 0-27 16,0 0-5-16,3 1 0 0,0-1-1 0,3 0-11 0,0-2-3 0,2-1 0 15,1-2 0 1,0 0 13-16,0-3 2 0,0-2 1 0,0 2 0 0,0-2 23 0,0 0 5 0,0-3 1 0,0-3 0 16,-3 0 14-16,0-2 0 0,2 2 0 0,-2-2 0 15,0-3 48-15,-3 0 13 0,3 0 3 0,-3-2 0 16,-3-1 0-16,3 1 0 0,-3-1 0 0,-3-2 0 15,3 2 0-15,-3-2 0 0,-3 0 0 0,3-1 0 16,-3 1-52-16,0 3-12 0,0-4 0 0,0 1 0 16,-3 3 0-16,3-4 0 0,0 4 0 0,-3-3 0 15,3 2 14-15,0 0 0 0,0 1 0 0,0-3 0 16,0 2-125-16,3 0-25 0,0-2-4 0</inkml:trace>
  <inkml:trace contextRef="#ctx0" brushRef="#br0" timeOffset="40927.664">15636 13619 1926 0,'0'0'81'0,"-6"5"-65"16,3 1 80-16,0-1 16 0,0 0 4 0,0 0 0 15,0 3-62-15,0 0-12 0,0 0-2 0,3 0-1 16,-3 3-28-16,3-3-11 0,0 2 8 0,-3 1-8 16,3 2 0-16,3-2 0 0,-3-1-9 0,3 1 9 15,0-1-54-15,0 1-4 0,3 0-1 0,0-1 0 16,0-2-100-16,3-3-20 0,-1 1-4 0,1 2-1 15,3-6 79-15,0 1 15 16,0-3 3-16,3 0 1 0,-3-3 34 0,0-2 8 0,3 0 0 0,-3 2 1 16,-1-5 86-16,1 3 17 0,-3 0 3 0,3-1 1 15,-3 1 51-15,0-3 10 0,3 3 3 0,-6 2 0 16,0-2 0-16,-3-1 0 0,3 1 0 0,-6 0 0 0,3 0-52 16,-3-1-9-16,-3 1-3 0,0 0 0 15,0-1 0-15,0 1 0 0,-3 0 0 0,3 0 0 0,-3-1 0 0,0 1 0 0,0 0 0 0,3 2 0 16,-3 0 0-16,6 3 0 0,-6-2 0 0,6 2 0 15,0 0-64-15,-6 0 0 0,6 0-8 16,0 0-1-16,0 0 9 0,-3 5 0 0,0 3 0 0,0 0 8 16,3 0-8-16,0 0 0 0,0 2 0 0,0 1 0 15,0 2 0-15,0-2-8 0,0 2 8 0,0 3 0 16,3-3-18-16,-6 3 2 0,3 0 0 0,-3 0 0 16,3 2-18-16,-3 1-3 15,0-1-1-15,-3 3 0 0,1-2 8 0,-1 2 2 0,0 0 0 0,-3-2 0 16,0-1-7-16,-1450 1-1 0,2894-1 0 0,-1447-2 0 15,0-2 36-15,-3-1 0 0,3 0 0 16,-3-2 0-16,1-1 0 0,-1 1 0 0,0-3 0 0,3-3 0 16,-3 0 0-16,3 1-10 0,0-1 10 0,0-3-8 15,3 1-22-15,0-3-4 0,0 0-1 0,4-3 0 16,2 1-146-16,0-1-30 0,0-5-5 0</inkml:trace>
  <inkml:trace contextRef="#ctx0" brushRef="#br0" timeOffset="41285.422">15883 13923 1580 0,'-6'8'67'15,"0"3"-54"-15,0-3 143 0,-3 2 29 16,3-2 6-16,0 3 1 0,-3-1-103 0,3 1-20 0,-3 0-4 0,3 2-1 16,0-3 0-16,3 1 0 0,-3 0 0 0,3-1 0 15,3 1-51-15,-3-3-13 0,3 2 0 0,0-2 0 16,0 3 0-16,0-3 0 0,3 0 0 0,0-3 0 31,0 0 0-31,3 3 0 0,0-3 0 0,0 1 0 0,0-4 0 0,3 1 0 16,0 0 0-16,0-1 0 0,0-2-13 0,0 0-3 15,3 0 0-15,-3 0 0 0,2 0 6 0,-2-2 1 0,3-1 0 0,-3 0 0 16,3 1 28-16,-3-1 5 0,0-2 2 0,0 0 0 16,0-1-26-16,0 4-12 0,-3-4 0 0,0 1 1 15,0 0 11-15,-3-1 16 0,0 1-4 0,0-3-1 16,-3 3 27-16,3-3 6 0,-3 0 0 0,-3-3 1 15,3 3-21-15,-3 1-4 0,0-4 0 0,0 0-1 16,-3 3-19-16,-3 0 0 0,3 1 0 0,-3-1 0 16,-3 0 0-16,0 2 0 0,0 1 0 0,-3 2 0 15,0 3 0-15,3-2 0 0,-2 2 0 0</inkml:trace>
  <inkml:trace contextRef="#ctx0" brushRef="#br0" timeOffset="42126.656">16240 13783 2030 0,'0'0'57'0,"0"0"14"16,0 0-57-16,-6 0-14 0,6 0 0 0,0 0 0 16,0 0 104-16,-6 3 19 0,6-3 3 0,0 0 1 15,-3 2-50-15,3-2-9 0,0 0-3 0,0 0 0 16,-6 6-52-16,6-6-13 0,-3 5 0 0,3-5 0 15,-3 5 18-15,3-5 1 0,0 5 0 0,0 1 0 16,0-1-31-16,0 3-5 0,3-3-2 0,0 3 0 16,0-2 19-16,3-1 0 0,0 3 0 0,0-3 0 15,0 0 0-15,6 1 0 0,0-4 0 0,-1 4 0 16,1-4-106-16,3-2-18 0,0 0-3 0,3 0-1 16,0 0 84-16,0-2 16 0,0-1 3 0,-1-2 1 0,1-1 12 0,-3 1 2 15,3 0 1-15,-3-1 0 0,-3 1 9 16,0-3 0-16,-3 3 10 0,0-3-10 0,-3 3 40 0,0-1 3 0,-4 1 0 15,1 0 0-15,-3 0 28 16,0-1 5-16,-3 1 2 0,1 0 0 0,-1-1-10 0,-3 1-3 16,0 0 0-16,-3-1 0 0,3 4-17 0,-3-3-3 15,0 2-1-15,0-2 0 0,0 5-11 16,3-3-2-16,-3 3-1 0,3 0 0 0,0 0-10 0,6 0-3 0,0 0 0 16,0 0 0-16,-6 3-17 0,3 2 10 0,3-5-10 0,-3 5 8 15,3 3-8-15,0-3 0 0,0 3 0 0,3 3 0 16,-3-3-9-16,3 5 9 0,0-2 0 0,0 2 0 15,0 3-13-15,0-3 4 0,0 3 1 0,-3 2 0 16,3 1-32-16,-3-1-7 0,3 1-1 16,-3 2 0-16,-3-2 32 0,3-1 5 0,-3 1 2 0,-3-1 0 15,0-2-37-15,0 0-7 0,0-3-2 0,-3 0 0 16,1 1 44-16,-4-4 11 0,3 4 0 0,-6-7 0 16,3 4 0-16,0-3-10 0,-3 0 10 0,3 0-10 15,-3 0 10-15,3-3 0 0,3 0 10 0,-2 3-10 16,2-5-45-16,0 0-15 0,-3-1-4 0,6-2 0 15,0 0 0-15,0-2 0 0,0-4 0 0,0 1 0 16,3 0-155-16,0-1-31 0</inkml:trace>
  <inkml:trace contextRef="#ctx0" brushRef="#br0" timeOffset="42394.514">16585 13910 1956 0,'0'0'40'0,"0"0"11"15,0 0-41-15,0 0-10 0,0 0 0 0,-3 8 0 16,3-8 125-16,-3 5 23 0,-3 1 5 0,3-1 1 0,0 0-58 0,0 0-11 0,3 3-2 0,-3-2-1 16,0-1-27-16,3 0-6 0,-3 3-1 0,3-3 0 15,0 3-37-15,-3-2-11 0,6 2 0 0,-3 2 0 16,0-2 0-16,0 0 0 0,0 3 0 0,-3-1 0 16,3 1 0-16,0-1 0 0,0 1 0 0,-3 0 0 15,3-1 0-15,0 1 0 0,0-3 0 0,-3 2 0 16,3 1 0-16,-3-3 0 0,3 2 0 0,-3-2 0 15,0 0 0-15,0 3-13 16,1-1 1-16,-1-2 1 0,0 0-156 0,0 0-31 16,3 0-6-16</inkml:trace>
  <inkml:trace contextRef="#ctx0" brushRef="#br0" timeOffset="42749.753">16832 13828 1824 0,'0'0'38'0,"0"0"8"0,0 0-37 0,0 0-9 0,0 0 0 0,0 0 0 16,3-3 103-16,0 1 18 0,0 2 4 0,3-3 1 16,3 3-49-16,-3 3-9 0,3-3-3 0,3 2 0 15,0 1-21-15,0 0-4 0,-1-1 0 0,1 1-1 16,0 2-11-16,3-2-1 16,0 0-1-16,-3-1 0 0,3 1-26 0,0-3 0 0,0 2 0 0,-1 1 0 15,1-3 0-15,3 0 0 0,-3 0 0 0,0 0 0 16,0 0 0-16,0 0 0 0,-3 0 0 0,3-3-11 15,-4 1-49 1,-2 2-11-16,0-3-1 0</inkml:trace>
  <inkml:trace contextRef="#ctx0" brushRef="#br0" timeOffset="43028.196">17029 13701 2055 0,'0'0'87'16,"0"0"-70"-1,0 0 82-15,0 0 16 0,0 0 3 0,0 0 1 0,0 0-46 0,-3 5-9 0,3 1-1 0,0 2-1 16,0-3-38-16,3 3-8 0,0-3-2 0,-3 6 0 31,3-1 40-31,0-2 8 0,0 3 2 0,-1-1 0 0,-2 1-52 16,3-1-12-16,0 1 0 0,0 2 0 15,-3 1 0-15,3-1 0 0,0 0 0 0,0 0 0 0,0 0 0 0,0-2 0 0,-3 2 0 16,3 0 0 0,0 1-48-16,0-4-13 0,0 1-3 0,0-1 0 15,0 1-102-15,0-3-21 0,0-3-4 0</inkml:trace>
  <inkml:trace contextRef="#ctx0" brushRef="#br0" timeOffset="43487.015">17127 13664 2066 0,'-15'-3'43'0,"-3"1"10"0,0-1-42 0,3 3-11 0,-3-3 0 0,1 6 0 16,2 0 78-16,0-1 14 0,0 4 2 0,0 2 1 15,0-1-46-15,-3 4-9 0,3 0-1 0,-2-1-1 16,2 3-38-16,0 3 0 0,3 0 0 0,0 0-8 15,0 0 8-15,3 2 0 0,0 1 0 0,3 2 0 16,0 3 0-16,3-3 0 0,0 3 0 0,3 2 0 16,0-4 14-16,3 1 5 0,0-1 1 0,3-1 0 15,0-3-32-15,3-2-7 0,0 0-1 0,3-3 0 16,0 0 9-16,3-2 2 0,0-3 0 0,3 0 0 16,-4-3-37-16,4 1-7 0,0-4-2 0,0 1 0 0,0-3 44 15,3 0 11-15,-3-3 0 0,2 1 0 0,1-4 0 0,0-2 0 16,3 3 0-16,-3-6 0 0,0 3 0 0,-1-5 0 0,1 3 0 15,0-6 0 1,-3 3 41-16,0-6 11 0,-3 3 1 0,0 0 1 0,-4-2 2 16,1-1 1-16,-3 1 0 0,-3-1 0 0,0-2-1 15,-3 2 0-15,0 1 0 0,-3-1 0 0,3 1-24 0,-6 2-6 16,0 0-1-16,-3 0 0 0,-3 3-25 0,0 0 0 16,-3 0 0-16,-2-1 0 0,-1 4 56 0,-6-1 7 0,0 1 1 15,0 2 0-15,-6 2-103 16,4-2-20-16,-1 3-4 0,-3 0-1 15,3 2-13-15,3 1-3 0,1-1-1 0</inkml:trace>
  <inkml:trace contextRef="#ctx0" brushRef="#br0" timeOffset="44238.115">17603 13630 2090 0,'0'0'44'0,"-6"2"8"0,6-2-41 0,-6 0-11 0,6 0 0 0,-6 3 0 16,6-3 92-16,0 0 16 0,-6 2 3 0,6-2 1 15,-3 6-45-15,-3-4-9 0,3 4-2 0,0-4 0 16,0 4-23-16,3-6-5 0,0 5 0 0,3 3-1 16,-3-3-14-16,0 0-2 0,3 3-1 0,0 0 0 15,0-2-10-15,0 2 0 0,0-3 0 0,3 3 0 16,0-3 0-16,0 0 0 0,3 1 0 0,0-1 0 16,0 0-18-16,3 1 1 0,0-4 0 0,0 1 0 15,3-1-38-15,2 1-7 0,-2-3-2 0,3 3 0 16,-3-3 44-16,0 0 8 0,0-3 1 0,-3 3 1 15,3-3 10-15,-4 1 14 0,4-1-3 0,-3-2-1 16,0 2-10-16,-3-2 0 0,3 2 0 0,-6-2 0 16,3 2 0-16,-6-2 0 0,3 2 0 0,-6-2 0 15,0 5 46-15,3-5 7 0,-6-3 2 0,3 3 0 16,-3-1 14-16,-3-2 3 0,3 0 1 0,-3 1 0 16,0 1-26-16,0-2-6 0,0 3-1 0,-3-3 0 15,3 3-8-15,-3 2-1 0,6 0-1 0,-6 1 0 16,9 2-12-16,-6 0-2 0,0 2-1 0,6-2 0 15,-5 6-15-15,-1-1 8 0,0 3-8 0,3 0 0 16,-3 0 0-16,3 2 0 0,0 4 0 0,-3-1 0 0,3-2 0 0,0 4 0 16,-3-1 0-16,3 4 0 0,0-2 0 0,0 0 0 0,0 0-8 15,0 2 8-15,-3 1-11 0,3-1 2 0,-3 1 0 16,0-1 0-16,0 1-11 0,3-1-1 0,-3-2-1 0,0 3 0 16,0-3-14-1,3-3-4-15,-3 0 0 0,0 0 0 0,4-2-18 16,-4 0-4-16,3-1-1 0,0-2 0 0,0 0-26 15,0-3-6-15,0 1-1 0</inkml:trace>
  <inkml:trace contextRef="#ctx0" brushRef="#br0" timeOffset="44712.78">17892 13907 1824 0,'0'0'76'16,"0"0"-60"-1,0 0 89-15,0 0 19 0,0 0 3 0,0 0 1 16,0 0-52-16,-3-5-9 0,3 5-3 0,0-5 0 16,3-1 0-16,-3 6 0 0,3-5 0 0,3 0 0 15,-3 2 0-15,3-2 0 0,0 2 0 0,0-2 0 16,3 2-51-16,-4 1-13 0,4-1 0 0,0 0 0 15,0 1 54-15,0-1 8 0,0 3 2 0,0-2 0 16,-3 2-52-16,0 0-12 0,3 0 0 0,-3 0 0 16,0 2 0-16,0 1 0 0,0-1 0 0,-3 1 0 15,0 2 0-15,0 1 0 0,-3-1 0 0,3 0 0 16,-6 3-48-16,3 0-13 0,-3 0-3 0,0 5 0 16,0-2 0-16,-3-1 0 0,3 4 0 0,-3-1 0 15,0 0 0-15,-3 0 0 0,3-2 0 0,0 2 0 16,0 0 25-16,0-2 5 0,0 0 1 0,0-1 0 0,3 1 21 0,0-3 4 0,0 0 8 0,3-3-13 15,0 0 13-15,3 1 10 0,0-1-2 0,0-3 0 16,3 4 19-16,-3-4 3 0,6 1 1 16,-3 0 0-16,3-1 11 0,3-2 2 0,-3 0 1 0,3-2 0 15,0 2-5-15,0 0 0 0,-1-3-1 0,1 3 0 16,0 0-18-16,0-3-3 0,0 3-1 0,0-2 0 16,-3-1-17-16,3 0 0 0,0 1 0 0,-3-3 0 15,0-1-94-15,2 4-26 0,-2-6-4 0</inkml:trace>
  <inkml:trace contextRef="#ctx0" brushRef="#br0" timeOffset="63688.274">7480 3945 1877 0,'0'0'79'15,"0"0"-63"1,0 0 90-16,0 0 18 0,0 0 4 0,0 0 1 16,0 8-58-16,0-3-12 0,0 3-3 0,-3 0 0 0,3 0-32 0,-3 5-6 0,0-5-2 0,0 6 0 15,0 2-8-15,0-6-8 16,0 3 9-16,3 3-9 0,-3 3 0 0,3 2 8 0,0 3-8 0,0-6 0 16,0 3 31-16,3 6 3 0,0-6 1 0,0 3 0 31,3-6-79-31,0-2-16 0,3 0-4 0,-3 0 0 0,2-5 52 0,1-4 12 0,0 4 0 15,0-8 0 1,0 2-25-16,3-5-3 0,-3-5 0 0,0 2 0 16,3-2 28-16,-3-1 0 0,0-1 0 0,0-4 0 0,-3 3 21 0,0-5 0 15,0 2 0-15,-1-2 0 0,1 0 26 0,-3 0 5 0,0-3 0 0,0 2 1 16,-3 4-1-16,3-6 0 0,-3 3 0 16,0 0 0-16,0 2-20 0,0 3-4 0,0 3 0 0,3-3-1 15,-3 0-16-15,0 8-3 0,0 0-8 0,0 0 12 16,0 0-12-16,0 0-8 0,0 0 8 0,0 0-13 15,0 8 13-15,3 2 0 0,0-2 0 0,0 6 0 16,0-1 0-16,0 0 0 0,0 3 0 0,0-3 0 16,3 0 0-16,0 1 0 0,0 1 0 0,0-1 0 15,0-4 0-15,3 3-11 0,-3-2 11 0,3-3-10 16,0 0 10-16,0-3-8 0,3 0 8 0,-4 1-8 16,1-1 8-16,0-5 12 0,3-5-2 0,-3 2-1 15,0 0-9-15,3 1 0 0,-3-3 0 0,0-3 0 16,0 0 31-16,0-3 4 0,0 1 1 0,0-1 0 15,-4-5-8-15,4 3 0 0,0-8-1 0,0 5 0 16,-3-5-27-16,0 5 0 0,3-5 8 0,-3 5-8 16,0-3 12-16,0 3 1 0,0 0 0 0,0 3 0 15,0-3-13-15,0 3 0 0,0 3 0 0,0-9 0 16,-3 3-27-16,3 0-5 0,-3 0 0 0,0-2-1 16,0-1-162-16,-3 1-32 0</inkml:trace>
</inkml:ink>
</file>

<file path=ppt/ink/ink10.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0-11-02T19:17:44.628"/>
    </inkml:context>
    <inkml:brush xml:id="br0">
      <inkml:brushProperty name="width" value="0.05292" units="cm"/>
      <inkml:brushProperty name="height" value="0.05292" units="cm"/>
      <inkml:brushProperty name="color" value="#FF0000"/>
    </inkml:brush>
  </inkml:definitions>
  <inkml:trace contextRef="#ctx0" brushRef="#br0">10590 15850 851 0,'-3'-6'36'15,"0"1"-36"1,0 0 40-16,0-1 0 0,0-2 1 0,0 3 0 15,3-3-18-15,-3 3-4 0,0-3-1 0,0 0 0 16,0 3-10-16,0-3-8 0,0 0 9 0,1 0-9 16,-1 0 75-16,0 0 9 0,0 0 1 0,0-2 1 0,-3-1-17 15,3 0-3-15,-3-2-1 0,3 3 0 16,-3-4-23-16,0 1-5 0,3 0-1 0,-3 0 0 0,0 2-24 0,-3-2-12 0,3 2 10 0,-6-2-10 31,3 2 47-31,-3-2 3 0,0 3 1 0,-2-1 0 16,-1 0-11-16,0 1-3 0,0 2 0 0,-3 0 0 15,0 0-9-15,0 0-3 0,0 3 0 0,-2 0 0 0,2-1-8 16,0 1-1-16,0 0-1 0,0 2 0 0,-3-2-15 0,3 2 0 0,4 0 0 16,-7 1 0-16,3-4 24 0,-3 4 1 0,3-3 1 15,-6 2 0-15,4 0-16 0,-4 3-10 0,0 0 12 0,-3 0-12 16,3 0 10-16,-2 3-10 0,-1 0 8 0,3 2-8 16,-3-3 28-16,3 6 0 0,1-2 0 0,-4 2 0 15,3 0-45-15,0 0-9 0,-3-1-2 0,4 4 0 16,-4 0 28-16,0 2 0 0,0-3 0 0,-3 6 0 15,7 0 0-15,-4 3-8 0,0-1 8 0,0 6 0 16,3 0-32 0,4 0-2-16,-4-1 0 0,0 4 0 0,3-1 34 0,0 1 0 0,0 2 0 0,-2 0 0 15,2 0 19-15,-3 3 10 0,0 0 3 0,3-1 0 16,-3 4-32-16,4 2 0 0,-1 0 0 0,0 0 0 16,6-3 0-16,-3 1 0 0,3-3 0 0,3 2 0 15,1 0-22-15,-1 1-7 0,0-1-2 0,3 6 0 16,0-3 31-16,3-3 0 0,0 3 0 0,0 0 0 15,3-2 0-15,0-4 0 0,0 4 0 0,3-3 0 16,0-3 0-16,0 2 0 0,0 1 0 0,3 0 0 16,0 0 0-16,0-3 0 0,3 0 0 0,0 0 0 15,3 0 0-15,0-5 0 0,0 2 0 0,0 1 0 16,6-3 17-16,-4 0 10 0,7-3 1 0,-3 3 1 0,3-1-29 0,3 1 0 16,-3 0 0-16,3 2 0 0,2-4 0 0,-2 1 0 0,3 1 0 0,0-3 0 31,0 1-22-31,-4-1-4 0,4 0-1 0,0-3 0 0,0-2 27 0,3 0 0 0,-1 0 0 0,4-3 0 15,3 0 20-15,0-2 8 0,-1 2 3 0,1-2 0 32,0-1-31-32,0-2 0 0,-1-2-11 0,4-1 11 0,-3 0-27 0,3-2 3 0,-1 2 0 0,4-2 0 15,0 0 24-15,-1-1 0 0,4-2 0 16,-3 3 0-16,0-3 0 0,-7-3 0 0,4 1 0 0,0-1 0 16,-4-2 0-16,1-1 19 15,3 1-3-15,0 0-1 0,-4-3-15 0,4 0 0 0,-3-3 0 0,0 1 0 16,-4-1 0-16,1 0 0 0,-3-2 0 0,0 0 0 15,-1-3-12-15,1 0-1 0,0-2-1 0,0-3 0 16,0-1 23-16,-4-1 5 0,4-1 1 0,0-3 0 16,0 1-15-16,-6 2 0 0,2 0 8 0,1-2-8 15,-6-1 0-15,0-2 0 0,0 0 8 0,-3-3-8 16,0 1 0-16,-1-4 8 0,-2 1-8 0,3-1 0 16,-3 1-12-16,0 2-8 0,0-2-1 0,0 2-1 15,0 0 45-15,-3 1 9 0,-3 1 1 0,3-1 1 16,-3-1-23-16,0 0-11 0,-3 0 10 0,2-2-10 15,-2 5 12-15,0-3-3 0,-3 0-1 0,0 3 0 16,0-2 4-16,0 4 1 0,0-2 0 0,0 3 0 16,-3-1 3-16,0 1 0 0,0-1 0 0,1-2 0 15,-4 3 28-15,3-3 7 0,-3-1 1 0,0 1 0 16,0 6-42-16,0-1-10 0,0 0 0 0,0 3 0 16,0 0-17-16,-3-1-6 0,0 7-1 0,0-4 0 15,0 0 24-15,0 4 0 0,-3-4 12 0,0 3-4 16,4 3-8-16,-4-3 12 0,0 3-12 0,-3 2 12 15,0-2-12-15,0 5 10 0,-3-2-10 0,0-1 10 16,-2 3-10-16,-1 0 0 0,0 0 0 0,-3 3 0 0,0-3 0 16,3 3 0-16,-2-1 0 0,-1 1 0 0,0 2 9 0,0 1-9 0,3-1 10 0,-3-2-10 15,-2 2-13-15,2 3-9 0,0-3-2 0,-3 1 0 16,0 2-5-16,-2 0-2 16,-1-3 0-16,0 3 0 15,-3 3-18-15,4-3-4 0,-4 2-1 0,0 1 0 0,3-3-39 0,1 3-8 0,-1-1-2 0</inkml:trace>
</inkml:ink>
</file>

<file path=ppt/ink/ink11.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2-04-18T21:49:32.852"/>
    </inkml:context>
    <inkml:brush xml:id="br0">
      <inkml:brushProperty name="width" value="0.05292" units="cm"/>
      <inkml:brushProperty name="height" value="0.05292" units="cm"/>
      <inkml:brushProperty name="color" value="#FF0000"/>
    </inkml:brush>
  </inkml:definitions>
  <inkml:trace contextRef="#ctx0" brushRef="#br0">21351 9592 1820 0,'3'-11'76'16,"3"3"-60"-1,-3 0 42-15,0 0 9 0,0 3 1 0,-3-3 1 16,2 3-29-16,-2 5-7 0,3-3-1 0,-3 3 0 16,0 0-1-16,0 0-1 0,0 0 0 0,0 0 0 15,0 5-1-15,3 3 0 0,-3 0 0 0,0 0 0 16,0 3-8-16,0-1-1 0,0 1-1 0,0 2 0 15,0-2-5-15,-3 2-1 0,3 0 0 0,0 3 0 16,-3-3 0-16,3 3 0 0,0-2 0 0,0 1 0 16,0 1-4-16,0-2-1 0,0 1 0 0,0 1 0 15,0 0-8-15,3 3 0 0,-3-1 0 0,0 3 0 16,3 1 0-16,-3 1 0 0,3-2 0 0,-3 3 0 16,3-3 0-16,0 1 0 0,0-1 0 0,0 3 0 15,0-1 0-15,0-1 0 0,0 4 0 0,0-2 0 0,0 0 9 16,0 2-9-16,0 1 10 0,0 2-10 0,-3 0 36 15,3 0 2-15,0 3 0 0,0 2 0 0,0-5-30 0,0 0-8 16,0 0 0-16,0 1 0 0,-3-1-12 16,3 0-4-16,-3 0-1 0,0 5 0 0,3-2 28 0,-3 2 5 0,0 3 2 15,3 0 0-15,-3-2-4 0,0-1-1 0,3-2 0 0,-3 0 0 16,3 0 1-16,-3-3 0 0,0 0 0 0,0 2 0 31,0 1-34-31,0 0-6 0,0 2-2 0,0 3 0 0,-3-5 28 0,3 0 0 0,3-3 0 0,-3 3 0 16,0-3 0-16,0 0 0 0,0 0 0 0,0 0 0 15,-3 0 0-15,3 3 0 0,0 0 0 0,-3 2 0 16,3-2 46-16,-3 0 14 0,3-1 4 0,0-1 0 16,-3-1-52-16,3-3-12 0,-3 1 0 0,0-1 0 15,0-2 0-15,0 0 0 0,0 0 0 0,0 2 0 16,3-2-18-16,-3 0-6 16,0 2-2-16,0-2 0 0,3 0 26 0,-3-3 0 0,3 3 0 0,0-3 0 15,-3-3 0-15,3-2 0 0,0 0 0 0,-3-3 0 16,3 1 0-16,0-4 0 0,-3 1 0 0,3-1 0 15,0-2 0-15,0 0-18 0,0-3 3 0,3 1 1 16,-3-6-118-16,0 0-24 0,3-3-5 0</inkml:trace>
  <inkml:trace contextRef="#ctx0" brushRef="#br0" timeOffset="2673.689">21440 9552 1170 0,'0'0'24'0,"0"0"6"0,0 0-30 16,-9 0 0-16,9 0 0 0,-6 0 0 0,6 0 70 0,0 0 8 0,-6 0 2 0,6 0 0 15,0 0-17-15,0 0-3 0,-6 3-1 0,6-3 0 16,0 0-10-16,0 0-1 0,0 0-1 0,-6 2 0 15,6-2-11-15,0 0-1 0,0 0-1 0,0 0 0 16,0 6-6-16,0-6 0 0,0 0-1 0,3 5 0 16,-3 0-6-16,3 1-1 0,3-1 0 0,-3 0 0 15,3-2-4-15,0-1-2 0,0 1 0 0,3 2 0 16,0-5-2-16,0 3 0 0,3 0 0 0,0-1 0 16,2 1 0-16,4-3 0 0,0 3 0 0,0-3 0 15,3 2-12-15,0-2 11 0,2 0-11 0,1 0 10 16,0 0-10-16,3-2 10 0,-3 2-10 0,3 0 10 15,-4 0-10-15,1-3 12 0,0 6-12 0,0-3 12 16,3 2-12-16,2-2 12 0,1 0-12 0,0 3 12 16,3-3-12-16,-1 0 10 0,1 2-10 0,0-2 10 15,0 3-10-15,-1-3 8 0,1 3-8 0,0-1 8 16,0-2-8-16,5 3 0 0,-2-3 9 0,6 3-9 16,-4-3 0-16,1 2 0 0,0-2 0 0,2 3 0 15,-2-3 0-15,0 0 0 0,-1 0 0 0,1 3 0 16,3-3 0-16,0 0 0 0,2 0 0 0,-2 0 0 15,-3 0 0-15,-1 0 0 0,-2-3 0 0,0 6 8 16,-4-3-8-16,1 2 0 0,3-2 0 0,-3 0 8 0,-4 0-8 0,1-2 0 16,-3 2 8-16,0-3-8 0,-3 3 10 0,-1 0-2 15,-2 0-8-15,-3-3 12 0,0 3-12 0,-3-2 11 0,0 2-11 16,-3-3 10-16,-1 3-10 0,-2 0 0 0,0 0 9 0,0 0-9 16,-3 0 0-16,3 0 8 0,-3 0-8 0,3 0 0 15,-3 0 0-15,0 0 0 0,3 0 0 0,0 0 0 16,-3 0 0-16,3 3 0 0,3-1 0 0,-3-2 0 15,-1 0 0-15,4 3 0 0,-3-3 0 16,3 3 0-16,0-3 0 0,0 2 0 0,0-2 0 0,0 0 0 16,0 0 0-16,0 0 0 0,0 0 0 0,-1 0 0 15,1 0 0-15,-3 3 0 0,3-3 0 0,0 3 0 16,-3-1 0-16,3-2 0 0,-3 3 0 0,0-3 0 16,0 3 0-16,0-3 0 0,-3 2 0 0,3-2 0 15,-1 3 0-15,-2-3 0 0,3 2 0 0,-3-2 0 16,0 3 0-16,3-3 0 0,0 0 0 0,-3 3 0 15,0-3 0-15,3 2 0 0,-3 1 0 0,0-3 8 16,0 3 1-16,0-1 1 0,0 1 0 0,3-3 0 16,-3 0-2-16,0 3 0 0,2-3 0 0,-2 2 0 15,0 1 0-15,3-3-8 0,-3 3 12 0,0-1-4 16,0-2 3-16,0 3 0 0,-3-3 0 0,3 3 0 16,-3-1 3-16,3 1 1 0,-3-1 0 0,3 1 0 15,-3 2 4-15,-3-5 1 0,6 3 0 0,-6-3 0 16,3 3-8-16,0 2 0 0,3-2-1 0,-6-3 0 0,3 5-1 15,0 0 0-15,-3-5 0 0,3 6 0 16,0 1 0-16,-3-7 0 0,0 6 0 0,0 2 0 16,0 0-2-16,0 0-8 0,0-1 12 0,0 7-4 0,0-4-8 0,0 1 10 0,-3 2-10 15,0 3 10-15,0-3-10 0,3 6 0 16,-3-3 9-16,0 2-9 16,3 1 0-16,-3-1 8 0,0 1-8 0,0-3 0 0,3 2 0 0,-3-2 0 0,0 0 0 0,3 2 0 15,-3-2 0-15,0 0 0 0,3 0 0 0,-3 3 8 16,0-1-8-16,0-2 0 0,0 0 0 0,3 5 0 15,-3-3 0-15,0 4 0 0,3-1 0 0,-3 3 0 16,0-1 0-16,3-1 0 0,-3 1 0 16,0 4 0-16,3-6 0 0,-3 0 0 0,3 0 0 0,-3 1 0 15,0-4 0-15,3 1 0 0,-3-1 0 0,0 1 0 16,3-1 0-16,-3 1 0 0,0 2 0 0,3 0 0 16,-3 0 0-16,0 3 0 0,3-3 0 0,-3 6 0 15,0-4 0-15,3 1 8 0,-3 0-8 0,0 0 0 16,3-3 0-16,-2 0 0 0,2-2 0 0,-3 2 0 15,3-3 0-15,-3 1 0 0,0-1 0 0,3 1 8 16,-3 0-8-16,0-1 0 0,3 3 0 0,-3 0 0 16,3 1 0-16,-3-1 8 0,3 0-8 0,-3 3 0 15,3-3 0-15,0 0 8 0,-3 0-8 0,3 0 0 16,-3-2 0-16,3-3 8 0,0 0-8 0,-3 2 0 16,3-2 0-16,-3 0 0 0,3 2 0 0,-3 1 8 15,3-3-8-15,-3 0 0 0,0 0 0 0,0 2-8 16,3 1 8-16,-3-1 0 0,0 1 0 0,3-1 0 15,-3 3 0-15,3 1 8 0,-3-4-8 0,3 6 11 16,-3-6-11-16,3 1 0 0,-3-1 0 0,3 1 0 0,-3-1 0 16,3-2 0-16,0 0-12 0,-3 3 12 15,3-1 0-15,0 1 0 0,-3-1 0 0,3 1 0 0,-3-1 0 16,0 1 0-16,3 2 0 0,-3-2 0 0,3-1 0 0,-3 3 0 0,3-2 0 16,0 2 0-16,-3 0 0 15,3 0 0-15,0-2 0 0,0-1 0 0,0 1 0 0,0-1 0 16,0-2 0-16,-3 0 0 0,3 0 0 0,0 0 0 15,0 2 0-15,-3-2 0 0,3 0 0 0,0 0 0 16,0-3 0-16,-3 3 0 16,3-3 0-16,0 3 0 0,-3-3 0 0,3 3 0 0,-3-2 0 0,3 1 0 0,0-1 0 15,-3-1 0-15,3-2 44 0,-3 2 16 0,3-5 3 0,-3 2 1 16,3-2-64-16,-3 0 0 16,3 0-9-16,-3 0 0 0,3 0 9 0,-3-3 12 0,0 1-2 0,3-6-1 15,-2 5-9-15,-1-3 0 0,-3 4 0 0,3-4 0 16,0 1 0-16,-3 0 0 0,3-3 0 0,-3 2 0 15,0 1 0-15,3-3 0 0,-3 3 0 0,0-3 0 16,0 0 25-16,0 2 3 0,0 1 1 0,-3-3 0 16,0 0-46-16,3 3-10 0,-3-3-1 0,0 0-1 15,0 0 49-15,-2 0 9 0,2 0 3 0,-3 0 0 16,0 0 0-16,0 0 0 0,0 0 0 0,0 0 0 16,0 0-46-16,0 0-9 0,-3 0-1 0,3 0-1 15,-2 0 17-15,2 0 8 0,0 0-8 0,-3 0 8 16,0 0-33-16,3 0-2 0,-3 0 0 0,0 0 0 15,-3 0 79-15,1 0 16 0,-1 0 4 0,-3 0 0 16,0 2-52-16,-3-2-12 0,0 3 0 0,-2-3 0 16,-1 0-48-16,3 0-13 0,-3 0-3 0,1 0 0 0,-1 0 103 0,3-3 20 0,0 3 4 15,-3 0 1-15,3 0-52 0,-2 0-12 0,-1 0 0 0,0 3 0 16,-3-3 0-16,1 0 0 0,-1 3 0 16,0-3 0-16,0 0 0 0,3 0 0 0,1 0 0 0,-1 0 0 15,0-3 0 1,3 3 0-16,3 0 0 0,-2-3 0 0,-1 3 0 0,-3 0 0 0,3 0 0 15,-3 3 0-15,4-3 0 0,-4 0 0 0,3 0 0 0,-3-3 0 16,3 3-48 0,1-2-13-16,2 2-3 0,0-3 0 0,0 3 82 0,3-3 16 0,-3 1 3 0,4-1 1 15,2 3-10-15,-3-3-1 0,3 1-1 0,-3 2 0 16,0-3-42 0,3 3-8-16,0 0-1 0,-2 0-1 0,2-3 26 0,-3 3-8 0,3 0 8 0,-3-2 0 15,0 2 0-15,3 0 0 0,0-3 0 0,-2 3-8 16,2-3 8-16,0 3 0 0,0 0 0 0,3-2 0 15,-3 2 0 1,3 0 0-16,-3-3 0 0,3 1-8 0,4 2-20 0,-4 0-4 16,0-3-1-16,3 3 0 0,-3-3 55 0,3 3 11 0,0-2 3 0,-3 2 0 15,3 0-27-15,-3 0-9 0,3 0 0 0,-3 0 9 16,1 0-9-16,2 0 0 0,-3 0 0 0,0 0 0 16,3 0 0-16,0 0-11 0,0 0 11 0,0 0-12 15,0 0 12-15,0 0 0 0,0 0 0 0,0 0 0 16,0 0 0-16,1 0 0 0,-1 0 0 0,0 0 0 15,0-3 0-15,0 3 0 0,3 0 0 0,-3 0-8 16,3-3 8-16,0 3 0 0,0-2 0 0,0 2 0 16,-3 0-26-16,9 0-3 0,-6-3-1 0,0 0 0 0,3 3 30 15,-3-2 0-15,0-1 0 0,6 3 0 16,-6-3 0-16,3 3 0 0,3 0 0 0,-5-2 0 0,5 2 0 0,-6-5 0 16,3 2 0-16,3 3 0 0,-6-3 0 0,3 1 0 0,3 2 0 0,-6-3 0 15,3 0 0-15,-3 1 0 0,6 2 0 0,-3-6 0 16,0 1 0-16,0 2 0 0,0-2 0 0,3 5 0 15,-3-5 0-15,0 2 0 16,0-2 0-16,0 0 0 0,3-1 0 0,-3 4 0 16,0-4 0-16,0 1 0 0,3 0 0 0,-3 2 0 0,3-2 0 0,-3 0 0 15,3-1 0-15,-3 4 0 0,3-4 0 0,-3 1 0 16,3 0 0-16,-3-1 0 0,3 1 0 0,0 2 0 16,0-2 0-16,0 0 0 0,0 0 0 0,-3 2 0 15,3-2 17-15,0-1 10 0,0 1 1 0,0 2 1 16,0-2-29-16,0 0 0 0,0 0 0 0,0 2 0 15,0-2 0-15,0 2 0 0,3-2 0 0,-3 2 0 16,0-2 0-16,3 2 0 0,-3-2 0 0,0 2 0 16,3-2 0-16,0 2 0 0,-3-2 0 0,3 0 0 15,0-1 0-15,-3 1-10 0,3 0 10 0,0-1-12 16,-3-1-68-16,3-4-13 0,0 3-3 0</inkml:trace>
  <inkml:trace contextRef="#ctx0" brushRef="#br0" timeOffset="12730.215">19913 10163 1516 0,'0'0'64'15,"0"0"-52"1,0 0 48-16,6-2 10 0,0-1 2 0,0 0 0 16,0 1-7-16,3-1-1 0,-3 3 0 0,6-3 0 0,-4 1-44 0,4 2-8 15,0-3-3-15,0 3 0 0,3-3-9 0,0 3 0 0,0 0 0 0,3 0 0 16,-3 0 0-16,2 0 0 0,1 0 0 0,3 0 0 16,-3 0 0-16,0 0 0 0,0 0 0 0,0 0 0 15,2 0 53-15,1 0 9 0,0 0 2 0,3 0 0 16,0 0-52-16,0 0-12 0,2 3 0 15,4-3 0-15,-6 3 0 0,3-1 0 0,-1 1 0 16,-2-3 0-16,0 3 0 0,-3-3 0 0,3 0 0 16,-3 2 0-16,-1-2 0 0,1 0 0 0,3 0 0 15,0 0 0-15,0 0 26 0,0 0 2 0,-1 3 1 16,4-3 0-16,0 0-10 0,-3 3-3 16,0-3 0-16,-1 2 0 0,1-2 4 0,-3 0 0 0,0 0 0 0,-3 0 0 15,0 0 2-15,-1 0 1 0,1-2 0 0,-3 2 0 16,0-3 1-16,0 3 1 0,3-3 0 0,-3 1 0 15,-3 2-7-15,2 0-2 0,1-3 0 0,-3 3 0 16,0-3-4-16,0 3-2 0,-3-2 0 0,3 2 0 16,-3 0-10-16,-3 0 10 0,3 0-10 0,0 0 10 15,-3 0-10-15,0 0 0 0,-1 0 0 0,1 0 0 16,0 0 0-16,0 0 8 0,0 0-8 0,0 0 0 16,3 0 0-16,-3 2 8 0,3-2-8 0,0 0 0 15,3 3 0-15,-3-3-12 0,6 0 0 0,-3 0 1 16,-3 0-38-16,2 0-8 0,1-3-2 0,-3 3 0 15,0-2-137-15,0-1-27 0</inkml:trace>
  <inkml:trace contextRef="#ctx0" brushRef="#br0" timeOffset="13465.869">21669 9981 1592 0,'0'0'33'0,"0"0"7"0,0 0-32 0,3-6-8 0,-3 6 0 0,0 0 0 16,3-2 95-16,-3 2 17 0,0 0 3 0,0 0 1 16,0 0-37-16,0 0-7 0,0-6-2 0,0 6 0 15,0 0-32-15,0 0-6 0,0 0-2 0,0 0 0 16,0 0-14-16,3 6-2 0,0-1-1 0,0 3 0 15,-3 3 2-15,3-1 0 0,-3 1 0 0,0 5 0 16,3-3-6-16,-3 3-1 0,0 2 0 0,0 1 0 16,0-3-8-16,0 2 0 0,0-2 9 0,0 3-9 15,0-1 8-15,0 1-8 0,0-1 10 0,0 3-10 16,0 0 0-16,0 1 0 0,0-1 0 0,0 0 0 16,0-3 0-16,0 1 0 0,0 0 0 0,0-4 0 15,-3 1-12-15,3-2 0 0,0-4 1 0,-3 1 0 16,3-1-38-16,-3-2-8 0,0-2-2 15</inkml:trace>
  <inkml:trace contextRef="#ctx0" brushRef="#br0" timeOffset="13844.421">21669 9999 2066 0,'-3'-8'43'0,"0"0"10"0,0 3-42 16,3 0-11-16,0 5 0 0,0 0 0 0,0 0 100 0,0 0 17 0,0 0 4 0,0 0 1 15,0 0-55-15,0 0-11 0,3 2-3 0,3 6 0 16,0 0-11-16,0 0-2 0,0 0-1 0,3 3 0 16,0-1-17-16,0 1-3 0,0 2-1 0,0-2 0 15,3 2-7-15,-1 0-2 0,-2 3 0 0,3-3 0 16,0 1-9-16,0-1 0 0,0-3 9 0,0 4-9 15,0-1 0-15,0 0 9 0,0 0-9 0,0 0 0 16,-4 1 8-16,1-1-8 0,0 0 0 0,-3 3 0 16,0-3 0-16,-3 1 0 0,0-4 0 0,0 3 0 15,-6-2-9-15,3-1-6 0,-3 1-1 0,-3-3 0 16,0 3-6-16,-3-3-2 0,3-3 0 0,-5 3 0 16,2-3 3-16,-3 0 0 0,3 1 0 0,-3-4 0 15,0 4-14-15,3-6-2 0,-3 2-1 0,0-2 0 16,0 3-94-16,0-3-20 0,0-3-3 0</inkml:trace>
  <inkml:trace contextRef="#ctx0" brushRef="#br0" timeOffset="14549.703">23973 10322 1780 0,'0'0'50'0,"0"0"12"0,0 0-50 16,0 0-12-16,0 0 0 0,0 0 0 0,6-3 70 0,-3 3 11 0,3-2 3 15,3 2 0-15,0 0-18 0,3 0-3 0,3 0-1 0,-1 0 0 16,4 2-7-16,3-2-2 0,0 3 0 0,3-3 0 16,0 3-6-16,-1-1-2 0,4-2 0 0,3 3 0 15,3-3-13-15,2 0-4 0,1 3 0 0,6-1 0 16,-3-2-8-16,-4 3-3 0,1 0 0 0,3-1 0 16,-7 1-9-16,1-3-8 0,-3 2 12 0,0-2-12 15,-1 0 8-15,1 0-8 0,0 0 0 0,-3 3 0 16,-6-3 9-16,2 0-9 0,-2 3 0 0,-3-3 9 15,0 0-9-15,-6 0 8 0,0 0-8 0,-3 0 8 16,0 0-8-16,-3 0 0 0,0-3 0 0,-6 3 8 16,0 0-8-16,0 0 0 0,0 0 0 0,0 0 0 15,0 0-30-15,0 0-2 0,0 0 0 0,0 0 0 16,-6 0-133-16,0-3-27 0,-3 1-6 0</inkml:trace>
  <inkml:trace contextRef="#ctx0" brushRef="#br0" timeOffset="15129.096">23351 10264 1797 0,'-9'0'76'0,"-3"0"-61"16,3 2 62-16,3-2 13 0,-3 3 2 0,0 0 1 15,3-1-37-15,0 6-8 0,0-2-2 0,-2 4 0 16,2 1-33-16,0 2-13 0,3 0 11 0,-3 6-11 16,3-3 0-16,-3 2 0 0,3 1 0 0,0-3 0 15,0 2 0-15,3-2 0 0,-3 0 0 0,3 0 0 16,0-3 0-16,3 0 0 0,-3 0 0 0,3 1 0 16,0-4 0-16,0 1-8 0,3-3 8 0,0 0 0 15,0 0-9-15,0 0 9 0,3-3-13 0,-4 0 5 16,4 0 8-16,3-2 0 0,-3 0 0 0,3-1-8 15,0-2 8-15,0-2 0 0,0-1 10 0,3-2-10 16,-3 0 57-16,0-1 6 0,-1 1 1 0,1-3 0 16,-3-3 0-16,3 3 0 0,-3-2 0 0,0-3 0 15,0-1-52-15,0 1-12 0,-3-3 0 0,0 0 0 16,-3-2 54-16,0-1 8 0,0-2 2 0,-3 0 0 16,0 0-52-16,-3 0-12 0,0 2 0 0,0-2 0 0,-3 5 0 0,0 0 0 15,-3 3 0-15,0 2 0 0,0-2 0 16,0 5 0-16,-3-2 0 0,0 2 0 0,1 2 0 0,-4 1 0 15,3 0 0-15,-3 0 0 16,0 2-149-16,-3 3-33 0,3 3-6 0</inkml:trace>
  <inkml:trace contextRef="#ctx0" brushRef="#br0" timeOffset="15408.15">23250 10433 1577 0,'9'3'66'16,"3"-1"-53"-1,-1 4 116-15,1-4 23 0,0 1 5 0,0 0 1 16,0-1-49-16,3 1-9 0,0 2-3 0,-3-2 0 16,0 2-31-16,0 1-6 0,-1-1-2 0,1 3 0 15,0-3-26-15,-3 0-6 0,3 1-1 0,-3 2 0 16,0-1-14-16,0-1-3 0,0 2-8 0,-3 0 12 16,0 0-28-16,-3 0-7 0,3-3-1 0,-3 5 0 15,-3-2 71-15,3 3 13 0,-3-3 4 0,0 2 0 16,-3 4-52-16,0-1-12 0,0 0 0 0,-3 0 0 15,3 1-48-15,-3 1-13 0,0-1-3 0,0-1 0 16,0 0 52-16,0-2 12 0,3-1 0 16,-6 1 0-16,3-3-54 0,0-3-8 0,0 3-2 0,0-5 0 15,0 2 0-15,-3-5 0 0,3 3 0 0</inkml:trace>
  <inkml:trace contextRef="#ctx0" brushRef="#br0" timeOffset="16332.251">23851 11820 2030 0,'0'0'57'0,"6"0"14"16,0 0-57-16,3 0-14 0,0-3 0 0,0 3 0 15,6-3 54-15,-1 3 8 0,4 0 2 0,3 0 0 0,3 0 19 0,3 0 4 0,0 3 1 0,-1 0 0 16,4-3-41-16,0 2-8 0,0 1-2 0,-1 0 0 15,1-3-18 1,-3 0-4-16,3 0-1 0,2 0 0 0,-2 0-14 16,0 2 8-16,0 1-8 0,0 0 0 0,-7-3 8 15,1 5-8-15,0-3 0 0,-3 1 9 0,0 0-9 0,-3 2 0 16,-4-2 0-16,1-1 8 0,-3 1-8 0,0-3 0 0,-3 3-12 16,0-3 12-1,-3 0-40-15,0 0 0 0,-6 0 0 0,0 0 0 16,0 0-102-16,0 0-21 0,0 0-4 0</inkml:trace>
  <inkml:trace contextRef="#ctx0" brushRef="#br0" timeOffset="16920.368">23333 11841 2066 0,'-15'-3'43'0,"15"3"10"0,-6 0-42 16,6 0-11-16,0 0 0 0,0 0 0 0,-6-2 53 0,6 2 9 0,-6 0 2 0,0 2 0 15,6-2 0-15,-6 3 0 0,0 2 0 0,1 0 0 16,-1 1-52-16,0 2-12 0,0 2 0 0,0 1 0 16,0 2 0-16,0 0 0 0,3 3 0 0,-3 3 0 15,0-1 0-15,3 1 0 0,0 2 0 0,0 0 0 16,0-2 0-16,3-1 0 15,3-2 0-15,-3 0 0 16,3-3-48-16,3 3-13 0,-3-3-3 0,6-2 0 0,-3-1 52 0,3 1 12 0,0-3 0 16,0-3 0-16,-1 0 0 0,4-2 0 0,0-3 0 0,0 3 0 15,3-3 0-15,0 0 0 0,0-3 0 0,0 0 0 16,-3-2 0-16,0 0 0 0,-1-3 0 0,-2 0 0 16,0-3 48-16,0 1 13 0,3-1 3 0,-6-2 0 15,0-3 0-15,0 0 0 0,0-2 0 0,-3-3 0 16,-3-1 0-16,3-1 0 0,-3-1 0 0,0 0 0 15,-3 3-52-15,0 0-12 0,0 2 0 0,-3 1 0 16,0 4 0-16,0-2 0 0,0 3 0 0,-3 3 0 16,0-1 16-16,0 1 0 0,0 2 0 0,1 0 0 15,-4 0-45-15,0 0-9 0,0 0-2 0,-3 3 0 16,0-1-148-16,0 6-31 0,3 0-5 0</inkml:trace>
  <inkml:trace contextRef="#ctx0" brushRef="#br0" timeOffset="17176.878">23282 11968 1812 0,'15'5'76'0,"3"-2"-60"16,-3 2 93-16,3-2 19 0,-3 2 4 0,0 0 1 16,-3 1-39-16,3-1-8 0,-1 0-2 0,-2 3 0 15,0 0-33-15,3-3-7 0,-6 3-2 0,3 0 0 16,-3 0-34-16,0 3-8 0,0-3 0 0,0 2 0 15,-3-2 0-15,0 3 0 0,0-3 0 0,-4 2 0 16,1-2 0-16,-3 3 0 0,0-1 0 0,0-2 0 16,-3 3 0-16,1-3 0 0,-4 0 0 0,0 0 0 15,0 0-49-15,0 0-12 0,0 0-3 0,0-3 0 16,0 0-42-16,-3 0-9 0,3 1-1 0</inkml:trace>
  <inkml:trace contextRef="#ctx0" brushRef="#br0" timeOffset="17430.154">23154 11560 2066 0,'0'0'43'0,"0"0"10"0,0 0-42 15,0 0-11-15,0 0 0 0,0 0 0 16,3-2 104-16,-3 2 20 0,3-3 3 0,6 0 1 16,-3 3-52-16,3 0-9 0,3 0-3 0,-3 0 0 0,3 3-51 0,3-3-13 0,0 5 0 0,0-2 0 15,2 0 0-15,-2-1 0 0,3 4 0 0,0-4 0 16,3 4 0-16,-3-4 0 0,3 3 0 0</inkml:trace>
  <inkml:trace contextRef="#ctx0" brushRef="#br0" timeOffset="18630.543">21371 11799 1235 0,'0'0'52'0,"0"0"-42"16,0 0 99-16,0 0 20 0,0 0 4 0,0 0 1 16,0 0-40-16,0 0-8 0,3 5-2 0,0 0 0 15,3 0-22-15,0 1-5 0,0-4-1 0,3 4 0 16,0-1-37-16,0-2-8 0,3 2-2 0,0-3 0 16,3 4-9-16,0-1 0 0,0 0 0 0,2 1 0 15,-2-1 0-15,3 0 0 0,0 1 0 0,0 1 0 16,0 1 0-16,0-2 0 0,-4 2 0 0,1 0 0 15,0 0 53-15,-3-1 9 0,0-1 2 0,-3 2 0 16,-3 0-52-16,3 0-12 0,-3-3 0 0,0 3 0 16,-3 0 0-16,0 0 0 0,0-3 0 0,-3 3 0 15,0-3 0-15,0 3 0 0,-3-3 0 0,0 3 0 0,0-2 0 0,-3-1 0 16,0 3 0-16,0-3 0 0,-3 3 0 0,0-3 0 16,0 3 0-16,-3-2 0 0,-3-1 0 0,0 3 0 0,-2-3 0 15,-1 0 0-15,0 1 0 0,0-1 0 0,0 0 0 16,0 1 0-16,3-1 0 0,-2 0 0 0,2-2 0 15,3 2 0-15,-3-2 0 0,3-1 0 0,0-2 0 0,3 0 0 32,-3 0-174-32,3 0-38 0,0 0-7 0</inkml:trace>
  <inkml:trace contextRef="#ctx0" brushRef="#br0" timeOffset="19048.953">20604 12055 1526 0,'0'0'43'0,"0"0"10"0,0 0-42 0,0 0-11 0,0 0 0 0,0 0 0 15,0 0 50-15,0 0 8 0,0-5 2 0,0 5 0 16,0 0-10-16,0 0-2 0,0 0 0 0,0 0 0 16,0 0-16-16,5-3-4 0,-2 1-1 0,3 2 0 15,0 0 19-15,0 2 4 0,0-2 1 0,3 0 0 16,0 0-31-16,3 0-5 15,3 0-2-15,3 0 0 0,0 0 29 0,-1 0 6 0,4 0 0 0,3 0 1 16,3 0-35-16,0 0-14 16,-3 0 11-16,2 0-11 0,1 0 0 0,-3 0 8 0,3 0-8 15,-3 0 0-15,2 0 0 0,1 0 0 0,3 0 0 0,-3-2 0 32,2 2-24-32,1-3-8 0,0 0-2 0</inkml:trace>
  <inkml:trace contextRef="#ctx0" brushRef="#br0" timeOffset="19589.8">22077 11881 1337 0,'0'0'56'0,"0"0"-44"15,-6 0 92-15,0-3 20 0,0 3 3 0,0 0 1 16,0-3-52-16,-3 3-9 0,3 0-3 0,-3 3 0 16,0-3-1-16,-2 3-1 0,2-1 0 0,-3 1 0 15,3 2-48-15,-3 3-14 0,0-3 0 0,3 3 8 16,-3 3-8-16,3-3 0 0,0 5 0 0,0-2 0 15,3 2 0-15,0 0 0 0,0 3 0 0,3-3 0 16,1 3 0-16,-1 0 0 0,3 0 0 0,3-3 0 16,-3 0 0-16,5 1 0 0,1-1 0 0,0-3 0 15,3 1 0-15,0-1 0 0,0 1 0 0,3-3 0 16,0 0 0-16,0 0 0 0,6 0 0 0,-3-3 0 16,0 0 0-16,-1 1 0 0,1-4 0 0,3 4 0 15,-6-4 0-15,6-2 0 0,-6 3 0 0,3-3 0 16,0 0 0-16,-4-3 0 0,1 3 0 0</inkml:trace>
  <inkml:trace contextRef="#ctx0" brushRef="#br0" timeOffset="19937.376">22267 11775 2066 0,'0'0'43'0,"0"0"10"0,0 0-42 0,0 0-11 0,0 0 0 0,0 0 0 15,0 0 104-15,0 0 20 0,0 0 3 0,0 0 1 16,0 0-52-16,-6 5-9 0,4 0-3 0,2 1 0 16,-3 2-51-16,0-3-13 0,3 3 0 0,-3 0 0 15,3 2 0-15,-3 1 0 0,0 2 0 0,3 3 0 16,-3 0 0-16,0 0 0 0,3 2 0 0,-3 3 0 15,3-2 0-15,0 2 0 0,-3 0 0 0,3 0 0 16,0-2 0-16,-3-1 0 0,3 1 0 0,0-3 0 16,-3 2 0-16,3-4 0 0,0 1 0 0,0-1 0 15,0-1 0-15,-3-2 0 0,3-1 0 0,0 1 0 16,0-3-48-16,0 0-13 0,0 0-3 0,0-1 0 16,0-4-51-16,0-3-10 0,0 0-3 0</inkml:trace>
  <inkml:trace contextRef="#ctx0" brushRef="#br0" timeOffset="20446.125">22381 11910 1691 0,'-3'-8'71'16,"3"2"-57"-16,0 1 91 0,0 5 19 0,0 0 3 0,0 0 1 15,0 0-41-15,0 0-8 0,0 0-2 0,0 0 0 16,0 0-21-1,0 0-4-15,0 0 0 0,0 0-1 16,-3 8-29-16,0 0-6 0,3 3 0 0,-3 2-1 0,0 3-7 16,3 0-8-16,-3-1 11 0,0 4-11 0,3-3 8 0,-3 0-8 0,0 0 0 0,0-3 0 15,0 3 16-15,3-3-3 0,-3 0-1 0,3 0 0 32,0-2-60-32,0-3-13 0,0 2-3 0,0-2 0 0,0 0 52 0,0-2 12 0,0-1 0 0,0-5 0 15,0 0 0-15,0 0 0 0,6 3 0 0,-6-3 0 16,6 0-25-16,0 0-3 0,0-3 0 15,0-2 0-15,3-1 28 0,-1 1-8 0,1-3 8 0,3-2 0 16,0-1 0-16,0 0 0 0,0 1 0 0,0-3 11 16,0-1 9-16,0-2 3 0,0 1 0 0,0-4 0 15,-1 6 11-15,-2-3 2 0,0 3 1 0,3-1 0 16,-6 4-6-16,0-1-2 0,0 1 0 0,-3 2 0 16,0 3-29-16,0-1 0 0,0 4 0 0,-3 2 0 15,0 0 57-15,0 0 6 0,0 0 1 0,0 0 0 16,0 0-52-16,0 0-12 0,-6 5 0 0,0 5 0 15,0 1 0-15,3 0 0 0,-3-1 0 0,3 3 0 16,0 1 0-16,0-1 0 0,3 3 0 0,0-3 0 16,3 0 0-16,0 0 0 0,0-2 0 0,0 2 0 15,3-5-22-15,0 3-7 0,0-3-2 0,0 2 0 16,0-4-1-16,0-1-1 0,3 0 0 0,0 0 0 0,0-2 33 16,-3-3 0-16,3 3 0 0,-3-1 0 15,-1-4-160-15,1-1-26 0</inkml:trace>
  <inkml:trace contextRef="#ctx0" brushRef="#br0" timeOffset="21063.13">21193 12018 828 0,'3'0'35'0,"3"0"-35"15,0 3 89-15,0-3 11 0,0 0 3 0,0 2 0 16,0-2-15-16,0 0-4 0,2 0 0 0,-2 0 0 16,0 3-27-16,0-3-5 0,3 0-2 0,-3 3 0 15,0-3-14-15,0 2-2 0,0-2-1 0,0 3 0 16,3-3 6-16,-3 0 1 0,3 3 0 0,0-1 0 15,-3-2 4-15,3 0 0 0,0 3 1 0,0-3 0 16,-1 3-8-16,4-3-1 0,-3 2-1 0,0-2 0 16,3 0-35-16,0 3 0 0,0-3 0 0,0 0 0 15,0 0 38-15,3 0 1 0,-3 0 0 0,-1 0 0 16,1 0-25-16,0 0-5 0,0 0-1 0,-3 0 0 16,0 0 8-16,0 0 0 0,0 0 1 0</inkml:trace>
  <inkml:trace contextRef="#ctx0" brushRef="#br0" timeOffset="24158.791">20166 8920 1766 0,'0'0'36'0,"0"0"10"0,0 0-37 0,0 0-9 0,0 0 0 0,0 0 0 16,0 0 116-16,0 0 22 0,0 0 4 0,0 0 1 15,0 0-63-15,6 0-13 0,0 0-3 0,0 2 0 16,3 1-8-16,-3 2-3 0,3-2 0 0,3 2 0 16,-1 3-33-16,1 0-8 0,0 0 0 0,3 5-1 15,0 3-11-15,3 3 0 0,0 2 0 0,0 3 0 16,-1-1 0-16,4 7 0 0,0-1 0 0,-3-3 0 15,0 1 0-15,0-6 0 0,0 3 0 0,-1-3 0 16,-2-5 0-16,-3-1 0 0,0 1 0 0,0-2 0 16,0-1 0-16,-3-5 0 0,0 2 0 0,0-2 0 15,-3-2-49-15,3-1-12 0,0 0-3 0</inkml:trace>
  <inkml:trace contextRef="#ctx0" brushRef="#br0" timeOffset="24423.298">20860 8959 2066 0,'-3'-5'43'0,"3"5"10"0,-3-3-42 16,3 3-11-16,0 0 0 0,0 0 0 0,0 0 121 0,0 0 23 0,0 0 4 0,0 0 0 16,-6 3-66-16,0-3-14 0,3 3-2 0,-3 2-1 15,0 3-29-15,-3 0-5 0,3 0-2 0,-3 5 0 16,-3 0-20-16,0 6-9 0,0-1 8 0,-3 3-8 15,0 3 12-15,1 0-2 0,-4 3-1 0,0-1 0 16,0-2-9-16,3 0 0 0,-3-6 0 0,3 3 0 16,0 1-49-1,1-7-12-15,-1 1-3 0,0 0 0 0,0-3 0 0,3-2 0 16,0 0 0-16,0-1 0 16,6-5-204-16</inkml:trace>
  <inkml:trace contextRef="#ctx0" brushRef="#br0" timeOffset="24832.332">20571 9324 2066 0,'0'0'43'0,"0"0"10"15,0 0-42-15,0 0-11 0,0 0 0 0,0 0 0 16,0 0 104-16,0 0 20 0,0 0 3 0,0 0 1 16,0 0-52-16,0 0-9 0,0 0-3 0,0 0 0 15,0 0-51-15,0 0-13 0,3 6 0 0,-3 2 0 0,0-3 54 0,0 3 8 0,0 0 2 0,0 0 0 16,0 2-52-16,0 4-12 0,-3 2 0 0,3-1 0 16,0 4 0-16,-3 2 0 0,3 3 0 0,0 0 0 15,-3 2 0-15,3-2 0 0,0 2 0 0,0 1 0 16,0-3 0-16,0-3 0 15,0 0 0-15,0 3 0 0,-3-6 12 0,3 4 0 0,0-4 0 16,0 3 0-16,0 0-12 0,0 1 9 16,0-1-9-16,0 3 8 0,0-3 0 15,0-3-8-15,0 3 12 0,0 1-4 0,0-4-8 0,0-2 10 16,0 0-10-16,3-3 10 0,-3-2-10 0,0-3 0 0,3 0 0 16,-3-3 0-16,0-5 0 0,0 0-9 0,0 0 0 0,3-3 0 15,3 1-214 1,-3-4-42-16</inkml:trace>
  <inkml:trace contextRef="#ctx0" brushRef="#br0" timeOffset="26456.985">24574 9354 1504 0,'0'0'43'0,"0"0"9"0,0 0-42 0,0-6-10 0,0 1 0 0,0 5 0 16,0-5 90-16,0-1 16 0,3 1 3 0,-3 5 1 15,0-5-20-15,0 5-4 0,3-5-1 0,-3 5 0 16,3-3-14-16,-3 3-3 0,0 0-1 0,3-3 0 16,-3 3-15-16,0 0-4 0,0 0 0 0,0 0 0 15,0 0-14-15,0 0-3 0,0 0-1 0,0 0 0 16,0 0-12-16,0 0-2 0,0 0-1 0,3 6 0 15,0-1-15-15,0 0 9 0,0 0-9 0,-3 3 8 16,0 3-8-16,3 0 0 0,-3-1 0 0,0 3 0 16,0 1 0-16,3 1 0 0,-3 1 0 0,3 0 0 15,-3 0 0-15,3-3-17 0,0 3 2 0,3-3 1 16,-3 1-11-16,3-1-3 0,-3-5 0 0,3 2 0 16,0-4 11-16,0-1 1 0,3 0 1 0,-3-5 0 15,3 0 15-15,-1-5 0 0,4 0-10 0,-3-3 10 16,0 0 0-16,3-3 0 0,-3-2 0 0,3 2 0 15,-3-2 0-15,-3 0 8 0,3 0-8 0,-3 0 12 16,0-1 18-16,0 1 4 0,-3 0 1 0,3 0 0 16,-3 2 4-16,0 0 1 0,0 1 0 0,-1 2 0 15,-2-3-8-15,0 3 0 0,3 0-1 0,-3 0 0 16,0 3-11-16,0 0-1 0,0 0-1 0,0 5 0 16,0 0-3-16,0 0-1 0,0 0 0 0,0 0 0 15,0 0-6-15,0 0-8 0,0 0 11 0,0 0-11 0,0 0 8 16,0 0-8-16,-3 5 0 0,1 0 0 0,-1 0 0 0,0 3 0 15,0 0 0-15,0 3 0 16,0 0 0-16,3 2 0 0,-3 0 0 0,0 3 0 0,0 0 0 0,0 5 0 0,0 0 0 0,0 0 0 16,0 3 0-16,0-3 0 0,3 0 0 0,-3 3 0 15,0-5 0-15,0-1 0 0,0 3 0 0,-3-5 0 16,3 0-16-16,-3 0 4 0,0 0 0 0,0-3 0 16,0 0 4-16,-3-2 8 0,3 2-13 0,-3-5 5 15,0 3 8-15,-2-1-13 0,2-2 5 0,-3 0 8 16,3 0 0-16,-3 0 0 0,0-3 0 15,3 1 0-15,-3-1 0 0,0-2 0 16,0-1 0-16,0 1 0 0,3-3 0 0,-2 3 0 0,2-3 0 0,0 0 0 16,0-3 0-16,3 3 0 0,-3-3 0 0,3 1 0 15,0 2 0-15,0-3 0 0,3 0 0 0,3 3 0 16,-6-2 0-16,6 2 0 0,0 0 0 0,0 0 0 16,0 0-72-16,0 0-12 0,0 0-4 0,0 0 0 15,3-6-117-15,0 1-24 0</inkml:trace>
</inkml:ink>
</file>

<file path=ppt/ink/ink12.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2-04-18T21:51:25.797"/>
    </inkml:context>
    <inkml:brush xml:id="br0">
      <inkml:brushProperty name="width" value="0.05292" units="cm"/>
      <inkml:brushProperty name="height" value="0.05292" units="cm"/>
      <inkml:brushProperty name="color" value="#FF0000"/>
    </inkml:brush>
  </inkml:definitions>
  <inkml:trace contextRef="#ctx0" brushRef="#br0">19359 7046 1447 0,'0'0'30'0,"0"-5"7"15,0 5-29-15,0-5-8 0,0 2 0 0,0-2 0 16,0-1 108-16,0 6 21 0,0-5 4 0,0 0 1 16,0 5-26-16,0-5-4 0,3-1-2 0,-3 6 0 15,0 0-18-15,0-5-4 0,0 5-1 0,0 0 0 16,0 0-31-16,0 0-5 0,0 0-2 0,0 0 0 16,0 0-21-16,0 0-4 0,0 0 0 0,0 0-1 15,0 0-15-15,0 0 0 0,0 0 0 0,0 0 0 16,0 0 0-16,3 8 0 0,-3-3 0 0,3 3 0 15,0 0 0-15,0 3 0 0,0-3 0 0,0 2 0 0,0 1-8 16,0-3 8-16,3 2 0 0,0 1 0 16,-3-3-17-16,3 2 3 0,3-2 1 0,-3 0 0 0,3-2-4 0,-3-1-1 15,3 0 0-15,-3-2 0 0,3-1 6 0,-1 1 2 0,1-3 0 16,0 3 0-16,0-6 10 0,0 3 0 0,0-3 0 0,0 1-8 16,0-3 8-16,-3-1 0 0,0 1 0 0,3 0 0 15,-3-3 15-15,0 2-2 0,-3-1 0 0,3-1 0 16,-3 0 14-16,3-3 2 0,-3 3 1 15,-1 0 0-15,1 0-4 0,-3 0-1 16,0 0 0-16,0 3 0 0,0-3 0 0,0 3 0 0,0 0 0 16,0-1 0-16,0 6-6 0,0 0-2 0,-3-5 0 0,3 5 0 15,0 0-6-15,0 0-2 0,0 0 0 0,0 0 0 16,0 0-9-16,0 0 8 0,0 0-8 0,0 0 8 16,0 0-8-16,0 0 0 0,0 0 0 0,0 0 0 15,-2 8 0-15,2 0 0 0,-3 0 0 0,3 0 0 16,0 2-8-16,-3-2 8 0,3 3 0 0,0-1 0 15,0 1 0-15,0 0 0 0,0-1 0 0,0 1 0 16,3 2 0-16,-3-5 0 0,0 2 0 0,0 1 0 16,0 0 0-16,0-1 0 0,0-2 0 0,-3 0 0 15,3 3-13-15,-3-3 5 0,0 0 8 0,3 0-13 16,-3-1 3-16,0-1 1 0,-3 2 0 0,3-3 0 16,-3 3 9-16,3-3 0 0,-3 0 0 0,0 1-8 15,0-4 8-15,-3 4 0 0,3-4 0 0,0 1 0 16,-3 0 0-16,0-1 0 0,3 1 0 0,-3 0 0 15,0-3 0-15,3 2 0 0,-2-2 0 0,2 0 0 16,-3 3 0-16,3-3 9 0,0 0-9 0,-3 0 0 0,3 0 8 0,0 0-8 16,0 0 0-16,0 0 0 15,0 0 8-15,6 0-8 0,-6 0 0 0,0 0 0 0,6 0 0 16,-6 0 0-16,0 0-12 0,6 0 3 16,-6 3-39-16,0-3-7 0,6 0-1 0,-6 0-1 15,6 0-140-15,0 0-28 0</inkml:trace>
  <inkml:trace contextRef="#ctx0" brushRef="#br0" timeOffset="2920.435">20993 7022 1406 0,'0'0'29'0,"0"0"7"0,0 0-36 0,0 0 0 0,0 0 0 0,0 0 0 16,0 0 123-16,0 0 17 0,0 0 4 0,0 0 1 16,0 0-40-16,0 0-8 0,0 0-1 0,0 0-1 15,0 0-23-15,0 0-5 0,0 0-1 0,0 0 0 16,0 0-17-16,0 0-3 0,3 3-1 0,0 2 0 15,3 1-11-15,-3 2-2 0,3-3-1 0,-3 3 0 16,3 0-9-16,0 0-2 0,0 0 0 0,3 2 0 16,-3-2-9-16,0 3-3 0,3-1 0 0,-3 1 0 15,3-3-8-15,0 0 0 0,3 2 9 0,-3 1-9 16,2-3 0-16,-2 0 0 0,3 0 0 0,0 2 8 16,0-2-8-16,0-2 0 0,0 2 0 0,-3 0 0 15,3-3 0-15,-3 0 8 0,3 0-8 0,-3 3 0 16,-1-5 0-16,1 2-13 0,0 1 1 0,0-4 1 15,0-2-97-15,3 3-19 0,-3-3-4 0</inkml:trace>
  <inkml:trace contextRef="#ctx0" brushRef="#br0" timeOffset="3212.842">21556 6975 1744 0,'0'0'73'15,"0"0"-58"-15,0 0 129 0,0 0 25 0,-6-3 6 0,6 3 1 16,-3-2-87-16,3 2-17 0,0 0-3 0,0 0-1 16,-9 0-32-16,9 0-6 0,0 0-2 0,-6 2 0 15,0 1-10-15,6-3-2 0,-6 5-1 0,0 3 0 16,-3-3-5-16,3 3-1 0,-2 0 0 0,-1 3 0 16,3-3-9-16,-3 5 0 0,0-2 9 0,0 2-9 15,0-3 0-15,-3 4 0 0,3-1 0 0,0 0 8 16,0-2-8-16,-3-1 0 0,0 1 0 15,4 2 0-15,-4-5 0 0,-3 3 0 0,3-3 0 0,-3-1 0 16,3 1 0-16,0-2 0 0,3-1 0 0,-3 3 0 16,3-3-31-16,0-2-4 0,0 0-1 15,4-1 0-15,5-2-155 0,0 0-31 0</inkml:trace>
  <inkml:trace contextRef="#ctx0" brushRef="#br0" timeOffset="3648.062">21297 7216 1501 0,'0'0'63'0,"0"0"-51"15,0 0 126-15,0 0 25 0,0 0 5 16,0 0 0-16,0 0-57 0,0 5-12 16,3 0-3-16,-3 1 0 0,0-1-29 0,3 0-7 0,-3 0 0 0,0 1-1 15,0-1-18-15,0 0-3 0,3 3-1 0,-3-3 0 16,0 3-13-16,0 0-4 0,3-2 0 0,-3 2 0 16,0 0-8-16,0-1-3 0,0 1 0 0,0 3 0 15,3 0 2-15,-3-1 0 0,0 3 0 0,3 1 0 16,-3-4 1-16,0 6 0 0,0-3 0 0,0 3 0 15,0-3-1 1,0 1 0-16,0-1 0 0,0 0 0 0,0-2-11 0,0 2 12 0,0-2-12 0,0-4 12 16,0 4-12-16,3-3 0 0,-3 0 9 0,3-3-9 15,-3 0 0-15,0 1 0 0,0-6 0 0,3 8 8 16,-3-8-8-16,0 0 0 0,3 2 0 0,-3-2-8 16,0 0-27-16,0 0-5 15,6 3 0-15,-6-3-1 0,3 0-137 0,3 0-27 0,0-3-6 16</inkml:trace>
  <inkml:trace contextRef="#ctx0" brushRef="#br0" timeOffset="60653.022">14475 2736 1698 0,'-3'-3'48'0,"0"-2"11"0,0 2-47 0,-3-2-12 0,3 2 0 0,0-2 0 15,-3 3 80-15,3-4 15 0,0 6 2 0,-3-8 1 16,0 8-33-16,3-8-6 0,-3 8-2 0,0-8 0 16,0 6-13-16,-3-4-4 0,3 1 0 0,-3 0 0 15,0 2-6-15,1-5-2 0,-1 3 0 0,-3 0 0 16,-3 2-4-16,3-5 0 0,-3 3-1 0,0-3 0 16,0 5 0-16,-3-5 0 0,1 3 0 0,-1-3 0 15,0 0-27-15,3 3 0 0,-3 2 0 0,0-5 0 16,-3 3 0-16,1-3 0 0,-4 3 0 0,0 2 0 15,0-5 0-15,-6 3 0 0,4 0 0 0,-1 2 0 16,-3-2 0-16,3 2 0 0,0 3 0 0,1 0 0 16,2 0 0-16,0 0 0 0,3 3 0 0,-3 2 0 15,4-5 0-15,-4 3 0 0,0-1 0 0,0 6 0 16,0 0 19-16,-3-5-2 0,1 5 0 0,-4 2 0 16,3 1-27-16,0 2-6 0,-2-2 0 0,2 2-1 15,3 0 17-15,0-2 0 0,0 2 0 0,1 3 0 16,-1-3 8-16,0 0 4 0,-3 1 2 0,0 1 0 0,1 1-14 15,-1-3 0-15,0-2 0 0,0 5 0 16,0-3-8-16,4 3-5 0,-1-3-1 0,0 3 0 0,3 3 14 16,0-3 0-16,3-3 0 0,-2 11 0 0,2-9 0 15,0 7 0-15,0-1 0 0,0-3 0 0,3 4 0 0,-3-4 0 16,4 6 0-16,-1-3 0 0,0-5 0 0,0 5 0 0,3-5 0 16,0 5 0-1,3-5 0-15,-3-3 0 0,6 3 0 0,-3 0 0 0,3 0 0 0,3 0 0 0,0 2 0 0,3 1 0 16,0 2 0-16,0 0 0 0,3-2 0 0,3 4 0 15,-3-1 0-15,3 1 0 0,3-7 0 0,0 5 0 16,0 1 0-16,0-9 0 0,0 3 0 0,3 0 0 16,3-1 0-16,-3-1 0 0,3-1 0 0,-1 3 0 15,1-6 0-15,0 4 0 0,0-1 0 0,3-3 0 16,-3-2 0-16,3 3 0 0,2-3 0 0,4 0 0 16,-3 2 0-16,6 1 0 0,-3-8 0 15,5 5 0-15,-2 0 0 0,3 2 0 0,0-2 0 0,0 3 0 16,-4-3 0-16,1 0 0 0,0 2 0 0,3-2 0 15,-1-5 0-15,7 5 0 0,0-6 0 0,6 4 0 16,-4-1 0-16,4 0 0 0,0-2 0 0,5 2 0 16,-5-5 0-16,3 3 0 0,-1-6 0 0,4 3 0 15,-3 0 0-15,2 0 0 0,4-5 0 0,-1 5 10 16,-2-3-10-16,-3-2 0 0,-4 0 0 0,4-1 0 16,0 1 0-16,-1 0 0 0,1 2 0 0,0-5-11 15,-4 3 11-15,-2 0 8 0,0-3-8 0,-1 5 11 0,1-5-3 16,-3 0-8-16,2 0 12 0,4 0-4 0,-6 3 2 0,-3 0 0 15,2-3 0-15,-2 5 0 0,-3-5 2 0,0 0 1 16,-7 3 0-16,4-3 0 0,-3 0 12 0,0-3 3 16,0 3 0-16,-4-2 0 0,4-1-28 0,0 1 0 0,0 2 0 0,-3-8 0 15,0 5 0-15,-1 1 0 0,1-6 0 0,0 3 0 16,-3-3 0-16,-3 0 0 16,3 3 0-16,-3-6 0 0,-4 3 56 0,1 0 7 15,0 3 1-15,-3-3 0 0,0 3-64 0,0 2 0 16,-3-7-12-16,0 7 2 0,0-2 10 0,-3 0 14 0,0 2-3 15,3-2-1-15,-6 2 2 0,3 1 0 0,0-1 0 16,-3 1 0-16,0-1-12 0,0-2-17 0,0 2 4 0,-3 1 1 16,3-1 12-16,-3-2 0 0,0 5 0 0,0-8 0 15,-3 6 0-15,3-1 0 0,-3-5 0 0,0 3 0 16,0 0 28-16,-3 2 9 0,0-2 2 0,0-3 0 16,0 0-31-16,0 5-8 0,-3-4 0 0,4 1 0 15,-4 4 0-15,0-3 0 0,0-3 0 0,0 8 0 16,0-8 0-16,-3 5 0 0,3 1 0 0,-3 2 0 15,0-3 0-15,1 1 0 0,-1 2 0 0,0 2 0 16,0-2 0-16,0 0 0 0,0 3 0 0,-3 3 8 16,3-6-8-16,1 2 0 0,-1 1 0 0,0 0 0 15,0-1 0-15,0 1 0 0,0 2 0 0,0-4 0 16,-3 1 0-16,4 1 0 0,-4 2 0 0,0-5 0 16,0 3 0-16,0 2 0 0,3-2 0 0,-3 2 0 15,0-2 0-15,1 3 0 0,2-4 0 0,-3 6 0 16,3-5 17-16,0 2 6 0,-3-2 1 0,3 2 0 15,3 3-24-15,-2-5 0 0,2 2 0 0,0-2 0 16,0 3 0-16,0-4 0 0,0 6 0 0,0-5 0 0,0 2 0 16,0-2 0-16,0 5 0 0,-2-3 0 0,2 3 0 15,0-5 0-15,0 5 0 0,0-3 0 16,0 1 0-16,0-1 0 0,0 0 0 0,0 3 0 16,0-2-17-16,0 2-8 0,1 0-2 0,-1-3 0 0,0 3 27 0,3 0-8 15,-3 0 8-15,0 0 0 16,3-5-33-16,-3 5-2 0,3-3 0 0,-3 3 0 15,3 0-74-15,0 0-15 0,-2-5-4 0</inkml:trace>
  <inkml:trace contextRef="#ctx0" brushRef="#br0" timeOffset="69845.667">20362 2786 1599 0,'0'0'33'0,"0"0"8"16,-3-5-33-16,0 2-8 0,0-2 0 0,1 2 0 0,-1-5 108 0,0 3 19 0,0 2 4 16,-3-2 1-16,3 0-50 0,0 2-10 0,-3-2-1 0,0 2-1 31,3-5-14-31,-3 3-2 0,0-3-1 0,-3 3 0 0,3 2-10 0,-3-5-3 0,3 3 0 0,-6 2 0 16,3-5-11-16,0 0-2 0,0 3-1 0,0 0 0 15,1-3-7-15,-4 5-2 0,3-5 0 0,-3 3 0 16,0-3-1-16,0 3-1 0,-3-3 0 0,3 5 0 15,-3-5-7 1,-3 3 0-16,4-3-8 0,-4 3 12 0,-3 2-12 0,3-5 0 0,-6 3 0 0,3 2 0 16,-2 1 0-16,-1-1 8 0,0 3-8 0,0 0 0 15,3 0 0-15,3 0 8 0,-2 0-8 0,-1 3 0 16,3-3 0-16,-3 0 0 0,-3 0 0 0,0 2 0 16,1 1 0-16,-4 2 0 0,-3-2 0 0,0 5 0 15,1-3 0-15,-1 3 0 0,0 5 0 0,0-5 0 16,3 0 0-16,4 3 0 0,-1 2 0 0,-3 0 0 15,0-2 8-15,0-1-8 0,1 6 11 0,-4-3-11 16,-3-2 0-16,0 2 0 0,-2 0 0 0,-1 3-12 16,6-5 21-16,-3 7 5 0,4-7 1 0,-1 8 0 15,0-4-24-15,3 1-5 0,-2 0-1 0,-1 5 0 16,0 1 24-16,0 1 5 0,1 4 1 0,-1-1 0 16,3 1-15-16,0-3 0 0,3 2 0 0,4 0 0 15,-1-4-11-15,3 4-5 0,3-7 0 0,3 2-1 16,3 0 17-16,0 0-8 0,0 0 8 0,6 0 0 15,0 6 9-15,0-1 9 0,3 3 2 0,3-5 0 16,0 5-20-16,3-5 0 0,3 3 0 0,0-1 0 16,3-5 0-16,3 0 0 0,0 1 0 0,3-1 0 15,2-5 0-15,4-3 0 0,0 3 0 0,3-3 0 16,-3 3-13-16,3 0-7 0,-1 0 0 0,-2 0-1 0,3-3 21 0,-3 3 0 16,3-3 8-16,-1 0-8 0,4 0 18 0,3 1-2 0,3-1 0 0,-1-3 0 15,1 1-16-15,3 2 0 0,-4-5 0 0,4 0 0 16,-3-3 0-16,0 3-9 0,-1 0 1 0,4-5 0 15,0 2 8-15,5-2 11 0,1-1-3 0,0 1 0 16,-4 0-8-16,1-3 0 0,-3 0 0 0,2 0 0 16,-2 0 0-16,3-3 0 0,5 0 0 0,-2 1 0 15,-3-1 0-15,-1-2 0 0,1 2 0 0,3-5 0 16,-7 0 0-16,1 3 0 0,0-3 0 0,2 0 0 16,-2 0 0-16,3 0 0 0,-1 3 0 0,1-3 0 15,-6 0 0-15,-3 0 0 0,-1 0 9 0,1 0-9 16,-3 3 8-16,3-8-8 0,-4 2 10 0,1 1-10 15,0-1 16-15,0 3-2 0,-1-2-1 0,-2 2 0 16,0 0 1-16,-3 5 0 0,0-8 0 0,-4 6 0 16,1 0-1-16,-3-3 0 0,0-3 0 0,-3 3 0 15,-3-2 1-15,0 2 0 0,0-8 0 0,-1 5 0 16,-2 1 2-16,0-6 0 0,0 3 0 0,0-3 0 16,-3-3-2-16,0 1 0 0,0-1 0 0,-3-2 0 15,3 3-1-15,-6-4 0 0,3 1 0 0,-3 0 0 16,0 0-2-16,0 2-1 0,-3 1 0 0,0 2 0 15,0-3-10-15,0 6 12 0,-3-5-12 0,0 2 12 16,0 0-12-16,0 0 0 0,-3-5 9 0,0 0-9 16,0 0 0-16,-2 2 8 0,2-2-8 0,-3-6 0 0,0 9 0 15,-3-9 8-15,3 1-8 0,-6 5 0 16,0 0 0-16,-3-1 0 0,1 7 0 0,-4-7 8 16,-3 7-8-16,0 1 0 0,0 1 0 0,1 3 0 0,-1-4 0 15,0 4 0-15,3 4 0 0,0-7 0 0,1 3 0 16,-1-1 0-16,0 0 0 0,-3-2 0 0,-3 5 0 0,1 0 0 15,-4-5 0-15,0 5-8 0,0 0-4 16,4 0 0-16,-1 3 0 0,-3-3 0 16,6 3-12-16,4-1-2 0,-1 4-1 0,0-1 0 15,0 3-20-15,0-5-4 0,0 5-1 0,-2 0 0 16,2 5-138-16,0-5-28 0,0 3-6 0</inkml:trace>
  <inkml:trace contextRef="#ctx0" brushRef="#br0" timeOffset="70908.879">13314 3064 1465 0,'0'0'30'0,"0"0"9"0,0 0-31 0,0 0-8 0,0 0 0 0,0 0 0 16,0 0 71-16,0 0 13 0,0 0 2 0,-3 8 1 15,-3-5-53-15,3 5-10 0,0 2-3 0,0 6 0 16,-3-5-12-16,3 2-9 16,-3 3 12-16,3 2-12 0,-3-2 0 0,0 3 0 15,3-1 0-15,-3-2 0 16,0 5 0-16,0-8-12 0,3 6 0 0,-3-1 0 16,0 1-12-16,1-3-3 0,2 2 0 0,-3-7 0 0,3 2 15 0,-3 0 4 0,3-2 0 0,0-3 0 15,0 3 8-15,-3-9 0 0,6-2 0 0,0 0-8 16,0 0 8-16,0 0 14 0,0 0-3 0,-3-2-1 15,3-9 10-15,0 0 3 0,0-2 0 0,0 0 0 16,3-3 3-16,3 0 1 0,0 0 0 0,0-2 0 16,0-1 4-16,3 3 1 0,-1-2 0 0,4-1 0 15,-3 1 1-15,0-3 1 0,3 2 0 0,-3-7 0 16,3 2-1-16,-3 3 0 16,0-3 0-16,0-3 0 0,0 9 1 0,0-3 0 0,0-3 0 15,-1 5 0-15,1 4-4 0,0-1-1 0,0 2 0 0,0 1 0 16,-3 5-9-16,3 6-3 0,0-6 0 0,0 8 0 15,-3 0-3-15,3 0-1 0,-3 0 0 0,0 8 0 16,0 0-5-16,3-1 0 0,0 7-8 0,-4 2 12 16,1 5-12-16,3-5 8 0,-3 5-8 0,3 0 0 15,-3-3 8-15,0 1-8 0,0 0 0 0,-3-1 0 16,3 1 0-16,-3-1 0 0,0-2 0 0,-3 0 0 16,3-3 0-16,-3 0 0 0,-3 3-13 0,3-3 4 15,-3 3-7-15,0 0-2 0,0-5 0 0,-3 7 0 16,0-7-19-16,3 2-4 0,-3 0-1 0,0-2 0 15,0 2-95-15,-3 0-19 0,3-7-4 0</inkml:trace>
  <inkml:trace contextRef="#ctx0" brushRef="#br0" timeOffset="71169.435">13296 3220 1814 0,'0'0'52'0,"0"0"10"0,0 0-50 0,0 0-12 0,0 0 0 0,6-5 0 15,-3 2 78-15,3 3 13 0,-3 0 2 0,3 0 1 16,-3-5-34-16,3 5-6 0,3-3-2 0,-3 3 0 16,3 0-23-16,-1-2-5 0,1 2 0 0,3 0-1 15,0 0-23-15,0 0 9 0,3 0-9 0,-3 0 0 16,3 0 10-16,0 0-10 0,0 0 8 0,-1 0-8 15,1 0-30-15,3 0-11 0,-3 0-3 0</inkml:trace>
  <inkml:trace contextRef="#ctx0" brushRef="#br0" timeOffset="71360.111">13757 3035 1997 0,'0'0'41'0,"0"0"11"0,0 0-41 16,0 0-11-16,-6-5 0 0,6 5 0 0,0 0 93 0,-3-6 17 0,3 6 3 0,0 0 1 16,0 0-61-16,0 0-12 0,0-2-2 0,0 2-1 15,0 0-27-15,0 0-11 0,0 0 8 0,0 0-8 32,0 0-12-32,0 0-8 0,0 0-2 0</inkml:trace>
  <inkml:trace contextRef="#ctx0" brushRef="#br0" timeOffset="71555.714">13734 3302 1997 0,'0'0'56'0,"0"0"13"0,0 0-55 0,0 0-14 0,0 0 0 0,0 0 0 15,0 0 75-15,0 0 12 0,0 0 2 0,0 0 1 16,0 0-57-16,0 0-11 0,0 0-2 0,0 0-1 15,0 0-19-15,0 0 8 0,0 0-8 0,2 3 0 16,-2-3-92-16,6 0-24 0,0 2-6 0</inkml:trace>
  <inkml:trace contextRef="#ctx0" brushRef="#br0" timeOffset="72244.919">14213 3120 1580 0,'0'0'67'16,"0"0"-54"-1,-6-3 90-15,0 3 17 0,0-5 4 0,6 5 1 16,-6 0-39-16,6 0-8 0,-6 0-2 0,6 0 0 16,-6 0-32-16,0 0-6 0,6 0-2 0,-9 5 0 15,6-2-16-15,-3 2-4 0,3-2-1 0,-3 5 0 16,3 2-15-16,0-2 8 0,-3 3-8 0,3-1 0 16,0 1 8-16,0-1-8 0,3 1 0 0,-3 2 0 15,3-2 0-15,-3-1 0 0,3 1 0 0,0 2 0 16,-2-5 0-16,2 5 0 0,0-2 0 0,2 2 0 0,1 0 0 15,0-2 0-15,0 2-8 0,0 0 8 16,3-5 0-16,0 3 0 0,0 0-8 0,0-4 8 0,3-4 0 16,0 2 0-16,0 1 0 0,3-4 0 15,0-2 0-15,3 0 0 0,0-2 10 0,2-1-2 0,1 0 7 16,0-5 1-16,0 1 1 0,0-1 0 16,0 0-1-16,0-3-1 0,-1 3 0 0,-2-2 0 0,-3-1 13 0,0 0 4 0,-3 1 0 15,0-1 0-15,0-2 25 0,0 2 6 0,-3 1 1 0,0-1 0 16,0 3-52-16,-3-5-12 0,0 5 0 0,0-5 0 15,-3 2 0-15,-3 3 0 0,3-2 0 0,-3 2 0 16,-3-3 54-16,3 6 8 0,-3-8 2 0,-3 5 0 16,-3 3-52-16,3-3-12 0,-3 5 0 0,-3-2 0 15,-3 2 0-15,4-2 0 0,-7 5 0 0,0-3 0 32,3 3-48-32,-3 3-13 0,0-3-3 0,0 5 0 0,1-2-67 0,2 2-13 0,0 3-4 0</inkml:trace>
  <inkml:trace contextRef="#ctx0" brushRef="#br0" timeOffset="75214.931">19148 3083 1451 0,'0'0'30'0,"0"0"7"0,-6 5-29 0,6-5-8 0,-3 3 0 0,0 4 0 16,0-1 76-16,3 2 13 0,-3 0 3 0,3 2 1 15,0 1-42-15,0 2-9 0,0-2-2 0,0 2 0 16,0 0-26-16,0 0-6 0,0 3 0 0,0-5-8 15,0 2 8-15,0 3-8 0,0-3 0 0,0 0 0 16,0 3 0-16,0-5 0 0,0 2 0 0,0 0 0 16,0 0 8-16,0-5-8 0,0 0 0 0,0 0 0 15,0 0 10-15,0-2-10 0,0-6 8 0,0 0-8 16,0 0 23-16,0 0-1 0,0 0 0 0,0 0 0 16,0 0 14-16,-6 0 2 0,3-8 1 0,0 0 0 15,0-3-10-15,0 0-1 0,3-2-1 0,0 0 0 0,0-3-5 0,0 3-1 0,3-3 0 16,-3 0 0-16,6-5 2 0,-3 5 0 15,3-8 0-15,0 3 0 0,3 0-11 0,0-5-1 16,3 2-1-16,0 0 0 0,0-3 24 0,3 4 5 0,-1-1 1 16,1 3 0-16,0 5-16 0,0-5-2 0,3 7-1 0,-3 4 0 15,0-3 1-15,3 5 0 0,-4 0 0 16,1 2 0 0,-3 4-9-16,0-4-1 0,0 6-1 0,-3 0 0 0,0 6-11 0,0-4 0 0,0 4 0 0,-6 2 0 15,3 0 0-15,-3-1 0 0,-3 7 0 0,0-1 0 16,0 3 0-16,-3 0 0 0,-3 0 0 0,0 5 0 15,0-8-12-15,-3 3-4 0,0 0 0 0,-3 0-1 16,3-1-6-16,-6-1-1 0,3-1 0 0,-3 0 0 16,4-2 14-16,-4 2 10 0,0-5-13 0,3 0 5 15,0 0 8-15,0-3 0 0,3 0 0 0,0 1-8 16,3-4 8-16,0 1 0 0,6-3 0 0,0 0 0 16,0 0 0-16,0 0 0 0,0 0 0 0,0 0 0 15,0 0 0-15,6-3-8 0,3 1 8 0,-3-1 0 16,3 0 0-16,3 1 0 0,-3 2 0 0,3-3 0 15,0 3 16-15,3-5 0 0,-4 5-1 0,1-3 0 16,0 3 0-16,0 0 0 0,-3 0 0 0,3 3 0 16,-3 2-7-16,0-5-8 0,-3 3 11 0,3 2-11 15,-3 0 0-15,0 3 0 0,-3 0 0 0,0-5 0 16,0 5 0-16,-3 2 0 0,0 1 0 0,0 2 0 16,-3-5-10-16,0 5 1 0,-3 3 0 0,0-5 0 0,-3 2-5 0,0 3-1 15,0-3 0-15,0 0 0 0,-3 1 4 16,0 1 1-16,0-7 0 0,-3 3 0 0,4 0 10 15,-4-3 0-15,0-1 0 0,0 1-8 0,3 0 8 0,-3-2 0 0,3 2 0 16,0-8 0-16,0 2-16 0,3 1 1 0,1-3 1 0,-1 0 0 31,3-3-27-31,0 1-6 0,3-4-1 0,3-2 0 16,0-2-149-16,0 4-31 0,6-9-5 0</inkml:trace>
  <inkml:trace contextRef="#ctx0" brushRef="#br0" timeOffset="75464.629">19663 2998 2325 0,'0'-8'66'0,"3"3"14"16,-3-3-64-16,0 2-16 0,3-1 0 0,0 1 0 16,-3-2 97-16,3 6 16 0,0-4 3 0,-3 4 1 15,0 2-47-15,0 0-10 0,3-8-1 0,-3 8-1 16,0-6-32-16,0 6-6 0,0 0-2 0,0 0 0 15,0 0-27-15,3-5-6 0,-3 5-1 0,0 0 0 16,0 0 25-16,0 0 5 0,0 0 1 0,0 0 0 16,3 5-75-16,0 1-16 0,0 2-2 0,0 0-1 15,-3 2-115-15,3 3-23 0,-3 3-5 0</inkml:trace>
  <inkml:trace contextRef="#ctx0" brushRef="#br0" timeOffset="75654.655">19630 3342 2024 0,'0'0'42'0,"0"0"10"0,0 0-41 0,0 0-11 0,0 0 0 0,0 0 0 16,0 0 116-16,0 0 22 0,0 0 4 0,0 0 1 15,0 0-64-15,3 3-13 0,-3-3-2 0,6 7-1 16,-6-7-31-16,6 0-7 0,-6 0-1 0,6 0 0 16,-3 0-16-16,-3 0-8 0,6 0 0 0,-6 0 8 15,6 0-8-15,-6 0 0 0,3 0 0 0,-3 0 0 16,0 0-103-16,6 0-13 0,-6 0-2 0</inkml:trace>
  <inkml:trace contextRef="#ctx0" brushRef="#br0" timeOffset="76184.477">20178 2990 1774 0,'0'-5'75'0,"0"-1"-60"15,0 4 101-15,0-6 20 0,0 3 4 0,0 5 0 16,0-6-13-16,0 6-3 0,0 0-1 0,0 0 0 15,0 0-62-15,0 0-12 0,0 0-2 0,0 0-1 16,0 0-26-16,3 11-4 0,-3-3-2 0,0 2 0 16,0 4-14-16,0 1 11 0,0 4-11 0,0-3 10 15,-3-3-10-15,3 6 8 0,0-4-8 0,0 7 8 16,-3-6-8-16,3 2 0 0,0 3 0 0,-3-5 0 16,0 5 0-16,3-5 0 0,-3 0 0 0,0 5 0 15,0-8 0-15,3 3 0 0,0 0 0 0,-3 0 8 16,0 0-8-16,3-3 0 0,-3 3 0 0,3-3 0 15,0 0 0-15,-3-2 0 0,3 2 0 0,0 1 0 16,0-7-97-16,3-1-15 0,-3 2-4 0</inkml:trace>
  <inkml:trace contextRef="#ctx0" brushRef="#br0" timeOffset="111702.249">22339 7742 1033 0,'0'0'44'15,"0"0"-36"1,0 0 72-16,0 0 15 0,0 0 2 0,0 0 1 15,0 0-10-15,-3-5-3 0,3 2 0 0,0 3 0 0,-3-5-11 0,3 5-2 0,-3-3-1 0,3 3 0 32,-3-5-21-32,3 5-4 0,-3-3-1 0,3 3 0 0,0 0-2 0,-3-2-1 0,3 2 0 0,-6-3 0 15,6 3-9-15,-6-5-1 0,3 5-1 0,3 0 0 16,-6-3-4-16,0 3-1 16,0-2 0-16,-3 2 0 0,6-3-8 0,-3 3-2 0,0 0 0 0,1 0 0 15,-1 0-8-15,0 3-8 0,0-3 12 0,0 2-12 16,0-2 13-16,0 0-4 0,0 3-1 0,0-1 0 15,0 1-8-15,0-3 0 16,0 3 0-16,0-1 0 0,-3 1 0 0,3 2 8 0,-3-5-8 16,0 3 0-16,3 2 0 0,0-2 0 15,0 2 8-15,1-2-8 0,-1 2 0 0,0 0 0 0,3 1 0 0,0-1 8 16,0 0-8-16,0-2 0 0,0 5 0 0,0-3 0 16,3 3 8-16,0-3-8 0,0 3 0 0,0 0 8 15,0 0-8-15,0 0 0 0,3 0 9 0,-3 0-9 16,3 3 0-16,0-3 9 0,0 2-9 0,0-2 0 15,0 3 0-15,0-1 0 0,0 1 0 0,0-1 0 16,0-2 0-16,2 3 0 0,1-3 0 0,0 2 0 16,0-2 0-16,0 0 0 0,0-2 0 0,3 2 0 15,0-3 0-15,-3 0 0 0,3 3 0 0,-3-3 0 16,3-2 0-16,0 2 0 0,0-2 0 0,0 0 0 16,3-1 8-16,-4-2-8 0,4 0 0 0,0 3 0 15,0-3 9-15,0 0-9 0,0-3 0 0,0 3 9 16,0-2 1-16,0-1 0 0,0 0 0 0,0-2 0 15,-1 0 11-15,1-1 3 0,0 1 0 0,0 0 0 0,0-3 3 16,-3 0 1-16,0 0 0 0,3-3 0 0,-3 1 0 16,-3-3 0-16,3-1 0 0,0 1 0 0,-3 0-4 15,2-3-1-15,-5 3 0 0,3 0 0 16,0-1-4-16,-3 4-1 0,0-3 0 0,0 2 0 0,0 0-5 16,-3 1-1-16,0 2 0 0,-3-3 0 15,3 3 0-15,-3 3-1 0,-3-3 0 0,3 0 0 0,-6 3-11 0,4-3 0 0,-4 3 9 0,0-1-9 16,-3 1 0-16,0 2 0 0,-3-2 0 0,3 3 8 15,-3-1-8-15,-3 3 0 0,3 0 0 0,-5 0 0 16,5 0-27 0,-3 0 0-16,0 3 0 0,0-1 0 15,3 1-90-15,-3 2-19 0,3-2-3 0</inkml:trace>
  <inkml:trace contextRef="#ctx0" brushRef="#br0" timeOffset="116177.598">23035 7528 1706 0,'0'0'36'0,"0"0"7"0,0 0-35 0,0 0-8 0,0 0 0 0,0 0 0 16,0 0 81-16,0 0 15 0,0 0 2 0,0 0 1 15,0 0-38-15,0 0-7 0,0 0-2 0,0 0 0 16,0 0-17-16,0 0-4 0,0 0-1 0,0 0 0 15,0 5-6-15,0 0 0 0,0 3-1 0,0 0 0 16,0 0-7-16,0 0 0 0,-3 3-1 0,3-3 0 16,0 5-15-16,0-2 8 0,0 2-8 0,0 0 0 15,0-2 0-15,0 4 0 0,0-1 0 0,0 2 0 16,0-3 0-16,0 3 0 0,0 0 0 0,0-1 0 16,0 1 8-16,0 0-8 0,0 3 0 0,0-3 0 15,0-1 0-15,-3 1 0 0,3 0 0 0,0 0 0 0,0-3 0 16,0 1 0-16,0-4 0 0,0 3 0 0,0-2 0 15,0 0 0-15,0-4 0 0,0 1 0 0,0-2 0 16,0 2 0-16,0-6 0 0,0-2 0 16,0 0 0-16,0 0 8 0,0 0-8 0,0 0 0 0,0 0 0 15,0 0 0-15,0 0 0 0,0 0 0 0,0 0 9 0,0 0-1 16,0 0 0-16,0 0 0 0,0 0 0 0,0 0-8 0,0 0 12 16,0-5-4-16,0-3 0 0,-3 0-8 0,3 0 12 0,0 0-4 15,0 0 8-15,-2 0 0 0,2 0 1 0,0 0 0 16,-3-2-2-16,0-1-1 0,3 1 0 0,-3 2 0 15,0-3-3-15,-3 3-1 0,3 0 0 0,-3-2 0 16,3 2-10-16,-3 0 10 0,0 0-10 0,-3 0 10 16,3 3-10-16,-3-1 0 0,0-2 9 0,0 3-9 15,0 3 0-15,-3-1 0 0,3 0 0 0,-3 1 0 16,4 2 0-16,-4-3 0 0,3 3 0 0,-3 3 0 16,3-1 0-16,0 1 0 0,0 2 0 0,-3-2 0 15,3 5 0-15,0-3 0 0,0 3 0 0,0 3 0 16,0-3 0-16,4 2-8 0,-4 1 8 0,3 2 0 15,3-3-8-15,-3 4 8 0,0-4-8 0,3 4 8 16,0-4 0-16,0-2 0 0,3 3 0 0,0-1 0 16,0-2 0-16,0 0 0 0,3 3 0 0,0-3 0 15,0-3 0-15,3 0 0 0,0 0 0 0,0 1 0 16,3-1 0-16,-1-2 11 0,4-1-1 0,0 4 0 16,0-6 9-16,3 2 1 0,-3-2 1 0,3 0 0 15,0 0-9-15,-3 0-1 0,3 0-1 0,-1 0 0 16,1-2-10-16,0 2 0 0,0-3 0 0,0 0 8 0,-3 3-8 15,0-2-17-15,0 2 4 0,-3-3 1 16,0 3-178-16,-1-3-35 0</inkml:trace>
  <inkml:trace contextRef="#ctx0" brushRef="#br0" timeOffset="122266.751">12713 3146 1644 0,'-12'3'34'0,"12"-3"9"0,-6 0-35 0,6 0-8 0,-6 5 0 0,0-5 0 16,0 0 91-16,0 0 16 0,0 0 3 0,-3 0 1 16,3 0-38-16,-3 0-7 0,0 3-2 0,0-3 0 15,0 0-23-15,0 0-5 0,0 0 0 0,-2 0-1 16,-1 0-5-16,-3 5-1 0,0-5 0 0,0 0 0 16,-3 0 0-16,0 0 0 0,-3 0 0 0,-2-5 0 15,-1 2-11-15,0 3-2 0,0-8-1 0,-3 8 0 16,1-10 4-16,-1 4 1 0,-3 1 0 0,0-8 0 15,1 2-20-15,2-2 0 0,-3 0 0 0,-3-3 0 16,3 0 0-16,1-5 0 0,-4 0 0 0,0-1 0 16,0-1 0-16,4 1 0 0,-4-1 0 0,6-4 0 15,0 3 0-15,4 1 0 0,2-7 0 0,3 1 0 16,0-2 0-16,6 1 0 0,0-4 0 0,3 2 0 16,3 3 0-16,3-8 0 0,0 3 0 0,0 2 0 15,3 3 0-15,3 0 0 0,0-6 0 0,0 9 0 16,3-3 0-16,0 0 0 0,0 0 0 0,3 2 0 15,3 1 14-15,0-3-1 0,3-1 0 0,3 1 0 16,0 3-13-16,2 2 0 0,1 3 0 0,3 2 0 16,0-2 11-16,0 3-11 0,2 2 12 0,4-3-12 0,-3 6-9 15,0-3-9-15,0 3-2 0,2 0 0 0,1 2 37 16,0 1 7-16,3 2 2 0,2 0 0 0,-2 0-26 0,3 0 0 0,-1 3 0 16,1 2 0-16,-3-2 0 0,-3 2 0 0,-1 3 0 0,4 0 0 15,-3 0-20-15,3 3-4 0,-4-3 0 0,4 5 0 16,0-2 24-16,0 2 0 0,-1 0 0 0,-2 3 0 15,0-5 16-15,-3 5 8 0,0 0 2 0,-1 2 0 16,-2-2-26-16,-3 0 0 0,0 0 8 0,0 5-8 16,2-5 0-16,-2 0 0 0,0 0 0 15,0 5 8-15,0-5-8 0,0 8 0 0,0-3 0 0,-1-2 0 16,-2 7 32-16,0-2 2 0,0 0 0 0,0 5 0 16,-3-5-34-16,0 5 0 0,-1 1 0 0,1-4 0 15,-3 3 0-15,0 0 0 0,0-5 0 0,0 3 0 16,0-1-16-16,-3-2-9 0,0 3-3 0,-3-3 0 15,3-1 45-15,-3-1 9 0,0-1 2 0,-1 3 0 16,1-6-28-16,0 1 0 0,-3 0 0 0,0 2 0 16,0 0 0-16,0-5 0 0,0 3 0 0,0 2 0 15,-3 0 0-15,3-5 0 0,-3 0 0 0,3 5 0 16,-3-5 0-16,0-5 0 0,3 2 0 0,-3 0 0 16,0-5-46-16,0 0-14 0,0 0-4 0,0 0 0 15,0 0 0-15,0 0 0 0,0 0 0 0,0 0 0 16,0 0-153-16,0 0-31 0</inkml:trace>
  <inkml:trace contextRef="#ctx0" brushRef="#br0" timeOffset="122765.973">13183 2482 1337 0,'0'0'28'0,"0"0"6"0,0 0-34 0,0 0 0 0,0 0 0 0,-3-5 0 15,3 5 124-15,0 0 17 0,0 0 4 0,-3-3 1 16,3 3-51-16,0 0-11 0,0 0-1 0,0 0-1 16,0-5-20-16,0 5-4 0,0 0-1 0,0 0 0 15,6-6-22-15,-6 6-5 0,3 0-1 0,-3 0 0 16,6 0-13-16,0 0-2 0,-3 3-1 0,3 0 0 15,0 2-4-15,-3-5-1 0,3 8 0 0,-1-5 0 16,1 2-8-16,0 3 0 0,0-6 0 0,0 4 8 16,0 2-8-16,0-3 0 0,0 3 0 0,0 0 0 15,-3 0-9-15,3 0-7 0,0 0-2 0,0-3 0 16,0 3 30-16,-3 0 7 0,3-3 1 0,0 3 0 16,-3 0-20-16,3-5 0 0,-3 2 0 0,0 0 0 15,3-2 8-15,-3 2-8 0,3-2 0 0,0-3 0 16,-4 5 18-16,1-5-3 0,3 0-1 0,-3 0 0 15,0 0 10-15,3-5 3 0,-3 2 0 0,0 3 0 16,3-5 29-16,-3 2 7 0,0-5 1 0,3 3 0 16,-3-3-52-16,0 3-12 0,3-3 0 0,-3-3 0 0,0 1 0 0,3-1 0 15,-3 3 0-15,3-5 0 16,0 0 0-16,0 2 0 0,0-2 0 0,-3 5 0 0,3-5 0 0,3 5 0 0,-3-5 0 0,-1 5 0 16,1-3 0-16,0 6 0 0,0-3 0 0,0 0 0 31,0 0-116-31,3 3-25 0,-3-3-6 0</inkml:trace>
  <inkml:trace contextRef="#ctx0" brushRef="#br0" timeOffset="124390.261">10799 2011 1824 0,'0'0'38'0,"-6"-3"8"16,0 1-37-16,3 2-9 0,-3-3 0 0,0 3 0 15,0 0 104-15,0-5 20 0,0 5 3 0,0 0 1 16,0 0-52-16,0 5-9 0,0-5-3 0,-3 3 0 16,3-1 0-16,-3 1 0 0,3 2 0 0,0-2 0 15,-3 5-51-15,4 0-13 0,-1 0 0 0,0 2 0 16,0 1 0-16,0 2 0 0,3 0 0 0,-3 3 0 15,3-3 0-15,3-2 0 0,-3 5 0 0,0 2 0 16,3-7 0-16,3 8 0 0,0-4 0 0,0-1 0 16,3 2 0-16,0-6 0 0,0 1 0 0,3-1 0 15,-3 3 0-15,2-5 0 0,4 0 0 0,-3-2 0 16,3 2 0-16,-3-8 0 0,3 2 0 0,0-2 0 16,0 0 0-16,0-2 0 0,0 2 0 0,0-6 0 0,-1 4 0 0,1-6 0 15,0 0 0-15,-3 2 0 0,3-1 0 0,-3-7 0 0,0 6 0 16,0-5 0-16,-3 3 54 0,0-4 8 0,0-2 2 15,0 1 0-15,-3 1-52 0,0-2-12 0,0-5 0 0,0 5 0 16,-3 3 33-16,0-3 4 0,0 3 1 0,0-3 0 16,-3 3-26-16,0 0-4 0,0 2-8 15,-3 3 11-15,3-5-11 0,-3 5 0 16,-3-5 9-16,3 5-9 0,-3 3 0 0,0-3 0 0,0 0-12 16,-3 5 4-16,0 3-20 15,3-5-4-15,-3 5-1 0,1 5 0 16,-1-5-99-16,0 8-20 0,0-5-4 0</inkml:trace>
  <inkml:trace contextRef="#ctx0" brushRef="#br0" timeOffset="125711.923">11159 1672 1580 0,'3'-2'67'16,"-3"2"-54"-1,3-6 92-15,0 4 19 0,0-4 3 0,0 1 1 16,-3 5-52-16,3-3-9 0,-3 3-3 0,3 0 0 15,-3 0 0-15,0 0 0 0,3-5 0 0,-3 5 0 16,0 0 0-16,0 0 0 0,6 0 0 0,-6 0 0 16,2 0-51-16,-2 0-13 0,3 5 0 0,0 3 0 15,0-2 0-15,0 2 0 0,0 0 0 0,0 2 0 16,0 3 0-16,0 3 0 0,0 3 0 0,0-3 0 16,-3 0 0-16,0 5 0 0,3-5 0 0,-3 5 0 0,0 0 0 15,3-5 0-15,0 5 0 0,-3 0 0 0,0-5 0 16,3 0 0-16,-3 0 0 0,0 0 0 0,3 2 0 0,-3-2 0 15,3-3 0-15,-3-5 0 0,0 3 0 0,3-1 0 16,-3-2 0-16,0 0 0 0,3 0 0 0,-3 0 0 0,3-3 0 0,-3-5 0 16,0 0 0-16,0 0 0 15,0 0 0-15,0 0 0 0,0 0 0 0,0 0 0 0,0 0 0 16,0 0 0-16,0 0 0 0,0-5 0 0,0-3 0 16,0 3 0-16,-3-3 0 0,3 0 0 0,-3 0 0 15,-3 0 0-15,3 0 54 0,-3 0 8 0,3 0 2 16,-3 3 0-16,-3-3-52 0,3 0-12 0,-3 0 0 0,1 3 0 15,-1-3 0-15,0 3-12 0,-3 2 3 0,3 3 0 16,-3-5 9-16,3 5 12 0,-3 5-2 0,0-5-1 16,3 0-9-16,0 3 0 0,0 2 0 0,0 3 0 15,4-3 0-15,-1 3 0 0,0 0 0 0,0 0 0 16,3 0 0-16,0 5 0 0,0-5 0 0,3 3 0 16,0-1 0-16,3 1 0 0,0 2 0 0,0 0 0 15,3-5-22-15,0 3-6 0,0-1-2 0,2-2 0 16,1 0 30-16,0 0 0 0,3-2 0 0,0 1 0 15,-3-4 0-15,3 2 0 0,0-5 0 0,0 0 0 16,3 0 0-16,0 0 0 0,-4 0 0 0,4 0 0 16,0-5-33-16,0 2-1 0,0-2 0 0,-3 0 0 15,3 2-126-15,-6-5-26 0</inkml:trace>
  <inkml:trace contextRef="#ctx0" brushRef="#br0" timeOffset="135702.922">14067 1524 1652 0,'0'0'34'0,"-3"-3"9"0,3 3-35 0,-3-5-8 0,3 5 0 0,0 0 0 16,-3-5 108-16,3 5 20 0,0 0 4 0,0 0 1 16,0 0-41-16,0 0-8 0,0 0-1 0,0 0-1 15,0 0-32-15,0 0-6 0,0 0-2 0,3 10 0 16,0-2-15-16,-3 0-3 0,3 0-1 0,-3 5 0 15,3-2-11-15,-3 2-3 0,0 3 0 0,0 0 0 16,0 3-9-16,0-4 8 0,0 7-8 0,0 7 8 16,0-5-8-16,0-1 0 0,-3 6 0 0,3-2 8 15,0-1-8-15,-3 1 12 0,3 2-12 0,-3-5 12 16,3 0-12-16,-3 2 0 0,3-5 0 0,-3 3 0 16,3-3 0-16,-3 3 0 0,0-3 0 0,3 3 0 15,-3 2 0-15,3-2 0 0,-3-3 0 0,3 3 0 16,0 0 0-16,-3-5 0 0,3-1 0 0,-3 3 0 15,3-5 0-15,-3 3-17 0,3-9 4 0,-3 3 1 16,3 1-32-16,-3-4-7 0,3 1-1 0,0-1 0 16,-3-4-163-16,3 2-33 0,0-6-6 0</inkml:trace>
  <inkml:trace contextRef="#ctx0" brushRef="#br0" timeOffset="136035.917">13876 2315 2024 0,'0'0'42'0,"-3"-2"10"0,0-4-41 0,3 6-11 0,-3-2 0 0,3 2 0 15,0 0 113-15,0 0 21 0,0 0 4 0,0 0 1 16,0 0-60-16,0 0-12 0,0 0-3 0,0 0 0 16,0 0-51-16,0 0-13 0,0 0 0 0,0 0 0 15,3 2 0-15,3 4 0 0,0 2 0 0,-3-1 0 16,3 1 0-16,0 0 0 0,0 0 0 0,0 0 0 15,0 3 0-15,3-3 0 0,-3 0 0 0,3 5 0 16,0-5 0-16,-3-5 0 0,3 4 0 0,0 1 0 16,0-5 0-16,-3 5 0 0,2-8 0 0,-2 3 0 15,3 2 0-15,-3-5 0 0,0 0 0 0,3 0 0 16,0-5 0-16,-3 5 0 0,3-3 0 0,0 3 0 16,-3-8 0-16,3 3 0 0,-3-1 0 0,3-1 0 15,-3-4 0-15,0 0 0 0,3 1 0 0,-4-3 0 16,4-3 0-16,0 0 0 0,0 3 0 0,-3-11 0 15,0 3-164-15,3-1-36 0</inkml:trace>
  <inkml:trace contextRef="#ctx0" brushRef="#br0" timeOffset="137792.71">14487 1381 2310 0,'0'0'48'0,"0"0"11"0,0 0-47 0,0-5-12 0,0 5 0 0,0 0 0 16,0 0 53-16,0 0 9 0,0 0 2 0,0 0 0 16,0 0-17-16,-3 8-3 0,3 5-1 0,0-2 0 15,0 7-32-15,3-2-11 0,-3 5 0 0,0 0 9 16,0-2-9-16,0 7 0 0,0-2 0 0,3 0 0 15,-3 2 0-15,0-4-9 0,3 1 9 0,-3 1 0 16,0-3-40-16,3 1 0 0,-1-1-1 0,-2-3 0 16,0 1 49-16,3-9 9 0,-3 4 3 0,0-1 0 15,0-5-20-15,-3 0 8 0,3-8-8 16,0 0 0-16,0 0 40 0,0 0 0 0,0 0 1 0,0 0 0 16,0-8-33-16,-2-5-8 0,2-1 0 0,0 4 0 15,2-11 0-15,-2 5 0 0,3-5 0 0,-3-3 0 16,3 3 0-16,0-1 0 0,3-1 0 0,-3-7 0 15,0 4 10-15,3-3 0 0,-3-3 0 0,3 0 0 16,0 3-1-16,0 0 0 0,0 0 0 0,0 0 0 16,0 5 2-16,3-2 0 0,-3 10 0 0,0-5 0 15,0 5 18-15,0 3 4 0,3 2 1 0,-3 6 0 16,0-3-34-16,2 0 0 0,-2 3 0 0,0 2 0 0,3 3 0 16,-3-5 0-16,0 5 0 0,3 5 0 0,-3-5-8 0,0 3-9 15,0 2-2-15,0 3 0 0,-3 0 6 0,3-3 1 16,-3 6 0-16,0 2 0 0,-3 3-7 0,0-3-1 0,0 8 0 15,-3-5 0 1,0 0-13-16,-3 5-3 0,0-5-1 0,0 5 0 16,-3-5-3-16,0 0 0 0,-3 2 0 0,0-2 0 0,0-3 40 15,1-2 0-15,-1 2 0 0,0 0 0 0,0-5-12 0,0 3 12 0,3 2-12 16,-3-5 12 0,3 0 0-16,0 0 0 0,3 3 0 0,0-3 0 0,0-6 0 0,0 6 0 0,0 0 0 0,3-3 0 15,1 3-8-15,2-2 8 0,0-6 0 0,2 8 0 16,1-6 0-16,3 3 0 0,0 3-9 0,0-2 9 15,3-6 0-15,3 2-8 0,-3-2 8 0,3 0 0 16,3 0 0-16,-3-2 0 0,6 2 0 0,-3-6 0 16,2 1 0-16,1 2 0 0,3-4 0 0,-3 1 0 15,0 4 0-15,0-6 12 0,0 2-3 0,-4-2-1 16,4 0 20-16,-6 1 4 0,0 1 1 0,-3-2 0 16,0 0 11-16,0-5 1 0,-3 5 1 0,0 0 0 15,-3 0-9-15,0 0-1 0,-3 0-1 0,0-2 0 16,0 7-11-16,0-5-1 0,-3 3-1 0,0 2 0 15,0-2-7-15,-3 2-2 0,3 3 0 0,-3-5 0 16,0 5-13-16,0 5 9 0,-3-5-9 0,3 8 8 16,0-5-8-16,-3 2 0 0,3 3-12 0,0 0 12 15,-3 0-12-15,6 5 12 0,-3-5-10 0,4 5 10 16,-1-5-20-16,3 3 1 0,0 2 1 0,0 0 0 16,3-2-13-16,-1 0-2 0,1-3-1 0,3 2 0 15,3-5 1-15,-3 3 0 0,3-2 0 0,3-4 0 16,-3 4 20-16,3-6 4 0,3 0 1 0,-3 0 0 15,3 0 8-15,0-6 0 0,-1 4 0 0,1-4 8 0,0-2 12 16,-3 1 2-16,3-1 1 0,-3-6 0 0,3 6 25 0,-3-5 6 16,3 5 1-16,-4-5 0 0,1 2-16 15,0-2-3-15,-3 0-1 0,0 2 0 0,0-2-11 0,-3 5-3 16,0-5 0-16,0 2 0 0,-3 1-9 0,0 2-3 0,-3-3 0 0,0 6 0 16,-3-3-9-16,0 0 10 0,0 3-10 0,0 2 10 15,3 3-10-15,-6 0 0 0,0 0 0 0,6 0 8 16,-6 8-8-16,0-5 0 0,3 2 0 0,0 3-11 15,0 5 11-15,3-5-8 0,0 0 8 0,0 5-8 16,0-2 8-16,3 2 0 0,0 0-9 0,-3-2 9 16,3 2 0-16,-3 0-11 0,3-2 11 0,-3 2-8 15,0 0-16-15,0-2-4 16,0 2 0-16,-3 1 0 0,3-4-17 0,-3 1-4 16,0-1-1-16,3-2 0 0,-3 0 2 0,3 3 0 0,-3-9 0 15,3-2 0-15,0 0 16 0,0 0 4 0,0 0 1 0,0 0 0 16,0 0 7-16,6 6 2 0,0-6 0 0,3-6 0 15,-3 4 18-15,6-4-12 0,0 1 12 0,0-3-10 16,3 6 10-16,0-6 8 0,-1 0-8 0,4-3 11 16,-3 3 4-16,3-2 1 0,0 2 0 0,-3 2 0 15,0-7 22-15,0 5 5 0,-1 0 1 0,-2 0 0 16,0 0 0-16,-3 0 1 0,-3 0 0 0,3 3 0 16,-6-3-9-16,0 0-1 0,0 3-1 0,0 2 0 0,-3 3-9 0,-3-5-1 15,3 2-1-15,0 3 0 0,-6 0-9 16,0 0-2-16,-3 0 0 0,3 0 0 0,-6 3-12 0,3 2 0 0,0 3 0 15,-3 0 0-15,4-5 0 0,-1 7 0 0,0-2 0 16,0 0 0-16,3 0-9 0,3 0 9 16,0 5 0-16,0-5-9 15,3 0 0-15,3 6 0 0,0-6 0 0,3-1 0 16,0 1-15-16,0 0-4 0,6-2 0 0,-3 2 0 0,2-6-1 16,4 4-1-16,0-6 0 0,0 0 0 15,0-6-18-15,0 4-3 0,0-6-1 0,3 0 0 0,-4-3 42 0,7 3 10 0,-3-2 0 16,0 2 0-16,0-6 20 0,0 1 5 0,-3 3 2 0,2-4 0 15,-2 1 1-15,0-3 1 0,0 0 0 0,-3 3 0 16,-3-8 11-16,3 5 1 0,-3-8 1 0,-3 3 0 16,3 0-10-16,-3 5-1 0,0-5-1 0,-3 0 0 15,3 5-8-15,-3 0-2 0,-3 8 0 0,2-5 0 16,-2 8-3-16,0 2-1 0,0 3 0 0,0 0 0 16,0 0-5-16,0 0-2 0,0 0 0 0,-2 8 0 15,-1 8-9-15,0 0 0 0,0 5 0 0,0 0 0 16,0 0 0-16,0 3 0 0,0 2 0 0,0-2 0 15,0 0 10-15,0 2 10 0,3-2 1 0,0-3 1 16,0 3-69-16,3 0-13 0,-3 3-4 0,3-6 0 16,-3 3 52-16,0-1 12 0,3-2 0 0,-3 3 0 15,0-5-54-15,3-1-8 0,-3-4-2 0,3-1 0 16,-3-3 0-16,3 1 0 0,0-8 0 0,-3-3 0 16,0 0 52-16,0 0 12 0,6-3 0 0,-3 3 0 15,-1-5 0-15,1-3 0 0,0 0 0 0,0 0 0 16,-3-5 0-16,0 5 0 0,0-6 0 0,-3 4 0 0,3-9 48 15,-3 9 13-15,0-9 3 0,-2 3 0 0,2 3 0 0,0-3 0 16,3 6 0-16,-3-4 0 0,3 7-52 0,0-7-12 16,3 6 0-16,-3 0 0 0,6 0 0 0,-3 1 0 15,2 1 0-15,4-2 0 0,0 0 54 16,0 3 8-16,3 2 2 0,0-2 0 0,3 2-52 0,-3-2-12 0,3 5 0 0,-3-8 0 16,3 8 8-16,-1-5 0 0,1 2-8 0,3-2 12 15,0 2-12-15,0 3 0 0,3 0 0 0,0-5 0 16,-1 2-53-16,4-2-11 0,0 0-1 0,0 2-1 15,3-2-104-15,-4-3-21 0,7 5-4 0</inkml:trace>
  <inkml:trace contextRef="#ctx0" brushRef="#br0" timeOffset="152671.987">22267 8925 1750 0,'0'0'49'0,"0"0"12"16,0 0-49-16,0 0-12 0,0 0 0 0,0 0 0 16,-3-5 79-16,3 5 13 0,0 0 2 0,0 0 1 15,0 0-24-15,0-6-5 0,0 6-1 0,0 0 0 16,0 0-17-16,0 0-3 0,0 0-1 0,0 0 0 15,0 0-15-15,0 0-3 0,0 0-1 0,0 0 0 16,0 0-8-16,0 0-1 0,0 0-1 0,0 0 0 16,0 0-6-16,0 0-1 0,0 0 0 0,-3 6 0 15,3-1-8-15,0 3 0 0,0 0 9 0,-2 0-9 16,2-3 0-16,0 3 0 0,0 0 0 0,-3 3 0 0,3-4 0 0,0 4 0 16,0 0 0-16,0 2 0 0,0-3 0 0,0 4 0 15,0-4 0-15,0 3 8 0,0 1-8 0,0-1 0 0,0 0 0 16,0 0 0-16,0 1 0 0,0-4 0 0,0 1 0 0,0-1 0 15,0 1 0-15,0 0 0 0,3-4 0 16,-3 1 0-16,0 0 0 0,0-2 0 0,2 2-9 16,-2-3 9-16,0-5 0 0,0 5 0 15,0-5 0-15,0 5 0 0,0-5 0 0,0 0 0 0,0 0 0 16,0 0 0-16,0 0 0 0,0 0 0 0,0 0 0 0,0 0 0 16,0 0 8-16,0-5-8 0,0-3 0 0,-2 0 8 15,2-2-8-15,0-1 0 0,0-2 9 0,0 0-9 16,0-3 9-16,0 0-9 0,0-3 12 0,0 1-12 15,2-1 22-15,1 3-2 0,-3-2-1 0,3-1 0 16,-3 6 0-16,3-3 0 0,-3 3 0 0,0 3 0 16,0-1 1-16,0-2 1 0,0 2 0 0,0 3 0 15,0 0-1-15,0-2 0 0,0 2 0 0,-3 0 0 16,3 2 0-16,-3 1 0 0,0-3 0 0,3 3 0 16,-2 0 4-16,2 5 1 0,0 0 0 0,0 0 0 15,0 0-25-15,0 0 8 0,0 0-8 0,0 0 0 16,0 0 0-16,0 0 0 0,0 0 0 0,-3 8 0 15,3 2 0-15,0-2 0 0,0-3 0 0,-3 6 0 16,3-3 0-16,0 0 0 0,-3 2 0 0,3 1 0 16,-3-3 0-16,3 5 0 0,0-2 0 0,-3-1 0 15,3 4 0-15,-3-4 0 0,3 3 0 0,0 1 0 16,0-1 0-16,0-3 0 0,0 4 0 0,0-1 0 16,0-2 0-16,3-1 0 0,0 3 0 0,0-5 0 15,0 3-8-15,0-3 8 0,0 0 0 0,-1 0 0 0,1-3-8 0,3 0 8 16,-3 1-10-16,0-4 10 15,3 1-42-15,0-1-2 0,-3-2-1 0,3 0 0 16,0 0-133-16,-3 0-26 0,3-2-6 0</inkml:trace>
  <inkml:trace contextRef="#ctx0" brushRef="#br0" timeOffset="155060.09">22872 8599 1706 0,'0'0'36'0,"0"0"7"0,0 0-35 0,0 0-8 0,0 0 0 0,0 0 0 15,0 0 72-15,0 0 13 0,0 0 3 0,0 0 0 16,0 0-34-16,0 0-6 0,0 0-2 0,0 0 0 16,3 8-18-16,0 0-4 0,-3 3-1 0,0 0 0 15,0-1-5-15,0 3-1 0,0 1 0 0,0 1 0 16,0 1-9-16,0 3-8 0,-3-1 12 0,0 1-12 15,0-1 8-15,0 4-8 0,-3-1 0 0,0-3 0 16,3 1 0-16,-3-1 0 0,3 1 8 0,-3-1-8 16,0 1 0-16,3-3 0 15,-3 2 0-15,0 1 0 0,3-1-16 0,-3 1-1 16,3-1 0-16,-3 1 0 0,3 2 4 0,0-5 1 0,0 2 0 0,3 1 0 16,-3-6 4-16,3 3 8 0,0-3-13 0,0-2 5 15,3-1 8-15,-3-2 0 0,0-2 0 0,3 2 0 16,-3-8 0-16,0 0 0 0,0 0 0 0,0 0 0 15,0 0 0-15,0 0 9 0,0 0-1 0,0 0-8 16,0 0 29-16,0 0-1 0,3-6 0 0,0-2 0 16,0 0 11-16,-3 1 1 0,0-7 1 0,0 4 0 15,0-3-1-15,0-1 0 0,0-2 0 0,-3 1 0 16,0 1-8-16,0 1-1 0,0-3-1 0,0 3 0 16,-3 2-8-16,3-2-2 0,-3 3 0 0,-2-1 0 15,2 3-35-15,-3 3-7 0,3-3-2 0,-3 5 0 0,0-2 71 16,-3 2 13-16,3 1 4 0,-3-1 0 0,3 3-52 0,0 0-12 15,-3 0 0-15,3 3 0 0,0-1 0 0,-2 1 0 16,2 2 0-16,0 3 0 0,0-3-13 0,0 3-6 0,0 0-1 16,3 0 0-1,0 0 20-15,0 3-8 0,3-1 8 0,-3 1 0 0,6 2-9 0,-3-2 9 16,3 2 0-16,0-2-9 0,3-1 9 16,0 3 0-16,0-2 0 0,3 0-8 0,0-4 8 0,0 4 0 0,0-3 0 15,0 0 0-15,3 0 0 0,0-3 0 0,0 3 10 16,0-3-10-16,2 1 12 0,-2-4-3 0,3-2-1 0,3 3 0 15,-3 0 6-15,3-3 1 16,0 0 0-16,0 0 0 0,3 0-50 0,-3-3-9 16,2 0-3-16</inkml:trace>
  <inkml:trace contextRef="#ctx0" brushRef="#br0" timeOffset="167322.633">15314 3109 1250 0,'0'0'26'0,"0"0"6"0,0 0-32 0,0 0 0 0,0 0 0 0,0 0 0 16,0 0 100-16,0 0 15 0,0 0 2 0,0 0 1 16,0 0-45-16,0 0-9 0,0-5-1 0,0 5-1 15,-3-6-26-15,3 6-4 0,3-5-2 0,-3 3 0 16,3-1-4-16,-3 3-1 0,3-5 0 0,3 2 0 16,-3-2-1-16,0 2-1 0,3-2 0 0,0 2 0 15,-3 0-3-15,3 1-1 0,0-4 0 0,0 4 0 16,0-3 4-16,3 2 1 0,0-2 0 0,-1 2 0 15,4-5-1-15,0 3 0 0,0-1 0 0,3 4 0 16,-3-6-5-16,3 3-1 0,3-3 0 0,0 2 0 16,-4 4-17-16,4-4 10 0,0 4-10 0,0-6 8 15,-3 8-8-15,3-8 8 0,0 5-8 0,-1-2 8 16,-2 2 0-16,3 1 0 0,0-4 0 0,-3 4 0 16,3-4 1-16,0 4 0 0,0-4 0 0,-1 4 0 15,1-3 2-15,3 5 0 0,0-8 0 0,3 8 0 16,0-6-2-16,-1 4 0 0,1 2 0 0,3 0 0 0,0-6-9 15,-3 6 8-15,2 0-8 0,1 0 8 0,0 0-8 0,-3-2 0 16,3 2 0-16,-1 0 8 0,-2-6-8 0,6 4 8 16,0-1-8-16,-1 3 8 0,1 0-8 15,0 0 10-15,3 0-10 0,-1 0 10 0,-5 3-10 16,3-3 0-16,0 0 9 0,-3 2-9 0,-1-2 0 0,4-2 9 16,-3 2-9-16,3-3 0 0,-1 3 8 15,4 0-8-15,0 0 0 0,-3 0 0 0,2 0 0 0,-5 0 0 16,3 3 8-16,0-3-8 0,-3 2 0 0,-4-2 0 0,4 0 0 0,0 0 0 15,0-2 0-15,0 2 0 0,-1 0 0 0,4 0 0 16,-3 0 12-16,0 0-12 0,-1 2 12 0,4 4-12 16,-6-6 9-16,3 2-9 0,-3-2 0 0,-1 6 9 15,1-6-9-15,-3 0 0 0,-3 2 0 0,3-2 0 16,3 0 0-16,-4 6 8 0,4-6-8 0,-3 0 0 16,3 0 0-16,0 2 0 0,0 4 8 0,-1-6-8 15,1 2 0-15,-3 1 8 0,0-1-8 0,0 4 8 16,-1-6-8-16,-2 2 0 0,3 4 0 0,-3-6 0 15,3 2 0-15,-3 4 0 0,3-6 0 0,-4 2 8 16,4-2-8-16,0 3 0 0,0 0 0 0,0-1 0 16,0 1 0-16,-1 0 8 0,4 2-8 0,-3-5 0 15,0 2 8-15,-3 4-8 0,3-4 8 0,-4 4-8 16,1-4 0-16,0 4 0 0,0-4 8 0,3 4-8 16,-6-1 0-16,3-2 0 0,-3 2 0 0,-1-5-11 15,1 2 11-15,0 4 0 0,3-6 0 0,-3 0 0 16,3 2 0-16,-3 1 0 0,3-3 0 0,-4 3 8 15,4 2-8-15,-3-5 0 0,3 0 8 0,-3 3-8 16,0 2 0-16,0-5 9 0,-3 0-9 0,2 3 0 0,-2 2 8 16,-3-5-8-16,3 0 0 0,0 0 0 15,-3 0 0-15,0 2 0 0,0-2 8 0,0 0-8 0,-3 0 8 0,0 6-8 16,0-6 12-16,0 0-12 0,0 0 0 0,0 0 0 0,-1 2 0 16,-2-2 0-16,3 0 0 0,-3 3 0 0,3-3 0 15,-3 0 0-15,-3 0 0 0,6 3 0 0,-3 2 0 16,-3-5 0-16,6 0 0 0,-3 3 0 0,3-3 0 15,-6 0 0-15,3 0 0 0,-3 0 0 0,6 5 0 0,-6-5 0 16,0 0-16-16,3 0 4 0,-3 0 0 0,6 0 0 31,-6 0-42-31,3-5-8 0,0 5-2 0</inkml:trace>
  <inkml:trace contextRef="#ctx0" brushRef="#br0" timeOffset="167786.069">18502 2860 1379 0,'0'0'58'15,"0"0"-46"1,-3-2 113-16,3 2 23 0,0-6 5 0,0 6 1 0,0 0-51 15,0 0-11-15,0 0-1 0,0 0-1 0,0 0-25 16,0 0-5-16,0 0 0 0,0 0-1 0,0 0-24 0,0 0-5 0,0 0-1 16,0 0 0-16,0 0-4 0,6 6-1 15,-3-6 0-15,3 8 0 16,0-8-1-16,0 8-1 0,3-6 0 0,-3 3 0 0,0 3-3 16,3 0-1-16,0 0 0 0,-4 0 0 0,4 0-9 15,0 3-1-15,0-3-8 0,-3 2 12 0,3 1-12 0,0-1 9 16,-3 4-9-16,3-6 8 0,-3 5-8 0,0-5 0 0,-3 2 0 15,3 1 8-15,-3-3-8 0,0 0 0 0,0 2 0 0,-3 1 8 16,0-3-8-16,-3 0 0 0,0-3 9 0,0 3-9 16,0 0 9-16,-3 0-9 0,0 0 12 0,0-3-12 15,-3 1 8-15,0 4-8 0,0-7 0 0,0 2 0 16,0 3 12-16,0-5-12 0,-3-1 12 0,1 6-12 16,2-8 0-16,-3 3 0 0,0 2 0 0,3-2 0 15,0-3 0-15,0 5-22 0,0-5 3 0,3 0 1 16,0 0-148-16,0 0-30 0,0 3-5 15</inkml:trace>
  <inkml:trace contextRef="#ctx0" brushRef="#br0" timeOffset="169935.335">16484 2183 1117 0,'0'0'47'16,"0"0"-38"0,0 0 103-16,0 0 20 0,0 0 4 0,0-3 0 15,0 3-34-15,0-8-7 0,0 8-2 0,0 0 0 16,0 0-21-16,0 0-4 0,3-5 0 0,-3 5-1 16,0 0-15-16,0 0-2 0,0 0-1 0,0 0 0 15,0 0-13-15,0 0-2 0,0 0-1 0,0 0 0 16,0 0-13-16,0 0-2 0,0 0-1 0,0 0 0 15,0 0-5-15,0 5 0 0,3 3-1 0,-3-2 0 16,0 4-11-16,0-2 12 0,0 5-12 0,0 1 12 16,0-4-12-16,0 3 0 0,0 1 0 0,0 1 8 15,0-1-8-15,0 2 0 0,0-6 0 0,0 9 0 16,0-3 0-16,0-3 0 0,0-3 0 0,0 4 0 16,0-1 0-16,0-3 0 0,0 1 0 0,0 0 0 15,0 2 0-15,0-5 0 0,0 5 0 0,0-2 0 16,0 2 0-16,0-5 0 0,0 0 0 0,0 5 0 0,0-8 0 15,0 6 0-15,0-3-9 0,0 0 9 16,0-3-36-16,0 0 0 0,0 3 0 0,0 0 0 16,0-8-39-16,0 3-8 0,0-3-1 0</inkml:trace>
  <inkml:trace contextRef="#ctx0" brushRef="#br0" timeOffset="170769.297">17032 2090 1348 0,'3'-8'28'0,"-3"8"7"0,0-5-35 16,3 0 0-16,-3 2 0 0,0 3 0 0,3-5 115 0,-3 5 16 0,2-3 3 0,-2 3 1 15,3-5-43-15,-3 5-9 0,3-3-2 0,-3 3 0 16,0 0-21-16,0 0-5 0,0 0-1 16,0 0 0-16,3 0-25 0,-3 0-5 0,6 3 0 0,-3 2-1 31,0 3-7-31,0 0 0 0,0-3-1 0,-3 6 0 0,3 2-7 0,-3 0 0 0,0 3-8 16,3 0 12-16,-3 0-12 0,0 0 8 0,0 2-8 0,0 4 0 15,0-6 0-15,0-1 8 0,0 1-8 0,-3 0 0 16,3 3 0-16,0-3 0 0,0-1 0 0,-3-1 0 15,3 2 0-15,-3-3 0 0,3-3 8 0,-3 4-8 16,0-1 0-16,3-5 0 0,0 5 0 0,-3-5 0 16,3 0 0-16,-3 2 0 0,3 1 8 0,-3-3-8 15,3 0 0-15,-3-5 0 0,3 2 0 0,0-5 0 16,0 0 8-16,0 0-8 0,0 0 0 0,0 0 9 16,0 0-1-16,0 0 0 0,0 0 0 0,0 0 0 15,0 0 0-15,0 0 0 0,0 0 0 0,-3-5 0 16,0 2 6-16,1-5 1 0,-1 0 0 0,0 3 0 15,3-3 1-15,-3 0 1 0,0 0 0 0,0 0 0 16,0 0-4-16,0 3-1 0,0-3 0 0,-3 0 0 16,3 0-1-16,-3 3-1 0,0-3 0 0,-3 0 0 15,0 0-10-15,0 3 0 0,0-1 9 0,-3 4-9 16,0 2 0-16,0-6 0 0,-2 6 0 0,2 0 0 16,0 6 0-16,-3-6 0 0,3 2 0 0,0 4 0 15,0-1 0-15,0 3-8 0,3 0 8 0,-3-6-8 16,3 9 8-16,4-3 0 0,-4 0-9 0,3 0 9 0,3 0 0 15,0 5 0-15,0-5 0 0,3 0 0 0,0 5-10 0,3-5 10 16,0 3 0-16,0-1-9 0,3 1 9 0,0-3 0 0,2 2 0 16,-2-2-8-1,3 0 8-15,0 0 0 0,3 0 0 0,0-5 0 0,0 2 12 0,0 0 4 0,0-2 0 16,3-3 1-16,-3 5-5 0,2-5-2 0,1 0 0 0,-3 0 0 16,3-5-10-16,0 5 0 0,0-3 9 0,3 3-9 31,-3-5-58-31,0 2-16 0,2 1-3 0</inkml:trace>
  <inkml:trace contextRef="#ctx0" brushRef="#br0" timeOffset="191872.514">18871 3651 1616 0,'0'0'46'16,"0"0"10"-16,0 0-45 0,0 0-11 0,0 0 0 0,0 0 0 0,0 0 68 0,0 0 11 0,0 0 2 0,0 0 1 31,0 0-34-31,0 0-6 0,0 0-2 0,-3 6 0 0,0-1-9 0,0 3-3 0,0-5 0 0,0 2 0 16,-3-2-3-16,3 5-1 0,0-3 0 0,-3 0 0 15,0 3 0-15,0 0-1 0,1 0 0 16,-1 0 0-16,0 0-1 0,-3 5 0 0,0-8 0 0,0 6 0 15,0 2-5-15,0-5-1 0,0 0 0 0,0 5 0 16,-3-5-2-16,3 0-1 0,-3 3 0 0,3-1 0 16,-2 1-1-16,-1-3-1 0,0 2 0 15,0-2 0-15,3 3-3 0,-3-3 0 0,0 0 0 0,3 2 0 16,-3-7 0-16,0 5-8 0,3-3 12 0,-5 1-4 16,2-1 1-16,0 5 0 0,-3-7 0 0,0 2 0 15,0 1-9-15,0-1 0 0,-3-2 0 0,0 5 0 16,1-8 0-16,-1 7 0 0,0-7 0 0,-3 6 0 15,0-1 0-15,0-2 0 0,1 2 0 0,-1-2 0 16,3-1 0-16,-3 4 0 0,0-4 0 0,0 4 0 16,0-6 0-16,-2 0 0 0,-1 0 0 0,-3 0 8 15,0 0-8-15,0 0 0 0,-5 0 0 0,2 2 0 16,3-2 0-16,-3 3 0 0,1-3 0 0,2 2 0 16,0 1 0-16,0 0 0 0,1-3 0 0,-1 2 0 15,0-2 0-15,-6 0 0 0,3-2 0 0,-5 2 0 16,2 0 0-16,0 0 0 0,0 0 0 0,1 0 0 15,-1 2 0-15,3-2 0 0,3 3 0 0,-5-3 0 16,5 0 0-16,-3 0 0 0,0 0 0 0,-2 0 0 16,2 0 0-16,0 0 0 0,-3 0 0 0,4 0 0 15,-1 0 12-15,3 0 6 0,-3 3 2 0,3-3 0 16,4 0-20-16,-4 0 0 0,3 0 0 0,-3 0 0 16,0-3 0-16,4 3 0 0,-7-3 0 0,3 1 0 0,0 2 0 0,1-3 0 15,-1 3 0-15,0 0 0 0,3-3 0 0,0 3 0 0,3 0 0 0,-2 0 0 16,2 0-12-16,3 0-7 0,-3-2-1 0,0 2 0 15,0 0 20-15,1-3 0 0,-1 1 0 0,0 2 0 16,-3-6 12-16,6 4 7 0,-3-4 1 0,1 4 0 16,2 2-20-16,-3-3 0 15,0 0 0-15,3 3 0 0,0-2 0 0,1 2 0 0,-1-3 0 16,0 3 0-16,0-3-11 0,3 1-5 0,0-1-2 0,0 0 0 16,0 3 18-16,1-5 0 0,-4 3 0 0,0-4 0 15,3 4 0-15,-3-1 0 0,0-2 0 0,-3 2 0 16,3 0 11-16,1-2 5 0,-1 2 2 0,0-2 0 15,0 2-18-15,3-2 0 0,-3 0 0 0,0 0 0 16,4 2 0-16,2 0 0 0,-3-5 0 0,0 3 0 16,3-3 0-16,0 3 0 0,0-3 0 0,3 5 0 15,-3-5 0-15,3-2 0 0,0 2 0 0,1 5 0 16,-1-5 0-16,3 0 0 0,-3 0 0 0,0 0 0 16,3 3 0-16,-6-3 0 0,3 0 0 0,0 0 0 15,3 0 0-15,-3 3 0 0,0-3 0 0,0 3 0 16,3-3 0-16,-3 0 0 0,1 0 0 0,2 3 0 15,-3-3 0-15,0 0 0 0,0 3 0 0,3-3 0 16,-3 5 0-16,0-5 0 0,0 3 0 0,0-1 0 16,0 1 55-16,0 0 7 0,0 0 2 0,-3 2 0 15,3-2-103-15,1 2-20 0,-1-2-4 0,-3 2-1 0,3 0 103 0,0 1 20 0,0-1 4 0,0 0 1 16,0 1-52-16,0 2-12 0,0 0 0 0,0-5 0 16,0 2-16-16,0 3-5 0,3 0-2 15,1-5 0-15,-4 2 23 0,3 0 0 16,6 3 0-16,-6 0 0 0,6 0 0 0,-6-2 0 0,3-1 0 0,3 3 0 15,-6-3 0-15,6 3 0 16,0 0 0-16,0 0 0 0,-6-5 0 16,6 5 0-16,0 0 0 0,-3-3 0 0,3 3 0 15,0 0 0-15,-6-2 0 0,6 2 0 0,-6 0 0 0,6 0-9 0,-3-6 9 0,-3 4 0 32,6 2-40-32,-6-5 0 0,3 2-1 0,-3-2 0 0,3-1-175 15,0 4-36-15</inkml:trace>
  <inkml:trace contextRef="#ctx0" brushRef="#br0" timeOffset="192507.316">15365 3514 1348 0,'0'0'28'0,"0"0"7"16,0 0-35-16,0 0 0 0,-3-3 0 0,3 3 0 15,0-2 107-15,0 2 14 0,0-8 3 0,0 8 1 16,0 0-49-16,0 0-9 0,-3-6-3 0,3 6 0 0,0 0-5 16,0 0-2-16,0 0 0 0,0 0 0 15,0 0-40-15,0 0-8 0,-3-2-1 0,3 2-8 0,0 0 47 0,0 0 2 0,0 0 1 0,0 0 0 16,0 0-29-16,0 0-5 0,0 0-2 0,0 0 0 15,0 0-14-15,0 0 0 0,0 0 0 0,0 0 0 16,0 0 0-16,0 0 0 0,0 0 0 0,0 0 0 16,0 0 19-16,0 0 1 0,0 0 0 0,0 0 0 15,0 0-20-15,-6 0 0 0,6 0 0 0,0 0 0 16,-6 0 8-16,0 2-8 0,0 4 0 0,0-6 0 16,0 2 0-16,0 4 0 0,0-4 0 0,0 4 0 15,-3-1 8-15,3 3-8 0,-3-6 0 0,0 4 0 16,3 2-16-16,-2-8-6 0,-1 5-2 0,0 0 0 15,0 1 40-15,3-1 8 0,-3-3 2 0,0 4 0 16,3 2-42 0,-3-8-8-16,3 2-1 0,0 1-1 0,3 0 26 0,3-3 0 0,0 0 0 0,0 0 0 15,-3 2 0-15,3-2 0 0,0 0 0 0,0 0 0 16,0 0 16-16,0 0 8 0,0 0 1 0,0 0 1 16,0 0-26-16,0 0 0 0,0 0 0 0,0 0 0 15,0 0 0-15,0 0 0 0,0 0 0 0,0 0 0 16,3 3 0-16,3 5 0 0,-3-8 0 0,3 8 0 15,3-8 0-15,-3 2 0 0,3 4 0 0,0-4 0 16,0 4 0-16,0-1 0 0,3 3 11 0,-3-5-11 16,2 4 8-16,-2 1-8 0,3 3 0 0,0-3 9 15,-3 0-9-15,0 0 0 0,-3 0 0 0,3 5 0 16,-3-5 0-16,3 3 0 0,-3-1 0 0,0 1 8 0,3-1 18 16,-3 6 3-16,0-5 1 0,2-1 0 15,-2 6-127-15,3-8-26 0,-3 3-5 0</inkml:trace>
  <inkml:trace contextRef="#ctx0" brushRef="#br0" timeOffset="195879.849">22878 10005 1789 0,'3'-11'83'0,"0"6"-74"0,-3-1-9 0,0-2 0 0,0 3 0 16,0 0 112-16,0-3 20 0,0 3 4 0,0-1 0 16,0 6-44-16,0-5-8 0,0 0-3 0,0 5 0 15,0 0-18-15,3-6-4 0,-3 6-1 0,0 0 0 16,0 0-14-16,0 0-2 0,0 0-1 0,0 0 0 15,0 0-13-15,0 0-2 0,0 0-1 0,0 0 0 16,0 0-8 0,0 8-1-16,3 0-1 0,-3 3 0 0,0-3-6 0,0 2-1 0,0 4 0 0,0-1 0 15,0 0-8-15,0 0 8 0,0 1-8 16,0-1 8-16,0 0-8 0,0 3 0 0,3-6 0 0,-3 4 0 16,0-1 0-16,0 0 0 0,0 0 0 0,0 3 0 15,0-2 0-15,0-1 8 0,3 0-8 0,-3 3 0 16,0 0 0-16,0 0 0 0,0 2 8 0,0-2-8 15,0 0 0-15,0 0 0 0,0 0 0 0,0-1 0 16,0-1 0-16,0 2 0 0,0-6 0 0,0 3 0 16,0-2 0-16,0 0 0 0,0-6 0 0,0 3 0 15,0-3 0-15,0 0 0 0,0 1 8 0,0-6-8 16,0 5 0-16,0-5 0 0,2 5 0 0,-2-5 0 16,0 0-37-16,0 0 0 0,0 0 0 0,0 0 0 15,6 0-131-15,-6 0-25 0,0 0-6 0</inkml:trace>
  <inkml:trace contextRef="#ctx0" brushRef="#br0" timeOffset="197188.182">22369 9949 1526 0,'0'-5'43'0,"3"-1"10"16,0 1-42-16,-3 0-11 0,3-1 0 0,0 1 0 16,-3 0 94-16,3 2 17 0,0-2 3 0,-3 5 1 15,0 0-19-15,0 0-4 0,2-3-1 0,-2 3 0 0,0 0-14 0,0 0-2 0,0 0-1 0,0 0 0 32,0 0-26-32,0 0-4 0,0 0-2 0,0 0 0 0,0 0-18 0,3 6-4 0,0 2-1 15,-3-1 0-15,0 1-7 0,0 6-2 16,0-4 0-16,0 3 0 0,0 3-10 0,0-2 0 0,-3 1 9 15,0 4-9-15,3-3 0 0,-2 0 8 0,2 0-8 16,-3-1 0-16,3-1 0 0,-3 2 0 0,3-1 0 0,-3-1 0 16,3 2 0-16,-3-3 0 15,3 3 0-15,-3-3 8 0,3 3-8 0,-3 0 0 0,3-3-8 16,0 3 8-16,-3 0-12 0,3-3 2 0,0 0 1 16,-3 0 0-16,3 1 9 0,0-4-13 0,0 1 5 0,0-1 8 15,0-4-10-15,0 2 10 0,0-3 0 0,0 0-9 16,0-5 9-16,0 0 0 0,0 0 0 0,0 0 0 15,0 0 0-15,0 0 0 0,0 0 0 0,0 0 0 16,0 0 8-16,0 0 3 0,0-5 1 0,3 0 0 16,-3-3 1-16,0 0 1 0,0 0 0 0,0 0 0 15,0-3 2-15,0 1 0 0,0-1 0 0,0 0 0 16,-3 1 0-16,3-1 1 0,-3-2 0 0,-3 2 0 16,3 4-5-16,-3-1 0 0,0 0-1 0,0 2 0 15,0-2-1-15,0 3 0 0,0 2 0 0,-3 1 0 16,3-1-10-16,-3 1 10 0,0-1-10 0,0 3 10 15,3 0-10-15,-2 0 0 0,-1 3 0 0,3-1 8 16,-3 1-8-16,3-1 0 0,-3 1 0 0,3 2 0 16,0 3 0-16,0-2 0 0,0 2 0 0,3 2 0 15,-3 1 0-15,3-1-9 0,0 1 9 0,-3 2 0 0,3-2-10 16,3 2 10-16,0 0-8 0,0 0 8 0,0-2 0 16,3 2-8-16,0-2 8 0,0-1 0 0,0 1 0 0,3 0-10 15,0-3 10-15,0 2 0 0,3-5 0 0,0 3 0 0,0-2 0 16,3-1 0-16,0-2 0 0,-1-1 0 0,4 1 0 0,3 0 0 15,0-3 0-15,3 0 0 0,0 0 0 0,0 0 0 32,-1-3-136-32,4 0-20 0,0 1-4 0</inkml:trace>
  <inkml:trace contextRef="#ctx0" brushRef="#br0" timeOffset="197985.583">22818 10616 1333 0,'0'0'56'0,"0"0"-44"15,0 0 93-15,0 0 19 0,0 0 4 0,0 0 1 16,0 0-25-16,0 0-6 0,0 0-1 0,0 0 0 16,0 0-24-16,0 0-5 0,0 0 0 0,6-3-1 15,0 3-11-15,0 0-1 0,3 0-1 0,3 0 0 16,-3 3-15-16,3-3-3 0,3 0-1 0,-4 2 0 15,7 1-21-15,-3-3-4 0,3 0-1 0,-3 3 0 16,3-3-9-16,0 0 0 0,0 0 0 0,-1 0 0 31,1 0 0-31,0 0 0 0,0 0 0 0,0 0 0 0,0 0 0 0,-3 0 0 0,-1 0 0 0,1 0 0 16,-6 0 0-16,3 0 0 0,-6 0-10 0,0 2 10 16,-6-2-23-16,0 0 2 0,0 0 0 0,0 0 0 15,0 0-13-15,0 0-2 0,0 0-1 0,-6 3 0 16,-3-3-18-16,0 3-3 0,0-3-1 0,-3 2 0 15,1 1-7-15,-4 0-2 0,3-3 0 0,-3 5 0 16,0-5 13-16,0 2 3 0,0 1 0 0,0 0 0 16,0-1 27-16,-2-2 5 0,-1 3 2 0,0-3 0 15,0 0 31-15,0 0 7 0,3 0 0 0,0-3 1 16,0 3 31-16,4-2 7 0,-1 2 1 0,0 0 0 0,3-3-5 16,0 3-1-16,3-3 0 0,6 3 0 0,0 0 2 15,0 0 1-15,0 0 0 0,0 0 0 0,0 0-5 0,0 0-2 16,0 0 0-16,0 0 0 0,0 0-3 0,6 0-1 0,0 0 0 0,0 0 0 15,0 0-7-15,0 0-2 0,3 0 0 0,0 3 0 16,-1 0-10-16,1-1-3 16,3 1 0-16,-3 0 0 0,3-3-24 0,3 5 0 15,-3-2 0-15,3-1 0 0,0 1 0 16,0-3-12-16,-1 3 0 0,4-3 1 16,0 0-121-16,0 2-25 0,3-2-5 0</inkml:trace>
  <inkml:trace contextRef="#ctx0" brushRef="#br0" timeOffset="206484.68">17064 4252 2262 0,'0'-5'64'0,"0"-3"14"0,0 3-62 0,0-1-16 0,3 1 0 0,-3 5 0 15,0-3 79-15,0 3 13 0,0 0 2 0,0 0 1 16,0 0-43-16,0 0-9 0,0 0-2 0,0 0 0 16,0 0-20-16,0 0-4 0,3 6-1 0,-3 2 0 15,3 0-6-15,-3 2-2 0,0 3 0 0,0 1 0 16,0-1-8-16,-3 3 0 0,3 0 0 0,-3 2 0 16,3-5 0-16,-3 3 8 0,3 0-8 0,-3 0 0 15,0 0 0-15,3-3 0 0,-3 3 0 0,0 0 0 16,3-3 0-16,-3 3 0 0,3-3 8 0,0 3-8 15,0-3 0-15,0 0 0 0,0 1 0 0,0-1 0 16,0 0 0-16,0-2-11 0,0-1 11 0,0-2-12 16,0 0 12-16,0-3 0 0,0-5 0 0,0 0 0 15,0 0 0-15,0 0 0 0,0 0 0 0,0 0 0 16,0 0 8-16,0 0-8 0,-3-5 8 0,0-3-8 16,1 0 8-16,-4-2-8 0,3-1 8 0,-3 1-8 15,3-1 13-15,-3 0-1 0,-3-2-1 0,3 3 0 16,-3 4-3-16,-3-7 0 0,0 5 0 0,0 0 0 15,0 0-8-15,-3 3 0 0,3-3 9 0,-2 3-9 0,-4-1 8 16,3 1-8-16,-3 3 8 0,3-1-8 0,0 3 0 16,0 0 0-16,3 0 0 0,-2 3 0 15,2-3 0-15,3 2 0 0,0 1 0 0,3 2 0 16,0 0 0-16,0 3 0 0,3-5 0 0,0 5-8 16,3 0 8-16,0 0 0 0,3 2-9 0,-3 1 9 0,3 0 0 0,0-1 0 15,3 1 0-15,0-1 0 0,0 1-8 0,3 2 8 0,-3-2 0 16,6-1 0-16,-4 3 0 0,1-7 0 0,3 2 0 0,-3 0 0 15,3 0 0-15,0-3 0 0,0 0 8 0,3 0-8 16,-3-2 11-16,3 0-3 0,-3-3-8 0,-1 0 12 16,4 0-12-16,0 0 0 0,0-3 8 0,0 0-8 15,0-2 0-15,3 0 0 0,0 0-12 0,-1-3 12 16,4 0-112 0,-3-3-16-16,3 3-4 0</inkml:trace>
  <inkml:trace contextRef="#ctx0" brushRef="#br0" timeOffset="206824.208">17404 4324 1824 0,'-3'-11'38'0,"3"11"8"16,-3-5-37-16,3 2-9 0,0-2 0 0,-3 2 0 15,3-2 124-15,0 5 22 0,0-5 5 0,0 5 1 16,0-3-33-16,0 3-7 0,0 0 0 0,0 0-1 15,0 0-33-15,0 0-6 0,0 0-2 0,0 0 0 16,0 0-26-16,0 0-4 0,0 5-2 0,0 3 0 0,0 0-11 16,0 0-3-16,0 3 0 0,0-4 0 15,0 7-8-15,0-4-1 0,0 1-1 0,0 2 0 16,0-2-5-16,0-1-1 0,0 6 0 0,0-8 0 0,0 5-8 0,3-2 0 16,-3 2 9-16,0 0-9 0,0 3 0 0,0-3 0 0,0 3 0 15,0 0 8-15,0 5-8 0,0-7 0 16,0 4 0-16,0-2 8 0,-3 3-8 0,3-6 0 0,0 3 0 15,0 0 0-15,0-3 0 0,0-3-8 0,0 1 0 0,0-3 0 16,3 0-119 0,0 2-23-16,0-4-5 0</inkml:trace>
  <inkml:trace contextRef="#ctx0" brushRef="#br0" timeOffset="-210363.234">23015 11325 1199 0,'0'0'24'0,"0"0"8"16,0 0-32-16,0 0 0 0,0 0 0 0,0 0 0 16,0 0 86-16,0 0 10 0,0 0 3 0,0 0 0 15,0 0-9-15,0 0-2 0,0 0 0 0,0 0 0 0,0 0-18 0,0 0-4 0,0 0-1 0,-3-3 0 16,3 3-16-16,-6-2-3 0,6 2-1 16,0 0 0-16,-6-3-17 0,6 3-3 0,-6 0-1 15,0 0 0-15,0 0 0 0,0 0-1 16,0 0 0-16,0 3 0 0,0-1-4 0,0 1-1 0,0-3 0 0,0 5 0 15,0-2-8-15,0-1-2 0,0 4 0 0,0-4 0 16,0 4-8-16,0-4 0 0,0 4 0 0,1-1 0 31,2 0 0-31,-3-2 8 0,0 2-8 0,3 0 0 0,-3 1 0 0,3-1 0 0,0 0 0 16,0 1 0-16,0-1 0 0,0 3 0 0,3-3 0 0,0 3 0 16,-3-3 0-16,3 3 0 0,0 0 0 0,0-2 0 15,0 1 0-15,0 1 0 0,3 0-9 0,0 3 9 16,-3-3 0-16,3 2 0 0,3-2-8 0,-3 0 8 15,0 0 0-15,3 0 0 0,0 0 0 0,-3-3 0 16,3 3 0-16,-1 0 0 0,1-2 0 0,3-4 0 16,-3 4 0-16,3-1 0 0,-3-3 0 0,3 4 0 15,0-4 0-15,-3 1 0 0,3 0 0 0,-3-1 0 16,0-2 0-16,3 0 0 0,-3 0 0 0,0 0 0 16,0 0 0-16,0 0 12 0,0-2-1 0,0-1-1 15,-1 3 4-15,1-3 1 0,-3 1 0 0,3-1 0 16,-3-2 2-16,3 2 1 0,0-2 0 0,-3 0 0 15,3-1 0-15,0 1 0 0,-3-3 0 0,3 0 0 0,-3 3 4 16,3-3 1-16,-3-3 0 0,3 3 0 16,-3 0 1-16,3-2 1 0,-3 2 0 0,0-3 0 15,3 3-6-15,-3 0-2 0,0 1 0 0,0-1 0 16,-3 0-1-16,3 2-1 0,-3-4 0 0,3 4 0 0,-3-1-4 0,0 1-1 16,-3 1 0-16,3-3 0 0,-3 3-10 0,0 2 12 0,0-5-12 15,-3 3 12-15,3 0-12 0,-3-1 10 16,3 1-10-16,-3 0 10 0,-3-1-10 0,3 4 0 0,0-1 0 15,-3-2 8-15,0 2-8 0,3 1 0 0,-3-1 9 0,0 0-9 16,0 3 0-16,1-2 0 0,-1 2 0 0,0 0 0 16,-3 0-8-16,0 0-4 0,0 0 0 15,0 0 0-15,0 0-5 0,-3 0-2 0,0 0 0 0,0 0 0 16,1 0-17 0,-4 0-3-16,0 0-1 0,3 0 0 0,-3 0-65 0,3 0-14 0,0 0-2 0</inkml:trace>
  <inkml:trace contextRef="#ctx0" brushRef="#br0" timeOffset="-208061.706">22425 10989 1436 0,'0'0'60'0,"0"0"-48"31,0 0 116-31,0 0 24 0,0 0 4 0,0 0 0 0,0 0-49 0,0 0-11 0,6 2-1 0,-6-2-1 31,3 3-38-31,0 0-7 0,3 2-1 0,-3 0-1 0,0 3-20 0,0 0-4 0,0 0-1 0,0 0 0 16,0 3-9-16,-3 2-1 0,3 0-1 0,0 0 0 16,-3 3-11-16,3 3 0 0,0-1 9 0,-3 1-9 15,3 2 0-15,-3-2 0 0,0 2 0 0,0 0 8 16,0 0-8-16,-3-2 0 0,3-1 8 0,0-2-8 15,-3 0 0-15,3 0 8 0,0 2-8 0,-3-5 0 16,3 3 0-16,-3-2 0 0,3-1 0 0,-3 3 8 16,3-3-8-16,-3 0 11 0,3 3-11 0,-3-3 12 15,3 0-12-15,-3 1 0 0,3-1 0 0,0-3 0 16,-3 1 0-16,3-3 0 0,0 3 0 0,0-3 0 16,0-3 0-16,0 0 0 0,0 0 0 0,0-5 0 15,0 0 0-15,0 0 12 0,0 0-12 0,0 0 12 16,0 0 10-16,0 0 2 0,0 0 1 0,0 0 0 15,0 0-1-15,0-8 0 0,3 3 0 0,0-3 0 16,-3 0-6-16,0 0-2 0,3 0 0 0,-3-2 0 16,0-1 3-16,0 1 0 0,0-1 0 0,-3 1 0 15,3-1-1-15,-3 0 0 0,0 3 0 0,0-2 0 16,-3-1-5-16,3 3-1 0,-3 0 0 0,-3-2 0 16,0 4-4-16,3 1-8 0,-3-3 11 0,-2 3-11 15,2 0 11-15,-3 2-11 0,3-2 10 0,-3 2-10 0,0 0 8 0,0 3-8 16,3 0 0-16,-3 0 0 0,0 3 8 0,3 0-8 0,-3-1 0 15,4 1 0-15,2 2 0 0,-3 1 0 0,3-1 0 0,0 3 0 16,0-3 0-16,3 3 0 0,0 3-8 0,0-1 8 16,3-2 0-16,0 5-10 15,0-2 10-15,0 0-8 0,3-1 8 16,-3 3 0-16,3-2 0 0,0 0-8 0,3-1 8 0,-3 1 0 16,3-1 0-16,3-2 0 0,-3 0 0 0,2 0 0 0,1 0 0 0,0-3 0 15,3 1 0-15,0-4 12 0,0 1-4 0,0 0 0 16,3-3-8-16,-3 2 0 0,3-2 8 0,2 0-8 15,-2-2 0-15,0-1 0 0,0-2 0 0,0-1 0 16,0 1-101-16,0 0-22 16,0-1-4-16</inkml:trace>
</inkml:ink>
</file>

<file path=ppt/ink/ink13.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2-04-18T21:56:18.530"/>
    </inkml:context>
    <inkml:brush xml:id="br0">
      <inkml:brushProperty name="width" value="0.05292" units="cm"/>
      <inkml:brushProperty name="height" value="0.05292" units="cm"/>
      <inkml:brushProperty name="color" value="#FF0000"/>
    </inkml:brush>
  </inkml:definitions>
  <inkml:trace contextRef="#ctx0" brushRef="#br0">11703 12968 1337 0,'0'0'28'0,"0"0"6"0,0 0-34 0,0 0 0 0,0 0 0 0,0 0 0 15,0 0 104-15,0 0 13 0,0 0 3 0,0 0 1 16,0 0-33-16,0 0-8 0,-3 5 0 0,3-5-1 15,0 0-24-15,0 0-5 0,0 0-1 0,-2 6 0 16,2-1-9-16,-3 0-1 0,3-5-1 0,0 8 0 16,0-3-5-16,0 1-1 0,0 2 0 0,-3-3 0 15,3 3-24-15,0 0-8 0,-3 0 0 0,3 0 0 16,0 2 33-16,-3 1 3 0,3 2 1 0,0 3 0 16,-3 3-25-16,3-1-4 0,0 3-8 0,-3 3 11 15,3-3 8-15,-3 3 1 0,3-3 1 0,-3 3 0 16,3 0-21-16,0 0 0 0,0-3 0 0,-3 3 0 15,3-1-9-15,0 1-7 0,-3 0 0 0,3 2-1 16,-3 4 27-16,3 1 6 0,0 4 0 0,-3 2 1 16,3-5-17-16,0-3 0 0,0 2 0 0,0-1 0 15,0-1-8-15,0-3-6 0,0 3-1 0,-3 0 0 16,3-2 15-16,0 2 0 0,-3 0 0 0,0 3 0 0,3-3 0 16,-3 0 0-16,0 0 0 0,3 0 0 15,-3-5 0-15,0 0 0 0,0 0 0 0,0-3-9 0,0-3 9 16,0-2-8-16,0 3 8 0,0-3-8 0,0-3-6 0,0 3-1 15,0-3 0-15,0 3 0 0,0-3-1 0,0 0-1 0,0 3 0 0,0-3 0 32,0 1-17-32,3-4-3 0,-3 3-1 0,0-2 0 15,0-3-16-15,3 0-3 0,-3 0-1 0,3-3 0 16,0-5-124-16,0 0-25 0</inkml:trace>
  <inkml:trace contextRef="#ctx0" brushRef="#br0" timeOffset="1977.891">11745 12992 608 0,'0'0'25'0,"0"0"-25"16,0 0 68-16,0 0 9 0,0 0 2 0,-6 2 0 16,6-2-12-16,-6-2-3 0,3-3 0 0,3 5 0 31,-6-3-6-31,6 3-2 0,0 0 0 0,0 0 0 0,0 0-6 0,0 0-2 0,-3-5 0 0,3 5 0 16,0 0-19-16,0 0-4 0,0 0-1 0,0 0 0 15,0 0-1-15,0 0-1 0,0-6 0 0,0 6 0 16,0 0-10-16,0 0-1 0,3-5-1 0,0 2 0 15,3 3 5-15,-3-2 1 0,3 2 0 0,0 0 0 16,0 0-16-16,3 0 0 0,3-3 0 0,-3 3 0 16,3 0 0-16,3-3 0 0,0 3 0 0,-1 0 0 15,4-2 8-15,3 2-8 0,-3-3 0 16,6 3 9-16,-3-2-9 0,2 2 0 0,1 0 0 0,0 0 0 16,-3 0 0-16,0-3 0 0,-3 3 0 0,2 0 0 15,-2-3 0-15,3 3 0 0,0 0 0 0,0 0 0 16,3 0 0-16,-1 0 0 0,4 0 8 0,-3 0-8 15,3 0 0-15,0-2 0 0,-1 2-9 0,1 0 9 16,0 0 0-16,-3 0 0 0,-3 2 0 0,2-2 0 16,-2 0 0-16,0 0 0 0,0 0 0 0,3 0 0 15,-3 3 9-15,2-3 9 0,4 0 2 0,0 3 0 16,0-3-12-16,0 0-8 0,-1 0 9 0,4 0-9 16,-3 0-14-16,-3 0-9 0,0-3-1 0,-1 3-1 15,-5 0 51-15,3 0 10 0,-3 0 3 0,0 3 0 0,0-3-28 16,2 0-11-16,1 0 8 0,-3 0-8 0,3 0 13 15,3 0-2-15,-3 0-1 0,2-3 0 0,-2 3 0 0,3 0 0 0,-3-3 0 16,0 1 0-16,0-1-10 0,-4 0 0 0,1 3 0 0,0-2 0 16,-6-1 0-1,3 3 0-15,-3-3 0 0,-3 3 0 0,3 0 0 16,-3 0 0-16,0 0 0 0,-3 0 0 0,2 0 32 0,-2 0 0 0,0 0 1 0,-3 0 0 16,-3 0-9-16,0 0-1 0,6 0-1 0,-6 0 0 15,0 0-10-15,0 0-3 0,0 0 0 0,6 6 0 16,-6-6-9-16,0 0 0 0,3 2 0 0,-3-2 0 15,0 0 37-15,3 6 6 0,-3-6 1 0,3 5 0 16,-3-5-20-16,3 5-3 0,-3 0-1 0,0 3 0 16,3-2-20-16,-3-6 0 0,0 8 0 0,0 0 0 15,0-1 0-15,-3 1 0 0,3-2 0 16,-3 4 0-16,3 1 0 0,-3-3 0 0,3 2 0 0,-3 4 0 16,0 2 0-16,0 2 0 0,3-2 0 0,-3 5 0 15,0 0 0-15,0 3 0 0,3-3 0 0,-6 6 0 16,6-6 0-16,-3 0 0 0,0 0 0 0,0 0 0 15,3-2 0-15,-3-1 0 0,3 4 0 0,-3-4 0 16,1 1 26-16,-1-1 1 0,0 1 0 0,-3-1 0 16,3 3-27-16,0 1 0 0,3 1 8 0,-3 1-8 15,0-3-20-15,0 6-7 0,0-3-1 0,0-1 0 16,0-1 28-16,3-1 0 0,-3-3 0 0,3 3 0 16,-3-2 0-16,3-1 0 0,-3-2 0 0,3 3 0 0,-3-3 17 15,3 0 9-15,-3 0 2 0,0-1 0 16,3 4-45-16,-3-3-9 0,3 2-2 0,-3 1 0 0,3-1 28 15,-3 4 0-15,3-4 0 0,-3 3 0 0,0-2 0 0,3-1 0 16,-3 1 0-16,3-3 0 0,-3 0 18 16,0-1 9-16,3-1 1 0,-3 2 1 15,0-3-29-15,0 0 0 0,3 0 0 0,-3 0 0 0,0 1 0 16,0-4 0-16,3 1 0 0,-3 2 0 0,0-2 34 0,0-1 1 0,3 3 0 16,-3-2 0-1,0 2-55-15,0 0-10 0,3 1-2 0,-3 2-1 0,0-3 33 0,3 3 0 0,-3 0 0 0,0-3 0 16,1 3 0-16,2 0 0 0,-3-3 0 0,0 0 0 15,3 3 0-15,-3-6 0 0,0 1 0 0,3 0 0 16,-3-1 0-16,0-2 0 0,3 0 0 0,-3 0 0 16,0 0 0-16,3 0 0 0,-3-3 0 0,0 3 0 15,0-3 0-15,0 1 0 0,0-1 0 0,-3 0 0 16,3-2 0-16,0 2 0 0,3-5 0 0,-3 6 0 16,-3-4 0-16,3 1 8 0,-3-1-8 0,0 1 0 15,0 2 28-15,0-2-1 0,0-3 0 0,0 5 0 16,0-5-36-16,-3 3-7 0,3-3-2 0,0 0 0 15,1 0 18-15,-4 0 0 0,0 0 11 0,0 3-11 16,3-3 12-16,-3 2-12 0,0-2 12 0,0 0-12 16,0 0 12-16,0 0-12 0,0 0 12 0,-3 0-12 15,3 0 0-15,0 3 0 0,1-3 0 0,-1 0 0 16,0 3 0-16,0-3 0 0,0 0 0 0,-3 2 0 16,3-2 0-16,-3 0 0 0,3 0 0 0,-3 0 0 15,0 3 0-15,-3-3 0 0,1 0 0 0,2 3 0 16,-3-3 0-16,0 0 0 0,0 0 0 0,0 0 0 0,-3 2 12 0,0-2-12 15,4 0 12-15,-4 0-12 0,0 3 0 0,0-1 0 16,0-2 0-16,3 3 0 0,-3 0 0 0,3-1 0 16,1 1 0-16,-1 0-12 0,3-1 12 0,-3 1 8 0,3 0 0 15,-3-1-8-15,0 4 0 0,0-6 0 0,0 2 0 0,-2 1 0 16,-1 0 8-16,0-3-8 0,0 2 0 0,-3 1 0 16,0-1 0-16,1 1 0 0,-1 0 0 0,0-1 0 15,0 1 0-15,0 0 0 0,3 2 0 0,-3-2 0 16,4-1 0-16,2 4 0 0,-3-4-15 0,3 4 5 15,0-1 10-15,0-3 0 0,0 4 0 0,0-4 0 16,1 4 0-16,-4-4 12 0,3-2-2 0,-3 3-1 16,0 0-9-16,0-1 0 0,0-2 0 0,-2 3 0 15,2 0 0-15,0-1 0 0,0 1 0 0,0-3 0 16,3 2 0-16,-3-2 0 0,3 3 0 0,1-3 0 16,2 3 0-16,-3-3-12 0,3 0 2 0,0 0 1 15,3 0 9-15,0 0 0 0,0 0 0 0,0 0 0 16,3 0 0-16,-3-3 8 0,3 3-8 0,-2-3 11 15,-1 1-11-15,3 2 0 0,0-3-12 0,-3 1 12 16,3-1 0-16,-3 0 0 0,3 1 0 0,0-1 12 16,-3 0-12-16,3 3 0 0,0 0 0 0,0-2 0 15,0 2 0-15,3-3 0 0,-3 0 0 0,0 1 0 16,3-1 0-16,3 3 0 0,-6-3 0 0,3 1 0 16,3 2 0-16,-3-5 0 0,-3-1 0 0,4 4 0 15,-1-1 0-15,0-2 0 0,-3 2 0 0,3 0 0 0,0-2 0 16,0 2-11-16,0-2 11 0,0 2-8 0,0-2 8 0,0 3 0 15,0-4 8-15,0 1-8 0,3 2 0 0,-3-2 0 0,0 2 0 16,0-2 0-16,3 0 0 16,-3-1 8-16,3 1-8 0,-3-3 0 15,3 3 0-15,0 0 0 0,0-1-10 0,0-2 10 0,0 3 0 0,0-3 0 0,0 0 0 16,0 0 0-16,3-2 0 16,-3-1 20-16,3 1-2 0,0-1-1 0,0-2-9 0,3-3-8 0,0 3 12 0,-3-3-12 15,3-3 11-15,0 1-11 0,3 2 10 0,-3-3-10 31,-1 1-16-31,4 2-10 0,-3 0-2 0,3 0 0 0,-3 3 28 0,0 0 0 0,0-1 0 0,0 4 0 16,0-1 13-16,3 3 8 0,-3-2 2 0,0-1 0 31,3-2-150-31,0 0-29 0</inkml:trace>
  <inkml:trace contextRef="#ctx0" brushRef="#br0" timeOffset="5123.617">13290 14185 1616 0,'0'0'46'0,"0"0"10"0,0 0-45 0,-6 3-11 0,6-3 0 0,0 0 0 16,0 0 75-16,0 0 13 0,0 0 2 0,0 0 1 15,0 0-29-15,0 0-6 0,0 0 0 0,0 0-1 16,0 0-14-16,0 0-2 0,6 2-1 0,-3 1 0 15,3 0 2-15,0-3 1 0,-3 0 0 0,3 2 0 16,0-2-21-16,3 0-5 0,-3 3-1 0,3-3 0 16,2 3 40-16,1-3 8 0,3 0 2 0,3 0 0 31,0 0-49-31,3 0-15 0,0 0 8 0,5 0-8 0,1 0 0 0,0 0 0 0,0-3 0 16,0 0 0-16,-1 3 8 0,-2-2 7 0,0-1 1 0,0 0 1 15,0 3-27-15,-4-2-6 0,1-1 0 0,0 3-1 16,0-2 29-16,0 2 5 0,0 0 2 0,0 0 0 15,-4 0-31-15,4 0-5 0,-6-3-2 0,3 3 0 16,-3-3 31-16,0 3 7 0,0-2 1 0,-4 2 0 16,-2-3-41-16,3 0-8 15,-3 1-2-15,3 2 0 0,-3-3-33 0,-3 0-8 0,3 1 0 16,-3-4-1-16,0 4-163 0,-3-3-32 0</inkml:trace>
  <inkml:trace contextRef="#ctx0" brushRef="#br0" timeOffset="5818.458">13406 13328 1337 0,'-12'-3'28'0,"12"3"6"15,-6 0-34-15,6 0 0 0,-3 0 0 0,3 0 0 16,-6 0 109-16,6 0 15 0,-6 0 4 0,6 0 0 16,0 0-44-16,0 0-8 0,0 0-1 0,0 0-1 15,0 0-28-15,0 0-6 0,0 0 0 0,0 0-1 0,0 0-22 0,0 0-4 0,0 0-1 16,0 0 0-16,0 0-12 0,0 0 8 0,0 0-8 0,6 0 0 16,0-2 36-16,3 2 0 0,3 0 1 0,0 0 0 15,0-3-5-15,6 3 0 0,0 0-1 16,2-3 0-16,1 3-1 15,3-2 0-15,3-1 0 0,-3 0 0 0,0 1-7 16,-1-1-2-16,1 0 0 0,0 1 0 0,0-1-9 0,0 0-3 0,-4 1 0 16,4-1 0-16,-3 1-9 0,3-1 0 0,0 0 0 15,0 1 0-15,-4-1 0 0,-2 0 0 0,3-2 0 0,-3 2 0 16,0 3 0-16,-6-2 0 0,3-1 0 0,-4 0 0 16,-2 3 0-16,0-2 0 0,0 2 0 0,0 0 0 15,-3-3 0-15,0 3 0 0,0 0 0 0,0 0 0 16,-3 0 0-16,-3 0 0 0,0 0 0 0,0 0 0 31,0 0-141-31,0 0-31 0,0 0-5 0</inkml:trace>
  <inkml:trace contextRef="#ctx0" brushRef="#br0" timeOffset="6709.941">11599 13428 1250 0,'0'0'26'0,"0"0"6"16,0 0-32-16,0 0 0 0,3-2 0 0,-3 2 0 0,3-3 59 0,-3 3 5 0,0 0 2 0,0 0 0 31,0 0 3-31,0 0 1 0,0 0 0 0,0 0 0 0,0 0-10 0,0 0-3 0,0 0 0 15,0 0 0-15,0 0-28 0,0 0-5 0,0 0-2 0,-6 0 0 16,3-2 34-16,-3 2 6 0,0 0 2 0,-3 0 0 16,4 0-16-16,-4 0-4 0,3 0 0 0,-6 0 0 15,3 0-9-15,-3 0-3 0,0 0 0 0,0 2 0 16,-3-2-5-16,3 0-2 0,-3 3 0 0,3-3 0 16,-2 2 2-16,-1-2 0 0,-3 0 0 0,3 3 0 15,0-3-27-15,0 3 0 0,0-3 0 0,0 0 0 16,1 0 0-16,-1 0 0 0,0 0 0 0,-6 0 0 15,3-3 12-15,0 3-2 0,0-3-1 0,-2 3 0 16,-1-2-1-16,-3-1-8 0,3 3 12 0,-3-2-4 16,3 2-19-16,-2 0-4 0,2 0-1 0,3 0 0 15,-3 0 16-15,3 0 0 0,0 0 0 0,0 0 0 16,4 0 0-16,-1 0 0 0,0 0 0 0,0 2 0 16,3-2 16-16,-3 0 7 0,3 3 1 0,0-3 0 15,3 2-39-15,1-2-7 0,2 0-2 0,0 3 0 16,6-3 24-16,0 0 0 0,0 0 0 0,0 0 0 15,0 0-56-15,0 0-6 0,0 0-2 0,6 0 0 16,0 0-153-16,2-3-31 0</inkml:trace>
  <inkml:trace contextRef="#ctx0" brushRef="#br0" timeOffset="7137.41">11870 13286 1982 0,'0'0'56'0,"0"0"12"0,-3 5-54 0,3-5-14 0,-3 5 0 0,0 0 0 16,0 1 116-16,0-1 20 0,0 0 4 0,0 3 0 16,0-2-81-16,0-1-17 0,0 0-3 0,0 3-1 15,0 0-10-15,3 0-1 0,-3 0-1 0,0 0 0 16,1 2-26-16,2-2 0 0,-3 3 0 0,0 2 0 15,0 0 0-15,3 1 0 0,-3 1 0 0,0 1 0 16,0 3 0-16,3 2 0 0,0-2 0 0,-3 4 0 16,3-1-46-16,0-4-14 0,0 1-4 0,0 2 0 15,0-5 52-15,0-3 12 0,0 0 0 0,0-2 0 16,3-1-105-16,-3 1-19 0,0-3-3 0,0-3-1 16,0-5-102-16</inkml:trace>
  <inkml:trace contextRef="#ctx0" brushRef="#br0" timeOffset="7434.034">11873 13320 1736 0,'-6'-8'73'16,"3"3"-58"-16,-3 2 81 0,3-2 16 0,3 5 3 0,0 0 1 16,0 0-40-16,0 0-7 0,0 0-1 0,0 0-1 15,0 0-28-15,0 0-6 0,0 0-1 0,0 5 0 16,3 3 36-16,-3-3 8 0,6 3 0 0,-3-2 1 15,6 1-31-15,-3 1-6 0,6-2-2 0,-3 2 0 16,3 0-20-16,0 2-4 0,0-2-1 0,0 0 0 16,-1 3-4-16,1-3-1 0,0 2 0 0,0-2 0 15,-3 3-8-15,0-1 0 0,0 1 0 0,0-1 8 16,-3 1-8-16,-3 0 0 0,3-1 0 0,-6 1 0 16,3-1-15-16,-3 4 5 0,-3-1 1 0,0 0 0 15,0-2-10-15,-3 2-1 0,0-3-1 0,-6 4 0 16,0-4-16-16,0 1-3 0,-3 2-1 0,0-2 0 15,1-1-35-15,-4 1-6 0,0-3-2 0</inkml:trace>
  <inkml:trace contextRef="#ctx0" brushRef="#br0" timeOffset="8226.884">11623 14519 1428 0,'0'0'60'15,"-6"0"-48"-15,0 0 97 0,0 0 19 0,0 0 4 0,-3 0 1 16,0 0-48-16,0-3-9 0,1 3-3 0,-4-3 0 15,0 3-14-15,-3-2-3 0,0-1-1 0,0 3 0 16,-3 0-9-16,0-3-2 0,1 3 0 0,-4-2 0 16,3 2 9-16,0-3 2 0,0 3 0 0,-3 0 0 15,3 3-39-15,1-3-8 0,-4 2-8 0,0 1 11 16,0-3-1-16,0 3 0 0,0-1 0 0,1 1 0 16,-4 0-10-16,3-1 12 0,3 1-12 0,-3 2 12 15,6-2-28-15,-3-1-4 0,4-2-2 0,2 3 0 16,0 0 22-16,3-3 0 0,0 2 0 0,3-2 0 15,0 0 0-15,6 0 0 0,-6 3 0 0,6-3 0 16,0 0-56-16,0 0-6 0,0 0-2 0,0 0 0 16,0 0-49-16,3-5-11 0,0-1-1 0</inkml:trace>
  <inkml:trace contextRef="#ctx0" brushRef="#br0" timeOffset="8683.684">11534 14355 1844 0,'0'0'52'0,"0"0"12"0,0 0-52 15,0 0-12-15,0 0 0 0,3 0 0 0,3 0 76 0,0 0 13 0,0 0 3 0,0 2 0 16,0-2-29-16,-1 3-6 0,1-1-1 0,0 1 0 16,0 0-20-16,3-1-4 0,0 1 0 0,0 2-1 15,0-2-9-15,0 2-2 0,3 1 0 0,-3-1 0 16,0 3-7-16,0-3-1 0,0 3-1 0,0 0 0 16,2 0-11-16,-5-3 0 0,3 3 0 0,-3 0 8 15,3-3 18-15,-3 3 3 0,0 0 1 0,0 0 0 16,0 0-40-16,-3 0-8 0,3 0-2 0,-3 0 0 15,-3-3 32-15,0 3 7 0,0 0 1 0,0-3 0 16,-3 3-20-16,-3 0 0 0,3-2 0 0,-3 2 0 16,-3-3 0-16,3 3 0 0,-3 0 0 0,-3 2 0 15,3-2 0-15,-5 0 0 0,2 0 0 0,-3 0 0 16,0 3 0-16,0-6 0 0,0 3 0 0,0-3 0 16,0 3 8-16,0-3-8 0,1 1 0 0,2-1 0 15,0-2 0-15,3-1-12 0,-3 4 0 0,3-4 0 16,3-2-38-16,0 3-7 0,6-3-2 0,0 0 0 15,0 0-166-15,0 0-34 0</inkml:trace>
  <inkml:trace contextRef="#ctx0" brushRef="#br0" timeOffset="10684.829">12814 14331 1751 0,'-18'10'36'0,"9"-4"9"0,3-1-36 0,0 0-9 0,-3 3 0 0,3-3 0 16,-3 3 64-16,3-2 12 0,-3 4 1 0,3-2 1 15,0 0-35-15,0 0-7 0,4 0-2 0,-4 3 0 16,3-1-17-16,3-2-3 0,-3 0-1 0,3 3 0 16,0-3-13-16,0-3 0 0,3 3 0 0,0 0 0 15,0-3 0-15,2 3 0 0,1 0 0 0,0 0 0 16,3-3 16-16,0 3 6 0,0-3 2 0,0-2 0 16,0 0-50-16,3-1-10 0,-3-2-1 0,3 0-1 15,0 0 26-15,0-2 12 0,2-1-12 0,-2 0 12 16,0 1-9-16,0-4 9 0,-3 1 0 0,0-3 0 15,0 0 0-15,0 0 0 0,0 0 0 0,-3-2 0 16,0 2 10-16,0-3-10 0,0 3 10 0,-3-2-10 16,0-1 33-16,0-2 1 0,0 0 0 0,-3 2 0 15,0-2 26-15,0 0 6 0,-3-1 1 0,0 1 0 16,0 3-54-16,0-1-13 0,-3 3 0 0,0-3 0 0,0 6 36 0,0 0 4 16,-3-3 0-16,0 3 1 0,0 2-14 15,-3 0-3-15,0 1-1 0,0-1 0 0,0 0-35 0,-2 3-8 0,2 3 0 16,0 0-1-1,0-3-16-15,0 5-3 0,0-2-1 0,3-1 0 16,0 4-35-16,0-1-8 0,3-2 0 0</inkml:trace>
  <inkml:trace contextRef="#ctx0" brushRef="#br0" timeOffset="11250.399">12710 14405 1257 0,'0'0'53'16,"0"0"-42"-16,3-3 73 0,-3 3 14 0,3-5 3 0,2 2 1 16,-2 3-24-16,3-2-5 0,3-1-1 0,-3 3 0 15,3-3 2-15,0 3 0 0,3 0 0 0,-3 3 0 16,0-3-13-16,3 3-2 0,-3-1-1 0,0 1 0 16,3 2-17-16,-3-2-3 0,2 2-1 0,1 0 0 15,-3 1-15-15,-3-1-3 0,3 0-1 0,-3 3 0 16,0-2-18-16,0 1 10 0,0 1-10 0,-3 0 8 15,3 0-25-15,-3 0-6 0,3 0-1 0,-3 0 0 16,0 0 24-16,0 0 0 0,0 0 0 0,-3 2 0 31,3-4-44-31,-3 2-4 0,3-3 0 0,-3 0-1 16,0 1-14-16,3-1-2 0,-3-5-1 0,0 5 0 0,0-5-111 0,0 0-23 0,0 0-4 0</inkml:trace>
  <inkml:trace contextRef="#ctx0" brushRef="#br0" timeOffset="14465.864">12995 13188 1869 0,'-6'2'39'0,"6"-2"9"0,-6 3-39 0,6-3-9 0,-6 0 0 0,0 5 0 31,1-2 80-31,-1 2 13 0,3-2 3 0,-3 2 1 0,3 0-27 0,0 1-6 0,3-6 0 0,-6 5-1 16,3 3-19-16,-3 0-3 0,0 0-1 0,3 2 0 16,-3 1-18-16,0 0-4 0,0-1-1 0,0 3 0 15,0-2-17-15,0 2 8 0,0 0-8 0,0 3 0 16,0 0 0-16,-3 0 0 0,6 0 0 0,-3 0 0 15,3 0 21 1,1 0 4-16,2-1 1 0,0 1 0 0,0-2-26 0,0 1 0 0,2 1 0 0,1-2 0 31,0-1-46-31,0 0-14 0,3 0-4 0,0-2 0 16,0-3 30-16,0 0 6 0,0 0 0 0,0-3 1 0,0 0-8 16,0 0-1-16,3 1-1 0,-3-4 0 0,3-2 37 0,-3 0 0 0,0-2 0 0,3-1 0 15,-3 0 0-15,0-2 0 0,3 0 0 0,-4-3 0 16,1 0 0-16,3-3 0 0,-3 3 0 0,0-2 0 15,0-1 0-15,0 1 0 0,0-3 0 0,-3-1 0 16,3 1 44-16,0 0 16 0,0 0 3 0,-3-1 1 16,3-2-52-16,-3 3-12 0,0 3 0 0,3-4 0 15,-6 1 28-15,3 0 2 0,0 2 1 0,-3-2 0 16,0 0-11-16,0 0-1 0,0-1-1 0,-3 1 0 16,0 0 0-16,0 2 0 0,0-2 0 0,-3 3 0 15,0-1-18-15,3 3 0 0,-3-2 0 0,-3 2 0 16,3 2 0-16,0-2 0 0,-3 3 0 0,0 0 0 15,3 2 0-15,0 3 0 0,-3-3 0 0,4 3 0 0,-1 3 0 16,0-3 0-16,6 0 0 0,-6 5 0 16,-3 1-211-16,3-1-36 0,0 0-7 0</inkml:trace>
  <inkml:trace contextRef="#ctx0" brushRef="#br0" timeOffset="14760.928">12867 13386 1948 0,'0'0'40'0,"0"0"11"0,0 0-41 0,0 0-10 0,0 0 0 0,0 0 0 16,6 3 86-16,-3-1 15 0,3-2 3 0,0 3 1 16,-3 0-31-16,3-1-6 0,0 1-2 0,0 0 0 15,3-1-21-15,-3 4-4 0,3-4-1 0,-3 4 0 16,3-4-16-16,-3 3-4 0,3 1-1 0,2-1 0 15,-2 0-19-15,0 1 0 0,0-1-13 0,0 0 5 16,0 3 8-16,-3 0 0 0,3 3 0 0,-3-3 0 16,0 2 0-16,3 3 0 0,-6 1 0 0,3-1 0 15,0 0 0-15,-3 0 0 0,0-2 0 0,0 2 0 16,0-2-53-16,-3-1-9 0,0-2-2 0,0 3 0 16,-3-6-102-16,3 3-21 0,-3-3-4 0</inkml:trace>
  <inkml:trace contextRef="#ctx0" brushRef="#br0" timeOffset="15579.18">12665 14127 1773 0,'0'0'36'0,"-9"3"11"0,9-3-38 0,0 0-9 0,0 0 0 0,-6 2 0 16,6-2 101-16,0 0 19 0,-3 8 3 0,3-8 1 15,0 0-35-15,0 0-6 0,0 0-2 0,0 0 0 16,6 3-65-16,0 0-16 0,3 2 0 0,0-3 0 16,0-2 51-16,3 3 6 0,0 0 2 0,-1-3 0 15,4 0-35-15,-3 2-6 0,6-2-2 0,-3 0 0 16,0 0-16-16,0 3 10 0,3-3-10 0,-3 0 8 15,-1 3-8-15,4-3 0 0,-6 0 0 0,3 0 0 16,0 0-85-16,-3 0-13 0,3 0-2 0</inkml:trace>
  <inkml:trace contextRef="#ctx0" brushRef="#br0" timeOffset="16617.08">11745 15873 1773 0,'-6'3'50'0,"0"0"11"15,6-3-49-15,-3 2-12 0,-3 4 0 0,3-1 0 16,-3 0 58-16,3 0 9 0,0 1 1 0,0 2 1 16,0 0-8-16,3 0-1 0,-3 2-1 0,1 1 0 15,-1-1-23-15,0 4-4 0,3-1 0 0,-3 3-1 16,3 0-12-16,0-1-3 0,0 4 0 0,0-1 0 0,0 1-2 0,0 2-1 0,0 0 0 16,0 0 0-16,0 1-13 0,0-1 8 15,0 0-8-15,3 0 0 0,-3 0 8 0,0 3-8 16,0-3 0-16,0 3 9 0,0 0-9 0,0 2 0 0,0-2 0 15,0 3 0-15,0-1 0 0,0-2 0 0,0 2 0 16,0-2 0-16,0 3 0 0,0-6 0 0,0 3 8 16,-3-1-8-16,3-1 0 0,0-1 0 0,-3 3 0 0,0-3 0 15,3 0 0-15,-3 3 0 16,0-3 0-16,3 3 8 0,-3-3-8 0,0-3 0 0,3 4 0 0,-3-4 0 16,0 1 0-16,3-1 0 0,0-2 0 0,-3 0 0 15,3 0 0-15,0 0 0 0,-3 2 0 0,3-5 0 16,0-2 0-16,0 0 0 0,-3-1 0 0,3-2 0 15,0 3 0-15,-3-1 0 0,3-2 0 0,0 3 0 16,0-1 0-16,0-2 0 0,0 0 0 0,0 0 0 31,0 0-52-31,0-3-10 0,0 1-2 0,0-6 0 0,3 5 52 0,-3-5 12 0,0 5 0 0,0-5 0 16,0 0-102-16,0 0-18 16,0 0-3-16</inkml:trace>
  <inkml:trace contextRef="#ctx0" brushRef="#br0" timeOffset="18724.488">11748 15924 1337 0,'0'0'28'0,"0"0"6"15,0 0-34-15,0 0 0 0,0 0 0 0,0 0 0 16,0 0 58-16,0 0 5 0,3 2 1 0,0 1 0 16,-3-3 0-16,6 3 0 0,-3-3 0 0,3 2 0 15,0-2-4-15,0 0-1 0,3 0 0 0,-3 0 0 16,3 0-43-16,0-2-16 0,3 2 11 0,-4 0-11 16,1-3 16-16,3 3-2 0,0 0-1 0,0 0 0 15,0 0-13-15,3 0 0 0,0 0 8 0,-3 0-8 16,3 3 0-16,-4-3 0 0,4 0 8 0,0 2-8 0,-3 1 0 0,3-3 0 0,0 2 0 15,0-2 0-15,-3 3 0 0,3 0 0 0,-4-1 0 16,1 1 0-16,3 0-11 0,-3-1-5 0,3 1 0 16,0 0-1-16,0-1 17 0,0-2 0 0,3 3 0 15,-1 0 0-15,1-1 0 0,0 1 0 16,3 0 0-16,0-1 0 0,0 1 8 0,-1-1 6 0,1 1 1 0,0 0 0 16,0-1-24-16,0-2-5 0,0 3-1 0,-1 0 0 15,-2-3 27-15,0 2 6 0,0-2 1 16,0 0 0-16,0 0-31 0,0 0-5 0,0 0-2 0,2 3 0 15,-2-3 35-15,3 3 6 0,0-3 2 0,-3 0 0 16,3 0-39-16,-1 0-7 0,1 0-2 0,3 0 0 16,-6 0 57-16,3 0 11 0,0 0 3 0,-4 0 0 15,1 0-33-15,0-3-6 0,0 3-8 0,-3-3 11 16,3 3-11-16,-3 0 8 0,3-2-8 0,-1 2 8 16,1 0-8-16,0 0 0 0,3-3 0 0,-3 3 0 15,3 0 0-15,-4 0 0 0,1 0 0 0,3 3 8 16,-3-3-8-16,0 0 0 0,0 0 0 0,0 2 8 15,-3-2-8-15,2 3 0 0,-2-3 9 0,0 0-9 16,3 3 0-16,-6-3 0 0,3 0 0 0,-3 0 0 16,0 0 0-16,0 0 0 0,-4 0 0 0,4 0 0 15,0 2 0-15,0-2 0 0,-3 0 0 0,3 3 0 16,-3 0 0-16,0-3 0 0,0 2 0 0,0 1 0 16,-3 0 0-16,3-1 0 0,-3 1 0 0,2-1 0 0,-2 1 0 15,0 0 0-15,3-1 0 0,-3 1 0 16,-3 0 0-16,3 2 0 0,-3-2 0 0,0 2 0 0,0-2 56 0,-3-3 6 15,6 5 2-15,-3 0 0 0,-3-5-52 0,3 5-12 16,0 1 0-16,0-1 0 0,0 0 0 0,-3 1 0 16,3-1 0-16,0 0 0 0,-3 0 0 0,3 1 0 0,0-1 0 15,-3 3 0 1,0 0 0-16,3-3 0 0,-3 3 0 0,0 0 0 0,0 0 0 16,0 0 0-16,0 3 0 0,0-3 0 0,0 2 0 0,0-2 0 0,0 3 0 0,0-1 0 15,0 1 54-15,0-1 8 0,0 1 2 16,0 2 0-16,0-2-52 0,0 2-12 0,0 0 0 0,0 0 0 15,0 3-8-15,0 0-5 0,0 0-1 0,-3 3 0 16,3-1 22-16,-3 1 4 0,0-1 0 0,3 1 1 16,-3-1-13-16,0 1 0 0,3-1 8 0,-3-2-8 15,0 3 8-15,0-3-8 0,0-3 11 0,0 3-11 16,0-3 0-16,0-3 0 0,0 4-10 0,0-4 10 16,0 3 10-16,0-2 10 0,0 2 1 0,0 1 1 15,0-1-35-15,3 0-7 0,-3 0-2 0,0 3 0 16,0-3 22-16,0 3 0 0,0 0 0 0,3 0 0 15,-3 0 15-15,3 0 7 0,0 2 2 0,-3-5 0 16,3 3-39-16,0 0-7 0,-3-5-2 0,3 2 0 16,0 0 43-16,-3-2 8 0,3 2 1 0,0-2 1 15,-2-3-46-15,2 2-10 0,0-2-1 0,-3 0-1 16,3 0 29-16,-3 0 0 0,3-3 0 0,0 3 0 16,-3 0 0-16,3 0 0 0,0-3 0 0,-3 3 0 0,3 0 0 15,0-2 0-15,0 1 0 0,0-1 0 0,-3-1 0 16,3 0 0-16,0 1 0 0,0 2 0 0,-3-6 0 0,3 3 0 15,0-5 0-15,-3 8 0 0,3-2 0 0,-3-1 0 0,0 0 0 16,3 1 0-16,-3-1 24 0,0 0 10 0,3 0 2 16,-3 1 1-16,0-4-28 0,0 4-9 15,0-1 0-15,0 0 0 0,0 1 27 0,-3-1-2 16,3-2 0-16,0 4 0 0,0-4-25 0,-3 2 0 0,6-5 0 16,-3 6 0-16,-3-4 0 0,3 4 0 0,0-4 0 0,-3 1 0 15,6-3 0-15,-6 3 0 0,0 2 0 0,0-3 0 16,3 1 0-16,-3 0 0 0,1-1 0 0,-1 4 0 15,0-4-16-15,0 1-8 16,3 0-1-16,-6-1-1 0,3 1 26 0,-3 0 0 0,3-3 12 0,-3 5-4 16,-3-2-8-16,3-1 0 0,-3 1-8 0,0-1 8 15,0 4 0-15,1-6 0 0,-1 2 0 0,-3 1 0 16,0 0 0-16,0 2 0 0,0-2 0 0,0-1 0 16,-3 1 18-16,3 0 2 0,-2 2 1 0,-1-2 0 15,0-1-21-15,0 1 0 0,0-1 0 0,0 4 0 16,0-4-9-16,1 4-7 0,-1-1 0 0,3-2-1 15,-6 2 17-15,3 0 0 0,-3 1 0 0,0-1 0 16,1 0 0-16,-4-2 0 0,3 2 0 0,-3 0 0 16,0 1 0-16,1-1 11 0,2-2-3 0,0 2-8 15,-3-5 0-15,6 5 0 0,-3-2 0 0,1-1 0 16,2 1 0-16,0 0 0 0,0-1-12 0,-3 4 12 16,0-4 0-16,0 1 0 0,1 2-8 0,-1-2 8 15,-3 2 0-15,3-2 0 0,0-1-10 0,-3 1 10 16,4 0 12-16,-1 2 6 0,0-2 2 0,0-1 0 15,0 1-38-15,3 0-7 0,1-1-2 0,-1 1 0 16,3 2-8-16,0-5-1 0,3 3-1 0,-3-3 0 0,0 3 54 16,0-1 11-16,3 1 3 0,-2-1 0 15,-1 1-50-15,0-3-9 0,3 3-3 0,-3-3 0 0,0 2 31 16,3 1 0-16,0 0 0 0,0-3 0 0,1 2 45 0,-1-2 15 0,3 0 4 16,-3 0 0-1,0 0-103-15,3 3-20 0,0-3-4 0,0 0-1 0,3 0 52 0,-3 0 12 0,0 0 0 0,3 0 0 16,-3 0 22-16,3 0 7 0,0 0 2 0,1 0 0 31,-1 0-50-31,0 0-9 0,0 0-3 0,0 0 0 0,6 0 31 0,-6 0 0 0,6 0 0 0,-6 0 0 16,6 0 0-16,-6 0 0 0,6 0 0 0,-6 0 0 15,6 0 0-15,0 0 0 0,-6-3 0 0,6 3 0 16,-6 0 0-16,6 0 0 0,-6-2 0 0,6 2 0 16,-3-3 0-16,3 3 0 0,-6-3 0 0,6 3 0 15,-3-5 12-15,0 2 9 0,3 3 2 0,-3-5 0 16,0 0-37-16,3 0-7 0,-3-1-2 0,0 1 0 15,0 0 23-15,3 2 0 0,-3-2 0 0,0-1 0 16,3 1 9-16,-3 0 7 0,0 0 0 0,0-1 1 16,3 1-27-16,-3 0-6 0,0-1 0 0,0 1-1 15,3 0 27-15,-3 0 6 0,1-3 0 0,-1 2 1 16,0 1-17-16,3 0 0 0,-3-3 0 0,0 3 0 16,3-3-12-16,-3-3-4 0,3 3 0 0,0-3 0 15,-3 1 27-15,3 2 5 0,0-5 0 0,0 2 1 16,0 1-17-16,0-1 8 0,0 0-8 0,-3 1 0 0,3-3 0 15,0 5 0-15,0-3 0 0,0 0 0 0,0 1 8 0,0 2-8 16,0-3 0-16,0 3 0 0,0 0 0 0,3 1 0 0,-3-1 0 16,0 0 0-1,3 0-16-15,0-3-9 0,-3 3-3 0</inkml:trace>
  <inkml:trace contextRef="#ctx0" brushRef="#br0" timeOffset="20000.168">13561 16244 1094 0,'0'0'23'0,"0"0"5"15,0 0-28-15,0 0 0 0,0 0 0 0,0 0 0 16,0 0 102-16,0 0 15 0,0 0 3 0,0 0 1 0,0 0-25 0,0 0-6 0,0 0-1 0,0 0 0 31,0 0-15-31,0 0-3 0,0 0-1 0,6 5 0 16,0-2-24-16,0-1-5 0,3 1-1 0,0 0 0 0,2-3 20 0,-2 0 3 0,3 0 1 0,0 0 0 16,3 0-52-16,-3-3-12 0,3 3 0 0,0-3 0 15,0 3 0-15,0-2 0 0,2-1 0 16,-2 3 0-16,6-5 0 0,-3 2 0 0,3 0 0 15,3 1 0-15,-4-1 17 16,4 1 1-16,0-4 0 0,0 4 0 0,0-1-18 0,0 0 0 16,-4 1 0-16,1-1 0 0,0 3-15 0,-3-3-3 0,-3 3-1 0,-3 0 0 31,0 3-34-31,-3-3-7 0,-1 3-2 0,-2-1 0 16,0 1-105-16,0 2-21 0,-3-2-4 0</inkml:trace>
  <inkml:trace contextRef="#ctx0" brushRef="#br0" timeOffset="20496.598">13489 16982 1653 0,'0'0'47'0,"0"0"10"0,0 0-45 16,0 0-12-16,0 0 0 0,0 0 0 0,0 0 63 0,6 3 10 0,0-1 3 0,-3 1 0 15,3 0-20-15,0-1-4 0,0 4-1 0,0-4 0 16,3 1-11-16,0-3-1 0,0-3-1 0,0 1 0 16,3 2-5-16,0 0-1 0,0 0 0 0,2 0 0 15,1 0-15-15,0 0-3 0,3 0-1 0,-3-3 0 16,3 3-4-16,0 0-1 0,0 0 0 0,-1 0 0 15,1 0 3-15,0 0 0 0,0 0 0 0,3 0 0 16,-3 0-20-16,0 0-4 0,-1 0-1 0,1 0 0 16,0 0 14-16,-3-3-12 0,0 3 12 0,-3 0-12 15,0 0-28-15,-3-2-6 0,0-1-1 16,-1 3 0-16,-2-3-44 0,0 1-9 0,-3-1-1 0</inkml:trace>
  <inkml:trace contextRef="#ctx0" brushRef="#br0" timeOffset="21131.258">13097 16323 1337 0,'-9'3'56'16,"3"-1"-44"-1,0 1 92-15,0 2 20 0,6-5 3 0,-6 8 1 16,0-2-49-16,3-1-10 0,0 3-1 0,0 0-1 16,3 0-56-16,0 2-11 0,-3-2 0 0,3 3 0 15,3-1 26-15,-3 4 10 0,6-1 3 0,-3 0 0 16,0 0-39-16,3 3 0 0,0 0 0 0,0-3-12 15,3-2-16-15,0-1-4 0,2 1-1 0,-2-3 0 16,3 3 33-16,-3-6 0 0,3 0 0 0,0 0 0 16,0 1-58-16,3-4-5 0,-3 1-1 0,3-3 0 15,-4 0 52-15,4 0 12 0,-3-3 0 0,0 1 0 16,0-1-16-16,0 0-1 0,-3 1 0 0,3-3 0 16,-6-1 17-16,3-4 0 0,-3-1 0 0,0 0 0 0,0-2 10 15,0 3 6-15,-3-4 0 0,-1 4 1 0,1-3 38 0,-3-1 7 0,0 1 2 16,0 3 0-16,-3-4 0 0,3 1 0 0,-2 0 0 15,-4 2 0-15,3 3-20 0,-3-2-4 0,3-1-1 0,-3 3 0 16,0 3-19-16,-3-3-3 0,0 5-1 0,0-2 0 16,-3 2-5-16,3 1-2 0,-3 2 0 15,0-3 0 1,0 3-58-16,0 3-12 0,-2-3-3 0,2 0 0 16,3 0-102-16,-3 0-21 0</inkml:trace>
  <inkml:trace contextRef="#ctx0" brushRef="#br0" timeOffset="21502.437">13061 16442 1579 0,'0'0'32'0,"0"0"10"16,0 0-34-16,0 0-8 0,0 0 0 0,0 0 0 16,0 0 104-16,3-2 20 0,3-1 3 0,3 0 1 15,-3-2-46-15,3 5-9 0,-1-3-1 0,1 1-1 16,0 2-25-16,3-3-5 0,0 3-1 0,3 0 0 0,-3 3-17 0,3-3-4 0,0 2-1 0,-3 1 0 16,2 0-8-16,1 2-2 0,0 0 0 0,-3 1 0 15,0-1-8-15,0 3 8 0,-3 0-8 0,3 0 8 16,-3 2-8-16,0 1 8 0,0 2-8 0,0-2 8 15,-4-1-8-15,4-2 12 0,-3 3-12 0,0-3 12 32,3 0-36-32,-3 0-6 0,0-1-2 0,0-1 0 15,0 2-18-15,0-6-4 0,-3 6-1 0,3-2 0 16,-3-4-7-16,-3-2-2 0,3 6 0 0,-3-4 0 16,0-2-102-16,0 0-21 0,0 0-4 0</inkml:trace>
  <inkml:trace contextRef="#ctx0" brushRef="#br0" timeOffset="22070.702">13022 16903 1788 0,'-6'5'51'0,"0"3"10"0,0-3-49 0,0 0-12 0,3 3 0 0,0-2 0 15,-3 2 44-15,3-3 7 0,0 3 1 0,3 0 0 16,-3 0-32-16,3 0-5 0,-3 0-2 0,6 2 0 16,-3-2 4-16,0 0 1 0,0 3 0 0,0-1 0 15,3-2-18-15,0 5 0 0,0-2 0 0,0 2 0 16,0-2 0-16,0-1 0 0,0 1 0 0,3 0 0 16,-3-1-18-16,3 1 2 0,0-1 1 0,0-2 0 15,3 0 5-15,-3 0 1 0,0-3 0 0,3 1 0 16,-3-4 0-16,0 1 0 0,3 0 0 0,-3-3 0 15,3 0 9-15,-3-3-8 0,2 0 8 0,-2-2-8 16,3 2 8-16,-3-2 0 0,0-3 0 0,3 3 0 16,-3 0 12-16,0-3 4 0,-3 0 0 0,3 0 1 15,-3 0 14-15,0 0 2 0,0-3 1 0,-3 3 0 16,3 0 4-16,-3 1 1 0,-3-1 0 0,3 0 0 16,-3 0 1-16,0 0 0 0,-3 2 0 0,3-1 0 15,-3 1-16-15,0 1-4 0,-3 0 0 0,3-1 0 16,-3 4-10-16,0-4-2 0,0 4-8 0,1-1 12 15,-1 0-12-15,0 1 0 0,0-1 0 0,-3 3 0 16,3 0-61-16,0-2-6 0,-3 2-1 0</inkml:trace>
  <inkml:trace contextRef="#ctx0" brushRef="#br0" timeOffset="22362.558">12954 17040 1482 0,'3'0'62'16,"3"-2"-50"-16,0-1 114 0,-1 0 22 0,4 3 5 0,-3-2 1 15,3 2-72-15,0 0-14 0,0-3-4 0,3 3 0 16,0 0-20-16,0 0-4 0,0 0 0 0,3 0-1 16,0 0-19-16,-1 0-3 0,1 0-1 0,3 0 0 15,-3 0-8-15,0 0-8 0,0 3 9 0,0-1-9 16,0 1 8-16,-4 0-8 0,4-1 0 0,-3 4 9 15,-3 1-9-15,3-1 10 0,-3-1-10 0,0 6 10 16,-3-3-10-16,0 0 0 0,0-1 0 0,-3 4-11 16,0-3-45-16,0 0-8 0,0 0-3 0,-3 2 0 31,0-2-101-31,0 0-21 0,0 3-4 0</inkml:trace>
  <inkml:trace contextRef="#ctx0" brushRef="#br0" timeOffset="22737.831">12900 16815 1337 0,'0'0'56'16,"0"0"-44"-16,0 0 79 0,0 0 16 0,3-5 3 0,0 2 1 15,0 1-28-15,3 2-6 0,-3-3-1 0,3 3 0 16,0-3-5-16,0 1-2 0,3-1 0 0,-3 1 0 15,6-1-24-15,-1 0-5 0,1-2 0 0,0 2-1 16,3-2-11-16,0 2-3 0,0-2 0 0,3 2 0 16,0-2-25-16,0 0-19 0,2 0 3 0,-2 2 1 31,3-2-99-31,0 2-20 0,0-2-4 0</inkml:trace>
  <inkml:trace contextRef="#ctx0" brushRef="#br0" timeOffset="23613.682">10965 16241 1469 0,'0'0'30'0,"0"0"9"0,0 0-31 0,0 0-8 0,0 0 0 0,0 0 0 16,-3-3 62-16,3 3 11 0,0 0 3 0,0 0 0 16,0 0-17-16,0 0-3 0,0 0-1 0,0 0 0 15,0 0-9-15,0 0-2 0,0 0 0 0,0 0 0 16,0 0 2-16,0 0 0 0,0 0 0 0,0 0 0 15,6 3-34-15,3-3-12 0,-3 0 9 0,3 3-9 16,0-3 0-16,0 0 0 0,3 0 0 0,0 0 0 16,0 0 12-16,3 0 9 0,2 0 3 0,1 0 0 15,0-3-39-15,0 3-7 0,3-3-2 0,0 1 0 16,-4 2 24-16,4-3 0 0,0 1 0 0,0-1 0 16,-3 3 0-16,3-3 0 0,-3 1 0 0,-1 2 0 15,-2-3 0-15,3 3 0 0,-3 0 0 0,3-3 0 16,-3 3 0-16,0 0 0 0,-3 0 0 0,2 0 0 15,-2 3 23-15,0-3 9 0,3 3 1 0,-6-1 1 16,0 1-23-16,3-3-11 0,-3 3 10 0,-3-1-10 16,3-2 26-16,-3 3-1 0,0-1 0 0,0 1 0 15,0 0-71-15,-1-3-14 0,4 2-4 0,-3 1 0 16,3 0 0-16,-3-1 0 0,3 1 0 0</inkml:trace>
  <inkml:trace contextRef="#ctx0" brushRef="#br0" timeOffset="24676.787">11061 17075 991 0,'0'0'42'16,"0"0"-34"-16,0 0 69 0,0 0 14 0,0 0 2 0,0 0 1 31,0 0-18-31,5 0-3 0,1 0-1 0,0 0 0 0,0 0-15 0,0 0-3 0,0 0-1 16,3 0 0-16,-3 0 9 16,3 0 2-16,0 2 0 0,3-2 0 0,-3 0-52 0,3 0-12 0,0 0 0 0,0 0 0 15,-1 0 54-15,4 3 8 0,-3-3 2 0,3 3 0 16,-3-3-52-16,3 2-12 0,0 1 0 0,-3 0 0 15,3-3 0-15,-1 2 0 0,1 1 0 0,0-1 0 16,3-2 0-16,-3 0-15 0,0 3 3 0,3 0 1 16,-3-1 11-16,2-2 0 0,-2 3 0 0,0 0 0 15,0-3 9-15,0 2 1 0,-3-2 0 0,0 3 0 16,-3-3-10-16,3 3 0 0,-3-3 0 16,-1 0 0-16,1 2 0 0,0-2 0 0,0 0 0 0,-3 0 0 15,0 0 0-15,-3 0 0 16,-3 0 0-16,6 0 0 0,-3-2-49 15,3 2-12-15,-3-3-3 0</inkml:trace>
  <inkml:trace contextRef="#ctx0" brushRef="#br0" timeOffset="25417.574">11837 16209 1341 0,'0'0'56'16,"0"0"-44"0,0 0 84-16,0 0 18 0,0 0 3 0,0 0 1 15,3 0-42-15,3 0-8 0,0 0-1 0,0 0-1 16,0-2-18-16,3 2-4 0,0-3-1 0,0 3 0 16,3-3-11-16,0 1-1 0,0-1-1 0,0-2 0 15,0 2-16-15,2-2-3 0,-2 2-1 0,0-2 0 16,0 2-10-16,0-2 10 0,0 0-10 0,-3-1 10 0,0 4-10 15,-3-3 8-15,0 2-8 0,0 3 8 16,0-3-23-16,-3 1-5 0,-3 2 0 0,0 0-1 16,0 0 46-16,0 0 10 0,0 0 1 0,3 5 1 15,-3 0-24-15,0 3-5 0,0 0 0 0,0 0-8 16,-3-3 9-16,3 3-9 0,0-2 0 0,0 1 9 0,0-1-9 0,0 2 0 0,0 0 0 0,3 0 0 16,-3 2-11-16,0-2 3 0,3 3 0 0,-3-1 0 15,0-2-7-15,3 3-1 0,-3-1 0 0,0-2 0 16,0 3-5-16,0-3-2 0,-3 0 0 15,0 2 0-15,0-2 8 0,0 0 2 0,-3 0 0 0,3 0 0 16,-3 0 13-16,0 0 0 0,-3 0 0 0,0 0 0 16,0-3 9-16,0 3 2 0,-3-3 0 0,3 3 0 15,-3-2 9-15,3-1 1 0,-3 0 1 0,1 0 0 16,-1-2-33-16,3 2-6 0,0-2-2 0,-3 2 0 16,3-5 41-16,0 3 8 0,3-3 2 0,0 0 0 15,0-3-32-15,0 3 0 0,6 0 0 0,0 0-10 16,-3-5-30-16,3 5-5 0,-6-3-2 0</inkml:trace>
  <inkml:trace contextRef="#ctx0" brushRef="#br0" timeOffset="26471.007">11843 16760 1824 0,'0'0'38'0,"0"0"8"16,-3 2-37-16,3-2-9 0,-6 3 0 0,3 2 0 15,3-2 49-15,-3 2 8 0,3 1 2 0,-2-1 0 0,2 3-43 0,0-3-16 16,0 3 11-16,0 3-11 16,0-1 44-16,0 1 2 0,0 2 1 0,0 0 0 15,2 0-39-15,-2 1-8 0,3 2 0 0,-3-1 0 16,3 1 0-16,0-2 0 0,0-1 0 0,0 0 0 0,-3 0 0 0,3 0-12 0,0 1 3 0,0-1 0 31,-3 0-23-31,3-2-5 0,0-1-1 0,-3 1 0 0,3 0 20 0,0-4 4 16,-3 4 1-16,3-3 0 15,-3-3-31-15,3 3-5 0,-3-3-2 0,3-2 0 0,-3-3 41 0,0 0 10 0,0 0 0 0,0 0 0 16,0 0 0-16,0 0-10 0,0 0 10 0,0 0-10 16,0 0 10-16,0 0 0 0,3-3 10 0,0-2-10 15,0-3 0 1,0 0 0-16,0 0-11 0,0-2 11 0,0-1 10 0,0 1 10 0,3-1 1 0,-3 0 1 16,3-2 10-16,0 0 3 0,3-3 0 0,-3 3 0 15,0-3-17-15,3 0-3 0,-4 0-1 0,4 0 0 16,0 3 40-16,-3 0 8 0,0 0 2 0,3 2 0 15,-3 1-52-15,0-1-12 0,0 3 0 0,-3 3 0 16,3-1 54-16,-3 1 8 0,0 2 2 0,-3 3 0 16,0 0-52-16,0 0-12 0,0 0 0 0,0 0 0 15,0 0 0-15,0 0 0 0,0 0 0 0,0 0 0 16,0 0 54-16,0 6 8 0,0 2 2 0,-3-3 0 16,3 3-52-16,-3-3-12 0,0 3 0 0,0 3 0 15,-3-3 0-15,3 2 0 0,0-2 0 0,-3 3 0 16,0-1 0-16,0 1 0 0,0-3 0 0,-3 2 0 15,3 1-48-15,0-3-13 0,1 0-3 0,-1 3 0 16,0-4 52-16,0-1 12 0,0-1 0 0,3 3 0 0,0-3 0 16,0-2 0-16,3-3 0 0,0 0 0 15,0 0 0-15,0 8 0 0,0-8 0 0,0 0 0 0,3 5 0 0,0-2 0 16,3-1 0-16,0 1 0 16,0 0 0-16,0-1 0 0,2 1 0 0,1-3 0 0,0 0 0 0,0 3 0 0,3-6 0 15,-3 6 0-15,0-3-10 16,3 2 10-16,-3-2-10 0,3 0 10 0,-3 3-23 0,-3-3 2 15,3 0 0-15,0 3 0 16,-4-3-38-16,1 0-7 0,0 2-2 0,-3-2 0 16,-3 0-145-16</inkml:trace>
  <inkml:trace contextRef="#ctx0" brushRef="#br0" timeOffset="27066.849">11686 17424 1356 0,'-9'5'57'0,"3"-2"-45"16,0-3 83-16,0 0 17 0,0 0 3 0,-3 0 1 16,0-3-24-16,3 3-5 0,-3 0-1 0,0 0 0 15,0-2-28-15,0 2-6 0,0 0 0 0,0 0-1 16,1 2-17-16,-4-2-3 0,0 0-1 0,0 0 0 15,0 0-10-15,0 3-3 0,-3-3 0 0,0 0 0 16,0 2-1-16,-3 1-1 0,4-3 0 0,-4 3 0 16,3-1-15-16,-3 1 9 0,3 0-9 0,3 2 8 15,-3-2-8-15,3 2 0 0,1-2 0 0,-4 2-11 16,3-2 26-16,-3-1 5 0,3 1 0 0,0-1 1 16,3 1-21-16,-3 0 0 0,6-3 0 0,-3 2 0 15,3 1-12-15,6-3-8 0,-6 0 0 0,6 0-1 16,0 0 21-16,0 0 18 0,0 0-3 0,0 0-1 15,0 0-38-15,0 0-7 0,0 0-1 0,0 0-1 16,3-5-39-16,0 2-8 0,0-2-2 0</inkml:trace>
  <inkml:trace contextRef="#ctx0" brushRef="#br0" timeOffset="27817.085">11686 17307 1406 0,'0'0'59'16,"0"0"-47"-16,0 0 58 0,0 0 12 0,0 0 2 0,0 0 1 15,0 0-29-15,0 0-7 0,6 0-1 0,-3 6 0 31,2-6-9-31,1 2-3 0,0 1 0 0,0 0 0 0,0-1-11 0,0 1-2 0,3 0-1 0,-3 2 0 16,3-2-13-16,0-1-9 0,0 1 12 0,0 0-12 16,0 2 10-16,0-3-10 0,3 4 8 0,0-1-8 31,-4-2-16-31,1 2-9 0,0-2-2 0,0 2 0 0,0 0 27 0,0 1 0 0,-3-1 0 0,0 0 0 16,0-2 21-16,0 2 10 15,-6-5 1-15,3 3 1 0,-3-3-25 16,3 5-8-16,-3-5 0 0,0 0 0 0,0 0 9 0,6 5-9 0,-6-5 0 0,0 0 9 15,0 0-9-15,-3 6 10 0,3-6-10 0,-6 5 10 16,0 0-1-16,0-2 0 0,0 2 0 0,0-2 0 16,0-1 3-16,-3 1 0 0,0 0 0 0,0-3 0 15,0 2-12-15,0 1 0 0,1 0 0 0,-1-1 0 16,-3 1 0-16,6 0 0 0,-3-1 0 0,0 1 0 16,3-3 0-16,6 0 0 0,-6 2 0 0,6-2 0 15,-9 3 16-15,9-3 0 0,-6 3 1 0,6-3 0 16,-6 5-17-16,6-5 0 0,-3 3 0 0,3-3 0 15,0 0-34-15,-6 5-1 0,6-5 0 0,0 0 0 16,0 0-57-16,0 0-12 0,0 0-3 0</inkml:trace>
  <inkml:trace contextRef="#ctx0" brushRef="#br0" timeOffset="32087.262">10971 12447 1792 0,'0'0'51'0,"-6"0"10"0,6 0-49 0,-3 0-12 0,3 0 0 0,0 0 0 15,-6 2 90-15,6-2 15 0,0 0 3 0,0 0 1 16,-6 3-33-16,6-3-6 0,0 0-2 0,-3 5 0 15,3-5-42-15,0 6-9 0,0-6-1 0,0 8-1 16,3 0 32-16,-3-3 6 0,3 3 2 0,3-3 0 16,0 3-31-16,-3 0-7 0,3 3-1 0,0-4 0 15,3 1-6-15,0 0-2 0,0 0 0 0,3 3 0 16,-3-1-18-16,3 4-4 0,-3 2-1 0,3-3 0 16,-1 0 26-16,1 0 5 0,0 0 0 0,0-2 1 15,-3 2-27-15,3-2-6 0,-3 2 0 0,3 0-1 16,-3-2 25-16,3-1 6 0,-3-2 1 0,-3 0 0 15,2-2-62-15,-2-1-12 0,3-2-2 0,-3-1-1 16,0-2-152-16,0-5-30 0</inkml:trace>
  <inkml:trace contextRef="#ctx0" brushRef="#br0" timeOffset="32339.406">11421 12463 1579 0,'-3'-19'32'0,"3"14"10"0,0 0-34 0,-3-1-8 0,3 1 0 0,-3 0 0 15,3 2 142-15,0 3 26 0,-3-5 6 0,3 5 1 16,-3-3-76-16,3 3-15 0,0 0-4 0,0 0 0 16,-3 0-19-16,3 0-4 0,0 0-1 0,0 0 0 15,-6 3-37-15,6-3-8 0,-6 2-2 0,3 4 0 16,0-1 23-16,-3 3 4 0,3 0 0 0,0 0 1 16,-3 0-29-16,3 0-8 0,-3 0 0 0,0 2 0 15,0 1 10-15,0-1-2 0,0 1-8 0,0 2 12 16,-3-2-20-16,1 2-5 0,-1 0-1 0,0 0 0 15,-3 1-14-15,0-1-2 0,0 0-1 16,0 0 0-16,0-2-17 0,0 2-3 16,0-2-1-16,0-1 0 0,4-2-79 0,-1 0-16 15,0 0-3-15</inkml:trace>
  <inkml:trace contextRef="#ctx0" brushRef="#br0" timeOffset="32755.112">11221 12698 1744 0,'0'0'36'0,"0"0"8"0,0 0-35 16,0 0-9-16,0 0 0 0,0 5 0 0,0-5 88 0,0 0 15 0,-3 6 3 0,3-1 1 15,0-5-25-15,0 8-5 0,0-3-1 0,0 3 0 16,0 0-16-16,0 0-3 0,0 0-1 0,0 3 0 16,0-3-16-1,0 2-4-15,3-2-1 0,0 3 0 0,-3-1-13 16,0 3-2-16,3 1-1 0,-3-1 0 0,0-3-28 0,0 4-6 0,0-6-1 0,-3 2 0 16,3 3 44-16,0 1 8 0,0-1 1 0,0 0 1 15,0 0-25-15,0 1-5 0,0-1 0 0,0 0-8 16,0 0 12-16,-3-2-12 0,3 2 12 0,0-2-12 15,0 2 8-15,-3-2-8 0,3-1 0 0,0 1 0 16,0-1 0-16,0 1 0 0,0-1 8 0,0 1-8 16,0-3 0-16,0 3 0 0,0-6 0 0,0 3 0 15,0-3 0-15,0-5 0 0,0 0 0 0,0 0 0 16,0 0-88-16,0 0-14 0,0 0-3 0</inkml:trace>
  <inkml:trace contextRef="#ctx0" brushRef="#br0" timeOffset="36096.782">14004 12402 2066 0,'0'-8'43'0,"0"3"10"0,3-1-42 0,0 1-11 0,-3 0 0 0,3-1 0 16,-3 4 57-16,0 2 10 0,0 0 1 0,0 0 1 15,0 0-4-15,0 0-1 0,0 0 0 0,0 0 0 16,0 0-4-16,0 0 0 0,0 0-1 0,3 8 0 15,-3 0-47-15,0 2-12 0,0 1 0 0,0-1 0 16,0 4 0-16,3-1 0 0,-3 0 0 0,3 0 0 16,0 1-15-16,3-4-5 0,-3 1 0 15,3 2-1-15,0-5 1 0,3 2 0 0,0-2 0 0,0 0 0 32,0-2-6-32,0 2-1 0,0-3 0 0,0 0 0 0,-1-5 7 0,1 0 2 0,3 0 0 0,-6-5 0 15,3 2 9-15,0-2 9 0,0 0-13 0,-3-1 5 16,3 1 8-16,-3-3 0 0,0 0 0 0,0 0 0 15,0 0 26-15,-3-2 1 0,3 2 0 0,-6 0 0 16,3-3 29-16,-3 1 7 0,0 2 1 0,-3-3 0 16,0 1-52-16,0-1-12 0,0 3 0 0,0 0 0 15,-3 0 54-15,3 3 8 0,0 0 2 0,-3 2 0 16,6 3-52-16,0 0-12 0,0 0 0 0,0 0 0 16,0 0 0-16,0 0 0 0,-3 5 0 0,0 1 0 15,0 1 0-15,3 4 0 0,-3 0 0 0,3 2 0 16,0-3 0-16,3 4 0 0,-3-1 0 0,0 3 0 15,3 0 0-15,-3-3 0 0,0 3 0 0,0 0 0 0,0-1 0 16,0 1 0-16,-3 3 0 0,0-1 0 16,0 1-48-16,0 2-13 0,-3 0-3 0,0 3 0 15,3-3 25-15,-3 3 5 0,-3-3 1 0,3 3 0 16,-6-3-11-16,4-2-1 0,-4-1-1 0,0-2 0 0,0 0 25 0,-3-3 5 0,0 0 0 16,-3-2 1-16,3-3 15 0,-3 0 10 0,1 0-2 0,2 0 0 15,-3-6 23-15,0 1 4 16,3 0 1-16,0-1 0 0,0-2-6 0,3 3-1 0,1-3 0 0,2 3 0 15,0-3-6-15,3-3-2 0,0 0 0 0,0 3 0 16,6 0-21-16,-3-8 0 0,0 3 0 0,3 0 0 16,3-6-47-1,0 3-13-15,3 0-4 0</inkml:trace>
  <inkml:trace contextRef="#ctx0" brushRef="#br0" timeOffset="38783.371">14260 12889 1314 0,'0'0'37'0,"0"0"8"0,0 0-36 0,0 0-9 0,0 0 0 0,-6 0 0 16,6 0 104-16,0 0 18 0,0 0 4 0,0 0 1 16,0 0-55-16,0 0-12 0,0 0-1 0,-3-6-1 15,3 6-3-15,0-5-1 0,0 0 0 0,3-1 0 16,-3 6-30-16,3-5-5 0,0 3-2 0,0-4 0 16,3 4 38-16,0-1 7 0,-3-2 2 0,3 2 0 15,0 0-52-15,0 1-12 0,0-1 0 0,-3 3 0 16,3-3 0-16,0 3 0 0,-3 0 0 0,-3 0 0 15,0 0 0-15,6 0 0 0,-6 0 0 0,6 3 0 16,-6-3 54-16,0 0 8 0,0 0 2 0,0 0 0 16,3 5-52-16,-3-5-12 0,3 6 0 0,-3 2 0 15,0-3 0-15,-3 0 0 0,3 3 0 0,-6-3 0 16,3 3-48-16,0 0-13 0,-3 0-3 0,0 0 0 16,0-3 52-16,0 3 12 0,0 0 0 0,0 0 0 15,3-2 0-15,-3 2 0 0,3-3-10 0,0 0 10 0,0 0 0 16,3-5 0-16,-3 8 0 0,0-2 0 0,3-6 0 0,0 0 0 15,0 5 0-15,0-5 0 0,0 5 0 0,0-5-9 0,3 5 0 0,0 1 0 16,3-4 9-16,-3-2 12 0,3 3-2 0,0-3-1 16,0 0-9-16,0 0-12 0,3 0 2 0,-3 0 1 31,3-3 9-31,0 3 11 0,3 0-3 0,-3 0 0 0,0 0-8 0,-1-2 0 0,-2 2 0 0,3 0 0 16,0-3 0-16,-3 3 0 0,3-3 0 0,0 3 0 15,-3 0-148-15,3-2-36 16,0 2-6-16</inkml:trace>
  <inkml:trace contextRef="#ctx0" brushRef="#br0" timeOffset="41884.39">11352 12989 1094 0,'0'0'23'0,"0"0"5"0,0 0-28 0,0 0 0 0,0 0 0 0,3 5 0 15,-3-5 91-15,0 6 13 0,0-6 2 0,0 0 1 16,3 5-28-16,-3-5-6 0,0 5-1 0,0-5 0 16,0 0-7-16,0 0-1 0,0 0-1 0,0 0 0 15,0 0-5-15,0 0-1 0,0 0 0 0,0 0 0 16,0 8-8-16,0-8-1 0,0 6-1 0,0-6 0 15,0 0-7-15,0 0-2 0,0 0 0 0,0 0 0 16,0 0 4-16,0 0 1 0,0 0 0 0,0 0 0 16,0 0-22-16,0 0-4 0,0 0-1 0,3-6 0 15,0 1-8-15,0 0-8 0,3-1 9 0,-3 4-9 16,3-4 30-16,0 1 0 0,0 3 0 0,0-4 0 16,0 4 3-16,0-1 1 0,-3 0 0 0,3 1 0 15,0 2-42-15,-3 0-9 0,3-3-2 0,0 3 0 16,-4-3 31-16,-2 3 5 0,6 0 2 0,-6 0 0 15,6 3-19-15,0 0 0 0,-3 2 0 0,-3-5 0 16,3 5 0-16,0 1 0 0,0 1 0 0,-3-1 0 0,0 2 0 0,0-3 0 16,-3 3 0-16,0 3 0 15,0-4-19-15,0 1-7 0,-3 3-2 0,3 0 0 16,-3-1-6-16,1 3-2 0,-1 1 0 0,0-1 0 0,0 0 36 0,0-2 0 0,0 2 0 0,0-3 0 16,0 4 0-16,3-4 0 0,0 1 0 0,-3-1 0 15,3-2 0-15,0 0 0 0,0 0 0 0,3 0 0 16,-3-2 0-16,3-1 0 0,0-5 0 0,3 5 0 15,-3 0 0-15,3-2 0 0,0 2 0 0,0-2 0 16,3 2 0-16,-3-5 0 0,3 0 0 0,-3 0 0 16,3 0 0-16,3 0 0 0,-3 0 0 0,3 0 0 15,-3 0 0-15,2-2 0 0,1 2 0 16,0-3 0-16,3 3 0 0,0 0 0 0,0-3 0 0,0 3 0 16,0 0 0-16,0-2 0 0,0-1 0 0</inkml:trace>
  <inkml:trace contextRef="#ctx0" brushRef="#br0" timeOffset="55175.098">19603 12640 1982 0,'3'5'56'0,"-3"1"12"15,3-6-54-15,-3 0-14 0,0 0 0 0,3-6 0 16,-3 6 89-16,6-5 15 0,-3 2 4 0,-3 3 0 16,0 0-36-16,3-5-6 0,-3 5-2 0,0 0 0 0,0 0-22 15,0 0-5-15,0 0-1 0,0 0 0 0,0 0-13 0,0 0-3 0,6 0-1 16,-6 0 0-16,0 0-9 0,0 3-2 0,0 2 0 16,0 0 0-16,0 3-8 0,0 0 0 15,-3 0 0-15,3 3 0 0,0-1 0 0,0 3 0 0,0-2 0 0,0 2 0 16,3 0-13-1,-3 3-5-15,3-2-1 0,3-1 0 16,0-3-12-16,0-2-2 0,0-2-1 0,3-4 0 0,3 4 14 16,-3-6 2-16,6 0 1 0,-3 0 0 15,-1-3 17-15,1-2-10 0,0-1 10 0,0 1-8 0,0-3-10 16,-3 0-2-16,3 0 0 0,-3 0 0 0,-3 0 68 0,3 0 12 0,-3-2 4 0,-3 2 0 16,3-3-52-16,-3 1-12 0,-3-1 0 0,3 3 0 15,-3 0 54-15,-3 0 8 0,3 0 2 0,0 3 0 16,-3 0-33-16,-3 0-7 0,3 2 0 0,0 0-1 15,3 3 1-15,-6-2 1 0,6 2 0 0,0 0 0 16,-6-3-13-16,6 3-4 0,0 0 0 0,-6 5 0 16,6-5-8-16,-6 6 0 0,3 1 0 0,0 1 0 15,3 3 0-15,-3 2 0 0,3 0-11 0,0 1 11 16,3 2 0-16,-3-1-8 0,0 4 8 0,3-1 0 16,-3 4-8-16,0-4 8 0,3 1-8 0,-3-1 8 15,0 3-41-15,0-2-3 0,0-1-1 0,-3 1 0 16,0-1 36-16,0 4 9 0,0-4 0 0,-3 1 0 15,-3-1-53-15,-3-2-9 0,0 0-2 0,-3-3 0 16,0 3 52-16,1-5 12 0,-1 2 0 0,-3 0 0 16,0-2 0-16,0-1 0 0,0-2 0 0,-3 0 0 15,4 0 0-15,-1-3 0 0,3 1 0 0,-3-1 0 16,3-2 0-16,0-1 0 0,3-2 0 0,0 0 0 16,3-2 0-16,1-1 0 0,2 3 0 0,0-5 0 15,6 5 0-15,-3-6 0 0,3-2 0 0,3 3 0 16,0-3 0-16,3-2 0 0,0 2 0 0,2-3 0 15,4 3-208-15,3-2-40 0</inkml:trace>
  <inkml:trace contextRef="#ctx0" brushRef="#br0" timeOffset="55607.996">19844 13095 2184 0,'0'0'45'0,"6"-8"11"0,-3 3-44 0,0 0-12 0,3-1 0 0,-3-2 0 15,3 3 80-15,0-3 13 0,3 0 3 0,0 3 1 16,0-3-26-16,0 3-6 0,3-1-1 0,-3 4 0 16,3-4-3-16,3 4-1 0,-4-4 0 0,1 4 0 15,3-4-28-15,-3 4-7 0,0-1-1 0,0 1 0 16,0 2-12-16,0-3-2 0,0 3-1 0,-3 0 0 15,0 0-9-15,-1 3 0 0,1-3 0 0,-3 5 8 16,0-3-8-16,-3 4 0 0,0-1 0 0,-3 0 8 16,-3 3-8-16,3-2 0 0,-6 2 0 0,0-1 0 15,-3 4-22-15,1-3 3 0,-1 3 1 0,-3-1 0 16,0 1 3-16,0 2 1 0,3 0 0 0,-3 0 0 0,0 1 1 0,3-1 0 16,0-3 0-16,0 4 0 0,0-4 13 0,3 1 0 15,4-3 0-15,-1 0 0 16,0 0-8-16,3-3 8 0,0 0 0 0,0-5-9 0,6 6 9 0,-1-4 0 0,4 1 0 0,0-3 0 15,0 0 8-15,0 0-8 0,3-3 8 16,0 1-8-16,0-1 0 16,3 0 9-16,0 1-9 0,3-4 0 0,-4 1 8 15,1 0-8-15,0-3 0 0,0 0 0 0,3-3-12 0,-3 1-5 16,3-1-2-16</inkml:trace>
  <inkml:trace contextRef="#ctx0" brushRef="#br0" timeOffset="56704.24">21586 12616 1751 0,'0'0'74'15,"0"-5"-59"1,3 2 105-16,-3-2 22 0,0 2 4 0,3-2 1 16,-3 2-32-16,0 1-7 0,3-1 0 0,-3 3-1 15,0 0-45-15,0 0-9 0,0 0-1 0,0 0-1 16,0 0-19-16,0 0-3 0,0 0-1 0,0 0 0 16,0 0-12-16,0 0-4 0,3 3 0 0,0 2 0 0,-3 3-12 0,3-3 0 15,-3 3 8-15,0 0-8 0,0 0 0 0,0 3 0 16,0-1 0-16,0 1 0 0,0 2 0 0,3 0-12 0,0 3 12 15,0-3-13 1,0 1-16-16,3-4-3 0,-1 3-1 0,1-2 0 16,0 0-8-16,6-4-2 0,-3 1 0 0,0 0 0 0,3-2 18 0,-3-4 3 15,3 1 1-15,0-3 0 0,0 0 11 16,3-3 10-16,-4 1-13 0,4-4 5 0,-3-2 8 0,-3 3 0 0,3-3 0 0,-3 0 0 16,-3-2 28-16,3-1 0 0,-3 0 1 0,0 1 0 15,-3-1 17-15,3-2 3 0,-3 3 1 0,-3-1 0 16,3 0-2-16,-3 3-1 0,0-2 0 0,-3 5 0 15,3-3-13-15,-3 2-2 0,3 1-1 0,-3 2 0 16,3 3-11-16,-3-5-3 0,3 5 0 0,0 0 0 16,0 0-9-16,0 0-8 0,0 0 12 0,0 0-12 15,0 0 0-15,0 0 0 0,-6 5 0 0,3 3 0 16,0 3 0-16,3-1 0 0,0 1 0 16,0 2 0-16,0 3 0 0,0 0 0 0,3 0 0 0,-3 2 0 15,3 1 0-15,0-1-9 0,-3 4 9 0,3-4 0 16,-3 1-13-16,3-1 2 0,-3 1 1 0,3-3 0 15,-3-1-6-15,0 1-2 0,0 3 0 0,0-3 0 16,-3-3-21-16,3 0-4 0,-3 0-1 0,0 1 0 16,-3-4 36-16,3 1 8 0,-3-1 0 0,-3 1 0 15,3-3 0-15,-3 0 0 0,0 0 0 0,-3-3 0 16,0 0 0-16,-2 1 0 0,2-1 0 0,-3-2 0 16,0-3 0-16,0 2 0 0,0-2 0 0,0 0 0 15,-3 3 0-15,3-6 0 0,1 3 0 0,-1-2 0 0,0 2 0 16,3-3 0-16,0 0 0 0,0 1 0 0,3-1 0 0,0 3 0 15,3-3 0-15,0 1 0 16,6 2-53-16,0 0-9 0,-3-6-2 0,3 1 0 16,3 0-153-16,3-3-31 0</inkml:trace>
  <inkml:trace contextRef="#ctx0" brushRef="#br0" timeOffset="57067.742">22029 12979 1599 0,'0'0'68'16,"6"0"-55"0,0-3 128-16,-3 0 26 0,3 3 5 0,-6 0 0 15,6-2-56-15,-3 2-12 16,3 0-3-16,-6 0 0 0,3 2-48 0,-3-2-9 0,6 0 38 15,-3 6-19-15,-3-6 4 0,6 2 1 0,-6-2 0 16,3 6-26-16,-3-1-5 0,3 3-1 0,-3 0 0 16,3 0-12-16,-3 0-2 0,0 0-1 0,-3-1 0 15,3 4-9-15,0-3-3 0,0 3 0 0,-3-3 0 16,3 2-9-16,0 1 8 0,-3 2-8 0,3-2 8 16,0-1-8-16,0 1 0 0,0-1 0 0,0 3 0 15,0-2 0-15,3 0 0 0,-3-1 0 0,0-2 0 0,3 3 0 16,-3-3 0-16,0-3 0 0,0 3 0 0,3-3-16 15,-3-5 2-15,3 3 0 0,-3-3 0 16,3 5-86-16,3-5-16 0,3 0-4 0</inkml:trace>
  <inkml:trace contextRef="#ctx0" brushRef="#br0" timeOffset="58025.2">23354 12611 1451 0,'-3'-11'61'15,"3"3"-49"-15,0 3 124 0,0 5 24 0,0 0 4 0,0 0 2 16,0 0-49-16,0 0-9 0,0-5-3 0,0 5 0 15,0 0-24-15,0-6-5 0,3 4 0 0,-3 2-1 16,0 0-27-16,0 0-6 0,0 0-1 0,0 0 0 16,0 0-20-16,0 0-4 0,3 0-1 0,-3 0 0 15,6 5-16-15,-3-2 8 0,0 5-8 0,0-3 0 16,0 3 0-16,0 0 0 0,3 0 0 0,-3 2 0 16,3 1 0-16,0 0 0 0,-3 2 0 0,2-3-9 15,1 4-18-15,0-4-3 0,3 1-1 0,0-1 0 16,0 1-9-16,3-1-3 0,-3 1 0 0,3-3 0 15,0-3 13-15,0-2 2 0,3-3 1 0,-3 0 0 16,2 0 8-16,1-3 2 0,0 3 0 0,-3-5 0 16,0 0 17-16,0-1 0 0,-3-2-8 0,-3 3 8 15,3-3 0-15,-3 0 14 0,-3-2-2 0,0 2-1 16,-3-3 31-16,0 3 6 0,0-5 2 0,-3 5 0 16,3-2 5-16,-3-1 1 0,-3 3 0 0,3-3 0 15,0 3-13-15,-3-2-3 0,0 2 0 0,3 0 0 16,-3 0-11-16,3 5-2 0,3 3-1 0,0 0 0 0,0 0-9 15,-6-2-1-15,6 2-1 0,0 0 0 0,0 0-15 0,0 0 0 16,0 0 8-16,-3 8-8 16,0-3 0-16,0 3 0 0,3-3 0 0,0 6 0 15,0-3 0-15,0 2 0 0,0 4 0 0,0-1 0 0,-3 5 0 16,3 4 0-16,0 1 0 0,-3 4 0 0,0-3 0 0,3-1 0 16,-3-1 0-16,-3 1 0 0,3-1-11 0,-3-1 11 0,0-3-10 0,-3 1 10 15,3-1-14-15,-2 1 3 0,-1-3 1 0,-3-3 0 16,3 0 10-16,0-2-10 0,-3-1 10 0,3 1-10 15,-3 2 10-15,3 3-12 0,-6 0 12 0,3-3-12 16,0 0 12-16,1 1-8 0,-1-4 8 0,0-2-8 16,0 0 8-16,0 0-13 0,0-3 5 0,0 3 8 15,0-5-16-15,0 2 5 0,3-2 1 0,-3-1 0 16,4 1-12-16,2-3-2 0,-3 3-1 16,3-3 0-16,6 0-29 0,0 0-6 0,0 0 0 0,0 0-1 15,0 0-77 1,0-6-15-16,3 1-3 0</inkml:trace>
  <inkml:trace contextRef="#ctx0" brushRef="#br0" timeOffset="58537.471">23711 13002 1804 0,'0'0'37'0,"0"0"10"0,0 0-38 15,0 0-9-15,0 0 0 0,0 0 0 0,0 0 103 0,0 0 18 0,0 0 4 0,-6 6 1 16,6-6-36-16,0 0-7 0,-6 0-2 0,6 0 0 15,-6 2-24-15,3 4-5 0,0-4 0 0,0 4-1 16,0-1-23-16,3-5-5 0,-3 8-1 0,0-3 0 16,0 3-22-16,0 0 0 0,3 0 0 0,0 0 8 15,0 0-8-15,0 2 0 0,0-2 0 0,3 3-8 16,0 0 8-16,0-1 0 0,3-2 0 0,0 3 0 16,0-3 0-16,0-1-8 0,3 1 8 0,0-2 0 15,3-1-16-15,0 0 3 0,0 1 0 0,0-4 0 16,0 1 13-16,-1-3-9 0,1 0 9 0,-3 0-8 15,0 0 8-15,3-3 0 0,-3 3 0 0,0-5 0 16,0 2 0-16,0-2 0 0,0 0 0 0,-3-3 0 16,0 2 16-16,0 1 3 0,0 0 0 0,-3-3 0 15,0 0 15-15,0 0 3 0,-3 0 1 0,0-2 0 16,0 2-8-16,0-3-2 0,-3 3 0 0,0 0 0 16,0 0-13-16,-3 3-3 0,0-3-1 0,0 3 0 15,-3-1-11-15,0 1 0 0,0 0 9 0,-6 2-9 16,3-2-20-16,-6 2-9 0,0 1-2 0</inkml:trace>
  <inkml:trace contextRef="#ctx0" brushRef="#br0" timeOffset="61114.626">19347 15180 1824 0,'0'0'38'0,"0"0"8"0,0-5-37 0,0 5-9 0,0-3 0 0,0 3 0 15,3-5 81-15,-3 5 15 0,3-5 2 0,-3 5 1 16,3-3-56-16,3 0-11 0,-3-2-3 0,-3 5 0 16,6 0 33-16,0 3 6 0,0-1 2 15,0 1 0-15,0 2-10 0,0-2-1 0,0 2-1 0,0 0 0 16,3 3-47-16,0 0-11 0,3 0 0 0,-3 3 0 16,2-1 0-16,1 1 0 0,3 2 0 0,-3 3 0 15,3-3 0-15,0 3 0 0,-3 0 0 0,3 3 0 16,0-9 0-16,-3 1 0 0,2-3 0 0,-2 0 0 15,3 0 0-15,-3 0 0 0,0-1 0 0,0-1 0 16,0 2 0-16,-3-3 0 0,0 0-11 0,0 1 11 31,0-1-54-31,-4 0-3 0,4-2-1 0,-3-1 0 0,0 1-98 16,0 0-19-16,-3-3-4 0</inkml:trace>
  <inkml:trace contextRef="#ctx0" brushRef="#br0" timeOffset="61350.134">19901 15230 1580 0,'0'0'67'16,"-6"0"-54"-1,0 3 98-15,3 0 19 0,3-3 4 0,-6 2 1 0,0 4-63 0,0-4-12 16,3 4-2-16,-3 1-1 0,0-1-5 0,3-1-2 0,-3 3 0 0,1-3 0 16,-1 3-29-16,0 0-5 0,0 0-2 0,0 0 0 15,0 0-14-15,-3 0 0 0,0 0 0 0,-3 2 0 16,0-2 0-16,0 0-8 0,-6 3 8 0,3-1-13 31,-2 1-35-31,2 0-8 0,-3-3 0 0,3 0-1 16,0 2-6-16,0-2-1 0,0-3 0 0,3 3 0 15,0-2-102-15,4-1-21 0,-1-2-4 0</inkml:trace>
  <inkml:trace contextRef="#ctx0" brushRef="#br0" timeOffset="61663.278">19702 15386 1972 0,'0'0'41'0,"0"0"9"0,0 0-40 0,-3 6-10 0,3-6 0 0,-6 2 0 15,6-2 95-15,-3 6 17 0,3-6 3 0,-3 5 1 16,3-5-39-16,0 5-7 0,0 3-2 0,3-2 0 16,-3 1-20-16,0 1-5 0,3 0-1 0,0 0 0 15,-3 3-16-15,0-1-3 0,3 1-1 0,-3 2 0 16,0 0-6-16,0 6-2 0,0-3 0 0,0 5 0 15,-3-2 4-15,3 2 1 0,-3 0 0 0,0 0 0 16,3 0-19-16,-3-2 0 0,0-1 0 0,3-2 0 16,-3 0 0-16,0 0 0 0,3 0 0 0,-3-3 0 15,3 0 0-15,-3 0 0 0,3-2 0 0,0 0 0 16,0-1 0-16,3-2 0 0,-3 3 0 0,0-3 0 16,3 0-16-16,-3 0-8 0,3-3 0 0,-3 0-1 15,3 0-31-15,0 1-5 0,0-4-2 0,-3-2 0 16,6 0-135-16,-3 0-27 0,3-2-6 0</inkml:trace>
  <inkml:trace contextRef="#ctx0" brushRef="#br0" timeOffset="62124.956">19856 15746 1963 0,'0'0'40'0,"0"0"12"0,0 0-42 0,0 0-10 0,0 0 0 0,0-5 0 15,0 0 75-15,0-1 13 0,3 1 2 0,0 0 1 16,-3 2 29-16,3-2 7 0,0 0 1 0,0-1 0 16,0 1-89-16,3 0-18 0,-3-3-3 0,3 3-1 15,0-1 24-15,0 1 5 0,3-3 1 0,0 3 0 16,0 2-38-16,0-2-9 0,0 2 0 0,-3 0 0 15,3 1 0-15,0 2 0 0,-1-3 0 0,-2 3 0 16,-6 0 0-16,6 3 0 0,0-1 0 0,-6-2 0 16,3 6 0-16,0 2 0 0,0 0 0 0,-3 2 0 15,0 1 0-15,-3-1 0 0,-3 1 0 0,0 2 0 16,3 0 0-16,-3-2 0 0,-3 2 0 0,4-2 0 16,-1 2 0-16,-3-5 0 0,3 3 0 0,0-3 0 0,0-1 0 15,3 1 0-15,0 0 0 0,0 0 0 0,0-2-13 16,3 2-5-16,0-8-1 0,0 5 0 0,0 0 31 0,3 0 5 15,0-2 2-15,0 2 0 16,3-5-67-16,0 3-12 0,0-3-4 0,3 3 0 0,0-3 52 0,2-3 12 16,1 0 0-16,0 3 0 15,0-2 18-15,0-1 6 0,0 0 2 0,3-2 0 16,0 2-42-16,0-2-8 0,-1 0-1 0,1 0-1 16,0-3-46-16,0 2-8 0,3-2-3 0</inkml:trace>
  <inkml:trace contextRef="#ctx0" brushRef="#br0" timeOffset="62794.708">21497 15220 1337 0,'-6'-11'56'0,"3"3"-44"16,0 0 92-16,0 3 20 0,0-3 3 0,3 3 1 15,-3 0-52-15,3-1-9 0,0 1-3 0,0 5 0 16,0-3 0-16,0 3 0 0,0 0 0 0,0 0 0 15,3-2 0-15,-3 2 0 0,6 0 0 0,0 0 0 16,0 2-51-16,2 1-13 0,1 2 0 0,0 3 0 16,0 3 54-16,3-1 8 0,0 4 2 0,0-1 0 15,0 0-54-15,3 3-10 0,-3 0 0 0,3 2 0 16,-1-2 0-16,1-3 0 0,0 3 0 0,-3-3 0 16,3 1 0-16,-3-4 0 0,0-2 0 0,3 3 0 15,-3-1 0-15,-1-2-10 0,-2 0 1 0,0 0 0 16,0-2-37-16,0-1-7 0,0-3-2 0</inkml:trace>
  <inkml:trace contextRef="#ctx0" brushRef="#br0" timeOffset="63039.128">22196 15159 2184 0,'0'0'45'0,"-3"-3"11"0,3 3-44 0,-6-2-12 0,3-1 0 0,0 0 0 16,3 3 78-16,-6 0 14 0,0-2 2 0,0 2 1 15,0 2-35-15,3-2-8 0,-3 3 0 0,0 2-1 16,-2-2-13-16,2 2-2 0,0 1-1 0,0 1 0 16,0 1-8-16,0 0-2 0,-3 0 0 0,0 0 0 15,0 3-15-15,-3-1-10 0,0 4 12 0,0-4-12 16,-3 3 9-16,0 1-9 0,1 2 0 16,-4-3 9-16,0 0 1 0,0 0 0 0,0-2 0 0,0 2 0 15,3-2-68-15,1-3-14 16,-1 2-2-16,3-2-1 0,0-3-85 0,0 3-16 0,3-2-4 15</inkml:trace>
  <inkml:trace contextRef="#ctx0" brushRef="#br0" timeOffset="63369.412">21857 15347 1675 0,'-9'8'35'0,"9"-8"8"15,-6 2-35-15,6-2-8 0,-6 3 0 0,6-3 0 0,-3 5 119 0,3-5 21 0,-3 6 5 0,3-6 1 16,0 5-49-16,-3 3-9 0,3-3-3 0,0 0 0 16,0 1-19-16,3 2-4 0,-3 0-1 0,3 0 0 15,0-1-17-15,-3 1-3 0,3 0-1 0,-3 3 0 16,3 0-15-16,-3 2-3 0,0 0-1 0,3-2 0 16,-3 4-6-16,0-1-2 0,3 2 0 0,-3 2 0 15,0 1-1-15,0-1-1 0,3 1 0 0,-3 2 0 16,0-3-11-16,0 1 0 0,3-1 0 0,-3-2 8 15,0 0-22-15,0-3-5 16,0 1-1-16,0-1 0 0,0-3 20 0,0-2 0 0,3 3 0 0,-3-3 0 16,0 0 14-16,0-3 6 0,0 3 2 0,0 0 0 15,0-3-35-15,0 1-7 0,0-6-2 16,0 0 0 0,3 5-136-16,-3-5-27 0,0 0-6 0</inkml:trace>
  <inkml:trace contextRef="#ctx0" brushRef="#br0" timeOffset="63738.953">22214 15638 2456 0,'0'0'70'0,"0"0"14"0,0 0-67 15,-6 0-17-15,6 0 0 0,-6 0 0 0,6 0 73 0,0 0 11 0,0 0 3 0,0 0 0 16,-6 5-29-16,6-5-6 0,-3 3 0 0,0 5-1 16,3-3-25-16,0 3-5 0,0-3-1 0,0 3 0 31,0 0-6-31,0 0-2 0,3 0 0 0,-3 3 0 0,0-3-12 0,3 2 8 0,-3 1-8 0,0-1 0 16,3 1 8-16,-3-1-8 0,0 1 0 0,3 0 9 15,-3-1-9-15,0 1 0 0,0-1 0 0,0 1 0 16,0 0 0-16,0-1 0 0,0-2 8 0,0 3-8 15,0-1 0-15,0-2-14 0,0 0 3 0,0 3 1 32,0-6-30-32,3 0-5 0,-3 1-2 0,0-6 0 15,0 0-150-15,0 0-31 0,0 0-5 0</inkml:trace>
  <inkml:trace contextRef="#ctx0" brushRef="#br0" timeOffset="64280.638">23372 15164 1948 0,'0'0'40'0,"0"0"11"0,0 0-41 0,0 0-10 0,0 0 0 0,0 0 0 16,0 0 76-16,0 0 12 0,6 0 4 0,-3 3 0 15,3 0-22-15,0 2-4 0,-3 0-1 0,3 3 0 16,-1 0-27-16,1 3-6 0,0-1 0 0,0 1-1 15,0 2-11-15,3 0-3 0,0 3 0 0,-3 3 0 16,3-6-8-16,0 3-1 0,0-3-8 0,0 0 12 16,0-2 0-16,0-1-1 0,0 1 0 0,3-1 0 15,-4-2-11-15,1 3-12 0,3-3 2 0,0 0 1 16,-3 0 9-16,3-3 12 0,0 0-2 0,-3 1-1 16,3-4-58-16,-3 1-12 0,3 0-3 0,-3-3 0 15,2 0-86-15,1-3-18 0,0 0-3 0</inkml:trace>
  <inkml:trace contextRef="#ctx0" brushRef="#br0" timeOffset="64521.111">23940 15254 1982 0,'0'0'56'0,"0"0"12"0,0 0-54 0,0 0-14 0,0 0 0 0,0 0 0 31,-6 0 64-31,6 0 11 0,-6 3 1 0,3-1 1 16,-3 1-10-16,3 2-3 0,1-2 0 0,-4 2 0 0,3 1 0 0,0 2 0 0,-3-3 0 0,3 0 0 15,0 3-51-15,-3 0-13 0,0 0 0 0,3 3 0 16,-3-4 54-16,0 1 8 0,0 3 2 0,0 0 0 16,0-3-52-16,-3 2-12 0,3 1 0 0,-3-1 0 15,0 1 0-15,0 2 0 0,-3-2 0 0,1 2 0 16,-1-2-48 0,-3-4-13-16,0 4-3 0,3-3 0 0,-3-3-153 0,6 1-31 15</inkml:trace>
  <inkml:trace contextRef="#ctx0" brushRef="#br0" timeOffset="64831">23637 15458 2066 0,'0'0'43'0,"0"0"10"16,0 0-42-16,0 0-11 0,0 0 0 0,0 0 0 15,0 0 104-15,0 0 20 0,3 3 3 0,3-1 1 16,-3 1-52-16,3 2-9 0,-3-2-3 0,2 5 0 15,-2-3-51-15,0 3-13 0,3 0 0 0,-3 0 0 16,0 5 54-16,0-2 8 0,0 2 2 0,0 0 0 16,0 3-52-16,0 3-12 0,-3-1 0 0,3 1 0 15,-3-1 0-15,3 3-10 0,-3-2 2 0,0 2 0 16,0-5 8-16,0 2 0 0,0-2 0 0,0 0 8 0,0 0-8 16,0-3 0-16,0 3 8 0,0-3-8 15,3 1 0-15,-3 1 0 0,0-1 0 0,3-1 0 0,-3 0 0 16,0 0 0-16,3-2 0 0,-3 2 0 0,3-2 0 0,-3-1 0 15,3-2 0-15,0 3 0 16,-3-3-18-16,3-3-8 0,0 0-2 0,0-2 0 0,-3-3-139 16,6-3-28-16,0 1-5 0</inkml:trace>
  <inkml:trace contextRef="#ctx0" brushRef="#br0" timeOffset="65457.541">23866 15773 1579 0,'0'0'32'0,"0"0"10"0,0 0-34 0,0 0-8 0,0 0 0 0,0 0 0 16,0 0 92-16,0 0 16 0,0 0 3 0,0 0 1 15,-3 5-40-15,3-5-7 0,-3 5-1 0,3-5-1 16,-3 6-37-16,3-1-7 0,0 3-2 0,-3-3 0 16,3 0 29-1,0 1 6-15,0-1 0 0,0 0 1 16,0 3-41-16,0-2-12 0,0 2 0 0,0 2 0 0,0-2 0 0,0 0 0 0,3-3 0 0,-3 3 0 16,0 0 0-16,3-3 0 0,0 3 0 0,-3-2 0 15,3 2 0-15,3-6 0 0,-3 4 0 0,0-1 0 16,3-3 0-16,0 1 0 0,-3 0 0 0,3-1 0 15,0-2 0-15,0 0-12 0,-1 0 4 0,4 0 0 16,-3-2 21-16,0-1 5 0,3 0 1 16,-3-2 0-16,3 3-19 0,-3-4 0 0,0 4 0 0,3-4 0 15,-3 1 0-15,0 0 0 0,0-1-11 0,0 1 11 16,0 0 49-16,-3 0 17 0,0-1 3 0,0-2 1 16,0 3-43-16,-3-3-9 0,3 3-2 0,-3 0 0 15,0-3 18-15,-3 2 3 0,3 1 1 0,-3-3 0 16,0 3-22-16,0-1-5 0,0 1-1 0,-3-3 0 15,3 3-10-15,-3 2 0 0,0-2 0 0,0 0 0 16,0 2 0-16,-3-2 0 0,3 2 0 0,-3 1 0 0,0-1 0 16,0 0 0-16,0 1 0 0</inkml:trace>
  <inkml:trace contextRef="#ctx0" brushRef="#br0" timeOffset="81765.041">19675 13659 1094 0,'0'0'23'0,"0"0"5"0,0 0-28 0,0-3 0 0,-3-2 0 0,3 5 0 15,0-6 108-15,-3 1 16 0,3 0 3 0,0 0 1 16,0 5-15-16,-3-6-2 0,3 1-1 0,0 5 0 15,-3-5-29-15,3 5-5 0,-3-6-2 0,3 6 0 16,-3-2-7-16,-3-1-2 0,3 0 0 0,-6 3 0 16,3 0-14-16,0 0-3 0,-3 3-1 0,0 0 0 15,0-1-15-15,0 4-4 0,-2-1 0 0,2 3 0 16,-3 0-28-16,0 0 0 0,3 0 0 0,-3 2 0 16,0 1 0-16,0-1 0 0,3 1 0 0,-3 0 0 15,3 2 0-15,3 0 0 0,-2-2 0 0,2 5 0 16,3-3 12-16,-3 0 8 0,6 3 3 0,0-3 0 15,0 3-37-15,3-3-7 0,0 0-2 0,3 1 0 16,0-4 23-16,2 3 0 0,1-2 0 0,3 0 0 16,0-6 0-16,3 3 0 0,0-5 0 0,3 2 0 15,3-3-56-15,-4-2-6 0,4 0-2 0,3 0 0 16,-3-5 50-16,3 0 14 0,-3 0 0 0,-1-1 0 0,1-4-9 0,0-1 9 16,-3 1 0-16,0-1 0 0,-3-2 0 0,-3-3 0 0,3 3 0 0,-4-1 0 15,-2 1 42-15,0-3 2 0,0 3 1 0,-3-3 0 16,-3 0-21-16,0 0-4 0,-3 1 0 0,-3-4-1 15,0 3 32-15,0-2 6 0,-3 2 2 0,0 0 0 16,-3 3-28-16,0-1-6 0,1 1-1 0,-4 3 0 16,0 2-11-16,0 2-2 0,0 1-1 0,-3 0 0 15,0 5-10-15,0-3 0 0,-3 3 0 0,1 3 0 16,-1-1-12-16,0 4-8 0,3-4-2 0,0 4 0 16,0-1-90-16,3 3-19 15,0 0-3-15</inkml:trace>
  <inkml:trace contextRef="#ctx0" brushRef="#br0" timeOffset="107948.215">11096 15601 1313 0,'0'0'27'0,"0"0"8"0,0 0-35 0,0 0 0 0,0 0 0 0,0 0 0 16,-3-3 65-16,3 3 7 0,0 0 0 0,0 0 1 15,0 0-20-15,0 0-4 0,0 0-1 0,0 0 0 16,0 0-21-16,0 0-5 0,0 0-1 0,0 0 0 16,3-5-9-16,0 0-1 0,3 2-1 0,0-2 0 15,0-1-22-15,3 1-5 0,0 0-1 0,0-1 0 0,3 1 55 0,-3-3 11 16,3 3 3-16,0-3 0 15,-1 0-35-15,1 0-6 0,3 0-2 0,-6 0 0 0,3 0-8 16,-3-2 10-16,0 2-10 0,-3 0 10 0,0 0 26 16,0 3 6-16,-3-3 1 0,0 2 0 15,0 4-14-15,-3 2-2 0,0-6-1 0,0 6 0 0,0 0 26 16,0 0 6-16,0 0 1 0,0 0 0 0,0 0-43 16,0 0-8-16,0 0-8 0,0 0 12 0,0 0-4 0,0 0 0 0,-3 6 0 0,0-1 0 15,3 0-8-15,-3 3 0 0,3-2 9 0,-3 2-9 16,3-1-9-16,3 1-7 0,-3 3 0 0,3-3-1 15,0 2 17-15,0 1 0 0,-3 0 0 0,3 2 0 16,0 0 0-16,-3 0-10 0,3 1 10 0,0-1-8 16,-3 0-7-16,0 0-1 0,0-2 0 0,0 2 0 15,-3 0-22-15,3-2-5 16,-3-1-1-16,0 1 0 0,0 0 60 0,-3-3 12 0,0 0 3 0,0 2 0 16,-3-5-31-16,3 3 8 0,-3-2-8 0,0-1 0 15,0 0 0-15,0 1 0 0,-3-1 0 0,3 0 0 16,0-5-23-16,4 3-7 0,-4-1-2 0,3-2 0 15,6 0 16-15,-6-2 4 0,6 2 0 0,0 0 0 16,0-6-180-16,3-1-36 0</inkml:trace>
  <inkml:trace contextRef="#ctx0" brushRef="#br0" timeOffset="108419.212">11394 15614 1337 0,'0'0'56'0,"0"0"-44"16,0 0 130-16,0 0 26 0,0 0 6 0,-3-5 1 16,3-1-87-16,0 1-16 0,0 0-4 0,3 0-1 15,-3-3-43-15,3 2-8 0,3 1-1 0,-3 0-1 16,3-1 37-16,0 1 7 0,0 3 2 0,0-4 0 15,0 4-37-15,0-4-7 0,-1 4-2 0,4-4 0 16,-3 4-14-16,0-1 11 0,0 0-11 0,0 1 10 16,-3 2-10-16,-3 0 0 0,6 0 9 0,-6 0-9 15,0 0 8-15,6 2-8 0,-6-2 10 0,3 8-10 16,-3 0-12-16,3 0-9 0,-3 3-2 0,0-1 0 16,-3 4 23-16,0 2 0 0,0-1 0 0,-3 1 0 15,0 3-21 1,3-1-7-16,-3-2 0 0,0 3-1 0,0-3 3 0,3-1 1 0,-3 1 0 0,3-5 0 15,0 2 10-15,1-2 3 0,-1-1 0 0,3-2 0 16,0-2-2-16,0 1 0 0,0-1 0 0,3-1 0 16,-3 0 14-16,0-5 0 0,5 3 0 0,1 0 0 15,0-1 0-15,0-2 8 0,0 0 0 0,3 0-8 16,0-2 14-16,0-1-4 0,3 0-1 0,-3 1 0 16,3-1-9-16,0-2 0 0,0-1 9 0,3 4-9 15,-4-3 0-15,4-1 0 0,0-2 0 0,-3 0 0 16,3 3-113-16,-3-3-24 0,3 0-5 0</inkml:trace>
  <inkml:trace contextRef="#ctx0" brushRef="#br0" timeOffset="109180.574">10950 16485 1337 0,'0'0'28'0,"0"0"6"16,0 0-34-16,0 0 0 0,0 0 0 0,0 0 0 15,0 0 68-15,0 0 8 0,0 8 0 0,0-3 1 16,0 3-77-16,0 0 0 0,0-3-16 0,0 3 3 16,0 0 13-16,0 0 0 0,0 0 0 0,0 2 0 15,3-2 0-15,-3 0 0 0,0 3 0 0,3-3 0 16,-3 2-40-16,3-2-4 0,-3 3-2 0,0-3 0 15,0 0-29-15,0 5-5 0,0-3-2 0</inkml:trace>
  <inkml:trace contextRef="#ctx0" brushRef="#br0" timeOffset="109970.504">10986 16741 1314 0,'0'-8'37'0,"3"0"8"0,-3-2-36 16,3 2-9-16,0-3 0 0,0 1 0 0,0 2 83 0,0-3 14 0,0 3 3 0,3-2 1 15,-3 2-25-15,3 0-6 0,-3 0-1 0,3 0 0 16,-3 0-37-16,3 0-8 0,-3 3-2 0,0-3 0 16,0 2 22-16,0 1 4 0,0 0 0 0,-3 5 1 15,0 0-24-15,0 0-5 0,3-5 0 0,-3 5-1 16,0 0-5-16,0 0-1 0,0 0 0 0,0 0 0 16,0 0 3-16,0 0 1 0,0 0 0 0,0 0 0 15,0 0-9-15,-3 8-8 0,0-3 12 0,0 0-12 16,-3 0 0-16,3 3 0 0,0-2 0 0,-3-1-12 15,3 0 0-15,0 1 0 0,0-1 0 0,0 0 0 16,3-5 12-16,-3 8 0 0,0-3 0 0,3-5 0 16,0 8-18-16,0-2-4 0,0-6-1 0,0 5 0 15,0-5 23-15,3 5 0 0,3-2 0 0,-3-1 0 16,3-2 0-16,0 3 0 0,0-3 0 0,3 0 0 16,0-3 0-16,2 3 0 0,-2 0 0 0,3-2-11 15,0-1-1-15,-3 0-1 0,3-2 0 0,0 0 0 16,-3 2-24-16,3-2-5 0,0 2-1 0,0 1 0 15,-4-4-21-15,1 4-5 0,3-4-1 0,-3 4 0 16,-3-1 5-16,3 1 1 0,-3-1 0 0,0 3 0 16,0 0-14-16,0 0-2 0,0 0-1 0,-3 0 0 15,-3 0-15-15,0 0-2 0,0 0-1 0,0 0 0 16,3 0 57-16,-3 0 11 0,0 0 3 0,0 0 0 0,0 0 66 0,0 0 14 16,0 0 2-16,0 0 1 0,0 0 26 0,0 0 6 0,0 0 1 0,0 0 0 15,0 0-19-15,0 0-3 16,3-3-1-16,-3 3 0 0,3-2 31 0,-3 2 7 15,0-6 1-15,3 4 0 0,-3-4-30 0,3 4-6 0,-3-4 0 0,0 1-1 16,3-3-37-16,-3 6-7 0,3-6-2 0,-3 2 0 16,3 4 30-16,0-4 5 0,-3 4 2 0,0 2 0 15,6-6-34-15,-6 6-8 0,3-5 0 0,0 2-1 16,-3 3-15-16,0 0-12 0,6 0 3 0,-6 0 0 16,0 0 9-16,3 0 0 0,-3 0 0 0,5 3 0 15,-5-3 0-15,3 3 0 0,0 2 0 0,0 3 0 16,-3-3-20-16,3 1-3 0,-3 2 0 0,0-1 0 15,-3 1-20-15,3 0-4 0,-3 3-1 0,0-3 0 16,0 2-7-16,0 4-1 0,1-4-1 0,-1 1 0 16,0-1 34-16,0 4 7 0,0-4 2 0,3 1 0 15,-3-1-4-15,3-2-1 0,0 0 0 0,-3 0 0 16,3-2 19-16,0-6 0 0,0 0 11 0,0 5-11 16,0-5 20-16,0 0-4 0,6 2 0 0,-3-2 0 15,0 0-4-15,3-2 0 0,-1 2-1 0,1-3 0 16,0 1-11-16,0-4 0 0,0 1 0 0,0 0 0 15,3 2 32-15,-3-5 5 0,3 3 1 0,0-1 0 16,0 1-30-16,-3 0-8 0,0 0 0 0,3 2 0 0,-3-2-12 16,-3-1-8-16,3 4 0 0</inkml:trace>
  <inkml:trace contextRef="#ctx0" brushRef="#br0" timeOffset="110705.823">10930 16482 1579 0,'0'0'32'0,"0"0"10"0,0 0-34 0,0 0-8 0,0 0 0 0,0 0 0 16,0 0 104-16,0 0 20 0,0 0 3 0,-6 5 1 16,6-5-52-16,-3 6-9 0,3-6-3 0,-3 7 0 15,0-1-19-15,3 2-4 0,0-3-1 0,0 0 0 16,0 3-12-16,3 0-4 0,-3-3 0 0,3 3 0 15,0 0-24-15,0 0 0 0,0 0 0 0,0 3 0 16,-1-3 0-16,4 2 0 0,-3 1 0 0,0-1 0 16,3-2 0-16,-3 0 0 0,3-2 0 0,-3 2 0 15,0-1 0-15,0 4 0 0,0-3 0 0,-3 3 0 16,3-3 0-16,-3-1 0 16,3 1 0-16,0 0 0 0,-3-2 0 0,3 2 0 0,-3 0 0 0,3-3 0 15,-3-5 0-15,0 5 0 0,0-5 0 0,0 8 0 16,0-8 0-16,0 0 0 0,0 0 0 0,0 0 0 15,0 0-46-15,0 0-14 0,0 0-4 0,6 0 0 16,-3-5-109-16,0-1-23 0</inkml:trace>
  <inkml:trace contextRef="#ctx0" brushRef="#br0" timeOffset="132869.655">7542 6133 1516 0,'0'0'32'0,"-6"-2"6"0,3-1-30 0,-3 0-8 0,3 1 0 0,3 2 0 16,-6-3 124-16,6 3 23 0,-3-2 5 0,3 2 0 16,-6-3-55-16,3 0-11 0,-3 3-2 0,6 0-1 15,-2-2-35-15,2 2-8 0,-6-3 0 0,6 3-1 16,-6 0-7-16,6 0-2 0,-6-3 0 0,0 3 0 15,0 3-5-15,0 0-1 0,0-3 0 0,-3 2 0 16,3 4-12-16,0-4-4 0,0 3 0 0,-3 1 0 16,3 2-8-16,0-3 0 0,-3 3 0 0,3 0 0 0,0 0 0 15,0 2 0-15,0 1 0 0,3 0 0 16,-2-1 0-16,2 3 0 0,3-2 0 0,-3 2 0 16,3 0 0-16,-3 1 0 0,3-4 0 0,3 3 0 0,-3-2 0 0,3 0 0 15,0-1 0-15,0 1 0 0,2-3 16 0,1 0 0 0,0 0 1 0,3 0 0 16,0-3-17-16,0 0 0 0,3-2 8 15,0 2-8-15,0-5 0 0,3 3 0 0,3-3 0 0,-3 0 0 16,-1 0 9-16,1-3-9 0,0-2 0 0,3 0 9 16,-3 2-9-16,0-5 0 0,0 3 9 15,0-3-9-15,-4 2 16 16,1-2-2-16,0 1 0 0,-3-1 0 0,0-3 14 0,0 0 4 0,0 3 0 0,-3-2 0 16,0-3 2-16,-3 2 1 0,3 0 0 0,-3-2 0 15,0 3-7-15,-3-4 0 0,3 1-1 0,-3 0 0 16,-3 0-11-16,3 0-3 0,-3-1 0 0,0 4 0 15,0-1-13-15,-3 3 8 0,3 3-8 0,-3-3 0 16,3 3 0-16,-3-1 0 0,0-2 0 0,-3 3 0 16,0 3-8-16,-6-1-5 0,3 0-1 0,-5 1 0 15,2 2-85-15,-3 2-17 16,-3-2-3-16</inkml:trace>
  <inkml:trace contextRef="#ctx0" brushRef="#br0" timeOffset="134931.013">8328 5932 1851 0,'0'0'52'0,"0"0"12"15,0 0-51-15,0 0-13 0,0 0 0 0,0 0 0 16,0 0 80-16,0 0 14 0,0 0 2 0,0 0 1 0,0 0-48 0,0 0-9 0,0 0-3 0,0 0 0 16,0 0-15-1,0 6-3-15,3 2-1 0,-3-1 0 16,0 1-5-16,3-2-1 0,-3 2 0 0,3 0 0 0,-3 0-4 0,0 2-8 15,3 1 11-15,-3-1-11 0,3 4 14 16,-3-4-4-16,0 3-1 0,0 1 0 0,-3-4-9 0,3 6 0 0,0-3 0 16,-3 3 0-16,0 0 0 0,3-3 8 15,0 3-8-15,-3 0 0 0,3-3 0 0,0 3 0 0,-3 0 8 16,3 0-8-16,0-3 0 0,-3 0 0 16,3-2 0-16,0-1 0 0,0 1 0 0,0-3 0 0,0 0 9 0,0-3-9 15,0 1 8-15,0-6-8 0,0 0 8 0,0 0-8 16,0 0 14-16,0 0-2 0,0 0 0 0,0 0 0 15,0 0 20-15,0 0 3 0,-3-6 1 0,0 1 0 16,0-3-1-16,0-3 0 0,0 1 0 0,-3-1 0 16,3 1-5-16,-3-4-1 0,0 1 0 0,0-3 0 15,-3 6-9-15,0-3-1 0,1-1-1 0,-1 4 0 16,0-1-27-16,-3 1-6 0,3 4-1 0,-6-2 0 16,3 6 42-16,0-1 8 0,0 0 2 0,-3 6 0 15,3 0-27-15,1-1-9 0,-1 1 0 0,3 2 9 16,-3 1-9-16,3 1 0 0,-3-1 0 0,3 4 0 15,3-2 0-15,-3 6 0 0,3-4-8 0,0 3 8 16,3 1 0-16,0 1 0 0,3-1-9 0,0 2 9 16,3-3 0-16,0 0-8 0,0 0 8 0,3-2 0 15,-3-1 0-15,3-2-8 0,0 0 8 0,3-2 0 16,-3-1 0-16,3-2 0 0,0 2 0 0,3-5 0 16,0 2 0-16,0-2 0 0,-1-2 0 0,4 2 9 0,0-5-9 15,0 2 10-15,3 0-10 0,0-2 10 16,0 0-10-16,0 2 0 0,2-5 0 0,-2 3-11 15,0-3-151-15,0 3-30 0,0-3-7 0</inkml:trace>
  <inkml:trace contextRef="#ctx0" brushRef="#br0" timeOffset="151503.5">9751 6073 1094 0,'0'0'23'0,"0"0"5"0,0-3-28 0,-3-2 0 0,3 2 0 0,-3-2 0 16,3 5 108-16,0-6 16 0,-3 4 3 0,0-1 1 15,3 3-52-15,0 0-9 0,-6-3-3 0,6 3 0 16,-6 0 0-16,0 0 0 0,6 0 0 0,-6 0 0 15,-3 0-51-15,3 3-13 0,-3 0 0 0,0-1 0 16,0 1 54-16,0 2 8 0,1-2 2 0,-1 2 0 16,0-2-64-16,0 2 0 0,0-2-9 0,-3 2 0 15,3 0 9-15,3 6 0 0,-3 0 0 0,0-1 0 16,3-2 0-16,0 5 0 0,0-2 0 0,0 0 0 16,0 2 0-16,3-3 0 0,0 1 0 0,0 2 0 15,3 0 0-15,0 1 0 0,0-1 0 0,3-3 0 16,0 6 0-16,0-2 0 0,3 1 0 0,0-1 0 15,0-6 0-15,3 0 0 0,0-3 0 0,0 0 0 16,3-2 0-16,-3 2 8 0,3-2-8 0,0-1 0 16,0 1 0-16,3-3 0 0,-4 0 0 0,1 0 0 15,3 0 0-15,-3-3 9 0,3 1-1 0,-3 2-8 16,-3-3 0-16,3-2 0 0,-3 2 0 0,0-2 0 16,0 0 58-16,-1-6 5 0,1 3 1 0,-3-5 0 15,0 0-33-15,-3-1-7 0,0-2 0 0,0 3-1 0,0-3 14 0,-3 0 3 0,0 1 1 0,0-1 0 16,0 0-33-16,-3 3-8 0,0-1 0 0,3 1 0 15,-6 0 0-15,3 2 0 0,-3-2 0 0,0 5 0 16,0-2 0-16,-2-1 0 0,-1 3 0 0,3-3 0 16,-3 4 0-16,0-1 0 0,3 2 0 0,-3 1 0 15,0 0 0 1,0 2 0-16,0 0 0 0,0 1 0 16,0 2-49-16,-3 0-12 0,6 2-3 0</inkml:trace>
  <inkml:trace contextRef="#ctx0" brushRef="#br0" timeOffset="152852.711">10412 5948 1792 0,'0'-10'51'0,"-3"2"10"0,3-3-49 16,-3 1-12-16,3-1 0 0,0 3 0 0,0 0 85 0,0 0 15 0,0 3 2 0,3-3 1 31,-3 5-52-31,0 3-11 0,0 0-1 0,0 0-1 0,0 0-12 0,0 0-2 0,0 0-1 0,0 0 0 16,0 0-11 0,0 0-3-16,0 0 0 0,0 0 0 0,3 6-9 0,0 1 0 0,0 4 0 0,0 0 8 15,-3-1-8-15,3 6 0 0,-3-3 0 0,2 6 0 16,-2-3 0-16,0 2 0 0,-2 1 0 0,2-1 0 15,0 1 0-15,-3-3 0 0,3 0 0 0,0 2 0 16,0-2 0-16,-3 0 0 0,3 0 0 0,-3 0 0 16,3-1 0-16,-3 1-16 0,0-2 4 0,3 1 1 15,-3-1 11 1,3-4-13-16,0 3 5 0,-3-2 8 0,3-3-9 0,-3 3 9 0,3-3 0 0,-3-1 0 16,0-1 0-16,3-1 0 0,0-5 0 0,0 0 0 15,0 0 0-15,0 0 0 0,0 0 0 0,0 0 0 16,0 0 0-16,0 0 0 0,0 0 0 0,0 0 9 15,0 0-9-15,0 0 8 0,0 0-8 0,0 0 8 16,0 0-8-16,0 0 0 0,0 0 0 0,0 0 0 16,0-5 0-16,0 5 0 0,0-8 0 0,0 8 0 15,0 0 0-15,3-5 0 0,-3 2 0 0,0 3 0 16,0 0-20-16,0 0 1 0,0-5 0 0,0 5 0 16,0 0-20-16,0-6-4 0,0 6-1 0,0 0 0 15,3-5-5-15,-3 5-2 0,0-5 0 0,0 5 0 16,0 0 17-16,3-6 3 0,-3 6 1 0,0 0 0 0,0 0 16 15,0 0 3-15,3-2 1 0,-3 2 0 0,0 0 10 0,0 0 0 16,0-6 0-16,0 6 0 0,3-7 8 0,-3 1-8 16,0 6 8-16,-3-2-8 0,3-4 28 0,0 6 2 15,0-8 0-15,-3 3 0 0,0 0 6 16,0 0 2-16,3-1 0 0,-6-2 0 0,3 3 6 0,0 0 0 0,-3-3 1 16,0 2 0-16,-3-1-6 0,3-1-2 0,-3 2 0 0,0-2 0 15,-3 3-8-15,0 0-1 0,3-1-1 0,-2 1 0 16,-1 0-27-16,-3 2 0 15,3-2 8-15,0 2-8 0,-3 3 0 0,3 0 0 0,0 0 0 0,0 0 0 16,0 3 0-16,1 0 0 0,2-1 0 16,0 4 0-16,0 1 0 0,0-1 0 0,3 2 0 0,0 2 0 15,0 1 20-15,0 2 3 16,3-2 0-16,-3 5 0 0,3-3-23 0,3 0 0 0,-3 3 0 0,3 0 0 16,0-3 0-16,0 0 0 0,3 0-11 0,0 1 11 15,0-1-8-15,0-2 8 0,3-4 0 0,0 4-9 16,0-3 9-16,0 0-8 0,3-3 8 0,0 1-8 15,0-4 8-15,3 1 0 0,-4-1 0 0,4 1 0 16,3-3 0-16,-3 0 0 0,3 0 0 0,0-3 0 16,0 1 0-16,-3-1 0 0,3 1 0 0,-1-1 0 15,1-2-104-15,3-1-16 16,-3 1-4-16</inkml:trace>
  <inkml:trace contextRef="#ctx0" brushRef="#br0" timeOffset="164687.174">11736 6096 2188 0,'-6'6'195'0,"-3"-1"-156"15,3 3-27-15,0 0-12 0,0 0 10 0,1 2-10 16,2-2 11-16,-3 6-11 0,3-4 12 0,0 3-12 0,3 3 0 0,-3-3 0 0,3 3 0 16,3 0 0-16,-3 0 0 15,3 0 0-15,0-3 0 0,0 3 0 16,3-3 0-16,-1-2 0 0,1-1 0 0,3 1 0 0,0-3 0 16,0 0 0-16,0-3 0 0,3 1 0 0,-3-4 11 0,3 1-2 0,3-3 0 15,-3 0 0-15,0 0-22 0,-1-3-5 0,1 1-1 0,-3-1 0 16,3-2 63-16,-3-1 13 0,0 1 3 15,-3-3 0-15,3-3-13 0,-3 1-3 0,0-1 0 0,0 1 0 16,-3-6-8-16,-3 3-1 0,3-3-1 0,-6-3 0 16,3 3-10-16,-6 0-3 0,0 1 0 0,0-1 0 15,0 2-9-15,-3 1-3 0,3 3 0 0,-6-1 0 16,3 3 12-16,-3 0 3 0,0 0 0 0,1 0 0 16,-1 3-36-16,-3 0-6 0,3-1-2 0,0 4 0 15,0-3 6-15,0 2 1 0,0 0 0 0,0 1 0 16,0 4-17-16,3-2-3 0,-2 6-1 0,-1-4 0 15,3 3-78-15,3 1-16 0,0-1-4 0</inkml:trace>
  <inkml:trace contextRef="#ctx0" brushRef="#br0" timeOffset="165390.315">12528 5848 1698 0,'3'-8'48'0,"-3"0"11"0,0 0-47 15,3 0-12-15,-3 0 0 0,3 3 0 0,-3-1 94 0,3 1 17 0,-3 0 3 0,3 0 1 16,-3 5-44-16,0-3-9 0,0 3-2 0,0 0 0 16,0 0-28-16,0 0-5 0,0 0-2 0,0 0 0 15,0 0-16-15,0 0-9 0,0 0 10 0,3 5-10 16,0 3 0-16,0 3 0 0,-3 2 0 0,0 0 0 15,3 3 8-15,-3 3-8 0,0-1 0 0,0 6 0 16,0-3 0-16,0 3 0 0,0-3 0 0,0 3 0 16,0-3 0-16,-3-2 8 0,3-4-8 0,-3 4 0 15,3-3 0-15,-3 2 8 0,3-2-8 0,-3 3 0 16,3-1 11-16,0-2-11 0,-3 0 12 0,3-3-12 16,0 3 0-16,0-3 0 0,0-2 0 0,0-1 0 15,0-2 0-15,0 0 0 0,0-8 0 0,0 0 0 16,0 0 0-16,0 0 0 0,0 0 0 0,0 0 0 15,0 0 0-15,0-8 0 0,0 0 0 0,0-2 0 16,0-1 58-16,0 1 5 0,0-3 1 0,0 2 0 0,-3-2-52 16,3-1-12-16,-3 1 0 0,-3 3 0 15,3-1 0-15,-3 0 0 0,0 1 0 0,0 2 0 0,-3-3 8 16,0 3 0-16,0 3-8 0,-3-3 12 16,-2 6-12-16,2-4 0 0,-3 4 0 0,0 2 0 0,0 0 0 0,0 2 0 15,0 1 0-15,0 0-10 0,3 2 10 0,-2 3 0 16,2 0-9-16,3 0 9 0,0 2-8 0,3 3 8 0,3 1-10 0,0 2 10 15,3-1-9-15,3 1 9 0,0 3-8 0,3-3 8 16,0 0 0-16,3-1-10 0,0 1 10 0,0-5 0 16,2 0-9-16,-2-1 9 0,3-2 0 0,0 0-9 15,0-5 9-15,3 2 0 0,-3-5 0 0,0 3 0 16,0-3 0-16,3 0 0 0,-4 0 0 0,1 0 0 16,0-3 0-16,0 0-13 0,0-2 1 0</inkml:trace>
  <inkml:trace contextRef="#ctx0" brushRef="#br0" timeOffset="196873.052">16704 6149 1507 0,'-6'0'31'0,"3"-2"9"16,3-1-32-16,-3 0-8 0,0 1 0 0,3 2 0 16,-3-3 74-16,-3 3 14 0,0 0 2 0,0 0 1 15,3 3-25-15,-2-3-5 0,5 0-1 0,-6 2 0 16,-3 6-28-16,3-2-5 0,0-1-2 0,-3 3 0 16,0 2-14-16,3 4-3 0,-3-4-8 0,0 6 12 0,3 0-4 15,-3 0-8-15,3 0 11 0,-3 2-11 0,3 1 0 0,3-1 0 0,0 1 0 16,0-3 0-16,0 2 0 15,3-2 0-15,0 0 0 0,3 0 0 0,0-3 0 0,3 0 0 16,0-2 0-16,3-1 0 0,0-4-8 16,0-1 8-16,3-2 0 0,0-1-9 0,3-2 9 15,3 0 0-15,-1-2 0 0,4-1 0 16,-3-2 12-16,3-3 0 0,0 0 1 0,-3 0 0 0,3 0 27 16,-1 0 4-16,-2-3 2 0,-3 1 0 0,0-3 6 0,0-1 2 0,-3-1 0 0,-3-1 0 15,0 0-13-15,-3 0-2 0,0-3-1 16,-3 1 0-16,0-1-9 0,-3 1-1 0,0-1-1 0,-3 3 0 15,-3 1-15-15,0-1-2 0,0 2-1 0,-6 1 0 16,3 0-9-16,-3 2 8 0,0-2-8 0,-3 5 8 16,3 0-8-16,-6 3 0 0,4 2 0 0,-4-2 0 15,3 5-12-15,0 0-2 0,0 0 0 0,0 5 0 16,3-2-42-16,0 2-8 0,3 1-1 0</inkml:trace>
  <inkml:trace contextRef="#ctx0" brushRef="#br0" timeOffset="197791.895">17526 5964 1854 0,'6'-5'39'0,"-3"-1"8"16,0 1-38-16,3-3-9 0,-3 3 0 0,2 0 0 16,-2-1 84-16,0 1 16 0,0 0 2 0,0 2 1 15,0 1-44-15,0-1-9 0,0 0-2 0,-3 3 0 16,0 0-21-16,0 0-5 0,0 0-1 0,0 0 0 16,0 0-5-16,0 0-2 0,6 3 0 0,-3 2 0 15,-3 3-6-15,3 0 0 0,-3 3-8 0,-3-1 12 16,3 3-12-16,-3-2 11 0,0 5-11 0,0-3 10 15,0 3-10-15,0 3 0 0,-3-4 0 0,3 1 0 0,-3 3 0 16,4-1 8-16,-4 1-8 0,0 2 0 16,3 0 0-16,-3 0 0 0,0 3 0 0,0 0 0 15,3-3 0-15,0-2 0 0,0 2 0 0,3-3 0 0,-3-2 0 16,3 0-11-16,0-3 11 0,-3 1-12 16,3-4 3-16,0-2 0 0,0-3 0 0,0 1 0 0,0-6 9 0,0 0 9 0,0 0-1 0,0 0-8 15,0 0 8-15,0 0-8 16,0 0 0-16,6-3 0 0,-3 0 12 0,0-2-12 0,3-3 12 0,-3-2-12 15,3-1 22-15,-3 0-2 0,0-4-1 0,0-1 0 16,-3 0 6-16,3-3 2 0,-3-2 0 0,0 3 0 16,0-4-8-16,-3 7-2 0,0-4 0 0,-3 3 0 15,3 0-5-15,-6 6-2 0,0-4 0 0,0 6 0 16,0 1-2-16,-3-1-8 0,0 2 12 0,0 1-4 16,0 2-8-16,0 1 12 0,1 2-12 0,-4 0 12 15,3 2-12-15,-3 4 0 0,3 2 0 0,0 0 0 16,0-1 0-16,0 7 0 0,0-1 0 0,0 3 0 15,4 0 0-15,-1 2-9 0,3 3 9 0,0 1-10 16,6-4 10-16,-3 1 0 0,6-1 0 0,0 1 0 16,0-6 0-16,3 3 0 0,3-3 0 0,-1-2 0 15,1-1 0-15,0-2-13 0,3 0 5 0,-3 0 8 16,3-3 0-16,0 1 0 0,0-4 0 0,0 1 0 16,3-3 0-16,0 0 0 0,-1 0 0 0,4-3 0 15,0 1 0-15,0-1 0 0,3 0 0 0,0 1 0 16,-1-4-40-16,1 1-8 0,3-3 0 0</inkml:trace>
  <inkml:trace contextRef="#ctx0" brushRef="#br0" timeOffset="204020.746">18829 6075 1523 0,'0'0'64'0,"0"0"-51"15,-5-2 43-15,-1 2 8 0,3 0 1 0,-3 0 1 16,-3 2 8-16,3 1 2 0,-3 0 0 0,0-1 0 16,3 3-36-16,-3 1-6 0,0-1-2 0,3 3 0 15,-3 0-10-15,0 2-2 0,3 4-1 0,0-1 0 16,0 3-10-16,0 0-1 0,0 0-8 0,4 2 12 15,-1 1-12-15,0-4 11 0,3 1-11 0,3 0 10 16,0 0-10-16,2-3 8 0,1 1-8 0,0-4 8 16,3 1-8-16,0-6 0 0,3 0 9 0,0 1-9 15,3-6 14-15,0 2-2 0,3-4 0 0,0 2 0 16,-1-6 7-16,1 1 1 0,0-3 0 0,0 0 0 16,0-2 7-16,-3 2 1 0,0-6 1 0,-3 6 0 15,-1-5 1-15,-2 0 0 0,-3 0 0 0,0 0 0 16,-3-3 2-16,0 0 0 0,0 3 0 0,-3-3 0 15,-3 2-12-15,0-1-3 0,0 1 0 0,-3 1 0 16,-3 0-8-16,0 0-1 0,1-1-8 0,-4 1 12 0,-3 0-4 16,0 2 0-16,3 1-8 0,-6 2 12 15,3 0-12-15,0 3-8 0,-3 2 8 0,1 0-13 16,2 3-2-16,-3 3 0 0,3-3 0 0,0 5 0 16,3 1-46-16,3-1-10 0,0 3-1 0,3 0-1 15,3 0-95-15,3 0-20 0,0 2-3 0</inkml:trace>
  <inkml:trace contextRef="#ctx0" brushRef="#br0" timeOffset="204768.295">19773 5819 1299 0,'3'-8'55'16,"0"2"-44"-1,0 1 81-15,0 0 17 0,0 2 3 0,-3 3 1 16,3-3-14-16,-3 3-3 0,3-2-1 0,-3 2 0 0,0 0-38 0,0 0-7 0,0 0-2 0,0 0 0 16,3 5-16-16,-3 0-4 0,3 1-1 0,-3 4 0 15,-3 1-11-15,3 2-1 0,-3 3-1 0,3 0 0 16,-3 2-5-16,0 1-1 0,0 2 0 0,0 0 0 15,0 0-8-15,-3-2 12 0,3 2-12 0,-3 3 12 16,3-6-12-16,-3 4 0 0,0-4 0 0,0 3 8 16,0-2-8-16,0-1 0 15,3 3 0-15,-3 1 0 0,3-4 16 0,-2 1 0 16,2-1 1-16,0 1 0 0,3-3-17 0,-3-3 0 0,0-3 0 0,3 4 0 16,0-6 0-16,-3 0 0 0,3-1 0 0,0-1 0 15,0-6 0-15,0 0 0 0,0 0 0 0,0 0 0 16,0 0 0-16,0 0 0 0,3-6 0 0,0-1 0 15,-3-1 55-15,3 0 7 0,-3-6 2 0,0 4 0 16,0-3-52-16,0-1-12 0,-3-2 0 0,3 1 0 16,-3-1 0-16,0-3 0 0,-3 6 0 0,3 0 0 15,-3-3 27-15,-3 5 2 0,0-2 1 0,0 2 0 16,-3 4-30-16,0-1 0 0,0 2 0 0,-3 1 0 16,0 2 0-16,1 1 0 0,-1 2 0 0,0 2 0 15,0 1 0-15,-3 5 0 0,3-3-12 0,3 6 12 16,0-1-12-16,3 4 12 0,1-4-12 0,-1 6 12 15,3 3-10-15,3-3 10 0,0 2-8 0,3 1 8 16,0-4 0-16,3 4-10 0,0-3 10 0,3-3 0 16,0 0 0-16,0 1-8 0,2-7 8 0,4 4 0 0,-3-3 0 15,3-3 0-15,3 1 0 0,0-4 0 0,0 1 0 16,0 0 0-16,0-3 0 0,-1 2 0 0,4-2 0 0,-3-2 0 0,3 2 8 16,0-3-8-1,0 0-31-15,0-2-9 0,2 0-1 0</inkml:trace>
  <inkml:trace contextRef="#ctx0" brushRef="#br0" timeOffset="-207614.268">21098 6054 1127 0,'0'-16'23'0,"0"11"7"0,0-3-30 0,0 3 0 0,3-1 0 0,-3 1 0 16,0 0 76-16,3-1 8 0,-3 1 3 0,0 3 0 15,3-1 1-15,-3 3 1 0,0-5 0 0,0 5 0 16,0 0-21-16,0 0-5 0,0-3-1 0,0 3 0 16,0 0-25-16,0 0-5 0,0 0 0 15,0 0-1-15,0 0-9 0,0 0-2 0,0 8 0 0,3 0 0 16,-3 2-4-16,0 1-2 0,3 0 0 0,-3 2 0 16,0-3-14-16,0 1 0 0,0 0 0 0,-3-1 0 15,3 3 8-15,0 1-8 0,0 1 0 0,0-1 0 16,0-1 0-16,0 0 0 0,0 0 0 0,0 3 0 15,0-2 8-15,0-1-8 0,0-3 0 0,0 4 0 16,3-1 0-16,-3-3 8 0,0 1-8 0,0 0 0 16,0-4 0-16,0 1 0 0,0 0 8 0,0-2-8 15,0 2 0-15,0-8 0 0,0 0 0 0,0 0 0 16,0 0-28-16,0 0-8 0,0 0-1 0,0 0-1 16,0 0-158-16,0 0-32 0</inkml:trace>
  <inkml:trace contextRef="#ctx0" brushRef="#br0" timeOffset="-206833.606">21845 5988 1269 0,'3'-5'53'15,"0"-3"-42"1,0 2 91-16,0-2 18 0,-3 0 4 0,3 3 1 16,0 0-32-16,0-3-6 0,-3 3-2 0,3-1 0 15,-3 1-32-15,0 0-6 0,0 2-2 0,0-2 0 16,0 5-11-16,0 0-2 0,0-3-1 0,0 3 0 16,0 0-13-16,0 0-2 0,0 0-1 0,0 0 0 15,0 0-5-15,0 0-1 0,0 0 0 0,0 0 0 16,0 0-9-16,-3 8 0 0,0 0 0 0,0 3 0 15,-3 2 0-15,3 0 0 0,-3 0 0 0,3 3 0 16,-3-3 0-16,3 6 0 0,-3-3 0 0,3 0 0 16,-3 0 0-16,0 0 0 0,3-1 0 0,-3 4 0 15,0-3 0-15,3 0 0 0,0 0 0 0,-3 2 0 16,3-5 0-16,0 3-12 0,0-3 2 0,3 3 1 16,-3-5 9-16,3-1-8 0,0 4 8 0,-3-6-8 0,3 0 8 15,0-1-8-15,0-1 8 0,0-6-8 16,0 0 8-16,0 0 0 0,0 0 0 0,0 0 0 0,0 0 0 0,0 0 0 0,0 0 0 15,3-6 0-15,0 1 8 0,0 0-8 0,0-3 10 16,-3 0-10-16,3-3 10 0,-3 3-10 0,0-2 10 0,0-1-10 31,0 1 11-31,0-1-11 0,-3 1 12 0,0-1-12 0,0 3 13 0,0-3-4 0,-3 4-1 16,0-1 0-16,-3 0 0 0,1 2-8 0,-1 1 12 0,-3 0-4 16,0-1-8-16,0 4 0 0,0-1 0 0,-3 3 8 15,0 0-8-15,0 0 0 0,0 3 0 0,1 2 0 16,-1 0 0-16,0 1 0 0,3-1 0 0,3 3 0 15,0 3 0-15,0 2 0 0,0-3-9 0,6 4 9 16,0-1 0-16,0 0 17 0,6 0-1 0,0 0-1 16,0 1-15-16,3-4 0 0,3 1 0 0,-3-3 0 15,6 0-13-15,-3 0-6 0,3-3-1 0,3 0 0 16,-3-2 20-16,2 0 14 0,-2-3-2 0,3 0-1 16,0 0 4-16,0-3 1 0,0 0 0 0,0 1 0 15,0-1-16-15,-3-2 8 0,2-1-8 0,-2-2 0 16,0 3-110-16,-3 0-28 0</inkml:trace>
  <inkml:trace contextRef="#ctx0" brushRef="#br0" timeOffset="-197746.968">5533 7398 870 0,'39'3'36'0,"-7"-3"-28"15,-11 0 58-15,-3-3 12 0,-6 3 2 0,-6 0 1 16,0 0-27-16,0 0-6 0,-3 0 0 0,0 0-1 16,0 0-38-16,-3 0-9 0,3 0 0 0,-3 0 0 15,-45 0 0-15,21 0 0 0,-11 0 0 0</inkml:trace>
  <inkml:trace contextRef="#ctx0" brushRef="#br0" timeOffset="-197383.729">5697 7443 2250 0,'0'0'49'0,"0"0"11"0,0 0 1 0,0 0 3 16,0 0-52-16,0 0-12 0,0 0 0 0,0 0 0 16,-9-2-44-16,-3-4-11 0,-3 4-2 0,6-4-1 15,6 4 58-15,3 2 0 0,9-3 8 0,3 3 0 16,-6-3 20-16,0 3 4 0,-6 0 0 0,6-2 1 15,3-1-43-15,0 0-9 0,3 1-1 0,2-1-1 0,1 1 21 16,3-4 0-16,3 4 0 0,0-1 8 0,3 0 1 16,-1 1 0-16,4-1 0 0,-3 0 0 15,3 3 3-15,-3 0 1 0,-1 0 0 0,1 3 0 0,-3-3-3 0,0 0-1 0,0-3 0 0,0 3 0 16,-4-2-9-16,4 2 0 0,-3-3 9 0,0 3-9 16,-3-3 8-16,0 3-8 0,3-2 10 0,-6-1-10 15,-1 0 16-15,4 3-4 0,-3-5 0 0,-3 3 0 16,3 2-4-16,-6 0-8 0,0 0 11 0,3 0-11 15,-3 0 26-15,0-3-2 0,0 3 0 0,-6 0 0 16,6-3-24-16,-6 3 0 0,0 0 0 0,3 0 0 31,-3 0-24-31,0 0-11 0,0 0-1 0,0 0-1 0,0 0-108 16,0 0-22-16,0 0-4 0</inkml:trace>
  <inkml:trace contextRef="#ctx0" brushRef="#br0" timeOffset="-193213.711">23634 13444 1579 0,'-3'-2'32'0,"3"2"10"16,-3-6-34-16,3 6-8 0,0 0 0 0,-3-2 0 15,3 2 90-15,0 0 16 0,-3-6 3 0,3 6 1 16,0 0-26-16,0 0-6 0,0 0-1 0,0 0 0 16,0 0-6-16,0 0-2 0,0 0 0 0,0 0 0 15,0 0-55-15,0 0-14 0,0 0 0 0,-3 8 0 16,0 0 54-16,3 0 8 0,-3 3 2 0,0 2 0 15,3 3-52-15,-3 2-12 0,0 4 0 0,0 1 0 0,0 1 0 16,0 3 0-16,0-1 0 0,0 3 0 16,0-5 0-16,3 0 0 0,-3-3 0 0,3-2 0 0,-3 2 0 15,3 0 0-15,0-5 0 0,-3 2 0 0,3 1 0 0,0-3 0 16,0 2 0-16,0-2 0 0,0 3 0 0,0-3 0 16,0-1 0-16,0 1 0 0,3 0-14 0,-3-3-6 15,3 1 0-15,0-4-1 16,-3 1-95-16,3-3-20 0,0-3-3 0</inkml:trace>
  <inkml:trace contextRef="#ctx0" brushRef="#br0" timeOffset="-182636.886">7471 6983 1348 0,'-9'0'28'0,"3"0"7"0,-3 0-35 0,0 0 0 0,0 2 0 0,0 1 0 32,-3 0 69-32,0 2 7 0,0 3 2 0,0 0 0 15,1 0-9-15,-1 2-1 0,0 1-1 0,-3 2 0 0,6 0-42 0,-3 3-8 0,3 0-1 0,3 0-1 16,-3 3-15-16,3-4 0 0,0 1 8 0,3 3-8 16,0-3 0-16,3 0 0 0,0 0 0 0,3-1 0 15,0 1 0-15,0-5 0 0,3-1 0 0,3 1 0 16,-3-3 0-16,6 0 0 0,-3 0 0 0,3-3 0 15,3 0 0-15,-3-2 0 0,3-3 0 0,-1 5 0 16,4-5 9-16,-3-2-9 0,3-1 8 0,-3 0-8 16,3-2 24-16,0 0 0 0,-3 0 0 15,-1-1 0-15,-2 1 39 0,0-3 7 0,-3 0 2 0,0 0 0 16,-3 0-10-16,-3 0-2 0,0-2 0 0,0-1 0 16,-3 1-23-16,-3-4-5 0,3 4 0 0,-3-4-1 15,-3 1-13-15,3-3-2 0,-3 0-1 0,-3 1 0 16,3-1-7-16,-3 0-8 0,0 0 11 0,0 0-11 15,1 3 8-15,-1 0-8 0,-3 2 0 0,0 3 0 16,3-2 0-16,-3 2 0 0,3 2 0 0,0 1-9 16,-3 2-20-16,3 1-4 0,3 2-1 0,-3 2 0 15,3 1-142-15,6-3-28 0,-3 8-5 0</inkml:trace>
  <inkml:trace contextRef="#ctx0" brushRef="#br0" timeOffset="-182077.044">8161 6800 1444 0,'3'-8'60'0,"-3"-2"-48"15,0 2 101-15,0 0 20 0,0 0 4 0,0 3 1 16,0-3-33-16,0 2-6 0,0-2-2 0,3 3 0 15,-3 5-43-15,0 0-9 0,0 0-1 0,0 0-1 16,0 0-27-16,0 0-4 0,0 0-2 0,0 8 0 16,0 0-10-1,0 3 0-15,0-1 0 0,0 6 0 0,-3 0 0 0,3 2 0 0,-3-2 0 0,0 5 0 16,0 1 0-16,0-1 0 0,0 0 0 0,0 3 8 16,0 0-8-16,0 2 0 0,0 1 0 0,1 2 0 15,-1-3 0-15,0-2 0 0,3 0 0 0,-3 0 0 16,3-6 0-16,0-2 0 0,0-3 0 0,0 0 8 15,0-5-8-15,0 3-12 0,0-3 2 0,0-3 1 16,0-5 9-16,0 0 12 0,0 0-2 0,0 0-1 16,0 0-9-16,0 0 0 0,0 0 0 0,0 0 0 15,0 0 0-15,0-8 0 0,0 0 0 0,-3-2 0 16,3-1 0-16,-3-2 0 0,3 2 0 0,-3-5 0 16,0 1 0-16,0-1 0 0,0 0 0 0,-3-3 0 15,0 3 0-15,-3 1 0 0,0-1 0 0,0 2 0 16,-3 4 53-16,0-1 9 0,-3 1 2 0,0 4 0 0,1 1-52 0,-4 2-12 15,3 1 0-15,-3 4 0 16,3 1-20-16,-3 5-8 0,0 0 0 0,0 5-1 16,4 0 46-16,-1 3 10 0,3 3 1 0,3 2 1 15,3-2-74-15,0-1-15 0,3 1-4 0,0-4 0 0,3 1 64 0,3-2 20 0,3-1 0 0,0 0 0 16,3-5-20-16,3 3 0 0,0-4 0 0,3 1 0 16,-1-2 0-16,1-1 0 0,3-2 0 0,0-1 0 15,0 1 0-15,0-3 8 0,3-3-8 0,-1 3 0 16,1-2 0-16,0-1 0 0,3 0-12 0</inkml:trace>
  <inkml:trace contextRef="#ctx0" brushRef="#br0" timeOffset="-181421.376">9676 6970 1378 0,'0'0'28'0,"0"0"8"0,0 0-28 0,0 0-8 0,-6 0 0 0,0 2 0 16,-2 1 72-16,2-1 12 0,-3 1 4 0,3 2 0 15,-3 1-44-15,0 2-9 0,0 0-2 0,0 0 0 16,0 5-13-16,3-3-4 0,-3 4 0 0,0-1 0 16,3 3-7-16,0 0-1 0,0-1-8 15,0 1 12-15,3 0-12 0,0 0 9 0,3-3-9 0,0 3 8 16,3-3-8-16,0-2 0 0,3 2 0 0,0-2 8 16,3-1-8-16,0-2 0 0,0-2 0 0,3-1 8 15,-3 0 1-15,3-5 0 0,0 3 0 0,0-3 0 16,0-3 23-16,0 1 5 0,-1-4 1 0,-2 1 0 15,0-3 16-15,0 3 3 0,0-3 1 0,-3 0 0 16,-3-3 0-16,3 3 0 0,-3-2 0 0,0-1 0 16,0-2-19-16,-3 2-4 0,3 1-1 0,-6-3 0 15,3-1-10-15,-3 1-3 0,0 0 0 0,0 0 0 16,-3-1-11-16,0 1-2 0,0 0-8 0,0 2 12 16,-3 1-12-16,-3-1 8 0,0 1-8 0,1 2 0 15,-1 2 0-15,0 1 0 0,0 2 0 0,0 1 0 16,0-1-9-16,0 0-5 0,0 3-1 0,0 0 0 15,3 3-39-15,0 0-8 0,1 2-2 0,2-2 0 16,0 2-128-16,6 3-25 0,-3-3-6 0</inkml:trace>
  <inkml:trace contextRef="#ctx0" brushRef="#br0" timeOffset="-177949.143">10403 6792 1820 0,'3'-8'38'0,"0"0"8"0,-3 0-37 0,3 3-9 0,0-3 0 15,-3 0 0-15,3 3 88 16,-3 0 15-16,3-1 3 0,-3 6 1 15,0 0-53-15,0-5-10 0,0 5-3 0,0 0 0 0,0 0-16 0,0 0-3 0,0 0-1 0,0 0 0 16,-3 5-9-16,0 3-3 0,0 3 0 0,0 0 0 16,0 2-9-16,-3 0 0 0,3 3 9 0,-3 2-9 15,3-2 0-15,0 3 0 0,-3-1 0 0,3 3 0 16,0 1 0-16,-3 1 0 0,3 1 0 16,0 3 0-1,3-1-29-15,-3 1-1 0,3-1 0 0,-3-2 0 0,3 0 9 0,0-3 1 0,0-3 1 0,0 1 0 16,0-3 19-16,0-3 0 0,0 0 0 0,0-2 0 15,0-3 0-15,0 0 0 0,0-3 0 16,0-5 0-16,0 0 0 0,0 0 0 0,0 0 0 0,0 0 0 16,0 0 0-16,0 0 0 0,0-5 0 0,-3-1 0 15,3-1 0-15,-3-4 0 0,0 3 0 0,0-3 0 16,-3-2 30-16,0 0 10 0,0 0 1 0,-3-3 1 16,-3 3-18-16,4-1-3 0,-4 1-1 0,-3 0 0 15,3 5-20-15,-3 0 8 0,-3 3-8 0,0 2 0 16,3 3 0-16,0 3 0 0,1 2 0 0,2 3 0 15,-3 3 12-15,3-1-1 0,3 3-1 0,-3 3 0 16,6-3-10-16,0 3 0 0,0 0 0 0,3 0 0 16,3-3-10-16,0 3 10 0,3 0 0 0,0-3-9 15,-1444 1 9-15,2894-4 0 0,-1444 1-9 0,3-3 9 16,0 0 0-16,0 0 0 0,3-3 0 0,-1 0 0 16,4 0 0-16,0-2 8 0,6 0 0 0,-3-1 0 15,3 1-8-15,2-3 0 0,1 0 9 0,3 0-9 16,-3 0-19-16,3-3-8 0,2 1-1 0</inkml:trace>
  <inkml:trace contextRef="#ctx0" brushRef="#br0" timeOffset="-164646.132">11787 6848 1474 0,'0'0'31'0,"0"0"6"0,0-8-29 0,0 3-8 0,0 5 0 0,3-6 0 16,-3 6 96-16,0-5 19 0,0 0 3 0,0 5 1 15,0 0-37-15,0 0-7 0,0 0-2 0,0 0 0 16,0 0-28-16,0 0-5 0,0 0-2 0,0 0 0 15,0 0-19-15,0 0-4 0,-3 8-1 0,0 0 0 16,0 2-3-16,0 1-1 0,0-1 0 0,0 4 0 16,0 1-10-16,0-1 12 0,0-1-12 0,0 5 12 15,0 1-12-15,0-1 0 0,0 6 0 0,0 0 8 16,0-3-8-16,0 3 0 0,0-3 0 0,3 3 0 16,-3-3 20-16,3-2 1 0,0-1 1 0,0 1 0 15,0-3-69-15,0-3-13 0,0 0-4 0,0-2 0 16,0-1 52-16,0-2 12 0,0 0 0 0,0-3 0 15,0 1 0-15,0-6 0 0,0 0 0 0,0 0 0 0,0 0 0 16,0 0 0-16,0 0 0 0,0 0 0 0,3-6 0 0,-3-1 0 16,3-1 0-16,-3 0 0 15,0-3 0-15,0 1 0 0,0-1 0 0,-3-2 0 0,3-1 29 0,-3 1 9 0,0 0 2 16,0-3 0-16,-3 3-27 0,3-3-5 16,-3 0 0-16,0 3-8 0,0 0 13 0,1 2-4 15,-1 3-1-15,-3-2 0 0,0 2-8 0,-3 2 10 0,0 1-10 0,0 2 10 16,0 1-10-16,0 2 0 15,0 2 0-15,0 1 0 0,0 5 0 0,-2 0 0 0,2 0 0 0,-3 5 0 16,6-2-10-16,-3 5 10 0,3-3 0 0,0 5-9 16,0-4 9-16,3 1-8 0,3 1 8 0,0 0-8 15,3-3 8-15,0 1-10 0,3-4 10 0,0 3-10 16,0-2 10-16,3 0 0 0,0-3-9 0,0 2 9 16,0-2 0-16,3-3 0 0,0 3-9 0,0-2 9 15,0-4 0-15,3 4 0 0,0-4 0 0,-1 1 0 16,1-1 0-16,3-2 0 0,-3 0 0 0,3 0 9 15,0-2-9-15,3-1 0 0,-3 1 0 0,2-1 0 16,1 0 0-16,0-2 0 0,0 0 0 0,3-1 0 16,0-2-29-16,3 3-11 0,-1-3-3 0,1-2 0 15,0-1-165-15,0 3-32 16,0-2-8-16</inkml:trace>
  <inkml:trace contextRef="#ctx0" brushRef="#br0" timeOffset="-164144.165">12314 6985 1292 0,'0'0'54'0,"-3"-2"-43"16,3 2 108-16,-3-6 21 0,-3 4 5 0,3-3 1 15,3 5-47-15,-6-3-10 0,0 3-1 0,6 0-1 16,-6-3-30-16,0 3-5 0,6 0-2 0,-6 0 0 15,-3 3-18-15,3 0-4 0,0 2-1 0,-3-3 0 16,3 6-15-16,0 0-4 0,0 0 0 0,0 3 0 16,0-1-8-16,1 1 8 0,2 2-8 0,0 3 8 15,0-5-8-15,0 2 0 0,3 0 0 0,-3 0 0 16,3 1 0-16,3-1 0 0,-3 0 0 0,3 0 0 16,3-2 0-16,-3 0 0 0,2-1 0 0,1 3 0 15,3-5 0-15,0 0 0 0,0 3 0 0,0-6 0 16,0 3 0-16,3-3 8 0,0-2-8 0,0 2 0 15,0-5 0-15,0 3 8 0,3-3-8 0,-1-3 0 16,1 3 0-16,-3-2 0 0,3-1 8 0,0 0-8 16,0-5 0-16,-3 3 0 0,3-3 9 0,-1 0-9 15,-2-2 19-15,-3-1-1 0,3 3 0 0,-3-2 0 16,0-4 10-16,-3 1 1 0,3-3 1 0,-3 0 0 16,-3-2-2-16,0 2-1 0,0-5 0 0,-3 5 0 15,0-3-5-15,0 3-1 0,-3 1 0 0,0 1 0 16,0 1-5-16,-3 0-2 0,0 2 0 0,-3 1 0 0,3 2-6 15,-3 0 0-15,-3 3-8 0,3-3 12 16,-3 5-12-16,-2-2 0 0,-1 2 0 0,0 0 0 16,0 3-24-16,-3 0-7 0,-3 0-1 0,0 0-1 15,1 6-136-15,-1-1-27 0,-3 3-6 0</inkml:trace>
  <inkml:trace contextRef="#ctx0" brushRef="#br0" timeOffset="-151360.148">14356 7409 957 0,'-9'-3'40'0,"-3"1"-32"16,3-4 89-16,0 4 18 0,0-1 3 0,0 0 1 15,3 3-28-15,-3-2-6 0,3-1-1 0,0 0 0 16,0 3-17-16,6 0-4 0,0 0-1 0,-6-2 0 16,6 2-26-16,0 0-6 0,0 0-1 0,0 0 0 15,0 0-17-15,0 0-4 0,0 0-8 0,0 0 12 16,0 0-12-16,6-3 9 0,0 0-9 0,0-2 8 16,0 5-8-16,3-3 0 0,0 3 0 0,0 0 8 15,0 0-8-15,3 0 0 0,0 0 0 0,0 0 8 16,3 3-8-16,-1-3 0 0,1 3 0 0,3-1 0 15,0-2 0-15,3 0 0 0,3 3 9 0,-1-3-9 16,1 0 8-16,3 0-8 0,3-3 8 0,0 3-8 16,-1 0 8-16,7 0-8 0,-3 0 10 0,3 3-10 15,-1 0 11-15,1-1-11 0,0-2 12 0,-1 6-12 16,1-6 12-16,3 0-4 0,0 0 0 0,-4 0-8 16,1 0 15-16,3 0-4 0,-7 2-1 0,4-2 0 15,-3 3 10-15,-3-3 1 0,-4 0 1 0,4 0 0 0,-6 0-10 0,0 0-3 16,-3 0 0-16,-1-3 0 0,1 3 3 0,-3 0 1 15,0 0 0-15,-3 0 0 0,-3 0-5 0,0 0 0 0,-3 0-8 16,0 0 12-16,-3 0-4 0,-1 0-8 16,1 0 11-16,-6 0-11 0,0 0 15 0,0 0-4 15,0 0-1-15,0 0 0 0,0 0-10 0,0 0-16 0,0 0 4 0,0 0 1 32,0 0-93-32,0 0-20 0,0 0-3 0</inkml:trace>
  <inkml:trace contextRef="#ctx0" brushRef="#br0" timeOffset="-135113.1">16597 7044 1333 0,'0'0'56'16,"0"0"-44"-1,0 0 81-15,-3-3 17 0,0-2 3 0,3 5 1 16,-3-3-25-16,0 0-5 0,3 3 0 0,-6-2-1 16,6 2-28-16,-6 0-6 0,-3 2-1 0,3 1 0 0,3 0-24 0,-3 2-6 0,0 0-1 0,3 3 0 15,-3 0-6-15,1 3-2 0,-4-1 0 0,3 1 0 16,0 2-9-16,0 3 0 0,0-3 0 16,0 3 0-1,0 0 0-15,3-3 0 0,0 3 0 0,-3-3 0 0,6 1 0 16,-3 1 0-16,3-1 0 0,3-1 0 0,0-3 0 0,3 1 0 15,0-3 0-15,3 3 0 0,0-6 0 0,0 0 0 0,3 0-9 16,-1-2 9-16,1 0 0 16,0-3 0-16,3-3 0 0,-3-2 0 0,3 2 0 0,0-2 0 15,3 2 0-15,-3-2 9 0,-1-3 1 0,4 3 0 0,-3-3 0 16,-3-3 0-16,0 3 22 0,0-2 5 0,-3-1 1 0,0 1 0 16,-3-6 9-16,0 2 1 0,-3-4 1 0,0 2 0 15,0 0-18-15,-3-2-4 0,0-1-1 0,0 3 0 16,-6-2-14-16,3 2-4 0,-3 0 0 0,-3 3 0 15,3-1-8-15,-3 4 12 0,-3-1-12 0,0 1 12 16,3 4-12-16,-6-2 0 0,3 6 0 0,-5-1 0 16,5 1 0-16,-3 4-12 0,3 1 2 0,-3-1 1 15,3-2-33-15,3 6-6 0,-3-6-2 0,3 5 0 16,0 3-142-16,3 0-28 0,3 3-5 16</inkml:trace>
  <inkml:trace contextRef="#ctx0" brushRef="#br0" timeOffset="-134438.052">17436 6763 1918 0,'0'-5'40'0,"0"0"9"0,3-1-39 0,-3-2-10 0,0 0 0 0,3 3 0 16,-3-3 79-16,0 3 13 0,3 0 4 0,-3 2 0 15,0 3-42-15,0 0-8 0,0 0-2 0,0 0 0 16,0 0-21-16,0 0-5 0,0 5-1 0,-3 6 0 16,3-1-17-16,0 1 0 0,-3 2 0 0,3 0 0 15,-3 3 0-15,0 0 0 0,0 3 0 0,3-1 0 16,-3 3 0-16,1 1 0 0,-1-1 0 0,0 0 0 16,0 3 0-16,0 0 0 0,0-1 0 0,0 4 0 15,0-3 0-15,0-3-11 0,0 3 2 0,0-3 0 16,3 0-3-16,0-3-1 0,-3-2 0 0,3 0 0 15,0-3-15-15,0-2-4 0,0 0 0 0,3-3 0 16,-3 0 44-16,0-8 8 0,0 0 1 0,0 0 1 16,0 0-14-16,0 0-8 0,0 0 8 0,0 0-8 15,3-6-16-15,0 1-8 0,0-3-2 0,-3-3 0 16,0 1 72-16,0-1 14 0,0-2 4 0,0 0 0 0,-3-3-52 16,0 0-12-16,0 0 0 0,-3 0 0 0,0 3 21 15,0 0 2-15,-3 0 0 0,0 2 0 0,-3 0-10 0,-3 3-1 16,3 1-1-16,-6 4 0 0,1 0-11 0,2 3 0 0,-3 3 0 15,3 0 0-15,-3 7 0 0,3-2 0 16,-3 5 0-16,3 1 0 0,4 1-13 16,-1 1 5-16,0 0 8 0,3 3-13 0,3-3 13 0,3-1 0 15,0 1-10-15,3-2 10 0,0-1 0 0,3 0-11 0,3-2 11 16,0-1-8-16,0-2 8 0,3 0 0 0,0-3-9 0,3 1 9 16,-1-1 0-16,1-2 0 0,3-1 0 0,0 1 0 15,-3-1 0-15,3-2 0 0,3-2 0 0,-3 2 8 16,0-3-8-16,-1 1 0 0,4-4 0 0,-3 4 8 15,0-4-41-15,0 1-9 0,3 2-2 0</inkml:trace>
  <inkml:trace contextRef="#ctx0" brushRef="#br0" timeOffset="-126900.63">18701 6956 1094 0,'6'-5'46'16,"-3"0"-37"-1,3-1 87-15,-3 1 16 0,0 3 4 0,0-1 1 16,-3 3-22-16,0 0-5 0,3-5-1 0,-3 5 0 15,0 0-17-15,0 0-3 0,0 0-1 0,0 0 0 16,0 0-20-16,0 0-4 0,0 0 0 0,0 0-1 16,0 0-15-16,0 0-4 0,0 0 0 0,-3 8 0 15,0-1-14-15,0 4-10 0,0-3 12 0,0 5-12 16,0 0 11-16,0 1-11 0,0 2 10 0,-3 2-10 16,4 1 8-16,-1 2-8 0,0 0 0 0,0 0 0 15,3 0 8-15,-3-2-8 0,3 2 0 0,-3-3 0 16,3-2 28-16,0 0 0 0,0 0 0 0,0-3 0 15,0 1-28-15,3-4 0 0,-3 1 0 0,3-1 0 0,-3-2 0 0,0-2 0 16,3 1 0-16,-3-1 0 16,0-6-45-16,3 5-15 0,-3-5-4 0,5 3 0 15,1-3-153-15,0-3-31 0</inkml:trace>
  <inkml:trace contextRef="#ctx0" brushRef="#br0" timeOffset="-126192.28">19618 6776 1743 0,'6'-15'49'0,"3"-1"11"16,-3 2-48-16,0 1-12 0,0 0 0 0,0 2 0 16,-3-2 57-16,0 5 9 0,0 0 2 0,-3 0 0 15,3 0-18-15,-3 6-3 0,0 2-1 0,0 0 0 16,0 0-12-16,0 0-2 0,0 0-1 0,0 0 0 15,0 5-13-15,-3 6-2 0,0 2-1 0,-3 0 0 16,3 3-15-16,-3 2 11 0,0 1-11 0,0 2 10 16,0-2-10-16,-3 2 0 0,3-3 0 0,0 4 8 15,-3-1-8-15,3-3 10 0,0 1-10 0,1 2 10 0,-1-3-10 16,3 4 0-16,-3-1-10 0,3 0 10 0,0 3-9 16,-3-3 9-16,3 0-8 0,0 0 8 0,0-2-23 0,3-3 1 0,-3 0 0 0,0-3 0 15,3 0 22-15,0-5 0 0,0 3 0 0,0-4 0 16,0-1 0-16,0-6 0 0,0 0 0 0,0 0 0 15,0 0 0-15,0 0 0 0,0 0 0 0,0 0 0 16,0-6 0-16,0-1 0 0,0-4 0 0,0 0 0 16,0 1 0-16,0-6 0 15,0 3 12-15,0-3-4 0,-3 0-8 0,3 0-9 0,-3-2 9 0,-3 2-13 16,0 0 13-16,0 3 0 0,0-1 0 0,-3 1 0 16,0 2 0-16,0 4 0 0,-3 1 0 0,1 1 0 15,-1 2 0-15,0 1 0 0,-3 2 0 0,3 2 0 16,-3 1 0-16,-3 2 0 0,3 1 0 0,-3 1 0 15,1 4 16-15,2 0 5 0,0 2 2 0,0 3 0 16,3 2-23-16,0 1 0 0,3 2 0 0,0 0 0 16,6 0 0-16,0 0-8 0,0-2 8 0,3 0-8 15,3-4 8-15,0 1 0 0,3-2-9 0,3-1 9 16,-3-3 0-16,3 1 0 0,3-3-9 0,-3 0 9 16,3-3 0-16,3-2 11 0,0-1-2 0,-4 1 0 15,4-3 2-15,0-3 0 0,0 3 0 0,0-2 0 16,3-1-11-16,0-2 8 0,3-1-8 0,-1 1 8 15,1 3-37-15,3-4-8 0,0 1-2 0</inkml:trace>
  <inkml:trace contextRef="#ctx0" brushRef="#br0" timeOffset="-120294.368">9688 17159 1561 0,'-6'14'32'0,"6"-14"8"15,0 0-32-15,0 0-8 0,0 0 0 0,3 5 0 16,-3 0 12-16,0-5 0 0,6 5 0 0,0 1 0 16,-3-4 22-16,3-2 5 0,0 3 1 0,0-3 0 15,0 0-11-15,0 0-1 0,3-3-1 0,-3 1 0 16,3-1-27-16,0-2-11 0,0-1 1 0,0-1 0 16,0 1 42-16,2 4 8 0,1-6 1 0,-3 2 1 15,3-2-22-15,3-2-4 0,-3-1 0 0,6-5-1 0,0 1 5 16,0-4 2-16,2-2 0 0,4-6 0 0,3-4-5 0,0-6-1 15,3-3 0-15,8-10 0 0,1-1-37 16,6-4-8-16,2-3-2 0</inkml:trace>
  <inkml:trace contextRef="#ctx0" brushRef="#br0" timeOffset="-115525.027">21229 6914 1668 0,'0'-5'35'0,"-3"-3"7"16,3 2-34-16,0 6-8 0,0 0 0 0,0 0 0 15,0 0 93-15,3-2 17 0,-3 2 3 0,0 0 1 16,0 0-43-16,0 0-9 0,0 0-2 0,0 0 0 16,0 0-23-16,0 0-5 0,0 0 0 0,-3 8-1 15,3 0-3-15,-3 5 0 0,0-2 0 0,0 4 0 16,-3 1-28-16,3 3-13 0,0 2 1 0,-3 3 0 16,0 2 12-16,3 1 0 0,-3-1 0 0,0 1 0 15,0-1 0-15,3-2 0 0,0-3 0 0,0 3 0 16,0-3 12-16,3-2-2 0,-3-1 0 0,3 1 0 0,0-6-10 15,0 0-12-15,0 0 2 0,0-2 1 0,0-3 9 16,0 0 0-16,3 0 0 0,0-3 0 16,-3-5 0-16,0 0 12 0,0 0-2 0,0 0-1 15,3-3-9-15,3 1 0 0,-3-4 0 0,0-2 0 0,0 1 0 0,0-1 0 0,0-3 0 16,-3 0 0-16,0 1 0 0,-3-3 0 16,3-1 0-16,-3 1 0 0,-3 0 16 0,3 0 0 0,-3-1 1 0,0 4 0 15,-3-1-27-15,-3 1-6 0,3-1 0 16,-3 3-1-16,-2 3 29 0,2 0 7 0,-3 2 1 0,0 0 0 15,0 3-20-15,0 3 0 0,0 2-8 0,0 1 8 16,1-1-10-16,2 5 10 0,0 1-10 0,0 0 10 16,0-1-9-16,6 3 9 0,-3-2-8 0,6 5 8 15,0-6-23-15,0 1 1 0,3 2 0 0,0-2 0 16,3-1 22-16,0-2 12 0,3 0-2 0,0 0 0 16,0 0-10-16,3-3 0 0,0 3 0 0,0-5 0 15,3 0 0-15,-1-1 0 0,1-2 0 0,3-2 0 16,-3 2 0-16,3-3 8 0,0 0-8 0,3-2 8 15,0 2-8-15,0-2 0 0,2-3-10 0,-2 3 10 16,3 0-48 0,0-3-4-16,-3 0-1 0,3 0 0 0,-1-3-167 0,-2 1-32 0</inkml:trace>
  <inkml:trace contextRef="#ctx0" brushRef="#br0" timeOffset="-115275.103">21601 6999 1178 0,'0'-8'49'0,"3"2"-39"16,-3-2 82-16,0 6 17 0,0 2 3 0,0 0 1 15,0-5-15-15,0 5-3 0,0 0-1 0,3-3 0 32,-3 3-2-32,0 0-1 0,0 0 0 0,0 0 0 0,3-3-43 0,-3 3-9 0,0 0-2 0,0 0 0 15,6 3 8-15,-3-3 2 0,0 3 0 0,2 2 0 16,-2 3-10-16,0 0-1 0,0 0-1 0,-3 5 0 16,3-3-10-16,0 4-1 0,-3 2-1 0,3 2 0 15,0-2-15-15,-3 3-8 0,0-4 10 0,3 4-10 16,-3-3 10-16,0 2-10 0,3-4 10 0,-3 1-10 15,0-1 8-15,3 2-8 0,-3-6 0 0,3 6 0 16,0-5 0-16,-3-4 0 16,3 1 0-16,0 3 0 0,-3-3-108 15,3 3-17-15,0-1-4 0</inkml:trace>
  <inkml:trace contextRef="#ctx0" brushRef="#br0" timeOffset="37607.372">21663 13585 850 0,'0'0'17'0,"0"0"6"0,-3-3-23 0,-3 3 0 0,6 0 0 0,-3-3 0 16,3 3 40-16,0 0 4 0,0 0 1 0,0 0 0 15,0 0-21-15,-6-2-4 0,6 2 0 0,0 0-1 16,0 0 26-16,0 0 6 0,0 0 1 0,0 0 0 16,0 0-32-16,0 0-7 0,0 0-1 0,0 0 0 15,0 0 48-15,0 0 8 0,0 0 3 0,0 0 0 16,0 0-11-16,-3 5-3 0,3-5 0 0,-3 8 0 15,3-3 6-15,-3 0 1 0,3 1 0 0,0 2 0 16,0 0-8-16,0 0 0 0,0-1-1 0,0 1 0 16,0 3-37-16,0 0-7 0,0-3-2 0,0 5 0 15,0-3 44-15,0 1 9 0,0-3 2 0,-3 5 0 16,3-2-52-16,0-1-12 0,0 1 0 0,-3 5 0 16,3-3 0-16,0 5 0 0,-3 1 0 0,3 2 0 15,0 0 0-15,-3 3 0 0,3 3 0 0,0 2 0 16,-2-3 11-16,2 3-1 0,0-2 0 0,-3-1 0 15,3-2-10-15,0-3-14 0,0-2 3 0,0 2 1 16,0-5 10-16,0 0 0 0,0-1 0 0,0 1 0 16,0-2-56-16,3-1-5 0,-3 0-2 0,2-2 0 15,1 2-67-15,0-5-14 0,0 2-2 0</inkml:trace>
  <inkml:trace contextRef="#ctx0" brushRef="#br0" timeOffset="67692.412">5765 8242 850 0,'0'0'17'0,"0"0"6"0,0 0-23 0,0 0 0 0,0 0 0 0,0 0 0 15,0 0 56-15,0 0 6 0,0 0 2 0,0 0 0 16,0-5 0-16,0 5 0 0,0 0 0 0,0-5 0 16,0 5-49-16,0 0-15 0,3-3 8 0,-3 3-8 15,3-5 19-15,-3 5 0 0,6-3 0 0,-3 0 0 16,0 1-4-16,3-1-1 0,0 1 0 0,0 2 0 16,0 0 2-16,0-3 1 0,3 3 0 0,-3 0 0 15,3-3-5-15,2 3 0 0,-2-2-1 0,3 2 0 16,3 0-11-16,-3 0 0 0,0 0 0 0,3 0 0 15,-3 0 0-15,3 2 0 0,0-2 0 0,-1 0 0 16,4 0 0-16,-3 0 0 0,0 0 0 0,0 0 0 16,0 0 0-16,-3 0 0 0,6-2 0 0,-4 2 0 15,1 0 0-15,0-3 0 0,0 3 0 0,3 0 0 16,-3 0 0-16,3 0 0 0,-3 0 0 0,2 0 0 0,-2 0 0 16,0 3 0-16,0-3 0 0,0 2 0 15,0 1 0-15,0-3 0 0,3 3 0 0,-3-1 0 16,-1 1 0-16,1-3 0 0,0 2 0 0,0 1 0 0,0-3 0 15,0 0 0-15,0 0 0 0,-3 0 0 16,2 0 0-16,1 0 0 0,0 0 0 0,0 3 0 0,0-3 0 0,0 0 0 0,0 2 0 0,0-2 0 16,0 3 0-16,-1-3 0 0,1 0 0 0,3 3 0 15,-3-1 20-15,0 1 3 0,0-3 0 0,0 3 0 16,-3-1-37-16,3 1-7 0,-1-3-2 0,1 3 0 16,-3-3 37-16,3 2 7 0,0-2 2 0,-3 0 0 15,3 0-15-15,-3 0-8 0,0 0 8 0,-1-2-8 16,1 2 11-16,3-3-3 0,-3 3 0 0,0-5 0 15,3 2 17-15,0 0 3 0,0 1 1 0,0-1 0 16,-1 0-41-16,1 1-9 0,0 2-2 0,0-3 0 16,0 0 23-16,3 1 0 0,-3 2 0 0,0 0 0 15,0-3 0-15,-1 3 0 0,1 0 0 0,0 0 8 16,-3 0-8-16,3 0 8 0,-3 0-8 0,3 0 8 16,-3-2-8-16,0 2 0 0,-4 0 0 0,4-3 0 15,0 3 0-15,0 0 0 0,0-3 0 0,0 3 8 16,0-2-8-16,0-1 0 0,0 3 0 0,3-3 0 15,-3 1 0-15,2 2 0 0,1-3 0 0,0 3 0 16,0-3 0-16,0 3 0 0,0 0 0 0,3 0 0 16,-3 0 0-16,-1 0 0 0,4 0 0 0,0 0 8 15,-3 0-8-15,3 0 8 0,0 0-8 0,0 0 8 16,-3-2-8-16,2 2 0 0,-2-3 0 0,6 3 8 16,-6-3-8-16,3 1 0 0,0 2 0 0,0-3 8 15,-1 3-8-15,1-3 0 0,3 3 0 0,-3-2 0 0,3 2 0 0,-3 0 0 16,2 0 9-16,1 0-9 0,-3 0 8 0,3 0-8 0,0-3 8 15,-3 6-8-15,3-3 8 0,-1-3-8 0,-2 3 8 0,0-2-8 16,3-1 8-16,-3 3-8 16,3-3 8-16,-3 1-8 0,2 2 9 0,1 0-9 0,0-3 12 0,0 3-12 15,0 0 8-15,0 0-8 0,-1 0 0 0,1 0 0 16,0 0 9-16,0 3-9 0,0-3 0 0,-3 0 9 16,2 2-9-16,-2-2 0 0,0 0 0 0,0 0 0 15,0 0 0-15,0 0 8 0,3-2-8 0,-1 2 8 16,-2 0-8-16,3-3 0 0,-3 3 0 0,3 0 0 15,0-3 0-15,-1 3 0 0,1 0 0 0,0 0 0 16,0 0 0-16,0 0 0 0,0 0 0 0,-1 0 0 16,1 0 0-16,0 0 0 0,-3 0 0 0,3 0 8 15,0 0-8-15,-1-2 0 0,1 2 0 0,-3-3 8 16,3 0-8-16,0 3 0 0,0-2 0 0,0 2 8 16,-1 0-8-16,1-3 0 0,-3 3 0 0,3 0 0 15,0 0 0-15,-3 0 0 0,2 0 0 0,-2 0 8 16,0 0-8-16,0-3 0 0,0 3 0 0,-3 0 8 15,3 0-8-15,-1 0 0 0,1-2 0 0,-3 2 0 16,3 0 0-16,0-3 0 0,3 1 0 0,0 2 0 16,-4 0 0-16,1-3 8 0,3 3-8 0,-3 0 0 15,3 0 0-15,-3 0 8 0,3 0-8 0,-1 0 0 0,-2 0 0 0,3 0 8 16,0-3-8-16,-3 3 0 0,3-2 0 16,-4 2 0-16,1 0 0 0,3-3 0 0,-3 3 0 0,3 0 8 0,-3-3-8 0,3 1 0 15,-1 2 0-15,1-3 8 0,-3 3-8 0,3-3 0 16,-3 3 11-16,3-2-3 0,-1 2-8 0,1 0 12 15,-3 0-12-15,3 0 0 0,-3 0 0 0,3 0 0 32,-3 0 0-32,2 0 0 0,-2-3 0 0,0 3 0 15,3-3 0-15,0 3 9 0,-3 0-9 0,2 0 8 0,1-2-8 0,-3 2 0 0,3 0 0 16,0 0 8-16,0 0-8 0,-3 0 0 0,2 0 0 0,1 0 8 16,-3 0-8-16,0 0 0 0,3 0 0 0,-3 0 0 15,-1-3 0-15,4 3 0 0,-3 0 0 0,3 0 0 16,-3 0 10-16,0-3-10 0,3 3 12 0,-1 0-12 15,1-2 9-15,-3 2-9 0,3 0 0 0,0 0 9 16,0 0-9-16,-1 0 0 0,1 0 0 0,0 0 8 16,0 0-8-16,0 0 8 0,-3 0-8 0,3 0 8 15,-1 0-8-15,-2 0 0 0,3 0 0 0,0 0 0 16,0 0 0-16,-3 0 0 0,2-3 0 0,1 3 0 16,0 0 0-16,0 0 0 0,0-2 0 0,0 2 0 15,2 0 0-15,-5 0 0 0,3 0 0 0,-3 0 0 16,3 0 0-16,-3 0 0 0,0 0 0 0,-1 0 0 15,1 0 0-15,0 0 0 0,0 0 0 0,3 0 8 16,-3 0-8-16,0 0 0 0,-1-3 0 0,1 3 0 16,3 0 0-16,-3-3 0 0,3 3 0 0,0-2 0 15,-4 2 0-15,4 0 0 0,-3-3 0 0,0 3 0 16,0 0 0-16,0 0 0 0,0 0 0 0,-1 0 0 16,1 0 0-16,-3 0 0 0,3 0 9 0,0 0-9 15,-3 0 9-15,0 0-9 0,0 0 12 0,2 0-12 0,-2-3 8 0,0 3-8 16,0 0 0-16,0 0 0 0,0-2 0 0,0 2 0 0,0 0 8 15,-1 0-8-15,1 0 0 16,-3 0 0-16,3 0 8 0,-3 0-8 0,0 0 0 16,3 0 0-16,-3 0 0 0,0 0 0 0,0 0 0 0,-1-3 10 15,1 0-10-15,-3 3 8 0,0-2-8 0,3 2 0 0,-3 0 0 0,3-3 0 16,-3 3 0-16,0 0 0 0,0 0 9 16,0 0-9-16,0 0 0 0,0-3 8 0,-1 3-8 15,1 0 0-15,3 0 0 0,-3 0 8 0,3 0-8 0,-3 0 0 16,0 0 0-16,0 0 0 0,0 0 0 15,0 0 0-15,0-2 0 0,0 2 0 0,0 0 0 0,0 0 0 16,-1 0 0-16,1 0 0 0,3 0 0 0,-3 0 8 16,0 0-8-16,0 0 0 0,0 0 0 0,-3 0 0 15,3 0 0-15,0 0 0 0,0 0 0 0,0 0 0 16,0 0 0-16,0 0 0 0,-1 0 0 0,-2 0 0 16,3 0 0-16,0 0 0 0,0 0 0 0,0 0 0 15,0 0 0-15,0 0 0 0,0 0 0 0,0 0 0 16,0 0 0-16,-3 0 0 0,6 0 0 0,-3 0 0 15,0 0 0-15,-1 0 0 0,1 0 0 0,0 0 8 16,-3 0-8-16,3 0 0 0,0 0 0 0,-3 0 0 16,3 0 0-16,0 0 0 0,-3 0 0 0,3 0 8 15,-3 0-8-15,3 0 0 0,-3-3 8 0,0 3-8 16,3 0 0-16,-4 0 8 0,1 0-8 0,3 0 0 16,-3 0 0-16,0 3 0 0,3-3 0 0,-3 0 0 15,0 0 0-15,0 0 0 0,3-3 0 0,-3 3 0 0,0-3 0 0,0 3 8 16,0 0-8-16,0 0 0 0,-3 0 0 0,3 0 0 0,0 0 0 0,0 0 0 15,0 0 0 1,0 0 0-16,-1 0 0 0,1 0 0 0,0 3 0 0,0-3 0 0,-3 0 0 16,3 0 0-1,0 0 0-15,-6 0 8 0,6-3-8 0,-3 3 0 0,3 0 0 0,-6 0 0 0,6-2 0 16,-6 2 8-16,6 0-8 0,-6 0 0 0,6 0 0 0,-6 0 0 16,0 0 0-16,6-3 0 0,-6 3 0 0,0 0 0 15,6 0 0-15,-6 0 0 0,0 0 0 0,3 0 0 16,-3 0 0-16,0 0 0 0,6 0-8 0,-6 0 8 15,6-2-55 1,-6 2-5-16,3-3-2 0</inkml:trace>
  <inkml:trace contextRef="#ctx0" brushRef="#br0" timeOffset="70373.859">12713 8031 1008 0,'0'0'28'0,"3"0"7"0,2 0-35 16,1 0 0-16,0 0 0 0,0 0 0 0,0 0 37 0,0 0 1 0,3 0 0 0,-3 2 0 31,3-2-8-31,-3 0-2 0,0 3 0 16,3 0 0-16,0-3-9 0,0 2-3 0,0 1 0 0,3-3 0 15,-1 2 5-15,1 1 1 0,0 0 0 0,3-3 0 16,0 2-6-16,-3-2-2 0,3 3 0 0,0 0 0 0,0-3-6 0,2 0 0 0,1 2-8 0,0-2 12 16,0 3-12-16,0-3 0 0,3 3 8 0,-3-3-8 15,2 2 0-15,1 1 0 0,-3 0 0 0,3-1 0 16,3 1 0-16,0 0 0 0,-4-1 0 0,4 1 0 15,0-1 0-15,3 1 0 0,-3-3 0 0,2 3 0 16,1-3 0-16,3 2 0 0,0-2 0 0,0 3 0 16,2 0 0-16,-2-3 0 0,3 2 0 0,0 1 0 15,-1-3 0-15,-2 3 0 0,3-3 0 0,0 0 0 16,-1 0 0-16,1 0 0 0,3 0 0 0,-1 0 0 16,-5 0 0-16,3 2 0 0,0 1 0 0,-4-3 0 15,1 3 0-15,0-3 9 0,0 0-9 0,-3 0 8 16,2 0-8-16,-2 0 0 0,3 0 0 0,-3 0 8 15,-4 0-8-15,1 0 8 0,3 0-8 0,-6 0 8 16,0 0-8-16,0 0 12 0,-1 0-12 0,-2 0 12 16,3 0-2-16,-3 0 0 0,0 0 0 0,0 0 0 15,0 0 2-15,-1 0 0 0,-2-3 0 0,3 3 0 16,0-3-2-16,-3 1 0 0,0-1 0 0,3 3 0 16,-3-3 0-16,-1 3 0 0,4-2 0 0,0 2 0 15,-3 0-10-15,-3-3 12 0,3 3-12 0,0-3 12 16,-3 3-12-16,2 0 0 0,1-2 0 0,-3 2 8 0,0 0-8 15,3 0 0-15,-3 0 0 0,0 0 8 0,0 0-8 16,0 0 0-16,0 0 0 0,2 0 8 0,-2 0-8 0,0 0 0 16,0 0 0-16,0 0 0 0,0 0 0 0,0 0 0 0,0-3 0 15,0 3 0-15,0 0 0 0,0-3 0 0,-1 3 0 0,4 0 0 16,-3 0 0-16,3 0 0 0,-3 0 0 16,0 0 0-16,3 0 0 0,-3 0 0 0,3 0 0 0,-3 0 0 15,-1 0 0-15,1 0 0 0,0 0 0 0,0 0 0 16,3 0 0-16,-3 0 0 0,0 3 0 0,3 0 0 15,-3-3 0-15,0 2 0 0,2-2 0 0,-2 0 0 16,0-2 0-16,3 2 0 0,-3 0 0 0,0-3 0 16,0 3 0-16,0-3 0 0,3 3 0 0,-3 0 0 15,2 0 0-15,1 0 0 0,0-2 0 0,0 2 0 16,0 0 0-16,0-3 0 0,0 1 0 0,0 2 0 16,2 0 0-16,-2-3 0 0,0 3 0 0,0 0 0 15,0-3 0-15,0 3 0 0,3-2 0 0,-3-1 8 16,2 0-8-16,-2 3 0 0,0-2 0 0,3-1 8 15,0 0-8-15,0 3 12 0,-3-2-12 0,3-1 12 16,-1 0-12-16,1 1 0 0,0-1 9 0,3 0-9 16,-3 1 0-16,0-1 8 0,0 1-8 0,2-1 0 15,-2 0 0-15,3 1 8 0,-3-4-8 0,3 4 0 16,-3-1 0-16,2 0 0 0,1 1 0 0,0-4 0 16,-3 6 0-16,3-2 0 0,0-1 0 0,2 0 0 15,1 1 0-15,0-1 8 0,0 1-8 0,3-1 0 16,0 0 0-16,-1 1 8 0,-2-4-8 0,6 4 0 0,-6-1 0 15,2-2 0-15,1 2 0 0,3-2 0 16,-6 2 10-16,3-2-2 0,-4 2-8 0,7-2 12 16,-3 2-12-16,3-2 0 0,0 2-9 0,-1-2 9 15,1 2 0-15,-3-2 0 0,3 0 0 0,-1 0 0 16,-2 2 0-16,0-2 0 0,3 2 0 0,-3 0 0 0,2-2 0 0,1 2 0 0,0-2 0 0,0 0 0 16,2-1 0-16,-2 4 0 15,3-1 0-15,-3 1 0 0,-1-1 0 0,1 0 0 0,-3 1 0 0,3-1 0 16,-4 3 0-16,4-3 0 0,0-2 0 15,-3 2 0-15,3-2 0 0,-1 2 0 0,1 1 0 0,0-1 0 16,0 3 8-16,-1-2-8 0,-2 2 0 0,3 0 0 16,-3-3 12-16,0 3-12 0,-4-3 12 0,4 3-12 15,0-5 11-15,0 2-11 0,2 1 10 0,1-1-10 16,-3 3 8-16,3-3-8 0,-3 3 0 0,2 0 0 16,-2 3 9-16,0-3-9 0,0 0 8 0,2 0-8 15,-5 0 0-15,0 0 0 0,3 0 0 0,0-3 0 16,-3 1 0-16,2-1 0 0,4 3 0 0,-3-3 0 15,0 3 11-15,-1-2-3 0,1 2-8 0,3 0 12 16,-6 0-4-16,3 2-8 0,-4-2 11 0,4 0-11 16,-3 0 8-16,-3 0-8 0,3 0 0 0,-1-2 0 15,1-1 8-15,3 3-8 0,-3-3 0 0,3 1 0 16,-1-1 0-16,1 3 0 0,0-2 0 16,0-1 0-16,0 3 18 0,-4 3-3 0,1-1-1 0,0-2 0 15,0 3-22-15,0-3-5 0,0 0-1 0,-1 0 0 16,1-3 14-16,0 3 0 0,3-2 0 0,0 2 0 15,-1-3 0-15,1 3 0 0,0 0 0 0,0 0 0 0,-1 3 0 16,1-1 0-16,-3-2 0 0,0 3 0 16,0-3 0-16,0 0 0 0,-4 0 0 0,4 0 0 0,0 0 0 15,0 0 0-15,0-3 0 0,-1 3 0 0,4 0 0 0,-3 0 0 0,6 0 0 0,-6 3 0 16,2-3 0-16,-2 2 0 0,3 1 0 16,-3-3 0-16,-3 0 0 0,2 0 0 0,-2-3 0 15,0 1 0-15,0 2 0 0,-3 0 0 16,3 0 0-16,-1 0 0 0,1 0 0 15,0 0 0-15,0 0 0 0,0 0 0 0,0 0 0 16,0 0 0-16,-1 0 0 0,1 0 0 0,-3 2 0 0,3-2 0 0,0 3 0 0,-3-3 0 16,2 3 0-16,-2-3 0 0,0 0 0 0,0 0 0 15,0-3 0-15,-3 3 0 0,0 0 0 0,2-3 0 16,1 1 0-16,0 2 0 0,0-3 0 0,3 3 0 16,-3-2 0-16,0 2 0 0,2 0 0 0,1 2 0 15,-3-2 8-15,3 3-8 0,-3-1 0 0,3 1 0 16,-3-3 0-16,-1 0 0 0,1 0 0 0,-3 3 0 15,0-3 0-15,0 2 0 0,0-2 0 0,0 0 0 16,0 0 0-16,-4 0 0 0,4 0 0 0,-3-2 0 16,3 2 8-16,-3-3-8 0,3 3 0 0,0-3 0 15,0 1 12-15,-3 2-4 0,2 0 0 0,1-3-8 16,0 3 14-16,0 0-4 0,0-2-1 0,0 2 0 16,-3 0-9-16,3 0 12 0,0 0-12 0,-1 0 12 15,-2 0-12-15,3-3 10 0,-3 3-10 0,0-3 10 16,3 3-10-16,-3 0 12 0,0-2-12 0,3 2 12 15,-3-3-4-15,-1 3-8 0,1-3 12 0,0 1-4 16,0-1-8-16,0 0 0 0,0 1 9 0,3-1-9 16,-3 3 0-16,0-3 8 0,3 1-8 0,-4-1 0 15,4 0 0-15,0 1 8 0,-3-1-8 0,3 1 0 0,0 2 0 16,-3 0 9-16,3 0-9 0,0 0 0 0,-1 0 0 16,-2 2 0-16,3-2 0 0,-3 0 0 0,3 0 0 0,0 0 0 0,0 0 0 0,0 0 0 15,-3-2 0-15,2 2 0 0,1-3 0 0,-3 3 0 16,3-3 0-16,-3 1 0 0,3-4 0 0,0 4 0 15,0-1 0-15,0 3 0 0,-1 0 0 0,1 3 0 16,0-3 0-16,3 2 0 0,-3-2 0 0,3 0 0 16,-3 0 0-16,3 3 10 0,-4-3-10 0,4 0 8 15,-3 3-8-15,0-3 0 0,0 2 0 0,0-2-11 16,0-2 11-16,0-1 0 0,2 0 0 0,-2 3 0 16,0-2 0-16,0 4 0 0,0-2 0 0,0 0 0 15,0 3 0-15,0-3 0 0,0 0 0 0,2 0 0 16,1 0 0-16,-3 0 0 0,3 0 0 0,0 0 0 15,3 0 0-15,-3 0 0 0,-1 3 0 0,4-1 0 16,-6-2 0-16,3 0 0 0,0 0 0 0,-3 3 0 16,0-3 0-16,0 3 0 0,-4-1 0 0,4 1 0 15,-3-1 0-15,0 1 0 0,0-3 0 0,0 0 0 16,-3 3 0-16,0-3 0 0,3 0 0 0,-3 0 0 16,0 0 0-16,-1 0 0 0,1-3 0 0,0 3 0 15,0 0 0-15,-3-3 0 0,3 1 0 0,0 2 0 16,-3 0 0-16,3 0 0 0,-3 0 0 0,0 0 0 15,3 2 0-15,-3-2 0 0,0 0 0 0,3-2 0 16,-3 2 0-16,0 0 0 0,2 0 0 0,-2 2 0 0,3-2 0 16,0 3 0-16,-3-3 0 0,3 0 0 0,0 0 0 15,-3 0 0-15,3 0 0 0,-3 0 0 0,3 3 0 0,-3-3 0 0,0 2 0 16,3 1 0-16,-3-3 0 0,0 0 0 16,0 3 0-16,0-3 0 0,-4 2 0 0,4-2 0 0,0 0 0 0,-3 0 0 15,3 0 0-15,0 0 0 0,0 0 0 0,0 0 8 16,0 0-8-16,0 0 0 0,0 0 0 0,-3 0 0 15,3 3 0 1,0-3 0-16,-3 0 0 0,3 3 0 0,0-3 0 0,-3 2 0 16,3-2 0-16,-6 0 8 0,3 0-8 0,3 3 0 0,0-3 0 0,-6 0 0 15,0 0-31 1,0 0-1-16,0 0 0 0,0 0 0 0,0 0-109 16,0 0-23-16,0 0-4 0</inkml:trace>
  <inkml:trace contextRef="#ctx0" brushRef="#br0" timeOffset="71189.262">4756 8978 1224 0,'0'0'27'0,"0"0"5"0,-6 0 2 0,6 0 0 0,0 0-34 0,0 0 0 0,-6 0 0 0,6 0 0 16,0 0 47-16,0 0 2 0,9 0 1 0,-9 0 0 15,0 0-40-15</inkml:trace>
  <inkml:trace contextRef="#ctx0" brushRef="#br0" timeOffset="74463.031">5709 8936 1731 0,'0'0'76'0,"-6"-3"17"16,0 3-74-16,-6-3-19 0,0 1 0 0,3-1 0 15,9 3-9-15,0 0-6 0,9 0-1 0,-3 0 0 16,-6 0 16-16,6-3 0 0,-6 3 0 0,0 0 0 15,0 0 0-15,0 0 0 0,0 0 0 0,0 0 0 16,0 0 14-16,0 0-1 0,0 0 0 0,0 0 0 16,0 0-13-16,0 0-15 0,6 0 3 0,-6 0 1 15,0 0 11-15,0 0 0 0,6 0 0 0,3-2-8 16,-9 2 8-16,6 0 0 0,2 0 0 0,1-3 0 0,0 3 0 16,0 0 0-16,0 0 0 0,0 0 0 0,0 0 0 15,0-3 0-15,3 3 0 0,-3-2 0 0,3 2 0 16,0 0 0-16,3-3 0 0,-4 3 0 0,4 0 0 15,0 0 0-15,0 0 0 0,0 0 0 16,0 0 0-16,0 0 0 0,0-3 0 0,-1 3 0 0,1 0 8 16,0-2 4-16,0 2 1 0,0 0 0 0,-3-3-13 0,3 3 0 0,-3 0 0 15,3-3 0-15,-1 3 0 0,1-2 0 0,3 2 0 0,-3 0 0 16,3-3 0-16,-3 3 0 0,3-2 0 16,3 2 0-16,-4-3 0 0,1 3 0 0,3 0 0 0,-3 0 0 15,3 0 0-15,0 0 0 0,-1 0 0 0,-2 0 0 16,0-3 0-16,3 3 0 0,-6-2 0 0,3 2 0 15,0 0 0-15,-3 0 0 0,2 0 0 0,1 0 0 16,-3 0 0-16,3 0-12 0,3-3 3 0,-3 3 0 16,0 0 9-16,2 0-12 0,1 0 12 0,0 0-12 15,0 0 22-15,0 0 4 0,0 0 1 0,-4 0 0 16,1 0-15-16,3 0 0 0,-3 0 0 0,0-3 0 16,3 3 0-16,-6 0 0 0,2 0 0 0,1 0 0 15,0 0 0-15,0 0-12 0,3 0 3 0,-3 0 0 16,3 0 9-16,-1 0 0 0,1 0 0 0,3 0-8 15,-3 0 8-15,3 0 0 0,-4 0 8 0,4 0-8 16,0 0 10-16,-3 0-2 0,0 0-8 0,3 0 12 16,-4 0-12-16,1 0 0 0,3 0 0 0,-3 0 0 15,3 0 0-15,0-2 0 0,2 2 0 0,-2 0 0 0,3 0 19 16,0 0 1-16,0 0 0 0,-1 0 0 0,1 0-20 16,0-3 8-16,-3 3-8 0,0 0 0 0,2-3 8 15,-2 3-8-15,0 0 0 0,3 0 0 0,0 0-13 0,-1-2-10 0,4 2-1 16,0 0-1-16,0 0 49 0,-1 0 11 0,-2 0 1 0,3 0 1 15,-3 0-24-15,2 0-5 0,-5 0 0 0,6 0-8 16,-3 0 8-16,3 0-8 0,-1 0 0 16,1 0 0-16,3 0 10 0,-3 0-10 0,-1 0 8 0,4 0-8 15,-3 0 9-15,0 0-9 0,-1 0 10 0,1 0-10 16,0 0 11-16,-3 0-11 0,0-3 12 0,2 3-12 16,1 0 8-16,0 0-8 0,3 0 0 15,-4 0 0-15,4 0 9 0,-3 0-9 0,3 0 0 0,-4 0 9 16,-2 0-9-16,0 0 8 0,0 0-8 0,0 0 8 15,-4 0-8-15,4 0 0 0,3 0 0 0,-3 0 8 16,2 0-8-16,-2 0 0 0,3 0 9 0,-3 0-9 16,0 0 0-16,-4 0 0 0,4 0 0 0,-3 0 0 15,0 0 0-15,-3 0 8 0,0 0-8 0,-1 0 0 16,1 0 0-16,0 0 8 0,0 0-8 0,3 0 0 16,-4-3 0-16,1 3 8 0,3-2-8 0,0 2 0 15,-3 0 0-15,0 0 0 0,-1-3 0 0,1 3 0 16,0 0 0-16,0 0 0 0,0 0 0 0,3 0 0 15,-7 0 0-15,4 0 0 0,0 0 0 0,-3 0 8 16,3-2-8-16,0 2 0 0,0-3 0 0,-1 3 0 16,4 0 0-16,-1450 0 0 0,2897-3 0 0,-1450 3 0 15,2 0 0-15,1 0 0 0,0 0 0 0,-3 0 0 16,0 0 0-16,0 0 0 0,-1-2 0 0,1 2 0 0,0 0 0 16,3 0 0-16,-3 0 0 0,0 0 0 0,-1 0 0 15,4-3 0-15,0 3 0 0,0 0 0 0,-3 0 0 16,3-3 0-16,-1 3 0 0,4 0 0 0,-3 0 0 0,0 0 0 0,0 0 0 0,-1 0 0 15,1 0 0 1,0 0 0-16,-3 0 0 0,6 0 0 0,-4 0 0 16,4 0 0-16,-3 0 0 0,6 0 0 0,-3 0 0 0,-1 0 0 0,1 0 0 0,3 0 0 15,-3 0 0-15,0 0 0 0,-1 0 0 0,4 0 0 16,-3 0 0-16,0 0 0 0,-1 0 0 0,4 0 0 16,0 0 0-16,-3 0 0 0,3 0 0 0,2 0 0 15,-2-2 0-15,0 2 0 0,0 0 0 0,-1 0 0 16,-2 0 0-16,3 0 0 0,-3 0 0 0,2 0 0 15,1 0 0-15,0-3 0 0,0 3 0 0,2 0 0 16,-2 0 0-16,0 0 8 0,0 3-8 16,0-3 8-16,-4 0-24 0,4 0-5 0,-3-3-1 0,0 3 0 15,-1-3 34-15,1 3 6 0,3 0 2 0,-3 0 0 16,0 0-20-16,-1 0 0 0,4 0 0 0,-3 0 0 16,0-2 0-16,-3 2 0 0,-1 0 8 0,4 0-8 15,-3 0 0-15,3 0 0 0,-3 0 0 0,-1 0 0 16,4 0 0-16,0 0 10 0,-3 0-10 0,3 0 8 15,-4 0-8-15,4 0 0 0,-3 0 0 0,3 0 0 16,-3 0 8-16,-1 0-8 0,1 0 8 0,0 0-8 16,-3 0 0-16,3 0 0 0,-1 2 0 0,1-2 0 15,-3 3 0-15,3-3 0 0,3 3 0 0,-3-3 0 16,-1 2 0-16,1-2 8 0,3 0-8 0,-3 0 0 16,0 0 0-16,-1 0 8 0,-2 3-8 0,3-3 0 15,0 0 0-15,0 3 0 0,-3-3 0 0,2 2 0 0,1 1 0 0,-3-3 0 0,3 3 8 16,0-1-8-16,-1-2 0 0,-2 0 0 15,3 3 0-15,0-3 0 0,3 2 0 0,-4 1 0 0,1 0 0 16,0-3 8-16,-3 2-8 0,3 1 0 16,-3 0 0-16,-1-3 0 0,4 2 0 0,-3-2 0 15,0 3 0-15,0-3 0 0,3 3 0 0,-4-3 0 0,1 2 0 0,3 1 0 16,-3-3 0-16,0 3 0 0,0-3 0 16,-1 2 8-16,1 1-8 15,-3-3 0-15,0 2 0 0,3 1 8 0,-3-3-8 0,0 3 0 0,-1-1 0 0,4 1 0 16,-3-3 0-16,0 0 0 0,3 3 0 0,-3-3 0 15,2 0 0-15,1 2 0 0,-3-2 0 0,3 3 0 16,3-3 0-16,-3 0 8 0,-1 0-8 0,1 0 0 16,0 0 0-16,0 3 0 0,0-3 0 0,0 0 0 15,-1 2 0-15,1-2 8 0,3 0-8 0,-3 0 0 16,-3 0 8-16,3 0-8 0,-3 0 0 0,2 0 8 16,1-2-8-16,0 2 8 0,0 0-8 0,3-3 8 15,-3 3-8-15,-1 0 0 0,1 3 9 0,0-3-9 16,0 0 0-16,-3 0 0 0,3 0 0 0,-1 0 0 15,-2 0 0-15,3 0 8 0,-3 0-8 0,0 0 0 16,0 0 0-16,3 0 0 0,-4 0 0 0,1-3 0 16,3 3 0-16,0 0 0 0,0-3 0 0,0 3 0 15,-1-2 0-15,1 2 0 0,0 0 0 0,0 2 0 16,0 1 0-16,-3-3 0 0,2 0 0 0,1 3 0 16,-3-3 0-16,0 0 0 0,3 0 0 0,-3 0 0 0,0 2 0 15,2-2 0-15,1 0 0 0,0 0 0 0,-3 0 0 0,3 0 0 16,0-2 0-16,-1 2 0 0,-2 0 0 15,3 0 8-15,0 0-8 0,0 0 0 16,-3 0 0-16,3 0 0 0,-4 2 0 0,1-2 0 0,3 3 0 0,-3-3 0 16,0 0 0-16,3 0 0 0,-4 0 0 0,1 0 0 0,3 0 0 15,-3 0 0-15,0-3 0 0,3 3 0 0,-3-2 0 0,-1 2 8 16,4 0-8-16,0-3 0 0,0 3 0 0,0 0 8 16,0 0-8-16,-1-3 0 0,1 3 0 0,-3 0 8 15,3 0-8-15,0 0 0 0,0 0 0 0,-3 0 8 16,2 0-8-16,1 0 0 0,0-2 0 0,0 2 0 15,0 0 0-15,0-3 0 0,2 0 0 0,-2 3 0 16,3-2 0-16,0-1 0 16,0 3 0-16,-1-3 0 0,1 1 0 0,0 2 8 0,0-3-8 0,-3 3 0 15,3-2 0-15,-4-1 8 0,4 3-8 0,-3-5 0 16,0 5 0-16,3-3 9 0,-1 0-9 0,1 1 0 16,0 2 8-16,0-3-8 0,3 0 0 0,0 1 0 15,-1 2 8-15,-2-3-8 0,3 0 0 0,0 1 0 16,-1 2 0-16,-2-3 0 0,3 1 8 0,0-1-8 15,-3 3 0-15,-1-5 0 0,4 2 0 0,0 0 0 16,0 1 0-16,0-1 0 0,-1 0 8 0,4 1-8 16,0-1 0-16,-3 0 0 0,3-2 0 0,-4 2 0 15,1 1 0-15,0-1 0 0,0 1 0 0,-1 2 0 16,4-3 0-16,-3 0 0 0,3 1 0 0,0-1 0 16,-1 0 0-16,4 1 0 0,-3-1 0 0,3-2 0 15,-7-1 0-15,4 4 0 0,-3-1 8 0,0 0-8 0,2 1 0 16,-2-1 0-16,0 1 0 0,3 2 0 0,3-3 0 0,-4 0 0 0,4 1 0 15,0-1 0 1,-3 3 0-16,2-3 0 0,-2 3 0 0,3-2 0 0,-3 2 0 0,-4-3 0 16,4 0 0-16,3 1 0 0,0-4 0 0,-1 4 0 15,4-1 0-15,-3 1 0 0,0-1 0 0,2 0 0 0,-2 1 0 0,0-1 0 16,0 3 0-16,-1-3 0 0,1 1 0 16,0-1 0-16,2 0 0 0,1 1 0 15,3-1 0-15,0-2 0 0,-4 5 0 16,1-3 0-16,0 0 0 0,-1 1 0 0,-2 2 0 0,0-3 0 0,0 1 0 0,-1-1 0 15,4-2 0-15,-3 2 0 0,6 0 0 0,-1 1 0 16,-2-1 0-16,0 0 0 0,-4 3 0 0,4 0 0 16,-3-2 0-16,0-4 0 0,-4 1 0 0,1 2 0 15,3-2 0-15,0 5 0 0,-1-2 0 0,4 2 0 16,-3-3 0-16,-3 3 0 0,2 0 0 0,1 0 0 16,-6 0 12-16,3-3-12 0,-3 3 12 0,-1-2-12 15,1-1 0-15,0 0 0 0,0 1 0 0,2-4 0 16,-2 4 0-16,0-4 0 0,3 4 0 0,0-1 0 15,-4 0 0-15,4 6 0 0,-3-3 0 0,0 3 0 16,-4-3 13-16,1 0-1 0,0 0 0 0,-3 0 0 16,3-3-12-16,0 3 0 0,2-3 0 0,-2 1 0 15,3-1 9-15,0 3-9 0,0 0 8 0,-1 0-8 16,1 0 8-16,0 0-8 0,0 0 0 0,-3 0 8 16,-1 0-8-16,1 0 0 0,-3 0 0 0,3 0 0 15,0-2 0-15,-1 2 0 0,1-3 9 0,3 3-9 16,-3-3 0-16,3 3 8 0,2 0-8 0,-2 0 0 15,0 0 0-15,0 0 9 0,0 0-9 0,2 0 0 0,-5 0 0 16,3 0 0-16,-3 0 0 0,0 0 0 16,2 0 0-16,-2 0 0 0,3 0 0 0,0 0 0 15,-3 0 0-15,2 0 0 0,1 0 0 0,3 3 0 0,-6-3 0 0,2 3 0 0,-2-3 0 0,3 2 0 16,-6-2 0-16,3 0 0 0,-3 0 0 0,2-2 0 16,-2 2 0-16,0 0 0 0,3-3 0 0,-3 0 0 15,3 3 0-15,-1 0 0 0,1-2 0 0,3 2 0 16,-3 0 0-16,0 0 0 0,-4 2 0 0,4-2 0 15,-3 0 0-15,0 0 0 0,0 0 0 0,0 0 0 16,-4 0 0-16,1-2 0 0,0 2 0 0,0-3 0 16,-3 0 8-16,3 3-8 0,-3 0 0 15,0 0 0-15,-1 0 0 0,1 0 0 0,0 0 0 0,0 0 0 16,0 0 8-16,0 0-8 0,0 0 0 0,-3 0 0 16,2 0 8-16,1 3-8 0,-3-3 0 0,3 3 0 15,-3-3 0-15,0 0 0 0,0 2 0 0,0-2 0 16,0 0 0-16,-3 0 0 0,3 0 0 0,-1 0 0 15,1 0 0-15,-3 0 0 0,0 0 8 0,3 0-8 16,-3 0 0-16,0 0 0 0,3 0 0 0,-3-2 0 16,3 2 0-16,0-3 0 0,-3 3 0 0,2-3 0 15,1 3 0-15,-3 0 0 0,3-2 0 0,-3 2 0 16,3 0 0-16,0-3 0 0,0 3 0 0,0 0 0 16,0 0 0-16,0 0 0 0,-4 0 0 0,4 3 0 15,0-3 0-15,-3 0 0 0,3 2 0 0,-3-2 0 16,3 0 8-16,0 3-8 0,-3-3 0 0,0 3 0 0,3-3 0 15,-3 0 0-15,0 0 0 0,-1 0 0 0,1 0 0 16,0 0 0-16,0 0 0 0,0 0 0 0,0 0 8 16,0 0-8-16,0 0 0 0,-3 0 0 0,3 0 0 0,0-3 0 15,-3 3 0-15,3 0 0 0,0-3 0 0,-3 3 10 0,2 0-10 16,-2-2 8-16,3 2-8 0,0-3 0 0,-3 0 0 0,3 3 0 16,0 0 8-16,-3 0-8 0,3 0 0 0,0 0 8 15,-3 3-8-15,3-3 0 0,0 0 0 0,0 0 8 16,0 0-8-16,2 0 0 15,-2 0 9-15,0 3-9 0,-3-3 0 0,3 0 8 0,0 2-8 0,-3-2 0 16,3 0 0-16,0 3 0 0,-3-3 0 0,3 3 8 16,-3-3-8-16,0 0 0 0,3 0 0 0,-3 2 8 15,3-2-8-15,-3 0 0 0,-1 3 8 0,1-3-8 16,0 3 0-16,0-3 0 0,0 0 0 0,0 0 8 16,0 0-8-16,0 0 8 0,0 0-8 0,0 0 8 15,0 0-8-15,0 0 0 0,0 0 0 0,0 0 0 16,0 0 0-16,0 0 0 0,0 0 0 0,0 0 0 15,0 0 0-15,-3 0 0 0,6 0 0 0,-7 0 0 16,4 0 0-16,-3 0 0 0,3 0 0 0,-3 0 0 16,0 0 0-16,3 0 0 0,0 0 0 0,-6 0 0 15,3 0 0-15,3-3 9 0,0 3-9 0,-3 0 0 16,0-3 0-16,3 3 0 0,0 0 0 0,0 0 0 16,-3 0 0-16,3 0 0 0,0 0 0 0,-3 0 0 15,3 0 8-15,-3 0-8 0,3 0 0 0,-3 0 0 16,0 3 0-16,3-3 0 0,0 0 0 0,-3 3 0 15,2-3 0-15,-5 0 0 0,6 0-12 0,0 0 3 16,-3 2-22-16,-3-2-4 0,6 0-1 0,-6 0 0 16,0 0-32-16,0 0-6 0,6 3-2 0</inkml:trace>
  <inkml:trace contextRef="#ctx0" brushRef="#br0" timeOffset="102249.441">7480 8555 870 0,'0'0'18'0,"0"-6"4"0,0 4-22 0,0 2 0 0,3-6 0 0,-3 4 0 16,0-4 37-16,-3 1 3 0,3 2 1 0,0-2 0 15,0 2-18-15,-3-2-4 0,0 3-1 0,0-4 0 16,3 4 5-16,-3-4 1 0,-3 1 0 0,3 2 0 16,0-2 40-16,3 5 8 0,-3-3 1 0,-3 1 1 15,6 2-7-15,-6-3-2 0,0 0 0 0,0-2 0 16,0 5 8-16,0-2 2 0,0-1 0 0,0 3 0 15,0-3-7-15,0 3 0 0,0 0-1 0,0 3 0 16,0-3-23-16,1 3-4 0,-1-1 0 0,0 1-1 16,0 2-21-16,0-2-4 0,3 2-1 0,-3 0 0 15,3 3-13-15,0 0 8 0,-3 0-8 0,3 0 0 16,0 3 0-16,0-1 0 0,0 1 0 0,0 2 0 16,3 0 0-16,-3 1 0 0,3 1 0 0,3 1 0 15,-3-2 0-15,3 1 0 0,3 1 0 0,-3-2 0 16,3 1 0-16,3-1 0 0,-3-1 0 0,6-3 0 15,0 1-12-15,-1 0 0 0,4-3 1 0,0-3 0 0,0 0 2 16,6-2 0-16,-3-1 0 0,6-2 0 0,-4-2 9 16,4-1 0-16,-3 0 0 0,3-4 0 0,-3 1 0 15,0 1 0-15,-4-6 0 0,1 3 0 0,-3 1 8 0,0-4-8 0,0 0 10 16,-3 1-10-16,-3-3 23 16,-3 2-2-16,0-2 0 0,0 2 0 0,-3-2 12 0,-3 2 3 0,0-2 0 15,-3 2 0-15,0 1-12 0,0-1-3 16,-3 3 0-16,-3-2 0 0,0 2-10 0,0 0-3 0,0 0 0 0,-3 0 0 15,-3 3-8-15,3-1 8 0,-3 1-8 0,1 3 8 16,-4-1-8-16,3 0 0 0,-3 3 0 0,3 3 0 16,0-3-12-16,0 3-5 0,0-3-1 0,4 5 0 15,-1-3-92-15,3 4-18 16,3-1-4-16</inkml:trace>
  <inkml:trace contextRef="#ctx0" brushRef="#br0" timeOffset="102953.668">8161 8242 1806 0,'0'0'51'0,"0"-5"12"0,0 0-51 15,0-1-12-15,0 1 0 0,0 5 0 0,0 0 65 0,0 0 11 0,-3-5 1 0,3 5 1 16,0 0-20-16,0 0-4 0,0 0-1 0,0 0 0 15,0 0-13-15,0 0-2 0,0 0-1 0,0 0 0 16,0 0-18-16,0 0-4 0,0 8-1 0,0 2 0 16,-3 1-14-16,3 2 0 0,0 3 8 0,0 0-8 15,0 2 0-15,0 1 0 0,0-1 8 0,0 1-8 16,0 0 0-16,0-1 0 0,0 1 0 0,0-1 0 16,0 1-18-16,0 18 0 0,0-11 0 0,0-15 0 15,0-1-23-15,0 4-5 0,0-4-1 16,0 3 0-16,0-2 10 0,3-1 1 0,-3 1 1 0,3 0 0 15,-3-3 7-15,3 2 0 0,-3 1 1 16,0-3 0-16,3 0 19 0,-3-3 8 0,0-5-8 0,0 0 8 16,0 0 0-16,0 0 0 0,0 0 0 0,0 0 0 15,0 0 0-15,0 0 12 0,3-5 0 0,-3-1-1 16,0-4 20-16,0-1 4 0,-3-2 1 0,0 2 0 16,0-2 11-16,0 3 2 0,-3 2 1 0,0-3 0 15,0 0-14-15,1 1-4 0,-4-1 0 0,0-2 0 16,0 5-4-16,-3-2-2 0,0-1 0 0,0 3 0 15,-3 3-11-15,0-1-3 0,-3 4 0 0,3 2 0 0,-2 0-12 0,-1 2 8 16,3 1-8-16,3 2 0 16,-3 3 0-16,3 0 0 0,3 0 0 0,0 3 0 0,0-1 0 0,0 4 0 0,4-1 0 15,2 3 0-15,3 0-20 0,0-1 4 0,3 7 0 16,2-4 0-16,1 1-8 0,3-3 0 0,3-1-1 0,0 4 0 16,0-8 10-16,0 2 3 15,3-3 0-15,0 1 0 0,0-6 12 0,0-2 0 0,2-1 0 16,1 1 0-16,-3-3 0 0,0 0 0 0,0-3 0 0,3 3 0 15,-3-2 0-15,0-1 0 0,2-2 0 0,1 2-9 32,0-5-87-32,3 0-18 0,0 0-3 0</inkml:trace>
  <inkml:trace contextRef="#ctx0" brushRef="#br0" timeOffset="110972.808">9804 8176 1250 0,'0'0'26'0,"0"0"6"15,0 0-32-15,0 0 0 0,3-3 0 0,-3 3 0 16,3-2 91-16,-3 2 12 0,6 0 2 0,-6 0 1 16,0 0-22-16,3-3-5 0,-3 3-1 0,0 0 0 15,3 0-18-15,-3 0-4 0,0 0-1 0,6 0 0 0,-6 0-16 16,0 0-3-16,3 3-1 0,-3-3 0 16,3 2-24-16,0 4-11 0,0-1 10 0,0 3-10 15,-3 0 33-15,0 0 1 0,3 0 0 0,-3 2 0 0,0 4-22 0,0-1-12 16,0 3 12-16,0 0-12 15,0 2 8-15,0-2-8 0,0 5 0 0,0-2 0 0,0-1 0 0,3 1 0 0,-3-3 0 0,0 2 0 16,0-2 0-16,3-3 0 16,-3 0-12-16,0 1 3 0,3-4-5 0,-3 1-1 0,0-1 0 0,3-2 0 15,-3 0 5-15,0 0 1 0,3 0 0 0,-3-2 0 16,3 1 9-16,-3-4 0 0,0-3-9 0,0 0 9 16,0 0-10-16,0 0 10 0,0 0-13 0,0 0 5 15,0 0 8-15,0 0 12 0,0 0-2 0,0 0-1 16,0 0-1-16,0 0 0 0,0 0 0 0,0-5 0 15,-3 0 2-15,0-3 0 0,0 0 0 0,0-3 0 16,0 3 22-16,0-2 4 0,-3 2 0 0,0-3 1 16,0 0-24-16,0 3-5 0,-3-2 0 0,3-1-8 15,-3 3 0-15,1 0 0 0,-1 3-10 0,-3-3 10 16,3 3 0-16,0 2 0 0,-3-2 0 0,3 2 0 16,0 1 0-16,-3 2 0 0,3-3 0 0,0 3 0 15,0 3 0-15,0-1 0 0,3 1 0 0,-2 2 0 16,2 1 0-16,-3-1 12 0,3 3 0 0,0 2 0 15,0-2-12-15,0 0 0 0,3 3-12 0,0-1 12 16,0-2-12-16,0 6 12 0,3-4-10 0,-3 1 10 16,3-1-10-16,0 1 10 0,0 0-10 0,0-1 10 15,3 1-10-15,-3-1 10 0,3-2-10 0,-3 3 10 16,3-1 0-16,3-2 0 0,-3 0-8 0,0 0 8 0,3 0 0 16,0 0-9-16,3-3 9 0,-3 3-8 0,3-2 8 15,-4-1 0-15,4-2 0 0,0 2 0 0,0-5 0 0,0 2 0 0,0-2 0 16,0-2 0-16,3 2 0 0,0-5 0 0,0 2 0 15,0-2 0-15,3-3 9 0,-1 2 4 0,1-2 1 16,3 0 0 0,0 1-72-16,-3-4-14 0,3 3-4 0,0-3 0 15,-1 3-154-15,1-5-31 0</inkml:trace>
  <inkml:trace contextRef="#ctx0" brushRef="#br0" timeOffset="111451.601">10185 8422 1599 0,'-9'-5'33'16,"9"5"8"-16,-5-3-33 0,5 3-8 0,-6 0 0 0,6 0 0 16,-6 0 100-16,0 0 17 0,6 0 4 0,-6 3 1 15,6-3-52-15,-6 5-10 0,3 1-3 0,-3 1 0 16,3-1-32-16,-3 2-6 0,3-3-2 0,0 3 0 15,0 2-17-15,-3-2 0 0,6 0 0 0,-3 0 0 16,0 0 0-16,3 0 0 0,0 0 0 0,0 0 0 16,0 0 0-16,0-3 0 0,0 3 0 0,3 0 0 15,0-3 0-15,-3 3 0 0,6-2 0 0,-3-1 0 16,0 0-15-16,0 3 0 0,3-3 0 0,-3 1 0 16,3-1-13-16,0 0-4 0,3-2 0 0,-3 0 0 15,3-1 7-15,-1-2 1 0,1 0 0 0,0 0 0 0,3 0 24 0,0-2 16 16,0 2-3-16,0-6 0 0,0 4-13 15,0-4 0-15,0 1 0 0,0 0 0 0,-3 0 16 16,2-3 0-16,-2 2 0 0,3-2 0 16,-3 3 24-16,0 0 4 0,-3 0 2 0,0-1 0 0,0 1 7 0,-3 0 2 0,3-6 0 0,-3 3 0 15,-3 0-6-15,3-2-1 0,-3-1 0 0,-3 3 0 16,0-3-11-16,0 1-2 0,-3 2-1 0,0 0 0 16,0 0-9-16,-3 0-1 0,0 0-1 0,-3 0 0 15,0 3-12-15,-2 0-3 0,-1 2 0 0,0 0 0 16,0-2-8-16,-3 5 0 0,0-3 0 0,0 3 0 15,0 0-20-15,1 0-7 16,2 3-1-16,0-3 0 0,0 3-92 0,0-1-20 16,0 1-3-16</inkml:trace>
  <inkml:trace contextRef="#ctx0" brushRef="#br0" timeOffset="116405.529">11793 8221 1579 0,'0'0'32'0,"0"0"10"0,0 0-34 0,0 0-8 0,0 0 0 0,0 0 0 16,0 0 104-16,0-5 20 0,0 5 3 0,0 0 1 15,0 0-52-15,0 0-9 0,0 0-3 0,0 0 0 16,0 0 0-16,0 0 0 0,0 0 0 0,0 0 0 15,0 0-51-15,0 0-13 0,0 0 0 0,0 0 0 16,0 0 54-16,0 0 8 0,0 0 2 0,0 0 0 16,-3 5-52-16,3 0-12 0,-3 1 0 0,3 2 0 15,0 0 0-15,-3 2 0 0,3-2 0 0,0 5 0 16,-3-2 0-16,3 2 0 0,0 0 0 0,0 3 0 16,0-3 0-16,0 3 0 0,0-2 0 0,-3 1 0 15,3 1 0-15,0 0 0 0,0-3 0 0,-3 3 0 16,3 0 0-16,0-3 0 0,0 3 0 0,-3 0 0 15,3-3-48-15,0 1-13 16,0 2-3-16,0-6 0 0,0 3 52 0,0 1 12 0,0-4 0 0,0 3 0 16,0-2-54-1,0 0-8-15,0-4-2 0,0 1 0 0,0 0 52 0,0-2 12 0,0-6 0 0,0 0 0 16,0 0 0-16,0 0 0 0,0 0 0 0,0 0 0 16,0 0 0-16,0 0 0 0,0 0 0 0,0-8 0 15,0 2 0-15,0-2 0 0,0-2 0 0,-3 2 0 16,0-3 0-16,0 1 0 0,0-1 0 0,0 1 0 15,0-1 0-15,0 0 0 0,0 1 0 0,0-1 0 16,-3 3 0-16,3-2 0 0,-3-1 0 0,0 3 0 16,3 0 0-16,-3 0 0 0,0 0 0 0,3 3 0 15,-3 2 48-15,1-2 13 0,-1 3 3 0,0-1 0 16,0 3-52-16,0 0-12 0,0 0 0 0,0 0 0 16,6 0 0-16,-6 0 0 0,0 0 0 0,6 0 0 0,-6 5 0 15,0-2 0-15,0-1 0 0,0 1 0 0,3 2 0 0,0-2 0 0,-3 2 0 16,3 1 0-16,0-1-9 0,0 0-5 0,0 1-1 15,0 1 0-15,3-1 15 0,0-1 0 16,3 3 0-16,-3-3-9 16,3 3 9-16,3-2 0 0,-3 1 0 0,3-1-8 0,0 2 8 0,3-3 0 15,-3 0 0-15,3 3 0 0,0-3 0 0,0 3 0 0,0-2 0 0,3-1 0 16,-3 0 0-16,2-2-8 0,-2 2 8 16,0 1 0-16,3-4 12 0,-3 1 8 0,3-1 2 0,-3-2 0 15,3 0-120-15,3 0-24 0,0-2-5 0</inkml:trace>
  <inkml:trace contextRef="#ctx0" brushRef="#br0" timeOffset="116887.978">12162 8451 1862 0,'0'0'39'0,"0"0"8"15,0 0-38-15,0 0-9 0,-3-2 0 0,3 2 0 16,0 0 87-16,-6-3 15 0,6 3 3 0,0 0 1 16,-3 0-32-16,3 0-6 0,0 0-2 0,-6-3 0 15,6 3-22-15,0 0-5 0,0 0-1 0,0 0 0 0,-3 3-18 16,3-3-3-16,-6 3-1 0,3 2 0 0,3 0-16 0,-3 1 8 0,3-1-8 0,-3 3 0 16,3 0 0-16,0 0 0 15,0 0 0-15,0 2 0 16,0-2 0-16,0 0 0 0,3 0 0 0,0 0 0 15,0 0 0-15,0 0 0 0,0-3 0 0,0 3 0 16,3-3-12-16,0 3 0 0,0-2 0 0,0-4 0 0,0 3 0 16,3-2 0-16,-3 0 0 0,3-1 0 15,0-2 12-15,-1 0 0 0,4 0-10 0,0-2 10 0,-3-1 0 0,3-2 0 0,0 2 0 0,0-2 0 16,0 0 0-16,-3-1 0 0,3 1 0 0,-3-3 0 16,0 3 21-16,-1-3-1 0,1 0 0 0,-3 0 0 15,0 0 12-15,-3-3 1 0,3 4 1 0,-6-4 0 16,3 0 0-16,-3 1 0 0,-3-1 0 0,0 3 0 15,0-2-8-15,-3 4-2 0,0-2 0 0,0-2 0 16,-3 2-6-16,-2 0-2 0,2 0 0 0,-3 0 0 16,-3 0-8-16,3 3-8 0,-3-3 12 15,0 5-12-15,3-2 0 0,-6 2 0 0,6 1 0 0,-2 2 0 16,-1 0-20-16,0 0-8 0,3 2-2 16,-3 1 0-16,0 2-101 15,0 3-20-15,0 0-4 0</inkml:trace>
  <inkml:trace contextRef="#ctx0" brushRef="#br0" timeOffset="123080.991">19990 16530 1580 0,'0'0'67'0,"0"0"-54"15,-3 7 97-15,0-1 19 0,3 2 4 0,-6 0 1 16,6 0-58-16,-3 0-11 0,0 2-2 0,1 1-1 16,-1-1-2-16,0 1 0 0,0-1 0 0,0 4 0 15,3 2-43-15,-3 2-9 0,0 3-8 0,0 3 12 16,3 3-12-16,0 7 0 0,-3 0-12 0,3 3 12 16,0-2 0-16,3-1 20 0,-3-2-3 0,3 0 0 15,-3-3-27-15,3-3-6 0,0 3 0 0,0 0-1 16,0 1 17-16,3-1 0 0,-4 2 0 0,4 1 0 15,0-5-41 1,-3 2-5-16,3-3-1 0,0-2 0 0,3-3-138 0,0-5-28 0</inkml:trace>
  <inkml:trace contextRef="#ctx0" brushRef="#br0" timeOffset="123704.485">21750 16458 2014 0,'-12'13'42'0,"3"1"9"0,-3-4-41 0,3 3-10 0,0-2 0 0,0 2 0 16,0 0 55-16,3-2 9 0,0 2 1 0,0-2 1 15,0-1-42-15,0 4-8 0,3-6-1 0,-3 2-1 16,3 1-14-16,0-1 0 0,0 1 8 0,3 5-8 16,0 0 0-16,0 0 0 0,0 5 0 0,3 0-10 15,0 3-9-15,3 2-1 0,0 1-1 0,3-1 0 16,-3-2-18-16,3 0-3 0,3-6-1 0,0 3 0 16,0-5-4-16,0-3-1 0,3 1 0 0,-3-4 0 15,2-2-25-15,1-2-6 0,-3-1-1 0,3-3 0 16,0 1 13-16,3-3 3 0,-3 0 0 0,3-3 0 15,2-2 0-15,-2-3 0 0,3 0 0 0,0-2 0 0,3-6 51 16,-3 0 13-16,-1 0 0 0,1-5 0 16,0 0 57-16,0-3 15 0,-3 0 2 0,0-5 1 15,-6 5 2-15,-1 3 1 0,1-3 0 0,-3 3 0 16,-3 3 4-16,0-1 1 0,0 0 0 0,-3 4 0 0,-3 1-23 16,-3 1-4-16,0 3 0 0,-3-4-1 0,0 4-14 0,-3 2-2 0,0 0-1 0,-5 3 0 15,-1-1-12-15,-6 4-2 0,0-1-1 0,-3 0 0 16,0 3-15-16,-2 3-8 0,2-3 10 0,-3 3-10 15,0-1-24-15,3 4-10 16,1-4-2-16,-1 4-1 16,3-4 5-16,3 3 0 0,-3 3 1 0</inkml:trace>
  <inkml:trace contextRef="#ctx0" brushRef="#br0" timeOffset="124435.311">23681 16434 1706 0,'-12'8'36'0,"6"-2"7"0,6-6-35 0,-3 2-8 0,3-2 0 0,-5 8 0 15,-1-3 62-15,3 1 10 0,0-1 3 0,0 3 0 16,0 0-43-16,3 2-8 0,-3 4-1 0,3-1-1 16,-3 0-12-16,3 0-2 0,0 1-8 0,-3-1 12 15,3 0-12-15,0 3 9 0,-3 0-9 0,3 0 8 16,0 2-8-16,0 1 0 0,0 2 0 0,0 3 8 15,0 0-18-15,0 2-4 0,3 0-1 0,0 4 0 16,0-1 15-16,3 0 12 0,0-3-3 0,0 1 0 16,2-9-23-16,1 1-5 15,0-6-1-15,0-2 0 0,3-4-20 0,0 1-4 0,0 0 0 0,3-2-1 16,-3-4-22-16,0 1-4 0,0-3-1 0,0 0 0 16,-4-3 58-16,4-2 14 0,-3-3 0 0,3 3 0 15,-3-6 0-15,3 3 0 0,0-5 0 0,0 0 0 16,-3-3 24-16,3-5 7 0,-3 0 1 0,3-3 1 15,-4 0 17-15,4 0 3 0,-3 0 1 0,0 1 0 0,-3-1 18 16,0 3 3-16,0-1 1 0,-3 1 0 16,0 3-8-16,-3 2-2 0,0 0 0 0,-3-3 0 0,0 6-22 15,-3-3-4-15,0 0 0 0,0 3-1 16,0-3-16-16,-3 3-3 0,0-3-1 0,-3 0 0 0,4 3 11 0,-4 3 2 0,0-1 1 16,0 3 0-16,-3 0-33 0,3 3-22 0,0-1 3 15,-3 4 1-15,3-1 6 0,-6 1 0 0,4-4 1 0,-4 6 0 16,0-2-49-1,0 2-11-15,-3 0-1 0</inkml:trace>
  <inkml:trace contextRef="#ctx0" brushRef="#br0" timeOffset="131017.762">16817 8129 1458 0,'0'0'30'0,"0"0"8"0,0 0-30 0,0 0-8 0,0 0 0 0,0 0 0 32,3 5 84-32,-3-5 16 0,0 5 4 0,3 0 0 0,-3 3-39 0,0-2-7 0,3-1-2 0,-3 3 0 15,0 2-20-15,0 1-4 0,3 0 0 0,-3-1-1 16,0 6-18-16,0-3-3 0,0 3-1 0,0 3 0 15,0-1-9-15,0-2 0 0,0 3 0 0,0-1 8 16,0-2-8-16,0 0 0 0,0 2 0 0,0-2 0 31,0 0-32-31,0-3-8 0,0 3-1 0,0-3-1 0,0 1 85 0,0-1 17 0,0 0 3 0,3-2 1 16,-3-1-78-16,0 1-15 16,3 0-3-16,0-4-1 0,-3 4-50 15,0-3-9-15,3 3-3 0</inkml:trace>
  <inkml:trace contextRef="#ctx0" brushRef="#br0" timeOffset="131723.701">17317 8031 1782 0,'6'-3'37'0,"-3"-2"8"0,0 2-36 16,0-2-9-16,0 2 0 0,0 0 0 0,-3 3 87 0,0 0 15 0,3-5 3 0,-3 5 1 15,0 0-43-15,0 0-9 0,0 0-2 0,0 0 0 16,0 0-17-16,0 0-4 0,0 5-1 0,0 3 0 15,0-2-15-15,-3-1-3 0,3-5-1 0,0 5 0 16,-3 6-11-16,3-1 10 0,-3 1-10 0,3 0 10 16,-3 2-10-16,0 3 0 0,3-3 0 0,-3 3 0 15,0 0 0-15,0 2 0 0,3 1 0 0,-3 2 0 16,0-3 0-16,0 4 0 0,0-1 0 0,0 0 0 16,3-3 0-16,0 1 0 0,-3 2-9 0,3-5 9 15,0 0-26-15,-2 0 2 0,2-3 0 0,0 0 0 16,0 0-8-16,0-2-2 15,0-3 0-15,0 3 0 0,0-4 6 0,0-1 2 0,0-6 0 0,0 0 0 16,2 5 10-16,-2-5 3 0,0 0 0 0,0 0 0 16,0 0 5-16,3 0 8 0,0-3-13 0,3 1 5 15,-3-4 8-15,0 1 0 0,0-3 0 0,0 0 0 16,-3 0 0-16,0 0 0 0,0 1 8 0,-3-4-8 16,0 3 20-16,-3-3-1 0,0-2 0 0,0 3 0 15,1-1 5-15,-4 0 2 0,0 1 0 0,-3-1 0 16,0 3-3-16,0 3-1 0,-3-3 0 0,0 5 0 15,0 1-6-15,0-1 0 0,1 3-1 0,-1 0 0 16,0 3 5-16,3 2 2 0,-3-2 0 0,3 5 0 16,0 0-22-16,0 2 0 0,3 1 0 0,0 2 0 15,3-2-11-15,0-1-6 0,4 1-2 0,-1-1 0 0,0-2 19 0,3 3 0 16,0 2 0-16,3-2 0 0,-3-1-8 0,3-2 8 16,2 3 0-16,-2-1 0 0,6-2 0 0,-3 0 0 0,3 0 0 15,0-3 0-15,3 1 0 0,0-1 0 0,0-2 10 16,0-1-2-16,0 1 7 0,0 0 1 0,3-3 1 15,-1 0 0-15,1-3-9 0,0 0-8 0,3 3 9 0,-3-5-9 16,3 2 0-16,0-2-20 16,-1 0 4-16,1 0 0 15,-3-3-191-15,-3 0-37 0</inkml:trace>
  <inkml:trace contextRef="#ctx0" brushRef="#br0" timeOffset="138358.249">18815 7959 1653 0,'0'0'47'0,"0"0"10"0,0 0-45 0,0 0-12 0,0 0 0 0,0 0 0 16,0 0 72-16,0 0 12 0,0 0 2 0,0 0 1 16,0 0-24-16,0 0-5 0,3 8-1 0,-3-3 0 15,3 3-13-15,-3-2-4 0,0-1 0 0,0 0 0 16,0 3-11-16,0 0-2 0,0 0-1 0,-3 3 0 15,3-3-14-15,-3 5-2 0,3-3-1 0,-3 1 0 16,0 2-9-16,3-2 0 0,0 2 9 0,-3 0-9 16,3 0 0-16,-3 1 0 0,3-1 0 0,-3-3 0 15,3 4 0-15,0 2 0 0,0-3 0 0,0 0 0 16,0 3 0-16,0-3 0 0,3 0 0 0,-3 1 0 16,0-1-14-16,3 0-1 0,-3-2 0 0,0-1 0 15,3-2 1-15,-3 0 0 0,3-3 0 0,-3 1 0 16,0-6 14-16,0 0-9 0,0 0 9 0,0 0-8 15,0 0 8-15,0 0 0 0,3-8 0 0,0 2 0 16,0-1 0-16,0-4 14 0,-3 0-3 0,0 1-1 16,0-3 0-16,-3-1 0 0,0 1 0 0,0-3 0 0,0 3-2 15,-3 0 0-15,0-3 0 0,-3 3 0 0,0 2 0 16,0 0 0-16,0 1 0 0,0 2 0 0,-3 0-8 0,3 0 10 16,-3 3-10-16,3 0 10 0,-3 2-10 0,1-2 0 0,2 2 9 15,-3 3-9-15,0 0 0 0,0 0 8 0,3 0-8 0,-3 3 0 16,3 2 0-16,0 0 0 0,0 3 0 15,0 0 0-15,3 0 0 16,-3 3 0-16,4-4 0 0,-1 4-12 0,0 0 12 0,3 2 0 0,0 0-9 0,0 0 9 31,0 1-15-31,3 1 2 0,-3-1 0 0,3 2 0 0,0-3 2 0,0 0 1 0,3 0 0 0,-3 0 0 16,3-2 10-16,3 0-10 0,-3-1 10 0,3-2-10 16,0 0 10-16,-1 0-10 0,4-3 10 0,-3 1-10 15,6-1 10-15,-3-2-10 0,3-1 10 0,0 1-10 16,0-3 10-16,3 3 0 0,0-3 0 0,3-3 0 15,-1 3 0-15,-2-3 0 0,3 1 0 0,0-1 0 16,0 0 0-16,0-2 8 0,0 0-8 0,-4-1 0 16,4 1 0-16,-3-3-13 0,0 0 1 0,3 0 1 15,-3 0-102-15,0 0-21 0,3-2-4 0</inkml:trace>
  <inkml:trace contextRef="#ctx0" brushRef="#br0" timeOffset="138759.662">19309 8054 1948 0,'0'0'55'0,"0"0"13"0,0 0-55 15,0 0-13-15,0 0 0 0,0 0 0 0,0 0 93 0,0 0 16 0,0 0 3 0,0 0 1 32,0 0-33-32,0 0-6 0,0 0-2 0,0 0 0 0,0 0-28 0,0 0-7 0,0 0-1 0,-3 8 0 15,3 0-12-15,0 0-2 0,0 0-1 0,-3 3 0 16,3-3-21-16,0 2 0 0,-3-2 0 0,3 3 8 16,0-1-8-16,-3 4 0 0,3-4 0 0,0 6 8 15,0-3-8-15,0 3 0 0,0 0 0 0,0 3 0 16,-3-4 0-16,3 4 0 0,0-1 0 0,0 1 0 15,-3-3 0-15,3 0 12 0,0 2-4 0,0-4 0 16,0-1-8-16,0 0 12 0,0-2-4 0,0 2 0 16,0-3-8-16,0-2 0 0,3 0 0 0,0 0 0 15,-3-3 0-15,3 3 0 0,0-5 0 0,0 2 0 16,-3-5-24-16,3 0-5 0,3 0-2 0,0 0 0 16,0-5-159-16,0 2-32 0,2-2-6 0</inkml:trace>
  <inkml:trace contextRef="#ctx0" brushRef="#br0" timeOffset="151433.034">21044 7912 1288 0,'0'0'54'0,"0"0"-43"15,0 0 53-15,0 0 10 0,0 0 2 0,0 0 1 16,0 0-10-16,0 0-3 0,0 0 0 0,0 0 0 16,0 0-4-16,0 0 0 0,3 2-1 0,-3-2 0 15,6 3-43-15,-3 2-16 0,0 0 11 0,0 1-11 16,-3-1 44-16,3 3 2 0,0-3 1 0,-3 6 0 16,0-3-24-16,3 2-5 0,-3-2-1 0,0 5 0 15,0-2-17-15,0 0-11 0,0 2 2 0,0 0 0 16,0 0 9-16,0 1 0 0,0-1 0 0,-3 3 0 15,6-3 0-15,-3 0 0 0,0 0 0 0,0 1 0 16,3-1 0-16,-3-3 0 0,0 1 0 0,0 2 0 16,3-2 0-16,-3-1-8 0,0 1 8 0,0-3-8 15,0 0 8-15,3 0-8 0,-3 0 8 0,0-3-8 16,0-5 20-16,0 0 4 0,0 0 0 0,0 0 1 16,0 0-37-16,0 0-7 0,0 0-1 0,0 0-1 15,0 0-5-15,0 0-1 0,0-8 0 0,-3 0 0 0,0 0 59 16,0-2 12-16,0-1 3 0,0 0 0 0,0 1-28 0,-3-3-11 15,3 2 8-15,-3-2-8 0,3 2 13 0,-3 1-2 16,0-1-1-16,0 1 0 16,-3-1-2-16,0 3 0 0,3-3 0 0,-3 3 0 0,-2 3 0 0,2 0-8 0,-3 0 12 15,0-1-4-15,0 4-8 0,0 2 0 0,0-3 9 16,-3 6-9-16,6-3 0 0,-3 2 9 0,3-2-9 0,1 6 0 16,-1-1 0-16,0 0 0 0,0 3 0 0,3 0 0 15,0 0 0-15,3 0-9 0,-3 3-1 0,3-4 0 16,3 4 10-16,-3 0 0 0,3-3 0 0,0 5 0 15,3-3 0-15,0 1 0 0,0 0 0 0,0 2 0 16,3-3 0-16,-3 1 0 0,6 2 0 0,-3-2 0 16,3-3 0-16,2 0 0 0,-2 2 0 0,3-2 0 15,0-3 0-15,3 1 0 0,-3-1 0 0,0 0 0 16,0-2 0-16,0-3 0 0,0 3 0 0,0-3 0 16,-1-3 0-16,1 3 0 0,3-3 0 0,0 1 0 15,-3-1-16-15,3-5 0 0,3 0-1 0,-3 0 0 16,3-2-178-16,2-1-35 0,1-2-7 0</inkml:trace>
  <inkml:trace contextRef="#ctx0" brushRef="#br0" timeOffset="151827.849">21526 7999 1579 0,'0'0'32'0,"0"0"10"0,0 0-34 0,3-5-8 0,0 2 0 0,-3 3 0 16,3-5 115-16,-3 5 21 0,3-3 4 0,-3 3 0 16,0 0-49-16,0 0-11 0,3-3-1 0,-3 3-1 15,0 0-21-15,0 0-4 0,0 0-1 0,0 0 0 16,0 0-14-16,0 0-3 0,0 0-1 0,0 0 0 15,0 0-10-15,0 0-1 0,3 6-1 0,-3-1 0 16,0 0-10-16,0 3-3 0,0 3 0 0,0-3 0 16,0 2-1-16,0 1 0 0,0 2 0 0,0 0 0 15,0 1-8-15,0-1 0 0,0 3 0 0,0 0 0 16,-3 2 0-16,3 1 0 0,0 4 0 0,-3-1 0 16,3 1-17-16,0 1-6 0,0 0-1 0,0 0 0 15,0-3 24-15,3 0 0 0,-3-2 0 0,3-1 0 16,-3-5 0-16,0 3 0 0,3-5 0 0,-3 2 0 15,0-2 0-15,3-1 0 0,0-2 0 0,0 0 0 16,3 0-260-16,0-3-48 0</inkml:trace>
</inkml:ink>
</file>

<file path=ppt/ink/ink14.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2-04-18T22:07:45.159"/>
    </inkml:context>
    <inkml:brush xml:id="br0">
      <inkml:brushProperty name="width" value="0.05292" units="cm"/>
      <inkml:brushProperty name="height" value="0.05292" units="cm"/>
      <inkml:brushProperty name="color" value="#FF0000"/>
    </inkml:brush>
  </inkml:definitions>
  <inkml:trace contextRef="#ctx0" brushRef="#br0">6423 8766 1728 0,'0'0'36'0,"0"0"8"15,0 0-35-15,0 0-9 0,0 0 0 0,0 0 0 16,0 0 73-16,0 0 13 0,0 0 2 0,6 3 1 16,-3-3-20-16,3 2-4 0,0-2-1 0,0 0 0 15,0 3 0-15,3-3 0 0,3 0 0 0,-4 3 0 16,7-3-51-16,0 0-13 0,3 0 0 0,0 0 0 16,3 0 54-16,3 0 8 0,-1 0 2 0,4-3 0 15,3 0-52-15,-3 3-12 0,6-2 0 0,-4-1 0 16,1 1 0-16,3-1 9 0,-3 3-9 0,2-3 8 15,1 1-8-15,0-1 0 0,0 3 0 0,-1-3 8 16,1 3-8-16,-3-2 0 0,0 2 0 0,-1 0 0 0,-2-3 0 16,-3 3 0-16,-3-3 0 0,0 3 0 15,-4 0-21-15,-2 0-7 0,-3 0 0 0,0 0-1 16,-3 0-43-16,0 0-9 0,-3 3-2 0,-6-3 0 16,0 0-153-16,0 0-32 0</inkml:trace>
  <inkml:trace contextRef="#ctx0" brushRef="#br0" timeOffset="508.172">6655 9002 1824 0,'-12'0'38'0,"0"2"8"16,0-2-37-16,1 3-9 0,-1-3 0 0,0 3 0 15,0-3 53-15,3 2 9 0,0-2 2 0,0 3 0 16,0-3 51-16,3 0 10 0,0 3 3 0,6-3 0 15,-6 2-52-15,6-2-9 0,0 0-3 0,0 0 0 16,0 0-24-16,0 0-4 0,0 0-2 0,0 0 0 0,0 0-8 0,0 0-2 0,0 0 0 0,0 0 0 16,0 0-9-16,0 0-3 0,0 0 0 0,0 0 0 15,6 0 2-15,0 3 0 0,0-3 0 0,3 0 0 16,0 0 1-16,3-3 0 0,3 3 0 0,0 0 0 16,2 0-3-16,7 0-1 0,-3 0 0 0,6 0 0 15,-3 0-11 1,5 0 8-16,-2 0-8 0,3 0 8 0,0-2-8 0,0-1 0 0,-1 0 0 15,4 1 0-15,0-1 0 0,0 3 0 0,-1-3 0 16,4 3 0-16,-6-2 0 16,0 2 0-16,-1 2 0 0,-2-2 0 0,0 0 0 15,-6 0 0-15,3 0 0 0,-4 0 0 0,-2 0-17 0,-3 3-3 0,0-3 0 0,-3 0 0 16,0 0-19-16,0 3-4 16,-3-1-1-16,0 1 0 0,0 0-92 0,-4-1-20 0,1-2-3 15</inkml:trace>
  <inkml:trace contextRef="#ctx0" brushRef="#br0" timeOffset="7833.292">7879 8396 1758 0,'0'0'50'0,"0"0"10"16,0 0-48-16,0 0-12 0,2 5 0 0,7 0 0 15,-3-2 38-15,3 2 5 0,0-2 1 0,3-3 0 16,0 3-25-16,3-1-5 0,0-2-1 0,0 0 0 15,3 0 17-15,-1 0 3 0,1-2 1 0,3 2 0 16,-3-3 4-16,3 0 1 0,0 3 0 0,-1-5 0 0,4 2-26 0,-3 1-5 0,6-1 0 0,-6 0-8 31,0-2 40-31,-1 2 2 0,-2 1 0 0,0 2 0 0,-3-3-23 0,-3 3-5 16,0 0-1-16,-3 0 0 16,-3 0-2-16,0 0-1 0,-6 0 0 0,0 0 0 0,3 3-1 0,-3 2 0 15,0 3 0-15,0-3 0 0,0 3-9 16,-3 3 10-16,0-1-10 0,0 1 10 0,0 0-10 15,0-1 0-15,0 3 0 0,-3 3 8 0,3-2-8 0,0 1 0 16,0-1 0-16,0 2 0 0,3 5-12 0,-3-3 3 16,0 6 0-16,0 0 0 0,3 0-7 0,-3 2-2 0,0 1 0 15,0 2 0-15,0-6 4 0,0 1 1 0,-3 0 0 0,3-3 0 16,-3-2 0-16,-3-1 0 0,3 1 0 0,-3-3 0 16,1-3 13-16,-4 3-9 0,-3-6 9 15,3 6-8-15,-3-5-12 0,0 5-1 0,-3-3-1 0,3 0 0 16,0 0 22-16,1-2 0 0,-1 2 0 0,0-2 0 15,0-1 0-15,0-4 0 0,3 2 0 0,0-3 0 16,0-2 0-16,3-1 0 0,0-2 0 0,3-2 0 16,6 2-56-16,-3-6-6 15,1-2-2-15</inkml:trace>
  <inkml:trace contextRef="#ctx0" brushRef="#br0" timeOffset="8200.637">8569 8877 1976 0,'0'0'41'0,"0"0"9"0,0 0-40 16,0 0-10-16,0 0 0 0,-6 6 0 0,3-1 94 0,-3 0 17 0,3-2 3 15,-3 5 1-15,3-3-53 0,-3-2-10 16,3 2-3-16,-3 0 0 0,3 1-23 0,-3-1-5 16,4 0-1-16,-1 0 0 0,0 1-20 0,0 2 9 0,0 0-9 0,0-3 0 15,3 3 0-15,0-3 0 0,0 3 0 0,3-3 0 16,-3 3 0-16,3-2 0 15,3-1 0-15,-3 0 0 16,2-2 0-16,4 0 0 0,0-1 0 0,0 1 0 0,0-3 0 0,3 0 0 0,3-3-10 0,0 1 10 16,0-1 0-16,0 0 0 0,0-2 0 0,-1 0 0 15,1-1 0-15,0 1 0 0,-3 0 0 0,0-1 0 16,0 1 10-16,-3-3 0 0,3 3 0 0,-6-3 0 16,0 3 14-16,-3-3 2 0,0 0 1 0,0 0 0 15,-3-3-4-15,-3 1-1 0,0-1 0 0,0 3 0 16,-6-2-12-16,3-1-2 0,-6 3-8 0,-3 0 12 15,0-2-12-15,0 4 0 0,-3 1 0 0,-3 0 0 16,1-1-59-16,2 4-5 0,-3-1 0 0</inkml:trace>
  <inkml:trace contextRef="#ctx0" brushRef="#br0" timeOffset="9116.902">9269 8420 2066 0,'-3'-6'43'0,"3"-2"10"0,0 3-42 0,-3 0-11 0,3-3 0 0,-3 5 0 15,3-2 104-15,-3 0 20 0,3 2 3 0,0 3 1 16,0 0-52-16,0 0-9 0,0 0-3 0,0 0 0 16,0 0-51-16,0 0-13 0,0 0 0 0,0 0 0 15,-3 5 0-15,3 3 0 0,0-3 0 0,-3 6 0 16,3 0 0-16,0-1 0 0,3 3 0 0,-3-2 0 16,3 2-48-16,-3 0-13 0,3 1-3 0,3-1 0 15,-3 0 52-15,3-2 12 0,0-1 0 0,-1-2 0 16,4 0-54-16,0 0-8 0,0-3-2 0,0-2 0 15,3 2 52-15,-3-5 12 0,3 3 0 0,0 0 0 0,0-3 0 0,0-3 0 0,3 0 0 16,-7 1 0-16,4-4 12 16,0 1 6-16,0 0 1 0,0 0 0 15,-3-3 20-15,3 0 4 0,-3 0 1 0,-3 0 0 0,0-3 3 0,0 1 1 0,0-1 0 0,-3 0 0 16,-3-2 2-16,3-3 1 0,-3 3 0 0,0 0 0 16,0-3-11-16,-3 0-1 0,0 0-1 0,0 3 0 15,-3 0-10-15,3 2-3 0,-3-2 0 0,3 5 0 16,-3 0-9-16,3 3-3 0,-3 0 0 0,0 2 0 15,6 3-5-15,-3 0-8 0,3 0 11 0,-6 5-11 16,0 3 0-16,0 3 0 0,3 2 0 0,-3 3 0 16,0 0 16-16,0 2-3 0,3-2-1 0,-3 5 0 15,0-5-12-15,0 3 0 0,3-1 0 0,-2 1 0 16,-1-1 0-16,0 1 0 0,0-1 0 0,0 3 0 16,-3 3 0-16,3 0 0 0,-3 3 0 0,3-1 0 15,0 0-48-15,-3 1-13 0,3-3-3 0,-3 2 0 16,3-2 52-16,0-3 12 0,-3 0 0 0,3-2 0 15,-3 2 0-15,1-5 0 0,-1 0 0 0,-3 0 0 16,3 0 0-16,-3-3 0 0,0-3 0 0,0 1 0 16,0 0-22-16,0-4-2 0,0 4 0 0,0-3 0 15,1-3-24-15,-1 3-6 0,0-5-1 0,0 2 0 16,3-2-108-16,3-1-21 0,0-2-5 0</inkml:trace>
  <inkml:trace contextRef="#ctx0" brushRef="#br0" timeOffset="9473.672">9519 8822 2030 0,'0'0'57'0,"0"0"14"0,0 0-57 0,0 0-14 0,3 2 0 0,-3-2 0 16,3 6 105-16,-3 2 19 0,0-3 3 0,0 3 1 16,-3 0-103-16,0 2-25 0,0-2 0 0,0 3 0 15,0-3 0-15,0 2 0 0,0 1 0 0,0 0 0 16,3-3 0-16,-3 2 0 0,3-2 0 0,0 3 0 15,0-1 0-15,3-2 0 0,3 3 0 0,-3-1 0 16,3 1 0-16,3 0 0 0,-3-4 0 0,2 4 0 16,1-3 0-16,3-3 0 0,-3 3 0 0,3-3 0 15,0-2 0-15,0 0 0 0,0-1 0 0,0-2 0 16,-3 0 0-16,3 0 0 0,-3-2 0 0,-1-1 0 16,1-2 56-16,-3 0 7 0,3-1 1 0,-3-2 0 15,0 0 0-15,0 0 0 0,0-2 0 0,-3 2 0 16,0-3-52-16,0 3-12 0,0-2 0 0,-3 2 0 15,0 0 0-15,0 0 0 0,-3 3 0 0,0-3 0 16,0 2 0-16,-3 1 0 0,0 0 0 0,-3 2 0 16,0-2 0-16,-3 2 0 0,0 1 0 0,-2-1 0 15,-4 3-100-15,-3 0-22 0,-3 0-5 0</inkml:trace>
  <inkml:trace contextRef="#ctx0" brushRef="#br0" timeOffset="11859.559">7131 13513 1340 0,'0'0'63'0,"0"0"-63"0,0 0 0 0,0 0 0 0,0 0 0 15,0 0 66-15,0 0 6 0,0 0 2 0,0 8 0 16,0-8-7-16,-3 5-2 0,3-5 0 0,0 8 0 16,0-8-3-16,3 6-1 0,0 2 0 0,0-3 0 15,0 0-7-15,3 0-2 0,0 1 0 0,0-4 0 16,3 4-12-16,0-4-2 0,0 1-1 0,0 0 0 16,3-3-10-16,0 2-3 0,0 1 0 0,0-3 0 15,2 0-14-15,-2 0-10 0,3 0 12 0,3-3-12 16,-3 1 0-16,3 2 0 0,0-3 0 0,2-2 0 15,1 2 12-15,0 0-12 0,0 1 12 0,0-1-12 16,0 0 0-16,-3 1 0 0,2-1 0 0,-2 0-12 0,0 3 12 16,0-2-12-16,0-1 12 0,-3 1-12 15,-3-1-45-15,0 0-9 0,-4 3-2 0,1-2 0 16,-3-1-152-16,0 0-30 0</inkml:trace>
  <inkml:trace contextRef="#ctx0" brushRef="#br0" timeOffset="12262.243">7218 13783 1792 0,'0'0'51'0,"0"0"10"15,0 0-49-15,0 0-12 0,0 0 0 0,0 0 0 16,0 0 93-16,0 0 16 0,0 0 3 0,0 0 1 16,0 0-78-16,0 0-16 0,6 0-3 0,0 0-1 15,0 0 39-15,0 3 8 0,-1-3 2 0,1 0 0 16,3 2 0-16,-3-2 0 0,3 3 0 0,3-3 0 15,-3 0-52-15,3 3-12 0,0-3 0 0,0 0 0 16,3 0 0-16,0 0 0 0,2 0 0 0,-2 0 0 0,3 0-9 16,0 0-5-16,3-3-1 0,0 3 0 15,0 0 15-15,-4 0 0 0,4-3 0 0,0 3 0 0,-3-2 0 16,0 2 0-16,0-3 0 0,0 3-9 16,-1 0-35-16,-2-3-8 0,3 1 0 0,-3 2-1 15,0 0-167-15,-3 0-32 0</inkml:trace>
  <inkml:trace contextRef="#ctx0" brushRef="#br0" timeOffset="13291.029">4086 14026 1325 0,'0'0'37'0,"0"0"9"16,0 0-37-16,0 0-9 0,0 0 0 0,0 0 0 16,0 0 55-16,-6-2 9 0,-3-1 1 0,9 3 1 15,0 0-19-15,0 0-4 0,0 0-1 0,0 0 0 16,0 0 2-16,0 0 0 0,0 0 0 0,0 0 0 15,0 0-7-15,0 0-1 0,0 0 0 0,0 0 0 16,0 0-8-16,0 0-3 0,0 0 0 0,0 0 0 0,0 0-13 16,0 0-2-16,0 0-1 0,0 0 0 0,0 0-1 0,0 0-8 15,0 0 12-15,0 0-4 0,0 5-8 0,0-5 0 0,0 0 0 16,3 6 8 0,0-1-8-16,-3-5 0 0,6 3 0 0,-3 2 0 0,3-2 8 0,-3 2-8 15,3-2 8-15,0 2-8 16,3-3 9-16,-3 1-9 0,0 2 10 0,6-2-10 15,-3 0 9-15,3-1-9 0,0-2 8 0,3 3-8 0,-1 0 0 0,1-3 0 0,3 2 8 16,-3-2-8-16,3 3 0 0,0-3 0 0,0 3 0 0,2-3 0 16,-5 0 0-16,3 2 0 0,-3-2 0 0,3 0 8 15,-3 3-8-15,0-3 0 0,0 3 0 0,2-3 0 16,-8 2 0-16,6-2 0 0,0 3 9 0,0-1-9 16,0-2 9-16,0 3-9 0,0-3 12 0,0 0-12 15,-1 0 9-15,1 0-9 0,0 0 0 0,-3 0 9 16,0 0-9-16,0 0 0 0,0 0 0 0,0 0 8 15,-3 0-8-15,3 0 0 0,-3-3 0 0,2 3 8 16,-2 0-8-16,-3-2 0 0,3-1 0 0,-6 3 0 16,3 0 8-16,-3-2 0 0,0 2 0 0,-3 0 0 15,0 0 4-15,0 0 0 0,0 0 0 0,0 0 0 16,0 0 0-16,0 0 1 0,0 0 0 0,0 0 0 16,0 0-2-16,0 0-1 0,0 0 0 0,0 0 0 15,0 0-10-15,0 0 0 0,0 0 0 0,0 0 0 0,9 0 0 0,-9 0 0 16,-9 0 0-16</inkml:trace>
  <inkml:trace contextRef="#ctx0" brushRef="#br0" timeOffset="13466.956">5697 14087 2455 0,'-9'3'108'0,"9"-3"24"0,0 0-106 0,0 0-26 0,6-3 0 0,-6 3 0 16,0 0 11-16,0 0-3 0,0 0-8 0,0 0 12 16,0 0-12-16,0 0 8 0,0 0-8 0,0 0 0 15,0 0 8-15,6-5-8 0,-6 5 0 0,0 0 9 16,0 0-9-16,0 0 0 0,0 0 0 0,0 0 8 15,0-5-8-15,0 5 0 0,0 0 0 0,3-6 0 16,-3 1 0-16,0 5 0 0,3-8-9 0,-3 8 9 16,0-5-134-1,0 0-20-15,3-1-4 0</inkml:trace>
  <inkml:trace contextRef="#ctx0" brushRef="#br0" timeOffset="19774.24">8379 13164 1960 0,'0'0'56'0,"0"0"11"16,0 0-54-16,0 0-13 0,0 0 0 0,0 0 0 15,0 0 57-15,0 0 9 0,0 0 2 0,0 0 0 16,0 0-36-16,0 0-6 0,0 0-2 0,3 0 0 15,3 0-7-15,2 0-1 0,1 0-1 0,0 0 0 16,3 0 4-16,0 0 1 0,3-3 0 0,-3 1 0 16,3-4-2-16,3 1 0 0,-3-3 0 0,2 3 0 15,1-3-18-15,3 0 0 0,-3 3 8 0,0-3-8 0,0 2 18 16,0 1 0-16,-4 2 0 0,1-2 0 0,-3 2-1 0,-3 1 0 16,0 2 0-16,-3-3 0 0,-6 3-2 15,0 0-1-15,0 0 0 0,0 0 0 0,0 0 1 0,0 0 0 16,-3 8 0-16,0 0 0 0,0 3-7 15,-3-1-8-15,-3 3 11 0,3 1-11 16,0 2 0-16,-3-1 0 0,0 4 0 0,3-1 0 0,1 1 0 16,-1 2 0-16,0-2 0 0,0-1-12 0,3 1 12 0,-3-1 0 0,3-2 0 15,0 0 0 1,-3 0-54-16,3-3-8 0,0 3-2 0,0 3 0 0,-3-6 52 0,0 3 12 0,0-3 0 0,0 3 0 31,0 0-54-31,-3-3-8 0,0 3-2 0,3 0 0 0,-6-3 52 0,3 0 12 0,-2 0 0 0,-1 0 0 16,0-2 8-16,0 0 5 0,0-1 1 0,-3 1 0 15,0-3 6-15,-3 0 2 0,3 0 0 0,-2-3 0 16,2 0 12-16,0 1 2 0,-3-1 1 0,3-3 0 16,0-2-11-16,3 0-2 0,0 0-1 0,0-2 0 15,4-1-14-15,-1-2-9 0,3 2 12 0,0-2-12 16,3-3 28-16,0 0-2 0,0 0 0 0,6 0 0 16,0 0-87-16,0-2-18 0,3 2-3 0,3-3-1 15,3 1-123-15,2-4-25 16</inkml:trace>
  <inkml:trace contextRef="#ctx0" brushRef="#br0" timeOffset="20072.12">8795 13450 2269 0,'0'0'64'0,"0"0"15"0,0 0-63 15,0 0-16-15,0 0 0 0,0 0 0 0,0 0 93 0,0 0 16 0,0 0 3 0,0 0 1 16,0 0-27-16,0 0-6 0,0 0 0 0,0 0-1 15,0 0-41-15,0 0-8 0,0 5-2 0,0-5 0 16,3 8-3-16,-3-3-1 0,0 0 0 0,0 3 0 16,0 0-10-16,0-2-2 0,0 2-1 0,0-1 0 15,0 4-11-15,0 0 8 0,-3-1-8 0,3 3 8 16,0 1-8-16,-3 2 0 0,3-3 0 0,-3 3 8 16,3 0-8-16,-3-1 0 0,0 4 0 0,3-3 0 15,-3-3 0-15,0 0-16 16,3 1 4-16,-3-1 1 15,3-3-18-15,-2 1-4 0,2 2-1 0,-3-5 0 16,3 3-22-16,0-3-5 0,0 0-1 0,0-1 0 0,0 1-142 16,0-2-29-16,0-1-6 0</inkml:trace>
  <inkml:trace contextRef="#ctx0" brushRef="#br0" timeOffset="21122.593">9081 13098 2066 0,'-6'-6'43'0,"6"6"10"0,0 0-42 0,0 0-11 0,0 0 0 0,0 0 0 15,0 0 61-15,0 0 11 0,0 0 1 0,0 0 1 16,0 0-12-16,0 0-2 0,0 0-1 0,0 0 0 16,0 0-29-16,3 8-6 0,-3 0 0 0,3 3-1 15,0-1-23-15,0 4 9 0,0-1-9 0,3 3 0 16,0 0 0-16,0 0 0 0,3 2 0 0,-3 1 0 16,3-4-39-1,3 1-5-15,-3 0 0 0,5-3-1 16,-2-2-23-16,3 0-4 0,0-1 0 0,0-2-1 15,0 0 10-15,0-3 3 0,0-2 0 0,2 0 0 16,-2-1 27-16,0-2 5 0,0-2 2 0,0-1 0 0,0 0 26 0,0-5 0 0,0 3 0 0,0-3 0 16,-1 0 15-16,-2 0 1 0,0-2 1 0,0-1 0 15,-6 1 31-15,3-1 5 0,0-2 2 0,-3 2 0 16,-3-2 12-16,-3 2 2 0,3-2 1 0,-3 3 0 16,-3-1 4-16,3 0 1 0,-6 1 0 0,3 2 0 15,0 0-27-15,-3 0-6 0,3 3-1 0,-3 2 0 16,3-2 3-16,0 5 0 0,3 0 0 0,-6 0 0 15,6 0-36-15,-6 2-8 0,6-2 0 0,-3 6 0 16,-3 2 0-16,3 2 0 0,0 1 0 0,0-1 0 16,3 4 0-16,-3 1 0 0,0 1 0 0,3 3 0 15,-3-3 0-15,3 2 0 0,0-2 0 0,-3 3 0 16,0-1 0-16,3-2 0 0,-3 0 0 0,1 0 0 0,-1 0 0 16,-3 0 0-16,0-1 0 0,0 4 0 0,0-3 0 0,0 0 0 15,-3 2 0-15,0 1 0 16,3-3-49-16,-3 0-12 0,0 2-3 0,3-2 0 0,-3 0 64 0,-3-3 8 0,3 0 4 0,0 0 1 15,-2-2-13-15,-1 0-8 0,0-3 8 16,0 0-13-16,0-1 13 0,0-1 0 0,0 2-10 0,0-3 10 16,3-2-16-16,-3-1 0 0,3 1 1 15,1-3 0 1,-1-3-15-16,3 1-3 0,0-1-1 0,0 0 0 16,3-2-106-16,0-3-20 0,0-2-5 0</inkml:trace>
  <inkml:trace contextRef="#ctx0" brushRef="#br0" timeOffset="21440.13">9682 13455 1907 0,'0'0'80'16,"0"0"-64"-1,0 0 121-15,-6 5 24 0,3-2 5 0,-3 2 1 16,3 0-80-16,1 1-16 0,-1-1-3 0,0 0-1 15,0 3-19-15,3 0-3 0,-3-3-1 0,3 3 0 16,0 0-23-16,0 3-5 0,0 0 0 0,-3 2-1 16,3-3-15-16,0 6 9 0,0-3-9 0,0 3 8 15,0 0-8-15,0 0 8 0,0 0-8 0,0 0 8 16,0 0-8-16,0 0 0 0,0 2 9 0,-3-5-9 16,3 3 0-16,0 0 8 0,-3-3-8 0,3 3 0 15,-3-3 0-15,0 1 8 0,3-4-8 0,-3 3 0 0,0 1 0 16,3-4 0-16,-3 1 0 0,0-1 0 15,3 1-62-15,-3 0-7 0,3-1-2 0,0-2 0 16,-3 0-161-16,3 0-33 0</inkml:trace>
  <inkml:trace contextRef="#ctx0" brushRef="#br0" timeOffset="32603.735">8307 2217 1824 0,'6'-5'76'0,"0"2"-60"16,0-5 38-16,0 1 8 0,0 1 2 0,3-2 0 15,3 3 0-15,0-3 0 0,0 0 0 0,2 0 0 16,4 0 0-16,0-5 0 0,-3 2 0 0,3 1 0 16,3-1-52-16,-3-2-12 0,5 5 0 0,-2-5 0 15,3 2 0-15,-3 3 0 0,3-2 0 0,0 2 0 16,-4 5 0-16,-2-5-16 0,-3 0 3 0,-3 6 1 15,0-1 12-15,-6 3 0 0,-6 0 12 0,0 0-12 16,0 0 20-16,0 0-4 0,-9 0 0 0,-3 3 0 16,0 2-7-16,-3 3-1 0,-3 0-8 0,4 5 12 15,-4 0-12-15,3 3 0 0,0 5 0 0,0-2 0 16,3 7-16-16,0-2 1 0,3 3 0 0,3-1 0 16,-3 1 15-16,3 2 0 0,0-8 0 0,3 5 0 0,1 1 0 15,-1-6 0-15,0 3 0 0,0 0 0 0,0 2 0 16,-3-2 0-16,3-3 0 0,0 3 0 15,-3-3 0-15,0 3 0 0,-3 2 0 0,0-2 0 0,0-3 0 16,-3-2 0-16,0-1 0 0,-6 1 0 0,0-1 0 0,1-2 0 16,-4 0 0-16,0-3 0 0,3 0 0 15,-3-2 0-15,0 2 0 0,1-5 0 16,2 0-105-16,3 0-19 0,0-3-3 0</inkml:trace>
  <inkml:trace contextRef="#ctx0" brushRef="#br0" timeOffset="33101.68">8769 2564 2332 0,'0'0'48'0,"3"-8"12"16,-3 8-48-16,2-8-12 0,1 8 0 0,-3-5 0 15,3 2 106-15,0-2 18 0,3 2 4 0,-3 1 1 16,3-1-65-16,0 3-12 0,0-5-4 0,3 5 0 15,0-3-22-15,-3 3-5 0,6-5-1 0,-3 5 0 16,0-3-8-16,0 3-1 0,3 0-1 0,0 0 0 16,-4 0-10-16,4 0 8 0,0 0-8 0,0 3 8 15,3 2-8-15,-3 3 0 0,-3-3 0 0,3 3 0 16,-6 0 0-16,3 3 0 0,-6-1 0 0,0 1 0 16,0 2 0-16,-6-2-17 0,3-1 2 0,-6 6 1 15,0-5-10-15,-3-1-3 0,0 1 0 0,-3-1 0 16,0 1 4-16,0 2 1 0,-3-5 0 0,3-5 0 15,0 7 14-15,1-7 8 0,-1 5-10 0,0-3 10 16,3 3 0-16,0-8 0 0,3 6 0 0,-3 1 0 0,9-7 0 0,0 0 0 16,0 0 0-16,0 0 0 0,6 0 0 0,0 3 0 15,3-3 0-15,-3 5 0 0,3-5 8 0,3 0 4 0,-3 0 0 16,2 0 1-16,4 3-1 0,-3-3 0 0,6 0 0 0,-3 5 0 16,0-5-4-16,0 3 0 0,0-3-8 0,0 5 12 15,-4-2-12-15,1 2 8 0,3 1-8 0,-6 1 0 16,-6-4 8-16,3 5-8 0,-3-3 0 15,-3 3 0-15,-3 6 0 0,-3-7 0 0,-3 1 0 0,0 6 0 16,-6-4-12-16,-2 9-8 0,-1-3-1 16,0-3-1-1,0 3-24-15,0 0-5 0,0-1-1 0,0 1 0 0,0-2-113 16,1-1-23-16</inkml:trace>
  <inkml:trace contextRef="#ctx0" brushRef="#br0" timeOffset="33371.765">9459 2651 2158 0,'6'-5'91'16,"3"-3"-73"-16,3 3 97 0,-3 2 19 0,3-5 4 15,3 0 1 1,-3 3-61-16,2 0-12 0,4 2-2 0,0-5-1 0,0 8-31 0,0-8-5 0,0 8-2 0,0-5 0 15,2 2-10-15,1-2-3 0,3 2 0 0,3 1 0 16,0-1-12-16,2 3 8 0,1 0-8 0,3 0 0 16,-3 0 0-16,-1 3 0 0,1-3 0 0,-3 2 0 31,-3 6-16-31,-3-5-8 0,-1 2-3 0,-5-2 0 16,-3 2-199-16,-3 3-40 0</inkml:trace>
  <inkml:trace contextRef="#ctx0" brushRef="#br0" timeOffset="33565.829">9525 2919 1854 0,'0'0'78'0,"6"2"-62"16,-1-2 112-16,4 3 24 0,0-3 4 0,3 0 0 16,0 0-35-16,3 0-7 0,0 0-2 0,0 0 0 15,0-3-45-15,0 1-10 0,-1 2-1 0,4-6-1 16,0 4-25-16,0-4-5 0,3 4-1 0,3-4 0 15,2 4-16-15,4-6-8 0,3 2 0 0,3 1 8 16,2 3-32-16,4 2-8 0,0-6 0 0</inkml:trace>
  <inkml:trace contextRef="#ctx0" brushRef="#br0" timeOffset="34580.689">10623 2342 1576 0,'0'0'32'0,"0"0"9"0,0 0-33 0,3-6-8 0,0 4 0 0,0-4 0 15,3 4 54-15,3-1 9 0,0 1 1 0,-3-4 1 16,6 4-1-16,-4-4 0 0,4 4 0 0,0-6 0 15,0 2-9-15,3 1-3 0,0 2 0 0,0-4 0 16,0-1-32-16,-3 0-6 0,0 2-2 0,-1-2 0 16,1 1-12-16,-3 1 0 0,0 4 0 0,-3-6 0 15,0 2 0-15,-3 1 0 0,0 2 0 0,-3 3 0 16,0 0 54-16,0 0 8 0,0 0 2 0,-6 0 0 16,0 0-52-16,0 0-12 0,-3 3 0 0,0 2 0 15,0 3 0-15,3 0 0 0,-2 0 0 0,2 5 0 16,0-5 0-16,0 6 0 0,3-1 0 0,0 3 0 15,0 0 0-15,3-3 0 0,0 3 0 0,3 0 0 16,-3-1 0-16,3 4 0 0,0-8 0 0,0 4 0 0,0 4 0 16,0-3 0-16,0-3 0 0,0 3 0 15,-3 5-48-15,0-5-13 0,0 0-3 0,-3 5 0 0,3-5 52 0,-3 0 12 16,-3 2 0-16,0-2 0 16,0 0-54-16,-3-3-8 0,0 0-2 0,-6 3 0 0,3-5 52 0,-3 0 12 0,0-4 0 0,-3 4 0 15,1-3 0-15,-1-3 0 0,0 1 0 0,3 1 0 16,-3 1 22-1,3-8 7-15,0 8 2 0,3-8 0 0,1 3-14 0,-1-3-2 16,0 0-1-16,3 0 0 0,3 0-14 0,0-3 0 16,0 3 0-16</inkml:trace>
  <inkml:trace contextRef="#ctx0" brushRef="#br0" timeOffset="34979.158">10962 2646 1820 0,'0'0'38'0,"0"0"8"0,-6 0-37 0,6 0-9 0,-6-3 0 0,6 3 0 16,0 0 92-16,0 0 16 0,0 0 3 0,0-2 1 15,0 2-25-15,3-3-5 0,-3-5-1 0,6 3 0 16,0 2-65-16,0-2-16 0,3 2 0 0,-3-2 0 0,3 2 55 0,0 1 7 0,3-1 2 15,-3 3 0-15,0 0-52 0,3 0-12 0,-3 0 0 0,-1 0 0 16,1 3 0-16,0-1 0 0,-3 1 0 0,0 5 0 16,0-3 0-16,-3 3 0 0,0 0 0 0,-3 5 0 15,-3-5 0-15,0 3 0 0,-3 2 0 0,-3 0 0 16,0-2 0-16,0-1 0 0,1 6 0 0,-4-5 0 31,3 2-48-31,-3 0-13 0,3-2-3 0,0 0 0 16,0-1 52-16,3-2 12 0,0 3 0 0,3-3 0 15,0 0 0-15,3-1 0 0,0-4 0 0,3 2 0 16,0 1 0-16,3-6 0 0,3 0 0 0,0 0 0 0,3 0 0 0,0 0 0 0,3 0 0 0,5-6 0 16,-2 4 0-16,6-1 0 0,-3 0 0 0,3-2 0 15,0-3-208-15,-1-2-38 0</inkml:trace>
  <inkml:trace contextRef="#ctx0" brushRef="#br0" timeOffset="35524.264">11644 2350 1824 0,'-18'-14'38'0,"12"12"8"16,0-6-37-16,3 3-9 0,0-1 0 0,3 4 0 15,0-4 104-15,0 4 20 0,0 2 3 0,0-8 1 16,0 8-24-16,3-6-5 0,-3 6-1 0,3-5 0 15,0 2-44-15,0 3-9 0,0-5-1 0,-3 5-1 16,0 0-20-16,0 0-4 0,6 0-1 0,-3 0 0 16,3 5-18-16,-3-2 0 0,0 2 0 0,3 3 0 15,0 0 0-15,0 6 0 0,0-7-13 0,3 7 5 16,0-6-23-16,0 2-4 0,2 3-1 0,1-5 0 16,0 6-64-16,3-9-12 0,0 3-4 0,3-5 0 15,0 2 42-15,6 3 8 0,-1-8 2 0,1 2 0 16,0 1 0-16,0-3 0 0,0 0 0 0,-4 0 0 0,1-3 102 15,-3 3 21-15,0-2 4 0,-3-4 1 0,-3 4 0 0,-3-3 0 0,0-3 0 16,-3 5 0-16,0-8 0 0,-3 3 0 16,0-2 0-16,-1-1 0 0,-2 1 0 0,-2 2 0 0,2-6 0 0,-3 1 0 15,3 5 0-15,-3-2 0 0,0-1 0 16,3 3 0-16,-3 0-52 0,3 6-12 0,-3-6 0 0,3 8 0 16,0 0 54-16,0 0 8 0,0 0 2 0,0 0 0 15,0 0-52-15,-3 10-12 0,0 3 0 0,0 1 0 16,0-4 0-16,-3 6 0 0,3 3 0 15,0-3 0-15,-3-1 0 0,0 1 0 0,0 3 0 0,0-1 0 16,-3 1 0-16,0 2 0 0,3 3 0 0,-3 0 0 16,-3 2 0-16,3 1 0 0,-2-1 0 0,-1 3 0 15,0 0-48-15,0-10-13 0,-3 7-3 0,0-5 0 16,3-5 52-16,-3 5 12 0,3-5 0 0,0-5 0 16,1 2-54-16,2 0-8 0,-3-2-2 0,3 0 0 15,0-3-102-15,0-1-21 0</inkml:trace>
  <inkml:trace contextRef="#ctx0" brushRef="#br0" timeOffset="35880.784">12135 2691 2066 0,'6'-8'43'0,"0"0"10"0,-3 3-42 0,3-3-11 0,0 0 0 0,3 5 0 31,-3-5 156-31,3 3 28 0,0 0 7 0,0 2 1 15,-1 3-154-15,1-5-30 0,3 2-8 0,-3 3 0 0,0 0 54 0,0 0 10 0,0 0 1 0,0 0 1 16,-3 3-45-16,3 2-9 0,-3 3-1 0,-3-5-1 16,3 7-10-16,-3-2 0 0,-3 0 0 0,0-3 0 15,0 6-10-15,-3 2-7 0,0-2-2 0,-3-1 0 16,-3 6-18-16,3-8-4 0,-3 5-1 16,0-2 0-16,0 2 21 0,0-5 4 0,0 5 1 0,3-5 0 15,-3 3 16-15,3 0 0 0,0-3 0 0,3-1 0 16,1 1 0-16,2 0 0 0,0-2 0 0,0 2 0 15,2-1 0-15,4-4 0 0,0 2 0 0,3 1 0 16,3-4 0-16,-3 4 0 0,6-6 0 0,-3 2 0 16,3-2 20-16,3 6 7 0,0-6 1 0,2 2 1 15,-2 4-19-15,0-6-10 0,3 0 10 0,-3 2-10 16,3-2 0-16,-1 3 0 0,-2-3 0 0,3 0 0 16,0 0-88-16,3-3-24 0,0 1-5 0</inkml:trace>
</inkml:ink>
</file>

<file path=ppt/ink/ink15.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2-04-18T22:08:38.215"/>
    </inkml:context>
    <inkml:brush xml:id="br0">
      <inkml:brushProperty name="width" value="0.05292" units="cm"/>
      <inkml:brushProperty name="height" value="0.05292" units="cm"/>
      <inkml:brushProperty name="color" value="#FF0000"/>
    </inkml:brush>
  </inkml:definitions>
  <inkml:trace contextRef="#ctx0" brushRef="#br0">17267 6689 1159 0,'0'0'48'0,"0"0"-38"16,0 0 94-16,0 0 20 0,-3-3 3 0,3 3 1 15,0 0-27-15,0 0-5 0,0 0 0 0,0 0-1 16,0 0-26-16,0 0-5 0,0 0 0 0,0 0-1 16,0 0-27-16,0 0-6 0,0 0-1 0,0 0 0 15,0 0-15-15,0 0-3 0,-3 6-1 0,0 2 0 16,0 0-10-16,3 0 0 0,0 2 0 0,0-2 0 16,0 3 0-16,3-3 0 0,0 0 0 0,0-1 0 15,3-1-25-15,0-1 2 0,0 0 1 0,3 1 0 16,-1-4 6-16,1-2 2 0,0 3 0 0,3-3 0 15,-3 3 14-15,0-6 0 0,-3 0 0 0,3 1-9 16,-3-1 9-16,3 0 0 0,-3 1 0 0,0-4 0 16,0 4 0-16,-3-4 0 0,0 1 0 0,0 0 0 15,0 0 0-15,0-1 8 0,-3 1-8 0,3 0 0 0,-3-1 15 0,3-2-2 16,-3 3 0-16,0-3 0 0,3 3 20 0,-3-3 4 16,0 3 1-16,0-1 0 0,0 1-1 15,0 5 0-15,0-3 0 0,0 3 0 16,0 0-7-16,0 0-2 0,0 0 0 0,0 0 0 15,0 0-12-15,0 0-4 0,0 0 0 0,0 0 0 0,0 0-12 0,0 8 0 16,0 0 0-16,-3 0 0 0,3 3 0 0,-3 2 0 16,3-2 0-16,-3 2 0 0,0 0 0 0,0 0 0 0,0 1 0 0,0-1 0 15,-3 3 0-15,0 0 0 0,0-3 0 0,0 3 0 16,-3-3-12-16,0 3 2 0,0-3 0 0,-3 0 0 16,0 1-6-16,0-4 0 0,-2 3-1 0,-1-2 0 31,3-1-12-31,0 4-3 0,3-6 0 0,-3 2 0 0,3-2-18 0,3 0-4 15,-3-3-1-15,3 1 0 0,6-6-122 0,0 0-25 0,0 0-5 0</inkml:trace>
  <inkml:trace contextRef="#ctx0" brushRef="#br0" timeOffset="347.124">17472 6864 1337 0,'15'-14'28'0,"-12"12"6"0,-3 2-34 0,0 0 0 0,3-5 0 0,-3 5 0 16,0 0 109-16,0 0 15 0,0 0 4 0,0 0 0 15,0 0-56-15,-6 2-10 0,0 1-2 0,0 2-1 16,0 0-12-16,0 1-3 0,3 2 0 0,-3-3 0 16,3 3-24-16,0 0-6 0,0-3-1 0,0 3 0 15,3 0-13-15,0-3 11 0,0 1-11 0,3-1 10 16,-3 0-10-16,3-2 0 0,3 2 0 0,-3-2 8 0,3 2 2 16,3-5 0-16,0 3 0 0,0-3 0 0,0 0-10 0,3 0 0 0,0 0-10 0,0 0 10 31,0-3 33-31,-1 3 13 0,1 0 2 0,0-3 1 0,-3 1-26 15,0 2-6-15,0-3-1 0,-3 0 0 0,3 1 4 0,-3-1 0 0,0-2 0 16,-3 2 0-16,0-2 1 0,0 0 1 0,-3 2 0 0,0-5 0 16,0 3-5-16,0-1-1 0,-3-1 0 0,0 4 0 15,0-2-8-15,0-1-8 0,-3 1 12 16,0 0-12-16,-3 2 0 0,0 0 0 0,-3 1 0 0,0-1 0 31,-3 0-23-31,1 3-8 0,-1 0-1 0,-3 0-1 16,-3 0-152-16,0 3-31 0</inkml:trace>
  <inkml:trace contextRef="#ctx0" brushRef="#br0" timeOffset="2294.141">16790 8134 1420 0,'-20'0'29'0,"11"0"8"0,0 0-29 0,3 0-8 0,-3 0 0 0,3 0 0 16,0 0 84-16,0-3 15 0,6 3 3 0,0 0 1 15,0 0-31-15,0 0-7 0,0 0-1 0,0 0 0 16,0 0-29-16,0 0-7 0,0 0 0 0,0 0-1 16,6-2-7-16,0-1-2 0,0 0 0 0,3 1 0 15,0-1 2-15,3-2 0 0,3 2 0 0,-4 0 0 16,4 1-8-16,0-1 0 0,-3 0-1 0,3 1 0 16,-3-4-3-16,0 4 0 0,3-1 0 0,-6 1 0 15,3-1 0-15,-4 0-8 0,1 1 12 0,-3-1-4 16,-3 3-8-16,3-3 10 0,-6 3-10 0,0 0 10 15,0 0-10-15,3 3 0 0,-3-3 9 0,0 0-9 16,0 0 8-16,3 5-8 0,-3 1 8 0,0-1-8 16,0 3 0-16,0-3 0 0,-3 3 0 0,3 0 8 0,-3-3-8 0,0 3 0 15,0 0 0-15,0 3 0 0,0-3 0 0,-3 2 0 0,3 1 0 0,-2-1 0 16,2 1 0-16,-3 2 0 0,0 0 0 0,-3 1-8 16,3-1-4-16,-3-3-1 0,0 4 0 0,0-1 0 15,0-3 1-15,0 4 1 0,0-4 0 0,0 1 0 16,-3-1 11-16,3 1 0 0,0-3-9 0,-2 0 9 15,-1 0 0-15,3-3 0 0,0 0-9 0,-3 1 9 16,6-1-24 0,-3-2-2-16,3-1 0 0,-3-2 0 0,6 0-21 15,3 0-4-15,0 0-1 0,-6-2 0 0,6 2-156 0,0-8-31 0,0 0-6 0</inkml:trace>
  <inkml:trace contextRef="#ctx0" brushRef="#br0" timeOffset="2626.536">17002 8216 1364 0,'-3'5'28'0,"0"3"7"16,3-3-35-16,-3 3 0 0,-3 0 0 0,3 3 0 15,0-3 72-15,0 2 8 0,0 1 2 0,-3-1 0 16,3 1-37-16,0 0-7 0,0-1-2 0,0 1 0 16,3-1-15-16,-3-2-3 0,3 3-1 0,0-3 0 15,0 0 0-15,0 0 0 0,0 0 0 0,3-3 0 16,-3 0 0-16,3 1 0 0,0-1 0 0,0-2 0 0,3-1 4 0,-3 3 1 15,0-5 0-15,3 3 0 0,-3 0 8 0,3-3 2 0,0 0 0 0,0 0 0 16,-3-3 8-16,3 3 3 0,0-3 0 0,0 3 0 16,-3-5-8-16,3 3-2 0,-3-1 0 0,-3 3 0 15,3-3-3-15,-1-2-1 0,1 0 0 0,-3-1 0 16,0 1-3-16,0-3-1 0,-3 0 0 0,3 0 0 16,-2 0-12-16,-1-2-2 0,-3 2-1 0,0-3 0 31,3 3-10-31,-3 3 0 0,0-3 0 0,0 3 8 0,-3-1-8 0,3 4-17 15,-3-4 4-15,0 4 1 16,0 2-99-16,-3 0-19 0,3 0-4 0</inkml:trace>
  <inkml:trace contextRef="#ctx0" brushRef="#br0" timeOffset="5976.061">17177 11272 1398 0,'0'0'29'0,"0"0"7"0,0 0-36 0,0 0 0 16,0 0 0-16,0 0 0 0,-3-5 89 15,3 5 11-15,0 0 3 0,0 0 0 0,0 0-28 0,0 0-6 0,0 0-1 0,0 0 0 16,0 0-29-16,-3-6-7 0,3 6 0 0,0 0-1 31,0 0-17-31,0 0-3 0,0 0-1 0,0 0 0 0,0 0-10 0,0 0 0 16,0 0 0-16,0 0 8 0,0 0-8 0,0 0 0 0,0 0 0 0,6 6 0 31,0-4-28-31,0 1-8 0,0 0-2 0,0 2 0 0,3-2 38 0,0-1 0 0,0 1 0 0,3-3 0 16,-3 2 0-16,3-2 0 0,0 3 0 0,0-3 0 15,0 0 0-15,-1-3 0 0,1 3 0 0,-3-2 0 16,0-1 0-16,0 1 0 0,-3 2 0 0,0-3 0 16,0 0 0-16,-3 1 0 0,3-1 0 0,-6 3 0 15,0 0 0-15,0-3 0 0,0 3 0 0,0 0 0 16,0 0 44-16,0-5 16 0,0 5 3 0,0-5 1 15,0 5-52-15,0 0-12 0,-3-6 0 0,3 6 0 16,0 0 54-16,0 0 8 0,-3-2 2 0,3 2 0 16,0 0 0-16,0 0 0 0,0 0 0 0,0 0 0 15,0 0-52-15,0 0-12 0,0 0 0 0,0 0 0 16,0 0 0-16,0 0 0 0,0 0 0 0,-6 5 0 16,3 0 0-16,3 1 0 0,-3-1 0 0,3 3 0 15,0 0 0-15,-3 0 0 0,3 0 0 0,0 0 0 16,-3 2 0-16,3 1 0 0,-3-3 0 0,0 5 0 15,0-5 0-15,0 3 0 0,0-1 0 0,-3 1 0 16,0-1-48-16,0-2-13 0,-3 0-3 0,0 3 0 16,1-3 52-16,-1 0 12 0,0-3 0 0,-3 3 0 15,3 0 0-15,0-3 0 0,0 3 0 0,-3-3 0 0,3-2 0 16,0 2 0-16,0 1 0 0,0-4 0 0,0 1 0 16,3-3 0-16,1 2 0 0,-1-2 0 15,3-2-105-15,3 2-19 0,-6-3-3 0,3-2-1 16,3 0-51-16,3-1-10 0,0-2-3 0</inkml:trace>
  <inkml:trace contextRef="#ctx0" brushRef="#br0" timeOffset="6248.202">17433 11359 851 0,'0'0'36'15,"0"0"-36"-15,0 0 109 0,0 0 15 0,0 0 4 0,0 0 0 16,0 0 0-16,0 0 0 0,0 0 0 0,0 0 0 15,0 0-52-15,0 6-9 0,0-6-3 0,0 0 0 16,0 0 0-16,0 5 0 0,0-5 0 0,0 5 0 16,0-5 0-16,0 5 0 0,0 1 0 0,0-1 0 15,3 3-51-15,-3-3-13 0,0-5 0 0,0 8 0 16,0 0 54-16,0 0 8 0,0 0 2 0,0 3 0 16,-3-1-52-16,3 3-12 0,-3 1 0 0,3-1 0 15,-3 3 0-15,3-3 0 0,0 3 0 0,0 0 0 16,0-3 0-16,0 0 0 0,0 0 0 0,0 1 0 15,3-4-48-15,-3 3-13 0,0-2-3 0</inkml:trace>
  <inkml:trace contextRef="#ctx0" brushRef="#br0" timeOffset="7159.652">16850 12799 1117 0,'0'0'47'16,"0"0"-38"-16,3-3 65 0,3 0 13 0,-3 1 2 0,3-1 1 16,0 0-33-16,0 1-6 0,0-1-2 0,3 1 0 15,-3 2-12-15,3-3-2 0,-1 0-1 0,-2 1 0 16,3-1-6-16,-3 0 0 0,0-2-1 0,3 2 0 15,-3-2 2-15,0 2 1 0,0-2 0 0,0 2 0 16,0-2-8-16,-3 3-2 0,3-1 0 0,-3 0 0 16,0-2 25-16,0 2 5 0,-3 3 1 0,3-2 0 15,-3 2-31-15,0 0-5 0,0 0-2 0,0 0 0 16,0 0 23-16,0 0 5 0,0 0 1 0,0 0 0 16,0 0-27-16,0 0-6 0,0 0-1 0,0 0 0 15,-6 5 5-15,3 0 1 0,-3-2 0 0,3 5 0 16,0 0-23-16,0 0-5 0,0 0-1 0,3 2 0 15,0-2 5-15,-3 3 1 0,3-1 0 0,0 1 0 16,0 0-25-16,0-1-5 0,0 3-1 16,0-2 0-16,0-1 40 0,3 1 0 0,-3 0 9 0,3 2-1 15,-3-3-64-15,0-2-12 0,0 0-2 0,0 3-1 16,0-3 39-16,-3 2 8 0,3-2 2 0,-3 0 0 16,0 3-13-16,0-3-2 0,-3-3-1 0,3 3 0 15,-3 0 9-15,0-3 1 0,0 1 1 0,-3-1 0 16,3-2 27-16,-3 2-8 0,-2-3 8 0,2 1 0 0,0-3 0 15,-3 3 0-15,3-3 0 0,0 0 8 0,0 0 6 0,0 0 2 16,3 0 0-16,0-3 0 0,0 0-6 0,0 1-1 0,0-1 0 16,3 1 0-16,3-4-9 0,0 6 0 0,-3-2 0 15</inkml:trace>
  <inkml:trace contextRef="#ctx0" brushRef="#br0" timeOffset="7496.04">17151 12918 1579 0,'0'0'32'0,"0"0"10"16,6 0-34-16,-6 0-8 0,3 0 0 0,-3 0 0 15,6 0 53-15,-6 0 9 0,0 0 2 0,3 2 0 16,-3-2 0-16,0 0 0 0,5 6 0 0,-5-6 0 16,3 2 0-16,-3 4 0 0,3-1 0 0,-3 3 0 15,0 0 0-15,0 0 0 0,-3 0 0 0,3 0 0 16,-3 2-52-16,3 1-12 0,-3-1 0 0,1 1 0 16,-1 0 0-16,0-1 0 0,3 3 0 0,-3-2 0 0,0 2 0 15,0 0 0-15,0 1 0 0,0-1 0 16,3 0 0-16,0-2 0 0,-3 2 0 0,3 0 0 15,0-5 0-15,0 3 0 0,0-3 0 0</inkml:trace>
</inkml:ink>
</file>

<file path=ppt/ink/ink16.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2-04-18T22:10:36.010"/>
    </inkml:context>
    <inkml:brush xml:id="br0">
      <inkml:brushProperty name="width" value="0.05292" units="cm"/>
      <inkml:brushProperty name="height" value="0.05292" units="cm"/>
      <inkml:brushProperty name="color" value="#FF0000"/>
    </inkml:brush>
  </inkml:definitions>
  <inkml:trace contextRef="#ctx0" brushRef="#br0">15874 2260 2030 0,'0'-6'57'0,"3"-2"14"0,0 3-57 0,-3 3-14 0,3-4 0 0,-3 6 0 31,3-2 54-31,-3 2 8 0,3-6 2 0,-3 6 0 0,0 0 0 0,0 0 0 0,0 0 0 0,0 0 0 16,6 6-52-16,-3 2-12 0,-1-1 0 0,1 7 0 15,-3-4 12-15,0 6 0 0,0 3 0 0,0-1 0 16,-3 1-12-16,1 2-16 0,-1 3 3 0,-3 0 1 16,0 2 12-16,0-2 0 0,0 5 0 15,0 0 0-15,0 0 9 16,3 0 5-16,0 0 1 0,0 3 0 0,3-11-24 0,0 3-5 16,3-3-1-16,3 0 0 0,0-2 15 0,3-1 8 0,3-7 0 0,0 8-8 15,-1-12 15-15,7 4-4 0,0-3-1 0,0 3 0 16,3-3 14-16,0-1 2 0,2-1 1 0,1 2 0 15,0-6-7-15,0 4-2 0,0-4 0 0,0-2 0 16,2 6-10-16,-2-6-8 0,3 0 9 0,0 0-9 16,0 0-12-16,-4 0-9 0,1 0-2 0</inkml:trace>
  <inkml:trace contextRef="#ctx0" brushRef="#br0" timeOffset="452.832">16918 2453 2336 0,'9'-16'48'0,"-3"5"12"0,3 1-48 15,-3-3-12-15,3-1 0 0,-6 4 0 0,3-3 100 0,-3 5 16 0,-3 0 4 0,0-6 1 16,0 6-97-16,-3 1-24 0,0-1 0 0,-6 0 0 15,3 0 41-15,-3 2 3 0,-3 1 1 0,1 2 0 16,-4 3-21 0,0 0-4-16,-3 0 0 0,-3 0-1 0,3 6-19 0,-3 2 0 0,-2-6 0 0,-1 6 0 31,3 0 0-31,0 0 0 0,0 3 0 0,3-1 0 0,3 4 0 0,4-6 0 0,2 5 0 16,6-3 0-1,0 1-48-15,6 0-12 0,3 2-4 0,3-5 0 0,2 5 73 0,4-5 15 0,6 2 2 0,0 1 1 16,3 5-43-1,0-6-9-15,2 4-2 0,1-1 0 0,0 0 27 0,-3-2 0 0,3 2 0 0,-4 0 0 16,-2-2 46-16,0 2 14 0,-3-8 4 0,-3 6 0 16,0 2-64-16,-6-5-24 0,0-3 0 0,-3 3 1 15,-6 0 37-15,0 0 7 0,-6-3 2 0,0 3 0 16,-6 0-23-16,0 0 0 0,-3 0 0 0,-3-5 0 16,0 7 0-16,-6-2 0 0,1-5 0 0,-4 5 0 15,3-3-47-15,-3 1-13 16,-3 1-4-16,4-4 0 0,-1 5 52 0,0-3 12 0,0-2 0 0,0 2 0 15,7-2-245-15,-4 0-47 0</inkml:trace>
  <inkml:trace contextRef="#ctx0" brushRef="#br0" timeOffset="1569.815">17535 2260 1413 0,'0'0'29'0,"0"0"7"0,0 0-28 0,0 0-8 0,0 0 0 0,0 0 0 16,0 0 77 0,3 2 15-16,0 4 2 0,-3 2 1 15,3-1-46-15,0 7-9 0,-3-6-1 0,3 8-1 0,-3-3-15 0,0-3-3 0,0 4-1 0,0 1 0 16,0 1-19-16,0-2 10 0,0 1-10 0,0-1 8 16,0 2-8-16,0-1 0 0,0 4 0 0,0-3 8 15,0 0-8-15,-3 0 0 0,3 2 0 0,0-2 0 16,0-3 0-16,-3 3 0 0,3-5 9 0,0 2-9 15,-3-5 29-15,3 5 2 0,0-10 0 0,0 7 0 16,0-10 14-16,0 0 3 0,0 0 1 0,0 0 0 16,0 0 13-16,0 0 2 0,0 0 1 0,0-10 0 15,0-1-15-15,0-2-3 0,0 0-1 16,0-3 0-16,3-3-24 0,-3 1-5 0,3-3-1 0,0-3 0 16,-1 3-4-16,4-1-2 0,0 4 0 0,0-9 0 15,3 4-2-15,0-6 0 0,0 5 0 0,3-5 0 16,-3-1 0-16,6 7 0 0,-3-6 0 0,3 2 0 15,-3 6-8-15,2 2 0 0,1 1 0 0,3 2 0 16,-3 5 0-16,3-2 0 0,-3 5 0 0,3 0 0 16,0 0 0-16,-1 8 0 0,4-5 0 0,-3 5 0 15,3 0 0-15,-3 5 0 0,-3-2 0 0,3 2 0 16,-4 6 0-16,1 2 0 0,-3 0 0 0,0 3 0 16,-6 5 0-16,0-5-11 0,0 5 11 0,-6 1-12 15,0 1-15-15,-6-7-3 0,0 5-1 0,0-5 0 0,-6 0 8 16,0-3 2-16,0 3 0 0,-2-2 0 0,-1-1 21 15,-3-3 0-15,3-2 0 0,-3 3 0 0,3-3 0 0,0 0 0 0,3 0 0 16,0-3 0-16,1 3 0 0,5-8 0 0,-3 3 8 0,9-3-8 16,0 0 24-16,0 0 0 0,0 0 0 0,0 0 0 15,0 0-12-15,6-3-2 0,0 3-1 16,0-8 0-16,5 5 7 0,1 1 0 16,3-4 1-16,3 4 0 0,-3-3 0 0,3 2 0 0,0 3 0 15,0-5 0-15,-1 5 5 16,1 0 1-16,-3 0 0 0,0 5 0 0,0-5-8 0,-3 3-2 0,0 2 0 15,-3 3 0-15,0-6-4 0,-3 4-1 0,-1-1 0 0,-2 3 0 16,0 0-8-16,-3 0 0 0,-3-3 9 0,0 3-9 16,-2 0 8-16,-4 0-8 0,0 0 10 0,-3 5-10 15,-6-5 12-15,0 3-4 0,-3-1-8 0,0 6 12 16,-5-8-12-16,2 5 9 0,-3-2-9 0,-3 2 8 16,3-5-8-16,4 5 0 0,-4-5 0 0,3 0 0 15,-3 0-29-15,3-3-11 0,-2 3-3 0,2 0 0 16,0-5-119-16,0-1-24 0,3 4-5 0</inkml:trace>
  <inkml:trace contextRef="#ctx0" brushRef="#br0" timeOffset="8315.266">18556 2485 1337 0,'0'0'28'0,"0"0"6"16,0 0-34-16,0 0 0 0,3-3 0 0,-3 3 0 15,6-5 58-15,-3 2 5 0,-1 3 1 0,-2 0 0 16,6 0 0-16,0-5 0 0,0 5 0 0,0 0 0 15,3-3-14-15,0 3-2 0,0 0-1 0,3 0 0 16,3 0-24-16,0-3-5 0,6 3-1 0,-1 0 0 16,4 0 21-16,3 0 4 0,0 0 1 0,6 3 0 15,-1-3-25-15,-2 3-5 0,6-3-1 0,-3 0 0 0,-1 0-12 16,4 0 0-16,0 0 8 0,2 0-8 0,-2 0 0 0,3 0 0 16,0 5 0-16,-1-5 0 0,-5 0 0 0,0 0 0 0,-4 0 0 15,1 0 0 1,-3 0-28-16,-3-5-3 0,0 5 0 0,-3-3 0 15,-4 0-45-15,1 1-10 0,-3 2-2 0</inkml:trace>
  <inkml:trace contextRef="#ctx0" brushRef="#br0" timeOffset="8663.176">19338 2225 1493 0,'0'0'63'16,"0"0"-51"0,0 0 97-16,0 0 19 0,0 0 4 0,0 0 1 15,0 0-46-15,0 0-10 0,6-2-1 0,0 4-1 16,0-2-9-16,0 6-2 0,3-4 0 0,0 4 0 16,0 1-16-16,3 1-3 0,-3-2-1 0,3 4 0 15,0-2-15-15,0 3-3 0,3-1-1 0,-4 4 0 16,1-6-25-16,0 5 8 0,0-3-8 0,-3 4 0 15,3-1 10-15,-3-3-10 0,0 4 12 0,-3-1-12 0,0-3 8 0,0 1-8 16,-3 5 0-16,0-6 0 0,-6 4 0 16,0 2 8-16,0-3-8 0,-3 3 0 0,-3 0 8 15,0-3-8-15,0 0 0 0,-3 3 0 16,0-3 0-16,0 3-14 0,-3-3 2 0,3-5 1 0,1 3 11 16,-4-3 0-16,3 2 0 0,0-2 0 15,0 0-53-15,0-3-9 0,0 1-2 0</inkml:trace>
  <inkml:trace contextRef="#ctx0" brushRef="#br0" timeOffset="10186.419">20199 2223 1720 0,'0'0'36'0,"0"0"8"0,0 0-35 0,0 0-9 0,0 0 0 0,0 0 0 16,0 0 75-16,0 0 13 0,0 0 2 0,0 0 1 15,0 8-22-15,0 0-4 0,0-1-1 0,0 7 0 16,0-4-51-16,-3 3-13 0,3 3 0 0,-3 0 0 16,3 3 0-16,-3-3 0 0,0 5 0 0,3-5 0 15,-3 0 0-15,0-1 0 0,3 4 0 0,-3-3 0 16,3-3 0-16,-3 3 0 0,0 0 0 0,3-3 0 15,-3 3 0-15,0-8 0 0,3 5 0 0,-3-2 0 16,3-3 0-16,-3-3 0 0,3 0 0 0,0-5 0 16,0 0 0-16,0 0 0 0,0 0 0 0,0 0 0 15,-3-5 54-15,0-3 8 0,3 0 2 0,-3-5 0 16,3-3-52-16,3 3-12 0,-3-3 0 0,3-5 0 0,-3 5 0 16,3-5 0-16,3-1 0 0,-3-1 0 0,3-1 0 0,-3-3 0 15,3 4 0-15,-3-7 0 0,3 7 0 0,0-4 0 0,3 3 0 16,-3 1 0-16,0 1 0 0,-1 1 0 0,1 5 0 0,0-5 0 15,3 8 0-15,-3 2 0 0,0 3 0 0,3 3 0 16,-3-3 54-16,3 8 8 0,-3-5 2 0,0 5 0 16,3 5-52-16,-3-5-12 0,-3 8 0 0,3 0 0 31,0 5-19-31,0 3-6 0,-3-3-2 0,3 9 0 0,-3 1 17 0,0-1 10 0,-3 1-12 16,3-1 12-16,-6-1-27 0,3-5 2 0,0 5 0 15,-3-5 0-15,0-3 15 0,3 3 10 0,-3-6-12 0,0 1 12 16,0-3 0-16,0 0 0 0,0 0 0 0,3-8 0 15,0 0 0-15,0 0 0 0,0 0 0 0,0 0 0 16,0 0 0-16,0 0 0 0,0-8 0 0,3 0 0 16,0-5 0-16,3 5 0 0,0-8 0 0,0 3 0 15,2-3 12-15,4-6 8 0,0 1 3 0,-3 0 0 16,3 3-3-16,3-1 0 0,-3-2 0 0,0 5 0 16,0 0 0-16,0 0-1 0,0 3 0 0,-1 5 0 15,1-5-3-15,-3 10 0 0,3-5 0 0,-3 3 0 16,0 2-2-16,0 3-1 0,0-5 0 0,0 5 0 15,-3 5-5-15,0-5 0 0,0 8-8 0,0 0 12 16,0 0-12-16,-3 5 8 0,0-2-8 0,2 5 0 16,-2 2 28-16,0 1-1 0,-3 2 0 0,3 6 0 0,-3-9-27 0,3 3 0 15,-3-2 0-15,0 5 0 0,-3-3 0 16,3-3 0-16,-3 1 0 0,0-1 0 16,0 1-30-16,1-3-11 0,-4 0-3 0,3-1 0 15,0 4-2-15,-3-8-1 0,3 4 0 0,-3-1 0 16,3-1-117-16,-3-5-24 0,3 0-5 0</inkml:trace>
  <inkml:trace contextRef="#ctx0" brushRef="#br0" timeOffset="10541.842">20970 2212 1580 0,'12'-18'67'0,"-4"-4"-54"16,-2 1 143-16,0 5 29 0,0 3 6 0,0-3 1 15,-3 8-52-15,-3-5-9 0,0 5-3 0,0 0 0 16,-3 0-102-16,0 3-26 0,-3 2 0 0,3 3 0 15,-3-5 0-15,-2 5 0 0,2 0 0 0,-3 5 0 16,0-5 0-16,0 8 0 0,0-5 0 0,-3 5 0 16,6 2 0-16,-3-2 0 0,3 3 0 0,-3 7 0 15,6-2 0-15,0 0 0 0,3 5 0 0,0-5 0 16,0 5 0-16,6 1 0 0,-3-4 0 0,3 3 0 16,3-2 0-16,0 5 0 0,3-9 0 0,-3 7 0 15,0-9 0-15,0 3 0 0,0 0 0 0,0-3 0 16,-1 3 0-16,-2-8 0 0,0 5 0 0,3-3 0 15,-6 1 0-15,3 0 0 0,-3-3 0 0,0 5 0 16,-3-5 0-16,0 0 0 0,0 0 0 0,-3 0 0 16,-3 2 0-16,3-7 0 0,-6 5 0 0,0 0 0 15,0-3 0-15,-2-2 0 0,-1 2 0 0,-3 0 0 16,-3-2 0-16,3-3 0 0,-6 5 0 0,3-5 0 0,0 0 0 16,1 0 0-16,-4 0 0 0,3 0 0 15,3 0-46-15,0 0-14 0,3 0-4 0</inkml:trace>
  <inkml:trace contextRef="#ctx0" brushRef="#br0" timeOffset="11302.183">21380 2119 1668 0,'0'-5'70'0,"0"5"-56"16,3-5 113-16,-3 5 22 0,0 0 5 0,0 0 1 15,0 0-67-15,0 0-14 0,0 0-2 0,0 0-1 16,0 0-43-16,-3 10-9 0,3-2-2 0,0 8 0 16,-3-3-17-16,3 3 10 0,-3 6-10 0,0-7 8 15,3 7-8-15,-2 1 0 0,-1-1 0 0,3-1 0 16,-3-3 0-16,0 3 0 0,3 1 0 0,-3-1 0 16,0 0 0-16,0-5 0 0,0-3 0 0,0 6 0 15,0-6 0-15,0 3 8 0,-3-3-8 0,3 0 0 16,-3-2 0-16,3 2 0 0,0-5 8 0,-3 0-8 15,3-3 0-15,-3 3 12 0,6-8-12 0,0 0 12 16,-6 0 5-16,6 0 2 0,-3-8 0 0,-3 3 0 16,3-6-3-16,0 6-1 0,0-11 0 0,0 3 0 15,0 0-5-15,3-3-1 0,3 0 0 0,-3 0 0 16,3-5-1-16,3 0 0 0,-3-1 0 0,3-1 0 0,0-6 4 16,0-1 0-16,3 1 0 0,0 0 0 0,0 0-4 15,3 0 0-15,-3 5 0 0,0 0 0 0,2-2 7 16,-2 7 1-16,0 1 0 0,3 2 0 0,-3 3-3 15,3 2 0-15,0-2 0 0,3 5 0 0,-3 0-1 0,3 0 0 0,0 3 0 0,-1 2 0 16,1 3-3-16,0 0-1 0,0 0 0 16,-3 0 0-16,0 3-8 0,0 2 8 0,0 3-8 0,-3 0 8 15,-3 0-8-15,0 0 0 0,-4 5 0 0,1-2 0 16,-3 7 0-16,-3-2-9 0,1-3 9 0,-4 3-13 16,0 5-4-16,-3-5-1 0,3-3 0 0,-3 3 0 15,0-2 5-15,-3 1 1 0,3-4 0 0,0 2 0 16,-3 1 23-16,3-7 5 0,0 1 0 0,0 0 1 15,3-2-29-15,-2 2-5 0,2-8-2 0,0 2 0 16,6-2 9-16,0 0 2 0,0 0 0 0,0 0 0 16,0 0 0-16,0 0 0 0,0 0 0 0,0 0 0 15,0 0 8-15,0 0-13 0,6 0 5 16,0 0 8-16,2-2-10 0,1 2 10 0,3-6 0 0,0 6-9 16,3 0 9-16,0-2 0 0,3 2 0 0,0 0-8 15,0 0 8-15,-4 0 8 0,7 2-8 0,-6 4 11 16,0-4 4-16,0 3 1 0,-3 1 0 0,0 2 0 15,-3 0-4-15,0 0 0 0,0 0 0 0,-4-1 0 16,1 1-3-16,-6 6-1 0,3-6 0 0,-6 5 0 16,0-5 0-16,0 0-8 0,-5 5 12 0,2-5-4 15,-6 0 0-15,0 0 0 0,0-3 0 0,-3 6 0 16,-3-3-8-16,-3-1 0 0,0 1 0 0,-2 3 8 16,2-3-8-16,-3 0-17 0,0 2 4 0,0 1 1 0,4 0 12 15,-1-3 0-15,3 2 0 0,-6-2 0 16,3 0-208-16,0 0-38 0</inkml:trace>
  <inkml:trace contextRef="#ctx0" brushRef="#br0" timeOffset="12430.419">16174 3614 1934 0,'0'0'40'0,"0"-2"9"0,0 2-39 0,0 0-10 0,0-6 0 0,0 6 0 15,0 0 61-15,0 0 11 0,0 0 1 0,0 0 1 16,0 6-56-16,0 2-18 0,0 2 10 0,0 1-10 16,0-1 0-16,0 4 0 0,0 2 0 0,0-1 0 15,0 4 0-15,0-3 0 0,0 5 0 0,0-2 0 16,0-1 0-16,0-2 0 0,0 5 0 0,0-8-11 15,-3 3 11-15,3 0-13 0,0-3 5 0,0-2 8 16,-3-1-9-16,3 1 9 0,-3-6 0 0,3-5 0 16,0 0 0-16,0 0 0 0,0 0 0 0,0 0 0 15,0 0 19-15,0 0-3 0,0 0 0 0,-3-5 0 16,3-6 0-16,-3-2-1 0,3-3 0 0,-3-2 0 16,6-3 28-16,-3 2 5 0,3-7 2 0,0 2 0 15,0 0-29-15,3 3-5 0,0-8-2 0,0 5 0 0,3 3 40 16,-3-6 8-16,3 4 2 0,3-1 0 0,-3 0-52 15,0 3-12-15,3 0 0 0,0-3 0 0,-3 11 0 0,2-9 0 16,1 7 0-16,0 1 0 0,0 1 54 0,-3 5 8 0,3 0 2 16,-3 6 0-16,3 2-52 0,-3 0-12 15,0 0 0-15,0 7 0 0,-3 1-16 0,3 3-5 16,-4 2-2-16,1 3 0 0,0 3 23 0,0-4 0 0,-3 7 0 16,3-6 0-16,-3 5-18 0,0-8 4 0,0 5 1 0,-3-2 0 15,3 3-3-15,-3-9-1 16,0 1 0-16,-3 5 0 0,3-8 17 0,-3 2-10 0,3 1 10 15,-3-3-8-15,0-5 8 0,3-3 0 0,0 0 0 0,0 0 0 16,0 0 0-16,0 0 0 0,0 0 0 0,0 0 8 16,0 0-8-16,0 0 8 0,3-3-8 0,0-5 8 15,0-3-8-15,3 3 8 0,-3 1-8 0,3-4 8 16,0 0 4-16,3 1 0 0,-3-3 1 0,3-1 0 16,-3 4-1-16,3-3-1 0,0 2 0 0,-3 0 0 15,3 3 0-15,-4 0 0 0,1 1 0 0,3 1 0 16,-3 4 0-16,0-6 0 0,0 8 0 0,0-6 0 15,0 6-3-15,-3 0-8 0,3 6 12 0,0-4-4 16,0 4-8-16,0-1 0 0,0 3-12 0,0 2 12 16,0 4 0-16,0-4 0 0,-3 3 0 0,3 1 0 15,-3-1 0-15,0 3 0 0,-3-6 0 0,0 9 0 16,3-6 0-16,-3 6 0 0,-3-1 0 0,3 6 0 16,-3-8-15-16,0 5 5 0,3 0 1 0,-3-2 0 15,0 2-37-15,0-5-7 0,3 2-2 0,-3-2 0 16,3-5-58-16,-3 2-12 0,3-5-3 0</inkml:trace>
  <inkml:trace contextRef="#ctx0" brushRef="#br0" timeOffset="12780.255">16957 3689 1824 0,'27'-40'38'0,"-15"21"8"0,-3 3-37 16,3 1-9-16,0-1 0 0,-3 0 0 0,-1-3 156 0,-2 3 28 0,3 1 7 0,-6 1 1 15,0 4-103-15,0-6-20 0,-3 3-4 0,0 2-1 16,0 3 0-16,-3 0 0 0,0 0 0 0,0 6 0 15,-3-4-51-15,-3 6-13 0,4-2 0 0,-4 4 0 16,3 4 0-16,-3-4 0 0,3 4 0 0,-3 1 0 16,3 1 0-16,-3 0 0 0,3 6 0 0,0-7 0 15,3 7 19-15,0-4 1 0,0 4 0 16,3 1 0-16,0-1-20 0,3-1 0 0,0 3-8 0,3 0 8 16,0-1-10-16,3 1 10 0,3-2-10 0,-3 1 10 15,3 4-14-15,3-3 3 0,-4-6 1 0,4 9 0 16,0-6 10-16,0 6 0 0,0-3 0 0,-6 2 0 15,3-7 0-15,-3 2 0 0,0 0 0 0,-3 0 0 16,-3 3 0-16,-3-8 0 0,0 3 0 0,-6-3 0 16,0 2 0-16,0-2 0 0,-6-5 0 0,0 2 0 15,0 0 0-15,-3 1 0 0,-3-1 0 0,3 0 0 16,0-5-55-16,1 0-9 0,-1 3-1 0,0-3-1 16,0 0-114-16,3 0-22 0,0-3-5 0</inkml:trace>
  <inkml:trace contextRef="#ctx0" brushRef="#br0" timeOffset="13471.181">17487 3546 1994 0,'15'-6'41'0,"-15"6"11"0,0 0-42 0,0 0-10 0,0 0 0 0,0 0 0 16,0 0 120-16,0 0 21 0,0 6 5 0,-3 2 1 15,3 5-118-15,-3-5-29 0,0 2 0 0,-3 4 0 16,3-1 57-16,-3 0 6 0,0 3 1 0,3-3 0 31,-3 3-75-31,3 3-14 0,-3-1-3 0,3 1-1 0,0 2 29 0,0-3 0 0,0 6 0 0,0-3 0 16,0-5 0-16,3 0 0 0,-3 0-8 0,0-3 8 15,3 0 8-15,-3-5 4 0,1 0 0 0,2 0 1 16,0-8 3-16,0 0 1 0,0 0 0 0,0 0 0 16,0 0 38-16,0 0 7 0,-3-8 2 0,0 0 0 15,3-5-56-15,0-3-8 0,0 0-8 0,0-5 8 16,3-3 0-16,0 3 0 0,-1-8 8 0,4 3-8 15,0 2 0-15,0 0 0 0,3-3 0 0,0 1 0 16,3 0 0-16,3 2 0 0,0-5 0 0,6-3 0 16,-3 5 0-16,2-2 0 0,1 0 0 0,3 0 0 15,0 5 25-15,-3 8-1 0,0-5 0 0,-1 8 0 16,1 0-24-16,-3 2 0 0,3 3 8 0,-3 0-8 16,3 0 0-16,-4 3 0 0,4 2 9 0,0 3-9 15,0 3-18-15,-3 0-8 0,3 7-2 0,-3-2 0 16,-1 0 28-16,-2 8 0 0,-3 0 0 0,0 2 0 15,-3-2 0-15,-3 6 0 0,-3-4 0 0,0 3 0 0,-3-2 0 16,-6-1 0-16,0-2 0 0,0 3 0 16,-3-6-56-16,-3 3-7 0,0-6-1 0,0 1 0 0,-2 0 52 15,-1 2 12-15,3-5 0 0,-3-6 0 16,3 4 0-16,0-1 0 0,0-2 0 0,3 2 0 0,0-5 0 0,9 0 0 0,0 0 0 0,0 0 0 16,0 0 21-16,0 0 7 0,-3-8 2 0,6 3 0 31,3-1-48-31,3 4-10 0,3-6-1 0,0 0-1 0,3 3 75 0,3-1 15 0,3 1 4 0,-1 2 0 15,1 1-52-15,0-4-12 0,0 6 0 0,0-2 0 16,0 2 0-16,-7 2 0 0,4-2 0 0,-6 6 0 16,0-4 0-16,0 4 0 0,-6-1 0 0,0 3 0 15,0 0 0-15,-3 2 0 0,0-2 0 16,-3 5 0-16,-3-5 0 0,-3 3 0 0,0 0 0 0,-6 2 0 16,0-5 0-16,-3 5 0 0,-3-2 0 0,-2 2 0 15,-4 3 0-15,-3-3 0 0,0 3 0 0,-3 0 0 16,1-3 24-16,2 3 1 0,0 0 1 0,0-3 0 15,3 0-54-15,1 0-12 0,-1-2-1 0,0 2-1 16,3-8-158-16,0 1-32 0,1 4-7 0</inkml:trace>
  <inkml:trace contextRef="#ctx0" brushRef="#br0" timeOffset="14220.096">18573 3681 2030 0,'0'0'57'0,"6"0"14"15,0-3-57-15,-3 3-14 0,3-5 0 0,0 5 0 16,3-3 105-16,0 3 19 0,0 0 3 0,3-5 1 15,0 5-103-15,3-3-25 0,3 3 0 0,2 0 0 16,4 0 52-16,0 3 4 0,3-3 2 0,3 5 0 16,-4-5-30-16,4 3-5 0,0-3-2 0,0 5 0 15,-3-5-21-15,2 0-20 0,1 0 4 0,0 3 1 16,0-3 27-16,2 0 6 0,4 5 1 0,-3-5 0 16,0 0-19-16,-4 3 10 0,1-1-10 0,-6-2 8 15,0 0-8-15,-3 0-17 0,-7-2 4 0,1 2 1 16,0-3 0-16,-6-2 1 0,0 2 0 0,0-2 0 15,-6 2-93-15,0-2-20 0,0-1-3 0,-3 1-1 16,-3 0 103-16,0-3 25 0,-3-3 0 0,0 3 0 16,-6 0 0-16,0-2 0 0,0-1 0 0,-3 1 0 15,1 2 0-15,-4-5 0 0,3 2 0 0,-6 0 0 16,6 3 46-16,-3-2 14 0,0-1 4 0,3 3 0 0,1 0 0 0,2 0 0 16,3 0 0-16,0 3 0 0,3 3-52 0,0-4-12 0,6 6 0 15,0 0 0-15,0 0 0 0,6 0 0 0,3 6 0 0,0-6 0 16,3 2 54-16,3 1 8 0,2 2 2 0,1 0 0 15,-3 3-52-15,3-2-12 0,0 2 0 0,-3 0 0 16,3-1 0-16,-7 1 0 0,4 6 0 0,-3-9 0 16,0 11 54-16,0-8 8 15,0 2 2-15,-3 4 0 0,-3-1-52 0,3-3-12 16,-3 1 0-16,0 0 0 0,-3 2 0 0,-3 0 0 16,0 3 0-16,-3-6 0 0,0 4 0 0,0-1 0 0,-3 3 0 0,0-3 0 15,-3 0 0-15,0 3 0 0,0-5 0 0,-3-1 0 16,-3 1-48-16,3 2-13 15,-3-5-3-15,1 0 0 0,-1 0 0 16,0 0 0-16,0 0 0 0,0-3 0 0,0-2-102 0,3-1-21 0,0-2-4 16</inkml:trace>
  <inkml:trace contextRef="#ctx0" brushRef="#br0" timeOffset="14703.296">20187 3374 2079 0,'0'0'59'0,"0"0"13"0,3-3-58 0,3 0-14 0,-3 3 0 0,0-5 0 16,-3 5 59-16,6 0 9 0,-3-3 1 0,3 6 1 16,0-3-27-16,-6 0-6 0,5 5-1 0,-2 1 0 15,3-1-24-15,-3 6-12 0,0-1 10 0,0 1-10 16,0 5 8-16,-3-1-8 0,0-1 0 0,0 4 0 15,-3 1 0-15,0-3 0 0,0-1 0 0,0 7 0 16,-3-9 8-16,3 5-8 0,-2 1 0 0,2-1 0 16,-3-2 0-16,0-2 0 0,3 1 0 0,0-1 0 15,0-1-45 1,3-3-15-16,-3 1-4 0,3-3 0 0,3 0 52 0,0-3 12 0,0 3 0 0,3 0 0 16,0-8 0-16,2 3 0 0,1-3 0 0,3 0 0 15,3 0 0-15,0-3 0 0,3-2 0 0,3 0 0 16,0-1 20-16,2 1 8 0,4-3 0 0,3 0 1 15,-3 0-149-15,3 0-29 0,-1-2-7 0</inkml:trace>
  <inkml:trace contextRef="#ctx0" brushRef="#br0" timeOffset="15033.014">20940 3374 1713 0,'0'-11'72'16,"3"0"-57"-16,-3 1 119 0,-3 2 24 0,3-3 5 0,-3 3 1 15,0 0-60-15,-3 3-12 0,3 0-3 0,-3 2 0 16,0-5-35-16,-3 8-7 0,3-5-2 0,-3 2 0 15,-3 3-21-15,3 0-5 0,-2 0-1 0,-4 3 0 16,3 2-18-16,-3 3 0 0,-3 0 0 0,3-3 0 31,0 6-24-31,0 2-4 0,0 1-2 0,4 4 0 0,2-2 30 0,0 2 0 0,3-2 0 16,3 6 0-16,3-7 0 0,0 7 0 0,6-9 0 0,0 5 0 16,3-2 0-16,3-3 0 0,2 3 0 0,1-2 0 15,3-1 8-15,0-3 7 0,0 4 1 0,3-1 1 16,-3-3-17-16,-4-2 10 0,4 3-10 0,-3-1 8 15,-3-2-8-15,0 3 0 0,-3-3 0 0,0-5 0 16,-3 5 0-16,-3-1 0 0,-3-1 0 0,0 2 0 16,-3-3-17-16,-3 3-3 0,0-5 0 0,-3-1 0 15,0 4 20-15,-3-4 0 0,-3 1 0 0,0 2 0 16,-2-5 0-16,-1 0 0 0,0 0 0 0,-3 3 0 16,3-3-55-16,3-3-7 0,-3 3-2 0</inkml:trace>
  <inkml:trace contextRef="#ctx0" brushRef="#br0" timeOffset="15736.446">21175 3437 2366 0,'12'-10'67'0,"0"-1"15"0,-3 0-66 16,0 3-16-16,0 1 0 0,-3-1 0 0,0 2 73 0,-3 1 11 0,-3 5 3 0,0 0 0 15,0 0-57-15,0 0-11 0,0 0-3 0,2 8 0 16,1 3-8-16,0-4-8 0,-3 4 12 0,3 2-12 15,-3 3 0-15,0 0 0 16,0 3 0-16,3-4-12 0,-3 7 12 0,0-7 0 0,3 1 0 0,-3 3 0 16,0-1 0-16,0-4 0 0,3 1 0 0,-3-1 0 15,0-1 0-15,-3-2 0 0,3-1 0 0,0 1 0 16,-3 2 0-16,3-5 0 0,0-5 0 0,0-3 0 16,0 0 0-16,0 0 8 0,0 0-8 0,0 0 0 15,0 0 13-15,0 0-4 0,0 0-1 0,-3-3 0 16,0-2 2-16,3-3 0 0,0 0 0 0,0-3 0 15,0 1 3-15,0-4 1 0,3-2 0 0,0 1 0 16,0-1-1-16,3-5 0 0,0-1 0 0,0-1 0 16,3-1-4-16,0-5-1 0,3 0 0 0,0-6 0 15,0 9 0-15,0-1-8 0,3 3 12 0,-1 3-4 16,1 0 1-16,0 5 0 0,0 0 0 0,3-2 0 16,0 7-9-16,3-2 10 0,0 2-10 0,-1 6 10 15,4 0-10-15,0 2 10 0,0 3-10 0,0 0 10 16,-4 0 0-16,1 3 0 0,-3 2 0 0,0-2 0 15,-3 5-10-15,-3 2 0 0,0-2 9 0,-3 5-9 16,0-2 0-16,-3 5 0 0,-1-3 0 0,-2 3 0 16,-3 0-17-16,0 2 1 0,-3-4 1 0,-2 1 0 15,-1 1-9-15,-3-2-3 0,0 1 0 0,-3-4 0 0,3 2 10 16,-6 1 1-16,3-7 1 0,-6 1 0 0,3 0 15 0,-3 0-9 16,4-2 9-16,-4-1-8 0,6-3 8 0,0 1 0 15,0 0 8-15,3-3-8 0,3 2 8 0,6-2-8 0,0 0 10 0,0 0-10 16,0 0 9-16,6-2-9 0,0-1 8 0,0 0-8 15,6 1 8-15,0-1-8 0,3 3 8 0,3-2-8 16,-4 2 18-16,4 2-2 0,0-2 0 0,-3 3 0 16,3-1 9-16,-3 4 2 15,-3 2 0-15,3-6 0 0,-4 4-1 16,-2 2 0-16,0-3 0 0,0 3 0 0,-3 0-5 16,0 0-1-16,0 0 0 0,-3 0 0 0,0 0-8 0,0-1-3 0,0 7 0 0,-3-9 0 15,0 6-9-15,-3-4 12 0,3 1-12 0,-6 3 12 16,0-3-12-16,0 3 0 0,-3-4 9 0,-3 1-9 15,0 3 0-15,-5-3 0 0,2 0 0 0,-6 0 0 16,0 5-28-16,-3-5-6 0,-3 3-2 16,-5 2 0-16,2 0-221 0,-3-2-45 15</inkml:trace>
  <inkml:trace contextRef="#ctx0" brushRef="#br0" timeOffset="17429.684">9519 6305 1530 0,'0'0'32'0,"-3"-2"8"0,3-4-32 0,-3 1-8 0,3 0 0 0,0-3 0 16,-3 3 101-16,3-1 19 0,-3-2 4 0,0 3 1 15,0 0-42-15,0 0-9 0,0-3-2 0,0 2 0 16,0 4-22-16,-3-4-5 0,3-2-1 0,-3 6 0 15,0-3-14-15,3-1-3 0,-3 1-1 0,0 2 0 16,0-2-6-16,0 2 0 0,0-2-1 0,-3 2 0 16,0-2 22-16,0 2 5 0,1-2 1 0,-1 3 0 15,0-1-38-15,0 0-9 0,0 1 0 0,0-4 0 16,3 4 0-16,-3-1 0 0,0 0 0 0,0 1 0 0,0-1 0 16,0 0 0-16,0-2 0 0,-3 2 0 0,1 1 0 0,-4-1 0 15,0 1 0-15,-3-4 0 0,3 4 0 16,0 2 0-16,-3-6 0 0,0 6 0 0,1-2 0 15,-4-1 0-15,3 3 0 0,-3-3 0 0,3 3 0 16,-3 0 0-16,4 0 0 0,-1 0 0 0,0 0 0 0,3 0 0 0,3 0 0 16,-3 0 0-1,3 0 0-15,0 0 0 0,0 0 0 0,0 0 0 0,4 3 0 0,-4-3 0 16,0 0 0-16,3 0 0 0,-3 0 0 0,-3 0 0 16,3 0 0-16,-3 0 0 0,0 0 0 0,3 0 0 0,-2 0 0 0,-1 0 0 15,0 3 0-15,0-3 0 0,3 0 0 0,-3 2 0 16,3-2 0-16,0 0 0 0,0 0 0 0,1 0 0 15,-1 3 0-15,0-3 0 0,0 0 0 0,3 3 0 16,-3-3 0-16,3 2 0 0,-3-2 0 0,3 3 0 16,0 0 0-16,0-3 0 0,0 2 0 0,0 1 0 15,1-1 11-15,2 1 0 0,0-3 0 0,-3 5 0 16,3-2-11-16,-3 0-16 0,0-1 4 0,3 1 1 16,-3 0 11-16,0-1 12 0,3 1-2 0,-3 2-1 15,0-2-9-15,-3 0 0 0,3 2 0 0,0 0 0 16,1 0 0-16,-1 1 0 0,0 2 0 0,0-3 0 15,0 3-9-15,3 0 9 0,-3 0 0 0,0 0 0 16,3 0 0-16,-3 2-8 0,3 1 8 0,-3-1 0 16,3 1 0-16,3 0 0 0,-3-1-8 0,0 1 8 15,3 2 0-15,0-5 0 0,1 0 0 0,-1 0 0 16,0 0-12-16,0 0 12 0,3-3-12 0,0 0 12 16,-3 1-23-16,3-6 3 0,0 0 0 0,0 0 0 15,0 0-18-15,0 0-3 0,0 0-1 0,0 0 0 16,0 0-119-16,0 0-24 0,0 0-5 0</inkml:trace>
  <inkml:trace contextRef="#ctx0" brushRef="#br0" timeOffset="17895.197">8203 6147 1314 0,'0'0'37'0,"0"0"8"0,0 0-36 0,0 0-9 0,0 0 0 0,0 0 0 16,0 0 53-16,0 0 9 0,0 0 2 0,0 0 0 16,0 0 0-16,-3 2 0 0,3-2 0 0,0 0 0 15,0 0 5-15,-3 6 2 0,3-6 0 0,0 0 0 16,0 0-11-16,0 0-3 0,0 0 0 0,-3 5 0 15,3-5 6-15,0 0 1 0,0 5 0 0,0 3 0 16,-3-3-52-16,3 1-12 0,0-1 0 0,0 0 0 16,0 3 12-16,0 0 0 0,0 0 0 0,0 3 0 15,0-3-12-15,0 2-16 0,0 1 3 0,0 2 1 16,0 0 12-16,0-2 0 0,0 2 0 0,0-2 0 16,0 2 0-16,3-5 0 0,-3 2 0 0,3 1 0 0,0-3 0 15,0 0 0-15,0-3 0 0,0 3 0 0,0-3 0 16,3 1 0-16,-3-1 0 0,3 0 0 15,0-2 29-15,0 0 9 0,0 2 2 0,3-5 0 0,-3 2-12 16,2-2-3-16,4 3 0 0,-3-3 0 0,3 0-8 0,0-3-1 16,3 3-1-16,-3-2 0 0,3-1-25 15,-3 1-5-15,3-1-1 0,-4-2 0 0,4 2 16 0,0-2 12 16,-3-3-3-16,0 5 0 16,0-2-196-16,-6 0-39 0</inkml:trace>
  <inkml:trace contextRef="#ctx0" brushRef="#br0" timeOffset="21945.625">8486 7245 1333 0,'0'0'28'0,"0"0"6"0,0 0-34 0,0 0 0 0,0 0 0 0,0 0 0 15,0 0 104-15,0 0 15 0,0 0 2 0,0 0 1 16,0 0-41-16,0 0-8 0,0 0-1 0,0 0-1 15,0 0-6-15,0 0-1 0,0 0 0 0,0 0 0 16,0 0-20-16,0 0-4 0,0 0 0 0,0 0-1 16,0 0-13-16,0 0-2 0,0 0-1 0,0 0 0 15,0 0-23-15,3 2 8 0,0 4-8 0,0-4 0 16,0 4 0-16,0-1 0 0,0 0 0 0,-3 0 0 16,3 1 0-16,0-1 0 0,-3 3 0 0,3-3 0 15,0 1 0-15,-3-1 0 0,2 0 0 0,1 0 0 16,3 1 0-16,-3-1 0 0,3 0 0 0,0 1 0 15,-3-1 0-15,3 0 0 0,0-2 0 0,0 2 0 16,0 0 0-16,0 1 0 0,3-1 0 0,0 0 0 16,-3 1 0-16,3-4 0 0,0 4 0 0,0-4 0 15,0 4 0-15,0-1 0 0,-1-3 0 0,1 1 0 16,0 0 0-16,3-1 0 0,-3 1 0 0,0 0 0 0,3-1 0 0,0-2 0 16,-3 0 0-16,3 0 0 0,0 0 0 0,0 0 0 15,-4 0 0-15,4 0 0 0,0 0 0 16,-3 0 0-16,3-2 0 0,-3 2 0 0,3 0 0 15,-3 0 0-15,3-3 0 0,-3 3 0 0,0-3 0 0,-3 1 0 16,3 2 0-16,-1-3 0 0,1 0 0 0,0 1 0 0,0 2 0 16,0-3 0-16,0 3 0 0,0-2 0 0,0-1 0 0,0 3 0 15,0-3 0 1,3 1 0-16,-3 2 0 0,0-3 0 0,2 0 0 0,-2 1 0 0,0 2 0 0,3-3 0 16,-3 0 0-16,0 3 0 0,0-2 0 0,0 2 0 15,0 0 0-15,0-3 0 0,3 3 0 0,-3-3 0 16,0 3 0-16,0 0 0 0,2-2 0 0,-2 2 0 15,0-3 0-15,0 0 0 0,0 3 0 0,0-2 0 16,0-1 0-16,3 1 0 0,-3-1 0 0,0 0 0 16,0 1 0-16,0-4 0 0,0 4 0 0,-3-4 0 15,2 1 0-15,-2 2 0 0,0-2 0 0,0 2 0 16,-3 1 0-16,3-1 0 0,-3 1 0 0,0 2 0 16,0-3 0-16,-3 3 0 0,6-3 0 0,-6 3 0 15,0 0 0-15,0 0 0 0,3-2 0 0,-3 2 0 16,0 0 8-16,0 0-8 0,0 0 8 0,0 0-8 15,0 0-40-15,0-6-13 0,0 6-3 0</inkml:trace>
  <inkml:trace contextRef="#ctx0" brushRef="#br0" timeOffset="22401.494">9275 7173 1614 0,'0'0'33'0,"0"0"9"0,0 0-34 16,0 0-8-16,0 0 0 0,0 0 0 0,0 0 96 0,0 0 18 0,0 0 3 0,0 0 1 15,0 0-44-15,0 0-9 0,0 0-1 0,0 0-1 16,0 0-17-16,0 0-3 0,0 0-1 0,0 0 0 15,0 0-2-15,3 6-1 0,2-4 0 0,-2 1 0 16,3 2-6-16,0-2-1 0,0 2 0 0,-3 0 0 16,3-2-12-16,0 2-2 0,0-2-1 0,0 2 0 15,0-2-17-15,0 2 10 0,0 1-10 0,0-4 8 16,-3 3-8-16,3-2 0 0,0 2 0 0,-3-2 8 16,3 2-8-16,-3 1 0 0,0-4 0 0,0 4 0 15,-3-1 0-15,3 0 8 0,-3-5-8 0,0 5 0 16,0 3 8-16,0-2-8 0,-3-1 8 0,3 0-8 15,-3 1 8-15,0-4-8 0,0 3 0 0,0 1 8 16,-3-1-19-16,3-2-4 0,-3 2-1 0,3-2 0 16,-3 2 16-16,3-2 0 0,-3 2 0 0,3-2 0 15,3-3 15-15,-6 5 5 0,6-5 2 0,-3 5 0 16,3-5-30-16,0 0-7 0,-6 3-1 0,6-3 0 16,0 0-44-16,-3 5-8 0,3-5-3 0</inkml:trace>
  <inkml:trace contextRef="#ctx0" brushRef="#br0" timeOffset="25942.877">17020 7118 1094 0,'0'0'46'15,"3"0"-37"1,3 2 95-16,0-2 20 0,2 3 3 0,1-3 1 16,0 3-52-16,3-1-9 0,0-2-3 0,3 3 0 15,3-3-33-15,0 3-7 0,6-1-2 0,-1 1 0 16,1-3 12-16,3 0 2 0,3 3 1 0,3-1 0 16,-1-2-4-16,1 3-1 0,3 2 0 0,5-2 0 15,-2-3 22-15,6 2 4 0,-1-2 1 0,4 3 0 16,-3-3-27-16,-1 3-6 0,1-3-1 0,3 2 0 15,-4-2 1-15,1 0 0 0,3 3 0 0,-1-3 0 0,-5 0-10 16,-1 3-1-16,-2-1-1 0,0 1 0 16,-3-3-4-16,-1 3-1 0,-2-1 0 0,0 1 0 0,-3-3-9 15,-4 0 0-15,-2 0 9 0,-3 3-9 16,-3-1 8-16,0-2-8 0,-6 0 10 0,0 3-10 0,-4-3 9 16,1 0-9-16,-3 0 8 0,-3 2-8 0,-3-2 0 15,0 0 0-15,6 0 0 0,-6 0 0 16,0 0-38-16,0 0 0 0,0 0 0 0,0 0 0 15,0 0-39-15,0 0-8 0,0 0-2 0</inkml:trace>
  <inkml:trace contextRef="#ctx0" brushRef="#br0" timeOffset="32580.515">9355 8830 1458 0,'0'0'30'0,"0"0"8"0,0 0-30 0,0 0-8 0,0 0 0 0,0 0 0 15,-3-3 77-15,3 3 15 0,-6-3 2 0,6 3 1 16,-3-2-30-16,-3-1-5 0,3-2-2 0,0 2 0 16,-3-2 2-16,3 0 1 0,0 2 0 0,-3-5 0 15,3 3-1-15,-3-3-1 0,3 0 0 0,-3 0 0 16,0-3-17-16,-2 1-3 0,-1-1-1 0,0 1 0 15,-3-1-7-15,0-2-2 0,0 0 0 0,0 2 0 16,-3-2-9-16,0 2-1 0,0 1-1 0,-5 2 0 16,5-3-8-16,-3 6-2 0,3-6 0 0,-3 6 0 15,0 0-17-15,0 2-4 0,0-2-1 0,1 2 0 16,2 0 14-16,-3 3 0 0,3-2 0 0,-3 2 0 0,0 0 0 16,0 0 0-16,4 0 0 0,-7 0 0 0,3 0 0 15,-6 0 0-15,0 0 12 0,0 0-12 0,4 2 0 16,-4 1 0-16,-3 2 0 0,3 1-9 0,3-1 9 0,0 3 0 0,4 0 0 15,-4 2 0-15,3 1-19 0,0-1 2 16,3 1 0-16,0 0 0 0,3-1 27 0,-3 1 6 0,7-1 0 0,-4-2 1 16,0 3-17-16,3-3 0 0,0 2 0 15,0-2 0 1,0-2-48-16,3 2-12 0,0 0-4 0,0-3 0 0,3 0 52 0,-3-2 12 16,6-3 0-16,0 0 0 0,0 0 0 0,0 0 0 0,0 0 0 0,0 0 0 15,0 0-12-15,0 0 1 0,0 0 0 0,6-3 0 16,0-2-49-1,-3-3-9-15,3 0-3 0,0 0 0 0,0 0-126 0,3-2-26 16,-3 2-4-16</inkml:trace>
  <inkml:trace contextRef="#ctx0" brushRef="#br0" timeOffset="32997.134">8265 8576 1720 0,'0'0'36'0,"0"0"8"0,0 0-35 0,0 0-9 0,0 0 0 0,0 0 0 15,0 0 75-15,0 0 13 0,0 0 2 0,0 0 1 16,0 0-73-16,0 0-18 0,0 0 0 0,0 0 0 15,0 8 55-15,3 0 7 16,-3-1 2-16,0 1 0 0,3 6-64 0,-3-4 0 0,0 3 0 0,3 1-13 16,-3-1 13-16,0 3 0 0,3-3 9 0,0 0-9 15,-3 1 8-15,3-4-8 0,0 3 0 0,0-2 9 16,0-3-9-16,0 0-12 0,3 0 2 0,-3 0 1 16,3-3 9-16,0 0 0 0,0-2 10 0,0 0-10 15,3-1 12-15,-3 1-3 0,3-3-1 0,0 0 0 16,3-3-8-16,-3 1 0 0,2-1 9 0,1 0-9 15,3-2 0-15,-3 0 9 0,0 2-9 0,0-2 0 16,0-3 0-16,0 2 0 0,0 1 0 0,0 0 0 31,2 0-32-31,-2 2-3 0,3-2-1 0</inkml:trace>
  <inkml:trace contextRef="#ctx0" brushRef="#br0" timeOffset="33898.768">8480 9486 1379 0,'0'0'58'16,"0"0"-46"-1,0 0 81-15,0 0 17 0,0 0 3 0,0 0 1 16,0 0-52-16,0 0-10 0,0 0-3 0,-6 5 0 16,3-2-35-16,0 2-14 0,3-5 11 0,0 8-11 15,-3-3 0-15,3 3 0 0,0 0 0 0,0 0 0 16,0 0 0-16,3 0 0 0,-3 3 0 0,3-1 0 0,-3-2 0 16,3 0 0-16,-3 0 0 0,3 3 0 15,0-3 0-15,0 2 0 0,0-2 0 0,0 0 0 0,0 3 0 0,0-3-10 16,0 2 10-16,0-2-8 0,0 0 8 15,3 3-13-15,0-3 5 0,-4-1 8 16,7 1-37-16,-3 0 0 0,0-2 0 0,0-1 0 16,3-2 37-16,0-1 0 0,0 1 0 0,0 0 0 0,3-1 0 0,0-2 0 15,0 0 0-15,3 3 0 0,-1-3 0 16,1 0 0-16,-3 0 0 0,6 0 0 0,-3-3 0 0,0 3 0 0,3 0 0 16,-3-2 0-16,3 2 12 0,-1-3-4 0,-2 0 0 15,3 1 0-15,-3-1 14 0,3 0 2 0,-6-2 1 0,3 2 0 16,0 1-2-16,-4-1-1 0,4 0 0 0,0-2 0 15,0 2-14-15,-3 1-8 0,3-1 10 0,0 1-10 16,3-1 0-16,-4 0 0 0,1-2 0 0,3 2 0 16,0 1 0-16,0-1 0 0,0 0 0 15,-3 1 0-15,3-1 0 0,-1 0 0 0,-2-2 0 16,0 2 0-16,0 3 57 0,0-2 6 0,0-1 1 0,-3 3 0 16,0-2-52-16,0-1-12 0,-1 0 0 0,-2 3 0 15,0-2 0-15,0-1 0 0,0 0 0 0,0 3 0 16,-3 0 0-16,0-2 0 0,3 2 0 0,-3-3 0 15,0 3 0-15,0 0 0 0,0 0 0 0,0 0 0 16,-3 0 0-16,3 0 0 0,-3 0 0 0,-3 0 0 16,6 0 0-16,-6 0 0 0,3 3 0 0,-3-3 0 15,0 0 0-15,5 0 0 0,-5 0 0 0,0 0 0 16,0 0 0-16,0 0 0 0,0 0 0 0,0 0 0 16,0 0-48-16,0 0-13 0,3-3-3 0</inkml:trace>
  <inkml:trace contextRef="#ctx0" brushRef="#br0" timeOffset="34304.03">9295 9504 1337 0,'0'0'56'0,"0"0"-44"15,0 0 50-15,0 0 10 0,0 0 3 0,0 0 0 16,0 0-18-16,0 0-3 0,0 0-1 0,0 0 0 16,0 0-7-16,3 6-2 0,0-1 0 0,0 0 0 15,0 1-19-15,3-1-4 0,-3 0-1 0,3 3 0 16,0-3 36-16,-3 1 6 0,3-1 2 0,0 3 0 16,0-3-52-16,-3 3-12 0,3-3 0 0,0 1 0 15,0 2 54-15,-3-3 8 0,3 0 2 0,-3 1 0 16,0-1-64-16,0 0-15 0,0 0-1 0,0 3-1 15,-3-8 17-15,3 3 0 0,-3-3 0 0,0 8 0 16,0-3 10-16,0-5 6 0,0 6 0 0,-3 1 1 16,0-1-17-16,0-1 0 0,0 0 0 0,-3-2 0 15,0 2 0-15,0 1 0 0,3-1 0 0,-3 0 0 16,0 0 0-16,3 1 0 0,0-1 0 0,-3 0 0 16,6-5 0-16,-3 3 0 0,3-3 0 0,-6 5 0 15,6-5-48-15,0 0-12 0,-6 3-4 0,6-3 0 16,0 0-64-16,0 0-14 0,0 0-2 0</inkml:trace>
</inkml:ink>
</file>

<file path=ppt/ink/ink17.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2-04-18T22:11:21.819"/>
    </inkml:context>
    <inkml:brush xml:id="br0">
      <inkml:brushProperty name="width" value="0.05292" units="cm"/>
      <inkml:brushProperty name="height" value="0.05292" units="cm"/>
      <inkml:brushProperty name="color" value="#FF0000"/>
    </inkml:brush>
  </inkml:definitions>
  <inkml:trace contextRef="#ctx0" brushRef="#br0">20473 4845 1485 0,'0'0'31'0,"0"0"7"16,0 0-30-16,0 0-8 0,0 0 0 0,0 0 0 16,0 0-30-16,0 5-7 0,3 0-2 0,0 1 0 15,2-1 39-15,-2-2 0 0,3 2 0 0,0-5 0 0,6 3 0 0,0-3 13 0,0 2 0 0,3-2 0 16,3 0-13-16,0-2 9 0,2 2-9 0,4-3 8 15,3-2-20-15,3-1-4 0,6 1 0 0,2 0-1 16,4-3 17-16,0 0 0 0,2 0 0 0,10-3 0 16,-7 3 22-16,4 3 8 15,3 0 2-15,2-6 0 16,-2 6-52-16,2 0-9 0,-2-1-3 0,5 4 0 0,-5 2 57 16,0-6 11-16,-1 6 3 0,4 0 0 15,-7 0-63-15,1 6-12 0,-6-6-2 0,5 2-1 0,-8 1 83 0,3 2 16 16,-7-2 3-16,1 5 1 15,-3 0-103-15,-4-3-20 0,1 6-4 0,-3-1-1 0,-3 1 103 0,-3-3 20 0,-4 2 4 0,1 1 1 16,-3 0-44-16,-3-1-9 0,0 1-2 0,-3 2 0 16,-3 0 22-16,0 3 4 0,-1-3 1 0,-2 3 0 15,0 3-14-15,0 2-2 0,-3 3-1 0,3 2 0 16,-3 1-19-16,0 4 0 0,-3-4 0 0,3 5 0 16,-3-1 0-16,3 1 0 0,-3 0 0 0,0 2 0 15,0 6 0-15,0 0 0 0,0 2 0 0,0 6 0 16,0-3 0-16,3 0 0 0,-3 2 0 0,3 3 0 15,-3 3 0-15,3 0 0 0,0 3 0 0,3 5 0 16,-3-3 28-16,3-3 3 0,3 4 0 0,0 4 0 16,0-2-50-16,0 3-9 0,0 2-3 0,3 8 0 15,-1-8 76-15,1 5 15 0,0 1 4 0,3 7 0 16,0-5-103-16,-3 0-20 0,3 3-4 0,0 8-1 16,0-6 52-16,-4 3 12 0,1 0 0 0,3 13 0 0,-3-10 28 15,0 2 8-15,-3 3 1 0,3 11 1 16,-3-11-22-16,-3 3-5 0,3-1-1 0,-3 14 0 15,-3-13-10-15,0 2 10 0,0 3-10 0,-3 10 10 0,0-12-10 0,0 1 8 16,0 4-8-16,0 10 8 16,-3-10 0-16,0-1-8 0,3 3 12 0,-3 11-4 0,0-13 3 15,-3 2 0-15,3 0 0 0,-3 11 0 0,3-14 0 0,-3 4 0 16,3-1 0-16,-3 11 0 0,0-14-3 0,0 1-8 0,0-1 12 0,0 14-4 16,0-13-8-16,0-1 0 0,0-2 0 0,-3 13 8 15,3-13-8-15,0 0 0 0,1 2 0 0,-1 9 0 16,0-14 0-16,0-2 0 0,0 2 0 0,0 8 0 15,0-10-23-15,0-3-6 0,3 0-2 0,0 8 0 16,-3-11 31-16,3 0 0 0,0-2 0 0,0 10 0 16,0-10 20-16,-3-3 11 0,3 0 1 0,-3 5 1 15,0-7-23-15,-3-1-10 0,3-2 8 0,-3 8-8 16,0-11 0-16,-2-3 0 0,2 0 0 0,-3 4 0 16,3-7 0-16,-3-1 0 0,0 4 0 0,0 3 0 15,0-10 0-15,0-1 0 0,0 1 0 0,0 2 8 16,1-5-8-16,-1-3 8 0,0 0-8 0,-3 3 8 15,0-8 0-15,0 2 0 0,-3-2 0 0,0 3 0 16,0-9 1-16,1 1 0 0,-1-3 0 0,0 3 0 16,-3-3-9-16,3-3 10 0,-3 0-10 0,1 3 10 15,2-8-10-15,-3 0 0 0,0 0 0 0,0 0 0 16,0-5 0-16,0-3 0 0,4 0 0 0,-7 1 0 16,3-7 31-16,0 1 4 0,-3 0 1 0,-2-3 0 15,2 0-22-15,0-5-4 0,0 3-1 0,-3-3 0 0,1-1 8 16,-1-1 2-16,-3-1 0 0,0-2 0 15,0-1-37-15,1-2-7 0,-1-3-2 0,-3 1 0 0,0-1 27 0,1-2 0 0,-1 2 0 16,0-2-8-16,0-3 28 0,1 0 7 0,-1 0 1 16,0-6 0-1,3 4-45-15,1-4-9 0,-1 1-2 0,0-3 0 0,0 0 28 16,1-2 0-16,-1-1 0 0,0-2 0 0,0-1 0 0,4-4-8 16,-4 2 8-16,0-5 0 0,3 5 0 0,3-5-8 0,-2 2 8 15,2-2 0-15,0-3 0 0,0-2 0 16,0 2 0-16,-2-5-8 15,2-3-19-15,0 0-3 0,3-2-1 0,-6-3 0 0,4 3 31 0,-1-3 0 0,3 0 0 0,-3 0 0 16,0-3 15-16,3-3 9 0,1 1 1 0,-1-3 1 16,3 3-26-16,3-3 0 0,-3-3 0 0,0-2 0 15,3 0 0-15,0-1 0 0,1 1 0 0,-1-5 0 16,3 2 0-16,-3-3 0 0,0 1 0 0,0-9 0 16,3 6 0-16,0 0 0 0,0-3 0 0,1-5 0 15,-1 5-25-15,3-3 2 0,-3 3 1 0,0-7 0 16,3 4 22-16,0-5 0 0,0 0 0 0,0-7 0 15,3 7 24-15,0-5 10 0,-3 0 2 0,3-6 0 16,3 9-7-16,-3-3-1 0,3 0 0 0,-2-6 0 16,2 6-28-16,3-2 0 0,-3-1 0 0,0-8 0 15,0 3 0-15,0 0 0 0,3-3 0 0,-3-7 0 16,3 7 0-16,-3 0 0 0,3-2 0 0,-3-5 0 16,3 4 0-16,-3 1 0 0,0 0 0 0,0-11 0 15,0 10 0-15,0-2 0 0,0 0 0 0,0-10 0 0,0 10 57 16,0 0 6-16,0 0 1 0,-3-8 0 0,3 8-52 15,0 3-12-15,-3-3 0 0,3-8 0 0,-3 8 0 16,3 3 0-16,0-6 0 0,-3-5 0 16,3 11-16-16,0-3-5 0,0 3-2 0,-3-11 0 15,3 10 23-15,3-2 0 0,-3 3 0 0,0-11 0 0,3 11 0 0,0 0 0 16,-3-1 0-16,3-10 0 0,0 14 0 0,0-4 0 0,3-2 0 0,-3-5 0 16,3 10 21-16,-3-2-1 0,3 0 0 0,0-6 0 15,-3 9-30-15,3 1-6 0,-3-1-2 0,0-6 0 16,3 10 18-16,-3 4 0 0,3-4 0 0,-3-2 0 15,3 8 0-15,-3 0 0 0,3 0 0 0,-3-5 0 16,3 7 11-16,0 1 5 0,0-3 2 0,0-3 0 16,0 6-18-16,0 2 0 0,0 0 0 15,3-2 0-15,-3 7 0 0,3 0 0 0,0 6 0 16,0-8 0-16,0 5 0 0,0 0 0 0,3-2 0 0,-3-3 0 16,3 10 0-16,0 1 0 0,-1 4 0 0,-2-4 0 15,3 5 0-15,0-1 0 0,-3-2 0 0,3 0 0 16,-3 8-11-16,3 3-5 0,-3 2-2 0,0 1 0 15,3 2 18-15,-3 0 0 0,3 0 0 0,0 0 0 16,0 5 0-16,0 0 0 0,2 3 0 0,1 0 0 16,0 2 0-16,3 6 0 0,0 0-8 0,3 2 8 15,-3 1 0-15,3 2 0 0,-1 0 0 0,4 3 0 16,0 2 10-16,3-2 9 0,-3 3 1 0,3-1 1 16,2 3-42-16,-2 3-9 0,3-1-2 0,0 4 0 15,-3-6 12-15,2 5 1 0,1-2 1 0,-3 2 0 16,3-2-48-16,-3 0-10 0,-1-1-1 0</inkml:trace>
</inkml:ink>
</file>

<file path=ppt/ink/ink18.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2-04-18T22:11:33.302"/>
    </inkml:context>
    <inkml:brush xml:id="br0">
      <inkml:brushProperty name="width" value="0.05292" units="cm"/>
      <inkml:brushProperty name="height" value="0.05292" units="cm"/>
      <inkml:brushProperty name="color" value="#FF0000"/>
    </inkml:brush>
  </inkml:definitions>
  <inkml:trace contextRef="#ctx0" brushRef="#br0">10060 3379 1782 0,'0'0'37'0,"0"0"8"16,-6 0-36-16,6 0-9 0,0 0 0 0,-6 3 0 15,1 5 62-15,2-6 10 0,-3 3 3 0,0 3 0 0,0 3-9 0,3 2-2 16,-3 3 0-16,0 3 0 0,0-6-51 0,0 5-13 0,3 1 0 0,-3 5 0 15,0-8 0-15,3 5 0 0,-3-5 0 0,0 5 0 16,0-3 28-16,0 1 4 0,0-3 0 0,0 5 0 31,0-8-52-31,0 6-9 0,3-1-3 0,-3 1 0 16,3-3 32-16,-2-3 0 0,2 3 0 0,-3-3 0 0,3 0 32 0,0-8 12 0,0 3 2 16,3-8 1-16,0 0-29 0,0 0-6 15,0 0 0-15,0-5-1 0,3-3-11 0,0-8 12 0,0 0-12 0,3-2 12 16,0-1-12-16,2-2 0 0,1 0 0 0,3-5 0 15,0-4 0-15,3 1 0 0,3 3 0 16,0-11 0-16,0 0 0 0,0 0 0 0,-1-3 0 16,4 0 0-16,-3 6 0 0,3 0 0 0,0 2 0 0,0 5 0 15,-1-2 53-15,-2 5 9 0,3 3 2 0,0 3 0 16,-3 2-52-16,0 3-12 0,-3 2 0 0,2-2 0 16,-2 5 54-16,0 0 8 0,-3 3 2 0,0 2 0 15,0 3-52-15,0 3-12 0,0 2 0 0,0 0 0 16,0 3-9-16,-1 3-5 0,-2 2-1 0,0 3 0 15,0 0 15-15,0 2 0 0,0 1 0 0,-3 2 0 16,3 0 0-16,-3 8 0 0,-3-5 0 0,3 5 0 16,-3 0 0-16,0 3 10 0,0 0-10 0,0-1 8 15,-3-1-20-15,0 1-4 0,0-2 0 0,-3 1-1 16,3-1-17-16,-3-3-3 0,0 6-1 16,0-3 0-16,-3-5-26 0,3 0-4 0,-3 2-2 0,3-2 0 15,-3-3-93-15,0 0-18 0,3-2-4 0</inkml:trace>
  <inkml:trace contextRef="#ctx0" brushRef="#br0" timeOffset="274.566">10057 3450 2066 0,'0'0'43'0,"3"-2"10"0,3-4-42 0,-3 6-11 0,3-5 0 0,0 3 0 15,0 2 93-15,3-6 17 0,0 4 3 0,3 2 1 16,-3 0-80-16,3-6-16 0,3 6-3 0,0 0-1 16,-1 0-14-16,4 0 0 0,3 6 0 0,0-6 0 15,3 0 22-15,0 0 2 0,2 2 0 0,1-2 0 16,3 6-150-16,0-6-30 0,-1 0-5 0</inkml:trace>
  <inkml:trace contextRef="#ctx0" brushRef="#br0" timeOffset="1884.047">11543 3257 1337 0,'-3'-5'56'16,"-3"2"-44"-1,3-2 92-15,0 0 20 0,0-1 3 0,-3 1 1 16,3-3-52-16,0 3-9 0,0-3-3 0,-3 3 0 0,3-3 0 15,-3 0 0-15,3 0 0 0,-3 0 0 16,0 0-12-16,3 0-2 0,-3 3-1 0,-3-3 0 0,3 0-27 16,-3 3-6-16,4-3 0 0,-7 0-1 15,3 0 39-15,0-3 8 0,-3 6 2 0,-3-8 0 16,3 2-52-16,-3 0-12 0,3 4 0 0,-3-4 0 0,3 0 21 0,-2 1 2 0,-1 2 0 16,0-3 0-16,0 1-13 0,-3 2-2 15,3 0-8-15,-3-3 12 0,0 1 18 0,1 2 3 0,-4 0 1 0,0 0 0 16,0 3-34-16,0-1 0 0,0 4 0 0,-2-4 0 15,5 4 0-15,-3-4 0 0,0 4 0 0,0 2 0 16,0 0-8-16,1-6-9 0,2 4-2 0,-3-1 0 16,0 3 19-16,0-3-10 0,0 3 10 15,-2-5-8-15,2 5 24 0,-3 0 6 0,0-2 1 0,-3 2 0 16,4 2-23-16,-1-2 0 0,0 5 0 0,0-2 0 16,0 0 0-16,3 5 0 0,1-8 0 0,-4 8 0 15,0-6 0-15,3 4 0 0,-3-6 0 0,-2 2 0 16,2 4 0-16,0-1 0 0,-3 3 0 0,0 0 0 15,4-6 0-15,-4 6 0 0,3 0 0 0,0 3 0 16,0-3 0-16,0 0 0 0,7 0 0 0,-4 5 0 16,0-5 0-16,0 2 0 0,0 1 0 0,0 0 0 15,1 2-47-15,2-5-13 0,-3 5-4 16,0-2 0-16,3 2 103 0,-3 0 20 0,1-2 4 0,-1-1 1 16,0 6-103-16,3-5-20 0,0 2-4 0,0 0-1 15,0 0 76-15,4 3 16 0,-1-3 2 0,0 3 1 16,3 0-31-16,0 5 0 0,3-5 0 0,-3 5 0 0,3-2 0 15,3 2 0-15,-3-2 0 0,0 4-10 0,3-1 10 0,0-4 0 16,1 3-9-16,2 0 9 0,-3 1 0 16,3-1 0-16,0 0 0 0,3 3 0 0,-3-8-25 15,3 5 2-15,0-5 1 0,0 5 0 16,3-5 22-16,-3 5 0 0,3-5 0 0,-3 5 0 0,3-5 9 0,3 5 7 16,-3 0 0-16,2-2 1 0,1-1-17 0,0 1 0 0,0 2 0 0,0-3 0 15,3 1 0-15,0-3 0 0,0 2 0 16,0-2 0-16,3 0 0 0,0 0 0 15,3 2 0-15,0-7-9 0,-1 2-3 0,1 1-1 0,3-4 0 0,0 3 0 16,3 1 13-16,0-4 0 16,0 1 0-16,-1 5 0 0,4-6 0 0,-3 3 15 0,3 1-3 0,0-1-1 15,-3 3-11-15,-1-6 8 0,1 1-8 0,3 5 8 16,0-8-18-16,3 2-4 0,-1 4-1 0,4-4 0 16,0-2 15-16,3 3 0 0,-1-3 0 0,1 0 0 15,0-1 0-15,0-1 15 0,2-1-3 0,1 3-1 16,0-8-11-16,2 3-16 0,1-1 4 0,3 1 1 15,0 0 11-15,-1-3 0 0,4 0 0 0,0-3 0 16,-4 3 0-16,1-3 0 0,0 3 0 0,2 0 0 16,-2-2 0-16,0-1 0 0,2 3 0 0,1-8 0 15,-4 8 11-15,-2-8 4 0,0 3 1 0,6 0 0 16,-7-3-26-16,4 5-5 0,0-8-1 0,-1 3 0 16,-2 0 16-16,-3 1 0 0,-1-4 0 0,1 0 0 15,-3 3 19-15,-3-2 6 0,-1-3 2 0,1-1 0 16,-3 4 8-16,3-3 1 0,-1 2 1 0,-2-2 0 15,0 2-29-15,0 1-8 0,-3 2 0 0,-1-8 0 16,-2 5 0-16,0 1 0 0,0-6 0 0,-3 3 0 16,-3-3 0-16,3 2 0 0,-4-1 0 0,-2-4 0 0,0 3 8 15,0 0 0-15,-3 0 0 0,0-2 0 0,0-1-8 16,0 1-12-16,-3-1 4 0,0 1 0 0,0-1 33 0,-3 1 7 16,3-1 2-16,-3 1 0 0,-3 2-18 0,3 0-4 0,-3 0-1 0,0 0 0 15,0 3 0-15,-3 0 0 16,0-1 0-16,0-1 0 0,-3 1-3 0,0-2-8 0,0 1 12 15,0-1-4-15,0 0-8 0,-3 3 10 0,0-3-10 0,0-3 10 16,0 3-10-16,-3 0 0 0,0 1 0 0,0-1 8 16,1 3-8-16,-1-6 0 0,-3 3-12 0,0 0 12 15,0 0 0-15,0 3 0 0,0-3 0 0,-3 3 0 16,4 0 0-16,-4 2 8 0,0-2 2 16,-3 5 0-16,3-3-10 0,-3 1 0 0,0 2 0 0,1 5 0 15,-1-7 0-15,3 4 0 0,-3 1 0 0,3 0 0 16,-3 2 0-16,1-5-14 0,-1-2 3 0,-3 2 1 15,3 0 10-15,0 5 0 0,-3-5 0 0,4-2 0 16,-1 7 0-16,0-5 0 0,0 0 0 0,0 3 0 16,0-3 0-16,1 3 0 0,2 2 0 0,0-5 0 15,0 3 0-15,0 2 0 0,3-8 0 0,0 6 0 16,0 3 0-16,1-1 0 0,2-2 0 0,-3 2 0 16,0-2 0-16,0 5 0 0,0-3 0 0,0 3 0 15,-3 0-207-15,1 0-39 0,-4 0-8 0</inkml:trace>
  <inkml:trace contextRef="#ctx0" brushRef="#br0" timeOffset="4766.557">10635 1958 2030 0,'0'-8'57'0,"0"8"14"0,0-5-57 0,0 2-14 16,0 3 0-16,3-5 0 16,-3 5 105-16,0 0 19 0,0 0 3 0,0 0 1 15,0 0-52-15,0 0-9 0,0 0-3 0,0 0 0 16,6 0-51-16,-3 5-13 0,0-5 0 0,3 8 0 0,-3 0 0 0,0 3 0 15,0-1 0-15,-3 6 0 0,3 0 0 0,-3 5 0 0,3 0 0 16,-3 8 0-16,3-2 14 0,0 7 0 0,0 3 0 16,-1 0 0-16,1-8-14 0,0 3 0 15,0-5 0-15,3 2 0 0,-3-5-16 0,0-1 4 16,0 4 1-16,0-9 0 0,-3 9 11 0,3-6 0 16,-3-2 0-16,0 7 0 0,0-5-41 15,0-2-7-15,-3 2 0 0,3 0-1 0,0 0-174 16,0-5-34-16</inkml:trace>
  <inkml:trace contextRef="#ctx0" brushRef="#br0" timeOffset="5104.569">10540 2593 1455 0,'0'0'61'15,"0"0"-49"1,0 0 68-16,0 0 14 0,0 0 2 0,0 0 1 16,0 0-26-16,0 0-6 0,0 0-1 0,0 0 0 15,3 8-51-15,3-5-13 0,-3 2 0 0,2 3 0 0,1 0 0 0,0 0 0 16,0 0 0-16,0 2 0 16,3 1 0-16,-3-3 0 0,0 2 0 0,3 1 0 0,0 2 54 0,-3-7 8 0,3 4 2 0,0-2 0 31,-3 0-72-31,3 0-15 0,0-3-2 0,0 3-1 0,-1-3 26 0,1-2 0 0,0 2 0 0,0-5 0 15,0 3 0-15,0-3 11 0,-3 5-3 0,6-5 0 16,-3 0 8-16,0-5 0 16,0 5 1-16,-3-3 0 15,3 3-17-15,0-5 0 0,0 2 0 0,-4-2 0 16,4-3 0-16,0 0 0 0,-3 0 0 0,3 0 0 0,0-7 0 16,0 4-17-16,0-5 3 0</inkml:trace>
  <inkml:trace contextRef="#ctx0" brushRef="#br0" timeOffset="7045.394">11102 1892 2079 0,'0'0'59'0,"0"0"13"15,0 0-58-15,0 0-14 0,0 0 0 0,0 0 0 16,0 0 47-16,3 8 6 0,-3-3 2 0,3 6 0 16,0-3-32-16,0 5-7 0,0 0 0 0,0 3-1 15,3-3-4-15,-3 3-1 0,3 0 0 0,-3 5 0 16,3 0-10-16,0 3 0 0,0 0 9 0,-3 2-9 16,3-2 0-16,0 5 8 0,0 0-8 0,0-5 0 15,-3 3 0-15,0-9 0 0,2 1 0 0,-2-1 0 16,-3 1-23-16,3-9-9 0,-3 4-1 0,0-1-1 15,0-3 54-15,0-2 12 0,0 3 1 0,-3-8 1 0,3-3-23 0,0 0-11 0,0 0 10 0,0 0-10 16,0 0 25-16,0 0-1 0,-6-3 0 0,1-2 0 16,2-3 5-16,-3-6 1 0,3 4 0 15,3-3 0-15,-3-9 4 0,3-1 1 0,0-4 0 0,0-2 0 16,0 3-35-16,3-9 0 0,0 3 0 0,0 3 0 16,0 0 0-16,0 0 0 0,0 3 0 0,2-1 0 15,-2 6 20-15,3-5-2 0,0 7-1 0,0-7 0 16,0 7-5-16,0-2-2 0,0 0 0 0,3 5 0 15,-3-3-10-15,0 1 12 0,3 5-12 0,-3-3 12 16,3 3-12-16,-3-1 8 0,0 4-8 0,3 2 8 16,0 2 0-16,-3-1-8 0,2 1 12 0,-2 4-4 15,0 2-8-15,0 0 0 0,3 0-12 0,-3 8 12 16,0-6 13-16,0 9 11 0,0-3 1 0,-3 0 1 16,0 5-26-16,0-3 0 0,0 6 0 0,-3-2 0 15,0 1-46-15,-3 4-14 0,0-8-4 0,-3 4 0 16,3 4 52-16,-6-3 12 0,3-3 0 0,-3 3 0 15,0-3 0-15,0 3 0 0,0 0 0 0,1-3 0 16,-1-2-31-16,-3 2-3 0,0 0-1 0,0-5 0 16,3 3 16-16,-3-1 3 0,0 1 1 0,0 2 0 15,3-5 15-15,0 0-9 0,0 5 9 0,1-5-8 16,2 0 8-16,0 0 0 0,0 5-9 0,0-7 9 16,6 1-8-16,-3 1 8 0,3 0-10 0,3 0 10 15,-3 0-9-15,3-2 9 0,3 1-8 0,0 1 8 16,0-5-9-16,0 2 9 0,2 1-10 0,-2-4 10 0,3 4-12 15,3-6 12-15,-3 0-13 0,0 2 5 0,3-2 8 16,0 0-10-16,0 0 10 0,-3 0-10 16,3-2 10-16,0 2-10 0,-1-6 10 0,1 4-10 15,3-4 10-15,-3 1 0 0,3 2 0 0,-3-5 0 0,3 1 15 0,-3-1 8 16,0 2 1-16,0-2 1 0,-4 0-39 0,4 0-8 16,-3-2-2-16,0-1 0 0,0 3 24 0,-3 0 12 0,3-2-2 0,-3 2 0 15,-3 0 17-15,3 5 3 0,-3-5 1 0,-3 3 0 16,3-3-7-16,-3 3 0 0,0 5-1 0,0 0 0 15,0-3-8-15,0 3-2 0,-3-5 0 0,3 5 0 16,-6-3-13-16,6 3 11 0,-6 0-11 0,0 0 10 16,0 3-10-16,0 2 0 0,-3-2 0 0,3 2 0 15,0 3 0-15,0 0 0 0,3 5 0 16,-3-5 0-16,3 5 0 0,0 3 8 0,0-5 0 16,1 2 0-16,2 3-57 0,2-3-12 0,-2 0-3 0,3 3 0 15,0-2 44-15,3-6 8 0,-3 2 1 0,3 1 1 16,3-3-35-16,-3-6-7 0,6 4-2 15,-3-4 0-15,3-2 43 0,-3 0 11 0,3 0 0 0,0-2 0 16,3-4 0-16,-4 4 0 0,4-6 0 0,0-3 0 16,-3 1 49-16,3-4 12 0,0 1 3 0,-3 2 0 15,3-7-7-15,-3 2-1 0,0 0 0 0,-4 0 0 16,4 0-8-16,-3 3-1 0,0-8-1 0,-3 5 0 16,3 3-16-16,-3 0-3 0,0 2-1 0,0-2 0 15,-3 0-2-15,0 5-1 0,0 0 0 0,-3 0 0 16,0 0-13-16,-3 3-2 0,0 2-8 0,0-5 12 0,3 8-2 15,-6 0-1-15,0-5 0 0,-3 5 0 0,9 0-9 16,-6 5 0-16,6-5 0 0,-6 0 0 0,0 8 0 0,3-5 0 16,0 7 0-16,0-2-11 15,3 0 11-15,3 0-10 0,-3-5 10 0,3 7-10 0,0 1 10 16,0-3-8-16,3 2 8 0,0 6-8 0,0-8 8 0,3 5 0 0,0 3 0 16,0-5-8-16,-3 7 8 0,3-2-13 0,0-3 5 0,-3 3 8 31,0-5-31-31,0 7 2 0,-3-7 0 0,0 2 0 0,0 1-10 15,-3-7-1-15,0 1-1 0,0 6 0 16,0-12 3-16,-3 6 1 0,3-8 0 0,-3 5 0 0,3-5 13 0,0 0 4 0,0 0 0 0,-6 3 0 16,6-3 8-16,0 0 3 0,0 0 0 0,0 0 0 15,0 0 1-15,0 0 0 0,0 0 0 0,3-3 0 16,3-4 8-16,-1-1 0 0,4 0 0 0,3-3 0 16,0 1-19-16,3 2 2 0,3-6 0 0,0-2 0 15,0 3 17-15,3 0 8 0,-4 2-8 0,4-2 12 16,-3 0 8-16,0 2 2 0,0-2 0 0,-3 0 0 15,3 2 0-15,-7-2 0 0,1 5 0 0,0-5 0 16,-3 2 14-16,0 1 2 0,-3 2 1 0,0 0 0 16,0 5 0-16,-3-7 0 0,0 7 0 0,0-5 0 15,-3 3-11-15,0 5-1 0,0-3-1 0,0 3 0 16,0 0-12-16,-6-5-2 0,6 5-1 0,-6-3 0 16,0 3-11-16,-3 0 8 0,3 3-8 0,-3 2 8 15,3-2-8-15,0 2 0 0,-3 3 0 0,3-5 0 16,0 7 0-16,4-2 0 0,-4 0-8 0,3 3 8 0,0-1-11 0,3 6 3 15,0-3 0-15,0-2 0 0,3 5-2 16,0 2 0-16,0-2 0 0,0-3 0 0,2 3 2 16,-2 0 0-16,3-3 0 0,0-2 0 15,0 2 8-15,0 1 0 0,3-7 10 0,0 1-10 16,0-2 0-16,0-6 0 0,0 2 0 0,3-2 0 16,3 0-45-16,0-2-15 0,-1-9-4 0,4 3 0 0,0-2 38 0,3-4 7 0,3-2 2 0,-3 1 0 15,0 1 3-15,-1-2 1 0,1-5 0 0,0 5 0 16,0-2 13-16,-3 2 0 0,0 0 0 0,-4-5 0 15,1 5 10-15,-3-8 5 0,-3 3 1 0,3 0 0 16,-3-3 16-16,-3-2 3 0,0 2 1 0,0-5 0 16,0 5 0-16,-3-2 1 0,0 2 0 15,0 3 0-15,-3-1-6 0,3 6-2 0,-3 3 0 16,0 3 0-16,0 2-14 0,0-3-3 0,0 9-1 0,0 2 0 16,0 0-3-16,0 0 0 0,0 0 0 0,0 7 0 15,0 1 11-15,0 8 1 0,0 3 1 0,0-1 0 16,0 3-21-16,0 1 0 0,0 7 0 0,0-5 0 15,0 2 0-15,0-2 0 0,3-3 0 0,-3 3 0 16,0 0 0-16,0 2 0 0,0-5 0 0,0 3 0 16,0 0 0-16,0 2 0 0,0-2 0 0,-3 5 0 15,3-8-47-15,0-2-13 0,0 2-4 0,0-2 0 16,0-3 52-16,0-9 12 0,0 7 0 0,-3-6 0 16,3-6 0-16,0-2 0 0,0 0 0 0,0 0 0 15,0 0-54-15,0 0-8 0,0 0-2 0,0-8 0 16,-3 6 52-16,3-12 12 0,0 7 0 0,-3-1 0 15,3-6 48-15,-3-2 13 0,3 3 3 0,0 0 0 0,0-3-52 16,0 3-12-16,3 2 0 0,0-5 0 0,3 3 0 16,0-3 0-16,0 3 0 0,3 5 0 0,5-5 0 0,1 2 0 15,3 1 0-15,3 2 0 0,3 5 41 16,3-5 6-16,2 3 1 0,4 0 0 0,-3 2-34 16,0-2-6-16,-1 2-8 0,4-2 11 0,-3 2-11 0,6-2 0 0,-1-3 0 0,1 3 0 15,0 2 0-15,0-2 0 16,-1 2 0-16,1-2 0 15,-6 2-24-15,-3-2-8 0,-1 2 0 0,-5 3-1 0,0-5-121 16,-6 5-24-16,0-5-5 0</inkml:trace>
  <inkml:trace contextRef="#ctx0" brushRef="#br0" timeOffset="7729.685">10700 2532 1713 0,'0'0'36'0,"0"0"8"16,0 0-36-16,0 0-8 0,0 0 0 0,0 0 0 15,0 0 104-15,0 0 20 0,0 0 3 0,0 0 1 16,0 0-64-16,0 0-13 0,0 0-3 0,0 0 0 15,0 0-17-15,0 8-4 0,3-5-1 0,0 10 0 16,0-5-17-16,-3-3-9 0,3 6 10 0,0 2-10 16,-3-5 8-16,3 5-8 0,0-2 0 0,-3 2 0 0,0 0 8 0,0-5-8 15,0 3 0-15,0 2 0 16,0-5 0-16,-3 5 8 0,3-7-8 0,0 4 0 16,-3-2-84-16,3 0-20 0,0 0-4 0</inkml:trace>
  <inkml:trace contextRef="#ctx0" brushRef="#br0" timeOffset="26260.074">4086 4167 1150 0,'0'0'24'0,"0"0"6"16,0 0-30-16,0 0 0 0,0 0 0 0,0 0 0 15,0 0 71-15,0 0 8 0,-6-2 1 0,6 2 1 16,0 0-22-16,0 0-5 0,0 0-1 0,0 0 0 16,0 0-23-16,0 0-5 0,0 0-1 0,0 0 0 15,0 0 9-15,0 0 2 0,0 0 0 0,0 0 0 16,0 0-7-16,0 0-2 0,0 0 0 0,0 0 0 0,6 0-4 16,-3 0-1-16,3 0 0 0,3-5 0 0,3 5-5 0,0-3-2 15,3 0 0-15,3 3 0 0,6-2-14 16,2-1 11-16,7 3-11 0,-6 0 10 0,9-3-10 0,-7 3 8 15,4 0-8-15,3 0 8 0,-6 0-8 0,-1-2 0 16,1-1 0-16,3 0 8 0,-6 1-8 16,-4 2 0-16,1 0 0 0,0-6 0 0,-3 6 0 0,0 0 0 0,-9 0 9 0,0 0-9 15,-1 0 0-15,-2 0 0 0,0 0 0 16,-3 0 0-16,-3 0 0 0,3-2 0 0,-3 2 0 0,0 0 0 16,0 0-9-16,-3 0-7 0,0-6 0 0,0 6-1 15,0-2-28 1,0-1-6-16,0 3-1 0</inkml:trace>
  <inkml:trace contextRef="#ctx0" brushRef="#br0" timeOffset="26593.142">4640 3903 1549 0,'-6'-3'44'0,"6"3"9"16,0 0-42-16,0 0-11 0,0 0 0 0,0 0 0 15,0 0 68-15,0 0 12 0,0 0 3 0,0 0 0 16,0 0-31-16,0 0-5 0,3 5-2 0,0 1 0 16,3-1-1-16,0 0 0 0,0 3 0 0,6-2 0 15,-9-1-11-15,6 3-2 0,0-3-1 0,-3 3 0 16,-1 0-10-16,4 0-3 0,0 3 0 0,-3-4 0 16,0 1-9-16,-3 0-8 0,3 6 9 0,-3-6-9 15,3-1 8-15,0 4-8 0,0 0 0 0,3-1 9 0,-9 1-9 16,0-1 0-16,0 4 9 0,-6-4-9 0,6 1 0 0,0-1 9 15,-3 1-9-15,3 5 0 0,0-6 10 0,-3 1-10 0,3 5 8 16,-6-8-8-16,3 2 0 0,0 4 0 0,-3-1 0 16,0-5 0-16,0 2-26 0,0 1 2 0,-3-3 1 15,0 2 0 1,4 1-33-16,-1-8-6 0,-3 5-2 0</inkml:trace>
  <inkml:trace contextRef="#ctx0" brushRef="#br0" timeOffset="27415.388">5703 3958 1492 0,'0'0'31'0,"0"0"8"0,0 0-31 0,0 0-8 0,0 0 0 0,0 0 0 15,0 0 79-15,0 0 14 0,0 0 3 0,0 0 1 16,0 0-45-16,0 0-8 0,0 0-3 0,0 0 0 16,3 8 38-16,-3-5 7 0,3 5 2 0,-3 10 0 15,0-4-71-15,0-9-17 0,0 6 0 0,-3 7 0 16,6 1 0-16,-3-11 0 0,0-3 0 0,0 19 0 15,0-11 0-15,0-5 0 0,0 2 0 0,0 14 0 16,0-5 0-16,0-11 0 0,0 2 0 0,3 11 0 16,-3-5 0-16,-3-5 0 0,3-3 0 0,0 0 0 15,0 0-32-15,0 0-9 0,0 0-3 16,0 0 0-16,0-3 36 0,0-5 8 0,0 0 0 0,0 0 0 16,0 0 0-16,0 0 0 0,0 0 0 0,0 0 0 15,0-5 8-15,0-3-8 0,0-3 10 0,-3 0-10 16,6 1 25-16,-3 2-1 0,0-8 0 0,0 3 0 0,0 0 22 0,3-1 4 15,-3-2 1-15,0 3 0 0,0-3-8 16,0 0-2-16,0 3 0 0,3-3 0 0,-3 3-14 0,0-3-3 16,0 3-1-16,0-3 0 0,0 6-7 0,0-6 0 15,-3 5-1-15,0 1 0 0,3-6-5 16,-3 10-1-16,3-2 0 0,0-2 0 0,-3 2 0 0,3 0 0 16,-3 5 0-16,0-5 0 0,3 3-9 0,0 0 0 0,0 5 0 0,0 0 0 15,0 0-28 1,0 0 1-16,0 0 1 0,0 0 0 0,0 0-23 15,0 0-5-15,0 0-1 0,0 10 0 0,0-2-113 0,0-2-24 16,0 2-4-16</inkml:trace>
  <inkml:trace contextRef="#ctx0" brushRef="#br0" timeOffset="28081.649">5720 3916 1314 0,'0'0'56'0,"0"0"-45"16,0 0 75-16,0 0 15 0,0 0 3 0,0 0 1 15,0 0-30-15,6 0-7 0,0 0 0 0,0 5-1 16,0-5-23-16,3 0-4 0,0 3 0 0,0-3-1 16,3 5-13-16,0-5-2 0,0 3-1 0,3 0 0 15,0-1-14-15,-1 1-9 0,1 2 12 0,0-2-12 16,0 2 8-16,-3 0-8 0,3 3 0 0,0-2 0 15,-3 2 0-15,-3 0 0 0,3-1 0 0,-4 1 0 16,1 0 0-16,-3 0 0 0,0 0 8 0,-3 0-8 16,3 0 8-16,-3 0-8 0,-3 3 12 0,0-3-12 15,0-3 8-15,-3 3-8 0,-3 0 0 0,0 0 0 16,-3 0 10-16,0 0-10 0,1-1 8 0,-4 1-8 16,-3 0 8-16,3 0-8 0,-3 0 8 0,-3-2-8 15,3 1 8-15,-3-1-8 0,3-1 0 0,1 0 8 16,-1 1-8-16,0-4 8 0,3 1-8 0,0 0 8 0,0 2-8 15,0-5 0-15,3 0 9 0,-3 0-9 0,6 0 0 0,0 0 8 16,0 0-8-16,6 0 0 0,0 0 0 0,-2-8 0 0,2 8 0 16,-3-5 0-1,3 5-34-15,-3-6-5 0,3 1-1 0</inkml:trace>
  <inkml:trace contextRef="#ctx0" brushRef="#br0" timeOffset="28621.127">6500 3961 1592 0,'-6'-3'33'0,"0"-2"7"16,3 0-32-16,-2 2-8 0,2 1 0 0,-3-1 0 16,0 0 51-16,-3 3 8 0,0-2 1 0,-3 2 1 15,3 2 3-15,-3 1 0 0,0 0 0 0,0 2 0 16,0 0-14-16,0 3-2 0,0-3-1 0,1 6 0 16,-1 0-31-16,0-1-7 0,0 1-1 0,0-1 0 15,3 4 1-15,3-4 0 0,0 3 0 0,0 1 0 0,6-1-9 16,-3 3-12-16,6-6 2 0,0 3 1 15,0 1 9-15,6-1 12 0,0 3-2 0,0-6-1 16,3 1-19-16,3 5-4 0,0-8-1 0,-1 0 0 0,4-3 15 16,0 3 0-16,0 0 0 0,0-8-9 0,0 0 9 15,0 0 0-15,-1 0 0 0,1-8 0 0,3 3 9 16,-3-3-9-16,0 0 12 0,0 0-12 0,-3-5 14 0,3 2-4 0,-4 0-1 16,-2 1 0-16,0-3 44 0,0 5 9 0,-3-8 2 0,0 3 0 15,-3-1-52-15,0 1-12 0,-3-3 0 0,0 3 0 16,-3-3 54-16,0 0 8 0,-3 3 2 0,0-3 0 15,-3 0-52-15,0 0-12 0,-3 3 0 0,0 0 0 16,-3 2 27-16,0-5 2 0,-3 3 1 0,1 5 0 16,-1-5-48-1,0 5-10-15,-3 0-1 0,0 0-1 0,3 3 30 0,-3 0 0 0,0 2 0 16,1 3 0-16,-1 0-25 0,3 3 1 0,-3-1 0 16,3 6 0-16,0-5-116 0,6 5-22 0,0 0-5 15</inkml:trace>
  <inkml:trace contextRef="#ctx0" brushRef="#br0" timeOffset="29111.745">7137 3929 1337 0,'0'0'56'16,"-6"0"-44"-16,0 0 92 16,0 0 20-16,1 0 3 0,-1 0 1 0,0 0-52 0,0 0-9 0,0 0-3 15,0 3 0-15,0 0 0 0,0-1 0 0,0 4 0 0,-3-1 0 16,3 0-52-16,0 3-12 0,-3-3 0 0,3 6 0 16,-3 0 0-16,3-4 8 0,0 4-8 0,3 0 10 15,0 5-10-15,-3-11 0 0,3 5 0 0,0 4 0 16,3-6 0-16,0 2 0 0,0 1 0 0,3-1-11 15,0-2 11-15,3 3 0 0,0-1 0 0,0 1 0 16,3-3 0-16,-3 0 9 0,6 0-1 16,0 0-8-16,0-6 12 15,0 4-4-15,3-4 0 0,3 1-8 0,-4 0 0 0,1-3-16 0,3 0 2 0,0 0 0 16,-3-3 62-16,0 0 13 0,0-2 3 0,0 2 0 16,-1-5-52-16,1 6-12 0,-3-9 0 0,-3 1 0 15,0 2 54-15,0 0 8 0,-3-5 2 0,3 5 0 16,-3-6-52-16,-3 1-12 0,3 3 0 0,-3-4 0 15,-3 4 54-15,0-3 8 0,0-1 2 0,-3 1 0 16,0 2-52-16,0-2-12 0,0 3 0 0,-3-1 0 16,-3-2 0-16,3 5 0 0,-3-3 0 0,-3 3 0 15,3-2 0-15,-6 2 0 0,3 3 0 0,-2-1 0 16,-1 1 0-16,-3 2 0 0,3-2 0 0,-3 5 0 16,0 0-174-16,-3 0-38 0,1 5-7 0</inkml:trace>
  <inkml:trace contextRef="#ctx0" brushRef="#br0" timeOffset="34069.918">5825 4985 1538 0,'0'-5'32'0,"0"-3"8"0,3 3-32 0,-3-1-8 0,0 1 0 0,0 2 0 16,0 3 74-16,3-5 14 0,-3 5 2 0,0 0 1 15,0 0-33-15,0 0-6 0,0 0-2 0,0 0 0 16,0 0-2-16,0 0 0 0,0 0 0 0,0 0 0 16,0 0-17-16,0 0-4 0,0 0-1 0,0 8 0 15,3 0-6-15,-3 5 0 0,0-5-1 0,3 5 0 16,-3 3-9-16,0-3-2 0,0 3 0 0,0 3 0 16,3-1-8-16,-3-2 0 0,0 5 9 0,0-7-9 15,0 1 22-15,0 4 0 0,3-3 0 0,-3 0 0 16,0-3-22-16,0 0 0 0,0-2 0 0,0 2 0 15,0-2-16-15,0-1-7 0,0-2-1 0,0 0-1 16,0 3-11 0,2-6-3-16,-2 3 0 0,3-3 0 0,3 0-149 0,3-2-31 15</inkml:trace>
  <inkml:trace contextRef="#ctx0" brushRef="#br0" timeOffset="34650.324">6557 5054 1337 0,'-12'-3'28'0,"6"3"6"0,0 0-34 0,0-5 0 0,0 5 0 0,0 0 0 15,-3 0 124-15,0 0 17 0,3 5 4 0,-3-5 1 16,4 0-58-16,-4 3-12 0,3-3-3 0,0 3 0 16,0 2-29-16,0-3-5 0,0 4-2 0,0-1 0 15,0 3 22-15,3 0 4 0,-3 0 1 0,3 2 0 16,0 4-64-16,0-4-18 0,0 1-1 0,0 2 0 15,3-2 19-15,0 2 0 0,0 0 0 0,3 0 0 16,0 1 0-16,0-4 0 0,3 1 0 0,0-1 0 16,3 1 0-16,-3-3 0 0,3 2 0 15,0-2 0-15,0 0 12 0,3-2 5 0,-1-1 2 0,1 0 0 16,3-2-31-16,0-3-5 0,0 5-2 0,3-5 0 16,0 0 19-16,-3 0 0 0,2-3 0 0,1 1 0 15,-3-1 0-15,3-2 11 0,-3 0-11 0,0-1 10 16,0 4 6-16,-3-6 2 0,0 0 0 0,-4 0 0 15,1 0 9-15,0-3 1 0,-3-2 1 0,0 2 0 0,-3-4-1 16,0 1-1-16,-3 1 0 0,0-3 0 16,0 0-11-16,-3 1-3 0,3-1 0 0,-6 2 0 15,3-1 1-15,-3 1 0 0,-3-2 0 0,0 6 0 0,-2-3-5 16,-1 2-1-16,-3 0 0 0,0 1 0 16,0 5-32-16,-3-3-8 0,-3 2 0 0,3 4-1 0,-2 2 33 0,2 0 0 0,0 0 0 0,3 2 0 31,0 1-37-31,0 0-1 0,3 2 0 0,0 0 0 15,3 3-93-15,4-5-18 0,-4 2-4 0</inkml:trace>
  <inkml:trace contextRef="#ctx0" brushRef="#br0" timeOffset="35285.59">7236 4953 1387 0,'0'0'58'16,"0"0"-46"-16,-3-5 100 0,3 5 20 0,-6-3 4 0,6 3 0 16,-6-2-63-16,0 2-13 0,0-3-2 0,0 3-1 15,0 0-13-15,0 3-4 0,3-3 0 0,-3 2 0 16,0 4-7-16,0 2-1 0,0-3-1 0,-3 3 0 15,3 2-11-15,-3 4-1 0,3-1-1 16,0 0 0-16,0 3-18 16,3 0 0-16,-2 2 8 0,2 1-8 0,0-3 0 0,0 0 8 0,3-3-8 15,0 5 0-15,0-7 22 0,3 2-2 0,0 0-1 0,3 1 0 16,-1-4-19-16,1 1-16 0,3-3 4 0,0 2 0 16,0-2 12-16,3 0 0 0,0-2 0 0,0-1 0 15,3-3 0-15,0 1 0 0,0-3 0 0,-1 0 0 16,4-3 10-16,-3 1-2 0,3-3 0 0,-3-1 0 15,3 4-8-15,-3-4 0 0,3 1 0 0,-4-3 8 16,1 0-8-16,0 0 0 0,-3-2 0 0,0-1 0 16,0 0 53-16,-3-4 9 0,3 1 2 0,-6-2 0 15,0 1-46-15,-3 1-9 0,-3-7-1 0,0 5-8 16,0-5 0-16,-6 3 0 0,0-4-10 0,-3 4 10 16,3 2 0-16,-3 0 0 0,-3 0 0 0,3 3 0 15,-3 2 44-15,-3 1 16 0,3 2 3 0,-3 0 1 16,4 0-103-16,-4 5-20 0,0-2-4 0,0 3-1 15,-3-1 10-15,3 0 2 0,0 3 0 0</inkml:trace>
  <inkml:trace contextRef="#ctx0" brushRef="#br0" timeOffset="40324.094">10805 3379 1337 0,'0'0'28'0,"0"0"6"0,0 0-34 0,0 0 0 0,0 0 0 0,0 0 0 15,0 0 73-15,0 0 8 0,-3 5 2 0,0 1 0 16,0 1-51-16,0 1-9 0,3 0-3 0,-3 6 0 15,3-6-20-15,-3 2 8 0,3-2-8 0,0 3 0 16,0-1 0-16,0-2 0 0,3 3 0 0,-3-3 0 16,3-6 0-16,-3 4 0 0,0-6 0 0,0 0 0 15,6 2 34-15,-6-2 2 0,0 0 1 0,3 0 0 16,-3 0 32-16,6 0 7 0,-4-2 0 0,1-4 1 16,0 4-6-16,0-6-2 0,0 0 0 0,-3 0 0 15,0 3-29-15,3-3-7 0,-3-3-1 0,0 3 0 16,0 0-3-16,3 0-1 0,-3 0 0 0,0 0 0 15,0 0-20-15,0 0-8 0,0 3 0 0,0-3 9 16,0 3-9-16,0 0 0 0,0-1 0 0,0 6 0 16,0 0-36-16,0 0-2 0,0 0-1 0,0 0 0 15,0 0-147-15,0 0-30 0,-3 6-5 0</inkml:trace>
  <inkml:trace contextRef="#ctx0" brushRef="#br0" timeOffset="40626.082">10760 3744 1370 0,'0'0'39'0,"0"0"8"0,0 8-38 0,0-8-9 0,3 3 0 0,-3-3 0 16,0 5 58-16,0-5 10 0,0 0 1 0,0 0 1 15,3 3-4-15,-3-3-1 0,0 0 0 0,0 0 0 16,0 0 1-16,6 2 0 0,-6-2 0 0,0 0 0 16,0 0-9-16,0 0-1 0,0 0-1 0,3-2 0 15,-3 2-15-15,0 0-2 0,0 0-1 0,3-3 0 16,-3 3-25-16,3-3-4 0,-3 3-8 0,0-5 11 16,0 5-20-16,0 0-4 0,3-5-1 0,-3 2 0 15,3-2-194-15,0 0-40 0</inkml:trace>
  <inkml:trace contextRef="#ctx0" brushRef="#br0" timeOffset="41494.725">11177 3514 1571 0,'0'0'44'0,"0"0"11"0,0 0-44 0,0 0-11 0,0 0 0 0,0 0 0 16,0 0 60-16,-6-3 11 0,6 3 1 0,-6 3 1 16,6-3-36-16,-6 3-7 0,0-1-2 0,0 3 0 15,0 1-12-15,0 2-2 0,0 0-1 0,0-3 0 16,3 3-5-16,-3 2-8 0,0-2 11 0,3 3-11 16,0 0 8-16,-3-4-8 0,3 1 0 0,0 3 0 15,3-3 0-15,-3 3 0 0,3-4 0 0,0 1 0 16,0 3 8-16,0-3-8 0,3-5 0 0,0 5 0 15,0-1 0-15,3 4 0 0,0-8 0 0,0 2 0 16,0 3 0-16,0-5 0 0,3-1 0 0,0 1 0 16,0-3 0-16,0 3 0 0,0-3 0 0,0-3 0 15,0 3 0-15,-1-3 0 0,1 1 8 0,0-1-8 16,0 3 8-16,0-8-8 0,0 3 12 0,-3 2-12 16,3-5 27-16,-3 3-2 0,-3 0 0 0,3-3 0 15,-3 0 17-15,0 0 3 0,0 2 1 0,-3-2 0 16,3-2-6-16,-3 2 0 0,0-3-1 0,-3 3 0 15,3 0-12-15,-3-2-3 0,0-1 0 0,-3 1 0 16,3 2-11-16,-3-3-2 0,0 3-1 0,0 0 0 16,0 0-10-16,0 6 8 0,0-9-8 0,0 6 8 15,-3 0-8-15,3-1 0 0,0 4 0 0,-3-4 0 16,4 4 0-16,-4 2 0 0,3-6 0 0,-3 4 0 0,3-1-22 0,0 3 0 16,0 3 0-16,0-3 0 15,0 2-42-15,0 4-9 0,3-4-2 0</inkml:trace>
  <inkml:trace contextRef="#ctx0" brushRef="#br0" timeOffset="41979.877">11424 3556 1094 0,'0'0'23'15,"0"0"5"-15,0 0-28 0,0 0 0 0,-3 3 0 0,3-3 0 16,-3 8 87-16,3-8 12 0,-3 2 2 0,0 6 1 16,0-2-38-16,3-4-7 0,-3 4-1 0,3 2-1 15,0-3-22-15,0 3-4 0,0-6-1 0,0 4 0 16,0-1-10-16,0 0-2 0,0 6-1 0,0-8 0 16,0 2-7-16,0 0-8 0,3 3 11 0,-3 0-11 15,3 0 10-15,0-5-10 0,0 2 8 0,0-2-8 16,0 2 0-16,3 0 8 0,-3 3-8 0,3-8 0 15,-1 3 11-15,4 2-3 0,-3-5-8 0,3 0 12 16,0 0 1-16,3 0 0 0,-3 0 0 0,0 0 0 16,0-5 12-16,0 2 3 0,0 3 0 0,0-8 0 15,0 5 15-15,0-2 3 0,-3 3 1 0,2-1 0 16,-2-2-2-16,0 2 0 0,-3-5 0 0,3 0 0 16,-3 3-5-16,0-1 0 0,0-1-1 0,-3 4 0 15,3-8-10-15,-3 3-1 0,-3-2-1 0,3 2 0 16,-3 0-9-16,0-3-2 0,0 3 0 0,-3 0 0 15,3 1-4-15,-3-1 0 0,0 2-1 0,-2-2 0 0,2 6-11 16,0-6 8-16,-3 2-8 0,0 1 8 0,0 3-8 0,0-1 0 0,0 0 0 16,-3 3 0-1,3 0 0-15,0 0-17 0,0 0 4 0,0 0 1 16,3 3-38-16,-3-3-7 0,4 3-2 0,-4-1 0 0,6 3-112 16,3-5-22-16,-6 6-5 0</inkml:trace>
  <inkml:trace contextRef="#ctx0" brushRef="#br0" timeOffset="42451.238">11742 3546 1624 0,'0'0'46'0,"0"0"10"16,0 0-45-16,0 0-11 0,0 0 0 0,0 0 0 15,0 0 58-15,0 0 10 0,0 0 1 0,0 0 1 16,0 0-36-16,0 0-7 0,-3 2-2 0,3-2 0 16,0 8-5-16,-3-2-2 0,3-1 0 0,0 3 0 15,0 0-9-15,3-3-1 0,-3 3-8 0,0 0 12 0,3 0-4 0,0-6 0 16,-3 6-8-16,3-2 12 0,0-1-4 16,0 3-8-16,0-5 11 0,3 2-11 0,-3-3 8 0,0 1-8 0,3 0 0 0,0-1 0 15,0 1 9-15,0 0-9 0,0-3 0 0,3 5 9 16,0-5 2-16,0 0 0 0,-1 0 0 0,-2 0 0 15,3 0 12-15,0-5 2 0,0 2 1 0,0 3 0 16,0-3 11-16,-3-2 3 0,3 2 0 16,-3 1 0-16,3-3 4 0,-3 2 0 0,0-2 1 0,0-1 0 15,-3 1-8-15,3 2-1 16,-3-5-1-16,0 6 0 0,-3-6-6 0,3 3-1 0,-6-3 0 16,3 0 0-16,0 2-2 0,-3-2-1 0,0 1 0 0,0 1 0 15,-3 1-10-15,0 0-3 0,0-1 0 0,0 4 0 16,-3-4-12-16,0 4 9 0,-3-6-9 0,3 5 8 15,-3 3-8-15,0-2 0 0,0-1 0 0,0 3 0 16,-2 0-22-16,2 0-6 16,-3 0-2-16,3 3 0 15,0-1-116-15,0-2-23 0,0 3-5 0</inkml:trace>
  <inkml:trace contextRef="#ctx0" brushRef="#br0" timeOffset="45417.924">12326 3617 1280 0,'-6'-3'36'0,"0"1"8"0,0 2-35 0,-3 0-9 0,3-6 0 0,-3 6 0 16,3-2 60-16,-3 2 11 0,0 0 1 0,3 0 1 15,-3 2-7-15,3-2-2 0,0 0 0 0,-3 0 0 16,9 0-10-16,-6 6-2 0,6-6-1 0,0 0 0 16,0 0-31-16,-6 2-5 0,6-2-2 0,0 0 0 15,3 6 27-15,-3-1 6 0,6 0 1 0,0 1 0 16,3-1-24-16,0-2-5 0,3 2-1 0,0-3 0 16,6 4 12-16,0-4 3 0,3 4 0 0,5-1 0 15,-2-2-8-15,6 2 0 0,0-2-1 0,2-3 0 16,1 5 0-16,6-5 0 0,0 0 0 0,2 0 0 15,4 0-5-15,3 0-1 0,2 0 0 0,4 0 0 16,-4 0-5-16,4 0-2 0,-4-5 0 0,7 2 0 0,-3 3-10 16,-4 0 0-16,7 0 9 0,-4 0-9 15,1 0 0-15,-3 0 8 0,-1-5-8 0,1 5 0 0,-7 0 0 16,4 0 0-16,-3 0 0 0,-1-3 8 0,-5 3-8 0,-3 0 0 16,-1 0 0-16,-2 0 8 0,0 0-8 0,-3 0 0 0,-3 0 0 15,-1 0 0-15,-2 0 0 0,-3 0 0 0,0 0 0 0,-3 0 0 31,-3 3-32-31,-4-3 0 0,1 0-1 0,-3 0 0 0,0 5-87 16,-6-5-18-16,-3 0-3 0</inkml:trace>
  <inkml:trace contextRef="#ctx0" brushRef="#br0" timeOffset="45783.926">13799 3458 1579 0,'-15'-10'32'0,"9"10"10"15,6 0-34-15,-3-3-8 0,3 3 0 0,0 0 0 16,0 0 134-16,0 0 25 0,0 0 5 0,0 0 0 16,0 0-109-16,0 0-23 0,0 0-4 0,0 0 0 15,3 0 28-15,3 3 7 0,3 2 1 0,0-2 0 16,0 5-46-16,3-6-9 0,3 4-1 0,-3-1-8 15,2 0 20-15,1 6-2 0,0-9-1 0,0 6 0 16,0 0-7-16,0 0-2 0,-3 3 0 0,3-3 0 0,-3 0-8 0,-3 0 0 16,2 5 0-16,-5-3 8 15,0-2-8-15,0 3 0 0,-3-1 0 0,0 1 0 0,-3-3 28 16,0 3 1-16,-3-3 0 0,-3 2 0 0,0-2-29 0,-3 3 0 16,0-3 0-16,1 0 0 0,-4 2 0 0,0-2 0 0,-3 3 0 15,0-3 0-15,0 0 0 0,0 2 0 16,3-2 0-16,-3 3 0 0,4-3-96 15,-4 2-26-15,3-2-5 0</inkml:trace>
  <inkml:trace contextRef="#ctx0" brushRef="#br0" timeOffset="47156.592">15377 3239 1406 0,'0'-6'29'0,"0"1"7"0,0-3-36 0,0 3 0 0,-3 2 0 0,0-7 0 16,0 4 108-16,0 1 14 0,-3 0 3 0,0-3 1 16,0 5-39-16,-3-5-8 0,0 3-2 0,0-3 0 15,0 3-21-15,-3 2-5 0,0-2-1 0,-3 2 0 16,4 1-12-16,-1-4-2 0,-3 4-1 0,3-1 0 15,-3 3-10-15,3 0-1 0,-6-5-1 0,3 5 0 16,0-3-7-16,1 3-2 0,-4 0 0 0,3 0 0 16,-3 0 22-16,3 0 4 0,-3 0 0 0,0 0 1 15,3 0-59-15,-2 3-12 0,-1-3-2 16,0 5-1-16,0-5 33 0,0 3 0 0,-3-1 0 0,0 4 0 16,-2-1 0-16,2 0 0 0,0-2 0 0,-3 5 0 15,0-3 0-15,1 3 0 0,-1 0 0 0,-3 0 0 16,3 0 22-16,0 2 8 0,0 1 2 0,-2 2 0 15,2-2-32-15,0 2 0 0,0 0 0 0,0-2 0 16,4 2-45-16,-4 3-15 0,3 2-4 0,-3-2 0 16,6 5 52-16,-3-2 12 0,4 2 0 0,-4 0 0 0,3 0 48 15,3 1 13-15,-3-4 3 0,3 1 0 16,3-1-103-16,-3 1-20 0,4-1-4 0,-1 1-1 0,0-1 52 16,3 1 12-16,0-6 0 0,0 3 0 0,0 0 19 0,0 0 6 15,3 2 2-15,-3 1 0 0,3-3-27 0,0 2 0 16,0 1 0-16,0 2 0 0,3-5 0 0,0 2 0 15,0 1 0-15,1-1 0 0,2 1 0 0,0-1 0 0,0-2 0 0,0 5 0 16,2-7 0-16,1 1 0 16,0 1 0-16,3 0 0 0,0-3 0 0,3 1 0 15,-3 2 0-15,3-6 0 0,0 3 0 0,3 1 0 0,0-4 0 0,0 1 0 16,3 5-24-16,3-8 0 0,2 5 0 0,1-3 0 16,0 4 24-16,3-1 0 0,6-5 0 0,-4 2 0 15,4 1 15-15,3-3 7 0,0 2 2 0,2-2 0 16,4 0-24-16,3 3 8 0,-1-3-8 0,7-3 0 15,-3 0 0-15,-1 1 8 0,4-1-8 0,3 3 0 16,-1-8 9-16,1 5-9 0,2-2 12 0,1 2-12 16,-3-2 14-16,2-1-4 0,-2 1-1 0,5-3 0 15,-2 0 10-15,-4 0 1 0,4 0 1 0,0 0 0 16,-4-3-21-16,1 1 0 0,-4-3 0 0,4 2 0 16,-3-2 0-16,-1 2 0 0,4-8 0 0,-3 3 0 15,-1 0 34-15,-2 1 2 0,-1-4 1 0,1-2 0 16,-3 5-17-16,2-11-4 0,-2 6-1 0,3 0 0 15,-1-3 1-15,-2 3 0 0,0-1 0 0,2 1 0 16,-8 3-4-16,3-6-1 0,-3 3 0 0,-4-1 0 16,1-2 6-16,0 1 2 0,-3-1 0 0,-1 2 0 15,-2-4 2-15,-3 2 1 0,0 0 0 0,0 0 0 0,-7-5-2 16,1 5 0-16,-3-5 0 0,0 5 0 0,-6-8-1 0,0 6-1 16,0-3 0-16,-3 2 0 0,0 1-2 0,-3-1 0 15,-3 1 0-15,0-1 0 0,0 6-3 0,-3-8-1 0,-3 5 0 16,3-3 0-16,-6 1-4 0,3-3 0 0,-3 5-8 0,-3-11 12 15,0 9-12-15,-3-3 8 0,3-6-8 0,-5 3 0 16,-1 1 8-16,-3-4-8 0,3 3 0 0,-3 0 0 16,-3 3 0-16,3 5 8 0,-2-5-8 0,-1 5 0 15,3 0 0-15,-3 3 0 0,-3-5 0 0,1 2 0 16,-1 0 0-16,0 3 0 0,-3-3 0 0,3 3 0 16,-2 2 0-16,-1-5 0 0,0 3 0 0,-3 0 0 15,7 2 0-15,-1-2-8 0,0 5 8 0,-3-8 0 16,4 11 0-16,-1-8 0 0,0 5 0 0,-3-3 0 15,3 6-8-15,-2-3 8 0,-1 0 0 0,-3 3 0 16,3-1-8-16,1 1 8 0,-1 0 0 0,-3 5 0 16,3-6-10-16,4 4 10 0,-4 2-8 0,0 0 8 15,0 0-12-15,0 0 2 0,1 2 1 0,-1 4 0 16,0-4-7-16,0 4-2 0,1-1 0 0,-1 3 0 16,3 0-14-16,3 0-2 0,0-3-1 0,-2 6 0 15,2 2-9-15,0-5-3 0,0-3 0 0,0 6 0 16,1 2-18-16,2-8-4 0,-3 6-1 0,3-3 0 15,0 0-97-15,0 2-19 0,4-2-4 0</inkml:trace>
  <inkml:trace contextRef="#ctx0" brushRef="#br0" timeOffset="48134.16">14534 3662 1337 0,'0'0'28'0,"0"0"6"16,0 0-34-16,0 0 0 0,0 0 0 0,0 0 0 15,0 0 58-15,0 0 5 0,0 0 1 0,0 0 0 16,3 8 0-16,-3 0 0 0,0-5 0 0,0 7 0 16,-3-2-52-16,3 8-12 0,0-8 0 0,-3 5 0 15,3 3 0-15,0-3 0 0,-3 3 0 0,3 3 0 16,0-1 0-16,0-5 0 0,0 3 0 0,3 0 0 0,-3 0 0 0,0-3 0 16,3 0 0-16,-3 3 0 0,0-8 0 0,3 3 0 0,-3-3 0 15,3 2 0-15,-3-2 0 16,0-5 0-16,0-3 0 0,3 5 0 0,-3-5 54 0,0 0 8 0,0 0 2 15,0 0 0-15,0 0 0 0,0 0 0 0,0-5 0 0,0-3 0 16,0 0 0-16,0-2 0 0,0-1 0 16,0 0 0-16,0-7 0 0,0 2 0 0,0-3 0 0,3 1 0 15,-3-3-52-15,3-3-12 16,0 3 0-16,0-3 0 0,3 3 0 0,-3-3 0 16,3 3 0-16,0 5 0 0,3-8 0 0,-3 6 0 0,3-1 0 0,0 6 0 15,0-6 0-15,2 9 0 0,1-6 0 0,0 5 0 16,3 3 0-16,-3-2 0 0,3 2 0 0,3 3 0 15,-6-1 14-15,3 4 0 0,2-4 0 0,-2 4 0 16,-3 2-6-16,0 2 0 0,0 4-8 0,-3-4 12 16,0 1-26-16,0 5-6 0,-3 0 0 0,0 2-1 15,-3-2 21-15,0 3 0 0,0-1 0 0,-3 4 0 16,-3-4 0-16,0 1 0 0,0-1 0 0,-3 1 8 16,-3 0-8-16,3 2-9 0,-3-8 9 0,0 3-13 15,0 3 13-15,0-6-11 0,0 3 11 0,0-3-10 16,-3 0 10-16,4 1 11 0,2-1-3 0,-3 3 0 15,3-8-8-15,-3 3 0 0,3-3 0 0,0 5 0 16,6-5 0-16,0 0 0 0,0 0 0 0,0 0 0 16,0 0 0-16,0 0 0 0,0 0 0 0,0 0 0 15,0 0 0-15,6-5 0 0,0 2 0 0,0-2 0 0,0 5 0 16,3-3 0-16,0 3 0 0,2 0 0 0,-2 0 0 16,3 0-16-16,-3 0 4 0,3 3 1 0,-3 2 11 15,0-5 11-15,0 3-3 0,0 2 0 0,-3 0-8 16,3 1 0-16,-3 4 9 0,-3-2-9 0,3-3 0 0,0 3 0 0,-3 3 0 0,-3 2 0 15,0-8 0-15,0 6 0 0,-3 2 0 16,-3-5 0-16,3 3 0 0,-3-1 0 16,-3 1 0-16,0-3 8 0,0 2-8 0,0 1 0 15,-3-3 0-15,0 0 8 0,0 0-8 0,0 2 0 0,-3-7 0 0,1 5-8 16,-1-5 8-16,3 2 0 0,-3-2 0 0,0 2 0 16,3-5 0-16,0 2 0 0,0-2 0 0,3 0 0 15,0-2-79-15,3 2-13 0,-2-5-4 0</inkml:trace>
  <inkml:trace contextRef="#ctx0" brushRef="#br0" timeOffset="48438.652">15043 3612 2266 0,'0'0'64'0,"0"0"14"16,0 0-62-16,0 0-16 0,3-8 0 0,-3 8 0 15,0 0 106-15,0 0 18 0,3-8 4 0,-3 8 1 16,3-3-103-16,-3 3-26 0,3-5 0 0,-3 5 0 16,0-3 56-16,0 3 7 0,3-2 1 0,-3 2 0 15,3-6-52-15,-3 6-12 0,3-2 0 0,-3 2 0 0,0 0 0 0,0 0 0 0,6-6 0 0,-6 6 0 16,0 0 0-16,0 0 0 0,3-2 0 0,-3 2 0 15,0 0 0-15,6 2 0 0,-6-2 0 0,3 6 0 32,3-6-151-32,-3 8-33 0,0-6-6 0</inkml:trace>
  <inkml:trace contextRef="#ctx0" brushRef="#br0" timeOffset="48646.918">15046 3892 2030 0,'0'0'57'0,"0"6"14"0,0-6-57 0,3 5-14 0,-3-5 0 0,0 0 0 16,0 5 105-16,0-5 19 0,3 5 3 0,-3-5 1 15,0 0-52-15,0 0-9 0,6 3-3 0,-6-3 0 16,0 0 0-16,0 0 0 0,3 5 0 0,-3-5 0 16,0 0-51-16,0 0-13 0,0 0 0 0,0 0 0 15,3 0 0-15,-3 0 0 0,0 0 0 0,6 0 0 16,0 3-253-16,-3-3-54 0</inkml:trace>
  <inkml:trace contextRef="#ctx0" brushRef="#br0" timeOffset="51662.634">15371 3530 1580 0,'0'0'67'0,"0"0"-54"15,0 0 92-15,0 0 19 0,0 0 3 0,0 0 1 16,0 0-24-16,0 0-5 0,0 0-1 0,0 0 0 15,0 0-40-15,0 0-8 0,0 0-2 0,0 0 0 16,0 0-1-16,0 0-1 0,0 8 0 0,-3-6 0 16,3 6-46-16,0 3-20 0,0-1 2 0,-3 4 0 15,3-4 18-15,0 1 0 0,-3 2 0 0,3 0 0 16,0 1 18-16,-3-1-2 0,3 3-1 16,0 0 0-16,0 2-15 0,0-2 0 0,0-3 0 0,0 6 0 15,0-3 0-15,0 2 0 0,3-5 0 0,-3 3 0 16,0-3-30-1,0 3-9-15,3-5-1 0,-3-1-1 0,0 1-102 0,3-3-20 16,-3 0-4-16</inkml:trace>
  <inkml:trace contextRef="#ctx0" brushRef="#br0" timeOffset="52158.596">15594 3617 1713 0,'0'0'48'0,"0"0"12"0,0 0-48 0,0 0-12 0,0 0 0 0,0 0 0 15,0 0 76-15,0 0 14 0,0 0 2 0,0 0 1 16,0 0-43-16,-6 0-9 0,6 0-1 0,-6 5-1 16,3-2-22-16,-3 2-4 0,0 1-1 0,3 2 0 15,0-3-12-15,0 3 11 0,3 0-11 0,-3 5 10 16,3-5-10-16,0-3 0 0,0 6 0 0,0 2 0 15,0-5 0-15,3 3 0 0,0 2 9 0,0-3-9 16,3-2 0-16,0 3 0 16,0 2 0-16,0-8 0 0,3 3 0 0,-3 0 0 0,3 0 0 0,0 0-8 15,0-8 8-15,0 3 0 0,2-3 0 0,-2 0 0 16,0 0 0-16,3-3 0 0,0 3 0 0,-3-8 0 16,0 3 0-16,3 2 0 0,0-7 0 0,-3 2 0 15,-3 0 52-15,3 0 10 0,0-3 2 0,-4 1 0 16,1-1-52-16,0 1-12 0,0-1 0 0,0-2 0 15,0-1 52-15,-3 4 8 0,3 2 2 0,-3-5 0 16,0 2-48-16,-3 1-14 0,0 2 0 0,0-3 8 16,0 0 44-16,0 3 10 0,-3-2 2 0,0 2 0 15,0 3-52-15,0-3-12 0,-3 0 0 0,3 0 0 16,-3 5 0-16,0-2 0 0,0 2 0 0,0 1 0 16,-2 2-16-16,-1-6-7 0,3 6-1 0,-3 0 0 15,0 0 5-15,0 6 1 0,-3-6 0 0,6 2 0 16,-3 4-26-16,0-1-6 0,0 3-1 0,0-6 0 15,3 6-141-15,0 0-28 0,0 0-5 0</inkml:trace>
  <inkml:trace contextRef="#ctx0" brushRef="#br0" timeOffset="52643.189">16106 3538 1698 0,'0'0'72'0,"0"0"-58"16,0 0 66-16,0 0 14 0,0 0 2 0,0 0 1 15,0 0-22-15,0 0-5 0,0 0-1 0,0 0 0 16,0 0-37-16,0 0-8 0,0 0-2 0,-6 8 0 16,3-6 12-16,0 6 2 0,0 3 1 0,-3-3 0 15,3 0-29-15,0 2-8 0,0 1 0 0,0-3 0 16,0 2 0-16,0 1 0 0,0 0 0 0,0-1 0 15,0 1-15-15,3 2-4 0,0-5-1 0,-3 2 0 16,3 4 20-16,3-1 0 0,-3-5 0 0,3 5 0 16,0-5 0-16,0 0 0 0,3 3 0 0,0-1 0 15,0-7 15-15,0 2 3 0,3 0 1 0,-3 1 0 16,3-6-29-16,0 2-6 0,0-2 0 0,0 0-1 0,0-2 27 16,-1-1 6-16,1-2 0 0,0 2 1 15,0-5 38-15,0 3 7 0,0-6 2 0,0 3 0 16,0 3-52-16,0-8-12 0,3 2 0 0,-3 1 0 15,0-1 54-15,0-2 8 0,0 5 2 0,-1-5 0 16,-2 2-43-16,0 0-8 0,0 1-1 0,-3-1-1 16,0 3 2-16,-3-2 1 0,0 2 0 0,0-5 0 0,-3 5-4 15,0 0-1-15,0 0 0 0,-3-3 0 0,0 3-9 16,0 0 8-16,-2 0-8 0,-1 6 8 16,0-6-36-16,0 3-8 0,-3-1-2 0,3 4 0 0,0 2 38 0,0 0 0 15,0 0 0-15,-3 0 0 16,3 2-110-16,0 1-14 0,-3 5-4 0</inkml:trace>
  <inkml:trace contextRef="#ctx0" brushRef="#br0" timeOffset="56634.908">16850 3569 851 0,'0'0'36'0,"0"0"-36"16,0 0 58-16,0 0 5 0,0 0 1 0,0 0 0 16,-6 6 51-16,6-6 10 0,-6 2 3 0,6-2 0 15,-6 6-59-15,6-6-11 0,-3 2-2 0,3-2-1 16,-3 3-6-16,0 2-1 0,3-5 0 0,0 11 0 16,0-9-18-16,0-2-4 0,3 6-1 0,3-4 0 15,-3 4-25-15,3-4 0 0,0 4 0 0,0-4 0 16,3 1 0-16,0 0 0 0,3 2 0 0,0-5 0 0,0 0 56 15,2 0 7-15,1 3 1 0,3-3 0 16,0 0-52-16,3 0-12 0,3 0 0 0,2-3 0 0,1 3 48 16,3 0 8-16,3 0 0 0,3 0 1 0,-1-5-19 15,-2 5-4-15,3 0-1 0,2-3 0 0,1 3 4 16,-3-3 1-16,5 1 0 0,-2 2 0 0,0-3-38 16,3 3-16-16,-4 0 0 0,4 0 1 0,-3 0 15 0,-4 0 0 15,4-3 0-15,0 3 0 0,-4 0 0 16,1 0 0-16,3 0 0 0,0 0 0 0,-4 3 0 15,-2-3 0-15,0 3 0 0,2-1 0 0,-8 1 0 0,0-3 0 0,0 3 0 0,0-3 0 16,-4 5 0-16,-2-5 0 0,0 0 0 0,-3 0 0 16,3 3 8-1,-6-3-8-15,0 0 0 0,-4 5 0 0,1-5 0 0,-3 0 8 0,0 0-8 0,-3 2 0 16,0-2 0-16,0 0-9 0,-6 0-1 0,0 0 0 16,0 0-34-16,0 0-6 0,0 0-2 15,0 0 0-15,0-2-135 0,-3-6-27 0</inkml:trace>
  <inkml:trace contextRef="#ctx0" brushRef="#br0" timeOffset="57006.426">18112 3379 1631 0,'-6'0'46'0,"6"0"10"0,0 0-44 0,0 0-12 0,0 0 0 0,0 0 0 15,0 0 60 1,0 11 9-16,3-9 3 0,0 3 0 0,3-2 8 0,0 2 1 0,3 1 1 0,0-1 0 16,3 0-18-16,0 3-4 0,-3-2-1 0,3 1 0 15,-1-4-18-15,1 5-3 0,0-3-1 0,3 3 0 16,-3-2-16-16,0 1-3 0,0-1-1 0,0 4 0 15,-3-2-17-15,0 0 0 0,0 0 8 0,-1 5-8 16,-2-5 0-16,0 3 0 0,0 0 0 0,0 2 0 16,-3-3 11-16,-3 1-11 0,-3-1 10 0,0 1-10 15,0 2 8-15,-3-2-8 0,-3-1 0 16,3 1 9-16,-5 0 10 0,-1 2 1 0,0-3 1 16,-3 4 0-16,0-1-68 0,0-2-13 15,3 2-4-15,-3-3 0 0,0 4 0 16,1-4 0-16,2 1 0 0</inkml:trace>
  <inkml:trace contextRef="#ctx0" brushRef="#br0" timeOffset="58169.885">20115 3289 1599 0,'-3'-11'33'0,"3"11"8"0,-3-5-33 16,0 0-8-16,0 2 0 0,0-5 0 0,0 3 109 0,-2 2 20 0,2-5 4 0,-3 3 1 15,0 0-44-15,0 2-9 0,0-5-1 0,-3 0-1 16,0 0-26-16,0 3-5 0,0 0 0 0,0 2-1 16,0-5-8-16,-3 0-2 0,0 3 0 0,-3 0 0 15,4 2-7-15,-7-5-2 0,3 3 0 0,-3 2 0 16,3-2-5-16,-3 0-2 0,0-1 0 0,-2 1 0 16,2 0-4-16,-3 2-1 0,0-2 0 0,0 2 0 15,-3-2-6-15,4-1-2 0,-4 6 0 0,-3-2 0 16,3-1 0-16,-3 1-8 0,-2 2 12 0,2-3-4 15,-3 3-8-15,0 0 10 0,3 0-10 0,-2 0 10 16,-4 0-10-16,6 3 0 0,0-3 9 0,-2 2-9 16,-4 3 0-16,3-2 8 0,0 5-8 0,-2-5 0 15,-1 5 0-15,3-3 8 0,0 0-8 0,1 3 0 16,-1 0 0-16,3 0 0 0,-3 0 0 0,3 0 0 16,-2 0 0-16,2 0 0 0,0 0 0 0,-3 2 0 15,4 1 0-15,-1-3 0 0,-3 2 0 0,3 6 0 16,0-5-8-16,4 2 0 0,-4 3 0 0,3 0 0 15,3 2 8-15,0-2 0 0,3 5 0 0,-2-5 0 16,2 5 0-16,3-2 0 0,0 0 0 0,0-1 0 16,3 3 0-16,-3-2 0 0,3-3 0 0,3 5 0 15,1-5 0-15,-1 0 0 0,0-1 0 0,3 4 0 0,0-3 0 16,3-3 0-16,0 3 0 0,3 0 0 0,-3 0 0 0,3 0 0 16,0 2 0-16,3-2 0 0,0 5 0 0,0-8 0 15,3 11 0-15,0-8 0 0,-3 5 0 0,3-5 0 0,0 5 0 16,0-5 0-16,2 0 0 0,-2 0 0 0,3 2 0 0,0-4 0 15,0 4 0-15,3-2 0 0,-3 3 0 0,3-6 0 16,0 0 0-16,0 0 0 0,0 0 0 0,5-2 0 16,1 2 0-16,0-2 0 15,3-3 0-15,0 8 0 0,3-8 0 0,2 2 0 0,4 1 0 16,0 2 0-16,3-2 0 0,-3 2-8 16,5-3 8-16,1 1-8 0,-3 0 8 0,2 2 0 0,1-8 0 0,3 3 0 15,0-3 0-15,-1 1 0 0,4 2 0 0,3-3 0 16,-4-3 0-16,-2 1 0 0,3 2 0 0,-1-5 0 15,1 3 0-15,6-3 0 0,-4 0 0 0,7 0 0 16,-7 0 0-16,1 0 0 0,0-3 0 0,-1 1 0 16,1-4 0-16,-3 4 0 0,2-3 0 0,1 2 0 15,-3-8 0-15,-4 3 0 0,4 0 0 0,0-2 8 16,-7-1-8-16,1-2 8 0,3 0-8 0,-3-3 8 16,-1 3-8-16,1-3 0 0,0 3 0 0,-1-1 0 15,-2 1 0-15,-3 3 9 0,0-4-9 0,0 4 0 16,-4-3 8-16,-2-3-8 0,-3 2 0 0,3-1 0 15,-3-1 10-15,-4 2-2 0,1-7 0 0,-3 5 0 16,0-5 12-16,-3 5 1 0,0-5 1 0,-3-5 0 16,3 7 0-16,-6-5 0 0,0 3 0 0,0 0 0 15,0 0-6-15,-6 5-2 0,3-8 0 0,-3 6 0 0,-3-1-3 0,0 1-1 16,0-4 0-16,-3 4 0 0,-3-3 2 0,0 0 0 16,0-1 0-16,-3 1 0 0,0-3-4 0,0 3 0 15,-3-3 0-15,0 1 0 0,-2 1-8 16,-1 1 8-16,0 0-8 0,-3 0 8 0,-3 2-8 0,3 6 0 0,-5-3 0 15,-1-2 8-15,0 7-8 16,-3-2 0-16,-3 2 0 0,-2 1 0 0,2-1 0 0,0 1 0 0,0-1 0 0,-2 3 0 16,2-5 0-1,-3 5 0-15,1 0 0 0,-4 3 0 0,3-3-9 0,0 3 9 0,1 2 0 0,-1-2 0 16,3 2-12-16,1 3 12 0,2 0-12 0,0-5 12 16,3 5-24-16,0 0 1 0,1 0 1 0,2 0 0 15,0 5-21-15,0-5-4 16,3 3-1-16,1-1 0 0,2 4-84 0,0-4-16 0,0 6-4 0,0-5-1 15,0 2-83-15,0-5-17 0</inkml:trace>
  <inkml:trace contextRef="#ctx0" brushRef="#br0" timeOffset="60867.838">18999 3538 1143 0,'0'0'48'0,"0"0"-38"31,0 0 118-31,6-6 24 0,-3 4 5 0,0-4 1 0,-3 6-35 0,0-5-7 0,0 5-2 0,3-5 0 15,-3 5-34-15,0 0-6 0,0-3-2 0,0 3 0 16,0-2-15-16,0 2-3 0,0 0-1 0,-3-8 0 16,3 8-21-16,-3-6-5 0,3 6-1 0,-3-2 0 15,-6 2-14-15,3 0-2 0,0 0-1 0,-3 2 0 16,0 4-9-16,-3 2 0 0,1-6 9 0,-4 6-9 16,0 3 8-16,0-3-8 0,-3 2 8 0,0 4-8 15,0-1 0-15,0-3 0 0,4 4-12 16,-1-1 4-16,0-3 8 0,6 4 0 0,-3-1 0 15,6-3-8-15,0 4 8 0,0 2 0 0,3-3-9 0,3 0 9 16,3 0 0-16,0 3-9 0,0-3 9 0,3 1 0 16,3-1 0-16,0-3-8 15,3 6 8-15,0-8 0 0,0 0 0 0,0-3 16 0,2 1-4 0,1-1 0 16,0 0-40 0,0-5-8-16,3 3-1 0,-3-3-1 0,0-3-122 0,0 3-25 0,-4 0-5 15</inkml:trace>
  <inkml:trace contextRef="#ctx0" brushRef="#br0" timeOffset="61242.716">19258 3620 2032 0,'0'0'42'0,"0"0"10"0,0 0-41 0,0 0-11 0,3-6 0 0,-3 6 0 16,0-2 111-16,0 2 20 0,3-6 4 0,-3 4 1 15,0 2-52-15,3-5-11 0,-3 5-1 0,0 0-1 16,0 0-25-16,0-6-5 0,0 6-1 0,0 0 0 16,0 0-25-16,0 0-6 0,0-5-1 0,0 5 0 15,0 0-8-15,0 0 0 0,0 0 0 0,0 0 0 16,0 0-24-16,0 0-8 0,0 0 0 0,0 0-1 16,0 0-155-16,0 0-32 0,-3 8-5 0</inkml:trace>
  <inkml:trace contextRef="#ctx0" brushRef="#br0" timeOffset="61437.368">19222 3876 2062 0,'0'0'43'0,"0"0"10"16,3 8-42-16,-3-8-11 0,3 0 0 0,0 8 0 15,-3-8 115-15,3 0 21 0,-3 0 4 0,6 3 0 16,-6-3-57-16,3 0-12 0,0 0-3 0,-3 0 0 0,0 0-39 0,6-3-8 0,-6 3-1 15,3 0-1-15,-3 0-19 0,6 0 0 0,-6 0 0 0,0 0 0 32,0 0-102-32,3-5-24 0,-3 5-5 0</inkml:trace>
  <inkml:trace contextRef="#ctx0" brushRef="#br0" timeOffset="63823.342">19642 3630 1406 0,'0'0'59'0,"0"0"-47"15,0 0 94-15,3-5 19 0,-3 5 4 0,0 0 1 16,0 0-38-16,0 0-7 0,0 0-1 0,0 0-1 15,0 0-47-15,0 0-8 0,0 0-3 0,0 0 0 16,0 0 5-16,0 0 1 0,-3 5 0 0,-6 1 0 16,6 2-20-16,-3-3-11 0,0 3 12 0,-3 0-12 15,3 5 8-15,0-5-8 0,-3 2 0 0,4 4 0 16,-1-1 27-16,0 3-2 0,0 0 0 0,3 0 0 16,0-3-39-16,0 3-8 0,3 2-2 0,0-7 0 15,3 2 24-15,0 0 0 0,0-2 0 0,3-3 0 16,0 2 0-16,3-2 0 0,-1-2 0 0,1-1 0 15,3-3 12-15,0-2 11 0,0 3 1 0,3-6 1 16,0 3-25-16,-3-5 0 0,3 0 0 0,0 2 0 16,-4-5 0-16,1-2 0 0,0 2 0 0,0 0 0 15,-3-3 40-15,0 1 2 0,-3-1 1 0,0-2 0 16,0 0-3-16,0 2 0 0,-3-7 0 0,0 4 0 0,0 1-12 0,-3 0-2 16,0 0-1-16,0 2 0 0,-3-2-4 0,-3 5-1 15,3-5 0-15,-3 2 0 0,0 3-20 0,-3-2-8 0,0 2 0 16,-3 0 0-16,0 0 8 0,-3 0-8 0,3 2 8 0,-2-1-8 31,-1 1-36-31,3 4-6 0,-3-4-2 0,0 4 0 16,3 2 18-16,0 0 3 0,0 0 1 0,3 0 0 15,0 0-155-15,4 0-31 0,-1 2-7 0</inkml:trace>
  <inkml:trace contextRef="#ctx0" brushRef="#br0" timeOffset="64155.121">19916 3548 1402 0,'0'0'59'16,"0"0"-47"0,6-2 129-16,-6 2 27 0,3 0 4 0,0-6 2 15,-3 6-58-15,3-2-12 0,-3 2-3 0,6-6 0 16,-6 6-36-16,3-2-7 0,0 2-2 0,-3 0 0 16,6 0-23-16,0 0-5 0,0 0 0 0,-6 0-1 15,3 0-12-15,3 2-3 0,-1 4 0 0,-2-4 0 16,3 6-12-16,-3-5 9 0,0 5-9 0,0 0 8 15,0 0 0-15,0 0 0 0,0-3 0 0,-3 6 0 16,0-4-8-16,3 4 0 0,-3-3 0 0,0 3-11 16,-3 2 11-16,3-3 0 0,0 1 0 0,-3 5 8 15,0-6-8-15,0 4 0 0,0 2 0 0,0 2 8 16,0-5-8-16,0 3 0 0,0 0 0 0,0 0 0 16,0 0 0-16,3-3 0 0,-2 3 0 0,-1-3 0 0,3-2 0 15,0 2 8-15,-3-5-8 0,3 2 0 0,0-2 0 16,-3 0-20-16,3 0 4 0,0-5 1 15,0-3-157-15,0 0-32 0,0 0-7 0</inkml:trace>
  <inkml:trace contextRef="#ctx0" brushRef="#br0" timeOffset="64575.389">20234 3651 1554 0,'0'0'65'16,"0"0"-52"-1,0 0 98-15,0-2 19 0,0 2 4 0,0 0 1 16,0 0-15-16,0 0-4 0,0 0 0 0,0 0 0 16,0 0-67-16,0 0-13 0,0 0-4 0,0 0 0 15,0 0-22-15,-3 2-10 0,0 6 8 0,3 3-8 16,-3-3 0-16,1 0 8 0,2-3-8 0,-3 6 0 16,3 2 0-16,0-2 0 0,0-1 0 0,0 1 0 15,0-1 0-15,3 1 0 0,-3 2 0 0,2-5 0 16,-2 3 0-16,3-1 0 0,3-2 0 0,-3 0 0 15,0-3 0-15,3 1 0 0,0-1 0 0,0 0 0 16,0-5 0-16,0 0 8 0,3 0-8 0,0 0 0 16,0 0 11-16,0-8-3 0,3 6-8 0,-3-4 12 15,3 1 15-15,-3-3 2 0,2 0 1 0,1-2 0 16,-3 2 2-16,3-3 0 0,-3 1 0 0,0-4 0 0,-3 4-9 16,3-1-2-16,-3 1 0 0,0-1 0 0,-3 3-2 15,0-5-1-15,0 5 0 0,-3 0 0 0,0-5-6 0,-3 5 0 16,0 0-1-16,0 0 0 0,0-3-11 0,-6 6 10 15,3-3-10-15,-3 3 10 0,-3-3-10 0,3 3 0 0,-3-1 0 0,0 4 0 16,0-4-15-16,1 4-8 0,-1 2-1 0,0-6-1 31,0 6-83-31,0 6-16 0,0-6-3 0</inkml:trace>
  <inkml:trace contextRef="#ctx0" brushRef="#br0" timeOffset="67004.649">20717 3670 1337 0,'0'0'56'16,"0"0"-44"-16,0 0 105 0,0 0 22 0,0 0 4 0,0 0 1 16,6 3-52-16,-3-3-11 0,3 5-1 0,2-5-1 15,1 0-23-15,0 0-5 0,3 3-1 0,3-3 0 16,0 0-7-16,3 5-2 0,3-5 0 0,2 3 0 16,-2-1-3-16,6-2-1 0,-3 3 0 0,6-1 0 15,-4-2-12-15,7 0-2 0,0 0-1 0,6 0 0 16,-4 0-13-16,7 0-9 0,-3 3 12 15,5-3-12-15,-5 3 10 0,0-3-10 0,-3 0 8 16,2-3-8-16,1 3 0 0,0 0 0 16,-1-3 0-16,4 3 0 0,-6 0 0 0,-1 0 10 0,-2 0-2 15,-3 0-8-15,-6 0 0 0,-3 0 0 0,-1-2 0 0,-2-1 0 16,-3 3-8-16,0-2 8 0,-6-1-13 0,3-2 5 31,-6 2-31-31,3 3-5 0,-6-5-2 0,3 5 0 0,-6 0-102 0,3-3-20 0,-3 3-4 0</inkml:trace>
  <inkml:trace contextRef="#ctx0" brushRef="#br0" timeOffset="67325.176">21672 3485 1989 0,'-3'-3'56'0,"3"3"13"0,-3-5-55 16,3 5-14-16,0-5 0 0,0 5 0 0,0 0 94 0,3-6 16 0,0 4 3 0,-3 2 1 15,6 0-41-15,0 0-8 0,3 0-1 0,-3 2-1 16,3-2-19-16,-3 6-4 0,3-4-1 0,0 3 0 16,0 1-19-16,2 2-4 0,-2 0-1 0,0 0 0 15,0-3-15-15,0 3 0 0,0 2 8 0,0 4-8 16,-3-6 0-16,3 5 0 0,-3-3 0 0,0 4 0 16,0-1 8-16,0-3-8 15,-3 1 0-15,0 0 0 0,0 2 10 0,-3-3-10 0,0 4 10 0,0-1-10 16,-3 0 27-16,0 3-1 0,-3-5 0 0,0 7 0 15,0-7-26-15,0-1 0 0,-3 6 0 0,0-5 0 16,0-1-46 0,-3 1-14-16,3-3-4 0,-3 0 0 0,-2 0-51 15,2-3-10-15,0 3-3 0</inkml:trace>
  <inkml:trace contextRef="#ctx0" brushRef="#br0" timeOffset="71345.61">23256 3207 1387 0,'-6'-3'58'0,"0"3"-46"16,0-2 90-16,0-1 18 16,0 0 4-16,0 1 1 0,-3-1-39 0,3 3-8 0,-3-5-2 0,0 2 0 15,0 3-13-15,0-5-3 0,0 2-1 0,-2-2 0 16,-1 2-11-16,0 1-3 0,0-1 0 0,0 3 0 16,0 0-9-16,0-5-1 0,3 2-1 0,-3 3 0 15,-3-5-9-15,3 2-1 0,-2-2-1 0,-1 2 0 16,0 1-6-16,-3 2-1 0,3-3 0 0,-3 0 0 15,-3 3-16-15,1 0 0 0,-4 0 0 0,3 0 0 16,-3 3 0-16,3-3 0 0,0 3 8 0,1-3-8 16,2 2 0-16,-3 1 0 0,3 2 0 0,0-5 0 15,0 0 0-15,3 3 0 0,1 2 0 0,-1-2 0 16,0 2 8-16,-3-2-8 0,3 2 0 0,-3 0 0 16,0-2 0-16,0 2 10 0,1-2-10 0,-4 5 8 15,0-6-8-15,3 4 0 0,-3-4 0 0,0 6 0 16,4-5-10-16,-4 2-4 0,3 3-1 0,0-5 0 15,3 5 15-15,-3 2 0 0,3-7 0 0,-3 5 0 16,4 0 0-16,-1 0 0 0,3 2 0 0,-3-2 0 16,3 0 0-16,-3-5 0 0,0 5 0 0,0 2 0 15,0-7 0-15,4 5 0 0,-4 0 0 0,0 2 0 16,0-2 0-16,0 3 0 0,3 0 0 0,-3-1 0 0,3-2 0 16,0 3 0-16,1 5 0 0,-1-8 0 0,0 2 0 0,3 1 0 15,-3-1 0-15,3 1 0 0,0-1 0 0,3 4 0 16,-3-6 0-16,0 0 0 0,3 5 0 0,-3-5 0 15,3 0 0-15,0 2 0 0,3 1 0 0,-3-1 0 0,4-2 0 0,-1 3 0 16,0-1 0-16,0-2 0 0,3 0 0 0,-3 0 0 31,0 3 0-31,3-3 0 0,0 2 0 0,-3 1 0 0,3-3 0 0,0 3 0 0,0-1 0 0,3 6 0 16,-3-5 0-16,3 2 0 0,-3 0 0 0,3 0 0 16,0 3 0-16,0 0 0 0,2 0 0 0,-2 0 0 15,3 2 0-15,0-2 0 0,0-5 0 0,0 7 0 16,3-7 0-16,-3 2 0 0,3 0 0 0,0-2 0 15,0 2 0-15,0 0 0 0,3-5 0 0,0 6 0 16,3-7 0-16,-4 1 0 0,4 0 0 0,0 0 0 16,0 6 0-16,0-12 0 0,3 6 0 0,-3 0 0 15,0-3 0-15,3 3 0 0,-4 0 0 0,4-3 0 16,0 1 0-16,0-1 0 0,0 0 0 0,0 1 0 16,5-4 0-16,1 4 0 0,3-4 0 0,3 1 0 15,3 2 0-15,2 0 0 0,1 3 0 0,0-2 0 16,-1-4 0-16,1 1 0 0,0 0 0 0,3-1 0 15,5 1 0-15,4 0 0 0,2-1 0 0,4 1 0 16,-6-3 0-16,-1 0 0 0,-2 0 0 0,6 0 0 16,2 0 16-16,1-3 7 0,2 3 1 0,1-5 0 15,-4 2-8-15,-5-2 0 0,3 0-1 0,-1-3 0 16,1 0-5-16,-4 0-1 0,7 3 0 0,0-3 0 0,-10-3-1 16,1 3 0-16,-6 0 0 0,2 0 0 0,1-2 0 15,0 2-8-15,-1-3 12 0,4 1-4 16,-6 2 4-16,-7-3 0 0,4 0 0 0,-3 4 0 0,-6-7 8 15,-4 6 1-15,1-5 1 0,-3-3 0 0,0 3 0 16,-3-6 0-16,3 6 0 0,-3-8 0 16,2 5-4-16,-5-5-1 0,3 0 0 0,-3 2 0 15,0 1-2-15,0-1-1 0,0 1 0 0,-6 2 0 0,-1 0-2 0,1 0-1 0,-3 3 0 0,0 0 0 16,-3 2 1-16,0-2 0 0,-3 0 0 0,0 2 0 16,-3-2-3-16,0 0 0 0,0-1 0 0,-3-1 0 15,-3-1-9-15,1 0 10 0,-1-3-10 0,0 1 10 16,-6-3-10-16,3-3 8 0,-3 3-8 0,0-1 8 15,0-1-8-15,0 1 8 0,3 4-8 0,-5-1 8 16,2 3-8-16,-3 3 0 0,3-3 0 0,0 3 8 16,-3 0-8-16,-3 0 0 0,1 2 0 15,-1-2 0-15,-3 2 0 0,0 1 0 0,-6-1 0 0,4 3 0 16,-4-2 0-16,0 2 0 0,0 0 0 0,0 0 0 16,4 0 0-16,-1 0 0 0,3 0 0 0,0 0 0 15,-3 0 0-15,-2 0 0 0,-1 3 0 0,0 0 0 16,0-3 0-16,-2 5 0 0,-1-5 0 0,0 3 0 15,3 5 0-15,4-8-9 0,2 8 9 0,0-8 0 16,0 8-16-16,3 0 3 0,1 0 1 0,-1 0 0 16,0 0-12-16,-3 0-3 0,0 3 0 0,3 2 0 15,-2 3-25-15,2-6-4 0,0 4-2 0,0 2 0 16,3 0-100-16,0 0-20 0,0 2-4 0</inkml:trace>
  <inkml:trace contextRef="#ctx0" brushRef="#br0" timeOffset="71803.485">22238 3485 2213 0,'0'0'63'0,"0"0"13"15,0 0-60-15,0 0-16 0,0 0 0 0,0 0 0 16,0 0 48-16,0 0 8 0,0 0 0 0,0 0 1 16,0 0-39-16,0 0-8 0,0 8-2 0,0 0 0 15,0 2-8-15,0 1 0 0,0-1 0 0,0 6 0 16,0-2 0-16,0 1 0 0,0 1 0 0,-3 3 0 16,3-6 0-16,0 6 0 0,0-4 0 0,0 4 0 0,0-3 0 15,0 0 0-15,0 2 0 0,0 1 0 16,0-3-15-16,0 2-5 0,0-7 0 0,0 7-1 15,0-7-22-15,0-1-4 0,0 1-1 0,0-3 0 16,0 0-99-16,0-8-20 0,0 0-4 0</inkml:trace>
  <inkml:trace contextRef="#ctx0" brushRef="#br0" timeOffset="72123.122">22238 3569 1713 0,'-9'-23'36'0,"6"17"8"0,0-2-36 0,3 6-8 0,-3-9 0 0,0 6 0 16,3 5 118-16,0 0 22 0,0 0 4 0,0 0 0 16,0 0-52-16,0 0-12 0,0 0-1 0,0 0-1 15,6 3-34-15,0-1-6 0,0 1-2 0,0 5 0 16,0-6-8-16,3 4-1 0,-1 2-1 0,1-3 0 16,3 6-10-16,0-4-1 0,0 7-1 0,0-6 0 15,0 5-14-15,0-5 8 0,0 0-8 0,0 2 0 16,0 4 11-16,2-4-11 0,-5 1 12 0,0 2-12 15,0-2 0-15,-3-1 0 0,0 6 0 0,-3-5 0 16,-3-1 0-16,0 6 0 0,-3-8 0 0,-3 3 0 16,0 2 11-16,0-3-11 0,-3 1 10 0,-3 2-10 15,1-5 0-15,-1 0-16 0,-3 0 1 0,3 0 1 16,-3-3 0-16,3 3 0 0,0-8 0 0,-3 5 0 16,3-2-40-16,0 0-8 0,4-1-2 0,-1 1 0 15,0-3 0-15,0 0 0 0,3 0 0 0</inkml:trace>
  <inkml:trace contextRef="#ctx0" brushRef="#br0" timeOffset="72349.292">22523 3665 2066 0,'9'-11'43'0,"-6"8"10"0,0 1-42 0,3-3-11 0,-3 2 0 0,3-5 0 16,0 3 103-16,-3-1 18 0,3 1 4 0,-3 2 1 15,3 1-58-15,-3-4-11 0,0 4-2 0,0-3-1 16,0 2-34-16,0 0-8 0,0 1 0 0,-3 2-1 16,6-3-11-16,-3 3 0 0,0 0 0 0,3-3 0 15,-3 3-18-15,3 0-6 0,0 3 0 0,-3-3-1 16,3 3-176-16,-1-1-35 0,1 1-8 0</inkml:trace>
  <inkml:trace contextRef="#ctx0" brushRef="#br0" timeOffset="72567.131">22660 3831 1930 0,'-3'8'55'0,"3"0"11"15,-3 0-53-15,3-5-13 0,0-3 0 0,0 8 0 16,0-8 103-16,0 5 17 0,0-5 4 0,0 0 1 0,0 0-32 0,0 0-6 16,3 5-2-16,-3-5 0 0,0 0-37 15,0 0-8-15,0 0-2 0,0 0 0 0,0 0-25 0,0 0-5 0,0 0 0 16,0 0-8-1,0 0 0-15,0 0 0 0,0 0 0 0,0 0-12 16,6 0-106-16,-3 0-21 0,3-2-4 0</inkml:trace>
  <inkml:trace contextRef="#ctx0" brushRef="#br0" timeOffset="75258.468">23107 3577 1579 0,'-3'-8'32'0,"3"8"10"0,0 0-34 0,-3-2-8 0,0-6 0 0,3 8 0 15,-3-3 104-15,3 3 20 0,0 0 3 0,0 0 1 16,0 0-52-16,0 0-9 0,0 0-3 0,0 0 0 16,0 0 0-16,0 0 0 0,0 0 0 0,0 0 0 15,0 0 0-15,0 0 0 0,0 6 0 0,-3 1 0 16,3 1-51-16,-3 0-13 0,3 0 0 0,-3 5 0 15,3-5 0-15,0 3 0 0,-3 0 0 0,3 2 0 16,-3-5 0-16,3 5 0 0,-3-2 0 0,3 4 0 16,-3-1 0-16,3 2 11 0,0-3-11 0,-3 3 10 15,3 0-10-15,0 2 0 0,-3-7-10 0,3 7 10 16,0-7 0-16,-3-1 0 0,3 6 0 0,0-8 0 0,0 3-15 16,0-1 3-16,0-2 1 0,0-2 0 15,0-6-43-15,3 5-9 0,-3-5-1 0,0 0-1 16,0 0-144-16,0 0-29 0</inkml:trace>
  <inkml:trace contextRef="#ctx0" brushRef="#br0" timeOffset="75590.781">23288 3617 1621 0,'-3'-3'33'0,"3"1"10"0,0-4-35 0,0 6-8 0,-3-2 0 0,3 2 0 15,0-5 88-15,0 5 16 0,0 0 4 0,0 0 0 16,0 0-28-16,0 0-6 0,0 0-1 0,0 0 0 16,0 0-7-16,0 0-2 0,0 0 0 0,0 0 0 15,0 0-43-15,0 0-9 0,0 0-1 0,3 5-1 16,-3-5 35-16,3 8 7 0,0-3 2 0,-3 0 0 16,3 3-43-16,-3 3-11 0,0-8 0 0,0 4 0 15,-3 1 0-15,3 3 0 0,0-3 0 0,-3 3 0 16,0-4 0-16,3 7-11 0,0-1 3 0,-3-2 0 15,3 2 8-15,-3 0 0 0,3 3 0 0,-2-3 0 16,2 0 0-16,-3 3 0 0,3-3 0 0,0 3 8 16,0-8-8-16,3 5 0 0,-3-2 0 0,0 2 0 15,2-7-13-15,-2 1-1 0,0 1 0 0,3 0 0 16,-3-8-40-16,0 0-8 0,3 3-2 0</inkml:trace>
  <inkml:trace contextRef="#ctx0" brushRef="#br0" timeOffset="76112.435">23652 3614 1178 0,'-6'3'49'15,"0"-3"-39"1,6 0 92-16,-6 3 18 0,0-1 4 0,0 1 1 16,0 0-41-16,3-1-8 0,-3 4-1 0,0-1-1 15,3-2-24-15,-3 2-5 0,0-3-1 0,3 6 0 16,-3-2-14-16,0 2-3 0,0-3-1 0,0 3 0 16,0 2-7-16,0 1-2 0,3-3 0 0,-3 3 0 15,3-1 0-15,1 1 0 0,-1-1 0 0,0 4 0 16,3-1-8-16,-3 0-1 0,3 0-8 0,3 3 12 15,-3-8-4-15,3 5 0 0,0-2-8 0,2-1 12 16,-2-2-12-16,3 0 11 0,3 0-11 0,-3-2 10 16,3-4 14-16,3 1 4 0,-3-1 0 0,3-2 0 15,3 0-2-15,-3 0 0 0,3-2 0 0,-1-1 0 16,-2 1-2-16,0-4-1 0,3 1 0 0,-3-3 0 0,0 0 3 16,0 0 1-16,0 0 0 0,-3-8 0 0,0 6 3 15,0-1 1-15,0-5 0 0,-4 6 0 0,-2-1-6 0,3-7-1 16,-3 7 0-16,-3-5 0 0,3 6-4 0,-3-1 0 0,3-2-1 15,-3 2 0-15,-3 6-4 0,3-8-1 0,-3 5 0 0,0 0 0 16,-3 2-6-16,1-1 0 0,-1 4-8 0,-3-2 12 16,3-1-12-16,-6 1 0 0,3 0 8 15,0 2-8-15,-3 0-15 0,-3 1-5 16,3 2-2-16,-6 0 0 0,3 0-77 16,-2 2-15-16,-1 1-3 0</inkml:trace>
  <inkml:trace contextRef="#ctx0" brushRef="#br0" timeOffset="78299.257">22934 4157 1607 0,'0'0'68'0,"0"0"-55"16,0 0 95-16,0 0 20 0,0 0 3 0,0 0 1 16,0 0-52-16,0 0-9 0,0 0-3 0,0 0 0 15,0 10-28-15,0-2-7 0,-3 3-1 0,3 0 0 16,-3 4-4-16,3 1-2 0,0 3 0 0,-3-1 0 16,3 4-5-16,0-1-1 0,0 0 0 0,0 3 0 15,3-3-2-15,-3 0-1 0,3 3 0 0,-3 2 0 16,0-5-8-16,0 6-1 0,0 2-8 0,0 0 12 15,0 3 0-15,-3 8 0 0,3-3 0 0,-3 0 0 16,3 0 1-16,-3-6 0 0,3 4 0 0,-3 2 0 16,0-5 3-16,0 10 1 0,3-5 0 0,-3 5 0 15,3-2 13-15,-3 2 2 0,3-2 1 0,0 2 0 16,0-5-33-16,0-5 0 0,0 3 0 0,0 2 0 16,3-6 58-16,-3 4 5 0,3 2 1 0,0 3 0 15,0-9-52-15,0 1-12 0,0-3 0 0,0-2 0 16,0-4 0-16,0 1 0 0,0-5 0 0,0-1 0 0,0-2 0 15,0-3-13-15,0 1 2 0,-3-4 1 16,3 1-86-16,0-1-18 0,-3-4-3 0</inkml:trace>
  <inkml:trace contextRef="#ctx0" brushRef="#br0" timeOffset="79092.353">22648 5588 1571 0,'0'0'44'0,"0"0"11"0,0 0-44 16,-3-5-11-16,3 5 0 0,0 0 0 0,0 0 81 0,0 0 15 0,0 0 2 0,0 0 1 15,0 0-27-15,0 0-4 0,0 0-2 0,0 0 0 16,0 0-18-16,0 0-4 0,0 0-1 0,0 0 0 16,3 5-16-16,3 1-3 0,-3-1-1 0,0 3 0 15,3 0-10-15,0 0-1 0,0 0-1 0,0 2 0 16,0 1-2-16,3-1 0 0,0-2 0 0,-3 3 0 15,3 0-9-15,3-1 0 0,-3 3 0 0,3-5 0 16,0 3 0-16,-1-1 0 0,1 4 0 0,0-4 0 16,0-2 0-16,3 3 0 0,-3-3 0 0,0-3 0 15,0 0 0-15,0 1 0 0,-3-4 0 0,2 1 0 16,-2-3 53-16,3-3 9 0,-3 3 2 0,0-2 0 16,3-4-52-16,0 1-12 0,-3-3 0 0,3 0 0 15,0-2 54-15,-3 2 8 0,0-3 2 0,3 0 0 16,-4 4-52-16,4-4-12 0,0 0 0 0,-3-2 0 15,3 3 0-15,0-1 0 0,3 0 0 0,-3 1 0 0,3-3 0 16,-3 2 0-16,-1 0 0 0,1 1 0 16,0-1 0-16,-3 3 0 0,3-2 0 0,-3 2 0 15,-3 5-24-15,3-5-7 0,-3 3-1 0,3 2-1 16,-6 3-140-16,-3 0-28 0,0 0-6 0</inkml:trace>
  <inkml:trace contextRef="#ctx0" brushRef="#br0" timeOffset="80254.165">23753 6221 1845 0,'6'-6'38'0,"3"-1"10"0,-3-1-38 15,-3 2-10-15,3-2 0 0,-3 0 0 0,-3 3 84 0,2-3 16 0,-2 0 2 0,0 3 1 16,-2 0-39-16,-1-1-7 0,0-2-1 0,0 3-1 16,-3 0-17-16,3 0-3 0,-3-3-1 0,0 2 0 15,-3 1-7-15,3 0-2 0,-3-1 0 0,0 1 0 16,-3-3-7-16,-3 3-2 0,3-3 0 0,-6 3 0 15,1-3-3-15,-1 2-1 0,-3-1 0 0,0-1 0 16,-3 2 0-16,0-2 0 0,1 0 0 0,-1 0 0 31,0-2 4-31,0 2 0 0,0 0 0 0,-2 0 0 0,-1 0-16 0,0 0 0 0,-3 0 0 16,-3 0 0-16,4 0 0 0,-4 3 0 0,-3-3 0 0,4 0-10 16,-4 3-7-16,6 2-2 0,-3 1 0 0,1 2 0 15,2 0 31-15,-3 0 5 0,0 2 2 0,-2 4 0 16,2-1-19-16,-3 3 0 0,0 0 0 0,1 5 0 15,-1-5 0-15,0 5 0 0,3-5 0 0,-2 5 0 16,-1 3 0-16,0-3 0 0,1 1 0 0,-7 2-9 16,3-3 9-16,1 0 0 0,2 3 0 0,-3 2-8 15,3-2-4-15,1 3-1 0,2-1 0 0,-3 3 0 16,6 3 13-16,-2 3 0 0,2 2 0 0,-3 3 0 16,6-3 0-16,1 0 0 0,-1-3 0 0,6 6 0 15,0-6 0-15,3 1-12 0,3-3 12 0,4 5-12 16,-1 0 12-16,3 3 0 0,3-1 12 0,3 7-12 15,0-7 0-15,3 4-16 0,3-1 2 0,0 0 0 16,3-2 22-16,3-5 5 0,0-1 1 0,2 3 0 0,4-2-14 16,0-1 0-16,3 1 0 0,3 2 0 0,3 0 0 15,0-3 0-15,2 3 0 0,4 1 0 16,-3-4-16-16,3-2-7 0,-1-3-1 0,4 0 0 16,3-2 24-16,0-3 0 0,2-1 0 0,1-1 0 0,3-4 20 15,-1 1 1-15,4-1 1 0,3-2 0 0,-1-2-34 0,1-1-8 16,-1-2 0-16,7-1-1 0,0 3 33 0,-1-2 8 0,4 0 0 0,2-1 1 15,-5-2-21-15,2 0 0 0,-2 0 0 0,6-2 0 16,-7-1 0-16,-2 3 0 0,2-3 0 0,1 1 0 16,-3-3 0-16,-1-1 0 0,-2 1 0 0,5-3 0 15,-8 0 0-15,0-3 0 0,-1 1 0 0,1-1 0 16,-3-2 0-16,-4-3 0 0,1 3 0 0,3-6 0 16,-7 1 42-16,1-1 4 0,3-2 1 0,-3-3 0 15,-7 3-19-15,1-3-3 0,-3 1-1 0,0 1 0 16,-4 4-6-16,-2-3-2 0,0 2 0 0,0-2 0 15,-3 3 4-15,0-1 1 0,0 1 0 0,-4-1 0 16,-2 0 2-16,0-2 0 0,0 0 0 0,-3-3 0 16,-3 1-3-16,0-4-1 0,0 1 0 0,-3-1 0 15,-3 1-5-15,0-1-1 0,0 3 0 0,-3 1 0 16,-3 1-2-16,0 4-1 0,-3-3 0 0,0 2 0 16,-3 1-10-16,0-1 10 0,0-2-10 0,-5 0 10 15,2 0-10-15,0-3 0 0,-3-3 9 0,0 1-9 16,0 2 0-16,-3-2 0 0,4 2 0 0,-7-3 8 15,0 6-8-15,0 3 0 0,-6-3 0 0,1 5 0 16,-4 0 0-16,0 3 0 0,3 2-9 0,-2-2 9 0,-1 2-11 16,0 1 3-16,3-1 0 0,-2 0 0 15,-1 3-12-15,0 1-1 0,0 1-1 0,1 1 0 0,-1 0 2 16,0 2 0-16,3 0 0 0,1 3 0 16,2 0-87-16,0 3-17 0,3 0-3 0,-3 2-1 15,7 0-104-15,-4 1-22 0,0 1-4 0</inkml:trace>
  <inkml:trace contextRef="#ctx0" brushRef="#br0" timeOffset="80944.534">22291 6514 1792 0,'0'0'51'0,"0"0"10"0,-3 6-49 16,3-1-12-16,-3 3 0 0,0 0 0 0,3 0 0 0,-3 2 0 0,3 1 0 0,0 2 0 15,-3 3 0-15,3 0 0 0,0 3 0 16,0-1 0-16,0 1 0 0,0 2 0 0,0-3 0 0,0 3 0 15,0-2 14-15,0-1 0 0,0-2 0 0,0 0 0 16,0 0-22-16,0-3-5 0,0 1-1 0,-3-1 0 16,3-3 14-16,0-2 0 0,0-2 0 0,0 2 0 15,0-3 0-15,0-5 0 0,0 0 0 0,0 0 0 16,0 0 36-16,0 0 11 0,0 0 1 0,0 0 1 16,0 0 19-16,0 0 3 0,0 0 1 0,-3-5 0 15,3-3-11-15,-3 0-1 0,3-3-1 0,0-2 0 16,-3 0-19-16,3-1-3 0,0-1-1 0,-3-4 0 15,3 0-15-15,0-2-3 0,0-3-1 0,3 1 0 16,-3 1-2-16,0 1-1 0,3-2 0 0,0 1 0 16,-3 4-1-16,3 2 0 0,0 0 0 0,3 0 0 15,-3 3-3-15,3 0-1 0,-3 2 0 0,3 1 0 16,0-1-17-16,0 3-4 0,3-3-1 0,0 4 0 16,0-1 13-16,3 0 0 0,0 2 0 0,0 1 0 15,2 0 0-15,1 2 0 0,0-2 0 0,3 0 0 16,-3 5 0-16,0-3 0 0,3 3 0 0,-3-3 0 15,0 3-54-15,-4 0-8 0,1 3-2 0,0-3 0 16,-3 3-132-16,0 2-26 0,-3-3-6 0</inkml:trace>
  <inkml:trace contextRef="#ctx0" brushRef="#br0" timeOffset="81164.292">22261 6663 1337 0,'0'0'56'0,"6"-3"-44"16,0 0 152-16,3-2 32 0,0 2 5 0,0-2 2 15,0 2-69-15,3-2-14 0,0 0-2 0,0 0-1 16,0-1-42-16,3 4-9 0,-3-4-2 0,2 4 0 16,-2-1-51-16,0 0-13 0,0 3 0 0,0 0 0 15,-3 0 0-15,3 0 0 0,-3 0 0 0,-3 3 0 16,3 2-48-16,-3-2-13 15,0 0-3-15,-3 2 0 0,0 0-51 0,-3-5-10 0,-3 6-3 16</inkml:trace>
  <inkml:trace contextRef="#ctx0" brushRef="#br0" timeOffset="81433.319">22261 6888 1690 0,'0'0'48'0,"0"0"11"15,0 0-47-15,0 0-12 0,0 0 0 0,0 0 0 16,0 0 60-16,0 0 9 0,0 0 3 0,0 0 0 16,0 0-12-16,3 2-1 0,-3-2-1 0,6 3 0 15,0-1-26-15,0-2-6 0,0 0-1 0,0 0 0 16,3 0 31-16,0 0 7 0,0 0 1 0,0 0 0 0,3-2-52 16,-3 2-12-16,3 0 0 0,0-3 0 0,2 3 0 15,-2-2 0-15,3 2 0 0,-3 0 0 16,3-3 0-16,0 0 0 0,-3 1 0 0,3 2 0 0,-3-3 0 0,3 0 0 15,-4 1 0-15,1 2 0 0,0-6 0 0,0 4 0 0,-3-1 0 16,3 0 0 0,-3-2-63-16,0 2-9 0,0-2-1 0</inkml:trace>
  <inkml:trace contextRef="#ctx0" brushRef="#br0" timeOffset="81695.599">22782 6501 2415 0,'0'0'68'0,"-3"-5"16"0,3 5-68 0,0 0-16 0,0-3 0 0,0 3 0 16,0 0 75-16,0-5 11 0,0 5 2 0,0 0 1 15,0 0-20-15,0 0-4 0,0-5-1 0,0 5 0 16,0 0-64-16,0 0 0 0,0 0-8 0,0 0-1 15,0 0 9-15,0 0 0 0,0 0 0 0,0 0 0 16,0 0-46-16,0 0-7 0,0 0-2 0,6 2 0 16,-3 4-67-16,0-1-14 0,0 0-2 0</inkml:trace>
  <inkml:trace contextRef="#ctx0" brushRef="#br0" timeOffset="81897.873">22759 6829 1956 0,'0'14'40'0,"0"-14"11"0,0 0-41 16,0 5-10-16,0-5 0 0,0 0 0 0,0 0 128 0,3 5 23 0,-3-5 5 0,0 0 0 15,3 5-73-15,-3-5-15 0,0 0-4 0,0 0 0 16,0 0 0-16,0 0 0 0,0 0 0 0,0 0 0 16,3 3-51-16,-3-3-13 0,0 0 0 0,0 0 0 15,0 0 0-15,2 5 0 0,-2-5 0 0,0 0 0 16,0 0-48-16,0 0-13 15,0 0-3-15</inkml:trace>
  <inkml:trace contextRef="#ctx0" brushRef="#br0" timeOffset="83031.239">23178 6551 2014 0,'0'0'42'0,"0"0"9"0,-3-5-41 0,3 5-10 0,-3-2 0 0,3 2 0 15,0 0 116-15,-3-3 20 0,3 3 5 0,-6-3 1 16,0 3-114-16,1 3-28 0,-1-3 0 0,-3 5 0 16,3 0 0-16,-3 3 0 0,0 3 0 0,0 2 0 15,3 0 0-15,-3 1 0 0,0 2 0 0,3 2 0 16,0-2 0-16,0 2 0 0,3 1 0 0,0 0 0 15,0-4 0-15,3 1 0 0,-3 0 0 0,3-3 0 16,0 3 0-16,3-2 0 0,-3-1 0 0,3-3 0 16,3-2 0-16,0 3 0 0,0-3 0 0,3 0 0 15,0-3 0-15,3-2 0 0,0-1 0 0,0 1 0 16,3 0 0-16,-4-3 0 0,4-3 0 0,3 0 0 16,-3 1 24-16,0-4 0 0,0 4-1 0,3-4 0 15,-6-2 2-15,3 1 1 0,-4-1 0 0,1 0 0 16,-3 0 10-16,0-3 1 0,-3 1 1 0,0-1 0 0,-3 0-5 15,0-2-1-15,3-3 0 0,-6 3 0 0,0-3-18 0,0 3-4 16,0-3-1-16,-3 0 0 0,0 0 8 0,0 3 2 16,0 0 0-16,-3 0 0 0,0-1-19 0,0 4 10 15,-3-1-10-15,0 3 8 0,0 0-8 16,1 0 0-16,-4 3 0 0,3 0 0 0,-3 0 0 0,0 2 0 0,3 0-14 0,-3 3 5 16,0 0-6-16,3 0-1 0,-3 3 0 0,3 0 0 31,0-1-89-31,1 1-19 0,2 2-3 0,0-2-1 0,0 2-102 0,0-2-21 15</inkml:trace>
  <inkml:trace contextRef="#ctx0" brushRef="#br0" timeOffset="83465.259">23550 6554 1824 0,'0'0'38'0,"0"0"8"0,0 0-37 0,0 0-9 0,0 0 0 0,0 0 0 16,0 0 102-16,0 0 18 0,0 0 4 0,0 0 1 15,0 0-46-15,0 0-10 0,0 0-1 0,-6 3-1 16,3 2-54-16,-3 0-13 0,4 3 0 0,-4 0 0 16,3 0 54-16,-3 3 8 0,3-1 2 0,-3 1 0 15,0 2-52-15,3 3-12 0,-3-3 0 0,3 3 0 16,-3 0 0-16,3-3 0 0,0 0 0 0,3 3 0 16,-3-2 0-16,3-1 0 0,0-3 0 0,0 4 0 15,3-4 0-15,0 1 0 0,3-1 0 0,0-2 0 0,0 0 0 0,3-2 0 16,0-1 0-16,0-3 0 0,2 4 0 0,1-6 0 15,0 0 0-15,3 0 0 0,0 0 0 0,-3-3 0 0,3 0 0 16,0-2 0-16,0 3 0 16,-4-4 0-16,4 1 0 0,-3 0 0 0,-3-3 54 15,3 0 8-15,-3 0 2 0,-3 0 0 16,3-3-36-16,-3 1-6 0,0-1-2 0,0-2 0 16,-3 0 20-16,0-1 3 0,0 1 1 0,-3-3 0 0,0 3-36 0,0 0-8 0,-3 0 0 0,0-1 0 15,-3 1 0 1,0 0 0-16,0 2 0 0,-3-2 0 0,-3 5 0 0,3-2 0 0,-3 2 0 0,-3 0 0 15,3 2 0-15,-5 1 0 0,2 0 0 0,0 0 0 16,3 2-49 0,-3 0-12-16,3 3-3 0,0 0 0 0,3 0-51 0,-3 0-10 0,3 3-3 15,4-3 0-15,-1 3-102 0,0-3-21 16</inkml:trace>
  <inkml:trace contextRef="#ctx0" brushRef="#br0" timeOffset="83808.193">23934 6480 1854 0,'0'0'78'15,"0"0"-62"1,0 0 114-16,0 0 23 0,3-5 5 0,-3 5 1 16,3-3-56-16,-3 3-11 0,0 0-3 0,0 0 0 15,0 0-71-15,0 0-18 0,0 0 0 0,0 0 0 16,0 0 48-16,0 0 5 0,0 0 2 0,0 0 0 15,0 0-37-15,6 3-7 0,-6 2-2 0,3 3 0 0,-3-3-9 0,0 3 0 0,0 0 0 16,0 3 0-16,-3 2 0 0,3 0 0 0,0 0 0 16,-3 6 0-16,3-1 0 0,0 1 0 0,-3 2 0 15,3 3 0-15,0-3 26 0,0-2 3 16,0 2 1-16,0-3 0 0,0 1-19 0,-3-3-11 0,3 0 12 16,0-3-12-16,0 0 9 0,-3-2-9 0,3-1 0 0,-3 3 9 15,3-5-9-15,0 0 0 0,-3 0 0 16,3-2 8-16,-3 2 12 0,3-3 3 0,0 0 0 0,-3 0 0 15,3-5-70 1,0 6-13-16,0-6-4 0,-3 5 0 16,3-5 0-16,0 0 0 0,0 0 0 0</inkml:trace>
  <inkml:trace contextRef="#ctx0" brushRef="#br0" timeOffset="88577.421">20124 6300 1668 0,'-3'-5'70'0,"0"-3"-56"16,0 3 98-16,0-3 19 0,0 2 4 0,0-2 1 16,-3 0-47-16,3 1-9 0,-2-1-1 0,-4 0-1 15,3 0-18-15,-3 0-3 0,-3-3-1 0,3 3 0 16,-3 0-14-16,-3 0-3 0,3 3-1 0,-6-3 0 15,3 0-10-15,-2 3-3 0,-4 0 0 0,3-1 0 16,-3 1-9-16,0 2-3 0,-3-2 0 0,1 2 0 16,-1 1-13-16,-3-1 8 0,0 1-8 0,-3-1 0 15,1 0 0-15,-4 1 0 0,-3-1 0 0,-2 3 0 16,5 0 16-16,-3 3-4 0,0-1 0 0,1 4 0 16,-1-4-12-16,3 1 0 0,0-1 0 0,-5 1 0 15,5 2 0-15,-3 1 0 0,-2 2 0 0,-1 0 0 16,6 2 0-16,-3 3 0 0,4 1 0 0,-1 4 0 0,0-2-11 15,0 3-5-15,4 2 0 0,-4 0-1 0,3-3 27 0,0 4 6 16,4-1 0-16,-4 3 1 0,3-3-27 0,0 0-6 0,3 0 0 16,1 3-1-16,2-3 8 0,3 3 9 15,0 0-13-15,3 2 5 0,0 1-2 0,0-1 0 16,1 3 0-16,-1 0 0 0,3-2-6 0,0 2 0 0,3-3-1 0,0 1 0 16,0-1 1-16,3-2 0 0,-3 0 0 0,3 0 0 15,3-3 5-15,0 0 2 0,0-2 0 0,3 2 0 16,3 0 9-16,0 0-10 0,0 3 10 0,0 0-10 15,3-3 10-15,0 0-12 0,0 0 12 0,0 0-12 16,3 0 12-16,0 1-8 0,0-4 8 0,3 1-8 16,-3-1 8-16,3-2-10 0,-1 0 10 0,1 2-10 15,0-4 34-15,3-1 6 0,0-2 2 16,3 2 0-16,0-3-32 0,3 4 0 0,-1-4 0 0,1 1 0 16,3-1 0-16,3 4 0 0,0-6 0 0,-1 2 0 15,1 1 0-15,3-3 0 0,3 0 0 0,-3-1 0 16,2-1 0-16,4-1 0 0,-3 0 0 0,5-2 0 15,-2 0 0-15,0-1 0 0,3 4 0 0,-1-4 0 16,-2-2 0-16,0 0 0 0,-1 0 0 0,1-2 0 16,0 2 0-16,3-3 0 0,-1 0 0 0,4 1 0 15,-6-4-10-15,2 4-8 0,-2-4-2 0,3 1 0 16,-7 0 28-16,1-3 4 0,0 3 2 0,0-6 0 16,-1 3-6-16,-2-2-8 0,3 2 11 0,0 0-11 0,-4-3 0 15,1 3 0-15,-3 0 0 0,0 0 0 0,0-2 23 0,-4-1-3 0,1 3 0 0,0-2 0 16,-3-4-32-16,3 1-6 0,-3 0-2 15,-1-3 0-15,1 0 54 0,0 3 10 0,-3-3 3 0,3-3 0 16,-3 4-24-16,-1-4-5 16,4 1-1-16,-6-4 0 0,0 4-17 15,0-3 0-15,0 2 0 0,-3 1 0 0,-3 2 0 0,3 0 0 16,-4 0 0-16,1 0 0 0,-3 3 0 0,3 0 0 0,-3-3 0 16,0 3 0-16,-3-1 55 0,3-2 7 0,-3 1 2 0,-3-1 0 15,3 0-52-15,-3 0-12 0,0-3 0 0,0 4 0 16,-3-4 0-16,3 1 0 0,-3-1 0 0,0-2 0 15,0 0 0-15,0 2 0 0,0-2 0 0,-3 2 0 16,3 1 0-16,-3-1 0 0,0 1 0 0,0 2 0 16,0-3 0-16,-2 6 0 0,2-3 0 0,-3 3 0 15,0-3 0-15,0 3 0 0,-3 0 0 0,0-3 0 16,0 3 0-16,0 2 0 0,-3-5 0 0,0 3 0 16,-2 0 26-16,-1 0 2 0,-3-3 1 0,0 2 0 15,0 1-29-15,0 0 8 0,1-3-8 0,-1 3 0 16,-3 0-21-16,0 2-7 0,-3-2-2 0,0 2 0 15,1 3 30-15,-1 0 0 0,-3 0 0 0,0 6 0 16,4-3 0-16,-1 5 0 0,3 0 0 0,-3 0 0 16,6 2-108-16,1 3-16 0,2 1-4 0,0-1 0 15,3 0-102-15,0 6-21 0</inkml:trace>
  <inkml:trace contextRef="#ctx0" brushRef="#br0" timeOffset="89162.492">20419 6840 1706 0,'6'-3'48'0,"0"3"11"16,3 0-47-16,-3 0-12 0,3 0 0 0,0 0 0 15,0-2 73-15,2 2 13 0,1 0 2 0,0-3 1 16,3 3-29-16,0 0-5 0,3 0-2 0,3 0 0 16,0 0-4-16,2 0-1 0,1 0 0 0,3 0 0 15,3 0-12-15,0 0-4 0,2 0 0 0,1 0 0 16,0-3 4-16,-3 3 0 0,2 0 0 0,4 0 0 16,-3-2-8-16,-1 2 0 0,1 0-1 0,3 0 0 15,0 0-11-15,-1-3-1 0,4 3-1 0,-3-3 0 0,-1 3-4 16,-2 0-1-16,0-2 0 0,3 2 0 0,-7 0 5 0,1-3 1 15,0 3 0-15,0-3 0 0,0 3-1 0,-1-2 0 16,1 2 0-16,-3 0 0 0,0-3-4 0,-4 3-1 16,1-2 0-16,0-1 0 0,-3 0-9 15,0 3 0-15,0-2 9 0,-1 2-9 16,-5 0 0-16,0-3 8 0,0 3-8 0,-3 0 0 0,0 0 0 0,0 0 8 16,0-3-8-16,-3 3 0 0,0 0 0 15,-1-2 8-15,1 2-8 0,-3 0 0 0,0-3 0 0,0 3 0 0,0-3 0 0,0 1 8 16,-6 2-17-16,3 0-3 0,-3 0-1 0,0 0 0 31,0 0-111-31,0 0-23 0,-3-6-4 0</inkml:trace>
  <inkml:trace contextRef="#ctx0" brushRef="#br0" timeOffset="89781.39">20901 6604 1474 0,'6'-2'62'16,"-6"2"-50"-16,3-3 124 0,3 0 25 0,-6 3 5 0,0 0 1 16,3-2-59-16,-3 2-12 0,0 0-3 0,0 0 0 15,0 0-32-15,0 0-6 0,0 0-2 0,0 0 0 16,0 0-16-16,0 0-3 0,0 0-1 0,0 0 0 15,0 0-19-15,0 0-4 0,-6 2-1 0,0 1 0 16,0 2-9-16,0 1 12 0,0-1-12 0,-3 3 12 16,0-3-12-16,0 6 0 0,-2-3 0 0,-1 2 0 15,0 1 0-15,0 2 0 0,-3-2 0 0,0 2 0 16,3-2 0-16,0 2 0 0,-3-3 0 0,6 4 0 16,-2-4-16-16,-1 1 5 0,3-1 1 0,0-2 0 15,3 3 10-15,0-3 14 0,0 2-3 0,0-2-1 16,3 0-10-16,3 3-14 0,-3-6 3 0,3 3 1 15,3-3 10-15,-3 3 0 0,3-2 0 0,0 2 0 16,0-3 19-16,3 0 5 0,0 0 2 0,0 1 0 16,3-1-13-16,-3 0-2 0,3 1-1 0,0-1 0 15,2-2 4-15,-2 2 1 0,3-3 0 0,0 4 0 16,0-1-7-16,0 0 0 0,3 1-8 0,-3-1 12 16,3 0-12-16,-3 0 0 0,-1 1 8 0,4-1-8 15,-3-2 0-15,0 2-12 0,0-2 3 0,0 2 0 16,-3-2-35-16,3 2-8 0,-3-2 0 0,0 2-1 15,-3 0-123-15,0-2-24 0,0 2-4 0</inkml:trace>
  <inkml:trace contextRef="#ctx0" brushRef="#br0" timeOffset="90550.613">18713 6774 1691 0,'0'0'71'15,"0"0"-57"-15,3 5 64 0,-3 0 13 0,0 3 2 0,3 0 1 16,-3 0-50-16,0 3-11 0,3-1-1 0,0 4-1 15,-3-1-21-15,3-3-10 0,-3 4 10 0,3-1-10 32,0 0-19-32,-3 0-9 0,3 1-3 0,0 1 0 0,-3 1 50 0,0 0 9 0,3 0 3 0,-3 0 0 31,0 0-50-31,0 0-9 0,0-3-3 0,0 0 0 0,0 0 31 0,0-2 0 0,0 0 0 0,0-4 0 16,0 1 25-16,-3 0 11 0,3-5 3 0,0-3 0 15,0 0-10-15,0 0-1 0,0 0-1 0,0 0 0 16,0 0 42-16,0 0 9 0,-3-3 2 0,0-5 0 15,3-2-16-15,-3-1-4 0,0-2 0 0,3 0 0 16,-3-3-14-16,3 0-3 0,0 0-1 0,-3-2 0 16,3 2-9-16,0-3-1 0,0 1-1 0,3-1 0 15,0 3 8-15,0-2 1 0,0 2 1 0,0-3 0 16,3 3-41-16,0 1 0 0,3-1-16 0,0-3 5 16,0 3 11-16,0 0 9 0,3 1-1 0,-3-4-8 15,3 6 0-15,-1 0 0 0,1-1 0 0,0 1-12 16,0 5 12-16,3 0-9 0,-3 0 9 0,3 3-8 15,-3 2-16-15,0-2-2 0,0 2-1 0,-1 3 0 16,-2 0-94-16,0 3-19 0,0 0-4 0</inkml:trace>
  <inkml:trace contextRef="#ctx0" brushRef="#br0" timeOffset="90790.045">18696 6975 1579 0,'0'0'32'0,"0"0"10"0,0 0-34 15,5-3-8-15,1 3 0 0,0-2 0 0,0 2 131 0,0-3 24 0,3 0 5 0,-3 1 0 16,3 2-52-16,0 0-10 0,0-3-2 0,0 3-1 16,0-3-76-16,0 3-19 0,0-2 0 0,3 2 0 15,-3 0 0-15,-1-3 0 0,4 3 0 0,0 0 0 16,-3 0 23-16,3-3 1 0,0 3 0 0,0-2 0 15,3 2-141-15,-3-3-28 0,0 0-6 0</inkml:trace>
  <inkml:trace contextRef="#ctx0" brushRef="#br0" timeOffset="90996.391">19127 6829 2066 0,'0'0'43'0,"0"0"10"0,0 0-42 0,3-5-11 0,0 2 0 0,-3 3 0 16,3-5 99-16,0 2 17 0,0-2 4 0,-3 5 1 16,3-2-40-16,-3 2-8 0,0-6-1 0,0 6-1 15,3-2-57-15,-3 2-14 0,0 0 0 0,0 0 0 16,6-6 0-16,-6 6 0 0,0 0 0 0,0 0 0 31,0 0-100-31,3-2-22 0,-3 2-5 0</inkml:trace>
  <inkml:trace contextRef="#ctx0" brushRef="#br0" timeOffset="91224.16">19163 7102 2048 0,'-3'13'43'0,"3"-13"9"0,0 0-42 0,0 5-10 0,0-5 0 0,0 0 0 16,0 0 134-16,0 0 25 0,0 0 5 0,3 6 0 15,-3-6-54-15,0 0-11 0,0 0-3 0,0 0 0 16,0 0-81-16,0 0-15 0,3 2 0 0,-3-2-12 16,0 0 12-16,0 0 0 0,0 0 8 0,0 0-8 15,0 0 0-15,0 0 8 0,6 3-8 0,-6-3 0 16,0 0-153-16,0 0-35 0,0 0-8 0</inkml:trace>
  <inkml:trace contextRef="#ctx0" brushRef="#br0" timeOffset="93443.693">19419 6843 1579 0,'0'0'32'0,"-3"-8"10"0,0 2-34 16,3 6-8-16,0-5 0 0,-3 0 0 16,0-1 53-16,3 6 9 0,0-5 2 0,0 5 0 0,-3-5 33 0,3 5 7 0,0-5 2 15,0 5 0-15,0 0-36 0,0 0-7 16,0-6-2-16,0 6 0 0,0 0-13 0,0 0-2 0,0 0-1 0,0 0 0 15,0 0-13-15,0 0-2 0,0 0-1 0,0 0 0 16,0 0-8-16,0 0-1 0,0 0-1 0,0 8 0 16,0-2-3-1,0 1-1-15,-3 4 0 0,3 0 0 0,0-1-15 0,-3 1 11 0,3-1-11 16,-3 4 10 0,3-1-10-16,-3 0 0 0,3 0 0 0,-3 1 8 0,3 1-8 0,0-1 0 0,-3 1 0 15,3 1 0-15,0-2 0 0,-3 1 0 0,3-1 0 16,0 2 0-16,0-3 0 0,0 0 0 0,0 3 0 0,0-3 0 31,0-2-25-31,0-1-1 0,0-2 0 0,0 3 0 0,0-6-40 16,0 3-8-16,0-3-2 0</inkml:trace>
  <inkml:trace contextRef="#ctx0" brushRef="#br0" timeOffset="93879.239">19651 6880 1934 0,'0'-6'40'0,"0"6"9"16,-3-5-39-16,3 5-10 0,-3-5 0 0,3 5 0 15,0 0 95-15,0 0 17 0,0 0 3 0,0 0 1 0,0 0-56 0,0 0-10 0,-6 2-2 16,6-2-1-16,-6 3-11 0,0 2-1 0,3 1-1 0,0-1 0 16,-3 3-25-16,3 0-9 0,0-3 0 0,0 3 9 15,0 0 15-15,0 0 2 0,3 2 1 0,-3-2 0 31,3 3-43-31,0-3-9 0,0 2-2 0,0 1 0 16,3-3 27-16,0 0 0 0,3 3 0 0,0-4 0 16,0 1 16-16,0-2 9 0,3 2 2 0,0-6 0 0,0 1-27 0,0 0 0 15,3-1 0-15,-3-2 0 16,3 0-21-16,0-2-10 0,2 2-1 0,-2-6-1 0,3 4 33 0,-3-6 0 0,0 2 0 0,0-2 0 16,-3 1 20-16,3-1-1 0,-3-3-1 0,0 3 0 15,0-3-6-15,-3 4 0 16,-1-4-1-16,1 3 0 0,0-3 42 0,-3 1 9 0,-3-1 2 0,0 1 0 15,0-1-52-15,-3 1-12 0,0-4 0 0,0 4 0 16,-5-1 0-16,2 1 0 0,-3-4 0 0,0 6 0 16,0-2 13-16,0-1 0 0,-3 3 0 0,0 0 0 15,0 3-13-15,0 0-18 0,-3 2 4 0,0 0 1 16,1 1 13-16,2-1 0 0,0 3 0 0,-3 3 0 16,6-3-56-16,-3 2-6 0,3-2-1 15,0 6 0-15,3-6-52 0,6 0-10 0,0 0-3 16</inkml:trace>
  <inkml:trace contextRef="#ctx0" brushRef="#br0" timeOffset="94222.138">19987 6663 1956 0,'6'-3'56'0,"-3"-2"11"0,3 2-54 16,-3 0-13-16,0-2 0 0,-3 5 0 0,0 0 114 0,0-3 20 0,0 3 4 0,0 0 1 15,0 0-48-15,0 0-10 0,0 0-1 0,0 0-1 16,0 0-33-16,0 0-6 15,0 0-2-15,0 0 0 0,0 0-16 0,0 0-3 0,0 0-1 0,3 8 0 16,0-2-7-16,0 4-2 0,0-2 0 0,-3 3 0 16,3 2-1-16,0-2-8 0,-3 2 12 0,3 0-4 15,-3 3-8-15,0-3 0 0,3 0 9 16,-3 1-9-16,0 2 10 0,0-3-2 0,0 3-8 16,0-3 12-16,0 0-12 0,0 0 11 0,0-2-11 15,-3 2 10-15,3-2-10 0,0 2 8 0,-3-2-8 16,3-1 8-16,-3 1-8 0,3 2 0 0,0-3 0 0,-3 1 0 15,3 0 0-15,-3 2 0 0,3-5 8 0,-3 2-8 16,3 1 0-16,-3-3 0 0,3-3 0 0,0 3 0 16,0-3-17-16,0 1-6 0,0-6-1 0,0 0 0 15,0 0-76-15,0 0-15 0,0 0-3 16,0 0-1-16,0 0-101 0,0 0-20 0</inkml:trace>
  <inkml:trace contextRef="#ctx0" brushRef="#br0" timeOffset="97129.574">16404 6258 1869 0,'0'-6'39'0,"-3"4"9"16,3-3-39-16,-3-1-9 0,0 4 0 0,-3-4 0 15,3 4 74-15,-3-4 13 0,0 1 2 0,0 0 1 16,-3 2-39-16,0 1-8 0,0-4-2 0,0 4 0 16,0-1 7-16,-3 0 0 0,3 1 1 0,-3-1 0 15,1 0-39-15,-1 1-10 0,0 2 0 0,-3-3 0 16,0 0 53-16,3 1 9 0,-3 2 2 0,0-3 0 15,0 0-52-15,-2 1-12 0,-4-1 0 0,0-2 0 16,-3 2 0-16,0-2 0 0,-3 2 0 0,-2 1 0 0,2-4 35 16,-3 6 4-16,0-2 1 0,1 2 0 15,-1 0-13-15,3 0-3 0,0 2 0 0,0 1 0 16,1-3-24-16,-1 0 0 0,-3 0 0 0,0 0 0 16,1 3 0-16,-1-3 0 0,-3 2 0 0,0 4 0 0,4-4 0 15,-4 6 0-15,3-3 0 0,0 3 0 0,1 0-13 16,2 0-8-16,-3 0-2 0,3 3 0 0,-3-3 37 0,1 2 7 15,2 1 2-15,-6 2 0 0,3-2-23 0,1 2 0 0,-1 3 0 0,-3-3 0 16,6 0-15-16,0 1-7 0,1-1-2 0,-4 3 0 16,6-3 24-16,-3 0 0 0,-2 3-9 0,2-3 9 15,0 0 17-15,0 1 7 0,0-4 2 0,1 3 0 16,2 1-42-16,0-1-9 0,0 0-2 16,0 3 0-16,4 0 27 0,-1 0 0 0,3 0 0 0,0 0-8 15,3 2-23-15,0-2-4 0,3 2-1 0,0-2 0 16,3 0 56-16,1 0 10 0,-1 3 2 0,3-4 1 15,0 1-53-15,0 0-10 0,0-3-2 0,3 3-1 16,3 0 33-16,-3-3 0 0,3 3 0 0,0-2 0 16,3-1 0-16,-3 0 0 0,3 0 0 0,0 0 0 15,3 1 14-15,0-1 10 0,0-2 1 0,0 2 1 16,0 0-26-16,2 0 8 0,1 0-8 0,0 1 0 16,0 2 0-16,0-3 0 0,3 0 0 0,3 3-11 15,-3 0-9-15,6-3-3 0,0 3 0 0,-1 0 0 16,4 0 23-16,0-3 0 0,3 0 0 0,0 0 0 15,3-2 0-15,-1-1 0 0,1 1 0 0,3 2 0 16,-3-2 0-16,2-1 0 0,1 1 0 0,0 0 0 16,3-3 0-16,-1 2 0 0,4-2 0 0,0 0 0 15,3 0 0-15,-1 0 0 0,4 0 0 0,0 0 0 0,-1-3 0 16,4-2 0-16,0-1 10 0,5 1-10 0,-5-3 0 0,5 3 0 0,-2-1 0 16,6-2-12-16,-7 0 12 0,1-2 8 15,0-1 0-15,2 0-8 0,-2-2 0 0,-4 2 0 0,4 3-10 16,0-5 10-16,-4 2 8 0,-2-2 8 0,0 0 3 0,-1 0 0 15,1-1-31-15,-3-2-5 0,-1 3-2 0,1-3 0 16,-3 0 47-16,0 0 10 0,-7-2 2 0,4-1 0 16,-3 3-20-16,-6-2-4 0,-1-4-1 15,4 4 0-15,-6-3-5 0,3-3-1 16,-3 0 0-16,3 0 0 0,-4-3-9 0,1 1 0 0,0-3 0 0,0 2 0 16,-3-2 0-16,3 2 0 0,-4 1 0 0,-2-1 0 15,0 4 53-15,0-1 9 0,0 0 2 0,-3 0 0 16,0 3-64-16,0-3 0 0,-3 0-12 0,0-3 2 15,-1 6 10-15,-2-3 16 0,0 0-4 0,-3 1-1 16,3-1-11-16,-3 0 0 0,0-3 0 0,-3 3 0 16,0-2 0-16,0 2 0 0,0-3 0 0,0 1 0 15,-3 2 0-15,0 0 0 0,0 0 0 0,0 0 0 16,-3 1 0-16,0-1 0 0,0 0 0 0,1 0 0 16,-4 3 0-16,0-3 0 0,3 3 0 0,-6-3 0 15,0 3 0-15,0-3 0 0,0 0 0 0,-3 3 0 16,0-3 25-16,-3 2 7 0,1-1 0 0,-4 1 1 15,-3 1-53-15,0 0-10 0,0-3-2 0,-5 3-1 16,5 0 56-16,-3-1 11 0,0 4 2 0,-6-4 1 16,4 4-59-16,-4-1-12 0,-6-2-2 0,1 3-1 0,2 2 45 15,-6 2 10-15,3 1 2 0,-2 0 0 16,-1 2-41-16,3 0-8 0,-2 1-2 0,-1-1 0 16,3 3-17-16,-2 3-4 0,-1-3-1 0,0 2 0 15,7 1-163-15,-1 2-32 0,3 1-6 0</inkml:trace>
  <inkml:trace contextRef="#ctx0" brushRef="#br0" timeOffset="98428.182">15025 6644 2066 0,'0'-10'43'0,"0"10"10"0,0-6-42 0,-3 1-11 0,3 0 0 0,0 5 0 16,-3-6 104-16,0 4 20 0,-3-4 3 0,3 4 1 15,-2-1-52-15,-1 3-9 0,3 0-3 0,-3 0 0 16,0 0-51-16,-3 0-13 0,3 3 0 0,0-1 0 16,0 1 0-16,-3 2 0 0,3 1 0 0,-3-1 0 15,3 3 0-15,-3 2 0 0,0-2 0 0,0 3 0 16,0 2 0-16,1 0 0 0,-1 3 0 0,0 0 0 15,3 0 0-15,0 0 0 0,-3 0 0 0,3 0 0 16,3 0 0-16,-3-1 0 0,3 1 0 0,0-2 0 16,3 1-16-16,-3-1-7 0,3-4-1 0,3 3 0 15,-3-2 0-15,3 0-1 0,0-3 0 16,3 2 0-16,-3-2 8 0,3 0 1 0,0 0 1 0,3 0 0 16,0-5 15-16,0 2 0 0,-1-3 0 0,1 4 0 15,0-6-54-15,0 2-8 0,0-2-2 0,0-2 0 16,-3 2 103-16,0-3 20 0,3 0 4 0,-3 1 1 15,-3-1-52-15,3-2-12 0,-3 0 0 0,3 2 0 16,-3-2 0-16,0-1 0 0,0-2 0 0,-3 3 0 16,3 0 54-16,-3 0 8 0,0-3 2 0,3 0 0 15,-3 2-52-15,0-2-12 0,0 1 0 0,0-1 0 16,0 2 54-16,0-2 8 0,0 0 2 0,0 0 0 16,0 3-52-16,0 0-12 0,0 0 0 0,0-1 0 0,0 6 0 15,3-5 0-15,0 0 0 0,0 2 0 0,0 0 0 16,3 1 0-16,-1-1 0 0,1 3 0 0,0 0 0 0,0 0 0 0,3 0 0 15,0 0 0-15,-3 3 0 0,3-3 0 0,0 2 0 0,-3 1 0 16,3 0 0-16,-3-1 0 0,3 4 0 0,-3-1 0 16,-3 0 0-16,3 1 0 0,0-1 0 0,-3 3 0 15,0 0 0-15,-3 0 0 0,3 0 0 0,-3 0 0 16,0-1 0-16,-3 1 0 0,3 0 0 0,-3 0 0 16,0 3-10-16,0-3 2 0,0 0 0 0,-3 2 0 15,3-2-4-15,0 3-1 0,-3-3 0 0,3 0 0 16,0 2-23-16,-3-2-4 0,3 0 0 15,0 0-1-15,0 0-19 0,0 0-3 16,3-8-1-16,-3 3 0 0,3-3-153 16,0 0-31-16</inkml:trace>
  <inkml:trace contextRef="#ctx0" brushRef="#br0" timeOffset="98759.491">15335 6694 2269 0,'3'-5'64'0,"0"2"15"0,-3-2-63 0,0 5-16 0,0-8 0 0,3 6 0 16,-3 2 105-16,0-6 19 0,0 1 3 16,0 5 1-1,0 0-52-15,3-5-9 0,-3 5-3 0,0 0 0 0,0 0-48 0,0-6-16 0,0 6 10 0,0 0-10 16,0 0 0-16,0 0 0 0,0 0 0 0,0 0 0 31,0 0-105-31,0 0-20 0,0 0-4 0,0 0-1 16,0 0-101-16,-3 8-20 0</inkml:trace>
  <inkml:trace contextRef="#ctx0" brushRef="#br0" timeOffset="98955.094">15347 7025 2269 0,'0'0'64'0,"0"0"15"15,0 0-63-15,0 0-16 0,0 0 0 0,0 0 0 16,0 0 105-16,0 0 19 0,0 0 3 0,0 0 1 15,0 0-103-15,0 0-25 0,0 0 0 0,3-5 0 16,3 2 0-16,-3-2 0 0,0 0 0 0,0 2 0 16,0-2 0-16,0 2 0 0,0-2 0 0,-3 5 0 15,3-3-97-15,0 0-25 0,-3 3-5 0</inkml:trace>
  <inkml:trace contextRef="#ctx0" brushRef="#br0" timeOffset="99696.473">15737 6753 1824 0,'0'0'38'0,"0"0"8"0,0-6-37 16,0 6-9-16,0-2 0 0,0-4 0 0,0 6 156 0,-3-5 28 0,3 5 7 0,-3-5 1 15,3 5-103-15,-3-6-20 0,3 6-4 0,-6-2-1 16,0-1-51-16,0 3-13 0,0-2 0 0,0 2 0 15,0 2 54-15,0 1 8 16,0-1 2-16,0 4 0 0,0 2-52 0,-3 0-12 16,3 2 0-16,0 1 0 0,1-1-16 0,-1 4-5 0,3-4-2 0,-3 3 0 15,6 1 23-15,-3-4-9 0,3 1 9 0,3-1 0 16,-3 1-16-16,3 0 4 0,3-3 1 16,-3 2 0-16,2-2-9 0,4 0-3 0,-3-3 0 0,3 1 0 15,3-1 4-15,-3 0 1 0,3 0 0 0,-3-2 0 16,6 0 26-16,-3-3 4 0,0-3 2 0,-3 3 0 15,3-3-14-15,-4 1 0 0,4-1 0 0,-3 1 0 16,0-4 0-16,0 4 0 0,3-4 0 0,-3 1 0 16,-3 0 0-16,3-3 0 0,-3 2 0 0,-3-1 0 15,3-1 50-15,-3 0 7 0,0 0 2 0,-3 0 0 16,0 0-43-16,0-3-16 0,-3 1 11 0,0-1-11 16,0 1 0-16,0-1 0 0,-3 0 0 0,0 1 0 15,0-1 0-15,0 1 0 0,-3-1 0 0,0 3 0 16,0 0 0-16,3 0 0 0,-3 0 0 0,0 3 0 15,3 0 0-15,-3-1 0 0,1 4 0 0,2-1 0 16,-3 0 0-16,0 3 0 0,3 0 0 0,-3 0 0 16,3 3-148-16,0-3-35 0,6 0-7 0</inkml:trace>
  <inkml:trace contextRef="#ctx0" brushRef="#br0" timeOffset="100057.939">16085 6641 2269 0,'0'-5'64'0,"0"0"15"0,0-3-63 16,0 5-16-16,3-2 0 0,-3 0 0 0,0-1 105 0,0 6 19 0,3-5 3 0,-3 5 1 15,0-3-52-15,0 3-9 0,3-5-3 0,-3 5 0 16,0 0-51-16,0 0-13 0,0 0 0 0,0 0 0 15,6 0 0-15,-6 0 0 0,3 3 0 0,3-1 0 16,-3 4 0-16,0-1 0 0,0 3 0 0,-3 3 0 16,3-1 0-16,0 1 0 0,-3-1 0 0,3 6 0 15,-3-3 0-15,0 3 0 0,3-2 0 0,-3 1 0 16,0-1 0-16,3 2 0 0,-3-3 0 0,0 3 0 16,3-3 0-16,-3 3 0 0,0 0 0 0,0-3 0 15,0 3 0-15,0-6 0 0,3 4 0 0,-3-1 0 16,0-3 0-16,3 1 0 0,-3 0 0 0,0-4 0 15,0 1 0-15,0 0 0 0,0-2 0 0,0-1 0 16,0-5-151-16,0 5-33 0,0-5-6 0</inkml:trace>
  <inkml:trace contextRef="#ctx0" brushRef="#br0" timeOffset="100394.061">16389 6551 1824 0,'6'-15'38'0,"-3"9"8"16,0 4-37-16,-3 2-9 0,0-6 0 0,0 6 0 0,3-5 104 0,-3 5 20 0,0 0 3 0,0 0 1 15,3-3-28-15,-3 3-6 0,0 0-1 0,0 0 0 16,5 0-26-16,-5 0-6 0,0 0-1 0,3 6 0 16,3-4-20-16,-3 4-5 0,0-1-1 0,-3 3 0 15,3 0-11-15,0 2-3 0,-3 1 0 0,0 0 0 16,3 2-4-16,-3 0-2 0,0 0 0 0,0 3 0 15,3 0-4-15,-3 3-1 0,0-4 0 0,3 4 0 16,-3-1 2-16,0-2 0 0,3 0 0 0,-3 0 0 16,0 0-11-16,3 0 12 0,-3 0-12 0,0-3 12 15,3 3-3-15,-3-6 0 0,0 4 0 0,0-1 0 16,0-3-9-16,0 1 0 0,0-3 0 0,0 3 0 16,0-3 0-16,0-1 0 0,0 1 0 0,0 0 0 15,3 0-49-15,-3-2-12 16,0-1-3-16,3 0 0 0,-3-5-102 0,0 0-21 0</inkml:trace>
  <inkml:trace contextRef="#ctx0" brushRef="#br0" timeOffset="101199.98">16918 6750 1824 0,'0'0'38'0,"0"0"8"16,0 0-37-16,0 0-9 0,0 0 0 0,0 0 0 16,0 0 98-16,3 5 18 0,0-5 3 0,3 3 1 15,-3 0-39-15,3-3-7 0,3 0-2 0,-3 0 0 16,3 0-24-16,0 2-6 0,3-2-1 0,0 0 0 16,3 3-12-16,0-3-2 0,2 0-1 0,1 2 0 15,3-2-12-15,0 0-2 0,3 0-1 0,0 0 0 0,2 3-11 16,1-3 0-16,-3 0 9 0,3 3-9 15,0-3 0-15,-1 0 9 0,1 2-9 0,0-2 0 0,0 0 10 0,3 3-10 16,-1 0 8-16,4-1-8 16,-3-2 10-16,0 0-10 0,2 3 12 0,-2-3-12 15,-3 3 12-15,0-3-4 0,-1 0 0 0,1 2-8 0,-3-2 9 16,0 3-9-16,0 0 0 0,2-1 9 16,1 1 7-16,0 0 2 0,0-1 0 0,3 1 0 0,-1-1-4 0,-2-2-1 15,0 3 0-15,0 0 0 0,0-1-4 0,-4 1-1 0,1 0 0 0,-3-1 0 16,0 1-8-16,0 0 10 0,0-3-10 0,-4 2 10 15,-2-2-10-15,3 0 8 0,-3 0-8 0,3 0 8 16,-3 0-8-16,-3 0 0 0,0 0 0 0,-4 0 8 16,4 0-8-16,-3-2 0 0,0 2 0 0,0 0 8 15,0 0-8-15,-3-3 0 0,3 3 0 0,-3-3 0 16,0 3 0-16,0 0 0 0,0-2 0 0,-3 2 0 16,3 0-29-16,0 0 1 0,0 0 1 0,0 0 0 15,0 0-9-15,0 0-3 16,-1 0 0-16,1 0 0 0,0 0-1 0,0 0 0 0,3 0 0 15,-3 0 0-15,0 2 8 0,0-2 2 0,0 0 0 0,-3 3 0 16,3-3-12-16,0 3-2 0,-6-3-1 16,3 2 0-16,-3-2-103 0,6 0-20 0,-6 0-4 0</inkml:trace>
  <inkml:trace contextRef="#ctx0" brushRef="#br0" timeOffset="101953.965">17246 6520 1820 0,'0'0'38'0,"3"-3"8"16,-3 3-37-16,3-5-9 0,0 2 0 0,-3 3 0 15,6-5 119-15,-6 5 21 0,0 0 5 0,0 0 1 16,3-3-50-16,-3 3-9 0,0 0-3 0,0 0 0 0,0 0-33 15,0 0-7-15,0 0-2 0,0 0 0 16,0 0-22-16,0 0-4 0,0 0 0 0,0 0-1 0,0 0-15 16,0 0 0-16,0 0 0 0,0 8 0 0,0-3 0 15,-3 1 8-15,0-1-8 0,-3 3 0 16,0 0 0-16,-3-3 8 0,0 3-8 0,0 3 0 16,-3-1 0-16,0 1 0 0,0-1 0 0,-2 4 0 15,2-1 0-15,0 0 0 0,0 0 0 0,0 1 0 16,0-1-32-16,3-3 1 0,-3 4 0 0,3-4 0 0,3 3 31 0,0-2 0 15,0 0 0-15,3-3 0 0,0 2 0 0,3-2 0 0,-3 0 0 0,3 3 0 16,0-3 0-16,0-3 0 16,3 3 0-16,0 0 0 0,0 0 0 0,0-3 0 15,0 0 0-15,3 3 0 0,0-3 45 0,0 1 15 0,0-1 4 0,0 0 0 16,0 1-52-16,3-4-12 0,-3 4 0 0,3-4 0 16,0 4 0-16,0-4 0 0,0 3 0 0,0 1 0 15,-1-4 0-15,1 1 0 0,0 0 0 0,0 2 0 16,3-2 0-16,-3 2 0 0,3-2 0 0,-3 2 0 15,0-2 0-15,0 2 0 0,0-3 0 0,0 4 0 16,0-4 23-16,3 1 1 0,-1 0 1 0,1-1 0 16,-3 1-69-16,3 0-15 0,0-1-2 15,0-2-1-15,-3 0-177 0,0 0-35 0</inkml:trace>
  <inkml:trace contextRef="#ctx0" brushRef="#br0" timeOffset="105055.564">11739 6464 1637 0,'0'-5'69'16,"-3"0"-55"-1,3-1 78-15,-3 1 16 0,0 0 4 0,0-1 0 16,-3 1-28-16,3-3-6 0,0 3-1 0,-3 0 0 16,-3-3-15-16,1 2-3 0,-1 1-1 0,0 0 0 0,-3-3-14 15,0 3-2-15,-3-1-1 0,-3-2 0 0,0 3-19 0,-3-6-4 0,1 4-1 0,-1-1 0 16,-3-3-17-16,-3 3 0 0,0-3 0 0,-2 4 0 15,2-1 33-15,-3 0 3 16,0 0 1-16,-2 2 0 0,-1-2-25 0,-3 3-4 0,0 0-8 16,-5 0 11-16,2-1 8 0,0 6 1 15,1-2 1-15,-4 2 0 0,0 0-33 0,4 2-6 16,-4-2-2-16,0 6 0 16,1-1 20-16,-4 0 0 0,3 3 0 0,-2 3 0 0,2-1 0 0,3 1 0 15,3 2 0-15,1 3 0 0,-1 0 0 0,0 0-12 0,1 0 12 16,-1 0-13-16,3 2 31 0,3 1 6 0,1 2 2 0,-1 0 0 15,6 3-48 1,0 2-10-16,0 1-1 0,7 4-1 0,-1-2 3 0,3 3 1 16,0 0 0-16,0 5 0 0,6-5 30 0,-3 2 16 0,3-2-1 0,3 2-1 15,0 1-14-15,3 2-10 0,3-3 2 0,0 3 0 16,3-2 8-16,3 2-10 0,3 0 10 0,0 0-10 16,6-3 10-16,0-2-12 0,0 2 12 0,3-2-12 15,3-3 12-15,2-2 0 0,4-1 10 0,3 3-10 16,0-2 0-16,2-4-12 0,1 1 1 0,3 3 0 15,-3-6 11-15,2 0 0 0,1-2-9 0,3-4 9 16,2 1 0-16,1-5 18 0,6-1-3 0,-1-2-1 16,1-2-23-16,-3-1-5 0,-1-2-1 0,7-3 0 15,-4 0 15-15,4-3 0 0,-3-2 0 0,5-1 10 16,-2-2-10-16,-3 1 0 0,2-4 0 0,4 0 0 16,-4-2 0-16,1 0 15 0,2 0-1 0,4-1 0 15,-6-1-14-15,-4-1-15 0,1 0 3 0,3-3 1 0,-4 3 11 16,-2 1 16-16,2-1-4 0,1 0-1 0,-3 0-11 0,-4 0 0 0,-2 0 0 15,3 0 0-15,-7-2 0 0,-2 2 0 16,0-3 0-16,-3 1 0 16,-1-1 0-16,-2-2 0 0,0 3 0 0,-3-4 0 0,-3 1 43 15,-3 0 6-15,-1 0 2 0,-2 0 0 0,-3 0-22 0,-3 2-4 0,0-2-1 0,0 2 0 16,-3 1 0-16,-3 2 0 0,0-2 0 0,-3 2 0 16,0 0-2-16,0 0-1 0,-3 0 0 0,0-3 0 15,-3 4-5-15,0-1 0 0,0 0-1 0,-3-3 0 16,0 3-15-16,0-2-8 0,-3-1 8 0,0 1-13 15,-2-1 25-15,-1-2 6 0,0 3 1 0,0-3 0 16,-3 2-19-16,3 3 8 0,-3 0-8 0,-2 0 0 16,2 3 8-16,0-3-8 0,0 3 0 15,-3-3 0-15,-3 3-12 0,3-3-10 0,-2 0-2 0,-1 0 0 16,-3 3 24-16,-3-3 0 0,3 3 0 0,-5 0 0 16,-1-3 17-16,3 3 8 0,0-1 2 0,-5-1 0 15,5 1-27-15,-3 4 0 0,0-4 0 0,1 4 0 16,-1-1-17-16,0 3 1 0,-2-2 0 0,2 4 0 15,0-1-24-15,0 1-5 0,4 4-1 0,-1-1 0 16,3 0-86-16,0 3-18 0,3 3-3 0</inkml:trace>
  <inkml:trace contextRef="#ctx0" brushRef="#br0" timeOffset="108325.025">10459 6660 1986 0,'0'0'41'0,"0"0"11"0,0 0-42 0,0 0-10 0,0 0 0 0,0 0 0 15,0 0 121-15,0 0 23 0,0 8 4 0,0-3 0 16,-3 3-67-16,3 0-13 0,0 0-4 0,-3 3 0 0,0-1-51 0,3 3-13 0,-3-2 0 16,0 2 0-16,3 0 0 0,-3 3 0 0,3-2 0 0,0 1 0 15,0 1 0-15,0 3 0 0,0-3 0 0,0 5 0 16,0-5 0-16,0 5 0 0,0-3 0 0,-3 1 0 15,3 2 0-15,0-2 0 0,0 2 0 16,0 0 0-16,0-2 0 0,0-1 0 0,0-2 0 0,0 2 0 31,0-4-100-31,0-4-22 0,3 1-5 0</inkml:trace>
  <inkml:trace contextRef="#ctx0" brushRef="#br0" timeOffset="108601.345">10647 6686 1751 0,'-6'-13'74'0,"0"3"-59"15,3-1 103-15,-3 3 21 0,3 0 4 0,-3 3 1 16,3 0-62-16,3 5-12 0,0 0-2 0,0 0-1 16,0 0-3-16,-3 8 0 0,0-3 0 0,0 5 0 15,3 1-51-15,-3 2-13 0,3 3 0 0,0 0 0 16,0 0 0-16,0 2 0 0,0-2 0 0,3 3 0 15,-3-1 0-15,0 1 0 0,0-3 0 0,0 2 0 16,0 1 0-16,-3-1 0 0,3 1 0 0,-3 2 0 16,3 0 0-16,-3 3 0 0,3 0 0 0,-3 0 0 15,0-1 0-15,3 1 0 0,-3-3 0 0,0 1 0 16,3-4-132-16,-3-2-30 0,0 0-6 0</inkml:trace>
  <inkml:trace contextRef="#ctx0" brushRef="#br0" timeOffset="108863.268">10495 6940 1883 0,'0'0'39'0,"0"0"10"0,-3-2-39 0,3 2-10 0,0 0 0 0,-3-5 0 16,3 5 112-16,0 0 21 0,3-6 4 0,-3 6 1 15,3-2-64-15,-3 2-13 0,3-3-2 0,3 0-1 16,0 1-22-16,0-1-5 0,0 3-1 0,3 0 0 16,0-3-13-16,0 3-2 0,-1 0-1 0,4 0 0 15,0-2-14-15,3 2 0 0,0 0 0 0,3 0 0 16,3-3 0-16,-3 3 0 0,2 0 0 0,1-3 0 16,0 3-151-16,3-2-33 0,-3-4-6 0</inkml:trace>
  <inkml:trace contextRef="#ctx0" brushRef="#br0" timeOffset="109028.843">10947 6747 2191 0,'0'0'62'0,"-6"0"14"0,0-2-61 0,6 2-15 0,-2-3 0 0,2 3 0 16,0 0 78-16,-6-3 13 0,6 3 2 0,0 0 1 16,0 0-38-16,0 0-7 0,0 0-1 0,0 0-1 15,0 0-26 1,0 0-5-16,0 0 0 0,0 0-1 15,0 0-84-15,0 0-17 0,0 0-3 0</inkml:trace>
  <inkml:trace contextRef="#ctx0" brushRef="#br0" timeOffset="109204.703">10924 7097 2131 0,'-3'10'60'0,"0"1"14"0,0-1-59 0,0-2-15 0,3-2 0 0,0 1 0 15,-3-1 83-15,3-6 13 0,0 0 4 0,0 0 0 16,0 0-28-16,0 0-6 0,0 0-1 0,0 0 0 16,0 0-52-16,0 0-13 0,0 0 0 0,0 0 0 15,0 0-92-15,6-3-22 0,0 0-4 0</inkml:trace>
  <inkml:trace contextRef="#ctx0" brushRef="#br0" timeOffset="109744.416">11346 6774 1820 0,'-3'-13'38'0,"3"13"8"0,-3-6-37 0,0 1-9 0,3 0 0 16,0 5 0-16,0 0 105 0,-3-6 19 0,3 6 4 0,0-2 1 16,0 2-1-16,0 0 0 0,0 0 0 0,0 0 0 15,0 0-102-15,0 0-26 0,0 0 0 0,0 0 0 16,0 0 38-16,0 0 2 0,0 0 1 0,0 0 0 16,-3 8-14-16,0-3-3 0,0 3-1 0,3 2 0 15,0-2-23-15,-3 6 0 0,3-4 0 0,0 1 0 16,0 2 0-16,0 0 0 0,0 3 0 0,0-3 0 15,0 3 0-15,-3-3 0 0,3 3 0 0,0 0 0 16,0 0 0-16,-2 0 0 0,2 0 0 0,0 0 0 16,0 2-47-16,0-2-13 0,0 3-4 0,0-1 0 15,0-2 52-15,-3 0 12 0,3-3 0 0,0 3 0 16,-3-5-54-16,3-1-8 0,0 1-2 0,0-1 0 16,0-2-116-16,0 0-23 0,0-2-5 0</inkml:trace>
  <inkml:trace contextRef="#ctx0" brushRef="#br0" timeOffset="110078.587">11555 6742 1713 0,'0'0'72'0,"0"0"-57"16,0 0 113-16,0 0 24 0,0 0 4 0,0 0 0 15,0 0-73-15,0 0-15 0,0 0-4 0,0 0 0 16,0 0-16-16,0 0-3 0,0 0-1 0,0 0 0 16,3 5-19-16,-3 1-4 0,3-1-1 0,0 3 0 15,-3 0-8-15,3 0-3 0,0 0 0 0,-3 2 0 16,2 1-9-16,1-1 0 0,-3 1 0 0,3 0 0 16,-3 2 0-16,0-3 0 0,3 4 8 0,-3-1-8 15,0 0 0-15,0 0 0 0,0 1 0 0,0 1 0 16,0-1 0-16,-3 1-16 0,3 1 4 0,0 3 1 15,-3-3 11-15,3 0 16 0,0 0-4 0,-3-1-1 16,3 1-11-16,-2 0-16 0,2-3 4 0,-3 1 1 16,3-4-21-16,-3 1-5 0,3-1-1 0,0-2 0 15,0-2-107-15,0-1-22 0,0-5-4 0</inkml:trace>
  <inkml:trace contextRef="#ctx0" brushRef="#br0" timeOffset="110353.572">11846 6723 1824 0,'3'-7'76'0,"0"1"-60"15,-3-2 101-15,3 3 21 0,-3 5 4 0,0 0 1 16,0 0-24-16,0 0-5 0,0 0-1 0,0 0 0 16,0 0-90-16,0 0-23 0,3 5 0 0,0 3 0 15,-3 0 56-15,3 0 6 0,-3 3 2 0,0-1 0 16,3 4-52-16,-3-4-12 0,0 3 0 0,0 1 0 15,-3-4 20-15,3 3 0 0,0 1 1 0,0-1 0 16,-3-3-33-16,3 4-8 0,0-4 0 0,0 3-1 16,-3-2 21-16,3 2 0 0,0-2 0 15,0 2 0-15,-3 0 0 0,3 1 0 0,0 1 0 0,0-1 0 16,0 2-56 0,0-3-6-16,0 0-2 0</inkml:trace>
  <inkml:trace contextRef="#ctx0" brushRef="#br0" timeOffset="111088.015">12373 6806 1235 0,'0'0'52'0,"0"0"-42"16,0 0 94-16,3 2 20 0,3 3 3 0,-3-2 1 16,3 0-31-16,3-1-5 0,-3 4-2 0,3-4 0 15,3 1-20-15,-3 0-4 0,6-3-1 0,-4 2 0 16,4-2-18-16,0 3-4 0,0 0-1 0,0-3 0 15,3 0-16-15,3 0-3 0,0 0-1 0,2 0 0 16,4 0 12-16,3 0 2 0,3-3 1 0,-1 3 0 16,-2-3-8-16,3 3-1 0,-3 0-1 0,-1-2 0 15,1 2-27-15,0-3 0 0,-3 0 0 0,0 1 0 16,5 2 0-16,-2-3 0 0,3 0 0 0,3 1 0 16,-4-1 0-16,-2 0 0 0,6 1 0 0,-6-1 0 15,-1 1 13-15,-2 2-2 0,0 0-1 0,0 0 0 16,-1 0-10-16,1 0-14 0,6 0 3 0,0 0 1 15,-1 0 10-15,4 0 0 0,0 0 0 0,0 0 0 0,-4 0 0 0,1 0 0 16,0 2 0-16,0 1 0 0,-4-3 8 16,4 2 4-16,3-2 1 0,0 6 0 0,-4-4-13 0,4 1-18 15,-3 0 4-15,-1-1 1 0,-2 1 13 0,-3 0 0 16,-3-1 0-16,0 1 0 0,-1 0 0 0,-2 2 0 0,0-3 0 16,0 1 0-16,0 0 0 0,3-1 0 0,-4 1 0 0,4 0 0 15,-3-1 0-15,0 1 0 0,0 0 0 0,0-3 0 16,-3 0 0-16,-1 2 0 0,-2-2 0 0,0 0 0 15,0 0 0-15,-3 0 0 0,0 0 0 0,0 0 0 16,-3 0 0-16,0 0 0 0,0 0 0 0,-4 0 0 16,1 0 0-16,0-2 0 0,0 2 0 0,-3-3 0 15,0 0-54 1,-3 3-8-16,3-2-2 0</inkml:trace>
  <inkml:trace contextRef="#ctx0" brushRef="#br0" timeOffset="111776.929">12716 6649 1337 0,'0'0'28'0,"0"0"6"0,0 0-34 16,0 0 0-16,0 0 0 0,0 0 0 0,0 0 160 0,0 0 26 0,0 0 5 0,0 0 1 15,0 0-52-15,2 0-9 0,4 0-3 0,-6 0 0 16,0 0-51-16,0 0-10 0,3 0-3 0,-3 0 0 15,0 0-55-15,3 6-9 0,-3-6 0 0,3 5-10 16,-3 0 10-16,0 1 8 0,0-1-8 0,0 0 11 16,-3 3-11-16,0 0 0 0,3-3 0 0,-6 3 0 15,1 0 0-15,-1 3 0 0,0-3 0 0,-3 2 0 16,0 1 0-16,0-1 0 0,-3 1 0 0,3 0 0 16,-3-1 0-16,0 1 0 0,3 2 0 0,0-2 0 15,0-1 0-15,0 1 0 0,1-1 0 0,2 1 0 16,0 0 0-16,0-1 0 0,0 1 8 0,3-3-8 15,0 2 0-15,0 1 0 0,0-1 0 0,3 1 0 16,0-3 0-16,0 2 0 0,3 1 0 0,0 0 0 0,0-3 0 16,3 0 0-16,0 2 0 0,0-2 0 15,3 0-12-15,-1 0 12 0,4 0-10 0,-3 0 10 0,3-3 0 16,0 3 0-16,3-3 0 0,3-2 0 0,-3 2-13 0,3-5 3 0,-1 3 1 16,4-3 0-1,0 0-21-15,0 0-4 0,0-3-1 0,-3 1 0 16,2-1-37-16,-2 0-7 0,0 1-1 0,-3-1-1 0,-3-2-162 15,0-3-32-15</inkml:trace>
  <inkml:trace contextRef="#ctx0" brushRef="#br0" timeOffset="113052.038">10956 4334 1516 0,'0'0'32'0,"0"0"6"16,0 0-30-16,0 0-8 0,0-5 0 0,0 5 0 16,0-5 106-16,0 5 20 0,-3-6 4 0,3 6 1 15,0 0-37-15,0 0-7 0,0 0-2 0,0 0 0 16,0 0-30-16,0 0-7 0,0 0 0 0,0 0-1 16,0 0-30-16,0 0-5 0,0 0-2 0,-3 6 0 15,0-1 8-15,0 0 2 0,0 3 0 0,3 3 0 16,-3-3-12-16,3 5-8 0,0 0 12 0,0 0-12 15,0 3 8-15,0-5-8 0,0 7 0 0,0-7 0 16,0 5 8-16,3 2-8 0,-3 1 0 0,0-1 0 16,0 3 0-16,0 1 0 0,0 4 8 0,0 1-8 15,0-6 0-15,3 3 0 0,-3-1 0 0,0 1 0 0,0-3 0 16,0 1 0-16,0-1 0 0,0 0 0 0,0 0 8 0,0-2-8 0,0-1 0 16,0 3 0-16,0 0 0 0,0-2 0 0,0 2 0 0,0 0 0 15,-3 0 31-15,3 1-1 16,0-1 0-16,0-3 0 0,0 1-30 0,0 2 0 0,0-3 0 15,0-2 0-15,-3 0 0 0,3 0 0 0,0-3 0 0,0 1 0 16,0 1 0-16,0-4 0 0,0 0 0 0,0 2 0 16,-3-3 0-1,3 1 0-15,0 0 0 0,0-1 0 0,0 1 0 0,0-3 0 0,0 2 0 0,0 1 0 16,0-1 0-16,0 1 0 0,0 0 0 0,0-1 0 16,0 1 0-16,0 2 0 0,0 0 0 15,0-2 0-15,-2 2 0 0,2-2 0 16,0 2 0-16,0 0 0 0,0-2 0 0,0 2 0 0,0-2 0 0,0 2 0 15,0-3 0-15,0 1 0 0,0 2 0 0,0-2 0 16,-3-1-8-16,3-2-8 0,0 3-2 0,0-1 0 16,0-2 18-16,-3 3 8 0,3-3-8 0,0 2 12 15,0-2 0-15,0 0-1 0,0 0 0 0,0 0 0 16,0 0 1-16,-3 0 1 0,3 0 0 0,0 0 0 16,0 0-13-16,-3 0-18 0,3 0 4 0,0 2 1 15,0-4 13-15,-3 2 0 0,3 0 0 0,0-1 0 16,0 4 0-16,0-3 0 0,3 0 0 0,-3 3 0 15,0-4 27-15,0 4 8 0,0-3 1 0,0 3 1 0,0-4-37 16,0 4 0-16,0-3 0 0,0 3 0 0,0-1 0 16,0 1 9-16,0-1-9 0,-3 1 0 15,3 0 12-15,0-1-12 0,0-2 12 0,0 3-12 0,0-1 10 0,0-2-10 16,0 0 8-16,0 0-8 0,0 0 9 0,0 0-9 16,0-3 10-16,0 3-10 0,0 0 0 0,0 0 8 15,0-3-8-15,0 3 0 0,0 0 0 0,0-3 9 16,0 3-9-16,0 0 8 0,0-2-8 0,0 2 10 0,0 0-10 15,0-3 10-15,0 0-10 0,0 3 0 0,0-3 0 0,0 1 0 16,0-1 10-16,0 0 0 0,3 3 0 16,-3-3 0-16,0 1-10 0,0-1 0 15,0 0 0-15,0 1 0 0,0 2 0 0,0-3 0 0,0 0 0 0,0 3 0 16,0-3 0-16,0 3 0 0,0-2 0 0,0 2 0 16,0-3 0-16,0 3-12 0,0-3 0 0,-3 0 1 15,3 3 21-15,0-2 4 0,0-1 1 0,0 0 0 16,0 0-15-16,0-5 0 0,0 6 0 0,0-6 0 15,0 0 0-15,0 0 0 0,0 0 0 0,0 0-10 16,0 0-52-16,0 0-10 0,0 0-3 0</inkml:trace>
  <inkml:trace contextRef="#ctx0" brushRef="#br0" timeOffset="113972.041">10968 4342 1337 0,'0'0'56'0,"0"0"-44"31,0 0 92-31,0 0 20 0,0 0 3 0,-3-5 1 16,3 5-20-16,-6-3-4 0,0 3-1 0,6 0 0 0,-6 0-29 0,0 0-6 15,6 0 0-15,-6 0-1 0,1 3-36 0,-1 2-7 0,0-2-2 0,-3 2 0 16,3-2 7-16,0 2 2 0,-3 3 0 0,3 0 0 16,-3 0-31-16,-3 2 8 0,0 1-8 0,0 2 0 15,3-2 0-15,-3-1 0 0,1 6 0 0,-1-5 0 16,0-1 0-16,3 6 0 0,-3-8 0 15,0 5 0-15,3 3 0 16,0-5 0-16,-3-1 0 0,6 4 0 0,-3-1 0 0,3-2 0 0,0-1 0 16,0-2 0-16,3 0 0 0,-2 3 0 0,2-4 0 0,3-4 0 15,0-3 0-15,-3 3 0 0,3-3 0 0,0 0 0 16,0 0 0-16,0 0 0 0,0 0 0 0,3-6 0 16,3-1 0-16,2-4 0 0,1 0 0 0,0-2 0 15,0 3 0-15,3-4-8 0,0 1 8 0,0 0 0 16,0 2 0-16,0-5 0 0,3 3 0 0,-3 0 0 15,-1 0 0-15,4 2 14 0,-3-2-2 0,-3 2-1 16,3 1 11-16,0-1 2 0,-3-2 1 0,-3 2 0 16,3 6-8-16,-3-3-1 0,3-2-1 0,-3 4 0 15,0 1-24-15,0 2-5 0,-1 1-1 16,1-1 0-16,0 3 63 0,0 0 13 0,3 0 3 0,-3 3 0 16,0-3-52-16,0 2-12 0,-3 4 0 0,3-1 0 15,0 0 0-15,0 3 0 0,-3 0 0 0,3-3 0 16,0 1 0-16,-3 2 0 0,3 2 0 0,-3-5 0 15,3 3 0-15,-3 0 0 0,3 3 0 0,-3-6 0 16,3 3 0-16,0 0 0 0,-3 0 0 0,2 0 0 16,1 0 0-16,0 0 0 0,0 0 0 0,0 2 0 15,0-2 0-15,0-2 0 0,0 2 0 0,3-3 0 16,0 0-168-16,0 0-36 0</inkml:trace>
</inkml:ink>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098" name="Rectangle 2">
            <a:extLst>
              <a:ext uri="{FF2B5EF4-FFF2-40B4-BE49-F238E27FC236}">
                <a16:creationId xmlns:a16="http://schemas.microsoft.com/office/drawing/2014/main" id="{BCD4045B-8F41-6B4E-97BD-FF08E793C303}"/>
              </a:ext>
            </a:extLst>
          </p:cNvPr>
          <p:cNvSpPr>
            <a:spLocks noGrp="1" noChangeArrowheads="1"/>
          </p:cNvSpPr>
          <p:nvPr>
            <p:ph type="hdr" sz="quarter"/>
          </p:nvPr>
        </p:nvSpPr>
        <p:spPr bwMode="auto">
          <a:xfrm>
            <a:off x="0" y="0"/>
            <a:ext cx="2971800" cy="457200"/>
          </a:xfrm>
          <a:prstGeom prst="rect">
            <a:avLst/>
          </a:prstGeom>
          <a:noFill/>
          <a:ln>
            <a:noFill/>
          </a:ln>
          <a:effectLst/>
          <a:extLst>
            <a:ext uri="{FAA26D3D-D897-4be2-8F04-BA451C77F1D7}"/>
            <a:ext uri="{909E8E84-426E-40dd-AFC4-6F175D3DCCD1}"/>
            <a:ext uri="{91240B29-F687-4f45-9708-019B960494DF}"/>
            <a:ext uri="{AF507438-7753-43e0-B8FC-AC1667EBCBE1}"/>
          </a:extLst>
        </p:spPr>
        <p:txBody>
          <a:bodyPr vert="horz" wrap="square" lIns="91440" tIns="45720" rIns="91440" bIns="45720" numCol="1" anchor="t" anchorCtr="0" compatLnSpc="1">
            <a:prstTxWarp prst="textNoShape">
              <a:avLst/>
            </a:prstTxWarp>
          </a:bodyPr>
          <a:lstStyle>
            <a:lvl1pPr>
              <a:defRPr sz="1200">
                <a:latin typeface="Times" charset="0"/>
                <a:ea typeface="ＭＳ Ｐゴシック" charset="0"/>
                <a:cs typeface="+mn-cs"/>
              </a:defRPr>
            </a:lvl1pPr>
          </a:lstStyle>
          <a:p>
            <a:pPr>
              <a:defRPr/>
            </a:pPr>
            <a:endParaRPr lang="en-US"/>
          </a:p>
        </p:txBody>
      </p:sp>
      <p:sp>
        <p:nvSpPr>
          <p:cNvPr id="4099" name="Rectangle 3">
            <a:extLst>
              <a:ext uri="{FF2B5EF4-FFF2-40B4-BE49-F238E27FC236}">
                <a16:creationId xmlns:a16="http://schemas.microsoft.com/office/drawing/2014/main" id="{9F0351C3-1740-AA4D-BDDF-BF0F4C69FD11}"/>
              </a:ext>
            </a:extLst>
          </p:cNvPr>
          <p:cNvSpPr>
            <a:spLocks noGrp="1" noChangeArrowheads="1"/>
          </p:cNvSpPr>
          <p:nvPr>
            <p:ph type="dt" idx="1"/>
          </p:nvPr>
        </p:nvSpPr>
        <p:spPr bwMode="auto">
          <a:xfrm>
            <a:off x="3886200" y="0"/>
            <a:ext cx="2971800" cy="457200"/>
          </a:xfrm>
          <a:prstGeom prst="rect">
            <a:avLst/>
          </a:prstGeom>
          <a:noFill/>
          <a:ln>
            <a:noFill/>
          </a:ln>
          <a:effectLst/>
          <a:extLst>
            <a:ext uri="{FAA26D3D-D897-4be2-8F04-BA451C77F1D7}"/>
            <a:ext uri="{909E8E84-426E-40dd-AFC4-6F175D3DCCD1}"/>
            <a:ext uri="{91240B29-F687-4f45-9708-019B960494DF}"/>
            <a:ext uri="{AF507438-7753-43e0-B8FC-AC1667EBCBE1}"/>
          </a:extLst>
        </p:spPr>
        <p:txBody>
          <a:bodyPr vert="horz" wrap="square" lIns="91440" tIns="45720" rIns="91440" bIns="45720" numCol="1" anchor="t" anchorCtr="0" compatLnSpc="1">
            <a:prstTxWarp prst="textNoShape">
              <a:avLst/>
            </a:prstTxWarp>
          </a:bodyPr>
          <a:lstStyle>
            <a:lvl1pPr algn="r">
              <a:defRPr sz="1200">
                <a:latin typeface="Times" charset="0"/>
                <a:ea typeface="ＭＳ Ｐゴシック" charset="0"/>
                <a:cs typeface="+mn-cs"/>
              </a:defRPr>
            </a:lvl1pPr>
          </a:lstStyle>
          <a:p>
            <a:pPr>
              <a:defRPr/>
            </a:pPr>
            <a:endParaRPr lang="en-US"/>
          </a:p>
        </p:txBody>
      </p:sp>
      <p:sp>
        <p:nvSpPr>
          <p:cNvPr id="2052" name="Rectangle 4">
            <a:extLst>
              <a:ext uri="{FF2B5EF4-FFF2-40B4-BE49-F238E27FC236}">
                <a16:creationId xmlns:a16="http://schemas.microsoft.com/office/drawing/2014/main" id="{6474A07D-2658-461F-8F83-4F740994F24C}"/>
              </a:ext>
            </a:extLst>
          </p:cNvPr>
          <p:cNvSpPr>
            <a:spLocks noGrp="1" noRot="1" noChangeAspect="1" noChangeArrowheads="1" noTextEdit="1"/>
          </p:cNvSpPr>
          <p:nvPr>
            <p:ph type="sldImg" idx="2"/>
          </p:nvPr>
        </p:nvSpPr>
        <p:spPr bwMode="auto">
          <a:xfrm>
            <a:off x="1143000" y="685800"/>
            <a:ext cx="4572000" cy="342900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101" name="Rectangle 5">
            <a:extLst>
              <a:ext uri="{FF2B5EF4-FFF2-40B4-BE49-F238E27FC236}">
                <a16:creationId xmlns:a16="http://schemas.microsoft.com/office/drawing/2014/main" id="{B0787F0E-99E1-EC46-8903-479D5ABA0DBF}"/>
              </a:ext>
            </a:extLst>
          </p:cNvPr>
          <p:cNvSpPr>
            <a:spLocks noGrp="1" noChangeArrowheads="1"/>
          </p:cNvSpPr>
          <p:nvPr>
            <p:ph type="body" sz="quarter" idx="3"/>
          </p:nvPr>
        </p:nvSpPr>
        <p:spPr bwMode="auto">
          <a:xfrm>
            <a:off x="914400" y="4343400"/>
            <a:ext cx="5029200" cy="4114800"/>
          </a:xfrm>
          <a:prstGeom prst="rect">
            <a:avLst/>
          </a:prstGeom>
          <a:noFill/>
          <a:ln>
            <a:noFill/>
          </a:ln>
          <a:effectLst/>
          <a:extLst>
            <a:ext uri="{FAA26D3D-D897-4be2-8F04-BA451C77F1D7}"/>
            <a:ext uri="{909E8E84-426E-40dd-AFC4-6F175D3DCCD1}"/>
            <a:ext uri="{91240B29-F687-4f45-9708-019B960494DF}"/>
            <a:ext uri="{AF507438-7753-43e0-B8FC-AC1667EBCBE1}"/>
          </a:extLst>
        </p:spPr>
        <p:txBody>
          <a:bodyPr vert="horz" wrap="square" lIns="91440" tIns="45720" rIns="91440" bIns="45720" numCol="1" anchor="t" anchorCtr="0" compatLnSpc="1">
            <a:prstTxWarp prst="textNoShape">
              <a:avLst/>
            </a:prstTxWarp>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4102" name="Rectangle 6">
            <a:extLst>
              <a:ext uri="{FF2B5EF4-FFF2-40B4-BE49-F238E27FC236}">
                <a16:creationId xmlns:a16="http://schemas.microsoft.com/office/drawing/2014/main" id="{8261E7AE-94F1-554C-9081-C782E41C57C0}"/>
              </a:ext>
            </a:extLst>
          </p:cNvPr>
          <p:cNvSpPr>
            <a:spLocks noGrp="1" noChangeArrowheads="1"/>
          </p:cNvSpPr>
          <p:nvPr>
            <p:ph type="ftr" sz="quarter" idx="4"/>
          </p:nvPr>
        </p:nvSpPr>
        <p:spPr bwMode="auto">
          <a:xfrm>
            <a:off x="0" y="8686800"/>
            <a:ext cx="2971800" cy="457200"/>
          </a:xfrm>
          <a:prstGeom prst="rect">
            <a:avLst/>
          </a:prstGeom>
          <a:noFill/>
          <a:ln>
            <a:noFill/>
          </a:ln>
          <a:effectLst/>
          <a:extLst>
            <a:ext uri="{FAA26D3D-D897-4be2-8F04-BA451C77F1D7}"/>
            <a:ext uri="{909E8E84-426E-40dd-AFC4-6F175D3DCCD1}"/>
            <a:ext uri="{91240B29-F687-4f45-9708-019B960494DF}"/>
            <a:ext uri="{AF507438-7753-43e0-B8FC-AC1667EBCBE1}"/>
          </a:extLst>
        </p:spPr>
        <p:txBody>
          <a:bodyPr vert="horz" wrap="square" lIns="91440" tIns="45720" rIns="91440" bIns="45720" numCol="1" anchor="b" anchorCtr="0" compatLnSpc="1">
            <a:prstTxWarp prst="textNoShape">
              <a:avLst/>
            </a:prstTxWarp>
          </a:bodyPr>
          <a:lstStyle>
            <a:lvl1pPr>
              <a:defRPr sz="1200">
                <a:latin typeface="Times" charset="0"/>
                <a:ea typeface="ＭＳ Ｐゴシック" charset="0"/>
                <a:cs typeface="+mn-cs"/>
              </a:defRPr>
            </a:lvl1pPr>
          </a:lstStyle>
          <a:p>
            <a:pPr>
              <a:defRPr/>
            </a:pPr>
            <a:endParaRPr lang="en-US"/>
          </a:p>
        </p:txBody>
      </p:sp>
      <p:sp>
        <p:nvSpPr>
          <p:cNvPr id="4103" name="Rectangle 7">
            <a:extLst>
              <a:ext uri="{FF2B5EF4-FFF2-40B4-BE49-F238E27FC236}">
                <a16:creationId xmlns:a16="http://schemas.microsoft.com/office/drawing/2014/main" id="{B74AB494-A933-744C-97AB-D567B6DD35B2}"/>
              </a:ext>
            </a:extLst>
          </p:cNvPr>
          <p:cNvSpPr>
            <a:spLocks noGrp="1" noChangeArrowheads="1"/>
          </p:cNvSpPr>
          <p:nvPr>
            <p:ph type="sldNum" sz="quarter" idx="5"/>
          </p:nvPr>
        </p:nvSpPr>
        <p:spPr bwMode="auto">
          <a:xfrm>
            <a:off x="3886200" y="8686800"/>
            <a:ext cx="2971800" cy="457200"/>
          </a:xfrm>
          <a:prstGeom prst="rect">
            <a:avLst/>
          </a:prstGeom>
          <a:noFill/>
          <a:ln>
            <a:noFill/>
          </a:ln>
          <a:effectLst/>
          <a:extLst>
            <a:ext uri="{FAA26D3D-D897-4be2-8F04-BA451C77F1D7}"/>
            <a:ext uri="{909E8E84-426E-40dd-AFC4-6F175D3DCCD1}"/>
            <a:ext uri="{91240B29-F687-4f45-9708-019B960494DF}"/>
            <a:ext uri="{AF507438-7753-43e0-B8FC-AC1667EBCBE1}"/>
          </a:extLst>
        </p:spPr>
        <p:txBody>
          <a:bodyPr vert="horz" wrap="square" lIns="91440" tIns="45720" rIns="91440" bIns="45720" numCol="1" anchor="b" anchorCtr="0" compatLnSpc="1">
            <a:prstTxWarp prst="textNoShape">
              <a:avLst/>
            </a:prstTxWarp>
          </a:bodyPr>
          <a:lstStyle>
            <a:lvl1pPr algn="r">
              <a:defRPr sz="1200">
                <a:latin typeface="Times" charset="0"/>
                <a:ea typeface="ＭＳ Ｐゴシック" charset="-128"/>
              </a:defRPr>
            </a:lvl1pPr>
          </a:lstStyle>
          <a:p>
            <a:pPr>
              <a:defRPr/>
            </a:pPr>
            <a:fld id="{FF969DB7-CD90-4014-9B8D-CC33BD96DEA6}" type="slidenum">
              <a:rPr lang="en-US" altLang="en-US"/>
              <a:pPr>
                <a:defRPr/>
              </a:pPr>
              <a:t>‹#›</a:t>
            </a:fld>
            <a:endParaRPr lang="en-US" altLang="en-US"/>
          </a:p>
        </p:txBody>
      </p:sp>
    </p:spTree>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Times" charset="0"/>
        <a:ea typeface="MS PGothic" panose="020B0600070205080204" pitchFamily="34" charset="-128"/>
        <a:cs typeface="ＭＳ Ｐゴシック" charset="0"/>
      </a:defRPr>
    </a:lvl1pPr>
    <a:lvl2pPr marL="457200" algn="l" rtl="0" eaLnBrk="0" fontAlgn="base" hangingPunct="0">
      <a:spcBef>
        <a:spcPct val="30000"/>
      </a:spcBef>
      <a:spcAft>
        <a:spcPct val="0"/>
      </a:spcAft>
      <a:defRPr sz="1200" kern="1200">
        <a:solidFill>
          <a:schemeClr val="tx1"/>
        </a:solidFill>
        <a:latin typeface="Times" charset="0"/>
        <a:ea typeface="MS PGothic" panose="020B0600070205080204" pitchFamily="34" charset="-128"/>
        <a:cs typeface="+mn-cs"/>
      </a:defRPr>
    </a:lvl2pPr>
    <a:lvl3pPr marL="914400" algn="l" rtl="0" eaLnBrk="0" fontAlgn="base" hangingPunct="0">
      <a:spcBef>
        <a:spcPct val="30000"/>
      </a:spcBef>
      <a:spcAft>
        <a:spcPct val="0"/>
      </a:spcAft>
      <a:defRPr sz="1200" kern="1200">
        <a:solidFill>
          <a:schemeClr val="tx1"/>
        </a:solidFill>
        <a:latin typeface="Times" charset="0"/>
        <a:ea typeface="MS PGothic" panose="020B0600070205080204" pitchFamily="34" charset="-128"/>
        <a:cs typeface="+mn-cs"/>
      </a:defRPr>
    </a:lvl3pPr>
    <a:lvl4pPr marL="1371600" algn="l" rtl="0" eaLnBrk="0" fontAlgn="base" hangingPunct="0">
      <a:spcBef>
        <a:spcPct val="30000"/>
      </a:spcBef>
      <a:spcAft>
        <a:spcPct val="0"/>
      </a:spcAft>
      <a:defRPr sz="1200" kern="1200">
        <a:solidFill>
          <a:schemeClr val="tx1"/>
        </a:solidFill>
        <a:latin typeface="Times" charset="0"/>
        <a:ea typeface="MS PGothic" panose="020B0600070205080204" pitchFamily="34" charset="-128"/>
        <a:cs typeface="+mn-cs"/>
      </a:defRPr>
    </a:lvl4pPr>
    <a:lvl5pPr marL="1828800" algn="l" rtl="0" eaLnBrk="0" fontAlgn="base" hangingPunct="0">
      <a:spcBef>
        <a:spcPct val="30000"/>
      </a:spcBef>
      <a:spcAft>
        <a:spcPct val="0"/>
      </a:spcAft>
      <a:defRPr sz="1200" kern="1200">
        <a:solidFill>
          <a:schemeClr val="tx1"/>
        </a:solidFill>
        <a:latin typeface="Times" charset="0"/>
        <a:ea typeface="MS PGothic" panose="020B0600070205080204" pitchFamily="34" charset="-128"/>
        <a:cs typeface="+mn-cs"/>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FF969DB7-CD90-4014-9B8D-CC33BD96DEA6}" type="slidenum">
              <a:rPr lang="en-US" altLang="en-US" smtClean="0"/>
              <a:pPr>
                <a:defRPr/>
              </a:pPr>
              <a:t>53</a:t>
            </a:fld>
            <a:endParaRPr lang="en-US" altLang="en-US"/>
          </a:p>
        </p:txBody>
      </p:sp>
    </p:spTree>
    <p:extLst>
      <p:ext uri="{BB962C8B-B14F-4D97-AF65-F5344CB8AC3E}">
        <p14:creationId xmlns:p14="http://schemas.microsoft.com/office/powerpoint/2010/main" val="164842590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a:extLst>
              <a:ext uri="{FF2B5EF4-FFF2-40B4-BE49-F238E27FC236}">
                <a16:creationId xmlns:a16="http://schemas.microsoft.com/office/drawing/2014/main" id="{3A225FB7-6986-41E4-8F43-F86C2C274282}"/>
              </a:ext>
            </a:extLst>
          </p:cNvPr>
          <p:cNvSpPr>
            <a:spLocks noGrp="1" noChangeArrowheads="1"/>
          </p:cNvSpPr>
          <p:nvPr>
            <p:ph type="dt" sz="half" idx="10"/>
          </p:nvPr>
        </p:nvSpPr>
        <p:spPr>
          <a:ln/>
        </p:spPr>
        <p:txBody>
          <a:bodyPr/>
          <a:lstStyle>
            <a:lvl1pPr>
              <a:defRPr/>
            </a:lvl1pPr>
          </a:lstStyle>
          <a:p>
            <a:pPr>
              <a:defRPr/>
            </a:pPr>
            <a:endParaRPr lang="zh-CN" altLang="en-US"/>
          </a:p>
        </p:txBody>
      </p:sp>
      <p:sp>
        <p:nvSpPr>
          <p:cNvPr id="5" name="Rectangle 5">
            <a:extLst>
              <a:ext uri="{FF2B5EF4-FFF2-40B4-BE49-F238E27FC236}">
                <a16:creationId xmlns:a16="http://schemas.microsoft.com/office/drawing/2014/main" id="{5C0D8ACF-9AF7-4BE6-B2E3-865733B3F781}"/>
              </a:ext>
            </a:extLst>
          </p:cNvPr>
          <p:cNvSpPr>
            <a:spLocks noGrp="1" noChangeArrowheads="1"/>
          </p:cNvSpPr>
          <p:nvPr>
            <p:ph type="ftr" sz="quarter" idx="11"/>
          </p:nvPr>
        </p:nvSpPr>
        <p:spPr>
          <a:ln/>
        </p:spPr>
        <p:txBody>
          <a:bodyPr/>
          <a:lstStyle>
            <a:lvl1pPr>
              <a:defRPr/>
            </a:lvl1pPr>
          </a:lstStyle>
          <a:p>
            <a:pPr>
              <a:defRPr/>
            </a:pPr>
            <a:endParaRPr lang="zh-CN" altLang="en-US"/>
          </a:p>
        </p:txBody>
      </p:sp>
      <p:sp>
        <p:nvSpPr>
          <p:cNvPr id="6" name="Rectangle 6">
            <a:extLst>
              <a:ext uri="{FF2B5EF4-FFF2-40B4-BE49-F238E27FC236}">
                <a16:creationId xmlns:a16="http://schemas.microsoft.com/office/drawing/2014/main" id="{BA1803AE-9905-4AF8-9DA3-73789375BE18}"/>
              </a:ext>
            </a:extLst>
          </p:cNvPr>
          <p:cNvSpPr>
            <a:spLocks noGrp="1" noChangeArrowheads="1"/>
          </p:cNvSpPr>
          <p:nvPr>
            <p:ph type="sldNum" sz="quarter" idx="12"/>
          </p:nvPr>
        </p:nvSpPr>
        <p:spPr>
          <a:ln/>
        </p:spPr>
        <p:txBody>
          <a:bodyPr/>
          <a:lstStyle>
            <a:lvl1pPr>
              <a:defRPr/>
            </a:lvl1pPr>
          </a:lstStyle>
          <a:p>
            <a:pPr>
              <a:defRPr/>
            </a:pPr>
            <a:fld id="{E8BAFD67-0D38-4EFF-B956-560E674B21E2}" type="slidenum">
              <a:rPr lang="en-US" altLang="zh-CN"/>
              <a:pPr>
                <a:defRPr/>
              </a:pPr>
              <a:t>‹#›</a:t>
            </a:fld>
            <a:endParaRPr lang="en-US" altLang="zh-CN"/>
          </a:p>
        </p:txBody>
      </p:sp>
    </p:spTree>
    <p:extLst>
      <p:ext uri="{BB962C8B-B14F-4D97-AF65-F5344CB8AC3E}">
        <p14:creationId xmlns:p14="http://schemas.microsoft.com/office/powerpoint/2010/main" val="3210959177"/>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8914623E-7E5C-4AFD-BE24-3DB80703DAC2}"/>
              </a:ext>
            </a:extLst>
          </p:cNvPr>
          <p:cNvSpPr>
            <a:spLocks noGrp="1" noChangeArrowheads="1"/>
          </p:cNvSpPr>
          <p:nvPr>
            <p:ph type="dt" sz="half" idx="10"/>
          </p:nvPr>
        </p:nvSpPr>
        <p:spPr>
          <a:ln/>
        </p:spPr>
        <p:txBody>
          <a:bodyPr/>
          <a:lstStyle>
            <a:lvl1pPr>
              <a:defRPr/>
            </a:lvl1pPr>
          </a:lstStyle>
          <a:p>
            <a:pPr>
              <a:defRPr/>
            </a:pPr>
            <a:endParaRPr lang="zh-CN" altLang="en-US"/>
          </a:p>
        </p:txBody>
      </p:sp>
      <p:sp>
        <p:nvSpPr>
          <p:cNvPr id="5" name="Rectangle 5">
            <a:extLst>
              <a:ext uri="{FF2B5EF4-FFF2-40B4-BE49-F238E27FC236}">
                <a16:creationId xmlns:a16="http://schemas.microsoft.com/office/drawing/2014/main" id="{0C93BFD6-7F93-4733-A226-6C0EC46E7684}"/>
              </a:ext>
            </a:extLst>
          </p:cNvPr>
          <p:cNvSpPr>
            <a:spLocks noGrp="1" noChangeArrowheads="1"/>
          </p:cNvSpPr>
          <p:nvPr>
            <p:ph type="ftr" sz="quarter" idx="11"/>
          </p:nvPr>
        </p:nvSpPr>
        <p:spPr>
          <a:ln/>
        </p:spPr>
        <p:txBody>
          <a:bodyPr/>
          <a:lstStyle>
            <a:lvl1pPr>
              <a:defRPr/>
            </a:lvl1pPr>
          </a:lstStyle>
          <a:p>
            <a:pPr>
              <a:defRPr/>
            </a:pPr>
            <a:endParaRPr lang="zh-CN" altLang="en-US"/>
          </a:p>
        </p:txBody>
      </p:sp>
      <p:sp>
        <p:nvSpPr>
          <p:cNvPr id="6" name="Rectangle 6">
            <a:extLst>
              <a:ext uri="{FF2B5EF4-FFF2-40B4-BE49-F238E27FC236}">
                <a16:creationId xmlns:a16="http://schemas.microsoft.com/office/drawing/2014/main" id="{BED5D424-E135-44CC-BA4E-A2DB770BDC81}"/>
              </a:ext>
            </a:extLst>
          </p:cNvPr>
          <p:cNvSpPr>
            <a:spLocks noGrp="1" noChangeArrowheads="1"/>
          </p:cNvSpPr>
          <p:nvPr>
            <p:ph type="sldNum" sz="quarter" idx="12"/>
          </p:nvPr>
        </p:nvSpPr>
        <p:spPr>
          <a:ln/>
        </p:spPr>
        <p:txBody>
          <a:bodyPr/>
          <a:lstStyle>
            <a:lvl1pPr>
              <a:defRPr/>
            </a:lvl1pPr>
          </a:lstStyle>
          <a:p>
            <a:pPr>
              <a:defRPr/>
            </a:pPr>
            <a:fld id="{F97619F1-5350-4307-9409-443BD1067667}" type="slidenum">
              <a:rPr lang="en-US" altLang="zh-CN"/>
              <a:pPr>
                <a:defRPr/>
              </a:pPr>
              <a:t>‹#›</a:t>
            </a:fld>
            <a:endParaRPr lang="en-US" altLang="zh-CN"/>
          </a:p>
        </p:txBody>
      </p:sp>
    </p:spTree>
    <p:extLst>
      <p:ext uri="{BB962C8B-B14F-4D97-AF65-F5344CB8AC3E}">
        <p14:creationId xmlns:p14="http://schemas.microsoft.com/office/powerpoint/2010/main" val="1302164390"/>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a:extLst>
              <a:ext uri="{FF2B5EF4-FFF2-40B4-BE49-F238E27FC236}">
                <a16:creationId xmlns:a16="http://schemas.microsoft.com/office/drawing/2014/main" id="{009446CB-484F-4252-BB19-9C497B0F540F}"/>
              </a:ext>
            </a:extLst>
          </p:cNvPr>
          <p:cNvSpPr>
            <a:spLocks noGrp="1" noChangeArrowheads="1"/>
          </p:cNvSpPr>
          <p:nvPr>
            <p:ph type="dt" sz="half" idx="10"/>
          </p:nvPr>
        </p:nvSpPr>
        <p:spPr>
          <a:ln/>
        </p:spPr>
        <p:txBody>
          <a:bodyPr/>
          <a:lstStyle>
            <a:lvl1pPr>
              <a:defRPr/>
            </a:lvl1pPr>
          </a:lstStyle>
          <a:p>
            <a:pPr>
              <a:defRPr/>
            </a:pPr>
            <a:endParaRPr lang="zh-CN" altLang="en-US"/>
          </a:p>
        </p:txBody>
      </p:sp>
      <p:sp>
        <p:nvSpPr>
          <p:cNvPr id="5" name="Rectangle 5">
            <a:extLst>
              <a:ext uri="{FF2B5EF4-FFF2-40B4-BE49-F238E27FC236}">
                <a16:creationId xmlns:a16="http://schemas.microsoft.com/office/drawing/2014/main" id="{73A8F4DA-9E72-49E7-9FF9-D36FD65AE1B9}"/>
              </a:ext>
            </a:extLst>
          </p:cNvPr>
          <p:cNvSpPr>
            <a:spLocks noGrp="1" noChangeArrowheads="1"/>
          </p:cNvSpPr>
          <p:nvPr>
            <p:ph type="ftr" sz="quarter" idx="11"/>
          </p:nvPr>
        </p:nvSpPr>
        <p:spPr>
          <a:ln/>
        </p:spPr>
        <p:txBody>
          <a:bodyPr/>
          <a:lstStyle>
            <a:lvl1pPr>
              <a:defRPr/>
            </a:lvl1pPr>
          </a:lstStyle>
          <a:p>
            <a:pPr>
              <a:defRPr/>
            </a:pPr>
            <a:endParaRPr lang="zh-CN" altLang="en-US"/>
          </a:p>
        </p:txBody>
      </p:sp>
      <p:sp>
        <p:nvSpPr>
          <p:cNvPr id="6" name="Rectangle 6">
            <a:extLst>
              <a:ext uri="{FF2B5EF4-FFF2-40B4-BE49-F238E27FC236}">
                <a16:creationId xmlns:a16="http://schemas.microsoft.com/office/drawing/2014/main" id="{B7A08CB3-EAD0-4E99-8B98-C89B6DB018EF}"/>
              </a:ext>
            </a:extLst>
          </p:cNvPr>
          <p:cNvSpPr>
            <a:spLocks noGrp="1" noChangeArrowheads="1"/>
          </p:cNvSpPr>
          <p:nvPr>
            <p:ph type="sldNum" sz="quarter" idx="12"/>
          </p:nvPr>
        </p:nvSpPr>
        <p:spPr>
          <a:ln/>
        </p:spPr>
        <p:txBody>
          <a:bodyPr/>
          <a:lstStyle>
            <a:lvl1pPr>
              <a:defRPr/>
            </a:lvl1pPr>
          </a:lstStyle>
          <a:p>
            <a:pPr>
              <a:defRPr/>
            </a:pPr>
            <a:fld id="{C653D098-D75C-4EE5-8B40-FC63AFD0D628}" type="slidenum">
              <a:rPr lang="en-US" altLang="zh-CN"/>
              <a:pPr>
                <a:defRPr/>
              </a:pPr>
              <a:t>‹#›</a:t>
            </a:fld>
            <a:endParaRPr lang="en-US" altLang="zh-CN"/>
          </a:p>
        </p:txBody>
      </p:sp>
    </p:spTree>
    <p:extLst>
      <p:ext uri="{BB962C8B-B14F-4D97-AF65-F5344CB8AC3E}">
        <p14:creationId xmlns:p14="http://schemas.microsoft.com/office/powerpoint/2010/main" val="69078586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914400"/>
            <a:ext cx="4267200" cy="5410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914400"/>
            <a:ext cx="4267200" cy="5410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a:extLst>
              <a:ext uri="{FF2B5EF4-FFF2-40B4-BE49-F238E27FC236}">
                <a16:creationId xmlns:a16="http://schemas.microsoft.com/office/drawing/2014/main" id="{D1C54467-B79B-4B77-A3B1-44DDDE77CE38}"/>
              </a:ext>
            </a:extLst>
          </p:cNvPr>
          <p:cNvSpPr>
            <a:spLocks noGrp="1" noChangeArrowheads="1"/>
          </p:cNvSpPr>
          <p:nvPr>
            <p:ph type="dt" sz="half" idx="10"/>
          </p:nvPr>
        </p:nvSpPr>
        <p:spPr>
          <a:ln/>
        </p:spPr>
        <p:txBody>
          <a:bodyPr/>
          <a:lstStyle>
            <a:lvl1pPr>
              <a:defRPr/>
            </a:lvl1pPr>
          </a:lstStyle>
          <a:p>
            <a:pPr>
              <a:defRPr/>
            </a:pPr>
            <a:endParaRPr lang="zh-CN" altLang="en-US"/>
          </a:p>
        </p:txBody>
      </p:sp>
      <p:sp>
        <p:nvSpPr>
          <p:cNvPr id="6" name="Rectangle 5">
            <a:extLst>
              <a:ext uri="{FF2B5EF4-FFF2-40B4-BE49-F238E27FC236}">
                <a16:creationId xmlns:a16="http://schemas.microsoft.com/office/drawing/2014/main" id="{462F25E2-A807-49CB-BC93-3D806EA7E07F}"/>
              </a:ext>
            </a:extLst>
          </p:cNvPr>
          <p:cNvSpPr>
            <a:spLocks noGrp="1" noChangeArrowheads="1"/>
          </p:cNvSpPr>
          <p:nvPr>
            <p:ph type="ftr" sz="quarter" idx="11"/>
          </p:nvPr>
        </p:nvSpPr>
        <p:spPr>
          <a:ln/>
        </p:spPr>
        <p:txBody>
          <a:bodyPr/>
          <a:lstStyle>
            <a:lvl1pPr>
              <a:defRPr/>
            </a:lvl1pPr>
          </a:lstStyle>
          <a:p>
            <a:pPr>
              <a:defRPr/>
            </a:pPr>
            <a:endParaRPr lang="zh-CN" altLang="en-US"/>
          </a:p>
        </p:txBody>
      </p:sp>
      <p:sp>
        <p:nvSpPr>
          <p:cNvPr id="7" name="Rectangle 6">
            <a:extLst>
              <a:ext uri="{FF2B5EF4-FFF2-40B4-BE49-F238E27FC236}">
                <a16:creationId xmlns:a16="http://schemas.microsoft.com/office/drawing/2014/main" id="{15932679-2C29-4D7B-881E-4BB2B5FA51EA}"/>
              </a:ext>
            </a:extLst>
          </p:cNvPr>
          <p:cNvSpPr>
            <a:spLocks noGrp="1" noChangeArrowheads="1"/>
          </p:cNvSpPr>
          <p:nvPr>
            <p:ph type="sldNum" sz="quarter" idx="12"/>
          </p:nvPr>
        </p:nvSpPr>
        <p:spPr>
          <a:ln/>
        </p:spPr>
        <p:txBody>
          <a:bodyPr/>
          <a:lstStyle>
            <a:lvl1pPr>
              <a:defRPr/>
            </a:lvl1pPr>
          </a:lstStyle>
          <a:p>
            <a:pPr>
              <a:defRPr/>
            </a:pPr>
            <a:fld id="{4C11FBC1-3F18-4B9F-83D9-3A5A4B6E257A}" type="slidenum">
              <a:rPr lang="en-US" altLang="zh-CN"/>
              <a:pPr>
                <a:defRPr/>
              </a:pPr>
              <a:t>‹#›</a:t>
            </a:fld>
            <a:endParaRPr lang="en-US" altLang="zh-CN"/>
          </a:p>
        </p:txBody>
      </p:sp>
    </p:spTree>
    <p:extLst>
      <p:ext uri="{BB962C8B-B14F-4D97-AF65-F5344CB8AC3E}">
        <p14:creationId xmlns:p14="http://schemas.microsoft.com/office/powerpoint/2010/main" val="2173850603"/>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a:extLst>
              <a:ext uri="{FF2B5EF4-FFF2-40B4-BE49-F238E27FC236}">
                <a16:creationId xmlns:a16="http://schemas.microsoft.com/office/drawing/2014/main" id="{5ED9B991-D00B-4804-89EB-33BB202D7AEB}"/>
              </a:ext>
            </a:extLst>
          </p:cNvPr>
          <p:cNvSpPr>
            <a:spLocks noGrp="1" noChangeArrowheads="1"/>
          </p:cNvSpPr>
          <p:nvPr>
            <p:ph type="dt" sz="half" idx="10"/>
          </p:nvPr>
        </p:nvSpPr>
        <p:spPr>
          <a:ln/>
        </p:spPr>
        <p:txBody>
          <a:bodyPr/>
          <a:lstStyle>
            <a:lvl1pPr>
              <a:defRPr/>
            </a:lvl1pPr>
          </a:lstStyle>
          <a:p>
            <a:pPr>
              <a:defRPr/>
            </a:pPr>
            <a:endParaRPr lang="zh-CN" altLang="en-US"/>
          </a:p>
        </p:txBody>
      </p:sp>
      <p:sp>
        <p:nvSpPr>
          <p:cNvPr id="8" name="Rectangle 5">
            <a:extLst>
              <a:ext uri="{FF2B5EF4-FFF2-40B4-BE49-F238E27FC236}">
                <a16:creationId xmlns:a16="http://schemas.microsoft.com/office/drawing/2014/main" id="{78015FF5-E07E-4C7A-8238-1AF9E0FFD5C6}"/>
              </a:ext>
            </a:extLst>
          </p:cNvPr>
          <p:cNvSpPr>
            <a:spLocks noGrp="1" noChangeArrowheads="1"/>
          </p:cNvSpPr>
          <p:nvPr>
            <p:ph type="ftr" sz="quarter" idx="11"/>
          </p:nvPr>
        </p:nvSpPr>
        <p:spPr>
          <a:ln/>
        </p:spPr>
        <p:txBody>
          <a:bodyPr/>
          <a:lstStyle>
            <a:lvl1pPr>
              <a:defRPr/>
            </a:lvl1pPr>
          </a:lstStyle>
          <a:p>
            <a:pPr>
              <a:defRPr/>
            </a:pPr>
            <a:endParaRPr lang="zh-CN" altLang="en-US"/>
          </a:p>
        </p:txBody>
      </p:sp>
      <p:sp>
        <p:nvSpPr>
          <p:cNvPr id="9" name="Rectangle 6">
            <a:extLst>
              <a:ext uri="{FF2B5EF4-FFF2-40B4-BE49-F238E27FC236}">
                <a16:creationId xmlns:a16="http://schemas.microsoft.com/office/drawing/2014/main" id="{C3F5F623-7278-4A70-8A13-35C022DCEBFB}"/>
              </a:ext>
            </a:extLst>
          </p:cNvPr>
          <p:cNvSpPr>
            <a:spLocks noGrp="1" noChangeArrowheads="1"/>
          </p:cNvSpPr>
          <p:nvPr>
            <p:ph type="sldNum" sz="quarter" idx="12"/>
          </p:nvPr>
        </p:nvSpPr>
        <p:spPr>
          <a:ln/>
        </p:spPr>
        <p:txBody>
          <a:bodyPr/>
          <a:lstStyle>
            <a:lvl1pPr>
              <a:defRPr/>
            </a:lvl1pPr>
          </a:lstStyle>
          <a:p>
            <a:pPr>
              <a:defRPr/>
            </a:pPr>
            <a:fld id="{64CCFC92-1B0B-4860-87FB-21B0774F2EA7}" type="slidenum">
              <a:rPr lang="en-US" altLang="zh-CN"/>
              <a:pPr>
                <a:defRPr/>
              </a:pPr>
              <a:t>‹#›</a:t>
            </a:fld>
            <a:endParaRPr lang="en-US" altLang="zh-CN"/>
          </a:p>
        </p:txBody>
      </p:sp>
    </p:spTree>
    <p:extLst>
      <p:ext uri="{BB962C8B-B14F-4D97-AF65-F5344CB8AC3E}">
        <p14:creationId xmlns:p14="http://schemas.microsoft.com/office/powerpoint/2010/main" val="256079894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76200" y="76200"/>
            <a:ext cx="8991600" cy="380999"/>
          </a:xfrm>
        </p:spPr>
        <p:txBody>
          <a:bodyPr/>
          <a:lstStyle>
            <a:lvl1pPr>
              <a:defRPr sz="3400">
                <a:solidFill>
                  <a:srgbClr val="FF0000"/>
                </a:solidFill>
              </a:defRPr>
            </a:lvl1pPr>
          </a:lstStyle>
          <a:p>
            <a:r>
              <a:rPr lang="en-US"/>
              <a:t>Click to edit Master title style</a:t>
            </a:r>
          </a:p>
        </p:txBody>
      </p:sp>
      <p:sp>
        <p:nvSpPr>
          <p:cNvPr id="3" name="Rectangle 4">
            <a:extLst>
              <a:ext uri="{FF2B5EF4-FFF2-40B4-BE49-F238E27FC236}">
                <a16:creationId xmlns:a16="http://schemas.microsoft.com/office/drawing/2014/main" id="{1FE1E440-A8C8-43AB-B8E7-F86B3E9B4BB3}"/>
              </a:ext>
            </a:extLst>
          </p:cNvPr>
          <p:cNvSpPr>
            <a:spLocks noGrp="1" noChangeArrowheads="1"/>
          </p:cNvSpPr>
          <p:nvPr>
            <p:ph type="dt" sz="half" idx="10"/>
          </p:nvPr>
        </p:nvSpPr>
        <p:spPr>
          <a:ln/>
        </p:spPr>
        <p:txBody>
          <a:bodyPr/>
          <a:lstStyle>
            <a:lvl1pPr>
              <a:defRPr/>
            </a:lvl1pPr>
          </a:lstStyle>
          <a:p>
            <a:pPr>
              <a:defRPr/>
            </a:pPr>
            <a:endParaRPr lang="zh-CN" altLang="en-US"/>
          </a:p>
        </p:txBody>
      </p:sp>
      <p:sp>
        <p:nvSpPr>
          <p:cNvPr id="4" name="Rectangle 5">
            <a:extLst>
              <a:ext uri="{FF2B5EF4-FFF2-40B4-BE49-F238E27FC236}">
                <a16:creationId xmlns:a16="http://schemas.microsoft.com/office/drawing/2014/main" id="{582FBE08-5985-4EC5-801D-BD8B156BACB7}"/>
              </a:ext>
            </a:extLst>
          </p:cNvPr>
          <p:cNvSpPr>
            <a:spLocks noGrp="1" noChangeArrowheads="1"/>
          </p:cNvSpPr>
          <p:nvPr>
            <p:ph type="ftr" sz="quarter" idx="11"/>
          </p:nvPr>
        </p:nvSpPr>
        <p:spPr>
          <a:ln/>
        </p:spPr>
        <p:txBody>
          <a:bodyPr/>
          <a:lstStyle>
            <a:lvl1pPr>
              <a:defRPr/>
            </a:lvl1pPr>
          </a:lstStyle>
          <a:p>
            <a:pPr>
              <a:defRPr/>
            </a:pPr>
            <a:endParaRPr lang="zh-CN" altLang="en-US"/>
          </a:p>
        </p:txBody>
      </p:sp>
      <p:sp>
        <p:nvSpPr>
          <p:cNvPr id="5" name="Rectangle 6">
            <a:extLst>
              <a:ext uri="{FF2B5EF4-FFF2-40B4-BE49-F238E27FC236}">
                <a16:creationId xmlns:a16="http://schemas.microsoft.com/office/drawing/2014/main" id="{BDCED17A-0888-409A-80D0-BD3B63CD522C}"/>
              </a:ext>
            </a:extLst>
          </p:cNvPr>
          <p:cNvSpPr>
            <a:spLocks noGrp="1" noChangeArrowheads="1"/>
          </p:cNvSpPr>
          <p:nvPr>
            <p:ph type="sldNum" sz="quarter" idx="12"/>
          </p:nvPr>
        </p:nvSpPr>
        <p:spPr>
          <a:ln/>
        </p:spPr>
        <p:txBody>
          <a:bodyPr/>
          <a:lstStyle>
            <a:lvl1pPr>
              <a:defRPr/>
            </a:lvl1pPr>
          </a:lstStyle>
          <a:p>
            <a:pPr>
              <a:defRPr/>
            </a:pPr>
            <a:fld id="{A97966BF-D65F-4E28-A407-653B2DF03F01}" type="slidenum">
              <a:rPr lang="en-US" altLang="zh-CN"/>
              <a:pPr>
                <a:defRPr/>
              </a:pPr>
              <a:t>‹#›</a:t>
            </a:fld>
            <a:endParaRPr lang="en-US" altLang="zh-CN"/>
          </a:p>
        </p:txBody>
      </p:sp>
    </p:spTree>
    <p:extLst>
      <p:ext uri="{BB962C8B-B14F-4D97-AF65-F5344CB8AC3E}">
        <p14:creationId xmlns:p14="http://schemas.microsoft.com/office/powerpoint/2010/main" val="4143617905"/>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31F0ED2C-B519-4F57-8672-730E3329D113}"/>
              </a:ext>
            </a:extLst>
          </p:cNvPr>
          <p:cNvSpPr>
            <a:spLocks noGrp="1" noChangeArrowheads="1"/>
          </p:cNvSpPr>
          <p:nvPr>
            <p:ph type="dt" sz="half" idx="10"/>
          </p:nvPr>
        </p:nvSpPr>
        <p:spPr>
          <a:ln/>
        </p:spPr>
        <p:txBody>
          <a:bodyPr/>
          <a:lstStyle>
            <a:lvl1pPr>
              <a:defRPr/>
            </a:lvl1pPr>
          </a:lstStyle>
          <a:p>
            <a:pPr>
              <a:defRPr/>
            </a:pPr>
            <a:endParaRPr lang="zh-CN" altLang="en-US"/>
          </a:p>
        </p:txBody>
      </p:sp>
      <p:sp>
        <p:nvSpPr>
          <p:cNvPr id="3" name="Rectangle 5">
            <a:extLst>
              <a:ext uri="{FF2B5EF4-FFF2-40B4-BE49-F238E27FC236}">
                <a16:creationId xmlns:a16="http://schemas.microsoft.com/office/drawing/2014/main" id="{AC221C3B-499D-4477-B03B-03A7E0244649}"/>
              </a:ext>
            </a:extLst>
          </p:cNvPr>
          <p:cNvSpPr>
            <a:spLocks noGrp="1" noChangeArrowheads="1"/>
          </p:cNvSpPr>
          <p:nvPr>
            <p:ph type="ftr" sz="quarter" idx="11"/>
          </p:nvPr>
        </p:nvSpPr>
        <p:spPr>
          <a:ln/>
        </p:spPr>
        <p:txBody>
          <a:bodyPr/>
          <a:lstStyle>
            <a:lvl1pPr>
              <a:defRPr/>
            </a:lvl1pPr>
          </a:lstStyle>
          <a:p>
            <a:pPr>
              <a:defRPr/>
            </a:pPr>
            <a:endParaRPr lang="zh-CN" altLang="en-US"/>
          </a:p>
        </p:txBody>
      </p:sp>
      <p:sp>
        <p:nvSpPr>
          <p:cNvPr id="4" name="Rectangle 6">
            <a:extLst>
              <a:ext uri="{FF2B5EF4-FFF2-40B4-BE49-F238E27FC236}">
                <a16:creationId xmlns:a16="http://schemas.microsoft.com/office/drawing/2014/main" id="{DCD4F977-FA0E-4B3A-B94F-0279441CCCC6}"/>
              </a:ext>
            </a:extLst>
          </p:cNvPr>
          <p:cNvSpPr>
            <a:spLocks noGrp="1" noChangeArrowheads="1"/>
          </p:cNvSpPr>
          <p:nvPr>
            <p:ph type="sldNum" sz="quarter" idx="12"/>
          </p:nvPr>
        </p:nvSpPr>
        <p:spPr>
          <a:ln/>
        </p:spPr>
        <p:txBody>
          <a:bodyPr/>
          <a:lstStyle>
            <a:lvl1pPr>
              <a:defRPr/>
            </a:lvl1pPr>
          </a:lstStyle>
          <a:p>
            <a:pPr>
              <a:defRPr/>
            </a:pPr>
            <a:fld id="{5182C1FB-A275-4CBE-B85C-63204551E734}" type="slidenum">
              <a:rPr lang="en-US" altLang="zh-CN"/>
              <a:pPr>
                <a:defRPr/>
              </a:pPr>
              <a:t>‹#›</a:t>
            </a:fld>
            <a:endParaRPr lang="en-US" altLang="zh-CN"/>
          </a:p>
        </p:txBody>
      </p:sp>
    </p:spTree>
    <p:extLst>
      <p:ext uri="{BB962C8B-B14F-4D97-AF65-F5344CB8AC3E}">
        <p14:creationId xmlns:p14="http://schemas.microsoft.com/office/powerpoint/2010/main" val="225559968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a16="http://schemas.microsoft.com/office/drawing/2014/main" id="{F7D62850-C9F3-4ECE-848C-FF22D5C8AF2A}"/>
              </a:ext>
            </a:extLst>
          </p:cNvPr>
          <p:cNvSpPr>
            <a:spLocks noGrp="1" noChangeArrowheads="1"/>
          </p:cNvSpPr>
          <p:nvPr>
            <p:ph type="dt" sz="half" idx="10"/>
          </p:nvPr>
        </p:nvSpPr>
        <p:spPr>
          <a:ln/>
        </p:spPr>
        <p:txBody>
          <a:bodyPr/>
          <a:lstStyle>
            <a:lvl1pPr>
              <a:defRPr/>
            </a:lvl1pPr>
          </a:lstStyle>
          <a:p>
            <a:pPr>
              <a:defRPr/>
            </a:pPr>
            <a:endParaRPr lang="zh-CN" altLang="en-US"/>
          </a:p>
        </p:txBody>
      </p:sp>
      <p:sp>
        <p:nvSpPr>
          <p:cNvPr id="6" name="Rectangle 5">
            <a:extLst>
              <a:ext uri="{FF2B5EF4-FFF2-40B4-BE49-F238E27FC236}">
                <a16:creationId xmlns:a16="http://schemas.microsoft.com/office/drawing/2014/main" id="{EC12A31E-209B-42A9-826C-D78F92405A20}"/>
              </a:ext>
            </a:extLst>
          </p:cNvPr>
          <p:cNvSpPr>
            <a:spLocks noGrp="1" noChangeArrowheads="1"/>
          </p:cNvSpPr>
          <p:nvPr>
            <p:ph type="ftr" sz="quarter" idx="11"/>
          </p:nvPr>
        </p:nvSpPr>
        <p:spPr>
          <a:ln/>
        </p:spPr>
        <p:txBody>
          <a:bodyPr/>
          <a:lstStyle>
            <a:lvl1pPr>
              <a:defRPr/>
            </a:lvl1pPr>
          </a:lstStyle>
          <a:p>
            <a:pPr>
              <a:defRPr/>
            </a:pPr>
            <a:endParaRPr lang="zh-CN" altLang="en-US"/>
          </a:p>
        </p:txBody>
      </p:sp>
      <p:sp>
        <p:nvSpPr>
          <p:cNvPr id="7" name="Rectangle 6">
            <a:extLst>
              <a:ext uri="{FF2B5EF4-FFF2-40B4-BE49-F238E27FC236}">
                <a16:creationId xmlns:a16="http://schemas.microsoft.com/office/drawing/2014/main" id="{C821507E-9AE1-4B0E-B93B-7C085C529666}"/>
              </a:ext>
            </a:extLst>
          </p:cNvPr>
          <p:cNvSpPr>
            <a:spLocks noGrp="1" noChangeArrowheads="1"/>
          </p:cNvSpPr>
          <p:nvPr>
            <p:ph type="sldNum" sz="quarter" idx="12"/>
          </p:nvPr>
        </p:nvSpPr>
        <p:spPr>
          <a:ln/>
        </p:spPr>
        <p:txBody>
          <a:bodyPr/>
          <a:lstStyle>
            <a:lvl1pPr>
              <a:defRPr/>
            </a:lvl1pPr>
          </a:lstStyle>
          <a:p>
            <a:pPr>
              <a:defRPr/>
            </a:pPr>
            <a:fld id="{9BC2F104-DF84-4AEF-9187-41AF5BE74E37}" type="slidenum">
              <a:rPr lang="en-US" altLang="zh-CN"/>
              <a:pPr>
                <a:defRPr/>
              </a:pPr>
              <a:t>‹#›</a:t>
            </a:fld>
            <a:endParaRPr lang="en-US" altLang="zh-CN"/>
          </a:p>
        </p:txBody>
      </p:sp>
    </p:spTree>
    <p:extLst>
      <p:ext uri="{BB962C8B-B14F-4D97-AF65-F5344CB8AC3E}">
        <p14:creationId xmlns:p14="http://schemas.microsoft.com/office/powerpoint/2010/main" val="1408060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a16="http://schemas.microsoft.com/office/drawing/2014/main" id="{A202DB48-69AE-4AF3-868F-545FF5AF8F19}"/>
              </a:ext>
            </a:extLst>
          </p:cNvPr>
          <p:cNvSpPr>
            <a:spLocks noGrp="1" noChangeArrowheads="1"/>
          </p:cNvSpPr>
          <p:nvPr>
            <p:ph type="dt" sz="half" idx="10"/>
          </p:nvPr>
        </p:nvSpPr>
        <p:spPr>
          <a:ln/>
        </p:spPr>
        <p:txBody>
          <a:bodyPr/>
          <a:lstStyle>
            <a:lvl1pPr>
              <a:defRPr/>
            </a:lvl1pPr>
          </a:lstStyle>
          <a:p>
            <a:pPr>
              <a:defRPr/>
            </a:pPr>
            <a:endParaRPr lang="zh-CN" altLang="en-US"/>
          </a:p>
        </p:txBody>
      </p:sp>
      <p:sp>
        <p:nvSpPr>
          <p:cNvPr id="6" name="Rectangle 5">
            <a:extLst>
              <a:ext uri="{FF2B5EF4-FFF2-40B4-BE49-F238E27FC236}">
                <a16:creationId xmlns:a16="http://schemas.microsoft.com/office/drawing/2014/main" id="{B7F3E5B6-43C3-4346-B165-FDD6F1E37E96}"/>
              </a:ext>
            </a:extLst>
          </p:cNvPr>
          <p:cNvSpPr>
            <a:spLocks noGrp="1" noChangeArrowheads="1"/>
          </p:cNvSpPr>
          <p:nvPr>
            <p:ph type="ftr" sz="quarter" idx="11"/>
          </p:nvPr>
        </p:nvSpPr>
        <p:spPr>
          <a:ln/>
        </p:spPr>
        <p:txBody>
          <a:bodyPr/>
          <a:lstStyle>
            <a:lvl1pPr>
              <a:defRPr/>
            </a:lvl1pPr>
          </a:lstStyle>
          <a:p>
            <a:pPr>
              <a:defRPr/>
            </a:pPr>
            <a:endParaRPr lang="zh-CN" altLang="en-US"/>
          </a:p>
        </p:txBody>
      </p:sp>
      <p:sp>
        <p:nvSpPr>
          <p:cNvPr id="7" name="Rectangle 6">
            <a:extLst>
              <a:ext uri="{FF2B5EF4-FFF2-40B4-BE49-F238E27FC236}">
                <a16:creationId xmlns:a16="http://schemas.microsoft.com/office/drawing/2014/main" id="{5CD27224-906E-4B0A-BE25-6FED1CA2EB3C}"/>
              </a:ext>
            </a:extLst>
          </p:cNvPr>
          <p:cNvSpPr>
            <a:spLocks noGrp="1" noChangeArrowheads="1"/>
          </p:cNvSpPr>
          <p:nvPr>
            <p:ph type="sldNum" sz="quarter" idx="12"/>
          </p:nvPr>
        </p:nvSpPr>
        <p:spPr>
          <a:ln/>
        </p:spPr>
        <p:txBody>
          <a:bodyPr/>
          <a:lstStyle>
            <a:lvl1pPr>
              <a:defRPr/>
            </a:lvl1pPr>
          </a:lstStyle>
          <a:p>
            <a:pPr>
              <a:defRPr/>
            </a:pPr>
            <a:fld id="{11AFDD3B-1453-418D-980A-9289DD4C51F2}" type="slidenum">
              <a:rPr lang="en-US" altLang="zh-CN"/>
              <a:pPr>
                <a:defRPr/>
              </a:pPr>
              <a:t>‹#›</a:t>
            </a:fld>
            <a:endParaRPr lang="en-US" altLang="zh-CN"/>
          </a:p>
        </p:txBody>
      </p:sp>
    </p:spTree>
    <p:extLst>
      <p:ext uri="{BB962C8B-B14F-4D97-AF65-F5344CB8AC3E}">
        <p14:creationId xmlns:p14="http://schemas.microsoft.com/office/powerpoint/2010/main" val="26025600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CB9F8C36-2FA4-465E-B8F9-3C035D0919B7}"/>
              </a:ext>
            </a:extLst>
          </p:cNvPr>
          <p:cNvSpPr>
            <a:spLocks noGrp="1" noChangeArrowheads="1"/>
          </p:cNvSpPr>
          <p:nvPr>
            <p:ph type="dt" sz="half" idx="10"/>
          </p:nvPr>
        </p:nvSpPr>
        <p:spPr>
          <a:ln/>
        </p:spPr>
        <p:txBody>
          <a:bodyPr/>
          <a:lstStyle>
            <a:lvl1pPr>
              <a:defRPr/>
            </a:lvl1pPr>
          </a:lstStyle>
          <a:p>
            <a:pPr>
              <a:defRPr/>
            </a:pPr>
            <a:endParaRPr lang="zh-CN" altLang="en-US"/>
          </a:p>
        </p:txBody>
      </p:sp>
      <p:sp>
        <p:nvSpPr>
          <p:cNvPr id="5" name="Rectangle 5">
            <a:extLst>
              <a:ext uri="{FF2B5EF4-FFF2-40B4-BE49-F238E27FC236}">
                <a16:creationId xmlns:a16="http://schemas.microsoft.com/office/drawing/2014/main" id="{6E95604D-DBCA-4814-BBC5-446C778B819E}"/>
              </a:ext>
            </a:extLst>
          </p:cNvPr>
          <p:cNvSpPr>
            <a:spLocks noGrp="1" noChangeArrowheads="1"/>
          </p:cNvSpPr>
          <p:nvPr>
            <p:ph type="ftr" sz="quarter" idx="11"/>
          </p:nvPr>
        </p:nvSpPr>
        <p:spPr>
          <a:ln/>
        </p:spPr>
        <p:txBody>
          <a:bodyPr/>
          <a:lstStyle>
            <a:lvl1pPr>
              <a:defRPr/>
            </a:lvl1pPr>
          </a:lstStyle>
          <a:p>
            <a:pPr>
              <a:defRPr/>
            </a:pPr>
            <a:endParaRPr lang="zh-CN" altLang="en-US"/>
          </a:p>
        </p:txBody>
      </p:sp>
      <p:sp>
        <p:nvSpPr>
          <p:cNvPr id="6" name="Rectangle 6">
            <a:extLst>
              <a:ext uri="{FF2B5EF4-FFF2-40B4-BE49-F238E27FC236}">
                <a16:creationId xmlns:a16="http://schemas.microsoft.com/office/drawing/2014/main" id="{5758D9F7-727C-4D99-89FD-0C87515CC9B8}"/>
              </a:ext>
            </a:extLst>
          </p:cNvPr>
          <p:cNvSpPr>
            <a:spLocks noGrp="1" noChangeArrowheads="1"/>
          </p:cNvSpPr>
          <p:nvPr>
            <p:ph type="sldNum" sz="quarter" idx="12"/>
          </p:nvPr>
        </p:nvSpPr>
        <p:spPr>
          <a:ln/>
        </p:spPr>
        <p:txBody>
          <a:bodyPr/>
          <a:lstStyle>
            <a:lvl1pPr>
              <a:defRPr/>
            </a:lvl1pPr>
          </a:lstStyle>
          <a:p>
            <a:pPr>
              <a:defRPr/>
            </a:pPr>
            <a:fld id="{C670AC39-4B88-4002-B23C-3DAA2B76F349}" type="slidenum">
              <a:rPr lang="en-US" altLang="zh-CN"/>
              <a:pPr>
                <a:defRPr/>
              </a:pPr>
              <a:t>‹#›</a:t>
            </a:fld>
            <a:endParaRPr lang="en-US" altLang="zh-CN"/>
          </a:p>
        </p:txBody>
      </p:sp>
    </p:spTree>
    <p:extLst>
      <p:ext uri="{BB962C8B-B14F-4D97-AF65-F5344CB8AC3E}">
        <p14:creationId xmlns:p14="http://schemas.microsoft.com/office/powerpoint/2010/main" val="177343722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743700" y="228600"/>
            <a:ext cx="217170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228600"/>
            <a:ext cx="636270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C6694072-58C3-4095-B658-E2EC7AE668D6}"/>
              </a:ext>
            </a:extLst>
          </p:cNvPr>
          <p:cNvSpPr>
            <a:spLocks noGrp="1" noChangeArrowheads="1"/>
          </p:cNvSpPr>
          <p:nvPr>
            <p:ph type="dt" sz="half" idx="10"/>
          </p:nvPr>
        </p:nvSpPr>
        <p:spPr>
          <a:ln/>
        </p:spPr>
        <p:txBody>
          <a:bodyPr/>
          <a:lstStyle>
            <a:lvl1pPr>
              <a:defRPr/>
            </a:lvl1pPr>
          </a:lstStyle>
          <a:p>
            <a:pPr>
              <a:defRPr/>
            </a:pPr>
            <a:endParaRPr lang="zh-CN" altLang="en-US"/>
          </a:p>
        </p:txBody>
      </p:sp>
      <p:sp>
        <p:nvSpPr>
          <p:cNvPr id="5" name="Rectangle 5">
            <a:extLst>
              <a:ext uri="{FF2B5EF4-FFF2-40B4-BE49-F238E27FC236}">
                <a16:creationId xmlns:a16="http://schemas.microsoft.com/office/drawing/2014/main" id="{E093BA2E-5916-442F-A773-1816573953AF}"/>
              </a:ext>
            </a:extLst>
          </p:cNvPr>
          <p:cNvSpPr>
            <a:spLocks noGrp="1" noChangeArrowheads="1"/>
          </p:cNvSpPr>
          <p:nvPr>
            <p:ph type="ftr" sz="quarter" idx="11"/>
          </p:nvPr>
        </p:nvSpPr>
        <p:spPr>
          <a:ln/>
        </p:spPr>
        <p:txBody>
          <a:bodyPr/>
          <a:lstStyle>
            <a:lvl1pPr>
              <a:defRPr/>
            </a:lvl1pPr>
          </a:lstStyle>
          <a:p>
            <a:pPr>
              <a:defRPr/>
            </a:pPr>
            <a:endParaRPr lang="zh-CN" altLang="en-US"/>
          </a:p>
        </p:txBody>
      </p:sp>
      <p:sp>
        <p:nvSpPr>
          <p:cNvPr id="6" name="Rectangle 6">
            <a:extLst>
              <a:ext uri="{FF2B5EF4-FFF2-40B4-BE49-F238E27FC236}">
                <a16:creationId xmlns:a16="http://schemas.microsoft.com/office/drawing/2014/main" id="{69B41EDC-CE19-4648-891A-4EFB1DCC0E4C}"/>
              </a:ext>
            </a:extLst>
          </p:cNvPr>
          <p:cNvSpPr>
            <a:spLocks noGrp="1" noChangeArrowheads="1"/>
          </p:cNvSpPr>
          <p:nvPr>
            <p:ph type="sldNum" sz="quarter" idx="12"/>
          </p:nvPr>
        </p:nvSpPr>
        <p:spPr>
          <a:ln/>
        </p:spPr>
        <p:txBody>
          <a:bodyPr/>
          <a:lstStyle>
            <a:lvl1pPr>
              <a:defRPr/>
            </a:lvl1pPr>
          </a:lstStyle>
          <a:p>
            <a:pPr>
              <a:defRPr/>
            </a:pPr>
            <a:fld id="{586CB7B8-7C25-401E-AFCE-7AE2AED9C127}" type="slidenum">
              <a:rPr lang="en-US" altLang="zh-CN"/>
              <a:pPr>
                <a:defRPr/>
              </a:pPr>
              <a:t>‹#›</a:t>
            </a:fld>
            <a:endParaRPr lang="en-US" altLang="zh-CN"/>
          </a:p>
        </p:txBody>
      </p:sp>
    </p:spTree>
    <p:extLst>
      <p:ext uri="{BB962C8B-B14F-4D97-AF65-F5344CB8AC3E}">
        <p14:creationId xmlns:p14="http://schemas.microsoft.com/office/powerpoint/2010/main" val="219482324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a:extLst>
              <a:ext uri="{FF2B5EF4-FFF2-40B4-BE49-F238E27FC236}">
                <a16:creationId xmlns:a16="http://schemas.microsoft.com/office/drawing/2014/main" id="{92ADB1AC-32D3-49A7-A1DC-4BB1BCC56835}"/>
              </a:ext>
            </a:extLst>
          </p:cNvPr>
          <p:cNvSpPr>
            <a:spLocks noGrp="1" noChangeArrowheads="1"/>
          </p:cNvSpPr>
          <p:nvPr>
            <p:ph type="title"/>
          </p:nvPr>
        </p:nvSpPr>
        <p:spPr bwMode="auto">
          <a:xfrm>
            <a:off x="228600" y="228600"/>
            <a:ext cx="86868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7" name="Rectangle 3">
            <a:extLst>
              <a:ext uri="{FF2B5EF4-FFF2-40B4-BE49-F238E27FC236}">
                <a16:creationId xmlns:a16="http://schemas.microsoft.com/office/drawing/2014/main" id="{2CC26A9E-31B8-4391-AE6F-822CE2529FF9}"/>
              </a:ext>
            </a:extLst>
          </p:cNvPr>
          <p:cNvSpPr>
            <a:spLocks noGrp="1" noChangeArrowheads="1"/>
          </p:cNvSpPr>
          <p:nvPr>
            <p:ph type="body" idx="1"/>
          </p:nvPr>
        </p:nvSpPr>
        <p:spPr bwMode="auto">
          <a:xfrm>
            <a:off x="228600" y="914400"/>
            <a:ext cx="8686800" cy="541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a:extLst>
              <a:ext uri="{FF2B5EF4-FFF2-40B4-BE49-F238E27FC236}">
                <a16:creationId xmlns:a16="http://schemas.microsoft.com/office/drawing/2014/main" id="{FD3DE5A9-11D5-4AEB-B896-6DAD1B6EEEBC}"/>
              </a:ext>
            </a:extLst>
          </p:cNvPr>
          <p:cNvSpPr>
            <a:spLocks noGrp="1" noChangeArrowheads="1"/>
          </p:cNvSpPr>
          <p:nvPr>
            <p:ph type="dt" sz="half" idx="2"/>
          </p:nvPr>
        </p:nvSpPr>
        <p:spPr bwMode="auto">
          <a:xfrm>
            <a:off x="228600" y="6324600"/>
            <a:ext cx="1905000" cy="381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eaLnBrk="1" hangingPunct="1">
              <a:defRPr sz="1400"/>
            </a:lvl1pPr>
          </a:lstStyle>
          <a:p>
            <a:pPr>
              <a:defRPr/>
            </a:pPr>
            <a:endParaRPr lang="zh-CN" altLang="en-US"/>
          </a:p>
        </p:txBody>
      </p:sp>
      <p:sp>
        <p:nvSpPr>
          <p:cNvPr id="1029" name="Rectangle 5">
            <a:extLst>
              <a:ext uri="{FF2B5EF4-FFF2-40B4-BE49-F238E27FC236}">
                <a16:creationId xmlns:a16="http://schemas.microsoft.com/office/drawing/2014/main" id="{2C62297E-DDFC-4E4B-B572-4234ABFF44A5}"/>
              </a:ext>
            </a:extLst>
          </p:cNvPr>
          <p:cNvSpPr>
            <a:spLocks noGrp="1" noChangeArrowheads="1"/>
          </p:cNvSpPr>
          <p:nvPr>
            <p:ph type="ftr" sz="quarter" idx="3"/>
          </p:nvPr>
        </p:nvSpPr>
        <p:spPr bwMode="auto">
          <a:xfrm>
            <a:off x="2590800" y="6324600"/>
            <a:ext cx="3962400" cy="381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eaLnBrk="1" hangingPunct="1">
              <a:defRPr sz="1400"/>
            </a:lvl1pPr>
          </a:lstStyle>
          <a:p>
            <a:pPr>
              <a:defRPr/>
            </a:pPr>
            <a:endParaRPr lang="zh-CN" altLang="en-US"/>
          </a:p>
        </p:txBody>
      </p:sp>
      <p:sp>
        <p:nvSpPr>
          <p:cNvPr id="1030" name="Rectangle 6">
            <a:extLst>
              <a:ext uri="{FF2B5EF4-FFF2-40B4-BE49-F238E27FC236}">
                <a16:creationId xmlns:a16="http://schemas.microsoft.com/office/drawing/2014/main" id="{B8CD9B8A-A795-4DB1-8964-96651783B99F}"/>
              </a:ext>
            </a:extLst>
          </p:cNvPr>
          <p:cNvSpPr>
            <a:spLocks noGrp="1" noChangeArrowheads="1"/>
          </p:cNvSpPr>
          <p:nvPr>
            <p:ph type="sldNum" sz="quarter" idx="4"/>
          </p:nvPr>
        </p:nvSpPr>
        <p:spPr bwMode="auto">
          <a:xfrm>
            <a:off x="7010400" y="6324600"/>
            <a:ext cx="1905000" cy="381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eaLnBrk="1" hangingPunct="1">
              <a:defRPr sz="1400" smtClean="0"/>
            </a:lvl1pPr>
          </a:lstStyle>
          <a:p>
            <a:pPr>
              <a:defRPr/>
            </a:pPr>
            <a:fld id="{6E3611C3-C128-4ADE-9736-85CD38B1067C}" type="slidenum">
              <a:rPr lang="en-US" altLang="zh-CN"/>
              <a:pPr>
                <a:defRPr/>
              </a:pPr>
              <a:t>‹#›</a:t>
            </a:fld>
            <a:endParaRPr lang="en-US" altLang="zh-CN"/>
          </a:p>
        </p:txBody>
      </p:sp>
    </p:spTree>
    <p:extLst>
      <p:ext uri="{BB962C8B-B14F-4D97-AF65-F5344CB8AC3E}">
        <p14:creationId xmlns:p14="http://schemas.microsoft.com/office/powerpoint/2010/main" val="1183562932"/>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hf hdr="0" ftr="0" dt="0"/>
  <p:txStyles>
    <p:titleStyle>
      <a:lvl1pPr algn="ctr" rtl="0" eaLnBrk="0" fontAlgn="base" hangingPunct="0">
        <a:spcBef>
          <a:spcPct val="0"/>
        </a:spcBef>
        <a:spcAft>
          <a:spcPct val="0"/>
        </a:spcAft>
        <a:defRPr sz="4000" b="1">
          <a:solidFill>
            <a:schemeClr val="accent2"/>
          </a:solidFill>
          <a:latin typeface="+mj-lt"/>
          <a:ea typeface="MS PGothic" panose="020B0600070205080204" pitchFamily="34" charset="-128"/>
          <a:cs typeface="ＭＳ Ｐゴシック" charset="0"/>
        </a:defRPr>
      </a:lvl1pPr>
      <a:lvl2pPr algn="ctr" rtl="0" eaLnBrk="0" fontAlgn="base" hangingPunct="0">
        <a:spcBef>
          <a:spcPct val="0"/>
        </a:spcBef>
        <a:spcAft>
          <a:spcPct val="0"/>
        </a:spcAft>
        <a:defRPr sz="4000" b="1">
          <a:solidFill>
            <a:schemeClr val="accent2"/>
          </a:solidFill>
          <a:latin typeface="Times New Roman" pitchFamily="18" charset="0"/>
          <a:ea typeface="MS PGothic" panose="020B0600070205080204" pitchFamily="34" charset="-128"/>
          <a:cs typeface="ＭＳ Ｐゴシック" charset="0"/>
        </a:defRPr>
      </a:lvl2pPr>
      <a:lvl3pPr algn="ctr" rtl="0" eaLnBrk="0" fontAlgn="base" hangingPunct="0">
        <a:spcBef>
          <a:spcPct val="0"/>
        </a:spcBef>
        <a:spcAft>
          <a:spcPct val="0"/>
        </a:spcAft>
        <a:defRPr sz="4000" b="1">
          <a:solidFill>
            <a:schemeClr val="accent2"/>
          </a:solidFill>
          <a:latin typeface="Times New Roman" pitchFamily="18" charset="0"/>
          <a:ea typeface="MS PGothic" panose="020B0600070205080204" pitchFamily="34" charset="-128"/>
          <a:cs typeface="ＭＳ Ｐゴシック" charset="0"/>
        </a:defRPr>
      </a:lvl3pPr>
      <a:lvl4pPr algn="ctr" rtl="0" eaLnBrk="0" fontAlgn="base" hangingPunct="0">
        <a:spcBef>
          <a:spcPct val="0"/>
        </a:spcBef>
        <a:spcAft>
          <a:spcPct val="0"/>
        </a:spcAft>
        <a:defRPr sz="4000" b="1">
          <a:solidFill>
            <a:schemeClr val="accent2"/>
          </a:solidFill>
          <a:latin typeface="Times New Roman" pitchFamily="18" charset="0"/>
          <a:ea typeface="MS PGothic" panose="020B0600070205080204" pitchFamily="34" charset="-128"/>
          <a:cs typeface="ＭＳ Ｐゴシック" charset="0"/>
        </a:defRPr>
      </a:lvl4pPr>
      <a:lvl5pPr algn="ctr" rtl="0" eaLnBrk="0" fontAlgn="base" hangingPunct="0">
        <a:spcBef>
          <a:spcPct val="0"/>
        </a:spcBef>
        <a:spcAft>
          <a:spcPct val="0"/>
        </a:spcAft>
        <a:defRPr sz="4000" b="1">
          <a:solidFill>
            <a:schemeClr val="accent2"/>
          </a:solidFill>
          <a:latin typeface="Times New Roman" pitchFamily="18" charset="0"/>
          <a:ea typeface="MS PGothic" panose="020B0600070205080204" pitchFamily="34" charset="-128"/>
          <a:cs typeface="ＭＳ Ｐゴシック" charset="0"/>
        </a:defRPr>
      </a:lvl5pPr>
      <a:lvl6pPr marL="457200" algn="ctr" rtl="0" fontAlgn="base">
        <a:spcBef>
          <a:spcPct val="0"/>
        </a:spcBef>
        <a:spcAft>
          <a:spcPct val="0"/>
        </a:spcAft>
        <a:defRPr sz="4000" b="1">
          <a:solidFill>
            <a:schemeClr val="accent2"/>
          </a:solidFill>
          <a:latin typeface="Times New Roman" pitchFamily="18" charset="0"/>
        </a:defRPr>
      </a:lvl6pPr>
      <a:lvl7pPr marL="914400" algn="ctr" rtl="0" fontAlgn="base">
        <a:spcBef>
          <a:spcPct val="0"/>
        </a:spcBef>
        <a:spcAft>
          <a:spcPct val="0"/>
        </a:spcAft>
        <a:defRPr sz="4000" b="1">
          <a:solidFill>
            <a:schemeClr val="accent2"/>
          </a:solidFill>
          <a:latin typeface="Times New Roman" pitchFamily="18" charset="0"/>
        </a:defRPr>
      </a:lvl7pPr>
      <a:lvl8pPr marL="1371600" algn="ctr" rtl="0" fontAlgn="base">
        <a:spcBef>
          <a:spcPct val="0"/>
        </a:spcBef>
        <a:spcAft>
          <a:spcPct val="0"/>
        </a:spcAft>
        <a:defRPr sz="4000" b="1">
          <a:solidFill>
            <a:schemeClr val="accent2"/>
          </a:solidFill>
          <a:latin typeface="Times New Roman" pitchFamily="18" charset="0"/>
        </a:defRPr>
      </a:lvl8pPr>
      <a:lvl9pPr marL="1828800" algn="ctr" rtl="0" fontAlgn="base">
        <a:spcBef>
          <a:spcPct val="0"/>
        </a:spcBef>
        <a:spcAft>
          <a:spcPct val="0"/>
        </a:spcAft>
        <a:defRPr sz="4000" b="1">
          <a:solidFill>
            <a:schemeClr val="accent2"/>
          </a:solidFill>
          <a:latin typeface="Times New Roman" pitchFamily="18" charset="0"/>
        </a:defRPr>
      </a:lvl9pPr>
    </p:titleStyle>
    <p:bodyStyle>
      <a:lvl1pPr marL="342900" indent="-342900" algn="l" rtl="0" eaLnBrk="0" fontAlgn="base" hangingPunct="0">
        <a:spcBef>
          <a:spcPct val="20000"/>
        </a:spcBef>
        <a:spcAft>
          <a:spcPct val="0"/>
        </a:spcAft>
        <a:buChar char="•"/>
        <a:defRPr sz="2800">
          <a:solidFill>
            <a:schemeClr val="tx1"/>
          </a:solidFill>
          <a:latin typeface="+mn-lt"/>
          <a:ea typeface="MS PGothic" panose="020B0600070205080204" pitchFamily="34" charset="-128"/>
          <a:cs typeface="ＭＳ Ｐゴシック" charset="0"/>
        </a:defRPr>
      </a:lvl1pPr>
      <a:lvl2pPr marL="742950" indent="-285750" algn="l" rtl="0" eaLnBrk="0" fontAlgn="base" hangingPunct="0">
        <a:spcBef>
          <a:spcPct val="20000"/>
        </a:spcBef>
        <a:spcAft>
          <a:spcPct val="0"/>
        </a:spcAft>
        <a:buChar char="–"/>
        <a:defRPr sz="2400">
          <a:solidFill>
            <a:schemeClr val="tx1"/>
          </a:solidFill>
          <a:latin typeface="+mn-lt"/>
          <a:ea typeface="MS PGothic" panose="020B0600070205080204" pitchFamily="34" charset="-128"/>
        </a:defRPr>
      </a:lvl2pPr>
      <a:lvl3pPr marL="1143000" indent="-228600" algn="l" rtl="0" eaLnBrk="0" fontAlgn="base" hangingPunct="0">
        <a:spcBef>
          <a:spcPct val="20000"/>
        </a:spcBef>
        <a:spcAft>
          <a:spcPct val="0"/>
        </a:spcAft>
        <a:buChar char="•"/>
        <a:defRPr sz="2000">
          <a:solidFill>
            <a:schemeClr val="tx1"/>
          </a:solidFill>
          <a:latin typeface="+mn-lt"/>
          <a:ea typeface="MS PGothic" panose="020B0600070205080204" pitchFamily="34" charset="-128"/>
        </a:defRPr>
      </a:lvl3pPr>
      <a:lvl4pPr marL="1600200" indent="-228600" algn="l" rtl="0" eaLnBrk="0" fontAlgn="base" hangingPunct="0">
        <a:spcBef>
          <a:spcPct val="20000"/>
        </a:spcBef>
        <a:spcAft>
          <a:spcPct val="0"/>
        </a:spcAft>
        <a:buChar char="–"/>
        <a:defRPr>
          <a:solidFill>
            <a:schemeClr val="tx1"/>
          </a:solidFill>
          <a:latin typeface="+mn-lt"/>
          <a:ea typeface="MS PGothic" panose="020B0600070205080204" pitchFamily="34" charset="-128"/>
        </a:defRPr>
      </a:lvl4pPr>
      <a:lvl5pPr marL="2057400" indent="-228600" algn="l" rtl="0" eaLnBrk="0" fontAlgn="base" hangingPunct="0">
        <a:spcBef>
          <a:spcPct val="20000"/>
        </a:spcBef>
        <a:spcAft>
          <a:spcPct val="0"/>
        </a:spcAft>
        <a:buChar char="»"/>
        <a:defRPr>
          <a:solidFill>
            <a:schemeClr val="tx1"/>
          </a:solidFill>
          <a:latin typeface="+mn-lt"/>
          <a:ea typeface="MS PGothic" panose="020B0600070205080204" pitchFamily="34" charset="-128"/>
        </a:defRPr>
      </a:lvl5pPr>
      <a:lvl6pPr marL="2514600" indent="-228600" algn="l" rtl="0" fontAlgn="base">
        <a:spcBef>
          <a:spcPct val="20000"/>
        </a:spcBef>
        <a:spcAft>
          <a:spcPct val="0"/>
        </a:spcAft>
        <a:buChar char="»"/>
        <a:defRPr>
          <a:solidFill>
            <a:schemeClr val="tx1"/>
          </a:solidFill>
          <a:latin typeface="+mn-lt"/>
        </a:defRPr>
      </a:lvl6pPr>
      <a:lvl7pPr marL="2971800" indent="-228600" algn="l" rtl="0" fontAlgn="base">
        <a:spcBef>
          <a:spcPct val="20000"/>
        </a:spcBef>
        <a:spcAft>
          <a:spcPct val="0"/>
        </a:spcAft>
        <a:buChar char="»"/>
        <a:defRPr>
          <a:solidFill>
            <a:schemeClr val="tx1"/>
          </a:solidFill>
          <a:latin typeface="+mn-lt"/>
        </a:defRPr>
      </a:lvl7pPr>
      <a:lvl8pPr marL="3429000" indent="-228600" algn="l" rtl="0" fontAlgn="base">
        <a:spcBef>
          <a:spcPct val="20000"/>
        </a:spcBef>
        <a:spcAft>
          <a:spcPct val="0"/>
        </a:spcAft>
        <a:buChar char="»"/>
        <a:defRPr>
          <a:solidFill>
            <a:schemeClr val="tx1"/>
          </a:solidFill>
          <a:latin typeface="+mn-lt"/>
        </a:defRPr>
      </a:lvl8pPr>
      <a:lvl9pPr marL="3886200" indent="-228600" algn="l" rtl="0" fontAlgn="base">
        <a:spcBef>
          <a:spcPct val="20000"/>
        </a:spcBef>
        <a:spcAft>
          <a:spcPct val="0"/>
        </a:spcAft>
        <a:buChar char="»"/>
        <a:defRPr>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hyperlink" Target="mailto:maruf@iastate.edu" TargetMode="External"/><Relationship Id="rId1" Type="http://schemas.openxmlformats.org/officeDocument/2006/relationships/slideLayout" Target="../slideLayouts/slideLayout7.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customXml" Target="../ink/ink1.xml"/><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customXml" Target="../ink/ink2.xml"/><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customXml" Target="../ink/ink3.xml"/><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3" Type="http://schemas.openxmlformats.org/officeDocument/2006/relationships/customXml" Target="../ink/ink4.xml"/><Relationship Id="rId2" Type="http://schemas.openxmlformats.org/officeDocument/2006/relationships/image" Target="../media/image3.png"/><Relationship Id="rId1" Type="http://schemas.openxmlformats.org/officeDocument/2006/relationships/slideLayout" Target="../slideLayouts/slideLayout7.xml"/><Relationship Id="rId4" Type="http://schemas.openxmlformats.org/officeDocument/2006/relationships/image" Target="../media/image7.png"/></Relationships>
</file>

<file path=ppt/slides/_rels/slide2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customXml" Target="../ink/ink5.xml"/><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customXml" Target="../ink/ink6.xml"/><Relationship Id="rId1" Type="http://schemas.openxmlformats.org/officeDocument/2006/relationships/slideLayout" Target="../slideLayouts/slideLayout7.xml"/><Relationship Id="rId5" Type="http://schemas.openxmlformats.org/officeDocument/2006/relationships/image" Target="../media/image6.png"/><Relationship Id="rId4" Type="http://schemas.openxmlformats.org/officeDocument/2006/relationships/customXml" Target="../ink/ink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0.png"/><Relationship Id="rId1" Type="http://schemas.openxmlformats.org/officeDocument/2006/relationships/slideLayout" Target="../slideLayouts/slideLayout7.xml"/><Relationship Id="rId4" Type="http://schemas.openxmlformats.org/officeDocument/2006/relationships/image" Target="../media/image9.png"/></Relationships>
</file>

<file path=ppt/slides/_rels/slide40.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0.png"/><Relationship Id="rId1" Type="http://schemas.openxmlformats.org/officeDocument/2006/relationships/slideLayout" Target="../slideLayouts/slideLayout7.xml"/><Relationship Id="rId4" Type="http://schemas.openxmlformats.org/officeDocument/2006/relationships/image" Target="../media/image9.png"/></Relationships>
</file>

<file path=ppt/slides/_rels/slide44.xml.rels><?xml version="1.0" encoding="UTF-8" standalone="yes"?>
<Relationships xmlns="http://schemas.openxmlformats.org/package/2006/relationships"><Relationship Id="rId8" Type="http://schemas.openxmlformats.org/officeDocument/2006/relationships/customXml" Target="../ink/ink8.xml"/><Relationship Id="rId3" Type="http://schemas.openxmlformats.org/officeDocument/2006/relationships/image" Target="../media/image8.png"/><Relationship Id="rId7" Type="http://schemas.openxmlformats.org/officeDocument/2006/relationships/image" Target="../media/image14.png"/><Relationship Id="rId2" Type="http://schemas.openxmlformats.org/officeDocument/2006/relationships/image" Target="../media/image10.png"/><Relationship Id="rId1" Type="http://schemas.openxmlformats.org/officeDocument/2006/relationships/slideLayout" Target="../slideLayouts/slideLayout7.xml"/><Relationship Id="rId6" Type="http://schemas.openxmlformats.org/officeDocument/2006/relationships/image" Target="../media/image13.png"/><Relationship Id="rId5" Type="http://schemas.openxmlformats.org/officeDocument/2006/relationships/image" Target="../media/image12.png"/><Relationship Id="rId4" Type="http://schemas.openxmlformats.org/officeDocument/2006/relationships/image" Target="../media/image9.png"/><Relationship Id="rId9" Type="http://schemas.openxmlformats.org/officeDocument/2006/relationships/image" Target="../media/image140.png"/></Relationships>
</file>

<file path=ppt/slides/_rels/slide45.xml.rels><?xml version="1.0" encoding="UTF-8" standalone="yes"?>
<Relationships xmlns="http://schemas.openxmlformats.org/package/2006/relationships"><Relationship Id="rId3" Type="http://schemas.openxmlformats.org/officeDocument/2006/relationships/customXml" Target="../ink/ink9.xml"/><Relationship Id="rId2" Type="http://schemas.openxmlformats.org/officeDocument/2006/relationships/image" Target="../media/image15.png"/><Relationship Id="rId1" Type="http://schemas.openxmlformats.org/officeDocument/2006/relationships/slideLayout" Target="../slideLayouts/slideLayout7.xml"/><Relationship Id="rId4" Type="http://schemas.openxmlformats.org/officeDocument/2006/relationships/image" Target="../media/image16.png"/></Relationships>
</file>

<file path=ppt/slides/_rels/slide46.xml.rels><?xml version="1.0" encoding="UTF-8" standalone="yes"?>
<Relationships xmlns="http://schemas.openxmlformats.org/package/2006/relationships"><Relationship Id="rId3" Type="http://schemas.openxmlformats.org/officeDocument/2006/relationships/customXml" Target="../ink/ink10.xml"/><Relationship Id="rId2" Type="http://schemas.openxmlformats.org/officeDocument/2006/relationships/image" Target="../media/image17.png"/><Relationship Id="rId1" Type="http://schemas.openxmlformats.org/officeDocument/2006/relationships/slideLayout" Target="../slideLayouts/slideLayout7.xml"/><Relationship Id="rId4" Type="http://schemas.openxmlformats.org/officeDocument/2006/relationships/image" Target="../media/image20.png"/></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3" Type="http://schemas.openxmlformats.org/officeDocument/2006/relationships/customXml" Target="../ink/ink11.xml"/><Relationship Id="rId2" Type="http://schemas.openxmlformats.org/officeDocument/2006/relationships/image" Target="../media/image18.png"/><Relationship Id="rId1" Type="http://schemas.openxmlformats.org/officeDocument/2006/relationships/slideLayout" Target="../slideLayouts/slideLayout7.xml"/><Relationship Id="rId4" Type="http://schemas.openxmlformats.org/officeDocument/2006/relationships/image" Target="../media/image19.pn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png"/><Relationship Id="rId1" Type="http://schemas.openxmlformats.org/officeDocument/2006/relationships/slideLayout" Target="../slideLayouts/slideLayout2.xml"/><Relationship Id="rId5" Type="http://schemas.openxmlformats.org/officeDocument/2006/relationships/image" Target="../media/image23.png"/><Relationship Id="rId4" Type="http://schemas.openxmlformats.org/officeDocument/2006/relationships/customXml" Target="../ink/ink12.xml"/></Relationships>
</file>

<file path=ppt/slides/_rels/slide52.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png"/><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3" Type="http://schemas.openxmlformats.org/officeDocument/2006/relationships/customXml" Target="../ink/ink13.xml"/><Relationship Id="rId2" Type="http://schemas.openxmlformats.org/officeDocument/2006/relationships/image" Target="../media/image22.png"/><Relationship Id="rId1" Type="http://schemas.openxmlformats.org/officeDocument/2006/relationships/slideLayout" Target="../slideLayouts/slideLayout7.xml"/><Relationship Id="rId4" Type="http://schemas.openxmlformats.org/officeDocument/2006/relationships/image" Target="../media/image24.png"/></Relationships>
</file>

<file path=ppt/slides/_rels/slide55.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5.xml.rels><?xml version="1.0" encoding="UTF-8" standalone="yes"?>
<Relationships xmlns="http://schemas.openxmlformats.org/package/2006/relationships"><Relationship Id="rId8" Type="http://schemas.openxmlformats.org/officeDocument/2006/relationships/image" Target="../media/image33.png"/><Relationship Id="rId3" Type="http://schemas.openxmlformats.org/officeDocument/2006/relationships/image" Target="../media/image28.png"/><Relationship Id="rId7" Type="http://schemas.openxmlformats.org/officeDocument/2006/relationships/image" Target="../media/image32.png"/><Relationship Id="rId2" Type="http://schemas.openxmlformats.org/officeDocument/2006/relationships/image" Target="../media/image27.wmf"/><Relationship Id="rId1" Type="http://schemas.openxmlformats.org/officeDocument/2006/relationships/slideLayout" Target="../slideLayouts/slideLayout7.xml"/><Relationship Id="rId6" Type="http://schemas.openxmlformats.org/officeDocument/2006/relationships/image" Target="../media/image31.png"/><Relationship Id="rId5" Type="http://schemas.openxmlformats.org/officeDocument/2006/relationships/image" Target="../media/image30.png"/><Relationship Id="rId4" Type="http://schemas.openxmlformats.org/officeDocument/2006/relationships/image" Target="../media/image29.png"/></Relationships>
</file>

<file path=ppt/slides/_rels/slide66.xml.rels><?xml version="1.0" encoding="UTF-8" standalone="yes"?>
<Relationships xmlns="http://schemas.openxmlformats.org/package/2006/relationships"><Relationship Id="rId8" Type="http://schemas.openxmlformats.org/officeDocument/2006/relationships/image" Target="../media/image33.png"/><Relationship Id="rId3" Type="http://schemas.openxmlformats.org/officeDocument/2006/relationships/image" Target="../media/image28.png"/><Relationship Id="rId7" Type="http://schemas.openxmlformats.org/officeDocument/2006/relationships/image" Target="../media/image32.png"/><Relationship Id="rId2" Type="http://schemas.openxmlformats.org/officeDocument/2006/relationships/image" Target="../media/image27.wmf"/><Relationship Id="rId1" Type="http://schemas.openxmlformats.org/officeDocument/2006/relationships/slideLayout" Target="../slideLayouts/slideLayout7.xml"/><Relationship Id="rId6" Type="http://schemas.openxmlformats.org/officeDocument/2006/relationships/image" Target="../media/image31.png"/><Relationship Id="rId5" Type="http://schemas.openxmlformats.org/officeDocument/2006/relationships/image" Target="../media/image30.png"/><Relationship Id="rId10" Type="http://schemas.openxmlformats.org/officeDocument/2006/relationships/image" Target="../media/image34.png"/><Relationship Id="rId4" Type="http://schemas.openxmlformats.org/officeDocument/2006/relationships/image" Target="../media/image29.png"/><Relationship Id="rId9" Type="http://schemas.openxmlformats.org/officeDocument/2006/relationships/customXml" Target="../ink/ink14.xml"/></Relationships>
</file>

<file path=ppt/slides/_rels/slide67.xml.rels><?xml version="1.0" encoding="UTF-8" standalone="yes"?>
<Relationships xmlns="http://schemas.openxmlformats.org/package/2006/relationships"><Relationship Id="rId3" Type="http://schemas.openxmlformats.org/officeDocument/2006/relationships/image" Target="../media/image27.wmf"/><Relationship Id="rId2" Type="http://schemas.openxmlformats.org/officeDocument/2006/relationships/image" Target="../media/image35.png"/><Relationship Id="rId1" Type="http://schemas.openxmlformats.org/officeDocument/2006/relationships/slideLayout" Target="../slideLayouts/slideLayout7.xml"/><Relationship Id="rId5" Type="http://schemas.openxmlformats.org/officeDocument/2006/relationships/image" Target="../media/image36.png"/><Relationship Id="rId4" Type="http://schemas.openxmlformats.org/officeDocument/2006/relationships/customXml" Target="../ink/ink15.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customXml" Target="../ink/ink16.xml"/><Relationship Id="rId1" Type="http://schemas.openxmlformats.org/officeDocument/2006/relationships/slideLayout" Target="../slideLayouts/slideLayout7.xml"/></Relationships>
</file>

<file path=ppt/slides/_rels/slide72.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customXml" Target="../ink/ink17.xml"/><Relationship Id="rId1" Type="http://schemas.openxmlformats.org/officeDocument/2006/relationships/slideLayout" Target="../slideLayouts/slideLayout7.xml"/></Relationships>
</file>

<file path=ppt/slides/_rels/slide73.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customXml" Target="../ink/ink18.xml"/><Relationship Id="rId1" Type="http://schemas.openxmlformats.org/officeDocument/2006/relationships/slideLayout" Target="../slideLayouts/slideLayout7.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4.xml.rels><?xml version="1.0" encoding="UTF-8" standalone="yes"?>
<Relationships xmlns="http://schemas.openxmlformats.org/package/2006/relationships"><Relationship Id="rId2" Type="http://schemas.openxmlformats.org/officeDocument/2006/relationships/image" Target="../media/image36.gif"/><Relationship Id="rId1" Type="http://schemas.openxmlformats.org/officeDocument/2006/relationships/slideLayout" Target="../slideLayouts/slideLayout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CA0691B0-CEC6-481E-939D-D8810FDC170D}"/>
              </a:ext>
            </a:extLst>
          </p:cNvPr>
          <p:cNvSpPr>
            <a:spLocks noGrp="1"/>
          </p:cNvSpPr>
          <p:nvPr>
            <p:ph type="sldNum" sz="quarter" idx="12"/>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5182C1FB-A275-4CBE-B85C-63204551E734}" type="slidenum">
              <a:rPr kumimoji="0" lang="en-US" altLang="zh-CN" sz="1400" b="0" i="0" u="none" strike="noStrike" kern="1200" cap="none" spc="0" normalizeH="0" baseline="0" noProof="0" smtClean="0">
                <a:ln>
                  <a:noFill/>
                </a:ln>
                <a:solidFill>
                  <a:srgbClr val="000000"/>
                </a:solidFill>
                <a:effectLst/>
                <a:uLnTx/>
                <a:uFillTx/>
                <a:latin typeface="Times New Roman" panose="02020603050405020304" pitchFamily="18" charset="0"/>
                <a:ea typeface="MS PGothic" panose="020B0600070205080204" pitchFamily="34"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1</a:t>
            </a:fld>
            <a:endParaRPr kumimoji="0" lang="en-US" altLang="zh-CN" sz="1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7" name="Rectangle 6">
            <a:extLst>
              <a:ext uri="{FF2B5EF4-FFF2-40B4-BE49-F238E27FC236}">
                <a16:creationId xmlns:a16="http://schemas.microsoft.com/office/drawing/2014/main" id="{64295ADE-74FF-47AD-9C8F-165D1AECFFA2}"/>
              </a:ext>
            </a:extLst>
          </p:cNvPr>
          <p:cNvSpPr/>
          <p:nvPr/>
        </p:nvSpPr>
        <p:spPr>
          <a:xfrm>
            <a:off x="0" y="2209800"/>
            <a:ext cx="9144000" cy="3454885"/>
          </a:xfrm>
          <a:prstGeom prst="rect">
            <a:avLst/>
          </a:prstGeom>
          <a:solidFill>
            <a:sysClr val="window" lastClr="FFFFFF">
              <a:lumMod val="95000"/>
            </a:sysClr>
          </a:solidFill>
          <a:ln w="12700" cap="flat" cmpd="sng" algn="ctr">
            <a:solidFill>
              <a:srgbClr val="C00000"/>
            </a:solidFill>
            <a:prstDash val="solid"/>
            <a:miter lim="800000"/>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libri" panose="020F0502020204030204"/>
              <a:ea typeface="MS PGothic" panose="020B0600070205080204" pitchFamily="34" charset="-128"/>
              <a:cs typeface="+mn-cs"/>
            </a:endParaRPr>
          </a:p>
        </p:txBody>
      </p:sp>
      <p:sp>
        <p:nvSpPr>
          <p:cNvPr id="8" name="Rectangle 7">
            <a:extLst>
              <a:ext uri="{FF2B5EF4-FFF2-40B4-BE49-F238E27FC236}">
                <a16:creationId xmlns:a16="http://schemas.microsoft.com/office/drawing/2014/main" id="{1ACCEACF-131C-41A4-94AE-DC03953FB264}"/>
              </a:ext>
            </a:extLst>
          </p:cNvPr>
          <p:cNvSpPr/>
          <p:nvPr/>
        </p:nvSpPr>
        <p:spPr>
          <a:xfrm>
            <a:off x="8756650" y="2218752"/>
            <a:ext cx="387350" cy="3445934"/>
          </a:xfrm>
          <a:prstGeom prst="rect">
            <a:avLst/>
          </a:prstGeom>
          <a:solidFill>
            <a:srgbClr val="C00000"/>
          </a:solidFill>
          <a:ln w="12700" cap="flat" cmpd="sng" algn="ctr">
            <a:noFill/>
            <a:prstDash val="solid"/>
            <a:miter lim="800000"/>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libri" panose="020F0502020204030204"/>
              <a:ea typeface="MS PGothic" panose="020B0600070205080204" pitchFamily="34" charset="-128"/>
              <a:cs typeface="+mn-cs"/>
            </a:endParaRPr>
          </a:p>
        </p:txBody>
      </p:sp>
      <p:sp>
        <p:nvSpPr>
          <p:cNvPr id="9" name="Rectangle 8">
            <a:extLst>
              <a:ext uri="{FF2B5EF4-FFF2-40B4-BE49-F238E27FC236}">
                <a16:creationId xmlns:a16="http://schemas.microsoft.com/office/drawing/2014/main" id="{4A2A6099-E7BC-4E0E-A993-A4A0E232DA82}"/>
              </a:ext>
            </a:extLst>
          </p:cNvPr>
          <p:cNvSpPr/>
          <p:nvPr/>
        </p:nvSpPr>
        <p:spPr>
          <a:xfrm>
            <a:off x="0" y="2218752"/>
            <a:ext cx="192024" cy="3445934"/>
          </a:xfrm>
          <a:prstGeom prst="rect">
            <a:avLst/>
          </a:prstGeom>
          <a:solidFill>
            <a:srgbClr val="C00000"/>
          </a:solidFill>
          <a:ln w="12700" cap="flat" cmpd="sng" algn="ctr">
            <a:noFill/>
            <a:prstDash val="solid"/>
            <a:miter lim="800000"/>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C00000"/>
              </a:solidFill>
              <a:effectLst/>
              <a:uLnTx/>
              <a:uFillTx/>
              <a:latin typeface="Calibri" panose="020F0502020204030204"/>
              <a:ea typeface="MS PGothic" panose="020B0600070205080204" pitchFamily="34" charset="-128"/>
              <a:cs typeface="+mn-cs"/>
            </a:endParaRPr>
          </a:p>
        </p:txBody>
      </p:sp>
      <p:sp>
        <p:nvSpPr>
          <p:cNvPr id="10" name="Rectangle 9">
            <a:extLst>
              <a:ext uri="{FF2B5EF4-FFF2-40B4-BE49-F238E27FC236}">
                <a16:creationId xmlns:a16="http://schemas.microsoft.com/office/drawing/2014/main" id="{DAA7D032-226B-4118-91E6-7691DCD6E9C0}"/>
              </a:ext>
            </a:extLst>
          </p:cNvPr>
          <p:cNvSpPr/>
          <p:nvPr/>
        </p:nvSpPr>
        <p:spPr>
          <a:xfrm>
            <a:off x="188735" y="2218752"/>
            <a:ext cx="192024" cy="3445934"/>
          </a:xfrm>
          <a:prstGeom prst="rect">
            <a:avLst/>
          </a:prstGeom>
          <a:solidFill>
            <a:srgbClr val="FFC000">
              <a:lumMod val="75000"/>
            </a:srgbClr>
          </a:solidFill>
          <a:ln w="12700" cap="flat" cmpd="sng" algn="ctr">
            <a:noFill/>
            <a:prstDash val="solid"/>
            <a:miter lim="800000"/>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libri" panose="020F0502020204030204"/>
              <a:ea typeface="MS PGothic" panose="020B0600070205080204" pitchFamily="34" charset="-128"/>
              <a:cs typeface="+mn-cs"/>
            </a:endParaRPr>
          </a:p>
        </p:txBody>
      </p:sp>
      <p:sp>
        <p:nvSpPr>
          <p:cNvPr id="11" name="Rectangle 2">
            <a:extLst>
              <a:ext uri="{FF2B5EF4-FFF2-40B4-BE49-F238E27FC236}">
                <a16:creationId xmlns:a16="http://schemas.microsoft.com/office/drawing/2014/main" id="{5103DEAD-D09C-405E-8E54-66750C17923C}"/>
              </a:ext>
            </a:extLst>
          </p:cNvPr>
          <p:cNvSpPr txBox="1">
            <a:spLocks noChangeArrowheads="1"/>
          </p:cNvSpPr>
          <p:nvPr/>
        </p:nvSpPr>
        <p:spPr>
          <a:xfrm>
            <a:off x="0" y="663575"/>
            <a:ext cx="9144000" cy="1470025"/>
          </a:xfrm>
          <a:prstGeom prst="rect">
            <a:avLst/>
          </a:prstGeom>
        </p:spPr>
        <p:txBody>
          <a:bodyPr/>
          <a:lstStyle>
            <a:lvl1pPr algn="ctr" rtl="0" eaLnBrk="0" fontAlgn="base" hangingPunct="0">
              <a:spcBef>
                <a:spcPct val="0"/>
              </a:spcBef>
              <a:spcAft>
                <a:spcPct val="0"/>
              </a:spcAft>
              <a:defRPr sz="4000" b="1">
                <a:solidFill>
                  <a:schemeClr val="accent2"/>
                </a:solidFill>
                <a:latin typeface="+mj-lt"/>
                <a:ea typeface="MS PGothic" panose="020B0600070205080204" pitchFamily="34" charset="-128"/>
                <a:cs typeface="ＭＳ Ｐゴシック" charset="0"/>
              </a:defRPr>
            </a:lvl1pPr>
            <a:lvl2pPr algn="ctr" rtl="0" eaLnBrk="0" fontAlgn="base" hangingPunct="0">
              <a:spcBef>
                <a:spcPct val="0"/>
              </a:spcBef>
              <a:spcAft>
                <a:spcPct val="0"/>
              </a:spcAft>
              <a:defRPr sz="4000" b="1">
                <a:solidFill>
                  <a:schemeClr val="accent2"/>
                </a:solidFill>
                <a:latin typeface="Times New Roman" pitchFamily="18" charset="0"/>
                <a:ea typeface="MS PGothic" panose="020B0600070205080204" pitchFamily="34" charset="-128"/>
                <a:cs typeface="ＭＳ Ｐゴシック" charset="0"/>
              </a:defRPr>
            </a:lvl2pPr>
            <a:lvl3pPr algn="ctr" rtl="0" eaLnBrk="0" fontAlgn="base" hangingPunct="0">
              <a:spcBef>
                <a:spcPct val="0"/>
              </a:spcBef>
              <a:spcAft>
                <a:spcPct val="0"/>
              </a:spcAft>
              <a:defRPr sz="4000" b="1">
                <a:solidFill>
                  <a:schemeClr val="accent2"/>
                </a:solidFill>
                <a:latin typeface="Times New Roman" pitchFamily="18" charset="0"/>
                <a:ea typeface="MS PGothic" panose="020B0600070205080204" pitchFamily="34" charset="-128"/>
                <a:cs typeface="ＭＳ Ｐゴシック" charset="0"/>
              </a:defRPr>
            </a:lvl3pPr>
            <a:lvl4pPr algn="ctr" rtl="0" eaLnBrk="0" fontAlgn="base" hangingPunct="0">
              <a:spcBef>
                <a:spcPct val="0"/>
              </a:spcBef>
              <a:spcAft>
                <a:spcPct val="0"/>
              </a:spcAft>
              <a:defRPr sz="4000" b="1">
                <a:solidFill>
                  <a:schemeClr val="accent2"/>
                </a:solidFill>
                <a:latin typeface="Times New Roman" pitchFamily="18" charset="0"/>
                <a:ea typeface="MS PGothic" panose="020B0600070205080204" pitchFamily="34" charset="-128"/>
                <a:cs typeface="ＭＳ Ｐゴシック" charset="0"/>
              </a:defRPr>
            </a:lvl4pPr>
            <a:lvl5pPr algn="ctr" rtl="0" eaLnBrk="0" fontAlgn="base" hangingPunct="0">
              <a:spcBef>
                <a:spcPct val="0"/>
              </a:spcBef>
              <a:spcAft>
                <a:spcPct val="0"/>
              </a:spcAft>
              <a:defRPr sz="4000" b="1">
                <a:solidFill>
                  <a:schemeClr val="accent2"/>
                </a:solidFill>
                <a:latin typeface="Times New Roman" pitchFamily="18" charset="0"/>
                <a:ea typeface="MS PGothic" panose="020B0600070205080204" pitchFamily="34" charset="-128"/>
                <a:cs typeface="ＭＳ Ｐゴシック" charset="0"/>
              </a:defRPr>
            </a:lvl5pPr>
            <a:lvl6pPr marL="457200" algn="ctr" rtl="0" fontAlgn="base">
              <a:spcBef>
                <a:spcPct val="0"/>
              </a:spcBef>
              <a:spcAft>
                <a:spcPct val="0"/>
              </a:spcAft>
              <a:defRPr sz="4000" b="1">
                <a:solidFill>
                  <a:schemeClr val="accent2"/>
                </a:solidFill>
                <a:latin typeface="Times New Roman" pitchFamily="18" charset="0"/>
              </a:defRPr>
            </a:lvl6pPr>
            <a:lvl7pPr marL="914400" algn="ctr" rtl="0" fontAlgn="base">
              <a:spcBef>
                <a:spcPct val="0"/>
              </a:spcBef>
              <a:spcAft>
                <a:spcPct val="0"/>
              </a:spcAft>
              <a:defRPr sz="4000" b="1">
                <a:solidFill>
                  <a:schemeClr val="accent2"/>
                </a:solidFill>
                <a:latin typeface="Times New Roman" pitchFamily="18" charset="0"/>
              </a:defRPr>
            </a:lvl7pPr>
            <a:lvl8pPr marL="1371600" algn="ctr" rtl="0" fontAlgn="base">
              <a:spcBef>
                <a:spcPct val="0"/>
              </a:spcBef>
              <a:spcAft>
                <a:spcPct val="0"/>
              </a:spcAft>
              <a:defRPr sz="4000" b="1">
                <a:solidFill>
                  <a:schemeClr val="accent2"/>
                </a:solidFill>
                <a:latin typeface="Times New Roman" pitchFamily="18" charset="0"/>
              </a:defRPr>
            </a:lvl8pPr>
            <a:lvl9pPr marL="1828800" algn="ctr" rtl="0" fontAlgn="base">
              <a:spcBef>
                <a:spcPct val="0"/>
              </a:spcBef>
              <a:spcAft>
                <a:spcPct val="0"/>
              </a:spcAft>
              <a:defRPr sz="4000" b="1">
                <a:solidFill>
                  <a:schemeClr val="accent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4000" b="1" i="0" u="none" strike="noStrike" kern="0" cap="none" spc="0" normalizeH="0" baseline="0" noProof="0">
                <a:ln>
                  <a:noFill/>
                </a:ln>
                <a:solidFill>
                  <a:srgbClr val="FF0000"/>
                </a:solidFill>
                <a:effectLst/>
                <a:uLnTx/>
                <a:uFillTx/>
                <a:latin typeface="Times New Roman"/>
                <a:ea typeface="ＭＳ Ｐゴシック" charset="0"/>
                <a:cs typeface="+mj-cs"/>
              </a:rPr>
              <a:t>CPR E 281: Digital Logic</a:t>
            </a:r>
          </a:p>
        </p:txBody>
      </p:sp>
      <p:sp>
        <p:nvSpPr>
          <p:cNvPr id="12" name="Rectangle 3">
            <a:extLst>
              <a:ext uri="{FF2B5EF4-FFF2-40B4-BE49-F238E27FC236}">
                <a16:creationId xmlns:a16="http://schemas.microsoft.com/office/drawing/2014/main" id="{00D3868F-B461-4FA8-9F34-9EACAEC215AB}"/>
              </a:ext>
            </a:extLst>
          </p:cNvPr>
          <p:cNvSpPr txBox="1">
            <a:spLocks noChangeArrowheads="1"/>
          </p:cNvSpPr>
          <p:nvPr/>
        </p:nvSpPr>
        <p:spPr>
          <a:xfrm>
            <a:off x="0" y="3048000"/>
            <a:ext cx="9144000" cy="2209800"/>
          </a:xfrm>
          <a:prstGeom prst="rect">
            <a:avLst/>
          </a:prstGeom>
        </p:spPr>
        <p:txBody>
          <a:bodyPr/>
          <a:lstStyle>
            <a:lvl1pPr marL="342900" indent="-342900" algn="l" rtl="0" eaLnBrk="0" fontAlgn="base" hangingPunct="0">
              <a:spcBef>
                <a:spcPct val="20000"/>
              </a:spcBef>
              <a:spcAft>
                <a:spcPct val="0"/>
              </a:spcAft>
              <a:buChar char="•"/>
              <a:defRPr sz="2800">
                <a:solidFill>
                  <a:schemeClr val="tx1"/>
                </a:solidFill>
                <a:latin typeface="+mn-lt"/>
                <a:ea typeface="MS PGothic" panose="020B0600070205080204" pitchFamily="34" charset="-128"/>
                <a:cs typeface="ＭＳ Ｐゴシック" charset="0"/>
              </a:defRPr>
            </a:lvl1pPr>
            <a:lvl2pPr marL="742950" indent="-285750" algn="l" rtl="0" eaLnBrk="0" fontAlgn="base" hangingPunct="0">
              <a:spcBef>
                <a:spcPct val="20000"/>
              </a:spcBef>
              <a:spcAft>
                <a:spcPct val="0"/>
              </a:spcAft>
              <a:buChar char="–"/>
              <a:defRPr sz="2400">
                <a:solidFill>
                  <a:schemeClr val="tx1"/>
                </a:solidFill>
                <a:latin typeface="+mn-lt"/>
                <a:ea typeface="MS PGothic" panose="020B0600070205080204" pitchFamily="34" charset="-128"/>
              </a:defRPr>
            </a:lvl2pPr>
            <a:lvl3pPr marL="1143000" indent="-228600" algn="l" rtl="0" eaLnBrk="0" fontAlgn="base" hangingPunct="0">
              <a:spcBef>
                <a:spcPct val="20000"/>
              </a:spcBef>
              <a:spcAft>
                <a:spcPct val="0"/>
              </a:spcAft>
              <a:buChar char="•"/>
              <a:defRPr sz="2000">
                <a:solidFill>
                  <a:schemeClr val="tx1"/>
                </a:solidFill>
                <a:latin typeface="+mn-lt"/>
                <a:ea typeface="MS PGothic" panose="020B0600070205080204" pitchFamily="34" charset="-128"/>
              </a:defRPr>
            </a:lvl3pPr>
            <a:lvl4pPr marL="1600200" indent="-228600" algn="l" rtl="0" eaLnBrk="0" fontAlgn="base" hangingPunct="0">
              <a:spcBef>
                <a:spcPct val="20000"/>
              </a:spcBef>
              <a:spcAft>
                <a:spcPct val="0"/>
              </a:spcAft>
              <a:buChar char="–"/>
              <a:defRPr>
                <a:solidFill>
                  <a:schemeClr val="tx1"/>
                </a:solidFill>
                <a:latin typeface="+mn-lt"/>
                <a:ea typeface="MS PGothic" panose="020B0600070205080204" pitchFamily="34" charset="-128"/>
              </a:defRPr>
            </a:lvl4pPr>
            <a:lvl5pPr marL="2057400" indent="-228600" algn="l" rtl="0" eaLnBrk="0" fontAlgn="base" hangingPunct="0">
              <a:spcBef>
                <a:spcPct val="20000"/>
              </a:spcBef>
              <a:spcAft>
                <a:spcPct val="0"/>
              </a:spcAft>
              <a:buChar char="»"/>
              <a:defRPr>
                <a:solidFill>
                  <a:schemeClr val="tx1"/>
                </a:solidFill>
                <a:latin typeface="+mn-lt"/>
                <a:ea typeface="MS PGothic" panose="020B0600070205080204" pitchFamily="34" charset="-128"/>
              </a:defRPr>
            </a:lvl5pPr>
            <a:lvl6pPr marL="2514600" indent="-228600" algn="l" rtl="0" fontAlgn="base">
              <a:spcBef>
                <a:spcPct val="20000"/>
              </a:spcBef>
              <a:spcAft>
                <a:spcPct val="0"/>
              </a:spcAft>
              <a:buChar char="»"/>
              <a:defRPr>
                <a:solidFill>
                  <a:schemeClr val="tx1"/>
                </a:solidFill>
                <a:latin typeface="+mn-lt"/>
              </a:defRPr>
            </a:lvl6pPr>
            <a:lvl7pPr marL="2971800" indent="-228600" algn="l" rtl="0" fontAlgn="base">
              <a:spcBef>
                <a:spcPct val="20000"/>
              </a:spcBef>
              <a:spcAft>
                <a:spcPct val="0"/>
              </a:spcAft>
              <a:buChar char="»"/>
              <a:defRPr>
                <a:solidFill>
                  <a:schemeClr val="tx1"/>
                </a:solidFill>
                <a:latin typeface="+mn-lt"/>
              </a:defRPr>
            </a:lvl7pPr>
            <a:lvl8pPr marL="3429000" indent="-228600" algn="l" rtl="0" fontAlgn="base">
              <a:spcBef>
                <a:spcPct val="20000"/>
              </a:spcBef>
              <a:spcAft>
                <a:spcPct val="0"/>
              </a:spcAft>
              <a:buChar char="»"/>
              <a:defRPr>
                <a:solidFill>
                  <a:schemeClr val="tx1"/>
                </a:solidFill>
                <a:latin typeface="+mn-lt"/>
              </a:defRPr>
            </a:lvl8pPr>
            <a:lvl9pPr marL="3886200" indent="-228600" algn="l" rtl="0" fontAlgn="base">
              <a:spcBef>
                <a:spcPct val="20000"/>
              </a:spcBef>
              <a:spcAft>
                <a:spcPct val="0"/>
              </a:spcAft>
              <a:buChar char="»"/>
              <a:defRPr>
                <a:solidFill>
                  <a:schemeClr val="tx1"/>
                </a:solidFill>
                <a:latin typeface="+mn-lt"/>
              </a:defRPr>
            </a:lvl9p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3000" b="1" i="0" u="none" strike="noStrike" kern="0" cap="none" spc="0" normalizeH="0" baseline="0" noProof="0">
                <a:ln>
                  <a:noFill/>
                </a:ln>
                <a:solidFill>
                  <a:srgbClr val="000000"/>
                </a:solidFill>
                <a:effectLst/>
                <a:uLnTx/>
                <a:uFillTx/>
                <a:latin typeface="Times New Roman"/>
                <a:ea typeface="MS PGothic" panose="020B0600070205080204" pitchFamily="34" charset="-128"/>
              </a:rPr>
              <a:t>Md Maruf Ahamed</a:t>
            </a:r>
            <a:br>
              <a:rPr kumimoji="0" lang="en-US" sz="3000" b="0" i="0" u="none" strike="noStrike" kern="0" cap="none" spc="0" normalizeH="0" baseline="0" noProof="0">
                <a:ln>
                  <a:noFill/>
                </a:ln>
                <a:solidFill>
                  <a:srgbClr val="000000"/>
                </a:solidFill>
                <a:effectLst/>
                <a:uLnTx/>
                <a:uFillTx/>
                <a:latin typeface="Times New Roman"/>
                <a:ea typeface="MS PGothic" panose="020B0600070205080204" pitchFamily="34" charset="-128"/>
              </a:rPr>
            </a:br>
            <a:r>
              <a:rPr kumimoji="0" lang="en-US" sz="3000" b="0" i="0" u="none" strike="noStrike" kern="0" cap="none" spc="0" normalizeH="0" baseline="0" noProof="0">
                <a:ln>
                  <a:noFill/>
                </a:ln>
                <a:solidFill>
                  <a:srgbClr val="000000"/>
                </a:solidFill>
                <a:effectLst/>
                <a:uLnTx/>
                <a:uFillTx/>
                <a:latin typeface="Times New Roman"/>
                <a:ea typeface="MS PGothic" panose="020B0600070205080204" pitchFamily="34" charset="-128"/>
              </a:rPr>
              <a:t>Office: 307 Durham Center</a:t>
            </a:r>
            <a:br>
              <a:rPr kumimoji="0" lang="en-US" sz="3000" b="0" i="0" u="none" strike="noStrike" kern="0" cap="none" spc="0" normalizeH="0" baseline="0" noProof="0">
                <a:ln>
                  <a:noFill/>
                </a:ln>
                <a:solidFill>
                  <a:srgbClr val="000000"/>
                </a:solidFill>
                <a:effectLst/>
                <a:uLnTx/>
                <a:uFillTx/>
                <a:latin typeface="Times New Roman"/>
                <a:ea typeface="MS PGothic" panose="020B0600070205080204" pitchFamily="34" charset="-128"/>
              </a:rPr>
            </a:br>
            <a:r>
              <a:rPr kumimoji="0" lang="en-US" sz="3000" b="0" i="0" u="none" strike="noStrike" kern="0" cap="none" spc="0" normalizeH="0" baseline="0" noProof="0">
                <a:ln>
                  <a:noFill/>
                </a:ln>
                <a:solidFill>
                  <a:srgbClr val="000000"/>
                </a:solidFill>
                <a:effectLst/>
                <a:uLnTx/>
                <a:uFillTx/>
                <a:latin typeface="Times New Roman"/>
                <a:ea typeface="MS PGothic" panose="020B0600070205080204" pitchFamily="34" charset="-128"/>
              </a:rPr>
              <a:t>Phone: (515) 294-6323</a:t>
            </a:r>
            <a:br>
              <a:rPr kumimoji="0" lang="en-US" sz="3000" b="0" i="0" u="none" strike="noStrike" kern="0" cap="none" spc="0" normalizeH="0" baseline="0" noProof="0">
                <a:ln>
                  <a:noFill/>
                </a:ln>
                <a:solidFill>
                  <a:srgbClr val="000000"/>
                </a:solidFill>
                <a:effectLst/>
                <a:uLnTx/>
                <a:uFillTx/>
                <a:latin typeface="Times New Roman"/>
                <a:ea typeface="MS PGothic" panose="020B0600070205080204" pitchFamily="34" charset="-128"/>
              </a:rPr>
            </a:br>
            <a:r>
              <a:rPr kumimoji="0" lang="en-US" sz="3000" b="0" i="0" u="none" strike="noStrike" kern="0" cap="none" spc="0" normalizeH="0" baseline="0" noProof="0">
                <a:ln>
                  <a:noFill/>
                </a:ln>
                <a:solidFill>
                  <a:srgbClr val="000000"/>
                </a:solidFill>
                <a:effectLst/>
                <a:uLnTx/>
                <a:uFillTx/>
                <a:latin typeface="Times New Roman"/>
                <a:ea typeface="MS PGothic" panose="020B0600070205080204" pitchFamily="34" charset="-128"/>
              </a:rPr>
              <a:t>Email: </a:t>
            </a:r>
            <a:r>
              <a:rPr kumimoji="0" lang="en-US" sz="3000" b="0" i="0" u="none" strike="noStrike" kern="0" cap="none" spc="0" normalizeH="0" baseline="0" noProof="0">
                <a:ln>
                  <a:noFill/>
                </a:ln>
                <a:solidFill>
                  <a:srgbClr val="0070C0"/>
                </a:solidFill>
                <a:effectLst/>
                <a:uLnTx/>
                <a:uFillTx/>
                <a:latin typeface="Times New Roman"/>
                <a:ea typeface="MS PGothic" panose="020B0600070205080204" pitchFamily="34" charset="-128"/>
                <a:hlinkClick r:id="rId2">
                  <a:extLst>
                    <a:ext uri="{A12FA001-AC4F-418D-AE19-62706E023703}">
                      <ahyp:hlinkClr xmlns:ahyp="http://schemas.microsoft.com/office/drawing/2018/hyperlinkcolor" val="tx"/>
                    </a:ext>
                  </a:extLst>
                </a:hlinkClick>
              </a:rPr>
              <a:t>maruf@iastate.edu</a:t>
            </a:r>
            <a:endParaRPr kumimoji="0" lang="en-US" sz="3000" b="0" i="0" u="none" strike="noStrike" kern="0" cap="none" spc="0" normalizeH="0" baseline="0" noProof="0">
              <a:ln>
                <a:noFill/>
              </a:ln>
              <a:solidFill>
                <a:srgbClr val="0070C0"/>
              </a:solidFill>
              <a:effectLst/>
              <a:uLnTx/>
              <a:uFillTx/>
              <a:latin typeface="Times New Roman"/>
              <a:ea typeface="MS PGothic" panose="020B0600070205080204" pitchFamily="34" charset="-128"/>
            </a:endParaRPr>
          </a:p>
        </p:txBody>
      </p:sp>
    </p:spTree>
    <p:extLst>
      <p:ext uri="{BB962C8B-B14F-4D97-AF65-F5344CB8AC3E}">
        <p14:creationId xmlns:p14="http://schemas.microsoft.com/office/powerpoint/2010/main" val="2043611692"/>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4" name="Rectangle 2">
            <a:extLst>
              <a:ext uri="{FF2B5EF4-FFF2-40B4-BE49-F238E27FC236}">
                <a16:creationId xmlns:a16="http://schemas.microsoft.com/office/drawing/2014/main" id="{80F84150-23C2-2B4E-9AF3-3C96FE96EDE8}"/>
              </a:ext>
            </a:extLst>
          </p:cNvPr>
          <p:cNvSpPr>
            <a:spLocks noGrp="1" noChangeArrowheads="1"/>
          </p:cNvSpPr>
          <p:nvPr>
            <p:ph type="title"/>
          </p:nvPr>
        </p:nvSpPr>
        <p:spPr>
          <a:xfrm>
            <a:off x="228600" y="76200"/>
            <a:ext cx="8686800" cy="457200"/>
          </a:xfrm>
        </p:spPr>
        <p:txBody>
          <a:bodyPr/>
          <a:lstStyle/>
          <a:p>
            <a:pPr eaLnBrk="1" hangingPunct="1">
              <a:defRPr/>
            </a:pPr>
            <a:r>
              <a:rPr lang="en-US" sz="3600">
                <a:solidFill>
                  <a:srgbClr val="FF0000"/>
                </a:solidFill>
                <a:ea typeface="+mj-ea"/>
                <a:cs typeface="+mj-cs"/>
              </a:rPr>
              <a:t>Administrative Stuff</a:t>
            </a:r>
          </a:p>
        </p:txBody>
      </p:sp>
      <p:sp>
        <p:nvSpPr>
          <p:cNvPr id="207875" name="Rectangle 3">
            <a:extLst>
              <a:ext uri="{FF2B5EF4-FFF2-40B4-BE49-F238E27FC236}">
                <a16:creationId xmlns:a16="http://schemas.microsoft.com/office/drawing/2014/main" id="{D583FDE5-0A59-BD41-A182-AC71C16B0812}"/>
              </a:ext>
            </a:extLst>
          </p:cNvPr>
          <p:cNvSpPr>
            <a:spLocks noGrp="1" noChangeArrowheads="1"/>
          </p:cNvSpPr>
          <p:nvPr>
            <p:ph type="body" idx="1"/>
          </p:nvPr>
        </p:nvSpPr>
        <p:spPr>
          <a:xfrm>
            <a:off x="76200" y="609600"/>
            <a:ext cx="8991600" cy="5791200"/>
          </a:xfrm>
        </p:spPr>
        <p:txBody>
          <a:bodyPr/>
          <a:lstStyle/>
          <a:p>
            <a:pPr marL="320040" lvl="1" indent="-320040" eaLnBrk="1" hangingPunct="1">
              <a:spcBef>
                <a:spcPts val="400"/>
              </a:spcBef>
              <a:spcAft>
                <a:spcPts val="600"/>
              </a:spcAft>
              <a:defRPr/>
            </a:pPr>
            <a:r>
              <a:rPr lang="en-US" sz="3000" dirty="0">
                <a:solidFill>
                  <a:schemeClr val="accent2"/>
                </a:solidFill>
              </a:rPr>
              <a:t>Homework: </a:t>
            </a:r>
            <a:r>
              <a:rPr lang="en-US" sz="3000" dirty="0"/>
              <a:t>HW#10 due on Sunday @ 11:59 PM</a:t>
            </a:r>
          </a:p>
          <a:p>
            <a:pPr marL="320040" lvl="1" indent="-320040" eaLnBrk="1" hangingPunct="1">
              <a:spcBef>
                <a:spcPts val="400"/>
              </a:spcBef>
              <a:spcAft>
                <a:spcPts val="600"/>
              </a:spcAft>
              <a:defRPr/>
            </a:pPr>
            <a:r>
              <a:rPr lang="en-US" sz="3000" dirty="0">
                <a:solidFill>
                  <a:schemeClr val="accent2"/>
                </a:solidFill>
              </a:rPr>
              <a:t>Quiz: </a:t>
            </a:r>
            <a:r>
              <a:rPr lang="en-US" sz="3000" dirty="0"/>
              <a:t>Quiz #11 due on Friday @ 4:25 PM</a:t>
            </a:r>
          </a:p>
          <a:p>
            <a:pPr marL="320040" lvl="1" indent="-320040" eaLnBrk="1" hangingPunct="1">
              <a:spcBef>
                <a:spcPts val="400"/>
              </a:spcBef>
              <a:spcAft>
                <a:spcPts val="600"/>
              </a:spcAft>
              <a:defRPr/>
            </a:pPr>
            <a:r>
              <a:rPr lang="en-US" sz="3000" dirty="0">
                <a:solidFill>
                  <a:schemeClr val="accent2"/>
                </a:solidFill>
              </a:rPr>
              <a:t>Recitation: </a:t>
            </a:r>
            <a:r>
              <a:rPr lang="en-US" sz="3000" dirty="0"/>
              <a:t>Recitation 11 this week</a:t>
            </a:r>
          </a:p>
          <a:p>
            <a:pPr marL="320040" lvl="1" indent="-320040" eaLnBrk="1" hangingPunct="1">
              <a:spcBef>
                <a:spcPts val="400"/>
              </a:spcBef>
              <a:spcAft>
                <a:spcPts val="600"/>
              </a:spcAft>
              <a:defRPr/>
            </a:pPr>
            <a:r>
              <a:rPr lang="en-US" sz="3000" dirty="0">
                <a:solidFill>
                  <a:schemeClr val="accent2"/>
                </a:solidFill>
              </a:rPr>
              <a:t>Lab: </a:t>
            </a:r>
            <a:r>
              <a:rPr lang="en-US" sz="3000" dirty="0"/>
              <a:t>Lab 11 this week</a:t>
            </a:r>
          </a:p>
          <a:p>
            <a:pPr marL="320040" lvl="1" indent="-320040" eaLnBrk="1" hangingPunct="1">
              <a:spcBef>
                <a:spcPts val="400"/>
              </a:spcBef>
              <a:spcAft>
                <a:spcPts val="600"/>
              </a:spcAft>
              <a:defRPr/>
            </a:pPr>
            <a:r>
              <a:rPr lang="en-US" sz="3000" dirty="0">
                <a:solidFill>
                  <a:srgbClr val="0000FF"/>
                </a:solidFill>
              </a:rPr>
              <a:t>Lecture-33 Readings: </a:t>
            </a:r>
            <a:r>
              <a:rPr lang="en-US" sz="3000" dirty="0"/>
              <a:t>6.9</a:t>
            </a:r>
          </a:p>
        </p:txBody>
      </p:sp>
      <p:sp>
        <p:nvSpPr>
          <p:cNvPr id="2" name="Slide Number Placeholder 1">
            <a:extLst>
              <a:ext uri="{FF2B5EF4-FFF2-40B4-BE49-F238E27FC236}">
                <a16:creationId xmlns:a16="http://schemas.microsoft.com/office/drawing/2014/main" id="{27480B98-CB43-4109-9B52-91BC90F2543E}"/>
              </a:ext>
            </a:extLst>
          </p:cNvPr>
          <p:cNvSpPr>
            <a:spLocks noGrp="1"/>
          </p:cNvSpPr>
          <p:nvPr>
            <p:ph type="sldNum" sz="quarter" idx="12"/>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F97619F1-5350-4307-9409-443BD1067667}" type="slidenum">
              <a:rPr kumimoji="0" lang="en-US" altLang="zh-CN" sz="1400" b="0" i="0" u="none" strike="noStrike" kern="1200" cap="none" spc="0" normalizeH="0" baseline="0" noProof="0" smtClean="0">
                <a:ln>
                  <a:noFill/>
                </a:ln>
                <a:solidFill>
                  <a:srgbClr val="000000"/>
                </a:solidFill>
                <a:effectLst/>
                <a:uLnTx/>
                <a:uFillTx/>
                <a:latin typeface="Times New Roman" panose="02020603050405020304" pitchFamily="18" charset="0"/>
                <a:ea typeface="MS PGothic" panose="020B0600070205080204" pitchFamily="34"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a:t>
            </a:fld>
            <a:endParaRPr kumimoji="0" lang="en-US" altLang="zh-CN" sz="1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Tree>
    <p:extLst>
      <p:ext uri="{BB962C8B-B14F-4D97-AF65-F5344CB8AC3E}">
        <p14:creationId xmlns:p14="http://schemas.microsoft.com/office/powerpoint/2010/main" val="186528156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49FC2C7-9EDE-4430-A34B-E779489E72BD}"/>
              </a:ext>
            </a:extLst>
          </p:cNvPr>
          <p:cNvSpPr>
            <a:spLocks noGrp="1"/>
          </p:cNvSpPr>
          <p:nvPr>
            <p:ph type="title"/>
          </p:nvPr>
        </p:nvSpPr>
        <p:spPr/>
        <p:txBody>
          <a:bodyPr/>
          <a:lstStyle/>
          <a:p>
            <a:r>
              <a:rPr lang="en-US" sz="3600" dirty="0">
                <a:ea typeface="+mj-ea"/>
                <a:cs typeface="+mj-cs"/>
              </a:rPr>
              <a:t>32-Designing a Counter </a:t>
            </a:r>
          </a:p>
        </p:txBody>
      </p:sp>
      <p:sp>
        <p:nvSpPr>
          <p:cNvPr id="3" name="Slide Number Placeholder 2">
            <a:extLst>
              <a:ext uri="{FF2B5EF4-FFF2-40B4-BE49-F238E27FC236}">
                <a16:creationId xmlns:a16="http://schemas.microsoft.com/office/drawing/2014/main" id="{CF09B821-ABB0-4BC8-AF04-34B658E1766D}"/>
              </a:ext>
            </a:extLst>
          </p:cNvPr>
          <p:cNvSpPr>
            <a:spLocks noGrp="1"/>
          </p:cNvSpPr>
          <p:nvPr>
            <p:ph type="sldNum" sz="quarter" idx="12"/>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A97966BF-D65F-4E28-A407-653B2DF03F01}" type="slidenum">
              <a:rPr kumimoji="0" lang="en-US" altLang="zh-CN" sz="1400" b="0" i="0" u="none" strike="noStrike" kern="1200" cap="none" spc="0" normalizeH="0" baseline="0" noProof="0" smtClean="0">
                <a:ln>
                  <a:noFill/>
                </a:ln>
                <a:solidFill>
                  <a:srgbClr val="000000"/>
                </a:solidFill>
                <a:effectLst/>
                <a:uLnTx/>
                <a:uFillTx/>
                <a:latin typeface="Times New Roman" panose="02020603050405020304" pitchFamily="18" charset="0"/>
                <a:ea typeface="MS PGothic" panose="020B0600070205080204" pitchFamily="34"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3</a:t>
            </a:fld>
            <a:endParaRPr kumimoji="0" lang="en-US" altLang="zh-CN" sz="1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4" name="Rectangle 3">
            <a:extLst>
              <a:ext uri="{FF2B5EF4-FFF2-40B4-BE49-F238E27FC236}">
                <a16:creationId xmlns:a16="http://schemas.microsoft.com/office/drawing/2014/main" id="{CA5AE38B-8B29-4CFD-8DC4-49E537DD3855}"/>
              </a:ext>
            </a:extLst>
          </p:cNvPr>
          <p:cNvSpPr txBox="1">
            <a:spLocks noChangeArrowheads="1"/>
          </p:cNvSpPr>
          <p:nvPr/>
        </p:nvSpPr>
        <p:spPr>
          <a:xfrm>
            <a:off x="76200" y="685800"/>
            <a:ext cx="8991600" cy="5589271"/>
          </a:xfrm>
          <a:prstGeom prst="rect">
            <a:avLst/>
          </a:prstGeom>
        </p:spPr>
        <p:txBody>
          <a:bodyPr/>
          <a:lstStyle>
            <a:lvl1pPr marL="342900" indent="-342900" algn="l" rtl="0" eaLnBrk="0" fontAlgn="base" hangingPunct="0">
              <a:spcBef>
                <a:spcPct val="20000"/>
              </a:spcBef>
              <a:spcAft>
                <a:spcPct val="0"/>
              </a:spcAft>
              <a:buChar char="•"/>
              <a:defRPr sz="2800">
                <a:solidFill>
                  <a:schemeClr val="tx1"/>
                </a:solidFill>
                <a:latin typeface="+mn-lt"/>
                <a:ea typeface="MS PGothic" panose="020B0600070205080204" pitchFamily="34" charset="-128"/>
                <a:cs typeface="ＭＳ Ｐゴシック" charset="0"/>
              </a:defRPr>
            </a:lvl1pPr>
            <a:lvl2pPr marL="742950" indent="-285750" algn="l" rtl="0" eaLnBrk="0" fontAlgn="base" hangingPunct="0">
              <a:spcBef>
                <a:spcPct val="20000"/>
              </a:spcBef>
              <a:spcAft>
                <a:spcPct val="0"/>
              </a:spcAft>
              <a:buChar char="–"/>
              <a:defRPr sz="2400">
                <a:solidFill>
                  <a:schemeClr val="tx1"/>
                </a:solidFill>
                <a:latin typeface="+mn-lt"/>
                <a:ea typeface="MS PGothic" panose="020B0600070205080204" pitchFamily="34" charset="-128"/>
              </a:defRPr>
            </a:lvl2pPr>
            <a:lvl3pPr marL="1143000" indent="-228600" algn="l" rtl="0" eaLnBrk="0" fontAlgn="base" hangingPunct="0">
              <a:spcBef>
                <a:spcPct val="20000"/>
              </a:spcBef>
              <a:spcAft>
                <a:spcPct val="0"/>
              </a:spcAft>
              <a:buChar char="•"/>
              <a:defRPr sz="2000">
                <a:solidFill>
                  <a:schemeClr val="tx1"/>
                </a:solidFill>
                <a:latin typeface="+mn-lt"/>
                <a:ea typeface="MS PGothic" panose="020B0600070205080204" pitchFamily="34" charset="-128"/>
              </a:defRPr>
            </a:lvl3pPr>
            <a:lvl4pPr marL="1600200" indent="-228600" algn="l" rtl="0" eaLnBrk="0" fontAlgn="base" hangingPunct="0">
              <a:spcBef>
                <a:spcPct val="20000"/>
              </a:spcBef>
              <a:spcAft>
                <a:spcPct val="0"/>
              </a:spcAft>
              <a:buChar char="–"/>
              <a:defRPr>
                <a:solidFill>
                  <a:schemeClr val="tx1"/>
                </a:solidFill>
                <a:latin typeface="+mn-lt"/>
                <a:ea typeface="MS PGothic" panose="020B0600070205080204" pitchFamily="34" charset="-128"/>
              </a:defRPr>
            </a:lvl4pPr>
            <a:lvl5pPr marL="2057400" indent="-228600" algn="l" rtl="0" eaLnBrk="0" fontAlgn="base" hangingPunct="0">
              <a:spcBef>
                <a:spcPct val="20000"/>
              </a:spcBef>
              <a:spcAft>
                <a:spcPct val="0"/>
              </a:spcAft>
              <a:buChar char="»"/>
              <a:defRPr>
                <a:solidFill>
                  <a:schemeClr val="tx1"/>
                </a:solidFill>
                <a:latin typeface="+mn-lt"/>
                <a:ea typeface="MS PGothic" panose="020B0600070205080204" pitchFamily="34" charset="-128"/>
              </a:defRPr>
            </a:lvl5pPr>
            <a:lvl6pPr marL="2514600" indent="-228600" algn="l" rtl="0" fontAlgn="base">
              <a:spcBef>
                <a:spcPct val="20000"/>
              </a:spcBef>
              <a:spcAft>
                <a:spcPct val="0"/>
              </a:spcAft>
              <a:buChar char="»"/>
              <a:defRPr>
                <a:solidFill>
                  <a:schemeClr val="tx1"/>
                </a:solidFill>
                <a:latin typeface="+mn-lt"/>
              </a:defRPr>
            </a:lvl6pPr>
            <a:lvl7pPr marL="2971800" indent="-228600" algn="l" rtl="0" fontAlgn="base">
              <a:spcBef>
                <a:spcPct val="20000"/>
              </a:spcBef>
              <a:spcAft>
                <a:spcPct val="0"/>
              </a:spcAft>
              <a:buChar char="»"/>
              <a:defRPr>
                <a:solidFill>
                  <a:schemeClr val="tx1"/>
                </a:solidFill>
                <a:latin typeface="+mn-lt"/>
              </a:defRPr>
            </a:lvl7pPr>
            <a:lvl8pPr marL="3429000" indent="-228600" algn="l" rtl="0" fontAlgn="base">
              <a:spcBef>
                <a:spcPct val="20000"/>
              </a:spcBef>
              <a:spcAft>
                <a:spcPct val="0"/>
              </a:spcAft>
              <a:buChar char="»"/>
              <a:defRPr>
                <a:solidFill>
                  <a:schemeClr val="tx1"/>
                </a:solidFill>
                <a:latin typeface="+mn-lt"/>
              </a:defRPr>
            </a:lvl8pPr>
            <a:lvl9pPr marL="3886200" indent="-228600" algn="l" rtl="0" fontAlgn="base">
              <a:spcBef>
                <a:spcPct val="20000"/>
              </a:spcBef>
              <a:spcAft>
                <a:spcPct val="0"/>
              </a:spcAft>
              <a:buChar char="»"/>
              <a:defRPr>
                <a:solidFill>
                  <a:schemeClr val="tx1"/>
                </a:solidFill>
                <a:latin typeface="+mn-lt"/>
              </a:defRPr>
            </a:lvl9pPr>
          </a:lstStyle>
          <a:p>
            <a:pPr lvl="1" algn="just" eaLnBrk="1" hangingPunct="1">
              <a:defRPr/>
            </a:pPr>
            <a:r>
              <a:rPr lang="en-US" sz="3000" b="1" kern="0" dirty="0">
                <a:solidFill>
                  <a:srgbClr val="000000"/>
                </a:solidFill>
              </a:rPr>
              <a:t>Implement a modulo-8 counter Using D-Type Flip-Flops</a:t>
            </a:r>
          </a:p>
          <a:p>
            <a:pPr lvl="1" algn="just" eaLnBrk="1" hangingPunct="1">
              <a:defRPr/>
            </a:pPr>
            <a:r>
              <a:rPr lang="en-US" sz="3000" b="1" kern="0" dirty="0">
                <a:solidFill>
                  <a:srgbClr val="000000"/>
                </a:solidFill>
              </a:rPr>
              <a:t>Implement a modulo-8 counter Using JK-Type Flip-Flops</a:t>
            </a:r>
          </a:p>
          <a:p>
            <a:pPr lvl="1" algn="just" eaLnBrk="1" hangingPunct="1">
              <a:defRPr/>
            </a:pPr>
            <a:endParaRPr lang="en-US" sz="3000" b="1" kern="0" dirty="0">
              <a:solidFill>
                <a:srgbClr val="000000"/>
              </a:solidFill>
            </a:endParaRPr>
          </a:p>
          <a:p>
            <a:pPr marL="457200" lvl="1" indent="0" algn="just" eaLnBrk="1" hangingPunct="1">
              <a:buNone/>
              <a:defRPr/>
            </a:pPr>
            <a:br>
              <a:rPr lang="en-US" sz="3000" b="1" kern="0" dirty="0">
                <a:solidFill>
                  <a:srgbClr val="000000"/>
                </a:solidFill>
              </a:rPr>
            </a:br>
            <a:endParaRPr lang="en-US" sz="3000" b="1" kern="0" dirty="0">
              <a:solidFill>
                <a:srgbClr val="000000"/>
              </a:solidFill>
            </a:endParaRPr>
          </a:p>
        </p:txBody>
      </p:sp>
    </p:spTree>
    <p:extLst>
      <p:ext uri="{BB962C8B-B14F-4D97-AF65-F5344CB8AC3E}">
        <p14:creationId xmlns:p14="http://schemas.microsoft.com/office/powerpoint/2010/main" val="367810319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1" name="Rectangle 3">
            <a:extLst>
              <a:ext uri="{FF2B5EF4-FFF2-40B4-BE49-F238E27FC236}">
                <a16:creationId xmlns:a16="http://schemas.microsoft.com/office/drawing/2014/main" id="{8D84EEC1-BFE5-4883-BCE6-33AC837527C1}"/>
              </a:ext>
            </a:extLst>
          </p:cNvPr>
          <p:cNvSpPr>
            <a:spLocks noChangeArrowheads="1"/>
          </p:cNvSpPr>
          <p:nvPr/>
        </p:nvSpPr>
        <p:spPr bwMode="auto">
          <a:xfrm>
            <a:off x="-76200" y="381000"/>
            <a:ext cx="9144000" cy="5218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effectLst/>
                <a:uLnTx/>
                <a:uFillTx/>
                <a:latin typeface="Arial" panose="020B0604020202020204" pitchFamily="34" charset="0"/>
                <a:ea typeface="MS PGothic" panose="020B0600070205080204" pitchFamily="34" charset="-128"/>
                <a:cs typeface="+mn-cs"/>
              </a:rPr>
              <a:t>State Minimization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effectLst/>
                <a:uLnTx/>
                <a:uFillTx/>
                <a:latin typeface="Arial" panose="020B0604020202020204" pitchFamily="34" charset="0"/>
                <a:ea typeface="MS PGothic" panose="020B0600070205080204" pitchFamily="34" charset="-128"/>
                <a:cs typeface="+mn-cs"/>
              </a:rPr>
              <a:t>Readings 6.6</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63E9F69-6493-44DB-855C-69909B6F8885}"/>
              </a:ext>
            </a:extLst>
          </p:cNvPr>
          <p:cNvSpPr>
            <a:spLocks noGrp="1"/>
          </p:cNvSpPr>
          <p:nvPr>
            <p:ph type="title"/>
          </p:nvPr>
        </p:nvSpPr>
        <p:spPr/>
        <p:txBody>
          <a:bodyPr/>
          <a:lstStyle/>
          <a:p>
            <a:r>
              <a:rPr lang="en-US"/>
              <a:t>Partition</a:t>
            </a:r>
          </a:p>
        </p:txBody>
      </p:sp>
      <p:sp>
        <p:nvSpPr>
          <p:cNvPr id="3" name="Slide Number Placeholder 2">
            <a:extLst>
              <a:ext uri="{FF2B5EF4-FFF2-40B4-BE49-F238E27FC236}">
                <a16:creationId xmlns:a16="http://schemas.microsoft.com/office/drawing/2014/main" id="{741A018B-D7ED-477C-B584-6C05727ABAE5}"/>
              </a:ext>
            </a:extLst>
          </p:cNvPr>
          <p:cNvSpPr>
            <a:spLocks noGrp="1"/>
          </p:cNvSpPr>
          <p:nvPr>
            <p:ph type="sldNum" sz="quarter" idx="12"/>
          </p:nvPr>
        </p:nvSpPr>
        <p:spPr/>
        <p:txBody>
          <a:bodyPr/>
          <a:lstStyle/>
          <a:p>
            <a:pPr>
              <a:defRPr/>
            </a:pPr>
            <a:fld id="{A97966BF-D65F-4E28-A407-653B2DF03F01}" type="slidenum">
              <a:rPr lang="en-US" altLang="zh-CN" smtClean="0"/>
              <a:pPr>
                <a:defRPr/>
              </a:pPr>
              <a:t>5</a:t>
            </a:fld>
            <a:endParaRPr lang="en-US" altLang="zh-CN"/>
          </a:p>
        </p:txBody>
      </p:sp>
      <p:sp>
        <p:nvSpPr>
          <p:cNvPr id="4" name="Rectangle 3">
            <a:extLst>
              <a:ext uri="{FF2B5EF4-FFF2-40B4-BE49-F238E27FC236}">
                <a16:creationId xmlns:a16="http://schemas.microsoft.com/office/drawing/2014/main" id="{26702C80-0749-4700-8BBB-64A0A00A3598}"/>
              </a:ext>
            </a:extLst>
          </p:cNvPr>
          <p:cNvSpPr/>
          <p:nvPr/>
        </p:nvSpPr>
        <p:spPr>
          <a:xfrm>
            <a:off x="76200" y="567690"/>
            <a:ext cx="8991600" cy="5447645"/>
          </a:xfrm>
          <a:prstGeom prst="rect">
            <a:avLst/>
          </a:prstGeom>
        </p:spPr>
        <p:txBody>
          <a:bodyPr wrap="square">
            <a:spAutoFit/>
          </a:bodyPr>
          <a:lstStyle/>
          <a:p>
            <a:pPr marL="342900" indent="-342900" algn="just">
              <a:spcBef>
                <a:spcPts val="1200"/>
              </a:spcBef>
              <a:spcAft>
                <a:spcPts val="1200"/>
              </a:spcAft>
              <a:buFont typeface="Arial" panose="020B0604020202020204" pitchFamily="34" charset="0"/>
              <a:buChar char="•"/>
            </a:pPr>
            <a:r>
              <a:rPr lang="en-US" dirty="0"/>
              <a:t>Let us assume initially that all states are equivalent; this forms the initial partition, P1, in which all states are in the same block. </a:t>
            </a:r>
          </a:p>
          <a:p>
            <a:pPr marL="342900" indent="-342900" algn="just">
              <a:spcBef>
                <a:spcPts val="1200"/>
              </a:spcBef>
              <a:spcAft>
                <a:spcPts val="1200"/>
              </a:spcAft>
              <a:buFont typeface="Arial" panose="020B0604020202020204" pitchFamily="34" charset="0"/>
              <a:buChar char="•"/>
            </a:pPr>
            <a:r>
              <a:rPr lang="en-US" dirty="0"/>
              <a:t>As the next step, we will form the partition P2 in which the set of states is partitioned into blocks such that the states in each block generate the same output values. Obviously, the states that generate different outputs cannot possibly be equivalent. </a:t>
            </a:r>
          </a:p>
          <a:p>
            <a:pPr marL="342900" indent="-342900" algn="just">
              <a:spcBef>
                <a:spcPts val="1200"/>
              </a:spcBef>
              <a:spcAft>
                <a:spcPts val="1200"/>
              </a:spcAft>
              <a:buFont typeface="Arial" panose="020B0604020202020204" pitchFamily="34" charset="0"/>
              <a:buChar char="•"/>
            </a:pPr>
            <a:r>
              <a:rPr lang="en-US" dirty="0"/>
              <a:t>Then we will continue to form new partitions by testing whether the k-successors of the states in each block are contained in one block. Those states whose k-successors are in different blocks cannot be in one block. Thus new blocks are formed in each new partition. </a:t>
            </a:r>
          </a:p>
          <a:p>
            <a:pPr marL="342900" indent="-342900" algn="just">
              <a:spcBef>
                <a:spcPts val="1200"/>
              </a:spcBef>
              <a:spcAft>
                <a:spcPts val="1200"/>
              </a:spcAft>
              <a:buFont typeface="Arial" panose="020B0604020202020204" pitchFamily="34" charset="0"/>
              <a:buChar char="•"/>
            </a:pPr>
            <a:r>
              <a:rPr lang="en-US" b="1" dirty="0"/>
              <a:t>The process ends when a new partition is the same as the previous partition</a:t>
            </a:r>
            <a:r>
              <a:rPr lang="en-US" dirty="0"/>
              <a:t>. Then all states in any one block are equivalent.</a:t>
            </a:r>
          </a:p>
        </p:txBody>
      </p:sp>
    </p:spTree>
    <p:extLst>
      <p:ext uri="{BB962C8B-B14F-4D97-AF65-F5344CB8AC3E}">
        <p14:creationId xmlns:p14="http://schemas.microsoft.com/office/powerpoint/2010/main" val="3112396710"/>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2" name="Rectangle 2">
            <a:extLst>
              <a:ext uri="{FF2B5EF4-FFF2-40B4-BE49-F238E27FC236}">
                <a16:creationId xmlns:a16="http://schemas.microsoft.com/office/drawing/2014/main" id="{38C84945-6C53-C64B-9773-AC3CFBDF4463}"/>
              </a:ext>
            </a:extLst>
          </p:cNvPr>
          <p:cNvSpPr>
            <a:spLocks noGrp="1" noChangeArrowheads="1"/>
          </p:cNvSpPr>
          <p:nvPr>
            <p:ph type="title"/>
          </p:nvPr>
        </p:nvSpPr>
        <p:spPr>
          <a:xfrm>
            <a:off x="0" y="0"/>
            <a:ext cx="9144000" cy="990600"/>
          </a:xfrm>
        </p:spPr>
        <p:txBody>
          <a:bodyPr/>
          <a:lstStyle/>
          <a:p>
            <a:pPr eaLnBrk="1" hangingPunct="1">
              <a:defRPr/>
            </a:pPr>
            <a:r>
              <a:rPr lang="en-US">
                <a:ea typeface="+mj-ea"/>
                <a:cs typeface="+mj-cs"/>
              </a:rPr>
              <a:t>Vending Machine Example</a:t>
            </a:r>
          </a:p>
        </p:txBody>
      </p:sp>
      <p:sp>
        <p:nvSpPr>
          <p:cNvPr id="57346" name="Rectangle 2">
            <a:extLst>
              <a:ext uri="{FF2B5EF4-FFF2-40B4-BE49-F238E27FC236}">
                <a16:creationId xmlns:a16="http://schemas.microsoft.com/office/drawing/2014/main" id="{22EE7766-38A2-4763-8FE9-6763BCFD6144}"/>
              </a:ext>
            </a:extLst>
          </p:cNvPr>
          <p:cNvSpPr txBox="1">
            <a:spLocks noChangeArrowheads="1"/>
          </p:cNvSpPr>
          <p:nvPr/>
        </p:nvSpPr>
        <p:spPr bwMode="auto">
          <a:xfrm>
            <a:off x="304800" y="1219200"/>
            <a:ext cx="8534400" cy="3429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457200" indent="-457200">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457200" marR="0" lvl="0" indent="-457200" algn="l" defTabSz="914400" rtl="0" eaLnBrk="1" fontAlgn="base" latinLnBrk="0" hangingPunct="1">
              <a:lnSpc>
                <a:spcPct val="100000"/>
              </a:lnSpc>
              <a:spcBef>
                <a:spcPct val="0"/>
              </a:spcBef>
              <a:spcAft>
                <a:spcPct val="0"/>
              </a:spcAft>
              <a:buClrTx/>
              <a:buSzTx/>
              <a:buFontTx/>
              <a:buChar char="•"/>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endParaRPr>
          </a:p>
          <a:p>
            <a:pPr marL="457200" marR="0" lvl="0" indent="-457200" algn="l" defTabSz="914400" rtl="0" eaLnBrk="1" fontAlgn="base" latinLnBrk="0" hangingPunct="1">
              <a:lnSpc>
                <a:spcPct val="100000"/>
              </a:lnSpc>
              <a:spcBef>
                <a:spcPct val="0"/>
              </a:spcBef>
              <a:spcAft>
                <a:spcPct val="0"/>
              </a:spcAft>
              <a:buClrTx/>
              <a:buSzTx/>
              <a:buFontTx/>
              <a:buChar char="•"/>
              <a:tabLst/>
              <a:defRPr/>
            </a:pPr>
            <a:r>
              <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The machine accepts </a:t>
            </a:r>
            <a:r>
              <a:rPr kumimoji="0" lang="en-US" altLang="en-US" sz="24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nickels </a:t>
            </a:r>
            <a:r>
              <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and </a:t>
            </a:r>
            <a:r>
              <a:rPr kumimoji="0" lang="en-US" altLang="en-US" sz="24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dimes</a:t>
            </a:r>
          </a:p>
          <a:p>
            <a:pPr marL="457200" marR="0" lvl="0" indent="-457200" algn="l" defTabSz="914400" rtl="0" eaLnBrk="1" fontAlgn="base" latinLnBrk="0" hangingPunct="1">
              <a:lnSpc>
                <a:spcPct val="100000"/>
              </a:lnSpc>
              <a:spcBef>
                <a:spcPct val="0"/>
              </a:spcBef>
              <a:spcAft>
                <a:spcPct val="0"/>
              </a:spcAft>
              <a:buClrTx/>
              <a:buSzTx/>
              <a:buFontTx/>
              <a:buChar char="•"/>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endParaRPr>
          </a:p>
          <a:p>
            <a:pPr marL="457200" marR="0" lvl="0" indent="-457200" algn="l" defTabSz="914400" rtl="0" eaLnBrk="1" fontAlgn="base" latinLnBrk="0" hangingPunct="1">
              <a:lnSpc>
                <a:spcPct val="100000"/>
              </a:lnSpc>
              <a:spcBef>
                <a:spcPct val="0"/>
              </a:spcBef>
              <a:spcAft>
                <a:spcPct val="0"/>
              </a:spcAft>
              <a:buClrTx/>
              <a:buSzTx/>
              <a:buFontTx/>
              <a:buChar char="•"/>
              <a:tabLst/>
              <a:defRPr/>
            </a:pPr>
            <a:r>
              <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It takes </a:t>
            </a:r>
            <a:r>
              <a:rPr kumimoji="0" lang="en-US" altLang="en-US" sz="24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mn-cs"/>
              </a:rPr>
              <a:t>15 cents for a piece of candy </a:t>
            </a:r>
            <a:r>
              <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to be released from the machine</a:t>
            </a:r>
          </a:p>
          <a:p>
            <a:pPr marL="457200" marR="0" lvl="0" indent="-457200" algn="l" defTabSz="914400" rtl="0" eaLnBrk="1" fontAlgn="base" latinLnBrk="0" hangingPunct="1">
              <a:lnSpc>
                <a:spcPct val="100000"/>
              </a:lnSpc>
              <a:spcBef>
                <a:spcPct val="0"/>
              </a:spcBef>
              <a:spcAft>
                <a:spcPct val="0"/>
              </a:spcAft>
              <a:buClrTx/>
              <a:buSzTx/>
              <a:buFontTx/>
              <a:buChar char="•"/>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endParaRPr>
          </a:p>
          <a:p>
            <a:pPr marL="457200" marR="0" lvl="0" indent="-457200" algn="l" defTabSz="914400" rtl="0" eaLnBrk="1" fontAlgn="base" latinLnBrk="0" hangingPunct="1">
              <a:lnSpc>
                <a:spcPct val="100000"/>
              </a:lnSpc>
              <a:spcBef>
                <a:spcPct val="0"/>
              </a:spcBef>
              <a:spcAft>
                <a:spcPct val="0"/>
              </a:spcAft>
              <a:buClrTx/>
              <a:buSzTx/>
              <a:buFontTx/>
              <a:buChar char="•"/>
              <a:tabLst/>
              <a:defRPr/>
            </a:pPr>
            <a:r>
              <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If </a:t>
            </a:r>
            <a:r>
              <a:rPr kumimoji="0" lang="en-US" altLang="en-US" sz="24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20 cents </a:t>
            </a:r>
            <a:r>
              <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is deposited, the machine will not return the change, but it will </a:t>
            </a:r>
            <a:r>
              <a:rPr kumimoji="0" lang="en-US" altLang="en-US" sz="2400" b="0" i="0" u="none" strike="noStrike" kern="1200" cap="none" spc="0" normalizeH="0" baseline="0" noProof="0" dirty="0">
                <a:ln>
                  <a:noFill/>
                </a:ln>
                <a:solidFill>
                  <a:srgbClr val="0000FF"/>
                </a:solidFill>
                <a:effectLst/>
                <a:uLnTx/>
                <a:uFillTx/>
                <a:latin typeface="Arial" panose="020B0604020202020204" pitchFamily="34" charset="0"/>
                <a:ea typeface="MS PGothic" panose="020B0600070205080204" pitchFamily="34" charset="-128"/>
                <a:cs typeface="+mn-cs"/>
              </a:rPr>
              <a:t>credit</a:t>
            </a:r>
            <a:r>
              <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 the buyer with </a:t>
            </a:r>
            <a:r>
              <a:rPr kumimoji="0" lang="en-US" altLang="en-US" sz="2400" b="0" i="0" u="none" strike="noStrike" kern="1200" cap="none" spc="0" normalizeH="0" baseline="0" noProof="0" dirty="0">
                <a:ln>
                  <a:noFill/>
                </a:ln>
                <a:solidFill>
                  <a:srgbClr val="0000FF"/>
                </a:solidFill>
                <a:effectLst/>
                <a:uLnTx/>
                <a:uFillTx/>
                <a:latin typeface="Arial" panose="020B0604020202020204" pitchFamily="34" charset="0"/>
                <a:ea typeface="MS PGothic" panose="020B0600070205080204" pitchFamily="34" charset="-128"/>
                <a:cs typeface="+mn-cs"/>
              </a:rPr>
              <a:t>5 cents </a:t>
            </a:r>
            <a:r>
              <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and wait for the buyer to make a second purchase.</a:t>
            </a:r>
          </a:p>
          <a:p>
            <a:pPr marL="457200" marR="0" lvl="0" indent="-457200" algn="l" defTabSz="914400" rtl="0" eaLnBrk="1" fontAlgn="base" latinLnBrk="0" hangingPunct="1">
              <a:lnSpc>
                <a:spcPct val="100000"/>
              </a:lnSpc>
              <a:spcBef>
                <a:spcPct val="0"/>
              </a:spcBef>
              <a:spcAft>
                <a:spcPct val="0"/>
              </a:spcAft>
              <a:buClrTx/>
              <a:buSzTx/>
              <a:buFontTx/>
              <a:buChar char="•"/>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8" name="TextBox 125">
            <a:extLst>
              <a:ext uri="{FF2B5EF4-FFF2-40B4-BE49-F238E27FC236}">
                <a16:creationId xmlns:a16="http://schemas.microsoft.com/office/drawing/2014/main" id="{FC7F3387-F6E6-42AA-81B2-038455F23462}"/>
              </a:ext>
            </a:extLst>
          </p:cNvPr>
          <p:cNvSpPr txBox="1">
            <a:spLocks noChangeArrowheads="1"/>
          </p:cNvSpPr>
          <p:nvPr/>
        </p:nvSpPr>
        <p:spPr bwMode="auto">
          <a:xfrm>
            <a:off x="6451600" y="6477000"/>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6.58 from the textbook ]</a:t>
            </a:r>
          </a:p>
        </p:txBody>
      </p:sp>
      <p:sp>
        <p:nvSpPr>
          <p:cNvPr id="70659" name="Title 1">
            <a:extLst>
              <a:ext uri="{FF2B5EF4-FFF2-40B4-BE49-F238E27FC236}">
                <a16:creationId xmlns:a16="http://schemas.microsoft.com/office/drawing/2014/main" id="{38AD8CD6-FDE3-43A1-A22C-BC1BF55A41B4}"/>
              </a:ext>
            </a:extLst>
          </p:cNvPr>
          <p:cNvSpPr txBox="1">
            <a:spLocks/>
          </p:cNvSpPr>
          <p:nvPr/>
        </p:nvSpPr>
        <p:spPr bwMode="auto">
          <a:xfrm>
            <a:off x="0" y="0"/>
            <a:ext cx="9144000"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Mealy-type FSM for the vending machine</a:t>
            </a:r>
          </a:p>
        </p:txBody>
      </p:sp>
      <mc:AlternateContent xmlns:mc="http://schemas.openxmlformats.org/markup-compatibility/2006" xmlns:p14="http://schemas.microsoft.com/office/powerpoint/2010/main">
        <mc:Choice Requires="p14">
          <p:contentPart p14:bwMode="auto" r:id="rId2">
            <p14:nvContentPartPr>
              <p14:cNvPr id="2" name="Ink 1">
                <a:extLst>
                  <a:ext uri="{FF2B5EF4-FFF2-40B4-BE49-F238E27FC236}">
                    <a16:creationId xmlns:a16="http://schemas.microsoft.com/office/drawing/2014/main" id="{7316D67F-8D5C-486C-9BEC-BF6BE746FA3B}"/>
                  </a:ext>
                </a:extLst>
              </p14:cNvPr>
              <p14:cNvContentPartPr/>
              <p14:nvPr/>
            </p14:nvContentPartPr>
            <p14:xfrm>
              <a:off x="4233600" y="389520"/>
              <a:ext cx="3315960" cy="3904920"/>
            </p14:xfrm>
          </p:contentPart>
        </mc:Choice>
        <mc:Fallback xmlns="">
          <p:pic>
            <p:nvPicPr>
              <p:cNvPr id="2" name="Ink 1">
                <a:extLst>
                  <a:ext uri="{FF2B5EF4-FFF2-40B4-BE49-F238E27FC236}">
                    <a16:creationId xmlns:a16="http://schemas.microsoft.com/office/drawing/2014/main" id="{7316D67F-8D5C-486C-9BEC-BF6BE746FA3B}"/>
                  </a:ext>
                </a:extLst>
              </p:cNvPr>
              <p:cNvPicPr/>
              <p:nvPr/>
            </p:nvPicPr>
            <p:blipFill>
              <a:blip r:embed="rId3"/>
              <a:stretch>
                <a:fillRect/>
              </a:stretch>
            </p:blipFill>
            <p:spPr>
              <a:xfrm>
                <a:off x="4224240" y="380160"/>
                <a:ext cx="3334680" cy="3923640"/>
              </a:xfrm>
              <a:prstGeom prst="rect">
                <a:avLst/>
              </a:prstGeom>
            </p:spPr>
          </p:pic>
        </mc:Fallback>
      </mc:AlternateContent>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0657" name="Group 1">
            <a:extLst>
              <a:ext uri="{FF2B5EF4-FFF2-40B4-BE49-F238E27FC236}">
                <a16:creationId xmlns:a16="http://schemas.microsoft.com/office/drawing/2014/main" id="{47BAB61F-D70E-41E2-B39C-27D7F930D699}"/>
              </a:ext>
            </a:extLst>
          </p:cNvPr>
          <p:cNvGrpSpPr>
            <a:grpSpLocks/>
          </p:cNvGrpSpPr>
          <p:nvPr/>
        </p:nvGrpSpPr>
        <p:grpSpPr bwMode="auto">
          <a:xfrm>
            <a:off x="2614613" y="695325"/>
            <a:ext cx="3424237" cy="5705475"/>
            <a:chOff x="2614613" y="373063"/>
            <a:chExt cx="3424237" cy="5705475"/>
          </a:xfrm>
        </p:grpSpPr>
        <p:sp>
          <p:nvSpPr>
            <p:cNvPr id="70660" name="Freeform 4">
              <a:extLst>
                <a:ext uri="{FF2B5EF4-FFF2-40B4-BE49-F238E27FC236}">
                  <a16:creationId xmlns:a16="http://schemas.microsoft.com/office/drawing/2014/main" id="{3F27F2D3-1120-4292-B504-D66F4F297D84}"/>
                </a:ext>
              </a:extLst>
            </p:cNvPr>
            <p:cNvSpPr>
              <a:spLocks/>
            </p:cNvSpPr>
            <p:nvPr/>
          </p:nvSpPr>
          <p:spPr bwMode="auto">
            <a:xfrm>
              <a:off x="4264025" y="5068888"/>
              <a:ext cx="114300" cy="114300"/>
            </a:xfrm>
            <a:custGeom>
              <a:avLst/>
              <a:gdLst>
                <a:gd name="T0" fmla="*/ 2147483646 w 144"/>
                <a:gd name="T1" fmla="*/ 2147483646 h 145"/>
                <a:gd name="T2" fmla="*/ 2147483646 w 144"/>
                <a:gd name="T3" fmla="*/ 0 h 145"/>
                <a:gd name="T4" fmla="*/ 0 w 144"/>
                <a:gd name="T5" fmla="*/ 2147483646 h 145"/>
                <a:gd name="T6" fmla="*/ 2147483646 w 144"/>
                <a:gd name="T7" fmla="*/ 2147483646 h 145"/>
                <a:gd name="T8" fmla="*/ 2147483646 w 144"/>
                <a:gd name="T9" fmla="*/ 2147483646 h 145"/>
                <a:gd name="T10" fmla="*/ 0 60000 65536"/>
                <a:gd name="T11" fmla="*/ 0 60000 65536"/>
                <a:gd name="T12" fmla="*/ 0 60000 65536"/>
                <a:gd name="T13" fmla="*/ 0 60000 65536"/>
                <a:gd name="T14" fmla="*/ 0 60000 65536"/>
                <a:gd name="T15" fmla="*/ 0 w 144"/>
                <a:gd name="T16" fmla="*/ 0 h 145"/>
                <a:gd name="T17" fmla="*/ 144 w 144"/>
                <a:gd name="T18" fmla="*/ 145 h 145"/>
              </a:gdLst>
              <a:ahLst/>
              <a:cxnLst>
                <a:cxn ang="T10">
                  <a:pos x="T0" y="T1"/>
                </a:cxn>
                <a:cxn ang="T11">
                  <a:pos x="T2" y="T3"/>
                </a:cxn>
                <a:cxn ang="T12">
                  <a:pos x="T4" y="T5"/>
                </a:cxn>
                <a:cxn ang="T13">
                  <a:pos x="T6" y="T7"/>
                </a:cxn>
                <a:cxn ang="T14">
                  <a:pos x="T8" y="T9"/>
                </a:cxn>
              </a:cxnLst>
              <a:rect l="T15" t="T16" r="T17" b="T18"/>
              <a:pathLst>
                <a:path w="144" h="145">
                  <a:moveTo>
                    <a:pt x="57" y="145"/>
                  </a:moveTo>
                  <a:lnTo>
                    <a:pt x="144" y="0"/>
                  </a:lnTo>
                  <a:lnTo>
                    <a:pt x="0" y="116"/>
                  </a:lnTo>
                  <a:lnTo>
                    <a:pt x="29" y="116"/>
                  </a:lnTo>
                  <a:lnTo>
                    <a:pt x="57" y="145"/>
                  </a:lnTo>
                  <a:close/>
                </a:path>
              </a:pathLst>
            </a:custGeom>
            <a:solidFill>
              <a:schemeClr val="tx1"/>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61" name="Freeform 7">
              <a:extLst>
                <a:ext uri="{FF2B5EF4-FFF2-40B4-BE49-F238E27FC236}">
                  <a16:creationId xmlns:a16="http://schemas.microsoft.com/office/drawing/2014/main" id="{F99E3AA8-EF3E-491B-BF25-A05DC7B5C752}"/>
                </a:ext>
              </a:extLst>
            </p:cNvPr>
            <p:cNvSpPr>
              <a:spLocks/>
            </p:cNvSpPr>
            <p:nvPr/>
          </p:nvSpPr>
          <p:spPr bwMode="auto">
            <a:xfrm>
              <a:off x="4241800" y="5022850"/>
              <a:ext cx="641350" cy="641350"/>
            </a:xfrm>
            <a:custGeom>
              <a:avLst/>
              <a:gdLst>
                <a:gd name="T0" fmla="*/ 2147483646 w 807"/>
                <a:gd name="T1" fmla="*/ 2147483646 h 808"/>
                <a:gd name="T2" fmla="*/ 2147483646 w 807"/>
                <a:gd name="T3" fmla="*/ 2147483646 h 808"/>
                <a:gd name="T4" fmla="*/ 2147483646 w 807"/>
                <a:gd name="T5" fmla="*/ 2147483646 h 808"/>
                <a:gd name="T6" fmla="*/ 2147483646 w 807"/>
                <a:gd name="T7" fmla="*/ 2147483646 h 808"/>
                <a:gd name="T8" fmla="*/ 2147483646 w 807"/>
                <a:gd name="T9" fmla="*/ 2147483646 h 808"/>
                <a:gd name="T10" fmla="*/ 2147483646 w 807"/>
                <a:gd name="T11" fmla="*/ 2147483646 h 808"/>
                <a:gd name="T12" fmla="*/ 2147483646 w 807"/>
                <a:gd name="T13" fmla="*/ 2147483646 h 808"/>
                <a:gd name="T14" fmla="*/ 2147483646 w 807"/>
                <a:gd name="T15" fmla="*/ 2147483646 h 808"/>
                <a:gd name="T16" fmla="*/ 2147483646 w 807"/>
                <a:gd name="T17" fmla="*/ 2147483646 h 808"/>
                <a:gd name="T18" fmla="*/ 2147483646 w 807"/>
                <a:gd name="T19" fmla="*/ 2147483646 h 808"/>
                <a:gd name="T20" fmla="*/ 2147483646 w 807"/>
                <a:gd name="T21" fmla="*/ 2147483646 h 808"/>
                <a:gd name="T22" fmla="*/ 2147483646 w 807"/>
                <a:gd name="T23" fmla="*/ 0 h 808"/>
                <a:gd name="T24" fmla="*/ 2147483646 w 807"/>
                <a:gd name="T25" fmla="*/ 2147483646 h 808"/>
                <a:gd name="T26" fmla="*/ 2147483646 w 807"/>
                <a:gd name="T27" fmla="*/ 2147483646 h 808"/>
                <a:gd name="T28" fmla="*/ 2147483646 w 807"/>
                <a:gd name="T29" fmla="*/ 2147483646 h 808"/>
                <a:gd name="T30" fmla="*/ 2147483646 w 807"/>
                <a:gd name="T31" fmla="*/ 2147483646 h 808"/>
                <a:gd name="T32" fmla="*/ 2147483646 w 807"/>
                <a:gd name="T33" fmla="*/ 2147483646 h 808"/>
                <a:gd name="T34" fmla="*/ 2147483646 w 807"/>
                <a:gd name="T35" fmla="*/ 2147483646 h 808"/>
                <a:gd name="T36" fmla="*/ 2147483646 w 807"/>
                <a:gd name="T37" fmla="*/ 2147483646 h 808"/>
                <a:gd name="T38" fmla="*/ 2147483646 w 807"/>
                <a:gd name="T39" fmla="*/ 2147483646 h 808"/>
                <a:gd name="T40" fmla="*/ 2147483646 w 807"/>
                <a:gd name="T41" fmla="*/ 2147483646 h 808"/>
                <a:gd name="T42" fmla="*/ 2147483646 w 807"/>
                <a:gd name="T43" fmla="*/ 2147483646 h 808"/>
                <a:gd name="T44" fmla="*/ 2147483646 w 807"/>
                <a:gd name="T45" fmla="*/ 2147483646 h 808"/>
                <a:gd name="T46" fmla="*/ 2147483646 w 807"/>
                <a:gd name="T47" fmla="*/ 2147483646 h 808"/>
                <a:gd name="T48" fmla="*/ 2147483646 w 807"/>
                <a:gd name="T49" fmla="*/ 2147483646 h 808"/>
                <a:gd name="T50" fmla="*/ 2147483646 w 807"/>
                <a:gd name="T51" fmla="*/ 2147483646 h 808"/>
                <a:gd name="T52" fmla="*/ 2147483646 w 807"/>
                <a:gd name="T53" fmla="*/ 2147483646 h 808"/>
                <a:gd name="T54" fmla="*/ 2147483646 w 807"/>
                <a:gd name="T55" fmla="*/ 2147483646 h 808"/>
                <a:gd name="T56" fmla="*/ 2147483646 w 807"/>
                <a:gd name="T57" fmla="*/ 2147483646 h 808"/>
                <a:gd name="T58" fmla="*/ 2147483646 w 807"/>
                <a:gd name="T59" fmla="*/ 2147483646 h 808"/>
                <a:gd name="T60" fmla="*/ 2147483646 w 807"/>
                <a:gd name="T61" fmla="*/ 2147483646 h 808"/>
                <a:gd name="T62" fmla="*/ 2147483646 w 807"/>
                <a:gd name="T63" fmla="*/ 2147483646 h 808"/>
                <a:gd name="T64" fmla="*/ 2147483646 w 807"/>
                <a:gd name="T65" fmla="*/ 2147483646 h 808"/>
                <a:gd name="T66" fmla="*/ 2147483646 w 807"/>
                <a:gd name="T67" fmla="*/ 2147483646 h 808"/>
                <a:gd name="T68" fmla="*/ 2147483646 w 807"/>
                <a:gd name="T69" fmla="*/ 2147483646 h 808"/>
                <a:gd name="T70" fmla="*/ 2147483646 w 807"/>
                <a:gd name="T71" fmla="*/ 2147483646 h 808"/>
                <a:gd name="T72" fmla="*/ 2147483646 w 807"/>
                <a:gd name="T73" fmla="*/ 2147483646 h 808"/>
                <a:gd name="T74" fmla="*/ 2147483646 w 807"/>
                <a:gd name="T75" fmla="*/ 2147483646 h 808"/>
                <a:gd name="T76" fmla="*/ 2147483646 w 807"/>
                <a:gd name="T77" fmla="*/ 2147483646 h 808"/>
                <a:gd name="T78" fmla="*/ 2147483646 w 807"/>
                <a:gd name="T79" fmla="*/ 2147483646 h 808"/>
                <a:gd name="T80" fmla="*/ 2147483646 w 807"/>
                <a:gd name="T81" fmla="*/ 2147483646 h 808"/>
                <a:gd name="T82" fmla="*/ 2147483646 w 807"/>
                <a:gd name="T83" fmla="*/ 2147483646 h 808"/>
                <a:gd name="T84" fmla="*/ 2147483646 w 807"/>
                <a:gd name="T85" fmla="*/ 2147483646 h 808"/>
                <a:gd name="T86" fmla="*/ 2147483646 w 807"/>
                <a:gd name="T87" fmla="*/ 2147483646 h 808"/>
                <a:gd name="T88" fmla="*/ 2147483646 w 807"/>
                <a:gd name="T89" fmla="*/ 2147483646 h 808"/>
                <a:gd name="T90" fmla="*/ 2147483646 w 807"/>
                <a:gd name="T91" fmla="*/ 2147483646 h 808"/>
                <a:gd name="T92" fmla="*/ 2147483646 w 807"/>
                <a:gd name="T93" fmla="*/ 2147483646 h 808"/>
                <a:gd name="T94" fmla="*/ 2147483646 w 807"/>
                <a:gd name="T95" fmla="*/ 2147483646 h 808"/>
                <a:gd name="T96" fmla="*/ 2147483646 w 807"/>
                <a:gd name="T97" fmla="*/ 2147483646 h 808"/>
                <a:gd name="T98" fmla="*/ 2147483646 w 807"/>
                <a:gd name="T99" fmla="*/ 2147483646 h 808"/>
                <a:gd name="T100" fmla="*/ 2147483646 w 807"/>
                <a:gd name="T101" fmla="*/ 2147483646 h 808"/>
                <a:gd name="T102" fmla="*/ 2147483646 w 807"/>
                <a:gd name="T103" fmla="*/ 2147483646 h 808"/>
                <a:gd name="T104" fmla="*/ 2147483646 w 807"/>
                <a:gd name="T105" fmla="*/ 2147483646 h 808"/>
                <a:gd name="T106" fmla="*/ 2147483646 w 807"/>
                <a:gd name="T107" fmla="*/ 2147483646 h 808"/>
                <a:gd name="T108" fmla="*/ 2147483646 w 807"/>
                <a:gd name="T109" fmla="*/ 2147483646 h 808"/>
                <a:gd name="T110" fmla="*/ 2147483646 w 807"/>
                <a:gd name="T111" fmla="*/ 2147483646 h 80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07"/>
                <a:gd name="T169" fmla="*/ 0 h 808"/>
                <a:gd name="T170" fmla="*/ 807 w 807"/>
                <a:gd name="T171" fmla="*/ 808 h 80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07" h="808">
                  <a:moveTo>
                    <a:pt x="0" y="399"/>
                  </a:moveTo>
                  <a:lnTo>
                    <a:pt x="0" y="410"/>
                  </a:lnTo>
                  <a:lnTo>
                    <a:pt x="1" y="388"/>
                  </a:lnTo>
                  <a:lnTo>
                    <a:pt x="3" y="368"/>
                  </a:lnTo>
                  <a:lnTo>
                    <a:pt x="6" y="346"/>
                  </a:lnTo>
                  <a:lnTo>
                    <a:pt x="8" y="326"/>
                  </a:lnTo>
                  <a:lnTo>
                    <a:pt x="13" y="307"/>
                  </a:lnTo>
                  <a:lnTo>
                    <a:pt x="19" y="287"/>
                  </a:lnTo>
                  <a:lnTo>
                    <a:pt x="26" y="268"/>
                  </a:lnTo>
                  <a:lnTo>
                    <a:pt x="33" y="249"/>
                  </a:lnTo>
                  <a:lnTo>
                    <a:pt x="40" y="232"/>
                  </a:lnTo>
                  <a:lnTo>
                    <a:pt x="50" y="213"/>
                  </a:lnTo>
                  <a:lnTo>
                    <a:pt x="60" y="197"/>
                  </a:lnTo>
                  <a:lnTo>
                    <a:pt x="71" y="180"/>
                  </a:lnTo>
                  <a:lnTo>
                    <a:pt x="82" y="164"/>
                  </a:lnTo>
                  <a:lnTo>
                    <a:pt x="94" y="148"/>
                  </a:lnTo>
                  <a:lnTo>
                    <a:pt x="107" y="134"/>
                  </a:lnTo>
                  <a:lnTo>
                    <a:pt x="120" y="119"/>
                  </a:lnTo>
                  <a:lnTo>
                    <a:pt x="134" y="106"/>
                  </a:lnTo>
                  <a:lnTo>
                    <a:pt x="150" y="93"/>
                  </a:lnTo>
                  <a:lnTo>
                    <a:pt x="164" y="80"/>
                  </a:lnTo>
                  <a:lnTo>
                    <a:pt x="180" y="70"/>
                  </a:lnTo>
                  <a:lnTo>
                    <a:pt x="197" y="59"/>
                  </a:lnTo>
                  <a:lnTo>
                    <a:pt x="215" y="49"/>
                  </a:lnTo>
                  <a:lnTo>
                    <a:pt x="232" y="40"/>
                  </a:lnTo>
                  <a:lnTo>
                    <a:pt x="251" y="31"/>
                  </a:lnTo>
                  <a:lnTo>
                    <a:pt x="268" y="24"/>
                  </a:lnTo>
                  <a:lnTo>
                    <a:pt x="288" y="18"/>
                  </a:lnTo>
                  <a:lnTo>
                    <a:pt x="307" y="13"/>
                  </a:lnTo>
                  <a:lnTo>
                    <a:pt x="327" y="8"/>
                  </a:lnTo>
                  <a:lnTo>
                    <a:pt x="347" y="4"/>
                  </a:lnTo>
                  <a:lnTo>
                    <a:pt x="368" y="3"/>
                  </a:lnTo>
                  <a:lnTo>
                    <a:pt x="388" y="1"/>
                  </a:lnTo>
                  <a:lnTo>
                    <a:pt x="409" y="0"/>
                  </a:lnTo>
                  <a:lnTo>
                    <a:pt x="399" y="0"/>
                  </a:lnTo>
                  <a:lnTo>
                    <a:pt x="421" y="1"/>
                  </a:lnTo>
                  <a:lnTo>
                    <a:pt x="441" y="3"/>
                  </a:lnTo>
                  <a:lnTo>
                    <a:pt x="461" y="4"/>
                  </a:lnTo>
                  <a:lnTo>
                    <a:pt x="482" y="8"/>
                  </a:lnTo>
                  <a:lnTo>
                    <a:pt x="502" y="13"/>
                  </a:lnTo>
                  <a:lnTo>
                    <a:pt x="520" y="18"/>
                  </a:lnTo>
                  <a:lnTo>
                    <a:pt x="541" y="24"/>
                  </a:lnTo>
                  <a:lnTo>
                    <a:pt x="558" y="31"/>
                  </a:lnTo>
                  <a:lnTo>
                    <a:pt x="577" y="40"/>
                  </a:lnTo>
                  <a:lnTo>
                    <a:pt x="594" y="49"/>
                  </a:lnTo>
                  <a:lnTo>
                    <a:pt x="611" y="59"/>
                  </a:lnTo>
                  <a:lnTo>
                    <a:pt x="629" y="70"/>
                  </a:lnTo>
                  <a:lnTo>
                    <a:pt x="645" y="80"/>
                  </a:lnTo>
                  <a:lnTo>
                    <a:pt x="659" y="93"/>
                  </a:lnTo>
                  <a:lnTo>
                    <a:pt x="675" y="106"/>
                  </a:lnTo>
                  <a:lnTo>
                    <a:pt x="688" y="119"/>
                  </a:lnTo>
                  <a:lnTo>
                    <a:pt x="702" y="134"/>
                  </a:lnTo>
                  <a:lnTo>
                    <a:pt x="715" y="148"/>
                  </a:lnTo>
                  <a:lnTo>
                    <a:pt x="727" y="164"/>
                  </a:lnTo>
                  <a:lnTo>
                    <a:pt x="738" y="180"/>
                  </a:lnTo>
                  <a:lnTo>
                    <a:pt x="748" y="197"/>
                  </a:lnTo>
                  <a:lnTo>
                    <a:pt x="758" y="213"/>
                  </a:lnTo>
                  <a:lnTo>
                    <a:pt x="769" y="232"/>
                  </a:lnTo>
                  <a:lnTo>
                    <a:pt x="776" y="249"/>
                  </a:lnTo>
                  <a:lnTo>
                    <a:pt x="783" y="268"/>
                  </a:lnTo>
                  <a:lnTo>
                    <a:pt x="790" y="287"/>
                  </a:lnTo>
                  <a:lnTo>
                    <a:pt x="796" y="307"/>
                  </a:lnTo>
                  <a:lnTo>
                    <a:pt x="800" y="326"/>
                  </a:lnTo>
                  <a:lnTo>
                    <a:pt x="803" y="346"/>
                  </a:lnTo>
                  <a:lnTo>
                    <a:pt x="806" y="368"/>
                  </a:lnTo>
                  <a:lnTo>
                    <a:pt x="807" y="388"/>
                  </a:lnTo>
                  <a:lnTo>
                    <a:pt x="807" y="410"/>
                  </a:lnTo>
                  <a:lnTo>
                    <a:pt x="807" y="399"/>
                  </a:lnTo>
                  <a:lnTo>
                    <a:pt x="807" y="420"/>
                  </a:lnTo>
                  <a:lnTo>
                    <a:pt x="806" y="441"/>
                  </a:lnTo>
                  <a:lnTo>
                    <a:pt x="803" y="461"/>
                  </a:lnTo>
                  <a:lnTo>
                    <a:pt x="800" y="482"/>
                  </a:lnTo>
                  <a:lnTo>
                    <a:pt x="796" y="502"/>
                  </a:lnTo>
                  <a:lnTo>
                    <a:pt x="790" y="521"/>
                  </a:lnTo>
                  <a:lnTo>
                    <a:pt x="783" y="539"/>
                  </a:lnTo>
                  <a:lnTo>
                    <a:pt x="776" y="558"/>
                  </a:lnTo>
                  <a:lnTo>
                    <a:pt x="769" y="577"/>
                  </a:lnTo>
                  <a:lnTo>
                    <a:pt x="758" y="594"/>
                  </a:lnTo>
                  <a:lnTo>
                    <a:pt x="748" y="612"/>
                  </a:lnTo>
                  <a:lnTo>
                    <a:pt x="738" y="627"/>
                  </a:lnTo>
                  <a:lnTo>
                    <a:pt x="727" y="643"/>
                  </a:lnTo>
                  <a:lnTo>
                    <a:pt x="715" y="659"/>
                  </a:lnTo>
                  <a:lnTo>
                    <a:pt x="702" y="674"/>
                  </a:lnTo>
                  <a:lnTo>
                    <a:pt x="688" y="688"/>
                  </a:lnTo>
                  <a:lnTo>
                    <a:pt x="675" y="702"/>
                  </a:lnTo>
                  <a:lnTo>
                    <a:pt x="659" y="714"/>
                  </a:lnTo>
                  <a:lnTo>
                    <a:pt x="645" y="727"/>
                  </a:lnTo>
                  <a:lnTo>
                    <a:pt x="629" y="739"/>
                  </a:lnTo>
                  <a:lnTo>
                    <a:pt x="611" y="749"/>
                  </a:lnTo>
                  <a:lnTo>
                    <a:pt x="594" y="759"/>
                  </a:lnTo>
                  <a:lnTo>
                    <a:pt x="577" y="767"/>
                  </a:lnTo>
                  <a:lnTo>
                    <a:pt x="558" y="776"/>
                  </a:lnTo>
                  <a:lnTo>
                    <a:pt x="541" y="783"/>
                  </a:lnTo>
                  <a:lnTo>
                    <a:pt x="520" y="789"/>
                  </a:lnTo>
                  <a:lnTo>
                    <a:pt x="502" y="795"/>
                  </a:lnTo>
                  <a:lnTo>
                    <a:pt x="482" y="799"/>
                  </a:lnTo>
                  <a:lnTo>
                    <a:pt x="461" y="803"/>
                  </a:lnTo>
                  <a:lnTo>
                    <a:pt x="441" y="806"/>
                  </a:lnTo>
                  <a:lnTo>
                    <a:pt x="421" y="808"/>
                  </a:lnTo>
                  <a:lnTo>
                    <a:pt x="399" y="808"/>
                  </a:lnTo>
                  <a:lnTo>
                    <a:pt x="409" y="808"/>
                  </a:lnTo>
                  <a:lnTo>
                    <a:pt x="388" y="808"/>
                  </a:lnTo>
                  <a:lnTo>
                    <a:pt x="368" y="806"/>
                  </a:lnTo>
                  <a:lnTo>
                    <a:pt x="347" y="803"/>
                  </a:lnTo>
                  <a:lnTo>
                    <a:pt x="327" y="799"/>
                  </a:lnTo>
                  <a:lnTo>
                    <a:pt x="307" y="795"/>
                  </a:lnTo>
                  <a:lnTo>
                    <a:pt x="288" y="789"/>
                  </a:lnTo>
                  <a:lnTo>
                    <a:pt x="268" y="783"/>
                  </a:lnTo>
                  <a:lnTo>
                    <a:pt x="251" y="776"/>
                  </a:lnTo>
                  <a:lnTo>
                    <a:pt x="232" y="767"/>
                  </a:lnTo>
                  <a:lnTo>
                    <a:pt x="215" y="759"/>
                  </a:lnTo>
                  <a:lnTo>
                    <a:pt x="197" y="749"/>
                  </a:lnTo>
                  <a:lnTo>
                    <a:pt x="180" y="739"/>
                  </a:lnTo>
                  <a:lnTo>
                    <a:pt x="164" y="727"/>
                  </a:lnTo>
                  <a:lnTo>
                    <a:pt x="150" y="714"/>
                  </a:lnTo>
                  <a:lnTo>
                    <a:pt x="134" y="702"/>
                  </a:lnTo>
                  <a:lnTo>
                    <a:pt x="120" y="688"/>
                  </a:lnTo>
                  <a:lnTo>
                    <a:pt x="107" y="674"/>
                  </a:lnTo>
                  <a:lnTo>
                    <a:pt x="94" y="659"/>
                  </a:lnTo>
                  <a:lnTo>
                    <a:pt x="82" y="643"/>
                  </a:lnTo>
                  <a:lnTo>
                    <a:pt x="71" y="627"/>
                  </a:lnTo>
                  <a:lnTo>
                    <a:pt x="60" y="612"/>
                  </a:lnTo>
                  <a:lnTo>
                    <a:pt x="50" y="594"/>
                  </a:lnTo>
                  <a:lnTo>
                    <a:pt x="40" y="577"/>
                  </a:lnTo>
                  <a:lnTo>
                    <a:pt x="33" y="558"/>
                  </a:lnTo>
                  <a:lnTo>
                    <a:pt x="26" y="539"/>
                  </a:lnTo>
                  <a:lnTo>
                    <a:pt x="19" y="521"/>
                  </a:lnTo>
                  <a:lnTo>
                    <a:pt x="13" y="502"/>
                  </a:lnTo>
                  <a:lnTo>
                    <a:pt x="8" y="482"/>
                  </a:lnTo>
                  <a:lnTo>
                    <a:pt x="6" y="461"/>
                  </a:lnTo>
                  <a:lnTo>
                    <a:pt x="3" y="441"/>
                  </a:lnTo>
                  <a:lnTo>
                    <a:pt x="1" y="420"/>
                  </a:lnTo>
                  <a:lnTo>
                    <a:pt x="0" y="399"/>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62" name="Freeform 9">
              <a:extLst>
                <a:ext uri="{FF2B5EF4-FFF2-40B4-BE49-F238E27FC236}">
                  <a16:creationId xmlns:a16="http://schemas.microsoft.com/office/drawing/2014/main" id="{048192A6-A992-4B66-B4ED-6C5DA160DC8A}"/>
                </a:ext>
              </a:extLst>
            </p:cNvPr>
            <p:cNvSpPr>
              <a:spLocks/>
            </p:cNvSpPr>
            <p:nvPr/>
          </p:nvSpPr>
          <p:spPr bwMode="auto">
            <a:xfrm>
              <a:off x="4149725" y="2846388"/>
              <a:ext cx="114300" cy="138112"/>
            </a:xfrm>
            <a:custGeom>
              <a:avLst/>
              <a:gdLst>
                <a:gd name="T0" fmla="*/ 0 w 145"/>
                <a:gd name="T1" fmla="*/ 2147483646 h 173"/>
                <a:gd name="T2" fmla="*/ 2147483646 w 145"/>
                <a:gd name="T3" fmla="*/ 2147483646 h 173"/>
                <a:gd name="T4" fmla="*/ 2147483646 w 145"/>
                <a:gd name="T5" fmla="*/ 0 h 173"/>
                <a:gd name="T6" fmla="*/ 2147483646 w 145"/>
                <a:gd name="T7" fmla="*/ 2147483646 h 173"/>
                <a:gd name="T8" fmla="*/ 0 w 145"/>
                <a:gd name="T9" fmla="*/ 2147483646 h 173"/>
                <a:gd name="T10" fmla="*/ 0 60000 65536"/>
                <a:gd name="T11" fmla="*/ 0 60000 65536"/>
                <a:gd name="T12" fmla="*/ 0 60000 65536"/>
                <a:gd name="T13" fmla="*/ 0 60000 65536"/>
                <a:gd name="T14" fmla="*/ 0 60000 65536"/>
                <a:gd name="T15" fmla="*/ 0 w 145"/>
                <a:gd name="T16" fmla="*/ 0 h 173"/>
                <a:gd name="T17" fmla="*/ 145 w 145"/>
                <a:gd name="T18" fmla="*/ 173 h 173"/>
              </a:gdLst>
              <a:ahLst/>
              <a:cxnLst>
                <a:cxn ang="T10">
                  <a:pos x="T0" y="T1"/>
                </a:cxn>
                <a:cxn ang="T11">
                  <a:pos x="T2" y="T3"/>
                </a:cxn>
                <a:cxn ang="T12">
                  <a:pos x="T4" y="T5"/>
                </a:cxn>
                <a:cxn ang="T13">
                  <a:pos x="T6" y="T7"/>
                </a:cxn>
                <a:cxn ang="T14">
                  <a:pos x="T8" y="T9"/>
                </a:cxn>
              </a:cxnLst>
              <a:rect l="T15" t="T16" r="T17" b="T18"/>
              <a:pathLst>
                <a:path w="145" h="173">
                  <a:moveTo>
                    <a:pt x="0" y="57"/>
                  </a:moveTo>
                  <a:lnTo>
                    <a:pt x="145" y="173"/>
                  </a:lnTo>
                  <a:lnTo>
                    <a:pt x="29" y="0"/>
                  </a:lnTo>
                  <a:lnTo>
                    <a:pt x="29" y="29"/>
                  </a:lnTo>
                  <a:lnTo>
                    <a:pt x="0" y="57"/>
                  </a:lnTo>
                  <a:close/>
                </a:path>
              </a:pathLst>
            </a:custGeom>
            <a:solidFill>
              <a:srgbClr val="000000"/>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63" name="Freeform 12">
              <a:extLst>
                <a:ext uri="{FF2B5EF4-FFF2-40B4-BE49-F238E27FC236}">
                  <a16:creationId xmlns:a16="http://schemas.microsoft.com/office/drawing/2014/main" id="{50D4D0CF-4A33-4F1E-8016-6935182E8FFA}"/>
                </a:ext>
              </a:extLst>
            </p:cNvPr>
            <p:cNvSpPr>
              <a:spLocks/>
            </p:cNvSpPr>
            <p:nvPr/>
          </p:nvSpPr>
          <p:spPr bwMode="auto">
            <a:xfrm>
              <a:off x="3668713" y="2824163"/>
              <a:ext cx="641350" cy="641350"/>
            </a:xfrm>
            <a:custGeom>
              <a:avLst/>
              <a:gdLst>
                <a:gd name="T0" fmla="*/ 2147483646 w 807"/>
                <a:gd name="T1" fmla="*/ 2147483646 h 808"/>
                <a:gd name="T2" fmla="*/ 2147483646 w 807"/>
                <a:gd name="T3" fmla="*/ 2147483646 h 808"/>
                <a:gd name="T4" fmla="*/ 2147483646 w 807"/>
                <a:gd name="T5" fmla="*/ 2147483646 h 808"/>
                <a:gd name="T6" fmla="*/ 2147483646 w 807"/>
                <a:gd name="T7" fmla="*/ 2147483646 h 808"/>
                <a:gd name="T8" fmla="*/ 2147483646 w 807"/>
                <a:gd name="T9" fmla="*/ 2147483646 h 808"/>
                <a:gd name="T10" fmla="*/ 2147483646 w 807"/>
                <a:gd name="T11" fmla="*/ 2147483646 h 808"/>
                <a:gd name="T12" fmla="*/ 2147483646 w 807"/>
                <a:gd name="T13" fmla="*/ 2147483646 h 808"/>
                <a:gd name="T14" fmla="*/ 2147483646 w 807"/>
                <a:gd name="T15" fmla="*/ 2147483646 h 808"/>
                <a:gd name="T16" fmla="*/ 2147483646 w 807"/>
                <a:gd name="T17" fmla="*/ 2147483646 h 808"/>
                <a:gd name="T18" fmla="*/ 2147483646 w 807"/>
                <a:gd name="T19" fmla="*/ 2147483646 h 808"/>
                <a:gd name="T20" fmla="*/ 2147483646 w 807"/>
                <a:gd name="T21" fmla="*/ 2147483646 h 808"/>
                <a:gd name="T22" fmla="*/ 2147483646 w 807"/>
                <a:gd name="T23" fmla="*/ 0 h 808"/>
                <a:gd name="T24" fmla="*/ 2147483646 w 807"/>
                <a:gd name="T25" fmla="*/ 2147483646 h 808"/>
                <a:gd name="T26" fmla="*/ 2147483646 w 807"/>
                <a:gd name="T27" fmla="*/ 2147483646 h 808"/>
                <a:gd name="T28" fmla="*/ 2147483646 w 807"/>
                <a:gd name="T29" fmla="*/ 2147483646 h 808"/>
                <a:gd name="T30" fmla="*/ 2147483646 w 807"/>
                <a:gd name="T31" fmla="*/ 2147483646 h 808"/>
                <a:gd name="T32" fmla="*/ 2147483646 w 807"/>
                <a:gd name="T33" fmla="*/ 2147483646 h 808"/>
                <a:gd name="T34" fmla="*/ 2147483646 w 807"/>
                <a:gd name="T35" fmla="*/ 2147483646 h 808"/>
                <a:gd name="T36" fmla="*/ 2147483646 w 807"/>
                <a:gd name="T37" fmla="*/ 2147483646 h 808"/>
                <a:gd name="T38" fmla="*/ 2147483646 w 807"/>
                <a:gd name="T39" fmla="*/ 2147483646 h 808"/>
                <a:gd name="T40" fmla="*/ 2147483646 w 807"/>
                <a:gd name="T41" fmla="*/ 2147483646 h 808"/>
                <a:gd name="T42" fmla="*/ 2147483646 w 807"/>
                <a:gd name="T43" fmla="*/ 2147483646 h 808"/>
                <a:gd name="T44" fmla="*/ 2147483646 w 807"/>
                <a:gd name="T45" fmla="*/ 2147483646 h 808"/>
                <a:gd name="T46" fmla="*/ 2147483646 w 807"/>
                <a:gd name="T47" fmla="*/ 2147483646 h 808"/>
                <a:gd name="T48" fmla="*/ 2147483646 w 807"/>
                <a:gd name="T49" fmla="*/ 2147483646 h 808"/>
                <a:gd name="T50" fmla="*/ 2147483646 w 807"/>
                <a:gd name="T51" fmla="*/ 2147483646 h 808"/>
                <a:gd name="T52" fmla="*/ 2147483646 w 807"/>
                <a:gd name="T53" fmla="*/ 2147483646 h 808"/>
                <a:gd name="T54" fmla="*/ 2147483646 w 807"/>
                <a:gd name="T55" fmla="*/ 2147483646 h 808"/>
                <a:gd name="T56" fmla="*/ 2147483646 w 807"/>
                <a:gd name="T57" fmla="*/ 2147483646 h 808"/>
                <a:gd name="T58" fmla="*/ 2147483646 w 807"/>
                <a:gd name="T59" fmla="*/ 2147483646 h 808"/>
                <a:gd name="T60" fmla="*/ 2147483646 w 807"/>
                <a:gd name="T61" fmla="*/ 2147483646 h 808"/>
                <a:gd name="T62" fmla="*/ 2147483646 w 807"/>
                <a:gd name="T63" fmla="*/ 2147483646 h 808"/>
                <a:gd name="T64" fmla="*/ 2147483646 w 807"/>
                <a:gd name="T65" fmla="*/ 2147483646 h 808"/>
                <a:gd name="T66" fmla="*/ 2147483646 w 807"/>
                <a:gd name="T67" fmla="*/ 2147483646 h 808"/>
                <a:gd name="T68" fmla="*/ 2147483646 w 807"/>
                <a:gd name="T69" fmla="*/ 2147483646 h 808"/>
                <a:gd name="T70" fmla="*/ 2147483646 w 807"/>
                <a:gd name="T71" fmla="*/ 2147483646 h 808"/>
                <a:gd name="T72" fmla="*/ 2147483646 w 807"/>
                <a:gd name="T73" fmla="*/ 2147483646 h 808"/>
                <a:gd name="T74" fmla="*/ 2147483646 w 807"/>
                <a:gd name="T75" fmla="*/ 2147483646 h 808"/>
                <a:gd name="T76" fmla="*/ 2147483646 w 807"/>
                <a:gd name="T77" fmla="*/ 2147483646 h 808"/>
                <a:gd name="T78" fmla="*/ 2147483646 w 807"/>
                <a:gd name="T79" fmla="*/ 2147483646 h 808"/>
                <a:gd name="T80" fmla="*/ 2147483646 w 807"/>
                <a:gd name="T81" fmla="*/ 2147483646 h 808"/>
                <a:gd name="T82" fmla="*/ 2147483646 w 807"/>
                <a:gd name="T83" fmla="*/ 2147483646 h 808"/>
                <a:gd name="T84" fmla="*/ 2147483646 w 807"/>
                <a:gd name="T85" fmla="*/ 2147483646 h 808"/>
                <a:gd name="T86" fmla="*/ 2147483646 w 807"/>
                <a:gd name="T87" fmla="*/ 2147483646 h 808"/>
                <a:gd name="T88" fmla="*/ 2147483646 w 807"/>
                <a:gd name="T89" fmla="*/ 2147483646 h 808"/>
                <a:gd name="T90" fmla="*/ 2147483646 w 807"/>
                <a:gd name="T91" fmla="*/ 2147483646 h 808"/>
                <a:gd name="T92" fmla="*/ 2147483646 w 807"/>
                <a:gd name="T93" fmla="*/ 2147483646 h 808"/>
                <a:gd name="T94" fmla="*/ 2147483646 w 807"/>
                <a:gd name="T95" fmla="*/ 2147483646 h 808"/>
                <a:gd name="T96" fmla="*/ 2147483646 w 807"/>
                <a:gd name="T97" fmla="*/ 2147483646 h 808"/>
                <a:gd name="T98" fmla="*/ 2147483646 w 807"/>
                <a:gd name="T99" fmla="*/ 2147483646 h 808"/>
                <a:gd name="T100" fmla="*/ 2147483646 w 807"/>
                <a:gd name="T101" fmla="*/ 2147483646 h 808"/>
                <a:gd name="T102" fmla="*/ 2147483646 w 807"/>
                <a:gd name="T103" fmla="*/ 2147483646 h 808"/>
                <a:gd name="T104" fmla="*/ 2147483646 w 807"/>
                <a:gd name="T105" fmla="*/ 2147483646 h 808"/>
                <a:gd name="T106" fmla="*/ 2147483646 w 807"/>
                <a:gd name="T107" fmla="*/ 2147483646 h 808"/>
                <a:gd name="T108" fmla="*/ 2147483646 w 807"/>
                <a:gd name="T109" fmla="*/ 2147483646 h 808"/>
                <a:gd name="T110" fmla="*/ 2147483646 w 807"/>
                <a:gd name="T111" fmla="*/ 2147483646 h 80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07"/>
                <a:gd name="T169" fmla="*/ 0 h 808"/>
                <a:gd name="T170" fmla="*/ 807 w 807"/>
                <a:gd name="T171" fmla="*/ 808 h 80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07" h="808">
                  <a:moveTo>
                    <a:pt x="0" y="400"/>
                  </a:moveTo>
                  <a:lnTo>
                    <a:pt x="0" y="410"/>
                  </a:lnTo>
                  <a:lnTo>
                    <a:pt x="1" y="388"/>
                  </a:lnTo>
                  <a:lnTo>
                    <a:pt x="3" y="368"/>
                  </a:lnTo>
                  <a:lnTo>
                    <a:pt x="6" y="346"/>
                  </a:lnTo>
                  <a:lnTo>
                    <a:pt x="8" y="326"/>
                  </a:lnTo>
                  <a:lnTo>
                    <a:pt x="13" y="307"/>
                  </a:lnTo>
                  <a:lnTo>
                    <a:pt x="18" y="287"/>
                  </a:lnTo>
                  <a:lnTo>
                    <a:pt x="26" y="268"/>
                  </a:lnTo>
                  <a:lnTo>
                    <a:pt x="33" y="249"/>
                  </a:lnTo>
                  <a:lnTo>
                    <a:pt x="40" y="232"/>
                  </a:lnTo>
                  <a:lnTo>
                    <a:pt x="50" y="213"/>
                  </a:lnTo>
                  <a:lnTo>
                    <a:pt x="60" y="197"/>
                  </a:lnTo>
                  <a:lnTo>
                    <a:pt x="70" y="180"/>
                  </a:lnTo>
                  <a:lnTo>
                    <a:pt x="82" y="164"/>
                  </a:lnTo>
                  <a:lnTo>
                    <a:pt x="93" y="148"/>
                  </a:lnTo>
                  <a:lnTo>
                    <a:pt x="106" y="134"/>
                  </a:lnTo>
                  <a:lnTo>
                    <a:pt x="119" y="120"/>
                  </a:lnTo>
                  <a:lnTo>
                    <a:pt x="134" y="107"/>
                  </a:lnTo>
                  <a:lnTo>
                    <a:pt x="150" y="94"/>
                  </a:lnTo>
                  <a:lnTo>
                    <a:pt x="164" y="81"/>
                  </a:lnTo>
                  <a:lnTo>
                    <a:pt x="180" y="70"/>
                  </a:lnTo>
                  <a:lnTo>
                    <a:pt x="197" y="59"/>
                  </a:lnTo>
                  <a:lnTo>
                    <a:pt x="215" y="49"/>
                  </a:lnTo>
                  <a:lnTo>
                    <a:pt x="232" y="40"/>
                  </a:lnTo>
                  <a:lnTo>
                    <a:pt x="251" y="32"/>
                  </a:lnTo>
                  <a:lnTo>
                    <a:pt x="268" y="24"/>
                  </a:lnTo>
                  <a:lnTo>
                    <a:pt x="288" y="19"/>
                  </a:lnTo>
                  <a:lnTo>
                    <a:pt x="307" y="13"/>
                  </a:lnTo>
                  <a:lnTo>
                    <a:pt x="327" y="8"/>
                  </a:lnTo>
                  <a:lnTo>
                    <a:pt x="347" y="4"/>
                  </a:lnTo>
                  <a:lnTo>
                    <a:pt x="368" y="3"/>
                  </a:lnTo>
                  <a:lnTo>
                    <a:pt x="388" y="1"/>
                  </a:lnTo>
                  <a:lnTo>
                    <a:pt x="409" y="0"/>
                  </a:lnTo>
                  <a:lnTo>
                    <a:pt x="399" y="0"/>
                  </a:lnTo>
                  <a:lnTo>
                    <a:pt x="421" y="1"/>
                  </a:lnTo>
                  <a:lnTo>
                    <a:pt x="441" y="3"/>
                  </a:lnTo>
                  <a:lnTo>
                    <a:pt x="461" y="4"/>
                  </a:lnTo>
                  <a:lnTo>
                    <a:pt x="481" y="8"/>
                  </a:lnTo>
                  <a:lnTo>
                    <a:pt x="502" y="13"/>
                  </a:lnTo>
                  <a:lnTo>
                    <a:pt x="520" y="19"/>
                  </a:lnTo>
                  <a:lnTo>
                    <a:pt x="541" y="24"/>
                  </a:lnTo>
                  <a:lnTo>
                    <a:pt x="558" y="32"/>
                  </a:lnTo>
                  <a:lnTo>
                    <a:pt x="577" y="40"/>
                  </a:lnTo>
                  <a:lnTo>
                    <a:pt x="594" y="49"/>
                  </a:lnTo>
                  <a:lnTo>
                    <a:pt x="611" y="59"/>
                  </a:lnTo>
                  <a:lnTo>
                    <a:pt x="629" y="70"/>
                  </a:lnTo>
                  <a:lnTo>
                    <a:pt x="644" y="81"/>
                  </a:lnTo>
                  <a:lnTo>
                    <a:pt x="659" y="94"/>
                  </a:lnTo>
                  <a:lnTo>
                    <a:pt x="675" y="107"/>
                  </a:lnTo>
                  <a:lnTo>
                    <a:pt x="688" y="120"/>
                  </a:lnTo>
                  <a:lnTo>
                    <a:pt x="702" y="134"/>
                  </a:lnTo>
                  <a:lnTo>
                    <a:pt x="715" y="148"/>
                  </a:lnTo>
                  <a:lnTo>
                    <a:pt x="727" y="164"/>
                  </a:lnTo>
                  <a:lnTo>
                    <a:pt x="738" y="180"/>
                  </a:lnTo>
                  <a:lnTo>
                    <a:pt x="748" y="197"/>
                  </a:lnTo>
                  <a:lnTo>
                    <a:pt x="758" y="213"/>
                  </a:lnTo>
                  <a:lnTo>
                    <a:pt x="768" y="232"/>
                  </a:lnTo>
                  <a:lnTo>
                    <a:pt x="776" y="249"/>
                  </a:lnTo>
                  <a:lnTo>
                    <a:pt x="783" y="268"/>
                  </a:lnTo>
                  <a:lnTo>
                    <a:pt x="790" y="287"/>
                  </a:lnTo>
                  <a:lnTo>
                    <a:pt x="796" y="307"/>
                  </a:lnTo>
                  <a:lnTo>
                    <a:pt x="800" y="326"/>
                  </a:lnTo>
                  <a:lnTo>
                    <a:pt x="803" y="346"/>
                  </a:lnTo>
                  <a:lnTo>
                    <a:pt x="806" y="368"/>
                  </a:lnTo>
                  <a:lnTo>
                    <a:pt x="807" y="388"/>
                  </a:lnTo>
                  <a:lnTo>
                    <a:pt x="807" y="410"/>
                  </a:lnTo>
                  <a:lnTo>
                    <a:pt x="807" y="400"/>
                  </a:lnTo>
                  <a:lnTo>
                    <a:pt x="807" y="420"/>
                  </a:lnTo>
                  <a:lnTo>
                    <a:pt x="806" y="441"/>
                  </a:lnTo>
                  <a:lnTo>
                    <a:pt x="803" y="462"/>
                  </a:lnTo>
                  <a:lnTo>
                    <a:pt x="800" y="482"/>
                  </a:lnTo>
                  <a:lnTo>
                    <a:pt x="796" y="502"/>
                  </a:lnTo>
                  <a:lnTo>
                    <a:pt x="790" y="521"/>
                  </a:lnTo>
                  <a:lnTo>
                    <a:pt x="783" y="540"/>
                  </a:lnTo>
                  <a:lnTo>
                    <a:pt x="776" y="558"/>
                  </a:lnTo>
                  <a:lnTo>
                    <a:pt x="768" y="577"/>
                  </a:lnTo>
                  <a:lnTo>
                    <a:pt x="758" y="594"/>
                  </a:lnTo>
                  <a:lnTo>
                    <a:pt x="748" y="612"/>
                  </a:lnTo>
                  <a:lnTo>
                    <a:pt x="738" y="628"/>
                  </a:lnTo>
                  <a:lnTo>
                    <a:pt x="727" y="643"/>
                  </a:lnTo>
                  <a:lnTo>
                    <a:pt x="715" y="659"/>
                  </a:lnTo>
                  <a:lnTo>
                    <a:pt x="702" y="674"/>
                  </a:lnTo>
                  <a:lnTo>
                    <a:pt x="688" y="688"/>
                  </a:lnTo>
                  <a:lnTo>
                    <a:pt x="675" y="703"/>
                  </a:lnTo>
                  <a:lnTo>
                    <a:pt x="659" y="714"/>
                  </a:lnTo>
                  <a:lnTo>
                    <a:pt x="644" y="727"/>
                  </a:lnTo>
                  <a:lnTo>
                    <a:pt x="629" y="739"/>
                  </a:lnTo>
                  <a:lnTo>
                    <a:pt x="611" y="749"/>
                  </a:lnTo>
                  <a:lnTo>
                    <a:pt x="594" y="759"/>
                  </a:lnTo>
                  <a:lnTo>
                    <a:pt x="577" y="768"/>
                  </a:lnTo>
                  <a:lnTo>
                    <a:pt x="558" y="776"/>
                  </a:lnTo>
                  <a:lnTo>
                    <a:pt x="541" y="783"/>
                  </a:lnTo>
                  <a:lnTo>
                    <a:pt x="520" y="789"/>
                  </a:lnTo>
                  <a:lnTo>
                    <a:pt x="502" y="795"/>
                  </a:lnTo>
                  <a:lnTo>
                    <a:pt x="481" y="799"/>
                  </a:lnTo>
                  <a:lnTo>
                    <a:pt x="461" y="804"/>
                  </a:lnTo>
                  <a:lnTo>
                    <a:pt x="441" y="807"/>
                  </a:lnTo>
                  <a:lnTo>
                    <a:pt x="421" y="808"/>
                  </a:lnTo>
                  <a:lnTo>
                    <a:pt x="399" y="808"/>
                  </a:lnTo>
                  <a:lnTo>
                    <a:pt x="409" y="808"/>
                  </a:lnTo>
                  <a:lnTo>
                    <a:pt x="388" y="808"/>
                  </a:lnTo>
                  <a:lnTo>
                    <a:pt x="368" y="807"/>
                  </a:lnTo>
                  <a:lnTo>
                    <a:pt x="347" y="804"/>
                  </a:lnTo>
                  <a:lnTo>
                    <a:pt x="327" y="799"/>
                  </a:lnTo>
                  <a:lnTo>
                    <a:pt x="307" y="795"/>
                  </a:lnTo>
                  <a:lnTo>
                    <a:pt x="288" y="789"/>
                  </a:lnTo>
                  <a:lnTo>
                    <a:pt x="268" y="783"/>
                  </a:lnTo>
                  <a:lnTo>
                    <a:pt x="251" y="776"/>
                  </a:lnTo>
                  <a:lnTo>
                    <a:pt x="232" y="768"/>
                  </a:lnTo>
                  <a:lnTo>
                    <a:pt x="215" y="759"/>
                  </a:lnTo>
                  <a:lnTo>
                    <a:pt x="197" y="749"/>
                  </a:lnTo>
                  <a:lnTo>
                    <a:pt x="180" y="739"/>
                  </a:lnTo>
                  <a:lnTo>
                    <a:pt x="164" y="727"/>
                  </a:lnTo>
                  <a:lnTo>
                    <a:pt x="150" y="714"/>
                  </a:lnTo>
                  <a:lnTo>
                    <a:pt x="134" y="703"/>
                  </a:lnTo>
                  <a:lnTo>
                    <a:pt x="119" y="688"/>
                  </a:lnTo>
                  <a:lnTo>
                    <a:pt x="106" y="674"/>
                  </a:lnTo>
                  <a:lnTo>
                    <a:pt x="93" y="659"/>
                  </a:lnTo>
                  <a:lnTo>
                    <a:pt x="82" y="643"/>
                  </a:lnTo>
                  <a:lnTo>
                    <a:pt x="70" y="628"/>
                  </a:lnTo>
                  <a:lnTo>
                    <a:pt x="60" y="612"/>
                  </a:lnTo>
                  <a:lnTo>
                    <a:pt x="50" y="594"/>
                  </a:lnTo>
                  <a:lnTo>
                    <a:pt x="40" y="577"/>
                  </a:lnTo>
                  <a:lnTo>
                    <a:pt x="33" y="558"/>
                  </a:lnTo>
                  <a:lnTo>
                    <a:pt x="26" y="540"/>
                  </a:lnTo>
                  <a:lnTo>
                    <a:pt x="18" y="521"/>
                  </a:lnTo>
                  <a:lnTo>
                    <a:pt x="13" y="502"/>
                  </a:lnTo>
                  <a:lnTo>
                    <a:pt x="8" y="482"/>
                  </a:lnTo>
                  <a:lnTo>
                    <a:pt x="6" y="462"/>
                  </a:lnTo>
                  <a:lnTo>
                    <a:pt x="3" y="441"/>
                  </a:lnTo>
                  <a:lnTo>
                    <a:pt x="1" y="420"/>
                  </a:lnTo>
                  <a:lnTo>
                    <a:pt x="0" y="40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64" name="Freeform 14">
              <a:extLst>
                <a:ext uri="{FF2B5EF4-FFF2-40B4-BE49-F238E27FC236}">
                  <a16:creationId xmlns:a16="http://schemas.microsoft.com/office/drawing/2014/main" id="{1F6B8BF5-343C-4083-A1A5-77706C98B443}"/>
                </a:ext>
              </a:extLst>
            </p:cNvPr>
            <p:cNvSpPr>
              <a:spLocks/>
            </p:cNvSpPr>
            <p:nvPr/>
          </p:nvSpPr>
          <p:spPr bwMode="auto">
            <a:xfrm>
              <a:off x="4745038" y="1106488"/>
              <a:ext cx="114300" cy="136525"/>
            </a:xfrm>
            <a:custGeom>
              <a:avLst/>
              <a:gdLst>
                <a:gd name="T0" fmla="*/ 2147483646 w 145"/>
                <a:gd name="T1" fmla="*/ 0 h 173"/>
                <a:gd name="T2" fmla="*/ 0 w 145"/>
                <a:gd name="T3" fmla="*/ 2147483646 h 173"/>
                <a:gd name="T4" fmla="*/ 2147483646 w 145"/>
                <a:gd name="T5" fmla="*/ 2147483646 h 173"/>
                <a:gd name="T6" fmla="*/ 2147483646 w 145"/>
                <a:gd name="T7" fmla="*/ 2147483646 h 173"/>
                <a:gd name="T8" fmla="*/ 2147483646 w 145"/>
                <a:gd name="T9" fmla="*/ 0 h 173"/>
                <a:gd name="T10" fmla="*/ 0 60000 65536"/>
                <a:gd name="T11" fmla="*/ 0 60000 65536"/>
                <a:gd name="T12" fmla="*/ 0 60000 65536"/>
                <a:gd name="T13" fmla="*/ 0 60000 65536"/>
                <a:gd name="T14" fmla="*/ 0 60000 65536"/>
                <a:gd name="T15" fmla="*/ 0 w 145"/>
                <a:gd name="T16" fmla="*/ 0 h 173"/>
                <a:gd name="T17" fmla="*/ 145 w 145"/>
                <a:gd name="T18" fmla="*/ 173 h 173"/>
              </a:gdLst>
              <a:ahLst/>
              <a:cxnLst>
                <a:cxn ang="T10">
                  <a:pos x="T0" y="T1"/>
                </a:cxn>
                <a:cxn ang="T11">
                  <a:pos x="T2" y="T3"/>
                </a:cxn>
                <a:cxn ang="T12">
                  <a:pos x="T4" y="T5"/>
                </a:cxn>
                <a:cxn ang="T13">
                  <a:pos x="T6" y="T7"/>
                </a:cxn>
                <a:cxn ang="T14">
                  <a:pos x="T8" y="T9"/>
                </a:cxn>
              </a:cxnLst>
              <a:rect l="T15" t="T16" r="T17" b="T18"/>
              <a:pathLst>
                <a:path w="145" h="173">
                  <a:moveTo>
                    <a:pt x="87" y="0"/>
                  </a:moveTo>
                  <a:lnTo>
                    <a:pt x="0" y="173"/>
                  </a:lnTo>
                  <a:lnTo>
                    <a:pt x="145" y="58"/>
                  </a:lnTo>
                  <a:lnTo>
                    <a:pt x="116" y="29"/>
                  </a:lnTo>
                  <a:lnTo>
                    <a:pt x="87" y="0"/>
                  </a:lnTo>
                  <a:close/>
                </a:path>
              </a:pathLst>
            </a:custGeom>
            <a:solidFill>
              <a:srgbClr val="000000"/>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65" name="Freeform 17">
              <a:extLst>
                <a:ext uri="{FF2B5EF4-FFF2-40B4-BE49-F238E27FC236}">
                  <a16:creationId xmlns:a16="http://schemas.microsoft.com/office/drawing/2014/main" id="{4D9E0F42-B1F5-439C-B7AC-01C86C7D5B5E}"/>
                </a:ext>
              </a:extLst>
            </p:cNvPr>
            <p:cNvSpPr>
              <a:spLocks/>
            </p:cNvSpPr>
            <p:nvPr/>
          </p:nvSpPr>
          <p:spPr bwMode="auto">
            <a:xfrm>
              <a:off x="4241800" y="623888"/>
              <a:ext cx="641350" cy="665162"/>
            </a:xfrm>
            <a:custGeom>
              <a:avLst/>
              <a:gdLst>
                <a:gd name="T0" fmla="*/ 2147483646 w 807"/>
                <a:gd name="T1" fmla="*/ 2147483646 h 837"/>
                <a:gd name="T2" fmla="*/ 2147483646 w 807"/>
                <a:gd name="T3" fmla="*/ 2147483646 h 837"/>
                <a:gd name="T4" fmla="*/ 2147483646 w 807"/>
                <a:gd name="T5" fmla="*/ 2147483646 h 837"/>
                <a:gd name="T6" fmla="*/ 2147483646 w 807"/>
                <a:gd name="T7" fmla="*/ 2147483646 h 837"/>
                <a:gd name="T8" fmla="*/ 2147483646 w 807"/>
                <a:gd name="T9" fmla="*/ 2147483646 h 837"/>
                <a:gd name="T10" fmla="*/ 2147483646 w 807"/>
                <a:gd name="T11" fmla="*/ 2147483646 h 837"/>
                <a:gd name="T12" fmla="*/ 2147483646 w 807"/>
                <a:gd name="T13" fmla="*/ 2147483646 h 837"/>
                <a:gd name="T14" fmla="*/ 2147483646 w 807"/>
                <a:gd name="T15" fmla="*/ 2147483646 h 837"/>
                <a:gd name="T16" fmla="*/ 2147483646 w 807"/>
                <a:gd name="T17" fmla="*/ 2147483646 h 837"/>
                <a:gd name="T18" fmla="*/ 2147483646 w 807"/>
                <a:gd name="T19" fmla="*/ 2147483646 h 837"/>
                <a:gd name="T20" fmla="*/ 2147483646 w 807"/>
                <a:gd name="T21" fmla="*/ 2147483646 h 837"/>
                <a:gd name="T22" fmla="*/ 2147483646 w 807"/>
                <a:gd name="T23" fmla="*/ 0 h 837"/>
                <a:gd name="T24" fmla="*/ 2147483646 w 807"/>
                <a:gd name="T25" fmla="*/ 2147483646 h 837"/>
                <a:gd name="T26" fmla="*/ 2147483646 w 807"/>
                <a:gd name="T27" fmla="*/ 2147483646 h 837"/>
                <a:gd name="T28" fmla="*/ 2147483646 w 807"/>
                <a:gd name="T29" fmla="*/ 2147483646 h 837"/>
                <a:gd name="T30" fmla="*/ 2147483646 w 807"/>
                <a:gd name="T31" fmla="*/ 2147483646 h 837"/>
                <a:gd name="T32" fmla="*/ 2147483646 w 807"/>
                <a:gd name="T33" fmla="*/ 2147483646 h 837"/>
                <a:gd name="T34" fmla="*/ 2147483646 w 807"/>
                <a:gd name="T35" fmla="*/ 2147483646 h 837"/>
                <a:gd name="T36" fmla="*/ 2147483646 w 807"/>
                <a:gd name="T37" fmla="*/ 2147483646 h 837"/>
                <a:gd name="T38" fmla="*/ 2147483646 w 807"/>
                <a:gd name="T39" fmla="*/ 2147483646 h 837"/>
                <a:gd name="T40" fmla="*/ 2147483646 w 807"/>
                <a:gd name="T41" fmla="*/ 2147483646 h 837"/>
                <a:gd name="T42" fmla="*/ 2147483646 w 807"/>
                <a:gd name="T43" fmla="*/ 2147483646 h 837"/>
                <a:gd name="T44" fmla="*/ 2147483646 w 807"/>
                <a:gd name="T45" fmla="*/ 2147483646 h 837"/>
                <a:gd name="T46" fmla="*/ 2147483646 w 807"/>
                <a:gd name="T47" fmla="*/ 2147483646 h 837"/>
                <a:gd name="T48" fmla="*/ 2147483646 w 807"/>
                <a:gd name="T49" fmla="*/ 2147483646 h 837"/>
                <a:gd name="T50" fmla="*/ 2147483646 w 807"/>
                <a:gd name="T51" fmla="*/ 2147483646 h 837"/>
                <a:gd name="T52" fmla="*/ 2147483646 w 807"/>
                <a:gd name="T53" fmla="*/ 2147483646 h 837"/>
                <a:gd name="T54" fmla="*/ 2147483646 w 807"/>
                <a:gd name="T55" fmla="*/ 2147483646 h 837"/>
                <a:gd name="T56" fmla="*/ 2147483646 w 807"/>
                <a:gd name="T57" fmla="*/ 2147483646 h 837"/>
                <a:gd name="T58" fmla="*/ 2147483646 w 807"/>
                <a:gd name="T59" fmla="*/ 2147483646 h 837"/>
                <a:gd name="T60" fmla="*/ 2147483646 w 807"/>
                <a:gd name="T61" fmla="*/ 2147483646 h 837"/>
                <a:gd name="T62" fmla="*/ 2147483646 w 807"/>
                <a:gd name="T63" fmla="*/ 2147483646 h 837"/>
                <a:gd name="T64" fmla="*/ 2147483646 w 807"/>
                <a:gd name="T65" fmla="*/ 2147483646 h 837"/>
                <a:gd name="T66" fmla="*/ 2147483646 w 807"/>
                <a:gd name="T67" fmla="*/ 2147483646 h 837"/>
                <a:gd name="T68" fmla="*/ 2147483646 w 807"/>
                <a:gd name="T69" fmla="*/ 2147483646 h 837"/>
                <a:gd name="T70" fmla="*/ 2147483646 w 807"/>
                <a:gd name="T71" fmla="*/ 2147483646 h 837"/>
                <a:gd name="T72" fmla="*/ 2147483646 w 807"/>
                <a:gd name="T73" fmla="*/ 2147483646 h 837"/>
                <a:gd name="T74" fmla="*/ 2147483646 w 807"/>
                <a:gd name="T75" fmla="*/ 2147483646 h 837"/>
                <a:gd name="T76" fmla="*/ 2147483646 w 807"/>
                <a:gd name="T77" fmla="*/ 2147483646 h 837"/>
                <a:gd name="T78" fmla="*/ 2147483646 w 807"/>
                <a:gd name="T79" fmla="*/ 2147483646 h 837"/>
                <a:gd name="T80" fmla="*/ 2147483646 w 807"/>
                <a:gd name="T81" fmla="*/ 2147483646 h 837"/>
                <a:gd name="T82" fmla="*/ 2147483646 w 807"/>
                <a:gd name="T83" fmla="*/ 2147483646 h 837"/>
                <a:gd name="T84" fmla="*/ 2147483646 w 807"/>
                <a:gd name="T85" fmla="*/ 2147483646 h 837"/>
                <a:gd name="T86" fmla="*/ 2147483646 w 807"/>
                <a:gd name="T87" fmla="*/ 2147483646 h 837"/>
                <a:gd name="T88" fmla="*/ 2147483646 w 807"/>
                <a:gd name="T89" fmla="*/ 2147483646 h 837"/>
                <a:gd name="T90" fmla="*/ 2147483646 w 807"/>
                <a:gd name="T91" fmla="*/ 2147483646 h 837"/>
                <a:gd name="T92" fmla="*/ 2147483646 w 807"/>
                <a:gd name="T93" fmla="*/ 2147483646 h 837"/>
                <a:gd name="T94" fmla="*/ 2147483646 w 807"/>
                <a:gd name="T95" fmla="*/ 2147483646 h 837"/>
                <a:gd name="T96" fmla="*/ 2147483646 w 807"/>
                <a:gd name="T97" fmla="*/ 2147483646 h 837"/>
                <a:gd name="T98" fmla="*/ 2147483646 w 807"/>
                <a:gd name="T99" fmla="*/ 2147483646 h 837"/>
                <a:gd name="T100" fmla="*/ 2147483646 w 807"/>
                <a:gd name="T101" fmla="*/ 2147483646 h 837"/>
                <a:gd name="T102" fmla="*/ 2147483646 w 807"/>
                <a:gd name="T103" fmla="*/ 2147483646 h 837"/>
                <a:gd name="T104" fmla="*/ 2147483646 w 807"/>
                <a:gd name="T105" fmla="*/ 2147483646 h 837"/>
                <a:gd name="T106" fmla="*/ 2147483646 w 807"/>
                <a:gd name="T107" fmla="*/ 2147483646 h 837"/>
                <a:gd name="T108" fmla="*/ 2147483646 w 807"/>
                <a:gd name="T109" fmla="*/ 2147483646 h 837"/>
                <a:gd name="T110" fmla="*/ 2147483646 w 807"/>
                <a:gd name="T111" fmla="*/ 2147483646 h 83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07"/>
                <a:gd name="T169" fmla="*/ 0 h 837"/>
                <a:gd name="T170" fmla="*/ 807 w 807"/>
                <a:gd name="T171" fmla="*/ 837 h 83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07" h="837">
                  <a:moveTo>
                    <a:pt x="0" y="429"/>
                  </a:moveTo>
                  <a:lnTo>
                    <a:pt x="0" y="410"/>
                  </a:lnTo>
                  <a:lnTo>
                    <a:pt x="1" y="388"/>
                  </a:lnTo>
                  <a:lnTo>
                    <a:pt x="3" y="368"/>
                  </a:lnTo>
                  <a:lnTo>
                    <a:pt x="6" y="346"/>
                  </a:lnTo>
                  <a:lnTo>
                    <a:pt x="8" y="326"/>
                  </a:lnTo>
                  <a:lnTo>
                    <a:pt x="13" y="307"/>
                  </a:lnTo>
                  <a:lnTo>
                    <a:pt x="19" y="287"/>
                  </a:lnTo>
                  <a:lnTo>
                    <a:pt x="26" y="268"/>
                  </a:lnTo>
                  <a:lnTo>
                    <a:pt x="33" y="250"/>
                  </a:lnTo>
                  <a:lnTo>
                    <a:pt x="40" y="232"/>
                  </a:lnTo>
                  <a:lnTo>
                    <a:pt x="50" y="214"/>
                  </a:lnTo>
                  <a:lnTo>
                    <a:pt x="60" y="198"/>
                  </a:lnTo>
                  <a:lnTo>
                    <a:pt x="71" y="180"/>
                  </a:lnTo>
                  <a:lnTo>
                    <a:pt x="82" y="164"/>
                  </a:lnTo>
                  <a:lnTo>
                    <a:pt x="94" y="149"/>
                  </a:lnTo>
                  <a:lnTo>
                    <a:pt x="107" y="134"/>
                  </a:lnTo>
                  <a:lnTo>
                    <a:pt x="120" y="120"/>
                  </a:lnTo>
                  <a:lnTo>
                    <a:pt x="134" y="107"/>
                  </a:lnTo>
                  <a:lnTo>
                    <a:pt x="150" y="94"/>
                  </a:lnTo>
                  <a:lnTo>
                    <a:pt x="164" y="81"/>
                  </a:lnTo>
                  <a:lnTo>
                    <a:pt x="180" y="71"/>
                  </a:lnTo>
                  <a:lnTo>
                    <a:pt x="197" y="59"/>
                  </a:lnTo>
                  <a:lnTo>
                    <a:pt x="215" y="49"/>
                  </a:lnTo>
                  <a:lnTo>
                    <a:pt x="232" y="40"/>
                  </a:lnTo>
                  <a:lnTo>
                    <a:pt x="251" y="32"/>
                  </a:lnTo>
                  <a:lnTo>
                    <a:pt x="268" y="24"/>
                  </a:lnTo>
                  <a:lnTo>
                    <a:pt x="288" y="19"/>
                  </a:lnTo>
                  <a:lnTo>
                    <a:pt x="307" y="13"/>
                  </a:lnTo>
                  <a:lnTo>
                    <a:pt x="327" y="9"/>
                  </a:lnTo>
                  <a:lnTo>
                    <a:pt x="347" y="4"/>
                  </a:lnTo>
                  <a:lnTo>
                    <a:pt x="368" y="3"/>
                  </a:lnTo>
                  <a:lnTo>
                    <a:pt x="388" y="1"/>
                  </a:lnTo>
                  <a:lnTo>
                    <a:pt x="409" y="0"/>
                  </a:lnTo>
                  <a:lnTo>
                    <a:pt x="399" y="0"/>
                  </a:lnTo>
                  <a:lnTo>
                    <a:pt x="421" y="1"/>
                  </a:lnTo>
                  <a:lnTo>
                    <a:pt x="441" y="3"/>
                  </a:lnTo>
                  <a:lnTo>
                    <a:pt x="461" y="4"/>
                  </a:lnTo>
                  <a:lnTo>
                    <a:pt x="482" y="9"/>
                  </a:lnTo>
                  <a:lnTo>
                    <a:pt x="502" y="13"/>
                  </a:lnTo>
                  <a:lnTo>
                    <a:pt x="520" y="19"/>
                  </a:lnTo>
                  <a:lnTo>
                    <a:pt x="541" y="24"/>
                  </a:lnTo>
                  <a:lnTo>
                    <a:pt x="558" y="32"/>
                  </a:lnTo>
                  <a:lnTo>
                    <a:pt x="577" y="40"/>
                  </a:lnTo>
                  <a:lnTo>
                    <a:pt x="594" y="49"/>
                  </a:lnTo>
                  <a:lnTo>
                    <a:pt x="611" y="59"/>
                  </a:lnTo>
                  <a:lnTo>
                    <a:pt x="629" y="71"/>
                  </a:lnTo>
                  <a:lnTo>
                    <a:pt x="645" y="81"/>
                  </a:lnTo>
                  <a:lnTo>
                    <a:pt x="659" y="94"/>
                  </a:lnTo>
                  <a:lnTo>
                    <a:pt x="675" y="107"/>
                  </a:lnTo>
                  <a:lnTo>
                    <a:pt x="688" y="120"/>
                  </a:lnTo>
                  <a:lnTo>
                    <a:pt x="702" y="134"/>
                  </a:lnTo>
                  <a:lnTo>
                    <a:pt x="715" y="149"/>
                  </a:lnTo>
                  <a:lnTo>
                    <a:pt x="727" y="164"/>
                  </a:lnTo>
                  <a:lnTo>
                    <a:pt x="738" y="180"/>
                  </a:lnTo>
                  <a:lnTo>
                    <a:pt x="748" y="198"/>
                  </a:lnTo>
                  <a:lnTo>
                    <a:pt x="758" y="214"/>
                  </a:lnTo>
                  <a:lnTo>
                    <a:pt x="769" y="232"/>
                  </a:lnTo>
                  <a:lnTo>
                    <a:pt x="776" y="250"/>
                  </a:lnTo>
                  <a:lnTo>
                    <a:pt x="783" y="268"/>
                  </a:lnTo>
                  <a:lnTo>
                    <a:pt x="790" y="287"/>
                  </a:lnTo>
                  <a:lnTo>
                    <a:pt x="796" y="307"/>
                  </a:lnTo>
                  <a:lnTo>
                    <a:pt x="800" y="326"/>
                  </a:lnTo>
                  <a:lnTo>
                    <a:pt x="803" y="346"/>
                  </a:lnTo>
                  <a:lnTo>
                    <a:pt x="806" y="368"/>
                  </a:lnTo>
                  <a:lnTo>
                    <a:pt x="807" y="388"/>
                  </a:lnTo>
                  <a:lnTo>
                    <a:pt x="807" y="410"/>
                  </a:lnTo>
                  <a:lnTo>
                    <a:pt x="807" y="429"/>
                  </a:lnTo>
                  <a:lnTo>
                    <a:pt x="807" y="449"/>
                  </a:lnTo>
                  <a:lnTo>
                    <a:pt x="806" y="470"/>
                  </a:lnTo>
                  <a:lnTo>
                    <a:pt x="803" y="491"/>
                  </a:lnTo>
                  <a:lnTo>
                    <a:pt x="800" y="511"/>
                  </a:lnTo>
                  <a:lnTo>
                    <a:pt x="796" y="531"/>
                  </a:lnTo>
                  <a:lnTo>
                    <a:pt x="790" y="550"/>
                  </a:lnTo>
                  <a:lnTo>
                    <a:pt x="783" y="569"/>
                  </a:lnTo>
                  <a:lnTo>
                    <a:pt x="776" y="587"/>
                  </a:lnTo>
                  <a:lnTo>
                    <a:pt x="769" y="606"/>
                  </a:lnTo>
                  <a:lnTo>
                    <a:pt x="758" y="623"/>
                  </a:lnTo>
                  <a:lnTo>
                    <a:pt x="748" y="641"/>
                  </a:lnTo>
                  <a:lnTo>
                    <a:pt x="738" y="657"/>
                  </a:lnTo>
                  <a:lnTo>
                    <a:pt x="727" y="672"/>
                  </a:lnTo>
                  <a:lnTo>
                    <a:pt x="715" y="688"/>
                  </a:lnTo>
                  <a:lnTo>
                    <a:pt x="702" y="703"/>
                  </a:lnTo>
                  <a:lnTo>
                    <a:pt x="688" y="717"/>
                  </a:lnTo>
                  <a:lnTo>
                    <a:pt x="675" y="732"/>
                  </a:lnTo>
                  <a:lnTo>
                    <a:pt x="659" y="743"/>
                  </a:lnTo>
                  <a:lnTo>
                    <a:pt x="645" y="756"/>
                  </a:lnTo>
                  <a:lnTo>
                    <a:pt x="629" y="768"/>
                  </a:lnTo>
                  <a:lnTo>
                    <a:pt x="611" y="778"/>
                  </a:lnTo>
                  <a:lnTo>
                    <a:pt x="594" y="788"/>
                  </a:lnTo>
                  <a:lnTo>
                    <a:pt x="577" y="797"/>
                  </a:lnTo>
                  <a:lnTo>
                    <a:pt x="558" y="805"/>
                  </a:lnTo>
                  <a:lnTo>
                    <a:pt x="541" y="812"/>
                  </a:lnTo>
                  <a:lnTo>
                    <a:pt x="520" y="818"/>
                  </a:lnTo>
                  <a:lnTo>
                    <a:pt x="502" y="824"/>
                  </a:lnTo>
                  <a:lnTo>
                    <a:pt x="482" y="828"/>
                  </a:lnTo>
                  <a:lnTo>
                    <a:pt x="461" y="833"/>
                  </a:lnTo>
                  <a:lnTo>
                    <a:pt x="441" y="836"/>
                  </a:lnTo>
                  <a:lnTo>
                    <a:pt x="421" y="837"/>
                  </a:lnTo>
                  <a:lnTo>
                    <a:pt x="399" y="837"/>
                  </a:lnTo>
                  <a:lnTo>
                    <a:pt x="409" y="837"/>
                  </a:lnTo>
                  <a:lnTo>
                    <a:pt x="388" y="837"/>
                  </a:lnTo>
                  <a:lnTo>
                    <a:pt x="368" y="836"/>
                  </a:lnTo>
                  <a:lnTo>
                    <a:pt x="347" y="833"/>
                  </a:lnTo>
                  <a:lnTo>
                    <a:pt x="327" y="828"/>
                  </a:lnTo>
                  <a:lnTo>
                    <a:pt x="307" y="824"/>
                  </a:lnTo>
                  <a:lnTo>
                    <a:pt x="288" y="818"/>
                  </a:lnTo>
                  <a:lnTo>
                    <a:pt x="268" y="812"/>
                  </a:lnTo>
                  <a:lnTo>
                    <a:pt x="251" y="805"/>
                  </a:lnTo>
                  <a:lnTo>
                    <a:pt x="232" y="797"/>
                  </a:lnTo>
                  <a:lnTo>
                    <a:pt x="215" y="788"/>
                  </a:lnTo>
                  <a:lnTo>
                    <a:pt x="197" y="778"/>
                  </a:lnTo>
                  <a:lnTo>
                    <a:pt x="180" y="768"/>
                  </a:lnTo>
                  <a:lnTo>
                    <a:pt x="164" y="756"/>
                  </a:lnTo>
                  <a:lnTo>
                    <a:pt x="150" y="743"/>
                  </a:lnTo>
                  <a:lnTo>
                    <a:pt x="134" y="732"/>
                  </a:lnTo>
                  <a:lnTo>
                    <a:pt x="120" y="717"/>
                  </a:lnTo>
                  <a:lnTo>
                    <a:pt x="107" y="703"/>
                  </a:lnTo>
                  <a:lnTo>
                    <a:pt x="94" y="688"/>
                  </a:lnTo>
                  <a:lnTo>
                    <a:pt x="82" y="672"/>
                  </a:lnTo>
                  <a:lnTo>
                    <a:pt x="71" y="657"/>
                  </a:lnTo>
                  <a:lnTo>
                    <a:pt x="60" y="641"/>
                  </a:lnTo>
                  <a:lnTo>
                    <a:pt x="50" y="623"/>
                  </a:lnTo>
                  <a:lnTo>
                    <a:pt x="40" y="606"/>
                  </a:lnTo>
                  <a:lnTo>
                    <a:pt x="33" y="587"/>
                  </a:lnTo>
                  <a:lnTo>
                    <a:pt x="26" y="569"/>
                  </a:lnTo>
                  <a:lnTo>
                    <a:pt x="19" y="550"/>
                  </a:lnTo>
                  <a:lnTo>
                    <a:pt x="13" y="531"/>
                  </a:lnTo>
                  <a:lnTo>
                    <a:pt x="8" y="511"/>
                  </a:lnTo>
                  <a:lnTo>
                    <a:pt x="6" y="491"/>
                  </a:lnTo>
                  <a:lnTo>
                    <a:pt x="3" y="470"/>
                  </a:lnTo>
                  <a:lnTo>
                    <a:pt x="1" y="449"/>
                  </a:lnTo>
                  <a:lnTo>
                    <a:pt x="0" y="429"/>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66" name="Freeform 19">
              <a:extLst>
                <a:ext uri="{FF2B5EF4-FFF2-40B4-BE49-F238E27FC236}">
                  <a16:creationId xmlns:a16="http://schemas.microsoft.com/office/drawing/2014/main" id="{A2E0F935-6321-4FF6-9E7F-4D41B59A7CEB}"/>
                </a:ext>
              </a:extLst>
            </p:cNvPr>
            <p:cNvSpPr>
              <a:spLocks/>
            </p:cNvSpPr>
            <p:nvPr/>
          </p:nvSpPr>
          <p:spPr bwMode="auto">
            <a:xfrm>
              <a:off x="4240213" y="2820988"/>
              <a:ext cx="649287" cy="650875"/>
            </a:xfrm>
            <a:custGeom>
              <a:avLst/>
              <a:gdLst>
                <a:gd name="T0" fmla="*/ 2147483646 w 818"/>
                <a:gd name="T1" fmla="*/ 2147483646 h 818"/>
                <a:gd name="T2" fmla="*/ 2147483646 w 818"/>
                <a:gd name="T3" fmla="*/ 2147483646 h 818"/>
                <a:gd name="T4" fmla="*/ 2147483646 w 818"/>
                <a:gd name="T5" fmla="*/ 2147483646 h 818"/>
                <a:gd name="T6" fmla="*/ 2147483646 w 818"/>
                <a:gd name="T7" fmla="*/ 2147483646 h 818"/>
                <a:gd name="T8" fmla="*/ 2147483646 w 818"/>
                <a:gd name="T9" fmla="*/ 2147483646 h 818"/>
                <a:gd name="T10" fmla="*/ 2147483646 w 818"/>
                <a:gd name="T11" fmla="*/ 2147483646 h 818"/>
                <a:gd name="T12" fmla="*/ 2147483646 w 818"/>
                <a:gd name="T13" fmla="*/ 2147483646 h 818"/>
                <a:gd name="T14" fmla="*/ 2147483646 w 818"/>
                <a:gd name="T15" fmla="*/ 2147483646 h 818"/>
                <a:gd name="T16" fmla="*/ 2147483646 w 818"/>
                <a:gd name="T17" fmla="*/ 2147483646 h 818"/>
                <a:gd name="T18" fmla="*/ 2147483646 w 818"/>
                <a:gd name="T19" fmla="*/ 2147483646 h 818"/>
                <a:gd name="T20" fmla="*/ 0 w 818"/>
                <a:gd name="T21" fmla="*/ 2147483646 h 818"/>
                <a:gd name="T22" fmla="*/ 2147483646 w 818"/>
                <a:gd name="T23" fmla="*/ 2147483646 h 818"/>
                <a:gd name="T24" fmla="*/ 2147483646 w 818"/>
                <a:gd name="T25" fmla="*/ 2147483646 h 818"/>
                <a:gd name="T26" fmla="*/ 2147483646 w 818"/>
                <a:gd name="T27" fmla="*/ 2147483646 h 818"/>
                <a:gd name="T28" fmla="*/ 2147483646 w 818"/>
                <a:gd name="T29" fmla="*/ 2147483646 h 818"/>
                <a:gd name="T30" fmla="*/ 2147483646 w 818"/>
                <a:gd name="T31" fmla="*/ 2147483646 h 818"/>
                <a:gd name="T32" fmla="*/ 2147483646 w 818"/>
                <a:gd name="T33" fmla="*/ 2147483646 h 818"/>
                <a:gd name="T34" fmla="*/ 2147483646 w 818"/>
                <a:gd name="T35" fmla="*/ 2147483646 h 818"/>
                <a:gd name="T36" fmla="*/ 2147483646 w 818"/>
                <a:gd name="T37" fmla="*/ 2147483646 h 818"/>
                <a:gd name="T38" fmla="*/ 2147483646 w 818"/>
                <a:gd name="T39" fmla="*/ 2147483646 h 818"/>
                <a:gd name="T40" fmla="*/ 2147483646 w 818"/>
                <a:gd name="T41" fmla="*/ 2147483646 h 818"/>
                <a:gd name="T42" fmla="*/ 2147483646 w 818"/>
                <a:gd name="T43" fmla="*/ 2147483646 h 818"/>
                <a:gd name="T44" fmla="*/ 2147483646 w 818"/>
                <a:gd name="T45" fmla="*/ 2147483646 h 818"/>
                <a:gd name="T46" fmla="*/ 2147483646 w 818"/>
                <a:gd name="T47" fmla="*/ 2147483646 h 818"/>
                <a:gd name="T48" fmla="*/ 2147483646 w 818"/>
                <a:gd name="T49" fmla="*/ 2147483646 h 818"/>
                <a:gd name="T50" fmla="*/ 2147483646 w 818"/>
                <a:gd name="T51" fmla="*/ 2147483646 h 818"/>
                <a:gd name="T52" fmla="*/ 2147483646 w 818"/>
                <a:gd name="T53" fmla="*/ 2147483646 h 818"/>
                <a:gd name="T54" fmla="*/ 2147483646 w 818"/>
                <a:gd name="T55" fmla="*/ 2147483646 h 818"/>
                <a:gd name="T56" fmla="*/ 2147483646 w 818"/>
                <a:gd name="T57" fmla="*/ 2147483646 h 818"/>
                <a:gd name="T58" fmla="*/ 2147483646 w 818"/>
                <a:gd name="T59" fmla="*/ 2147483646 h 818"/>
                <a:gd name="T60" fmla="*/ 2147483646 w 818"/>
                <a:gd name="T61" fmla="*/ 2147483646 h 818"/>
                <a:gd name="T62" fmla="*/ 2147483646 w 818"/>
                <a:gd name="T63" fmla="*/ 2147483646 h 818"/>
                <a:gd name="T64" fmla="*/ 2147483646 w 818"/>
                <a:gd name="T65" fmla="*/ 2147483646 h 818"/>
                <a:gd name="T66" fmla="*/ 2147483646 w 818"/>
                <a:gd name="T67" fmla="*/ 2147483646 h 818"/>
                <a:gd name="T68" fmla="*/ 2147483646 w 818"/>
                <a:gd name="T69" fmla="*/ 2147483646 h 818"/>
                <a:gd name="T70" fmla="*/ 2147483646 w 818"/>
                <a:gd name="T71" fmla="*/ 2147483646 h 818"/>
                <a:gd name="T72" fmla="*/ 2147483646 w 818"/>
                <a:gd name="T73" fmla="*/ 2147483646 h 818"/>
                <a:gd name="T74" fmla="*/ 2147483646 w 818"/>
                <a:gd name="T75" fmla="*/ 2147483646 h 818"/>
                <a:gd name="T76" fmla="*/ 2147483646 w 818"/>
                <a:gd name="T77" fmla="*/ 2147483646 h 818"/>
                <a:gd name="T78" fmla="*/ 2147483646 w 818"/>
                <a:gd name="T79" fmla="*/ 2147483646 h 818"/>
                <a:gd name="T80" fmla="*/ 2147483646 w 818"/>
                <a:gd name="T81" fmla="*/ 2147483646 h 818"/>
                <a:gd name="T82" fmla="*/ 2147483646 w 818"/>
                <a:gd name="T83" fmla="*/ 2147483646 h 818"/>
                <a:gd name="T84" fmla="*/ 2147483646 w 818"/>
                <a:gd name="T85" fmla="*/ 2147483646 h 818"/>
                <a:gd name="T86" fmla="*/ 2147483646 w 818"/>
                <a:gd name="T87" fmla="*/ 0 h 81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8"/>
                <a:gd name="T133" fmla="*/ 0 h 818"/>
                <a:gd name="T134" fmla="*/ 818 w 818"/>
                <a:gd name="T135" fmla="*/ 818 h 81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8" h="818">
                  <a:moveTo>
                    <a:pt x="409" y="0"/>
                  </a:moveTo>
                  <a:lnTo>
                    <a:pt x="388" y="1"/>
                  </a:lnTo>
                  <a:lnTo>
                    <a:pt x="367" y="3"/>
                  </a:lnTo>
                  <a:lnTo>
                    <a:pt x="347" y="6"/>
                  </a:lnTo>
                  <a:lnTo>
                    <a:pt x="326" y="9"/>
                  </a:lnTo>
                  <a:lnTo>
                    <a:pt x="306" y="13"/>
                  </a:lnTo>
                  <a:lnTo>
                    <a:pt x="287" y="19"/>
                  </a:lnTo>
                  <a:lnTo>
                    <a:pt x="269" y="26"/>
                  </a:lnTo>
                  <a:lnTo>
                    <a:pt x="250" y="33"/>
                  </a:lnTo>
                  <a:lnTo>
                    <a:pt x="231" y="40"/>
                  </a:lnTo>
                  <a:lnTo>
                    <a:pt x="214" y="50"/>
                  </a:lnTo>
                  <a:lnTo>
                    <a:pt x="197" y="59"/>
                  </a:lnTo>
                  <a:lnTo>
                    <a:pt x="181" y="71"/>
                  </a:lnTo>
                  <a:lnTo>
                    <a:pt x="165" y="82"/>
                  </a:lnTo>
                  <a:lnTo>
                    <a:pt x="149" y="94"/>
                  </a:lnTo>
                  <a:lnTo>
                    <a:pt x="135" y="107"/>
                  </a:lnTo>
                  <a:lnTo>
                    <a:pt x="120" y="120"/>
                  </a:lnTo>
                  <a:lnTo>
                    <a:pt x="106" y="134"/>
                  </a:lnTo>
                  <a:lnTo>
                    <a:pt x="94" y="150"/>
                  </a:lnTo>
                  <a:lnTo>
                    <a:pt x="81" y="164"/>
                  </a:lnTo>
                  <a:lnTo>
                    <a:pt x="70" y="180"/>
                  </a:lnTo>
                  <a:lnTo>
                    <a:pt x="60" y="198"/>
                  </a:lnTo>
                  <a:lnTo>
                    <a:pt x="49" y="215"/>
                  </a:lnTo>
                  <a:lnTo>
                    <a:pt x="41" y="232"/>
                  </a:lnTo>
                  <a:lnTo>
                    <a:pt x="32" y="251"/>
                  </a:lnTo>
                  <a:lnTo>
                    <a:pt x="25" y="268"/>
                  </a:lnTo>
                  <a:lnTo>
                    <a:pt x="19" y="289"/>
                  </a:lnTo>
                  <a:lnTo>
                    <a:pt x="13" y="307"/>
                  </a:lnTo>
                  <a:lnTo>
                    <a:pt x="9" y="327"/>
                  </a:lnTo>
                  <a:lnTo>
                    <a:pt x="5" y="348"/>
                  </a:lnTo>
                  <a:lnTo>
                    <a:pt x="2" y="368"/>
                  </a:lnTo>
                  <a:lnTo>
                    <a:pt x="0" y="388"/>
                  </a:lnTo>
                  <a:lnTo>
                    <a:pt x="0" y="410"/>
                  </a:lnTo>
                  <a:lnTo>
                    <a:pt x="0" y="430"/>
                  </a:lnTo>
                  <a:lnTo>
                    <a:pt x="2" y="452"/>
                  </a:lnTo>
                  <a:lnTo>
                    <a:pt x="5" y="472"/>
                  </a:lnTo>
                  <a:lnTo>
                    <a:pt x="9" y="492"/>
                  </a:lnTo>
                  <a:lnTo>
                    <a:pt x="13" y="512"/>
                  </a:lnTo>
                  <a:lnTo>
                    <a:pt x="19" y="531"/>
                  </a:lnTo>
                  <a:lnTo>
                    <a:pt x="25" y="550"/>
                  </a:lnTo>
                  <a:lnTo>
                    <a:pt x="32" y="569"/>
                  </a:lnTo>
                  <a:lnTo>
                    <a:pt x="41" y="587"/>
                  </a:lnTo>
                  <a:lnTo>
                    <a:pt x="49" y="605"/>
                  </a:lnTo>
                  <a:lnTo>
                    <a:pt x="60" y="622"/>
                  </a:lnTo>
                  <a:lnTo>
                    <a:pt x="70" y="638"/>
                  </a:lnTo>
                  <a:lnTo>
                    <a:pt x="81" y="654"/>
                  </a:lnTo>
                  <a:lnTo>
                    <a:pt x="94" y="670"/>
                  </a:lnTo>
                  <a:lnTo>
                    <a:pt x="106" y="684"/>
                  </a:lnTo>
                  <a:lnTo>
                    <a:pt x="120" y="698"/>
                  </a:lnTo>
                  <a:lnTo>
                    <a:pt x="135" y="713"/>
                  </a:lnTo>
                  <a:lnTo>
                    <a:pt x="149" y="726"/>
                  </a:lnTo>
                  <a:lnTo>
                    <a:pt x="165" y="737"/>
                  </a:lnTo>
                  <a:lnTo>
                    <a:pt x="181" y="749"/>
                  </a:lnTo>
                  <a:lnTo>
                    <a:pt x="197" y="759"/>
                  </a:lnTo>
                  <a:lnTo>
                    <a:pt x="214" y="769"/>
                  </a:lnTo>
                  <a:lnTo>
                    <a:pt x="231" y="778"/>
                  </a:lnTo>
                  <a:lnTo>
                    <a:pt x="250" y="786"/>
                  </a:lnTo>
                  <a:lnTo>
                    <a:pt x="269" y="794"/>
                  </a:lnTo>
                  <a:lnTo>
                    <a:pt x="287" y="801"/>
                  </a:lnTo>
                  <a:lnTo>
                    <a:pt x="306" y="805"/>
                  </a:lnTo>
                  <a:lnTo>
                    <a:pt x="326" y="810"/>
                  </a:lnTo>
                  <a:lnTo>
                    <a:pt x="347" y="814"/>
                  </a:lnTo>
                  <a:lnTo>
                    <a:pt x="367" y="817"/>
                  </a:lnTo>
                  <a:lnTo>
                    <a:pt x="388" y="818"/>
                  </a:lnTo>
                  <a:lnTo>
                    <a:pt x="409" y="818"/>
                  </a:lnTo>
                  <a:lnTo>
                    <a:pt x="430" y="818"/>
                  </a:lnTo>
                  <a:lnTo>
                    <a:pt x="450" y="817"/>
                  </a:lnTo>
                  <a:lnTo>
                    <a:pt x="471" y="814"/>
                  </a:lnTo>
                  <a:lnTo>
                    <a:pt x="491" y="810"/>
                  </a:lnTo>
                  <a:lnTo>
                    <a:pt x="511" y="805"/>
                  </a:lnTo>
                  <a:lnTo>
                    <a:pt x="530" y="801"/>
                  </a:lnTo>
                  <a:lnTo>
                    <a:pt x="550" y="794"/>
                  </a:lnTo>
                  <a:lnTo>
                    <a:pt x="569" y="786"/>
                  </a:lnTo>
                  <a:lnTo>
                    <a:pt x="586" y="778"/>
                  </a:lnTo>
                  <a:lnTo>
                    <a:pt x="603" y="769"/>
                  </a:lnTo>
                  <a:lnTo>
                    <a:pt x="621" y="759"/>
                  </a:lnTo>
                  <a:lnTo>
                    <a:pt x="638" y="749"/>
                  </a:lnTo>
                  <a:lnTo>
                    <a:pt x="654" y="737"/>
                  </a:lnTo>
                  <a:lnTo>
                    <a:pt x="668" y="726"/>
                  </a:lnTo>
                  <a:lnTo>
                    <a:pt x="684" y="713"/>
                  </a:lnTo>
                  <a:lnTo>
                    <a:pt x="698" y="698"/>
                  </a:lnTo>
                  <a:lnTo>
                    <a:pt x="711" y="684"/>
                  </a:lnTo>
                  <a:lnTo>
                    <a:pt x="724" y="670"/>
                  </a:lnTo>
                  <a:lnTo>
                    <a:pt x="736" y="654"/>
                  </a:lnTo>
                  <a:lnTo>
                    <a:pt x="747" y="638"/>
                  </a:lnTo>
                  <a:lnTo>
                    <a:pt x="759" y="622"/>
                  </a:lnTo>
                  <a:lnTo>
                    <a:pt x="768" y="605"/>
                  </a:lnTo>
                  <a:lnTo>
                    <a:pt x="778" y="587"/>
                  </a:lnTo>
                  <a:lnTo>
                    <a:pt x="785" y="569"/>
                  </a:lnTo>
                  <a:lnTo>
                    <a:pt x="792" y="550"/>
                  </a:lnTo>
                  <a:lnTo>
                    <a:pt x="799" y="531"/>
                  </a:lnTo>
                  <a:lnTo>
                    <a:pt x="805" y="512"/>
                  </a:lnTo>
                  <a:lnTo>
                    <a:pt x="809" y="492"/>
                  </a:lnTo>
                  <a:lnTo>
                    <a:pt x="812" y="472"/>
                  </a:lnTo>
                  <a:lnTo>
                    <a:pt x="815" y="452"/>
                  </a:lnTo>
                  <a:lnTo>
                    <a:pt x="817" y="430"/>
                  </a:lnTo>
                  <a:lnTo>
                    <a:pt x="818" y="410"/>
                  </a:lnTo>
                  <a:lnTo>
                    <a:pt x="817" y="388"/>
                  </a:lnTo>
                  <a:lnTo>
                    <a:pt x="815" y="368"/>
                  </a:lnTo>
                  <a:lnTo>
                    <a:pt x="812" y="348"/>
                  </a:lnTo>
                  <a:lnTo>
                    <a:pt x="809" y="327"/>
                  </a:lnTo>
                  <a:lnTo>
                    <a:pt x="805" y="307"/>
                  </a:lnTo>
                  <a:lnTo>
                    <a:pt x="799" y="289"/>
                  </a:lnTo>
                  <a:lnTo>
                    <a:pt x="792" y="268"/>
                  </a:lnTo>
                  <a:lnTo>
                    <a:pt x="785" y="251"/>
                  </a:lnTo>
                  <a:lnTo>
                    <a:pt x="778" y="232"/>
                  </a:lnTo>
                  <a:lnTo>
                    <a:pt x="768" y="215"/>
                  </a:lnTo>
                  <a:lnTo>
                    <a:pt x="759" y="198"/>
                  </a:lnTo>
                  <a:lnTo>
                    <a:pt x="747" y="180"/>
                  </a:lnTo>
                  <a:lnTo>
                    <a:pt x="736" y="164"/>
                  </a:lnTo>
                  <a:lnTo>
                    <a:pt x="724" y="150"/>
                  </a:lnTo>
                  <a:lnTo>
                    <a:pt x="711" y="134"/>
                  </a:lnTo>
                  <a:lnTo>
                    <a:pt x="698" y="120"/>
                  </a:lnTo>
                  <a:lnTo>
                    <a:pt x="684" y="107"/>
                  </a:lnTo>
                  <a:lnTo>
                    <a:pt x="668" y="94"/>
                  </a:lnTo>
                  <a:lnTo>
                    <a:pt x="654" y="82"/>
                  </a:lnTo>
                  <a:lnTo>
                    <a:pt x="638" y="71"/>
                  </a:lnTo>
                  <a:lnTo>
                    <a:pt x="621" y="59"/>
                  </a:lnTo>
                  <a:lnTo>
                    <a:pt x="603" y="50"/>
                  </a:lnTo>
                  <a:lnTo>
                    <a:pt x="586" y="40"/>
                  </a:lnTo>
                  <a:lnTo>
                    <a:pt x="569" y="33"/>
                  </a:lnTo>
                  <a:lnTo>
                    <a:pt x="550" y="26"/>
                  </a:lnTo>
                  <a:lnTo>
                    <a:pt x="530" y="19"/>
                  </a:lnTo>
                  <a:lnTo>
                    <a:pt x="511" y="13"/>
                  </a:lnTo>
                  <a:lnTo>
                    <a:pt x="491" y="9"/>
                  </a:lnTo>
                  <a:lnTo>
                    <a:pt x="471" y="6"/>
                  </a:lnTo>
                  <a:lnTo>
                    <a:pt x="450" y="3"/>
                  </a:lnTo>
                  <a:lnTo>
                    <a:pt x="430" y="1"/>
                  </a:lnTo>
                  <a:lnTo>
                    <a:pt x="409" y="0"/>
                  </a:lnTo>
                </a:path>
              </a:pathLst>
            </a:custGeom>
            <a:solidFill>
              <a:schemeClr val="bg1"/>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67" name="Freeform 20">
              <a:extLst>
                <a:ext uri="{FF2B5EF4-FFF2-40B4-BE49-F238E27FC236}">
                  <a16:creationId xmlns:a16="http://schemas.microsoft.com/office/drawing/2014/main" id="{BAF11EB9-4600-42B4-8635-0DDE1ED8CC48}"/>
                </a:ext>
              </a:extLst>
            </p:cNvPr>
            <p:cNvSpPr>
              <a:spLocks/>
            </p:cNvSpPr>
            <p:nvPr/>
          </p:nvSpPr>
          <p:spPr bwMode="auto">
            <a:xfrm>
              <a:off x="4240213" y="4448175"/>
              <a:ext cx="649287" cy="649288"/>
            </a:xfrm>
            <a:custGeom>
              <a:avLst/>
              <a:gdLst>
                <a:gd name="T0" fmla="*/ 2147483646 w 818"/>
                <a:gd name="T1" fmla="*/ 2147483646 h 818"/>
                <a:gd name="T2" fmla="*/ 2147483646 w 818"/>
                <a:gd name="T3" fmla="*/ 2147483646 h 818"/>
                <a:gd name="T4" fmla="*/ 2147483646 w 818"/>
                <a:gd name="T5" fmla="*/ 2147483646 h 818"/>
                <a:gd name="T6" fmla="*/ 2147483646 w 818"/>
                <a:gd name="T7" fmla="*/ 2147483646 h 818"/>
                <a:gd name="T8" fmla="*/ 2147483646 w 818"/>
                <a:gd name="T9" fmla="*/ 2147483646 h 818"/>
                <a:gd name="T10" fmla="*/ 2147483646 w 818"/>
                <a:gd name="T11" fmla="*/ 2147483646 h 818"/>
                <a:gd name="T12" fmla="*/ 2147483646 w 818"/>
                <a:gd name="T13" fmla="*/ 2147483646 h 818"/>
                <a:gd name="T14" fmla="*/ 2147483646 w 818"/>
                <a:gd name="T15" fmla="*/ 2147483646 h 818"/>
                <a:gd name="T16" fmla="*/ 2147483646 w 818"/>
                <a:gd name="T17" fmla="*/ 2147483646 h 818"/>
                <a:gd name="T18" fmla="*/ 2147483646 w 818"/>
                <a:gd name="T19" fmla="*/ 2147483646 h 818"/>
                <a:gd name="T20" fmla="*/ 2147483646 w 818"/>
                <a:gd name="T21" fmla="*/ 2147483646 h 818"/>
                <a:gd name="T22" fmla="*/ 2147483646 w 818"/>
                <a:gd name="T23" fmla="*/ 2147483646 h 818"/>
                <a:gd name="T24" fmla="*/ 2147483646 w 818"/>
                <a:gd name="T25" fmla="*/ 2147483646 h 818"/>
                <a:gd name="T26" fmla="*/ 2147483646 w 818"/>
                <a:gd name="T27" fmla="*/ 2147483646 h 818"/>
                <a:gd name="T28" fmla="*/ 2147483646 w 818"/>
                <a:gd name="T29" fmla="*/ 2147483646 h 818"/>
                <a:gd name="T30" fmla="*/ 2147483646 w 818"/>
                <a:gd name="T31" fmla="*/ 2147483646 h 818"/>
                <a:gd name="T32" fmla="*/ 2147483646 w 818"/>
                <a:gd name="T33" fmla="*/ 2147483646 h 818"/>
                <a:gd name="T34" fmla="*/ 2147483646 w 818"/>
                <a:gd name="T35" fmla="*/ 2147483646 h 818"/>
                <a:gd name="T36" fmla="*/ 2147483646 w 818"/>
                <a:gd name="T37" fmla="*/ 2147483646 h 818"/>
                <a:gd name="T38" fmla="*/ 2147483646 w 818"/>
                <a:gd name="T39" fmla="*/ 2147483646 h 818"/>
                <a:gd name="T40" fmla="*/ 2147483646 w 818"/>
                <a:gd name="T41" fmla="*/ 2147483646 h 818"/>
                <a:gd name="T42" fmla="*/ 2147483646 w 818"/>
                <a:gd name="T43" fmla="*/ 2147483646 h 818"/>
                <a:gd name="T44" fmla="*/ 2147483646 w 818"/>
                <a:gd name="T45" fmla="*/ 2147483646 h 818"/>
                <a:gd name="T46" fmla="*/ 2147483646 w 818"/>
                <a:gd name="T47" fmla="*/ 2147483646 h 818"/>
                <a:gd name="T48" fmla="*/ 2147483646 w 818"/>
                <a:gd name="T49" fmla="*/ 2147483646 h 818"/>
                <a:gd name="T50" fmla="*/ 2147483646 w 818"/>
                <a:gd name="T51" fmla="*/ 2147483646 h 818"/>
                <a:gd name="T52" fmla="*/ 2147483646 w 818"/>
                <a:gd name="T53" fmla="*/ 2147483646 h 818"/>
                <a:gd name="T54" fmla="*/ 2147483646 w 818"/>
                <a:gd name="T55" fmla="*/ 2147483646 h 818"/>
                <a:gd name="T56" fmla="*/ 2147483646 w 818"/>
                <a:gd name="T57" fmla="*/ 2147483646 h 818"/>
                <a:gd name="T58" fmla="*/ 2147483646 w 818"/>
                <a:gd name="T59" fmla="*/ 2147483646 h 818"/>
                <a:gd name="T60" fmla="*/ 2147483646 w 818"/>
                <a:gd name="T61" fmla="*/ 2147483646 h 818"/>
                <a:gd name="T62" fmla="*/ 2147483646 w 818"/>
                <a:gd name="T63" fmla="*/ 2147483646 h 818"/>
                <a:gd name="T64" fmla="*/ 2147483646 w 818"/>
                <a:gd name="T65" fmla="*/ 0 h 818"/>
                <a:gd name="T66" fmla="*/ 2147483646 w 818"/>
                <a:gd name="T67" fmla="*/ 2147483646 h 818"/>
                <a:gd name="T68" fmla="*/ 2147483646 w 818"/>
                <a:gd name="T69" fmla="*/ 2147483646 h 818"/>
                <a:gd name="T70" fmla="*/ 2147483646 w 818"/>
                <a:gd name="T71" fmla="*/ 2147483646 h 818"/>
                <a:gd name="T72" fmla="*/ 2147483646 w 818"/>
                <a:gd name="T73" fmla="*/ 2147483646 h 818"/>
                <a:gd name="T74" fmla="*/ 2147483646 w 818"/>
                <a:gd name="T75" fmla="*/ 2147483646 h 818"/>
                <a:gd name="T76" fmla="*/ 2147483646 w 818"/>
                <a:gd name="T77" fmla="*/ 2147483646 h 818"/>
                <a:gd name="T78" fmla="*/ 2147483646 w 818"/>
                <a:gd name="T79" fmla="*/ 2147483646 h 818"/>
                <a:gd name="T80" fmla="*/ 2147483646 w 818"/>
                <a:gd name="T81" fmla="*/ 2147483646 h 818"/>
                <a:gd name="T82" fmla="*/ 2147483646 w 818"/>
                <a:gd name="T83" fmla="*/ 2147483646 h 818"/>
                <a:gd name="T84" fmla="*/ 2147483646 w 818"/>
                <a:gd name="T85" fmla="*/ 2147483646 h 818"/>
                <a:gd name="T86" fmla="*/ 0 w 818"/>
                <a:gd name="T87" fmla="*/ 2147483646 h 81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8"/>
                <a:gd name="T133" fmla="*/ 0 h 818"/>
                <a:gd name="T134" fmla="*/ 818 w 818"/>
                <a:gd name="T135" fmla="*/ 818 h 81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8" h="818">
                  <a:moveTo>
                    <a:pt x="0" y="410"/>
                  </a:moveTo>
                  <a:lnTo>
                    <a:pt x="0" y="430"/>
                  </a:lnTo>
                  <a:lnTo>
                    <a:pt x="2" y="452"/>
                  </a:lnTo>
                  <a:lnTo>
                    <a:pt x="5" y="472"/>
                  </a:lnTo>
                  <a:lnTo>
                    <a:pt x="9" y="492"/>
                  </a:lnTo>
                  <a:lnTo>
                    <a:pt x="13" y="513"/>
                  </a:lnTo>
                  <a:lnTo>
                    <a:pt x="19" y="531"/>
                  </a:lnTo>
                  <a:lnTo>
                    <a:pt x="25" y="550"/>
                  </a:lnTo>
                  <a:lnTo>
                    <a:pt x="32" y="569"/>
                  </a:lnTo>
                  <a:lnTo>
                    <a:pt x="41" y="588"/>
                  </a:lnTo>
                  <a:lnTo>
                    <a:pt x="49" y="605"/>
                  </a:lnTo>
                  <a:lnTo>
                    <a:pt x="60" y="622"/>
                  </a:lnTo>
                  <a:lnTo>
                    <a:pt x="70" y="638"/>
                  </a:lnTo>
                  <a:lnTo>
                    <a:pt x="81" y="654"/>
                  </a:lnTo>
                  <a:lnTo>
                    <a:pt x="94" y="670"/>
                  </a:lnTo>
                  <a:lnTo>
                    <a:pt x="106" y="684"/>
                  </a:lnTo>
                  <a:lnTo>
                    <a:pt x="120" y="699"/>
                  </a:lnTo>
                  <a:lnTo>
                    <a:pt x="135" y="713"/>
                  </a:lnTo>
                  <a:lnTo>
                    <a:pt x="149" y="726"/>
                  </a:lnTo>
                  <a:lnTo>
                    <a:pt x="165" y="738"/>
                  </a:lnTo>
                  <a:lnTo>
                    <a:pt x="181" y="749"/>
                  </a:lnTo>
                  <a:lnTo>
                    <a:pt x="197" y="759"/>
                  </a:lnTo>
                  <a:lnTo>
                    <a:pt x="214" y="769"/>
                  </a:lnTo>
                  <a:lnTo>
                    <a:pt x="231" y="778"/>
                  </a:lnTo>
                  <a:lnTo>
                    <a:pt x="250" y="787"/>
                  </a:lnTo>
                  <a:lnTo>
                    <a:pt x="269" y="794"/>
                  </a:lnTo>
                  <a:lnTo>
                    <a:pt x="287" y="801"/>
                  </a:lnTo>
                  <a:lnTo>
                    <a:pt x="306" y="805"/>
                  </a:lnTo>
                  <a:lnTo>
                    <a:pt x="326" y="810"/>
                  </a:lnTo>
                  <a:lnTo>
                    <a:pt x="347" y="814"/>
                  </a:lnTo>
                  <a:lnTo>
                    <a:pt x="367" y="817"/>
                  </a:lnTo>
                  <a:lnTo>
                    <a:pt x="388" y="818"/>
                  </a:lnTo>
                  <a:lnTo>
                    <a:pt x="409" y="818"/>
                  </a:lnTo>
                  <a:lnTo>
                    <a:pt x="430" y="818"/>
                  </a:lnTo>
                  <a:lnTo>
                    <a:pt x="450" y="817"/>
                  </a:lnTo>
                  <a:lnTo>
                    <a:pt x="471" y="814"/>
                  </a:lnTo>
                  <a:lnTo>
                    <a:pt x="491" y="810"/>
                  </a:lnTo>
                  <a:lnTo>
                    <a:pt x="511" y="805"/>
                  </a:lnTo>
                  <a:lnTo>
                    <a:pt x="530" y="801"/>
                  </a:lnTo>
                  <a:lnTo>
                    <a:pt x="550" y="794"/>
                  </a:lnTo>
                  <a:lnTo>
                    <a:pt x="569" y="787"/>
                  </a:lnTo>
                  <a:lnTo>
                    <a:pt x="586" y="778"/>
                  </a:lnTo>
                  <a:lnTo>
                    <a:pt x="603" y="769"/>
                  </a:lnTo>
                  <a:lnTo>
                    <a:pt x="621" y="759"/>
                  </a:lnTo>
                  <a:lnTo>
                    <a:pt x="638" y="749"/>
                  </a:lnTo>
                  <a:lnTo>
                    <a:pt x="654" y="738"/>
                  </a:lnTo>
                  <a:lnTo>
                    <a:pt x="668" y="726"/>
                  </a:lnTo>
                  <a:lnTo>
                    <a:pt x="684" y="713"/>
                  </a:lnTo>
                  <a:lnTo>
                    <a:pt x="698" y="699"/>
                  </a:lnTo>
                  <a:lnTo>
                    <a:pt x="711" y="684"/>
                  </a:lnTo>
                  <a:lnTo>
                    <a:pt x="724" y="670"/>
                  </a:lnTo>
                  <a:lnTo>
                    <a:pt x="736" y="654"/>
                  </a:lnTo>
                  <a:lnTo>
                    <a:pt x="747" y="638"/>
                  </a:lnTo>
                  <a:lnTo>
                    <a:pt x="759" y="622"/>
                  </a:lnTo>
                  <a:lnTo>
                    <a:pt x="768" y="605"/>
                  </a:lnTo>
                  <a:lnTo>
                    <a:pt x="778" y="588"/>
                  </a:lnTo>
                  <a:lnTo>
                    <a:pt x="785" y="569"/>
                  </a:lnTo>
                  <a:lnTo>
                    <a:pt x="792" y="550"/>
                  </a:lnTo>
                  <a:lnTo>
                    <a:pt x="799" y="531"/>
                  </a:lnTo>
                  <a:lnTo>
                    <a:pt x="805" y="513"/>
                  </a:lnTo>
                  <a:lnTo>
                    <a:pt x="809" y="492"/>
                  </a:lnTo>
                  <a:lnTo>
                    <a:pt x="812" y="472"/>
                  </a:lnTo>
                  <a:lnTo>
                    <a:pt x="815" y="452"/>
                  </a:lnTo>
                  <a:lnTo>
                    <a:pt x="817" y="430"/>
                  </a:lnTo>
                  <a:lnTo>
                    <a:pt x="818" y="410"/>
                  </a:lnTo>
                  <a:lnTo>
                    <a:pt x="817" y="388"/>
                  </a:lnTo>
                  <a:lnTo>
                    <a:pt x="815" y="368"/>
                  </a:lnTo>
                  <a:lnTo>
                    <a:pt x="812" y="348"/>
                  </a:lnTo>
                  <a:lnTo>
                    <a:pt x="809" y="328"/>
                  </a:lnTo>
                  <a:lnTo>
                    <a:pt x="805" y="308"/>
                  </a:lnTo>
                  <a:lnTo>
                    <a:pt x="799" y="289"/>
                  </a:lnTo>
                  <a:lnTo>
                    <a:pt x="792" y="269"/>
                  </a:lnTo>
                  <a:lnTo>
                    <a:pt x="785" y="251"/>
                  </a:lnTo>
                  <a:lnTo>
                    <a:pt x="778" y="233"/>
                  </a:lnTo>
                  <a:lnTo>
                    <a:pt x="768" y="215"/>
                  </a:lnTo>
                  <a:lnTo>
                    <a:pt x="759" y="198"/>
                  </a:lnTo>
                  <a:lnTo>
                    <a:pt x="747" y="181"/>
                  </a:lnTo>
                  <a:lnTo>
                    <a:pt x="736" y="165"/>
                  </a:lnTo>
                  <a:lnTo>
                    <a:pt x="724" y="150"/>
                  </a:lnTo>
                  <a:lnTo>
                    <a:pt x="711" y="134"/>
                  </a:lnTo>
                  <a:lnTo>
                    <a:pt x="698" y="120"/>
                  </a:lnTo>
                  <a:lnTo>
                    <a:pt x="684" y="107"/>
                  </a:lnTo>
                  <a:lnTo>
                    <a:pt x="668" y="94"/>
                  </a:lnTo>
                  <a:lnTo>
                    <a:pt x="654" y="82"/>
                  </a:lnTo>
                  <a:lnTo>
                    <a:pt x="638" y="71"/>
                  </a:lnTo>
                  <a:lnTo>
                    <a:pt x="621" y="59"/>
                  </a:lnTo>
                  <a:lnTo>
                    <a:pt x="603" y="51"/>
                  </a:lnTo>
                  <a:lnTo>
                    <a:pt x="586" y="41"/>
                  </a:lnTo>
                  <a:lnTo>
                    <a:pt x="569" y="33"/>
                  </a:lnTo>
                  <a:lnTo>
                    <a:pt x="550" y="26"/>
                  </a:lnTo>
                  <a:lnTo>
                    <a:pt x="530" y="19"/>
                  </a:lnTo>
                  <a:lnTo>
                    <a:pt x="511" y="13"/>
                  </a:lnTo>
                  <a:lnTo>
                    <a:pt x="491" y="9"/>
                  </a:lnTo>
                  <a:lnTo>
                    <a:pt x="471" y="6"/>
                  </a:lnTo>
                  <a:lnTo>
                    <a:pt x="450" y="3"/>
                  </a:lnTo>
                  <a:lnTo>
                    <a:pt x="430" y="2"/>
                  </a:lnTo>
                  <a:lnTo>
                    <a:pt x="409" y="0"/>
                  </a:lnTo>
                  <a:lnTo>
                    <a:pt x="388" y="2"/>
                  </a:lnTo>
                  <a:lnTo>
                    <a:pt x="367" y="3"/>
                  </a:lnTo>
                  <a:lnTo>
                    <a:pt x="347" y="6"/>
                  </a:lnTo>
                  <a:lnTo>
                    <a:pt x="326" y="9"/>
                  </a:lnTo>
                  <a:lnTo>
                    <a:pt x="306" y="13"/>
                  </a:lnTo>
                  <a:lnTo>
                    <a:pt x="287" y="19"/>
                  </a:lnTo>
                  <a:lnTo>
                    <a:pt x="269" y="26"/>
                  </a:lnTo>
                  <a:lnTo>
                    <a:pt x="250" y="33"/>
                  </a:lnTo>
                  <a:lnTo>
                    <a:pt x="231" y="41"/>
                  </a:lnTo>
                  <a:lnTo>
                    <a:pt x="214" y="51"/>
                  </a:lnTo>
                  <a:lnTo>
                    <a:pt x="197" y="59"/>
                  </a:lnTo>
                  <a:lnTo>
                    <a:pt x="181" y="71"/>
                  </a:lnTo>
                  <a:lnTo>
                    <a:pt x="165" y="82"/>
                  </a:lnTo>
                  <a:lnTo>
                    <a:pt x="149" y="94"/>
                  </a:lnTo>
                  <a:lnTo>
                    <a:pt x="135" y="107"/>
                  </a:lnTo>
                  <a:lnTo>
                    <a:pt x="120" y="120"/>
                  </a:lnTo>
                  <a:lnTo>
                    <a:pt x="106" y="134"/>
                  </a:lnTo>
                  <a:lnTo>
                    <a:pt x="94" y="150"/>
                  </a:lnTo>
                  <a:lnTo>
                    <a:pt x="81" y="165"/>
                  </a:lnTo>
                  <a:lnTo>
                    <a:pt x="70" y="181"/>
                  </a:lnTo>
                  <a:lnTo>
                    <a:pt x="60" y="198"/>
                  </a:lnTo>
                  <a:lnTo>
                    <a:pt x="49" y="215"/>
                  </a:lnTo>
                  <a:lnTo>
                    <a:pt x="41" y="233"/>
                  </a:lnTo>
                  <a:lnTo>
                    <a:pt x="32" y="251"/>
                  </a:lnTo>
                  <a:lnTo>
                    <a:pt x="25" y="269"/>
                  </a:lnTo>
                  <a:lnTo>
                    <a:pt x="19" y="289"/>
                  </a:lnTo>
                  <a:lnTo>
                    <a:pt x="13" y="308"/>
                  </a:lnTo>
                  <a:lnTo>
                    <a:pt x="9" y="328"/>
                  </a:lnTo>
                  <a:lnTo>
                    <a:pt x="5" y="348"/>
                  </a:lnTo>
                  <a:lnTo>
                    <a:pt x="2" y="368"/>
                  </a:lnTo>
                  <a:lnTo>
                    <a:pt x="0" y="388"/>
                  </a:lnTo>
                  <a:lnTo>
                    <a:pt x="0" y="410"/>
                  </a:lnTo>
                </a:path>
              </a:pathLst>
            </a:custGeom>
            <a:solidFill>
              <a:schemeClr val="bg1"/>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68" name="Rectangle 21">
              <a:extLst>
                <a:ext uri="{FF2B5EF4-FFF2-40B4-BE49-F238E27FC236}">
                  <a16:creationId xmlns:a16="http://schemas.microsoft.com/office/drawing/2014/main" id="{23F88320-3FA2-4864-946C-FA36BE6E15A2}"/>
                </a:ext>
              </a:extLst>
            </p:cNvPr>
            <p:cNvSpPr>
              <a:spLocks noChangeArrowheads="1"/>
            </p:cNvSpPr>
            <p:nvPr/>
          </p:nvSpPr>
          <p:spPr bwMode="auto">
            <a:xfrm>
              <a:off x="4432300" y="3041650"/>
              <a:ext cx="31432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S3</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69" name="Rectangle 22">
              <a:extLst>
                <a:ext uri="{FF2B5EF4-FFF2-40B4-BE49-F238E27FC236}">
                  <a16:creationId xmlns:a16="http://schemas.microsoft.com/office/drawing/2014/main" id="{463232BC-580F-46FF-A6A0-628D3F151B8B}"/>
                </a:ext>
              </a:extLst>
            </p:cNvPr>
            <p:cNvSpPr>
              <a:spLocks noChangeArrowheads="1"/>
            </p:cNvSpPr>
            <p:nvPr/>
          </p:nvSpPr>
          <p:spPr bwMode="auto">
            <a:xfrm>
              <a:off x="4432300" y="4657725"/>
              <a:ext cx="31432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70" name="Rectangle 23">
              <a:extLst>
                <a:ext uri="{FF2B5EF4-FFF2-40B4-BE49-F238E27FC236}">
                  <a16:creationId xmlns:a16="http://schemas.microsoft.com/office/drawing/2014/main" id="{21FC22E5-6796-412F-B97D-A20E1A1E1EA6}"/>
                </a:ext>
              </a:extLst>
            </p:cNvPr>
            <p:cNvSpPr>
              <a:spLocks noChangeArrowheads="1"/>
            </p:cNvSpPr>
            <p:nvPr/>
          </p:nvSpPr>
          <p:spPr bwMode="auto">
            <a:xfrm>
              <a:off x="5503863" y="3057525"/>
              <a:ext cx="2968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71" name="Rectangle 24">
              <a:extLst>
                <a:ext uri="{FF2B5EF4-FFF2-40B4-BE49-F238E27FC236}">
                  <a16:creationId xmlns:a16="http://schemas.microsoft.com/office/drawing/2014/main" id="{F96AF221-C62A-4080-82FF-2405DF1A4C90}"/>
                </a:ext>
              </a:extLst>
            </p:cNvPr>
            <p:cNvSpPr>
              <a:spLocks noChangeArrowheads="1"/>
            </p:cNvSpPr>
            <p:nvPr/>
          </p:nvSpPr>
          <p:spPr bwMode="auto">
            <a:xfrm>
              <a:off x="5791200" y="3057525"/>
              <a:ext cx="247650"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72" name="Freeform 25">
              <a:extLst>
                <a:ext uri="{FF2B5EF4-FFF2-40B4-BE49-F238E27FC236}">
                  <a16:creationId xmlns:a16="http://schemas.microsoft.com/office/drawing/2014/main" id="{18884551-24BD-40B7-ACE7-F0273388B276}"/>
                </a:ext>
              </a:extLst>
            </p:cNvPr>
            <p:cNvSpPr>
              <a:spLocks/>
            </p:cNvSpPr>
            <p:nvPr/>
          </p:nvSpPr>
          <p:spPr bwMode="auto">
            <a:xfrm>
              <a:off x="4240213" y="1195388"/>
              <a:ext cx="649287" cy="649287"/>
            </a:xfrm>
            <a:custGeom>
              <a:avLst/>
              <a:gdLst>
                <a:gd name="T0" fmla="*/ 2147483646 w 818"/>
                <a:gd name="T1" fmla="*/ 2147483646 h 818"/>
                <a:gd name="T2" fmla="*/ 2147483646 w 818"/>
                <a:gd name="T3" fmla="*/ 2147483646 h 818"/>
                <a:gd name="T4" fmla="*/ 2147483646 w 818"/>
                <a:gd name="T5" fmla="*/ 2147483646 h 818"/>
                <a:gd name="T6" fmla="*/ 2147483646 w 818"/>
                <a:gd name="T7" fmla="*/ 2147483646 h 818"/>
                <a:gd name="T8" fmla="*/ 2147483646 w 818"/>
                <a:gd name="T9" fmla="*/ 2147483646 h 818"/>
                <a:gd name="T10" fmla="*/ 2147483646 w 818"/>
                <a:gd name="T11" fmla="*/ 2147483646 h 818"/>
                <a:gd name="T12" fmla="*/ 2147483646 w 818"/>
                <a:gd name="T13" fmla="*/ 2147483646 h 818"/>
                <a:gd name="T14" fmla="*/ 2147483646 w 818"/>
                <a:gd name="T15" fmla="*/ 2147483646 h 818"/>
                <a:gd name="T16" fmla="*/ 2147483646 w 818"/>
                <a:gd name="T17" fmla="*/ 2147483646 h 818"/>
                <a:gd name="T18" fmla="*/ 2147483646 w 818"/>
                <a:gd name="T19" fmla="*/ 2147483646 h 818"/>
                <a:gd name="T20" fmla="*/ 2147483646 w 818"/>
                <a:gd name="T21" fmla="*/ 0 h 818"/>
                <a:gd name="T22" fmla="*/ 2147483646 w 818"/>
                <a:gd name="T23" fmla="*/ 2147483646 h 818"/>
                <a:gd name="T24" fmla="*/ 2147483646 w 818"/>
                <a:gd name="T25" fmla="*/ 2147483646 h 818"/>
                <a:gd name="T26" fmla="*/ 2147483646 w 818"/>
                <a:gd name="T27" fmla="*/ 2147483646 h 818"/>
                <a:gd name="T28" fmla="*/ 2147483646 w 818"/>
                <a:gd name="T29" fmla="*/ 2147483646 h 818"/>
                <a:gd name="T30" fmla="*/ 2147483646 w 818"/>
                <a:gd name="T31" fmla="*/ 2147483646 h 818"/>
                <a:gd name="T32" fmla="*/ 2147483646 w 818"/>
                <a:gd name="T33" fmla="*/ 2147483646 h 818"/>
                <a:gd name="T34" fmla="*/ 2147483646 w 818"/>
                <a:gd name="T35" fmla="*/ 2147483646 h 818"/>
                <a:gd name="T36" fmla="*/ 2147483646 w 818"/>
                <a:gd name="T37" fmla="*/ 2147483646 h 818"/>
                <a:gd name="T38" fmla="*/ 2147483646 w 818"/>
                <a:gd name="T39" fmla="*/ 2147483646 h 818"/>
                <a:gd name="T40" fmla="*/ 2147483646 w 818"/>
                <a:gd name="T41" fmla="*/ 2147483646 h 818"/>
                <a:gd name="T42" fmla="*/ 0 w 818"/>
                <a:gd name="T43" fmla="*/ 2147483646 h 818"/>
                <a:gd name="T44" fmla="*/ 2147483646 w 818"/>
                <a:gd name="T45" fmla="*/ 2147483646 h 818"/>
                <a:gd name="T46" fmla="*/ 2147483646 w 818"/>
                <a:gd name="T47" fmla="*/ 2147483646 h 818"/>
                <a:gd name="T48" fmla="*/ 2147483646 w 818"/>
                <a:gd name="T49" fmla="*/ 2147483646 h 818"/>
                <a:gd name="T50" fmla="*/ 2147483646 w 818"/>
                <a:gd name="T51" fmla="*/ 2147483646 h 818"/>
                <a:gd name="T52" fmla="*/ 2147483646 w 818"/>
                <a:gd name="T53" fmla="*/ 2147483646 h 818"/>
                <a:gd name="T54" fmla="*/ 2147483646 w 818"/>
                <a:gd name="T55" fmla="*/ 2147483646 h 818"/>
                <a:gd name="T56" fmla="*/ 2147483646 w 818"/>
                <a:gd name="T57" fmla="*/ 2147483646 h 818"/>
                <a:gd name="T58" fmla="*/ 2147483646 w 818"/>
                <a:gd name="T59" fmla="*/ 2147483646 h 818"/>
                <a:gd name="T60" fmla="*/ 2147483646 w 818"/>
                <a:gd name="T61" fmla="*/ 2147483646 h 818"/>
                <a:gd name="T62" fmla="*/ 2147483646 w 818"/>
                <a:gd name="T63" fmla="*/ 2147483646 h 818"/>
                <a:gd name="T64" fmla="*/ 2147483646 w 818"/>
                <a:gd name="T65" fmla="*/ 2147483646 h 818"/>
                <a:gd name="T66" fmla="*/ 2147483646 w 818"/>
                <a:gd name="T67" fmla="*/ 2147483646 h 818"/>
                <a:gd name="T68" fmla="*/ 2147483646 w 818"/>
                <a:gd name="T69" fmla="*/ 2147483646 h 818"/>
                <a:gd name="T70" fmla="*/ 2147483646 w 818"/>
                <a:gd name="T71" fmla="*/ 2147483646 h 818"/>
                <a:gd name="T72" fmla="*/ 2147483646 w 818"/>
                <a:gd name="T73" fmla="*/ 2147483646 h 818"/>
                <a:gd name="T74" fmla="*/ 2147483646 w 818"/>
                <a:gd name="T75" fmla="*/ 2147483646 h 818"/>
                <a:gd name="T76" fmla="*/ 2147483646 w 818"/>
                <a:gd name="T77" fmla="*/ 2147483646 h 818"/>
                <a:gd name="T78" fmla="*/ 2147483646 w 818"/>
                <a:gd name="T79" fmla="*/ 2147483646 h 818"/>
                <a:gd name="T80" fmla="*/ 2147483646 w 818"/>
                <a:gd name="T81" fmla="*/ 2147483646 h 818"/>
                <a:gd name="T82" fmla="*/ 2147483646 w 818"/>
                <a:gd name="T83" fmla="*/ 2147483646 h 818"/>
                <a:gd name="T84" fmla="*/ 2147483646 w 818"/>
                <a:gd name="T85" fmla="*/ 2147483646 h 818"/>
                <a:gd name="T86" fmla="*/ 2147483646 w 818"/>
                <a:gd name="T87" fmla="*/ 2147483646 h 81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8"/>
                <a:gd name="T133" fmla="*/ 0 h 818"/>
                <a:gd name="T134" fmla="*/ 818 w 818"/>
                <a:gd name="T135" fmla="*/ 818 h 81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8" h="818">
                  <a:moveTo>
                    <a:pt x="818" y="409"/>
                  </a:moveTo>
                  <a:lnTo>
                    <a:pt x="817" y="388"/>
                  </a:lnTo>
                  <a:lnTo>
                    <a:pt x="815" y="368"/>
                  </a:lnTo>
                  <a:lnTo>
                    <a:pt x="812" y="347"/>
                  </a:lnTo>
                  <a:lnTo>
                    <a:pt x="809" y="327"/>
                  </a:lnTo>
                  <a:lnTo>
                    <a:pt x="805" y="307"/>
                  </a:lnTo>
                  <a:lnTo>
                    <a:pt x="799" y="288"/>
                  </a:lnTo>
                  <a:lnTo>
                    <a:pt x="792" y="268"/>
                  </a:lnTo>
                  <a:lnTo>
                    <a:pt x="785" y="251"/>
                  </a:lnTo>
                  <a:lnTo>
                    <a:pt x="778" y="232"/>
                  </a:lnTo>
                  <a:lnTo>
                    <a:pt x="768" y="215"/>
                  </a:lnTo>
                  <a:lnTo>
                    <a:pt x="759" y="197"/>
                  </a:lnTo>
                  <a:lnTo>
                    <a:pt x="747" y="180"/>
                  </a:lnTo>
                  <a:lnTo>
                    <a:pt x="736" y="164"/>
                  </a:lnTo>
                  <a:lnTo>
                    <a:pt x="724" y="150"/>
                  </a:lnTo>
                  <a:lnTo>
                    <a:pt x="711" y="134"/>
                  </a:lnTo>
                  <a:lnTo>
                    <a:pt x="698" y="119"/>
                  </a:lnTo>
                  <a:lnTo>
                    <a:pt x="684" y="106"/>
                  </a:lnTo>
                  <a:lnTo>
                    <a:pt x="668" y="93"/>
                  </a:lnTo>
                  <a:lnTo>
                    <a:pt x="654" y="82"/>
                  </a:lnTo>
                  <a:lnTo>
                    <a:pt x="638" y="70"/>
                  </a:lnTo>
                  <a:lnTo>
                    <a:pt x="621" y="59"/>
                  </a:lnTo>
                  <a:lnTo>
                    <a:pt x="603" y="50"/>
                  </a:lnTo>
                  <a:lnTo>
                    <a:pt x="586" y="40"/>
                  </a:lnTo>
                  <a:lnTo>
                    <a:pt x="569" y="33"/>
                  </a:lnTo>
                  <a:lnTo>
                    <a:pt x="550" y="26"/>
                  </a:lnTo>
                  <a:lnTo>
                    <a:pt x="530" y="18"/>
                  </a:lnTo>
                  <a:lnTo>
                    <a:pt x="511" y="13"/>
                  </a:lnTo>
                  <a:lnTo>
                    <a:pt x="491" y="8"/>
                  </a:lnTo>
                  <a:lnTo>
                    <a:pt x="471" y="5"/>
                  </a:lnTo>
                  <a:lnTo>
                    <a:pt x="450" y="2"/>
                  </a:lnTo>
                  <a:lnTo>
                    <a:pt x="430" y="1"/>
                  </a:lnTo>
                  <a:lnTo>
                    <a:pt x="409" y="0"/>
                  </a:lnTo>
                  <a:lnTo>
                    <a:pt x="388" y="1"/>
                  </a:lnTo>
                  <a:lnTo>
                    <a:pt x="367" y="2"/>
                  </a:lnTo>
                  <a:lnTo>
                    <a:pt x="347" y="5"/>
                  </a:lnTo>
                  <a:lnTo>
                    <a:pt x="326" y="8"/>
                  </a:lnTo>
                  <a:lnTo>
                    <a:pt x="306" y="13"/>
                  </a:lnTo>
                  <a:lnTo>
                    <a:pt x="287" y="18"/>
                  </a:lnTo>
                  <a:lnTo>
                    <a:pt x="269" y="26"/>
                  </a:lnTo>
                  <a:lnTo>
                    <a:pt x="250" y="33"/>
                  </a:lnTo>
                  <a:lnTo>
                    <a:pt x="231" y="40"/>
                  </a:lnTo>
                  <a:lnTo>
                    <a:pt x="214" y="50"/>
                  </a:lnTo>
                  <a:lnTo>
                    <a:pt x="197" y="59"/>
                  </a:lnTo>
                  <a:lnTo>
                    <a:pt x="181" y="70"/>
                  </a:lnTo>
                  <a:lnTo>
                    <a:pt x="165" y="82"/>
                  </a:lnTo>
                  <a:lnTo>
                    <a:pt x="149" y="93"/>
                  </a:lnTo>
                  <a:lnTo>
                    <a:pt x="135" y="106"/>
                  </a:lnTo>
                  <a:lnTo>
                    <a:pt x="120" y="119"/>
                  </a:lnTo>
                  <a:lnTo>
                    <a:pt x="106" y="134"/>
                  </a:lnTo>
                  <a:lnTo>
                    <a:pt x="94" y="150"/>
                  </a:lnTo>
                  <a:lnTo>
                    <a:pt x="81" y="164"/>
                  </a:lnTo>
                  <a:lnTo>
                    <a:pt x="70" y="180"/>
                  </a:lnTo>
                  <a:lnTo>
                    <a:pt x="60" y="197"/>
                  </a:lnTo>
                  <a:lnTo>
                    <a:pt x="49" y="215"/>
                  </a:lnTo>
                  <a:lnTo>
                    <a:pt x="41" y="232"/>
                  </a:lnTo>
                  <a:lnTo>
                    <a:pt x="32" y="251"/>
                  </a:lnTo>
                  <a:lnTo>
                    <a:pt x="25" y="268"/>
                  </a:lnTo>
                  <a:lnTo>
                    <a:pt x="19" y="288"/>
                  </a:lnTo>
                  <a:lnTo>
                    <a:pt x="13" y="307"/>
                  </a:lnTo>
                  <a:lnTo>
                    <a:pt x="9" y="327"/>
                  </a:lnTo>
                  <a:lnTo>
                    <a:pt x="5" y="347"/>
                  </a:lnTo>
                  <a:lnTo>
                    <a:pt x="2" y="368"/>
                  </a:lnTo>
                  <a:lnTo>
                    <a:pt x="0" y="388"/>
                  </a:lnTo>
                  <a:lnTo>
                    <a:pt x="0" y="409"/>
                  </a:lnTo>
                  <a:lnTo>
                    <a:pt x="0" y="430"/>
                  </a:lnTo>
                  <a:lnTo>
                    <a:pt x="2" y="451"/>
                  </a:lnTo>
                  <a:lnTo>
                    <a:pt x="5" y="472"/>
                  </a:lnTo>
                  <a:lnTo>
                    <a:pt x="9" y="492"/>
                  </a:lnTo>
                  <a:lnTo>
                    <a:pt x="13" y="512"/>
                  </a:lnTo>
                  <a:lnTo>
                    <a:pt x="19" y="531"/>
                  </a:lnTo>
                  <a:lnTo>
                    <a:pt x="25" y="549"/>
                  </a:lnTo>
                  <a:lnTo>
                    <a:pt x="32" y="568"/>
                  </a:lnTo>
                  <a:lnTo>
                    <a:pt x="41" y="587"/>
                  </a:lnTo>
                  <a:lnTo>
                    <a:pt x="49" y="604"/>
                  </a:lnTo>
                  <a:lnTo>
                    <a:pt x="60" y="622"/>
                  </a:lnTo>
                  <a:lnTo>
                    <a:pt x="70" y="637"/>
                  </a:lnTo>
                  <a:lnTo>
                    <a:pt x="81" y="653"/>
                  </a:lnTo>
                  <a:lnTo>
                    <a:pt x="94" y="669"/>
                  </a:lnTo>
                  <a:lnTo>
                    <a:pt x="106" y="684"/>
                  </a:lnTo>
                  <a:lnTo>
                    <a:pt x="120" y="698"/>
                  </a:lnTo>
                  <a:lnTo>
                    <a:pt x="135" y="713"/>
                  </a:lnTo>
                  <a:lnTo>
                    <a:pt x="149" y="726"/>
                  </a:lnTo>
                  <a:lnTo>
                    <a:pt x="165" y="737"/>
                  </a:lnTo>
                  <a:lnTo>
                    <a:pt x="181" y="749"/>
                  </a:lnTo>
                  <a:lnTo>
                    <a:pt x="197" y="759"/>
                  </a:lnTo>
                  <a:lnTo>
                    <a:pt x="214" y="769"/>
                  </a:lnTo>
                  <a:lnTo>
                    <a:pt x="231" y="777"/>
                  </a:lnTo>
                  <a:lnTo>
                    <a:pt x="250" y="786"/>
                  </a:lnTo>
                  <a:lnTo>
                    <a:pt x="269" y="793"/>
                  </a:lnTo>
                  <a:lnTo>
                    <a:pt x="287" y="801"/>
                  </a:lnTo>
                  <a:lnTo>
                    <a:pt x="306" y="805"/>
                  </a:lnTo>
                  <a:lnTo>
                    <a:pt x="326" y="811"/>
                  </a:lnTo>
                  <a:lnTo>
                    <a:pt x="347" y="814"/>
                  </a:lnTo>
                  <a:lnTo>
                    <a:pt x="367" y="816"/>
                  </a:lnTo>
                  <a:lnTo>
                    <a:pt x="388" y="818"/>
                  </a:lnTo>
                  <a:lnTo>
                    <a:pt x="409" y="818"/>
                  </a:lnTo>
                  <a:lnTo>
                    <a:pt x="430" y="818"/>
                  </a:lnTo>
                  <a:lnTo>
                    <a:pt x="450" y="816"/>
                  </a:lnTo>
                  <a:lnTo>
                    <a:pt x="471" y="814"/>
                  </a:lnTo>
                  <a:lnTo>
                    <a:pt x="491" y="811"/>
                  </a:lnTo>
                  <a:lnTo>
                    <a:pt x="511" y="805"/>
                  </a:lnTo>
                  <a:lnTo>
                    <a:pt x="530" y="801"/>
                  </a:lnTo>
                  <a:lnTo>
                    <a:pt x="550" y="793"/>
                  </a:lnTo>
                  <a:lnTo>
                    <a:pt x="569" y="786"/>
                  </a:lnTo>
                  <a:lnTo>
                    <a:pt x="586" y="777"/>
                  </a:lnTo>
                  <a:lnTo>
                    <a:pt x="603" y="769"/>
                  </a:lnTo>
                  <a:lnTo>
                    <a:pt x="621" y="759"/>
                  </a:lnTo>
                  <a:lnTo>
                    <a:pt x="638" y="749"/>
                  </a:lnTo>
                  <a:lnTo>
                    <a:pt x="654" y="737"/>
                  </a:lnTo>
                  <a:lnTo>
                    <a:pt x="668" y="726"/>
                  </a:lnTo>
                  <a:lnTo>
                    <a:pt x="684" y="713"/>
                  </a:lnTo>
                  <a:lnTo>
                    <a:pt x="698" y="698"/>
                  </a:lnTo>
                  <a:lnTo>
                    <a:pt x="711" y="684"/>
                  </a:lnTo>
                  <a:lnTo>
                    <a:pt x="724" y="669"/>
                  </a:lnTo>
                  <a:lnTo>
                    <a:pt x="736" y="653"/>
                  </a:lnTo>
                  <a:lnTo>
                    <a:pt x="747" y="637"/>
                  </a:lnTo>
                  <a:lnTo>
                    <a:pt x="759" y="622"/>
                  </a:lnTo>
                  <a:lnTo>
                    <a:pt x="768" y="604"/>
                  </a:lnTo>
                  <a:lnTo>
                    <a:pt x="778" y="587"/>
                  </a:lnTo>
                  <a:lnTo>
                    <a:pt x="785" y="568"/>
                  </a:lnTo>
                  <a:lnTo>
                    <a:pt x="792" y="549"/>
                  </a:lnTo>
                  <a:lnTo>
                    <a:pt x="799" y="531"/>
                  </a:lnTo>
                  <a:lnTo>
                    <a:pt x="805" y="512"/>
                  </a:lnTo>
                  <a:lnTo>
                    <a:pt x="809" y="492"/>
                  </a:lnTo>
                  <a:lnTo>
                    <a:pt x="812" y="472"/>
                  </a:lnTo>
                  <a:lnTo>
                    <a:pt x="815" y="451"/>
                  </a:lnTo>
                  <a:lnTo>
                    <a:pt x="817" y="430"/>
                  </a:lnTo>
                  <a:lnTo>
                    <a:pt x="818" y="409"/>
                  </a:lnTo>
                </a:path>
              </a:pathLst>
            </a:custGeom>
            <a:solidFill>
              <a:schemeClr val="bg1"/>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73" name="Rectangle 26">
              <a:extLst>
                <a:ext uri="{FF2B5EF4-FFF2-40B4-BE49-F238E27FC236}">
                  <a16:creationId xmlns:a16="http://schemas.microsoft.com/office/drawing/2014/main" id="{899743EE-454D-4978-B0B5-8E7F04544C3A}"/>
                </a:ext>
              </a:extLst>
            </p:cNvPr>
            <p:cNvSpPr>
              <a:spLocks noChangeArrowheads="1"/>
            </p:cNvSpPr>
            <p:nvPr/>
          </p:nvSpPr>
          <p:spPr bwMode="auto">
            <a:xfrm>
              <a:off x="5703888" y="3051175"/>
              <a:ext cx="219075" cy="312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74" name="Freeform 27">
              <a:extLst>
                <a:ext uri="{FF2B5EF4-FFF2-40B4-BE49-F238E27FC236}">
                  <a16:creationId xmlns:a16="http://schemas.microsoft.com/office/drawing/2014/main" id="{F1011E68-33BD-49BF-9F02-E39EE37E3E6E}"/>
                </a:ext>
              </a:extLst>
            </p:cNvPr>
            <p:cNvSpPr>
              <a:spLocks/>
            </p:cNvSpPr>
            <p:nvPr/>
          </p:nvSpPr>
          <p:spPr bwMode="auto">
            <a:xfrm>
              <a:off x="4314825" y="3460750"/>
              <a:ext cx="120650" cy="508000"/>
            </a:xfrm>
            <a:custGeom>
              <a:avLst/>
              <a:gdLst>
                <a:gd name="T0" fmla="*/ 2147483646 w 152"/>
                <a:gd name="T1" fmla="*/ 2147483646 h 641"/>
                <a:gd name="T2" fmla="*/ 2147483646 w 152"/>
                <a:gd name="T3" fmla="*/ 2147483646 h 641"/>
                <a:gd name="T4" fmla="*/ 2147483646 w 152"/>
                <a:gd name="T5" fmla="*/ 2147483646 h 641"/>
                <a:gd name="T6" fmla="*/ 2147483646 w 152"/>
                <a:gd name="T7" fmla="*/ 2147483646 h 641"/>
                <a:gd name="T8" fmla="*/ 2147483646 w 152"/>
                <a:gd name="T9" fmla="*/ 2147483646 h 641"/>
                <a:gd name="T10" fmla="*/ 2147483646 w 152"/>
                <a:gd name="T11" fmla="*/ 2147483646 h 641"/>
                <a:gd name="T12" fmla="*/ 2147483646 w 152"/>
                <a:gd name="T13" fmla="*/ 2147483646 h 641"/>
                <a:gd name="T14" fmla="*/ 2147483646 w 152"/>
                <a:gd name="T15" fmla="*/ 2147483646 h 641"/>
                <a:gd name="T16" fmla="*/ 2147483646 w 152"/>
                <a:gd name="T17" fmla="*/ 2147483646 h 641"/>
                <a:gd name="T18" fmla="*/ 2147483646 w 152"/>
                <a:gd name="T19" fmla="*/ 2147483646 h 641"/>
                <a:gd name="T20" fmla="*/ 2147483646 w 152"/>
                <a:gd name="T21" fmla="*/ 2147483646 h 641"/>
                <a:gd name="T22" fmla="*/ 2147483646 w 152"/>
                <a:gd name="T23" fmla="*/ 2147483646 h 641"/>
                <a:gd name="T24" fmla="*/ 2147483646 w 152"/>
                <a:gd name="T25" fmla="*/ 2147483646 h 641"/>
                <a:gd name="T26" fmla="*/ 2147483646 w 152"/>
                <a:gd name="T27" fmla="*/ 2147483646 h 641"/>
                <a:gd name="T28" fmla="*/ 2147483646 w 152"/>
                <a:gd name="T29" fmla="*/ 2147483646 h 641"/>
                <a:gd name="T30" fmla="*/ 2147483646 w 152"/>
                <a:gd name="T31" fmla="*/ 2147483646 h 641"/>
                <a:gd name="T32" fmla="*/ 2147483646 w 152"/>
                <a:gd name="T33" fmla="*/ 2147483646 h 641"/>
                <a:gd name="T34" fmla="*/ 2147483646 w 152"/>
                <a:gd name="T35" fmla="*/ 2147483646 h 641"/>
                <a:gd name="T36" fmla="*/ 2147483646 w 152"/>
                <a:gd name="T37" fmla="*/ 2147483646 h 641"/>
                <a:gd name="T38" fmla="*/ 2147483646 w 152"/>
                <a:gd name="T39" fmla="*/ 2147483646 h 641"/>
                <a:gd name="T40" fmla="*/ 2147483646 w 152"/>
                <a:gd name="T41" fmla="*/ 2147483646 h 641"/>
                <a:gd name="T42" fmla="*/ 2147483646 w 152"/>
                <a:gd name="T43" fmla="*/ 2147483646 h 641"/>
                <a:gd name="T44" fmla="*/ 2147483646 w 152"/>
                <a:gd name="T45" fmla="*/ 2147483646 h 641"/>
                <a:gd name="T46" fmla="*/ 2147483646 w 152"/>
                <a:gd name="T47" fmla="*/ 2147483646 h 641"/>
                <a:gd name="T48" fmla="*/ 2147483646 w 152"/>
                <a:gd name="T49" fmla="*/ 2147483646 h 641"/>
                <a:gd name="T50" fmla="*/ 2147483646 w 152"/>
                <a:gd name="T51" fmla="*/ 2147483646 h 641"/>
                <a:gd name="T52" fmla="*/ 2147483646 w 152"/>
                <a:gd name="T53" fmla="*/ 2147483646 h 641"/>
                <a:gd name="T54" fmla="*/ 2147483646 w 152"/>
                <a:gd name="T55" fmla="*/ 2147483646 h 641"/>
                <a:gd name="T56" fmla="*/ 2147483646 w 152"/>
                <a:gd name="T57" fmla="*/ 2147483646 h 641"/>
                <a:gd name="T58" fmla="*/ 2147483646 w 152"/>
                <a:gd name="T59" fmla="*/ 2147483646 h 641"/>
                <a:gd name="T60" fmla="*/ 2147483646 w 152"/>
                <a:gd name="T61" fmla="*/ 2147483646 h 641"/>
                <a:gd name="T62" fmla="*/ 2147483646 w 152"/>
                <a:gd name="T63" fmla="*/ 2147483646 h 641"/>
                <a:gd name="T64" fmla="*/ 2147483646 w 152"/>
                <a:gd name="T65" fmla="*/ 2147483646 h 641"/>
                <a:gd name="T66" fmla="*/ 2147483646 w 152"/>
                <a:gd name="T67" fmla="*/ 2147483646 h 641"/>
                <a:gd name="T68" fmla="*/ 2147483646 w 152"/>
                <a:gd name="T69" fmla="*/ 2147483646 h 641"/>
                <a:gd name="T70" fmla="*/ 2147483646 w 152"/>
                <a:gd name="T71" fmla="*/ 2147483646 h 641"/>
                <a:gd name="T72" fmla="*/ 2147483646 w 152"/>
                <a:gd name="T73" fmla="*/ 2147483646 h 641"/>
                <a:gd name="T74" fmla="*/ 2147483646 w 152"/>
                <a:gd name="T75" fmla="*/ 2147483646 h 641"/>
                <a:gd name="T76" fmla="*/ 2147483646 w 152"/>
                <a:gd name="T77" fmla="*/ 2147483646 h 641"/>
                <a:gd name="T78" fmla="*/ 2147483646 w 152"/>
                <a:gd name="T79" fmla="*/ 2147483646 h 641"/>
                <a:gd name="T80" fmla="*/ 2147483646 w 152"/>
                <a:gd name="T81" fmla="*/ 2147483646 h 641"/>
                <a:gd name="T82" fmla="*/ 2147483646 w 152"/>
                <a:gd name="T83" fmla="*/ 2147483646 h 641"/>
                <a:gd name="T84" fmla="*/ 2147483646 w 152"/>
                <a:gd name="T85" fmla="*/ 2147483646 h 641"/>
                <a:gd name="T86" fmla="*/ 0 w 152"/>
                <a:gd name="T87" fmla="*/ 2147483646 h 641"/>
                <a:gd name="T88" fmla="*/ 0 w 152"/>
                <a:gd name="T89" fmla="*/ 2147483646 h 641"/>
                <a:gd name="T90" fmla="*/ 0 w 152"/>
                <a:gd name="T91" fmla="*/ 2147483646 h 641"/>
                <a:gd name="T92" fmla="*/ 0 w 152"/>
                <a:gd name="T93" fmla="*/ 2147483646 h 641"/>
                <a:gd name="T94" fmla="*/ 0 w 152"/>
                <a:gd name="T95" fmla="*/ 2147483646 h 641"/>
                <a:gd name="T96" fmla="*/ 0 w 152"/>
                <a:gd name="T97" fmla="*/ 2147483646 h 64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52"/>
                <a:gd name="T148" fmla="*/ 0 h 641"/>
                <a:gd name="T149" fmla="*/ 152 w 152"/>
                <a:gd name="T150" fmla="*/ 641 h 64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52" h="641">
                  <a:moveTo>
                    <a:pt x="152" y="0"/>
                  </a:moveTo>
                  <a:lnTo>
                    <a:pt x="144" y="16"/>
                  </a:lnTo>
                  <a:lnTo>
                    <a:pt x="137" y="30"/>
                  </a:lnTo>
                  <a:lnTo>
                    <a:pt x="130" y="45"/>
                  </a:lnTo>
                  <a:lnTo>
                    <a:pt x="124" y="59"/>
                  </a:lnTo>
                  <a:lnTo>
                    <a:pt x="117" y="71"/>
                  </a:lnTo>
                  <a:lnTo>
                    <a:pt x="111" y="82"/>
                  </a:lnTo>
                  <a:lnTo>
                    <a:pt x="107" y="94"/>
                  </a:lnTo>
                  <a:lnTo>
                    <a:pt x="101" y="104"/>
                  </a:lnTo>
                  <a:lnTo>
                    <a:pt x="97" y="114"/>
                  </a:lnTo>
                  <a:lnTo>
                    <a:pt x="92" y="123"/>
                  </a:lnTo>
                  <a:lnTo>
                    <a:pt x="90" y="132"/>
                  </a:lnTo>
                  <a:lnTo>
                    <a:pt x="85" y="139"/>
                  </a:lnTo>
                  <a:lnTo>
                    <a:pt x="82" y="146"/>
                  </a:lnTo>
                  <a:lnTo>
                    <a:pt x="79" y="153"/>
                  </a:lnTo>
                  <a:lnTo>
                    <a:pt x="77" y="160"/>
                  </a:lnTo>
                  <a:lnTo>
                    <a:pt x="74" y="166"/>
                  </a:lnTo>
                  <a:lnTo>
                    <a:pt x="71" y="173"/>
                  </a:lnTo>
                  <a:lnTo>
                    <a:pt x="69" y="179"/>
                  </a:lnTo>
                  <a:lnTo>
                    <a:pt x="66" y="185"/>
                  </a:lnTo>
                  <a:lnTo>
                    <a:pt x="65" y="191"/>
                  </a:lnTo>
                  <a:lnTo>
                    <a:pt x="62" y="196"/>
                  </a:lnTo>
                  <a:lnTo>
                    <a:pt x="61" y="201"/>
                  </a:lnTo>
                  <a:lnTo>
                    <a:pt x="59" y="207"/>
                  </a:lnTo>
                  <a:lnTo>
                    <a:pt x="58" y="212"/>
                  </a:lnTo>
                  <a:lnTo>
                    <a:pt x="56" y="218"/>
                  </a:lnTo>
                  <a:lnTo>
                    <a:pt x="55" y="224"/>
                  </a:lnTo>
                  <a:lnTo>
                    <a:pt x="52" y="231"/>
                  </a:lnTo>
                  <a:lnTo>
                    <a:pt x="51" y="237"/>
                  </a:lnTo>
                  <a:lnTo>
                    <a:pt x="49" y="244"/>
                  </a:lnTo>
                  <a:lnTo>
                    <a:pt x="48" y="251"/>
                  </a:lnTo>
                  <a:lnTo>
                    <a:pt x="45" y="259"/>
                  </a:lnTo>
                  <a:lnTo>
                    <a:pt x="43" y="267"/>
                  </a:lnTo>
                  <a:lnTo>
                    <a:pt x="42" y="274"/>
                  </a:lnTo>
                  <a:lnTo>
                    <a:pt x="39" y="283"/>
                  </a:lnTo>
                  <a:lnTo>
                    <a:pt x="38" y="290"/>
                  </a:lnTo>
                  <a:lnTo>
                    <a:pt x="36" y="296"/>
                  </a:lnTo>
                  <a:lnTo>
                    <a:pt x="35" y="303"/>
                  </a:lnTo>
                  <a:lnTo>
                    <a:pt x="33" y="309"/>
                  </a:lnTo>
                  <a:lnTo>
                    <a:pt x="32" y="315"/>
                  </a:lnTo>
                  <a:lnTo>
                    <a:pt x="30" y="321"/>
                  </a:lnTo>
                  <a:lnTo>
                    <a:pt x="29" y="325"/>
                  </a:lnTo>
                  <a:lnTo>
                    <a:pt x="29" y="331"/>
                  </a:lnTo>
                  <a:lnTo>
                    <a:pt x="28" y="335"/>
                  </a:lnTo>
                  <a:lnTo>
                    <a:pt x="26" y="339"/>
                  </a:lnTo>
                  <a:lnTo>
                    <a:pt x="26" y="345"/>
                  </a:lnTo>
                  <a:lnTo>
                    <a:pt x="25" y="349"/>
                  </a:lnTo>
                  <a:lnTo>
                    <a:pt x="25" y="354"/>
                  </a:lnTo>
                  <a:lnTo>
                    <a:pt x="23" y="358"/>
                  </a:lnTo>
                  <a:lnTo>
                    <a:pt x="23" y="362"/>
                  </a:lnTo>
                  <a:lnTo>
                    <a:pt x="22" y="368"/>
                  </a:lnTo>
                  <a:lnTo>
                    <a:pt x="22" y="373"/>
                  </a:lnTo>
                  <a:lnTo>
                    <a:pt x="20" y="377"/>
                  </a:lnTo>
                  <a:lnTo>
                    <a:pt x="20" y="383"/>
                  </a:lnTo>
                  <a:lnTo>
                    <a:pt x="19" y="388"/>
                  </a:lnTo>
                  <a:lnTo>
                    <a:pt x="19" y="394"/>
                  </a:lnTo>
                  <a:lnTo>
                    <a:pt x="17" y="400"/>
                  </a:lnTo>
                  <a:lnTo>
                    <a:pt x="17" y="406"/>
                  </a:lnTo>
                  <a:lnTo>
                    <a:pt x="16" y="413"/>
                  </a:lnTo>
                  <a:lnTo>
                    <a:pt x="16" y="420"/>
                  </a:lnTo>
                  <a:lnTo>
                    <a:pt x="15" y="427"/>
                  </a:lnTo>
                  <a:lnTo>
                    <a:pt x="15" y="436"/>
                  </a:lnTo>
                  <a:lnTo>
                    <a:pt x="13" y="445"/>
                  </a:lnTo>
                  <a:lnTo>
                    <a:pt x="12" y="453"/>
                  </a:lnTo>
                  <a:lnTo>
                    <a:pt x="12" y="463"/>
                  </a:lnTo>
                  <a:lnTo>
                    <a:pt x="10" y="472"/>
                  </a:lnTo>
                  <a:lnTo>
                    <a:pt x="9" y="482"/>
                  </a:lnTo>
                  <a:lnTo>
                    <a:pt x="9" y="491"/>
                  </a:lnTo>
                  <a:lnTo>
                    <a:pt x="7" y="498"/>
                  </a:lnTo>
                  <a:lnTo>
                    <a:pt x="7" y="505"/>
                  </a:lnTo>
                  <a:lnTo>
                    <a:pt x="6" y="513"/>
                  </a:lnTo>
                  <a:lnTo>
                    <a:pt x="6" y="520"/>
                  </a:lnTo>
                  <a:lnTo>
                    <a:pt x="4" y="525"/>
                  </a:lnTo>
                  <a:lnTo>
                    <a:pt x="4" y="531"/>
                  </a:lnTo>
                  <a:lnTo>
                    <a:pt x="4" y="537"/>
                  </a:lnTo>
                  <a:lnTo>
                    <a:pt x="3" y="543"/>
                  </a:lnTo>
                  <a:lnTo>
                    <a:pt x="3" y="547"/>
                  </a:lnTo>
                  <a:lnTo>
                    <a:pt x="3" y="551"/>
                  </a:lnTo>
                  <a:lnTo>
                    <a:pt x="2" y="557"/>
                  </a:lnTo>
                  <a:lnTo>
                    <a:pt x="2" y="562"/>
                  </a:lnTo>
                  <a:lnTo>
                    <a:pt x="2" y="564"/>
                  </a:lnTo>
                  <a:lnTo>
                    <a:pt x="2" y="569"/>
                  </a:lnTo>
                  <a:lnTo>
                    <a:pt x="2" y="573"/>
                  </a:lnTo>
                  <a:lnTo>
                    <a:pt x="2" y="577"/>
                  </a:lnTo>
                  <a:lnTo>
                    <a:pt x="0" y="582"/>
                  </a:lnTo>
                  <a:lnTo>
                    <a:pt x="0" y="586"/>
                  </a:lnTo>
                  <a:lnTo>
                    <a:pt x="0" y="589"/>
                  </a:lnTo>
                  <a:lnTo>
                    <a:pt x="0" y="593"/>
                  </a:lnTo>
                  <a:lnTo>
                    <a:pt x="0" y="598"/>
                  </a:lnTo>
                  <a:lnTo>
                    <a:pt x="0" y="602"/>
                  </a:lnTo>
                  <a:lnTo>
                    <a:pt x="0" y="608"/>
                  </a:lnTo>
                  <a:lnTo>
                    <a:pt x="0" y="612"/>
                  </a:lnTo>
                  <a:lnTo>
                    <a:pt x="0" y="618"/>
                  </a:lnTo>
                  <a:lnTo>
                    <a:pt x="0" y="622"/>
                  </a:lnTo>
                  <a:lnTo>
                    <a:pt x="0" y="628"/>
                  </a:lnTo>
                  <a:lnTo>
                    <a:pt x="0" y="634"/>
                  </a:lnTo>
                  <a:lnTo>
                    <a:pt x="0" y="64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75" name="Freeform 28">
              <a:extLst>
                <a:ext uri="{FF2B5EF4-FFF2-40B4-BE49-F238E27FC236}">
                  <a16:creationId xmlns:a16="http://schemas.microsoft.com/office/drawing/2014/main" id="{9493C272-39CE-4CAD-95E8-0B67358449F5}"/>
                </a:ext>
              </a:extLst>
            </p:cNvPr>
            <p:cNvSpPr>
              <a:spLocks/>
            </p:cNvSpPr>
            <p:nvPr/>
          </p:nvSpPr>
          <p:spPr bwMode="auto">
            <a:xfrm>
              <a:off x="4333875" y="4313238"/>
              <a:ext cx="90488" cy="138112"/>
            </a:xfrm>
            <a:custGeom>
              <a:avLst/>
              <a:gdLst>
                <a:gd name="T0" fmla="*/ 0 w 116"/>
                <a:gd name="T1" fmla="*/ 2147483646 h 173"/>
                <a:gd name="T2" fmla="*/ 2147483646 w 116"/>
                <a:gd name="T3" fmla="*/ 2147483646 h 173"/>
                <a:gd name="T4" fmla="*/ 2147483646 w 116"/>
                <a:gd name="T5" fmla="*/ 0 h 173"/>
                <a:gd name="T6" fmla="*/ 2147483646 w 116"/>
                <a:gd name="T7" fmla="*/ 0 h 173"/>
                <a:gd name="T8" fmla="*/ 0 w 116"/>
                <a:gd name="T9" fmla="*/ 2147483646 h 173"/>
                <a:gd name="T10" fmla="*/ 0 60000 65536"/>
                <a:gd name="T11" fmla="*/ 0 60000 65536"/>
                <a:gd name="T12" fmla="*/ 0 60000 65536"/>
                <a:gd name="T13" fmla="*/ 0 60000 65536"/>
                <a:gd name="T14" fmla="*/ 0 60000 65536"/>
                <a:gd name="T15" fmla="*/ 0 w 116"/>
                <a:gd name="T16" fmla="*/ 0 h 173"/>
                <a:gd name="T17" fmla="*/ 116 w 116"/>
                <a:gd name="T18" fmla="*/ 173 h 173"/>
              </a:gdLst>
              <a:ahLst/>
              <a:cxnLst>
                <a:cxn ang="T10">
                  <a:pos x="T0" y="T1"/>
                </a:cxn>
                <a:cxn ang="T11">
                  <a:pos x="T2" y="T3"/>
                </a:cxn>
                <a:cxn ang="T12">
                  <a:pos x="T4" y="T5"/>
                </a:cxn>
                <a:cxn ang="T13">
                  <a:pos x="T6" y="T7"/>
                </a:cxn>
                <a:cxn ang="T14">
                  <a:pos x="T8" y="T9"/>
                </a:cxn>
              </a:cxnLst>
              <a:rect l="T15" t="T16" r="T17" b="T18"/>
              <a:pathLst>
                <a:path w="116" h="173">
                  <a:moveTo>
                    <a:pt x="0" y="29"/>
                  </a:moveTo>
                  <a:lnTo>
                    <a:pt x="116" y="173"/>
                  </a:lnTo>
                  <a:lnTo>
                    <a:pt x="87" y="0"/>
                  </a:lnTo>
                  <a:lnTo>
                    <a:pt x="29" y="0"/>
                  </a:lnTo>
                  <a:lnTo>
                    <a:pt x="0" y="29"/>
                  </a:lnTo>
                  <a:close/>
                </a:path>
              </a:pathLst>
            </a:custGeom>
            <a:solidFill>
              <a:srgbClr val="000000"/>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76" name="Freeform 29">
              <a:extLst>
                <a:ext uri="{FF2B5EF4-FFF2-40B4-BE49-F238E27FC236}">
                  <a16:creationId xmlns:a16="http://schemas.microsoft.com/office/drawing/2014/main" id="{4CD0E4F2-5B88-4B3D-B84C-1FE435EE71AC}"/>
                </a:ext>
              </a:extLst>
            </p:cNvPr>
            <p:cNvSpPr>
              <a:spLocks/>
            </p:cNvSpPr>
            <p:nvPr/>
          </p:nvSpPr>
          <p:spPr bwMode="auto">
            <a:xfrm>
              <a:off x="4314825" y="3968750"/>
              <a:ext cx="47625" cy="346075"/>
            </a:xfrm>
            <a:custGeom>
              <a:avLst/>
              <a:gdLst>
                <a:gd name="T0" fmla="*/ 2147483646 w 59"/>
                <a:gd name="T1" fmla="*/ 2147483646 h 434"/>
                <a:gd name="T2" fmla="*/ 2147483646 w 59"/>
                <a:gd name="T3" fmla="*/ 2147483646 h 434"/>
                <a:gd name="T4" fmla="*/ 2147483646 w 59"/>
                <a:gd name="T5" fmla="*/ 2147483646 h 434"/>
                <a:gd name="T6" fmla="*/ 2147483646 w 59"/>
                <a:gd name="T7" fmla="*/ 2147483646 h 434"/>
                <a:gd name="T8" fmla="*/ 2147483646 w 59"/>
                <a:gd name="T9" fmla="*/ 2147483646 h 434"/>
                <a:gd name="T10" fmla="*/ 2147483646 w 59"/>
                <a:gd name="T11" fmla="*/ 2147483646 h 434"/>
                <a:gd name="T12" fmla="*/ 2147483646 w 59"/>
                <a:gd name="T13" fmla="*/ 2147483646 h 434"/>
                <a:gd name="T14" fmla="*/ 2147483646 w 59"/>
                <a:gd name="T15" fmla="*/ 2147483646 h 434"/>
                <a:gd name="T16" fmla="*/ 2147483646 w 59"/>
                <a:gd name="T17" fmla="*/ 2147483646 h 434"/>
                <a:gd name="T18" fmla="*/ 2147483646 w 59"/>
                <a:gd name="T19" fmla="*/ 2147483646 h 434"/>
                <a:gd name="T20" fmla="*/ 2147483646 w 59"/>
                <a:gd name="T21" fmla="*/ 2147483646 h 434"/>
                <a:gd name="T22" fmla="*/ 2147483646 w 59"/>
                <a:gd name="T23" fmla="*/ 2147483646 h 434"/>
                <a:gd name="T24" fmla="*/ 2147483646 w 59"/>
                <a:gd name="T25" fmla="*/ 2147483646 h 434"/>
                <a:gd name="T26" fmla="*/ 2147483646 w 59"/>
                <a:gd name="T27" fmla="*/ 2147483646 h 434"/>
                <a:gd name="T28" fmla="*/ 2147483646 w 59"/>
                <a:gd name="T29" fmla="*/ 2147483646 h 434"/>
                <a:gd name="T30" fmla="*/ 2147483646 w 59"/>
                <a:gd name="T31" fmla="*/ 2147483646 h 434"/>
                <a:gd name="T32" fmla="*/ 2147483646 w 59"/>
                <a:gd name="T33" fmla="*/ 2147483646 h 434"/>
                <a:gd name="T34" fmla="*/ 2147483646 w 59"/>
                <a:gd name="T35" fmla="*/ 2147483646 h 434"/>
                <a:gd name="T36" fmla="*/ 2147483646 w 59"/>
                <a:gd name="T37" fmla="*/ 2147483646 h 434"/>
                <a:gd name="T38" fmla="*/ 2147483646 w 59"/>
                <a:gd name="T39" fmla="*/ 2147483646 h 434"/>
                <a:gd name="T40" fmla="*/ 2147483646 w 59"/>
                <a:gd name="T41" fmla="*/ 2147483646 h 434"/>
                <a:gd name="T42" fmla="*/ 2147483646 w 59"/>
                <a:gd name="T43" fmla="*/ 2147483646 h 434"/>
                <a:gd name="T44" fmla="*/ 2147483646 w 59"/>
                <a:gd name="T45" fmla="*/ 2147483646 h 434"/>
                <a:gd name="T46" fmla="*/ 2147483646 w 59"/>
                <a:gd name="T47" fmla="*/ 2147483646 h 434"/>
                <a:gd name="T48" fmla="*/ 2147483646 w 59"/>
                <a:gd name="T49" fmla="*/ 2147483646 h 434"/>
                <a:gd name="T50" fmla="*/ 2147483646 w 59"/>
                <a:gd name="T51" fmla="*/ 2147483646 h 434"/>
                <a:gd name="T52" fmla="*/ 2147483646 w 59"/>
                <a:gd name="T53" fmla="*/ 2147483646 h 434"/>
                <a:gd name="T54" fmla="*/ 2147483646 w 59"/>
                <a:gd name="T55" fmla="*/ 2147483646 h 434"/>
                <a:gd name="T56" fmla="*/ 2147483646 w 59"/>
                <a:gd name="T57" fmla="*/ 2147483646 h 434"/>
                <a:gd name="T58" fmla="*/ 2147483646 w 59"/>
                <a:gd name="T59" fmla="*/ 2147483646 h 434"/>
                <a:gd name="T60" fmla="*/ 2147483646 w 59"/>
                <a:gd name="T61" fmla="*/ 2147483646 h 434"/>
                <a:gd name="T62" fmla="*/ 2147483646 w 59"/>
                <a:gd name="T63" fmla="*/ 2147483646 h 434"/>
                <a:gd name="T64" fmla="*/ 2147483646 w 59"/>
                <a:gd name="T65" fmla="*/ 2147483646 h 434"/>
                <a:gd name="T66" fmla="*/ 2147483646 w 59"/>
                <a:gd name="T67" fmla="*/ 2147483646 h 434"/>
                <a:gd name="T68" fmla="*/ 2147483646 w 59"/>
                <a:gd name="T69" fmla="*/ 2147483646 h 434"/>
                <a:gd name="T70" fmla="*/ 2147483646 w 59"/>
                <a:gd name="T71" fmla="*/ 2147483646 h 434"/>
                <a:gd name="T72" fmla="*/ 2147483646 w 59"/>
                <a:gd name="T73" fmla="*/ 2147483646 h 434"/>
                <a:gd name="T74" fmla="*/ 2147483646 w 59"/>
                <a:gd name="T75" fmla="*/ 2147483646 h 434"/>
                <a:gd name="T76" fmla="*/ 2147483646 w 59"/>
                <a:gd name="T77" fmla="*/ 2147483646 h 434"/>
                <a:gd name="T78" fmla="*/ 2147483646 w 59"/>
                <a:gd name="T79" fmla="*/ 2147483646 h 434"/>
                <a:gd name="T80" fmla="*/ 2147483646 w 59"/>
                <a:gd name="T81" fmla="*/ 2147483646 h 434"/>
                <a:gd name="T82" fmla="*/ 2147483646 w 59"/>
                <a:gd name="T83" fmla="*/ 2147483646 h 434"/>
                <a:gd name="T84" fmla="*/ 2147483646 w 59"/>
                <a:gd name="T85" fmla="*/ 2147483646 h 434"/>
                <a:gd name="T86" fmla="*/ 0 w 59"/>
                <a:gd name="T87" fmla="*/ 2147483646 h 434"/>
                <a:gd name="T88" fmla="*/ 0 w 59"/>
                <a:gd name="T89" fmla="*/ 2147483646 h 434"/>
                <a:gd name="T90" fmla="*/ 0 w 59"/>
                <a:gd name="T91" fmla="*/ 2147483646 h 434"/>
                <a:gd name="T92" fmla="*/ 0 w 59"/>
                <a:gd name="T93" fmla="*/ 2147483646 h 434"/>
                <a:gd name="T94" fmla="*/ 0 w 59"/>
                <a:gd name="T95" fmla="*/ 2147483646 h 434"/>
                <a:gd name="T96" fmla="*/ 0 w 59"/>
                <a:gd name="T97" fmla="*/ 2147483646 h 43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9"/>
                <a:gd name="T148" fmla="*/ 0 h 434"/>
                <a:gd name="T149" fmla="*/ 59 w 59"/>
                <a:gd name="T150" fmla="*/ 434 h 43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9" h="434">
                  <a:moveTo>
                    <a:pt x="59" y="434"/>
                  </a:moveTo>
                  <a:lnTo>
                    <a:pt x="59" y="433"/>
                  </a:lnTo>
                  <a:lnTo>
                    <a:pt x="58" y="431"/>
                  </a:lnTo>
                  <a:lnTo>
                    <a:pt x="58" y="430"/>
                  </a:lnTo>
                  <a:lnTo>
                    <a:pt x="56" y="429"/>
                  </a:lnTo>
                  <a:lnTo>
                    <a:pt x="56" y="427"/>
                  </a:lnTo>
                  <a:lnTo>
                    <a:pt x="56" y="426"/>
                  </a:lnTo>
                  <a:lnTo>
                    <a:pt x="55" y="424"/>
                  </a:lnTo>
                  <a:lnTo>
                    <a:pt x="55" y="421"/>
                  </a:lnTo>
                  <a:lnTo>
                    <a:pt x="55" y="420"/>
                  </a:lnTo>
                  <a:lnTo>
                    <a:pt x="54" y="418"/>
                  </a:lnTo>
                  <a:lnTo>
                    <a:pt x="54" y="417"/>
                  </a:lnTo>
                  <a:lnTo>
                    <a:pt x="54" y="416"/>
                  </a:lnTo>
                  <a:lnTo>
                    <a:pt x="52" y="413"/>
                  </a:lnTo>
                  <a:lnTo>
                    <a:pt x="52" y="411"/>
                  </a:lnTo>
                  <a:lnTo>
                    <a:pt x="52" y="410"/>
                  </a:lnTo>
                  <a:lnTo>
                    <a:pt x="51" y="408"/>
                  </a:lnTo>
                  <a:lnTo>
                    <a:pt x="51" y="405"/>
                  </a:lnTo>
                  <a:lnTo>
                    <a:pt x="51" y="404"/>
                  </a:lnTo>
                  <a:lnTo>
                    <a:pt x="49" y="403"/>
                  </a:lnTo>
                  <a:lnTo>
                    <a:pt x="49" y="400"/>
                  </a:lnTo>
                  <a:lnTo>
                    <a:pt x="49" y="398"/>
                  </a:lnTo>
                  <a:lnTo>
                    <a:pt x="49" y="395"/>
                  </a:lnTo>
                  <a:lnTo>
                    <a:pt x="48" y="394"/>
                  </a:lnTo>
                  <a:lnTo>
                    <a:pt x="48" y="391"/>
                  </a:lnTo>
                  <a:lnTo>
                    <a:pt x="48" y="390"/>
                  </a:lnTo>
                  <a:lnTo>
                    <a:pt x="46" y="388"/>
                  </a:lnTo>
                  <a:lnTo>
                    <a:pt x="46" y="385"/>
                  </a:lnTo>
                  <a:lnTo>
                    <a:pt x="46" y="382"/>
                  </a:lnTo>
                  <a:lnTo>
                    <a:pt x="45" y="381"/>
                  </a:lnTo>
                  <a:lnTo>
                    <a:pt x="45" y="378"/>
                  </a:lnTo>
                  <a:lnTo>
                    <a:pt x="43" y="377"/>
                  </a:lnTo>
                  <a:lnTo>
                    <a:pt x="43" y="374"/>
                  </a:lnTo>
                  <a:lnTo>
                    <a:pt x="42" y="365"/>
                  </a:lnTo>
                  <a:lnTo>
                    <a:pt x="39" y="358"/>
                  </a:lnTo>
                  <a:lnTo>
                    <a:pt x="38" y="351"/>
                  </a:lnTo>
                  <a:lnTo>
                    <a:pt x="36" y="343"/>
                  </a:lnTo>
                  <a:lnTo>
                    <a:pt x="35" y="338"/>
                  </a:lnTo>
                  <a:lnTo>
                    <a:pt x="33" y="332"/>
                  </a:lnTo>
                  <a:lnTo>
                    <a:pt x="32" y="326"/>
                  </a:lnTo>
                  <a:lnTo>
                    <a:pt x="30" y="320"/>
                  </a:lnTo>
                  <a:lnTo>
                    <a:pt x="29" y="316"/>
                  </a:lnTo>
                  <a:lnTo>
                    <a:pt x="29" y="310"/>
                  </a:lnTo>
                  <a:lnTo>
                    <a:pt x="28" y="306"/>
                  </a:lnTo>
                  <a:lnTo>
                    <a:pt x="26" y="300"/>
                  </a:lnTo>
                  <a:lnTo>
                    <a:pt x="26" y="296"/>
                  </a:lnTo>
                  <a:lnTo>
                    <a:pt x="25" y="291"/>
                  </a:lnTo>
                  <a:lnTo>
                    <a:pt x="25" y="287"/>
                  </a:lnTo>
                  <a:lnTo>
                    <a:pt x="23" y="283"/>
                  </a:lnTo>
                  <a:lnTo>
                    <a:pt x="23" y="278"/>
                  </a:lnTo>
                  <a:lnTo>
                    <a:pt x="22" y="273"/>
                  </a:lnTo>
                  <a:lnTo>
                    <a:pt x="22" y="268"/>
                  </a:lnTo>
                  <a:lnTo>
                    <a:pt x="20" y="263"/>
                  </a:lnTo>
                  <a:lnTo>
                    <a:pt x="20" y="258"/>
                  </a:lnTo>
                  <a:lnTo>
                    <a:pt x="19" y="252"/>
                  </a:lnTo>
                  <a:lnTo>
                    <a:pt x="19" y="247"/>
                  </a:lnTo>
                  <a:lnTo>
                    <a:pt x="17" y="241"/>
                  </a:lnTo>
                  <a:lnTo>
                    <a:pt x="17" y="235"/>
                  </a:lnTo>
                  <a:lnTo>
                    <a:pt x="16" y="228"/>
                  </a:lnTo>
                  <a:lnTo>
                    <a:pt x="16" y="221"/>
                  </a:lnTo>
                  <a:lnTo>
                    <a:pt x="15" y="214"/>
                  </a:lnTo>
                  <a:lnTo>
                    <a:pt x="15" y="205"/>
                  </a:lnTo>
                  <a:lnTo>
                    <a:pt x="13" y="196"/>
                  </a:lnTo>
                  <a:lnTo>
                    <a:pt x="12" y="188"/>
                  </a:lnTo>
                  <a:lnTo>
                    <a:pt x="12" y="177"/>
                  </a:lnTo>
                  <a:lnTo>
                    <a:pt x="10" y="167"/>
                  </a:lnTo>
                  <a:lnTo>
                    <a:pt x="9" y="159"/>
                  </a:lnTo>
                  <a:lnTo>
                    <a:pt x="9" y="150"/>
                  </a:lnTo>
                  <a:lnTo>
                    <a:pt x="7" y="143"/>
                  </a:lnTo>
                  <a:lnTo>
                    <a:pt x="7" y="134"/>
                  </a:lnTo>
                  <a:lnTo>
                    <a:pt x="6" y="128"/>
                  </a:lnTo>
                  <a:lnTo>
                    <a:pt x="6" y="121"/>
                  </a:lnTo>
                  <a:lnTo>
                    <a:pt x="4" y="115"/>
                  </a:lnTo>
                  <a:lnTo>
                    <a:pt x="4" y="110"/>
                  </a:lnTo>
                  <a:lnTo>
                    <a:pt x="4" y="104"/>
                  </a:lnTo>
                  <a:lnTo>
                    <a:pt x="3" y="98"/>
                  </a:lnTo>
                  <a:lnTo>
                    <a:pt x="3" y="94"/>
                  </a:lnTo>
                  <a:lnTo>
                    <a:pt x="3" y="88"/>
                  </a:lnTo>
                  <a:lnTo>
                    <a:pt x="2" y="84"/>
                  </a:lnTo>
                  <a:lnTo>
                    <a:pt x="2" y="79"/>
                  </a:lnTo>
                  <a:lnTo>
                    <a:pt x="2" y="75"/>
                  </a:lnTo>
                  <a:lnTo>
                    <a:pt x="2" y="71"/>
                  </a:lnTo>
                  <a:lnTo>
                    <a:pt x="2" y="68"/>
                  </a:lnTo>
                  <a:lnTo>
                    <a:pt x="2" y="63"/>
                  </a:lnTo>
                  <a:lnTo>
                    <a:pt x="0" y="59"/>
                  </a:lnTo>
                  <a:lnTo>
                    <a:pt x="0" y="55"/>
                  </a:lnTo>
                  <a:lnTo>
                    <a:pt x="0" y="50"/>
                  </a:lnTo>
                  <a:lnTo>
                    <a:pt x="0" y="48"/>
                  </a:lnTo>
                  <a:lnTo>
                    <a:pt x="0" y="43"/>
                  </a:lnTo>
                  <a:lnTo>
                    <a:pt x="0" y="37"/>
                  </a:lnTo>
                  <a:lnTo>
                    <a:pt x="0" y="33"/>
                  </a:lnTo>
                  <a:lnTo>
                    <a:pt x="0" y="29"/>
                  </a:lnTo>
                  <a:lnTo>
                    <a:pt x="0" y="23"/>
                  </a:lnTo>
                  <a:lnTo>
                    <a:pt x="0" y="19"/>
                  </a:lnTo>
                  <a:lnTo>
                    <a:pt x="0" y="13"/>
                  </a:lnTo>
                  <a:lnTo>
                    <a:pt x="0" y="6"/>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77" name="Freeform 30">
              <a:extLst>
                <a:ext uri="{FF2B5EF4-FFF2-40B4-BE49-F238E27FC236}">
                  <a16:creationId xmlns:a16="http://schemas.microsoft.com/office/drawing/2014/main" id="{DF9106B1-CC9E-4F37-805F-2B7A7CCBBF40}"/>
                </a:ext>
              </a:extLst>
            </p:cNvPr>
            <p:cNvSpPr>
              <a:spLocks/>
            </p:cNvSpPr>
            <p:nvPr/>
          </p:nvSpPr>
          <p:spPr bwMode="auto">
            <a:xfrm>
              <a:off x="4686300" y="3965575"/>
              <a:ext cx="120650" cy="514350"/>
            </a:xfrm>
            <a:custGeom>
              <a:avLst/>
              <a:gdLst>
                <a:gd name="T0" fmla="*/ 2147483646 w 151"/>
                <a:gd name="T1" fmla="*/ 2147483646 h 648"/>
                <a:gd name="T2" fmla="*/ 2147483646 w 151"/>
                <a:gd name="T3" fmla="*/ 2147483646 h 648"/>
                <a:gd name="T4" fmla="*/ 2147483646 w 151"/>
                <a:gd name="T5" fmla="*/ 2147483646 h 648"/>
                <a:gd name="T6" fmla="*/ 2147483646 w 151"/>
                <a:gd name="T7" fmla="*/ 2147483646 h 648"/>
                <a:gd name="T8" fmla="*/ 2147483646 w 151"/>
                <a:gd name="T9" fmla="*/ 2147483646 h 648"/>
                <a:gd name="T10" fmla="*/ 2147483646 w 151"/>
                <a:gd name="T11" fmla="*/ 2147483646 h 648"/>
                <a:gd name="T12" fmla="*/ 2147483646 w 151"/>
                <a:gd name="T13" fmla="*/ 2147483646 h 648"/>
                <a:gd name="T14" fmla="*/ 2147483646 w 151"/>
                <a:gd name="T15" fmla="*/ 2147483646 h 648"/>
                <a:gd name="T16" fmla="*/ 2147483646 w 151"/>
                <a:gd name="T17" fmla="*/ 2147483646 h 648"/>
                <a:gd name="T18" fmla="*/ 2147483646 w 151"/>
                <a:gd name="T19" fmla="*/ 2147483646 h 648"/>
                <a:gd name="T20" fmla="*/ 2147483646 w 151"/>
                <a:gd name="T21" fmla="*/ 2147483646 h 648"/>
                <a:gd name="T22" fmla="*/ 2147483646 w 151"/>
                <a:gd name="T23" fmla="*/ 2147483646 h 648"/>
                <a:gd name="T24" fmla="*/ 2147483646 w 151"/>
                <a:gd name="T25" fmla="*/ 2147483646 h 648"/>
                <a:gd name="T26" fmla="*/ 2147483646 w 151"/>
                <a:gd name="T27" fmla="*/ 2147483646 h 648"/>
                <a:gd name="T28" fmla="*/ 2147483646 w 151"/>
                <a:gd name="T29" fmla="*/ 2147483646 h 648"/>
                <a:gd name="T30" fmla="*/ 2147483646 w 151"/>
                <a:gd name="T31" fmla="*/ 2147483646 h 648"/>
                <a:gd name="T32" fmla="*/ 2147483646 w 151"/>
                <a:gd name="T33" fmla="*/ 2147483646 h 648"/>
                <a:gd name="T34" fmla="*/ 2147483646 w 151"/>
                <a:gd name="T35" fmla="*/ 2147483646 h 648"/>
                <a:gd name="T36" fmla="*/ 2147483646 w 151"/>
                <a:gd name="T37" fmla="*/ 2147483646 h 648"/>
                <a:gd name="T38" fmla="*/ 2147483646 w 151"/>
                <a:gd name="T39" fmla="*/ 2147483646 h 648"/>
                <a:gd name="T40" fmla="*/ 2147483646 w 151"/>
                <a:gd name="T41" fmla="*/ 2147483646 h 648"/>
                <a:gd name="T42" fmla="*/ 2147483646 w 151"/>
                <a:gd name="T43" fmla="*/ 2147483646 h 648"/>
                <a:gd name="T44" fmla="*/ 2147483646 w 151"/>
                <a:gd name="T45" fmla="*/ 2147483646 h 648"/>
                <a:gd name="T46" fmla="*/ 2147483646 w 151"/>
                <a:gd name="T47" fmla="*/ 2147483646 h 648"/>
                <a:gd name="T48" fmla="*/ 2147483646 w 151"/>
                <a:gd name="T49" fmla="*/ 2147483646 h 648"/>
                <a:gd name="T50" fmla="*/ 2147483646 w 151"/>
                <a:gd name="T51" fmla="*/ 2147483646 h 648"/>
                <a:gd name="T52" fmla="*/ 2147483646 w 151"/>
                <a:gd name="T53" fmla="*/ 2147483646 h 648"/>
                <a:gd name="T54" fmla="*/ 2147483646 w 151"/>
                <a:gd name="T55" fmla="*/ 2147483646 h 648"/>
                <a:gd name="T56" fmla="*/ 2147483646 w 151"/>
                <a:gd name="T57" fmla="*/ 2147483646 h 648"/>
                <a:gd name="T58" fmla="*/ 2147483646 w 151"/>
                <a:gd name="T59" fmla="*/ 2147483646 h 648"/>
                <a:gd name="T60" fmla="*/ 2147483646 w 151"/>
                <a:gd name="T61" fmla="*/ 2147483646 h 648"/>
                <a:gd name="T62" fmla="*/ 2147483646 w 151"/>
                <a:gd name="T63" fmla="*/ 2147483646 h 648"/>
                <a:gd name="T64" fmla="*/ 2147483646 w 151"/>
                <a:gd name="T65" fmla="*/ 2147483646 h 648"/>
                <a:gd name="T66" fmla="*/ 2147483646 w 151"/>
                <a:gd name="T67" fmla="*/ 2147483646 h 648"/>
                <a:gd name="T68" fmla="*/ 2147483646 w 151"/>
                <a:gd name="T69" fmla="*/ 2147483646 h 648"/>
                <a:gd name="T70" fmla="*/ 2147483646 w 151"/>
                <a:gd name="T71" fmla="*/ 2147483646 h 648"/>
                <a:gd name="T72" fmla="*/ 2147483646 w 151"/>
                <a:gd name="T73" fmla="*/ 2147483646 h 648"/>
                <a:gd name="T74" fmla="*/ 2147483646 w 151"/>
                <a:gd name="T75" fmla="*/ 2147483646 h 648"/>
                <a:gd name="T76" fmla="*/ 2147483646 w 151"/>
                <a:gd name="T77" fmla="*/ 2147483646 h 648"/>
                <a:gd name="T78" fmla="*/ 2147483646 w 151"/>
                <a:gd name="T79" fmla="*/ 2147483646 h 648"/>
                <a:gd name="T80" fmla="*/ 2147483646 w 151"/>
                <a:gd name="T81" fmla="*/ 2147483646 h 648"/>
                <a:gd name="T82" fmla="*/ 2147483646 w 151"/>
                <a:gd name="T83" fmla="*/ 2147483646 h 648"/>
                <a:gd name="T84" fmla="*/ 2147483646 w 151"/>
                <a:gd name="T85" fmla="*/ 2147483646 h 648"/>
                <a:gd name="T86" fmla="*/ 2147483646 w 151"/>
                <a:gd name="T87" fmla="*/ 2147483646 h 648"/>
                <a:gd name="T88" fmla="*/ 2147483646 w 151"/>
                <a:gd name="T89" fmla="*/ 2147483646 h 648"/>
                <a:gd name="T90" fmla="*/ 2147483646 w 151"/>
                <a:gd name="T91" fmla="*/ 2147483646 h 648"/>
                <a:gd name="T92" fmla="*/ 2147483646 w 151"/>
                <a:gd name="T93" fmla="*/ 2147483646 h 648"/>
                <a:gd name="T94" fmla="*/ 2147483646 w 151"/>
                <a:gd name="T95" fmla="*/ 2147483646 h 648"/>
                <a:gd name="T96" fmla="*/ 2147483646 w 151"/>
                <a:gd name="T97" fmla="*/ 2147483646 h 64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51"/>
                <a:gd name="T148" fmla="*/ 0 h 648"/>
                <a:gd name="T149" fmla="*/ 151 w 151"/>
                <a:gd name="T150" fmla="*/ 648 h 64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51" h="648">
                  <a:moveTo>
                    <a:pt x="0" y="648"/>
                  </a:moveTo>
                  <a:lnTo>
                    <a:pt x="7" y="632"/>
                  </a:lnTo>
                  <a:lnTo>
                    <a:pt x="14" y="616"/>
                  </a:lnTo>
                  <a:lnTo>
                    <a:pt x="21" y="601"/>
                  </a:lnTo>
                  <a:lnTo>
                    <a:pt x="29" y="588"/>
                  </a:lnTo>
                  <a:lnTo>
                    <a:pt x="34" y="575"/>
                  </a:lnTo>
                  <a:lnTo>
                    <a:pt x="40" y="564"/>
                  </a:lnTo>
                  <a:lnTo>
                    <a:pt x="46" y="552"/>
                  </a:lnTo>
                  <a:lnTo>
                    <a:pt x="50" y="542"/>
                  </a:lnTo>
                  <a:lnTo>
                    <a:pt x="55" y="532"/>
                  </a:lnTo>
                  <a:lnTo>
                    <a:pt x="59" y="523"/>
                  </a:lnTo>
                  <a:lnTo>
                    <a:pt x="63" y="515"/>
                  </a:lnTo>
                  <a:lnTo>
                    <a:pt x="66" y="506"/>
                  </a:lnTo>
                  <a:lnTo>
                    <a:pt x="71" y="499"/>
                  </a:lnTo>
                  <a:lnTo>
                    <a:pt x="73" y="492"/>
                  </a:lnTo>
                  <a:lnTo>
                    <a:pt x="76" y="485"/>
                  </a:lnTo>
                  <a:lnTo>
                    <a:pt x="78" y="479"/>
                  </a:lnTo>
                  <a:lnTo>
                    <a:pt x="81" y="473"/>
                  </a:lnTo>
                  <a:lnTo>
                    <a:pt x="84" y="466"/>
                  </a:lnTo>
                  <a:lnTo>
                    <a:pt x="85" y="460"/>
                  </a:lnTo>
                  <a:lnTo>
                    <a:pt x="88" y="456"/>
                  </a:lnTo>
                  <a:lnTo>
                    <a:pt x="89" y="450"/>
                  </a:lnTo>
                  <a:lnTo>
                    <a:pt x="91" y="444"/>
                  </a:lnTo>
                  <a:lnTo>
                    <a:pt x="92" y="438"/>
                  </a:lnTo>
                  <a:lnTo>
                    <a:pt x="95" y="433"/>
                  </a:lnTo>
                  <a:lnTo>
                    <a:pt x="96" y="427"/>
                  </a:lnTo>
                  <a:lnTo>
                    <a:pt x="98" y="421"/>
                  </a:lnTo>
                  <a:lnTo>
                    <a:pt x="99" y="414"/>
                  </a:lnTo>
                  <a:lnTo>
                    <a:pt x="101" y="408"/>
                  </a:lnTo>
                  <a:lnTo>
                    <a:pt x="102" y="401"/>
                  </a:lnTo>
                  <a:lnTo>
                    <a:pt x="105" y="394"/>
                  </a:lnTo>
                  <a:lnTo>
                    <a:pt x="107" y="385"/>
                  </a:lnTo>
                  <a:lnTo>
                    <a:pt x="108" y="378"/>
                  </a:lnTo>
                  <a:lnTo>
                    <a:pt x="111" y="369"/>
                  </a:lnTo>
                  <a:lnTo>
                    <a:pt x="112" y="362"/>
                  </a:lnTo>
                  <a:lnTo>
                    <a:pt x="114" y="355"/>
                  </a:lnTo>
                  <a:lnTo>
                    <a:pt x="115" y="347"/>
                  </a:lnTo>
                  <a:lnTo>
                    <a:pt x="117" y="342"/>
                  </a:lnTo>
                  <a:lnTo>
                    <a:pt x="118" y="334"/>
                  </a:lnTo>
                  <a:lnTo>
                    <a:pt x="120" y="329"/>
                  </a:lnTo>
                  <a:lnTo>
                    <a:pt x="121" y="324"/>
                  </a:lnTo>
                  <a:lnTo>
                    <a:pt x="122" y="319"/>
                  </a:lnTo>
                  <a:lnTo>
                    <a:pt x="124" y="313"/>
                  </a:lnTo>
                  <a:lnTo>
                    <a:pt x="124" y="308"/>
                  </a:lnTo>
                  <a:lnTo>
                    <a:pt x="125" y="304"/>
                  </a:lnTo>
                  <a:lnTo>
                    <a:pt x="127" y="300"/>
                  </a:lnTo>
                  <a:lnTo>
                    <a:pt x="127" y="294"/>
                  </a:lnTo>
                  <a:lnTo>
                    <a:pt x="128" y="290"/>
                  </a:lnTo>
                  <a:lnTo>
                    <a:pt x="128" y="285"/>
                  </a:lnTo>
                  <a:lnTo>
                    <a:pt x="130" y="281"/>
                  </a:lnTo>
                  <a:lnTo>
                    <a:pt x="130" y="275"/>
                  </a:lnTo>
                  <a:lnTo>
                    <a:pt x="131" y="271"/>
                  </a:lnTo>
                  <a:lnTo>
                    <a:pt x="131" y="267"/>
                  </a:lnTo>
                  <a:lnTo>
                    <a:pt x="133" y="261"/>
                  </a:lnTo>
                  <a:lnTo>
                    <a:pt x="133" y="255"/>
                  </a:lnTo>
                  <a:lnTo>
                    <a:pt x="134" y="249"/>
                  </a:lnTo>
                  <a:lnTo>
                    <a:pt x="134" y="244"/>
                  </a:lnTo>
                  <a:lnTo>
                    <a:pt x="135" y="238"/>
                  </a:lnTo>
                  <a:lnTo>
                    <a:pt x="135" y="231"/>
                  </a:lnTo>
                  <a:lnTo>
                    <a:pt x="137" y="223"/>
                  </a:lnTo>
                  <a:lnTo>
                    <a:pt x="137" y="216"/>
                  </a:lnTo>
                  <a:lnTo>
                    <a:pt x="138" y="207"/>
                  </a:lnTo>
                  <a:lnTo>
                    <a:pt x="138" y="199"/>
                  </a:lnTo>
                  <a:lnTo>
                    <a:pt x="140" y="190"/>
                  </a:lnTo>
                  <a:lnTo>
                    <a:pt x="141" y="180"/>
                  </a:lnTo>
                  <a:lnTo>
                    <a:pt x="141" y="170"/>
                  </a:lnTo>
                  <a:lnTo>
                    <a:pt x="143" y="161"/>
                  </a:lnTo>
                  <a:lnTo>
                    <a:pt x="144" y="153"/>
                  </a:lnTo>
                  <a:lnTo>
                    <a:pt x="144" y="144"/>
                  </a:lnTo>
                  <a:lnTo>
                    <a:pt x="146" y="137"/>
                  </a:lnTo>
                  <a:lnTo>
                    <a:pt x="146" y="130"/>
                  </a:lnTo>
                  <a:lnTo>
                    <a:pt x="147" y="122"/>
                  </a:lnTo>
                  <a:lnTo>
                    <a:pt x="147" y="117"/>
                  </a:lnTo>
                  <a:lnTo>
                    <a:pt x="147" y="109"/>
                  </a:lnTo>
                  <a:lnTo>
                    <a:pt x="148" y="105"/>
                  </a:lnTo>
                  <a:lnTo>
                    <a:pt x="148" y="99"/>
                  </a:lnTo>
                  <a:lnTo>
                    <a:pt x="148" y="93"/>
                  </a:lnTo>
                  <a:lnTo>
                    <a:pt x="150" y="89"/>
                  </a:lnTo>
                  <a:lnTo>
                    <a:pt x="150" y="85"/>
                  </a:lnTo>
                  <a:lnTo>
                    <a:pt x="150" y="80"/>
                  </a:lnTo>
                  <a:lnTo>
                    <a:pt x="150" y="76"/>
                  </a:lnTo>
                  <a:lnTo>
                    <a:pt x="151" y="72"/>
                  </a:lnTo>
                  <a:lnTo>
                    <a:pt x="151" y="67"/>
                  </a:lnTo>
                  <a:lnTo>
                    <a:pt x="151" y="63"/>
                  </a:lnTo>
                  <a:lnTo>
                    <a:pt x="151" y="60"/>
                  </a:lnTo>
                  <a:lnTo>
                    <a:pt x="151" y="56"/>
                  </a:lnTo>
                  <a:lnTo>
                    <a:pt x="151" y="52"/>
                  </a:lnTo>
                  <a:lnTo>
                    <a:pt x="151" y="47"/>
                  </a:lnTo>
                  <a:lnTo>
                    <a:pt x="151" y="43"/>
                  </a:lnTo>
                  <a:lnTo>
                    <a:pt x="151" y="39"/>
                  </a:lnTo>
                  <a:lnTo>
                    <a:pt x="151" y="34"/>
                  </a:lnTo>
                  <a:lnTo>
                    <a:pt x="151" y="28"/>
                  </a:lnTo>
                  <a:lnTo>
                    <a:pt x="151" y="24"/>
                  </a:lnTo>
                  <a:lnTo>
                    <a:pt x="151" y="18"/>
                  </a:lnTo>
                  <a:lnTo>
                    <a:pt x="151" y="13"/>
                  </a:lnTo>
                  <a:lnTo>
                    <a:pt x="151" y="5"/>
                  </a:lnTo>
                  <a:lnTo>
                    <a:pt x="151"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78" name="Freeform 31">
              <a:extLst>
                <a:ext uri="{FF2B5EF4-FFF2-40B4-BE49-F238E27FC236}">
                  <a16:creationId xmlns:a16="http://schemas.microsoft.com/office/drawing/2014/main" id="{6161FD9A-B42B-479E-B5A0-3956F234F05C}"/>
                </a:ext>
              </a:extLst>
            </p:cNvPr>
            <p:cNvSpPr>
              <a:spLocks/>
            </p:cNvSpPr>
            <p:nvPr/>
          </p:nvSpPr>
          <p:spPr bwMode="auto">
            <a:xfrm>
              <a:off x="4699000" y="3487738"/>
              <a:ext cx="92075" cy="138112"/>
            </a:xfrm>
            <a:custGeom>
              <a:avLst/>
              <a:gdLst>
                <a:gd name="T0" fmla="*/ 2147483646 w 115"/>
                <a:gd name="T1" fmla="*/ 2147483646 h 173"/>
                <a:gd name="T2" fmla="*/ 0 w 115"/>
                <a:gd name="T3" fmla="*/ 0 h 173"/>
                <a:gd name="T4" fmla="*/ 2147483646 w 115"/>
                <a:gd name="T5" fmla="*/ 2147483646 h 173"/>
                <a:gd name="T6" fmla="*/ 2147483646 w 115"/>
                <a:gd name="T7" fmla="*/ 2147483646 h 173"/>
                <a:gd name="T8" fmla="*/ 2147483646 w 115"/>
                <a:gd name="T9" fmla="*/ 2147483646 h 173"/>
                <a:gd name="T10" fmla="*/ 0 60000 65536"/>
                <a:gd name="T11" fmla="*/ 0 60000 65536"/>
                <a:gd name="T12" fmla="*/ 0 60000 65536"/>
                <a:gd name="T13" fmla="*/ 0 60000 65536"/>
                <a:gd name="T14" fmla="*/ 0 60000 65536"/>
                <a:gd name="T15" fmla="*/ 0 w 115"/>
                <a:gd name="T16" fmla="*/ 0 h 173"/>
                <a:gd name="T17" fmla="*/ 115 w 115"/>
                <a:gd name="T18" fmla="*/ 173 h 173"/>
              </a:gdLst>
              <a:ahLst/>
              <a:cxnLst>
                <a:cxn ang="T10">
                  <a:pos x="T0" y="T1"/>
                </a:cxn>
                <a:cxn ang="T11">
                  <a:pos x="T2" y="T3"/>
                </a:cxn>
                <a:cxn ang="T12">
                  <a:pos x="T4" y="T5"/>
                </a:cxn>
                <a:cxn ang="T13">
                  <a:pos x="T6" y="T7"/>
                </a:cxn>
                <a:cxn ang="T14">
                  <a:pos x="T8" y="T9"/>
                </a:cxn>
              </a:cxnLst>
              <a:rect l="T15" t="T16" r="T17" b="T18"/>
              <a:pathLst>
                <a:path w="115" h="173">
                  <a:moveTo>
                    <a:pt x="115" y="144"/>
                  </a:moveTo>
                  <a:lnTo>
                    <a:pt x="0" y="0"/>
                  </a:lnTo>
                  <a:lnTo>
                    <a:pt x="29" y="173"/>
                  </a:lnTo>
                  <a:lnTo>
                    <a:pt x="57" y="144"/>
                  </a:lnTo>
                  <a:lnTo>
                    <a:pt x="115" y="144"/>
                  </a:lnTo>
                  <a:close/>
                </a:path>
              </a:pathLst>
            </a:custGeom>
            <a:solidFill>
              <a:srgbClr val="000000"/>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79" name="Freeform 32">
              <a:extLst>
                <a:ext uri="{FF2B5EF4-FFF2-40B4-BE49-F238E27FC236}">
                  <a16:creationId xmlns:a16="http://schemas.microsoft.com/office/drawing/2014/main" id="{042EE904-DA73-43BA-8D66-17B3B0A5B426}"/>
                </a:ext>
              </a:extLst>
            </p:cNvPr>
            <p:cNvSpPr>
              <a:spLocks/>
            </p:cNvSpPr>
            <p:nvPr/>
          </p:nvSpPr>
          <p:spPr bwMode="auto">
            <a:xfrm>
              <a:off x="4760913" y="3616325"/>
              <a:ext cx="46037" cy="349250"/>
            </a:xfrm>
            <a:custGeom>
              <a:avLst/>
              <a:gdLst>
                <a:gd name="T0" fmla="*/ 0 w 59"/>
                <a:gd name="T1" fmla="*/ 2147483646 h 442"/>
                <a:gd name="T2" fmla="*/ 2147483646 w 59"/>
                <a:gd name="T3" fmla="*/ 2147483646 h 442"/>
                <a:gd name="T4" fmla="*/ 2147483646 w 59"/>
                <a:gd name="T5" fmla="*/ 2147483646 h 442"/>
                <a:gd name="T6" fmla="*/ 2147483646 w 59"/>
                <a:gd name="T7" fmla="*/ 2147483646 h 442"/>
                <a:gd name="T8" fmla="*/ 2147483646 w 59"/>
                <a:gd name="T9" fmla="*/ 2147483646 h 442"/>
                <a:gd name="T10" fmla="*/ 2147483646 w 59"/>
                <a:gd name="T11" fmla="*/ 2147483646 h 442"/>
                <a:gd name="T12" fmla="*/ 2147483646 w 59"/>
                <a:gd name="T13" fmla="*/ 2147483646 h 442"/>
                <a:gd name="T14" fmla="*/ 2147483646 w 59"/>
                <a:gd name="T15" fmla="*/ 2147483646 h 442"/>
                <a:gd name="T16" fmla="*/ 2147483646 w 59"/>
                <a:gd name="T17" fmla="*/ 2147483646 h 442"/>
                <a:gd name="T18" fmla="*/ 2147483646 w 59"/>
                <a:gd name="T19" fmla="*/ 2147483646 h 442"/>
                <a:gd name="T20" fmla="*/ 2147483646 w 59"/>
                <a:gd name="T21" fmla="*/ 2147483646 h 442"/>
                <a:gd name="T22" fmla="*/ 2147483646 w 59"/>
                <a:gd name="T23" fmla="*/ 2147483646 h 442"/>
                <a:gd name="T24" fmla="*/ 2147483646 w 59"/>
                <a:gd name="T25" fmla="*/ 2147483646 h 442"/>
                <a:gd name="T26" fmla="*/ 2147483646 w 59"/>
                <a:gd name="T27" fmla="*/ 2147483646 h 442"/>
                <a:gd name="T28" fmla="*/ 2147483646 w 59"/>
                <a:gd name="T29" fmla="*/ 2147483646 h 442"/>
                <a:gd name="T30" fmla="*/ 2147483646 w 59"/>
                <a:gd name="T31" fmla="*/ 2147483646 h 442"/>
                <a:gd name="T32" fmla="*/ 2147483646 w 59"/>
                <a:gd name="T33" fmla="*/ 2147483646 h 442"/>
                <a:gd name="T34" fmla="*/ 2147483646 w 59"/>
                <a:gd name="T35" fmla="*/ 2147483646 h 442"/>
                <a:gd name="T36" fmla="*/ 2147483646 w 59"/>
                <a:gd name="T37" fmla="*/ 2147483646 h 442"/>
                <a:gd name="T38" fmla="*/ 2147483646 w 59"/>
                <a:gd name="T39" fmla="*/ 2147483646 h 442"/>
                <a:gd name="T40" fmla="*/ 2147483646 w 59"/>
                <a:gd name="T41" fmla="*/ 2147483646 h 442"/>
                <a:gd name="T42" fmla="*/ 2147483646 w 59"/>
                <a:gd name="T43" fmla="*/ 2147483646 h 442"/>
                <a:gd name="T44" fmla="*/ 2147483646 w 59"/>
                <a:gd name="T45" fmla="*/ 2147483646 h 442"/>
                <a:gd name="T46" fmla="*/ 2147483646 w 59"/>
                <a:gd name="T47" fmla="*/ 2147483646 h 442"/>
                <a:gd name="T48" fmla="*/ 2147483646 w 59"/>
                <a:gd name="T49" fmla="*/ 2147483646 h 442"/>
                <a:gd name="T50" fmla="*/ 2147483646 w 59"/>
                <a:gd name="T51" fmla="*/ 2147483646 h 442"/>
                <a:gd name="T52" fmla="*/ 2147483646 w 59"/>
                <a:gd name="T53" fmla="*/ 2147483646 h 442"/>
                <a:gd name="T54" fmla="*/ 2147483646 w 59"/>
                <a:gd name="T55" fmla="*/ 2147483646 h 442"/>
                <a:gd name="T56" fmla="*/ 2147483646 w 59"/>
                <a:gd name="T57" fmla="*/ 2147483646 h 442"/>
                <a:gd name="T58" fmla="*/ 2147483646 w 59"/>
                <a:gd name="T59" fmla="*/ 2147483646 h 442"/>
                <a:gd name="T60" fmla="*/ 2147483646 w 59"/>
                <a:gd name="T61" fmla="*/ 2147483646 h 442"/>
                <a:gd name="T62" fmla="*/ 2147483646 w 59"/>
                <a:gd name="T63" fmla="*/ 2147483646 h 442"/>
                <a:gd name="T64" fmla="*/ 2147483646 w 59"/>
                <a:gd name="T65" fmla="*/ 2147483646 h 442"/>
                <a:gd name="T66" fmla="*/ 2147483646 w 59"/>
                <a:gd name="T67" fmla="*/ 2147483646 h 442"/>
                <a:gd name="T68" fmla="*/ 2147483646 w 59"/>
                <a:gd name="T69" fmla="*/ 2147483646 h 442"/>
                <a:gd name="T70" fmla="*/ 2147483646 w 59"/>
                <a:gd name="T71" fmla="*/ 2147483646 h 442"/>
                <a:gd name="T72" fmla="*/ 2147483646 w 59"/>
                <a:gd name="T73" fmla="*/ 2147483646 h 442"/>
                <a:gd name="T74" fmla="*/ 2147483646 w 59"/>
                <a:gd name="T75" fmla="*/ 2147483646 h 442"/>
                <a:gd name="T76" fmla="*/ 2147483646 w 59"/>
                <a:gd name="T77" fmla="*/ 2147483646 h 442"/>
                <a:gd name="T78" fmla="*/ 2147483646 w 59"/>
                <a:gd name="T79" fmla="*/ 2147483646 h 442"/>
                <a:gd name="T80" fmla="*/ 2147483646 w 59"/>
                <a:gd name="T81" fmla="*/ 2147483646 h 442"/>
                <a:gd name="T82" fmla="*/ 2147483646 w 59"/>
                <a:gd name="T83" fmla="*/ 2147483646 h 442"/>
                <a:gd name="T84" fmla="*/ 2147483646 w 59"/>
                <a:gd name="T85" fmla="*/ 2147483646 h 442"/>
                <a:gd name="T86" fmla="*/ 2147483646 w 59"/>
                <a:gd name="T87" fmla="*/ 2147483646 h 442"/>
                <a:gd name="T88" fmla="*/ 2147483646 w 59"/>
                <a:gd name="T89" fmla="*/ 2147483646 h 442"/>
                <a:gd name="T90" fmla="*/ 2147483646 w 59"/>
                <a:gd name="T91" fmla="*/ 2147483646 h 442"/>
                <a:gd name="T92" fmla="*/ 2147483646 w 59"/>
                <a:gd name="T93" fmla="*/ 2147483646 h 442"/>
                <a:gd name="T94" fmla="*/ 2147483646 w 59"/>
                <a:gd name="T95" fmla="*/ 2147483646 h 442"/>
                <a:gd name="T96" fmla="*/ 2147483646 w 59"/>
                <a:gd name="T97" fmla="*/ 2147483646 h 44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9"/>
                <a:gd name="T148" fmla="*/ 0 h 442"/>
                <a:gd name="T149" fmla="*/ 59 w 59"/>
                <a:gd name="T150" fmla="*/ 442 h 44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9" h="442">
                  <a:moveTo>
                    <a:pt x="0" y="0"/>
                  </a:moveTo>
                  <a:lnTo>
                    <a:pt x="0" y="1"/>
                  </a:lnTo>
                  <a:lnTo>
                    <a:pt x="2" y="3"/>
                  </a:lnTo>
                  <a:lnTo>
                    <a:pt x="2" y="6"/>
                  </a:lnTo>
                  <a:lnTo>
                    <a:pt x="3" y="7"/>
                  </a:lnTo>
                  <a:lnTo>
                    <a:pt x="3" y="9"/>
                  </a:lnTo>
                  <a:lnTo>
                    <a:pt x="3" y="10"/>
                  </a:lnTo>
                  <a:lnTo>
                    <a:pt x="4" y="12"/>
                  </a:lnTo>
                  <a:lnTo>
                    <a:pt x="4" y="13"/>
                  </a:lnTo>
                  <a:lnTo>
                    <a:pt x="6" y="16"/>
                  </a:lnTo>
                  <a:lnTo>
                    <a:pt x="6" y="17"/>
                  </a:lnTo>
                  <a:lnTo>
                    <a:pt x="6" y="19"/>
                  </a:lnTo>
                  <a:lnTo>
                    <a:pt x="7" y="20"/>
                  </a:lnTo>
                  <a:lnTo>
                    <a:pt x="7" y="23"/>
                  </a:lnTo>
                  <a:lnTo>
                    <a:pt x="7" y="25"/>
                  </a:lnTo>
                  <a:lnTo>
                    <a:pt x="9" y="26"/>
                  </a:lnTo>
                  <a:lnTo>
                    <a:pt x="9" y="29"/>
                  </a:lnTo>
                  <a:lnTo>
                    <a:pt x="9" y="30"/>
                  </a:lnTo>
                  <a:lnTo>
                    <a:pt x="9" y="32"/>
                  </a:lnTo>
                  <a:lnTo>
                    <a:pt x="10" y="35"/>
                  </a:lnTo>
                  <a:lnTo>
                    <a:pt x="10" y="36"/>
                  </a:lnTo>
                  <a:lnTo>
                    <a:pt x="10" y="39"/>
                  </a:lnTo>
                  <a:lnTo>
                    <a:pt x="12" y="40"/>
                  </a:lnTo>
                  <a:lnTo>
                    <a:pt x="12" y="43"/>
                  </a:lnTo>
                  <a:lnTo>
                    <a:pt x="12" y="45"/>
                  </a:lnTo>
                  <a:lnTo>
                    <a:pt x="13" y="48"/>
                  </a:lnTo>
                  <a:lnTo>
                    <a:pt x="13" y="49"/>
                  </a:lnTo>
                  <a:lnTo>
                    <a:pt x="13" y="52"/>
                  </a:lnTo>
                  <a:lnTo>
                    <a:pt x="15" y="53"/>
                  </a:lnTo>
                  <a:lnTo>
                    <a:pt x="15" y="56"/>
                  </a:lnTo>
                  <a:lnTo>
                    <a:pt x="15" y="59"/>
                  </a:lnTo>
                  <a:lnTo>
                    <a:pt x="16" y="61"/>
                  </a:lnTo>
                  <a:lnTo>
                    <a:pt x="16" y="64"/>
                  </a:lnTo>
                  <a:lnTo>
                    <a:pt x="19" y="72"/>
                  </a:lnTo>
                  <a:lnTo>
                    <a:pt x="20" y="79"/>
                  </a:lnTo>
                  <a:lnTo>
                    <a:pt x="22" y="87"/>
                  </a:lnTo>
                  <a:lnTo>
                    <a:pt x="23" y="94"/>
                  </a:lnTo>
                  <a:lnTo>
                    <a:pt x="25" y="100"/>
                  </a:lnTo>
                  <a:lnTo>
                    <a:pt x="26" y="105"/>
                  </a:lnTo>
                  <a:lnTo>
                    <a:pt x="28" y="111"/>
                  </a:lnTo>
                  <a:lnTo>
                    <a:pt x="29" y="117"/>
                  </a:lnTo>
                  <a:lnTo>
                    <a:pt x="30" y="123"/>
                  </a:lnTo>
                  <a:lnTo>
                    <a:pt x="32" y="127"/>
                  </a:lnTo>
                  <a:lnTo>
                    <a:pt x="32" y="133"/>
                  </a:lnTo>
                  <a:lnTo>
                    <a:pt x="33" y="137"/>
                  </a:lnTo>
                  <a:lnTo>
                    <a:pt x="35" y="141"/>
                  </a:lnTo>
                  <a:lnTo>
                    <a:pt x="35" y="147"/>
                  </a:lnTo>
                  <a:lnTo>
                    <a:pt x="36" y="152"/>
                  </a:lnTo>
                  <a:lnTo>
                    <a:pt x="36" y="156"/>
                  </a:lnTo>
                  <a:lnTo>
                    <a:pt x="38" y="160"/>
                  </a:lnTo>
                  <a:lnTo>
                    <a:pt x="38" y="165"/>
                  </a:lnTo>
                  <a:lnTo>
                    <a:pt x="39" y="170"/>
                  </a:lnTo>
                  <a:lnTo>
                    <a:pt x="39" y="175"/>
                  </a:lnTo>
                  <a:lnTo>
                    <a:pt x="41" y="180"/>
                  </a:lnTo>
                  <a:lnTo>
                    <a:pt x="41" y="186"/>
                  </a:lnTo>
                  <a:lnTo>
                    <a:pt x="42" y="192"/>
                  </a:lnTo>
                  <a:lnTo>
                    <a:pt x="42" y="198"/>
                  </a:lnTo>
                  <a:lnTo>
                    <a:pt x="43" y="203"/>
                  </a:lnTo>
                  <a:lnTo>
                    <a:pt x="43" y="211"/>
                  </a:lnTo>
                  <a:lnTo>
                    <a:pt x="45" y="218"/>
                  </a:lnTo>
                  <a:lnTo>
                    <a:pt x="45" y="225"/>
                  </a:lnTo>
                  <a:lnTo>
                    <a:pt x="46" y="234"/>
                  </a:lnTo>
                  <a:lnTo>
                    <a:pt x="46" y="242"/>
                  </a:lnTo>
                  <a:lnTo>
                    <a:pt x="48" y="251"/>
                  </a:lnTo>
                  <a:lnTo>
                    <a:pt x="49" y="261"/>
                  </a:lnTo>
                  <a:lnTo>
                    <a:pt x="49" y="271"/>
                  </a:lnTo>
                  <a:lnTo>
                    <a:pt x="51" y="280"/>
                  </a:lnTo>
                  <a:lnTo>
                    <a:pt x="52" y="289"/>
                  </a:lnTo>
                  <a:lnTo>
                    <a:pt x="52" y="297"/>
                  </a:lnTo>
                  <a:lnTo>
                    <a:pt x="54" y="305"/>
                  </a:lnTo>
                  <a:lnTo>
                    <a:pt x="54" y="312"/>
                  </a:lnTo>
                  <a:lnTo>
                    <a:pt x="55" y="319"/>
                  </a:lnTo>
                  <a:lnTo>
                    <a:pt x="55" y="325"/>
                  </a:lnTo>
                  <a:lnTo>
                    <a:pt x="55" y="330"/>
                  </a:lnTo>
                  <a:lnTo>
                    <a:pt x="56" y="336"/>
                  </a:lnTo>
                  <a:lnTo>
                    <a:pt x="56" y="342"/>
                  </a:lnTo>
                  <a:lnTo>
                    <a:pt x="56" y="346"/>
                  </a:lnTo>
                  <a:lnTo>
                    <a:pt x="58" y="352"/>
                  </a:lnTo>
                  <a:lnTo>
                    <a:pt x="58" y="356"/>
                  </a:lnTo>
                  <a:lnTo>
                    <a:pt x="58" y="361"/>
                  </a:lnTo>
                  <a:lnTo>
                    <a:pt x="58" y="365"/>
                  </a:lnTo>
                  <a:lnTo>
                    <a:pt x="59" y="369"/>
                  </a:lnTo>
                  <a:lnTo>
                    <a:pt x="59" y="374"/>
                  </a:lnTo>
                  <a:lnTo>
                    <a:pt x="59" y="378"/>
                  </a:lnTo>
                  <a:lnTo>
                    <a:pt x="59" y="381"/>
                  </a:lnTo>
                  <a:lnTo>
                    <a:pt x="59" y="385"/>
                  </a:lnTo>
                  <a:lnTo>
                    <a:pt x="59" y="390"/>
                  </a:lnTo>
                  <a:lnTo>
                    <a:pt x="59" y="394"/>
                  </a:lnTo>
                  <a:lnTo>
                    <a:pt x="59" y="398"/>
                  </a:lnTo>
                  <a:lnTo>
                    <a:pt x="59" y="403"/>
                  </a:lnTo>
                  <a:lnTo>
                    <a:pt x="59" y="407"/>
                  </a:lnTo>
                  <a:lnTo>
                    <a:pt x="59" y="413"/>
                  </a:lnTo>
                  <a:lnTo>
                    <a:pt x="59" y="417"/>
                  </a:lnTo>
                  <a:lnTo>
                    <a:pt x="59" y="423"/>
                  </a:lnTo>
                  <a:lnTo>
                    <a:pt x="59" y="429"/>
                  </a:lnTo>
                  <a:lnTo>
                    <a:pt x="59" y="434"/>
                  </a:lnTo>
                  <a:lnTo>
                    <a:pt x="59" y="442"/>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80" name="Freeform 33">
              <a:extLst>
                <a:ext uri="{FF2B5EF4-FFF2-40B4-BE49-F238E27FC236}">
                  <a16:creationId xmlns:a16="http://schemas.microsoft.com/office/drawing/2014/main" id="{9267811B-7919-4E15-BCAE-8813F9560D78}"/>
                </a:ext>
              </a:extLst>
            </p:cNvPr>
            <p:cNvSpPr>
              <a:spLocks/>
            </p:cNvSpPr>
            <p:nvPr/>
          </p:nvSpPr>
          <p:spPr bwMode="auto">
            <a:xfrm>
              <a:off x="4314825" y="1836738"/>
              <a:ext cx="120650" cy="508000"/>
            </a:xfrm>
            <a:custGeom>
              <a:avLst/>
              <a:gdLst>
                <a:gd name="T0" fmla="*/ 2147483646 w 152"/>
                <a:gd name="T1" fmla="*/ 2147483646 h 641"/>
                <a:gd name="T2" fmla="*/ 2147483646 w 152"/>
                <a:gd name="T3" fmla="*/ 2147483646 h 641"/>
                <a:gd name="T4" fmla="*/ 2147483646 w 152"/>
                <a:gd name="T5" fmla="*/ 2147483646 h 641"/>
                <a:gd name="T6" fmla="*/ 2147483646 w 152"/>
                <a:gd name="T7" fmla="*/ 2147483646 h 641"/>
                <a:gd name="T8" fmla="*/ 2147483646 w 152"/>
                <a:gd name="T9" fmla="*/ 2147483646 h 641"/>
                <a:gd name="T10" fmla="*/ 2147483646 w 152"/>
                <a:gd name="T11" fmla="*/ 2147483646 h 641"/>
                <a:gd name="T12" fmla="*/ 2147483646 w 152"/>
                <a:gd name="T13" fmla="*/ 2147483646 h 641"/>
                <a:gd name="T14" fmla="*/ 2147483646 w 152"/>
                <a:gd name="T15" fmla="*/ 2147483646 h 641"/>
                <a:gd name="T16" fmla="*/ 2147483646 w 152"/>
                <a:gd name="T17" fmla="*/ 2147483646 h 641"/>
                <a:gd name="T18" fmla="*/ 2147483646 w 152"/>
                <a:gd name="T19" fmla="*/ 2147483646 h 641"/>
                <a:gd name="T20" fmla="*/ 2147483646 w 152"/>
                <a:gd name="T21" fmla="*/ 2147483646 h 641"/>
                <a:gd name="T22" fmla="*/ 2147483646 w 152"/>
                <a:gd name="T23" fmla="*/ 2147483646 h 641"/>
                <a:gd name="T24" fmla="*/ 2147483646 w 152"/>
                <a:gd name="T25" fmla="*/ 2147483646 h 641"/>
                <a:gd name="T26" fmla="*/ 2147483646 w 152"/>
                <a:gd name="T27" fmla="*/ 2147483646 h 641"/>
                <a:gd name="T28" fmla="*/ 2147483646 w 152"/>
                <a:gd name="T29" fmla="*/ 2147483646 h 641"/>
                <a:gd name="T30" fmla="*/ 2147483646 w 152"/>
                <a:gd name="T31" fmla="*/ 2147483646 h 641"/>
                <a:gd name="T32" fmla="*/ 2147483646 w 152"/>
                <a:gd name="T33" fmla="*/ 2147483646 h 641"/>
                <a:gd name="T34" fmla="*/ 2147483646 w 152"/>
                <a:gd name="T35" fmla="*/ 2147483646 h 641"/>
                <a:gd name="T36" fmla="*/ 2147483646 w 152"/>
                <a:gd name="T37" fmla="*/ 2147483646 h 641"/>
                <a:gd name="T38" fmla="*/ 2147483646 w 152"/>
                <a:gd name="T39" fmla="*/ 2147483646 h 641"/>
                <a:gd name="T40" fmla="*/ 2147483646 w 152"/>
                <a:gd name="T41" fmla="*/ 2147483646 h 641"/>
                <a:gd name="T42" fmla="*/ 2147483646 w 152"/>
                <a:gd name="T43" fmla="*/ 2147483646 h 641"/>
                <a:gd name="T44" fmla="*/ 2147483646 w 152"/>
                <a:gd name="T45" fmla="*/ 2147483646 h 641"/>
                <a:gd name="T46" fmla="*/ 2147483646 w 152"/>
                <a:gd name="T47" fmla="*/ 2147483646 h 641"/>
                <a:gd name="T48" fmla="*/ 2147483646 w 152"/>
                <a:gd name="T49" fmla="*/ 2147483646 h 641"/>
                <a:gd name="T50" fmla="*/ 2147483646 w 152"/>
                <a:gd name="T51" fmla="*/ 2147483646 h 641"/>
                <a:gd name="T52" fmla="*/ 2147483646 w 152"/>
                <a:gd name="T53" fmla="*/ 2147483646 h 641"/>
                <a:gd name="T54" fmla="*/ 2147483646 w 152"/>
                <a:gd name="T55" fmla="*/ 2147483646 h 641"/>
                <a:gd name="T56" fmla="*/ 2147483646 w 152"/>
                <a:gd name="T57" fmla="*/ 2147483646 h 641"/>
                <a:gd name="T58" fmla="*/ 2147483646 w 152"/>
                <a:gd name="T59" fmla="*/ 2147483646 h 641"/>
                <a:gd name="T60" fmla="*/ 2147483646 w 152"/>
                <a:gd name="T61" fmla="*/ 2147483646 h 641"/>
                <a:gd name="T62" fmla="*/ 2147483646 w 152"/>
                <a:gd name="T63" fmla="*/ 2147483646 h 641"/>
                <a:gd name="T64" fmla="*/ 2147483646 w 152"/>
                <a:gd name="T65" fmla="*/ 2147483646 h 641"/>
                <a:gd name="T66" fmla="*/ 2147483646 w 152"/>
                <a:gd name="T67" fmla="*/ 2147483646 h 641"/>
                <a:gd name="T68" fmla="*/ 2147483646 w 152"/>
                <a:gd name="T69" fmla="*/ 2147483646 h 641"/>
                <a:gd name="T70" fmla="*/ 2147483646 w 152"/>
                <a:gd name="T71" fmla="*/ 2147483646 h 641"/>
                <a:gd name="T72" fmla="*/ 2147483646 w 152"/>
                <a:gd name="T73" fmla="*/ 2147483646 h 641"/>
                <a:gd name="T74" fmla="*/ 2147483646 w 152"/>
                <a:gd name="T75" fmla="*/ 2147483646 h 641"/>
                <a:gd name="T76" fmla="*/ 2147483646 w 152"/>
                <a:gd name="T77" fmla="*/ 2147483646 h 641"/>
                <a:gd name="T78" fmla="*/ 2147483646 w 152"/>
                <a:gd name="T79" fmla="*/ 2147483646 h 641"/>
                <a:gd name="T80" fmla="*/ 2147483646 w 152"/>
                <a:gd name="T81" fmla="*/ 2147483646 h 641"/>
                <a:gd name="T82" fmla="*/ 2147483646 w 152"/>
                <a:gd name="T83" fmla="*/ 2147483646 h 641"/>
                <a:gd name="T84" fmla="*/ 2147483646 w 152"/>
                <a:gd name="T85" fmla="*/ 2147483646 h 641"/>
                <a:gd name="T86" fmla="*/ 0 w 152"/>
                <a:gd name="T87" fmla="*/ 2147483646 h 641"/>
                <a:gd name="T88" fmla="*/ 0 w 152"/>
                <a:gd name="T89" fmla="*/ 2147483646 h 641"/>
                <a:gd name="T90" fmla="*/ 0 w 152"/>
                <a:gd name="T91" fmla="*/ 2147483646 h 641"/>
                <a:gd name="T92" fmla="*/ 0 w 152"/>
                <a:gd name="T93" fmla="*/ 2147483646 h 641"/>
                <a:gd name="T94" fmla="*/ 0 w 152"/>
                <a:gd name="T95" fmla="*/ 2147483646 h 641"/>
                <a:gd name="T96" fmla="*/ 0 w 152"/>
                <a:gd name="T97" fmla="*/ 2147483646 h 64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52"/>
                <a:gd name="T148" fmla="*/ 0 h 641"/>
                <a:gd name="T149" fmla="*/ 152 w 152"/>
                <a:gd name="T150" fmla="*/ 641 h 64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52" h="641">
                  <a:moveTo>
                    <a:pt x="152" y="0"/>
                  </a:moveTo>
                  <a:lnTo>
                    <a:pt x="144" y="17"/>
                  </a:lnTo>
                  <a:lnTo>
                    <a:pt x="137" y="32"/>
                  </a:lnTo>
                  <a:lnTo>
                    <a:pt x="130" y="46"/>
                  </a:lnTo>
                  <a:lnTo>
                    <a:pt x="124" y="59"/>
                  </a:lnTo>
                  <a:lnTo>
                    <a:pt x="117" y="72"/>
                  </a:lnTo>
                  <a:lnTo>
                    <a:pt x="111" y="83"/>
                  </a:lnTo>
                  <a:lnTo>
                    <a:pt x="107" y="94"/>
                  </a:lnTo>
                  <a:lnTo>
                    <a:pt x="101" y="105"/>
                  </a:lnTo>
                  <a:lnTo>
                    <a:pt x="97" y="114"/>
                  </a:lnTo>
                  <a:lnTo>
                    <a:pt x="92" y="122"/>
                  </a:lnTo>
                  <a:lnTo>
                    <a:pt x="90" y="131"/>
                  </a:lnTo>
                  <a:lnTo>
                    <a:pt x="85" y="140"/>
                  </a:lnTo>
                  <a:lnTo>
                    <a:pt x="82" y="147"/>
                  </a:lnTo>
                  <a:lnTo>
                    <a:pt x="79" y="154"/>
                  </a:lnTo>
                  <a:lnTo>
                    <a:pt x="77" y="160"/>
                  </a:lnTo>
                  <a:lnTo>
                    <a:pt x="74" y="167"/>
                  </a:lnTo>
                  <a:lnTo>
                    <a:pt x="71" y="173"/>
                  </a:lnTo>
                  <a:lnTo>
                    <a:pt x="69" y="179"/>
                  </a:lnTo>
                  <a:lnTo>
                    <a:pt x="66" y="185"/>
                  </a:lnTo>
                  <a:lnTo>
                    <a:pt x="65" y="190"/>
                  </a:lnTo>
                  <a:lnTo>
                    <a:pt x="62" y="196"/>
                  </a:lnTo>
                  <a:lnTo>
                    <a:pt x="61" y="202"/>
                  </a:lnTo>
                  <a:lnTo>
                    <a:pt x="59" y="208"/>
                  </a:lnTo>
                  <a:lnTo>
                    <a:pt x="58" y="213"/>
                  </a:lnTo>
                  <a:lnTo>
                    <a:pt x="56" y="219"/>
                  </a:lnTo>
                  <a:lnTo>
                    <a:pt x="55" y="225"/>
                  </a:lnTo>
                  <a:lnTo>
                    <a:pt x="52" y="231"/>
                  </a:lnTo>
                  <a:lnTo>
                    <a:pt x="51" y="238"/>
                  </a:lnTo>
                  <a:lnTo>
                    <a:pt x="49" y="244"/>
                  </a:lnTo>
                  <a:lnTo>
                    <a:pt x="48" y="251"/>
                  </a:lnTo>
                  <a:lnTo>
                    <a:pt x="45" y="260"/>
                  </a:lnTo>
                  <a:lnTo>
                    <a:pt x="43" y="267"/>
                  </a:lnTo>
                  <a:lnTo>
                    <a:pt x="42" y="275"/>
                  </a:lnTo>
                  <a:lnTo>
                    <a:pt x="39" y="283"/>
                  </a:lnTo>
                  <a:lnTo>
                    <a:pt x="38" y="290"/>
                  </a:lnTo>
                  <a:lnTo>
                    <a:pt x="36" y="297"/>
                  </a:lnTo>
                  <a:lnTo>
                    <a:pt x="35" y="303"/>
                  </a:lnTo>
                  <a:lnTo>
                    <a:pt x="33" y="309"/>
                  </a:lnTo>
                  <a:lnTo>
                    <a:pt x="32" y="314"/>
                  </a:lnTo>
                  <a:lnTo>
                    <a:pt x="30" y="320"/>
                  </a:lnTo>
                  <a:lnTo>
                    <a:pt x="29" y="326"/>
                  </a:lnTo>
                  <a:lnTo>
                    <a:pt x="29" y="330"/>
                  </a:lnTo>
                  <a:lnTo>
                    <a:pt x="28" y="335"/>
                  </a:lnTo>
                  <a:lnTo>
                    <a:pt x="26" y="340"/>
                  </a:lnTo>
                  <a:lnTo>
                    <a:pt x="26" y="345"/>
                  </a:lnTo>
                  <a:lnTo>
                    <a:pt x="25" y="349"/>
                  </a:lnTo>
                  <a:lnTo>
                    <a:pt x="25" y="353"/>
                  </a:lnTo>
                  <a:lnTo>
                    <a:pt x="23" y="358"/>
                  </a:lnTo>
                  <a:lnTo>
                    <a:pt x="23" y="363"/>
                  </a:lnTo>
                  <a:lnTo>
                    <a:pt x="22" y="368"/>
                  </a:lnTo>
                  <a:lnTo>
                    <a:pt x="22" y="372"/>
                  </a:lnTo>
                  <a:lnTo>
                    <a:pt x="20" y="378"/>
                  </a:lnTo>
                  <a:lnTo>
                    <a:pt x="20" y="382"/>
                  </a:lnTo>
                  <a:lnTo>
                    <a:pt x="19" y="388"/>
                  </a:lnTo>
                  <a:lnTo>
                    <a:pt x="19" y="394"/>
                  </a:lnTo>
                  <a:lnTo>
                    <a:pt x="17" y="400"/>
                  </a:lnTo>
                  <a:lnTo>
                    <a:pt x="17" y="405"/>
                  </a:lnTo>
                  <a:lnTo>
                    <a:pt x="16" y="413"/>
                  </a:lnTo>
                  <a:lnTo>
                    <a:pt x="16" y="420"/>
                  </a:lnTo>
                  <a:lnTo>
                    <a:pt x="15" y="427"/>
                  </a:lnTo>
                  <a:lnTo>
                    <a:pt x="15" y="436"/>
                  </a:lnTo>
                  <a:lnTo>
                    <a:pt x="13" y="444"/>
                  </a:lnTo>
                  <a:lnTo>
                    <a:pt x="12" y="453"/>
                  </a:lnTo>
                  <a:lnTo>
                    <a:pt x="12" y="463"/>
                  </a:lnTo>
                  <a:lnTo>
                    <a:pt x="10" y="472"/>
                  </a:lnTo>
                  <a:lnTo>
                    <a:pt x="9" y="482"/>
                  </a:lnTo>
                  <a:lnTo>
                    <a:pt x="9" y="490"/>
                  </a:lnTo>
                  <a:lnTo>
                    <a:pt x="7" y="498"/>
                  </a:lnTo>
                  <a:lnTo>
                    <a:pt x="7" y="505"/>
                  </a:lnTo>
                  <a:lnTo>
                    <a:pt x="6" y="512"/>
                  </a:lnTo>
                  <a:lnTo>
                    <a:pt x="6" y="519"/>
                  </a:lnTo>
                  <a:lnTo>
                    <a:pt x="4" y="525"/>
                  </a:lnTo>
                  <a:lnTo>
                    <a:pt x="4" y="531"/>
                  </a:lnTo>
                  <a:lnTo>
                    <a:pt x="4" y="537"/>
                  </a:lnTo>
                  <a:lnTo>
                    <a:pt x="3" y="542"/>
                  </a:lnTo>
                  <a:lnTo>
                    <a:pt x="3" y="547"/>
                  </a:lnTo>
                  <a:lnTo>
                    <a:pt x="3" y="553"/>
                  </a:lnTo>
                  <a:lnTo>
                    <a:pt x="2" y="557"/>
                  </a:lnTo>
                  <a:lnTo>
                    <a:pt x="2" y="561"/>
                  </a:lnTo>
                  <a:lnTo>
                    <a:pt x="2" y="565"/>
                  </a:lnTo>
                  <a:lnTo>
                    <a:pt x="2" y="570"/>
                  </a:lnTo>
                  <a:lnTo>
                    <a:pt x="2" y="573"/>
                  </a:lnTo>
                  <a:lnTo>
                    <a:pt x="2" y="577"/>
                  </a:lnTo>
                  <a:lnTo>
                    <a:pt x="0" y="581"/>
                  </a:lnTo>
                  <a:lnTo>
                    <a:pt x="0" y="586"/>
                  </a:lnTo>
                  <a:lnTo>
                    <a:pt x="0" y="589"/>
                  </a:lnTo>
                  <a:lnTo>
                    <a:pt x="0" y="593"/>
                  </a:lnTo>
                  <a:lnTo>
                    <a:pt x="0" y="597"/>
                  </a:lnTo>
                  <a:lnTo>
                    <a:pt x="0" y="602"/>
                  </a:lnTo>
                  <a:lnTo>
                    <a:pt x="0" y="607"/>
                  </a:lnTo>
                  <a:lnTo>
                    <a:pt x="0" y="612"/>
                  </a:lnTo>
                  <a:lnTo>
                    <a:pt x="0" y="617"/>
                  </a:lnTo>
                  <a:lnTo>
                    <a:pt x="0" y="622"/>
                  </a:lnTo>
                  <a:lnTo>
                    <a:pt x="0" y="628"/>
                  </a:lnTo>
                  <a:lnTo>
                    <a:pt x="0" y="633"/>
                  </a:lnTo>
                  <a:lnTo>
                    <a:pt x="0" y="64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81" name="Freeform 34">
              <a:extLst>
                <a:ext uri="{FF2B5EF4-FFF2-40B4-BE49-F238E27FC236}">
                  <a16:creationId xmlns:a16="http://schemas.microsoft.com/office/drawing/2014/main" id="{0B4B101E-CADC-493C-8406-654ED5397C1F}"/>
                </a:ext>
              </a:extLst>
            </p:cNvPr>
            <p:cNvSpPr>
              <a:spLocks/>
            </p:cNvSpPr>
            <p:nvPr/>
          </p:nvSpPr>
          <p:spPr bwMode="auto">
            <a:xfrm>
              <a:off x="4333875" y="2686050"/>
              <a:ext cx="90488" cy="138113"/>
            </a:xfrm>
            <a:custGeom>
              <a:avLst/>
              <a:gdLst>
                <a:gd name="T0" fmla="*/ 0 w 116"/>
                <a:gd name="T1" fmla="*/ 2147483646 h 173"/>
                <a:gd name="T2" fmla="*/ 2147483646 w 116"/>
                <a:gd name="T3" fmla="*/ 2147483646 h 173"/>
                <a:gd name="T4" fmla="*/ 2147483646 w 116"/>
                <a:gd name="T5" fmla="*/ 0 h 173"/>
                <a:gd name="T6" fmla="*/ 2147483646 w 116"/>
                <a:gd name="T7" fmla="*/ 0 h 173"/>
                <a:gd name="T8" fmla="*/ 0 w 116"/>
                <a:gd name="T9" fmla="*/ 2147483646 h 173"/>
                <a:gd name="T10" fmla="*/ 0 60000 65536"/>
                <a:gd name="T11" fmla="*/ 0 60000 65536"/>
                <a:gd name="T12" fmla="*/ 0 60000 65536"/>
                <a:gd name="T13" fmla="*/ 0 60000 65536"/>
                <a:gd name="T14" fmla="*/ 0 60000 65536"/>
                <a:gd name="T15" fmla="*/ 0 w 116"/>
                <a:gd name="T16" fmla="*/ 0 h 173"/>
                <a:gd name="T17" fmla="*/ 116 w 116"/>
                <a:gd name="T18" fmla="*/ 173 h 173"/>
              </a:gdLst>
              <a:ahLst/>
              <a:cxnLst>
                <a:cxn ang="T10">
                  <a:pos x="T0" y="T1"/>
                </a:cxn>
                <a:cxn ang="T11">
                  <a:pos x="T2" y="T3"/>
                </a:cxn>
                <a:cxn ang="T12">
                  <a:pos x="T4" y="T5"/>
                </a:cxn>
                <a:cxn ang="T13">
                  <a:pos x="T6" y="T7"/>
                </a:cxn>
                <a:cxn ang="T14">
                  <a:pos x="T8" y="T9"/>
                </a:cxn>
              </a:cxnLst>
              <a:rect l="T15" t="T16" r="T17" b="T18"/>
              <a:pathLst>
                <a:path w="116" h="173">
                  <a:moveTo>
                    <a:pt x="0" y="28"/>
                  </a:moveTo>
                  <a:lnTo>
                    <a:pt x="116" y="173"/>
                  </a:lnTo>
                  <a:lnTo>
                    <a:pt x="87" y="0"/>
                  </a:lnTo>
                  <a:lnTo>
                    <a:pt x="29" y="0"/>
                  </a:lnTo>
                  <a:lnTo>
                    <a:pt x="0" y="28"/>
                  </a:lnTo>
                  <a:close/>
                </a:path>
              </a:pathLst>
            </a:custGeom>
            <a:solidFill>
              <a:srgbClr val="000000"/>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82" name="Freeform 35">
              <a:extLst>
                <a:ext uri="{FF2B5EF4-FFF2-40B4-BE49-F238E27FC236}">
                  <a16:creationId xmlns:a16="http://schemas.microsoft.com/office/drawing/2014/main" id="{A0931AE8-0548-4B31-A411-A57E5FF93192}"/>
                </a:ext>
              </a:extLst>
            </p:cNvPr>
            <p:cNvSpPr>
              <a:spLocks/>
            </p:cNvSpPr>
            <p:nvPr/>
          </p:nvSpPr>
          <p:spPr bwMode="auto">
            <a:xfrm>
              <a:off x="4314825" y="2344738"/>
              <a:ext cx="47625" cy="344487"/>
            </a:xfrm>
            <a:custGeom>
              <a:avLst/>
              <a:gdLst>
                <a:gd name="T0" fmla="*/ 2147483646 w 59"/>
                <a:gd name="T1" fmla="*/ 2147483646 h 434"/>
                <a:gd name="T2" fmla="*/ 2147483646 w 59"/>
                <a:gd name="T3" fmla="*/ 2147483646 h 434"/>
                <a:gd name="T4" fmla="*/ 2147483646 w 59"/>
                <a:gd name="T5" fmla="*/ 2147483646 h 434"/>
                <a:gd name="T6" fmla="*/ 2147483646 w 59"/>
                <a:gd name="T7" fmla="*/ 2147483646 h 434"/>
                <a:gd name="T8" fmla="*/ 2147483646 w 59"/>
                <a:gd name="T9" fmla="*/ 2147483646 h 434"/>
                <a:gd name="T10" fmla="*/ 2147483646 w 59"/>
                <a:gd name="T11" fmla="*/ 2147483646 h 434"/>
                <a:gd name="T12" fmla="*/ 2147483646 w 59"/>
                <a:gd name="T13" fmla="*/ 2147483646 h 434"/>
                <a:gd name="T14" fmla="*/ 2147483646 w 59"/>
                <a:gd name="T15" fmla="*/ 2147483646 h 434"/>
                <a:gd name="T16" fmla="*/ 2147483646 w 59"/>
                <a:gd name="T17" fmla="*/ 2147483646 h 434"/>
                <a:gd name="T18" fmla="*/ 2147483646 w 59"/>
                <a:gd name="T19" fmla="*/ 2147483646 h 434"/>
                <a:gd name="T20" fmla="*/ 2147483646 w 59"/>
                <a:gd name="T21" fmla="*/ 2147483646 h 434"/>
                <a:gd name="T22" fmla="*/ 2147483646 w 59"/>
                <a:gd name="T23" fmla="*/ 2147483646 h 434"/>
                <a:gd name="T24" fmla="*/ 2147483646 w 59"/>
                <a:gd name="T25" fmla="*/ 2147483646 h 434"/>
                <a:gd name="T26" fmla="*/ 2147483646 w 59"/>
                <a:gd name="T27" fmla="*/ 2147483646 h 434"/>
                <a:gd name="T28" fmla="*/ 2147483646 w 59"/>
                <a:gd name="T29" fmla="*/ 2147483646 h 434"/>
                <a:gd name="T30" fmla="*/ 2147483646 w 59"/>
                <a:gd name="T31" fmla="*/ 2147483646 h 434"/>
                <a:gd name="T32" fmla="*/ 2147483646 w 59"/>
                <a:gd name="T33" fmla="*/ 2147483646 h 434"/>
                <a:gd name="T34" fmla="*/ 2147483646 w 59"/>
                <a:gd name="T35" fmla="*/ 2147483646 h 434"/>
                <a:gd name="T36" fmla="*/ 2147483646 w 59"/>
                <a:gd name="T37" fmla="*/ 2147483646 h 434"/>
                <a:gd name="T38" fmla="*/ 2147483646 w 59"/>
                <a:gd name="T39" fmla="*/ 2147483646 h 434"/>
                <a:gd name="T40" fmla="*/ 2147483646 w 59"/>
                <a:gd name="T41" fmla="*/ 2147483646 h 434"/>
                <a:gd name="T42" fmla="*/ 2147483646 w 59"/>
                <a:gd name="T43" fmla="*/ 2147483646 h 434"/>
                <a:gd name="T44" fmla="*/ 2147483646 w 59"/>
                <a:gd name="T45" fmla="*/ 2147483646 h 434"/>
                <a:gd name="T46" fmla="*/ 2147483646 w 59"/>
                <a:gd name="T47" fmla="*/ 2147483646 h 434"/>
                <a:gd name="T48" fmla="*/ 2147483646 w 59"/>
                <a:gd name="T49" fmla="*/ 2147483646 h 434"/>
                <a:gd name="T50" fmla="*/ 2147483646 w 59"/>
                <a:gd name="T51" fmla="*/ 2147483646 h 434"/>
                <a:gd name="T52" fmla="*/ 2147483646 w 59"/>
                <a:gd name="T53" fmla="*/ 2147483646 h 434"/>
                <a:gd name="T54" fmla="*/ 2147483646 w 59"/>
                <a:gd name="T55" fmla="*/ 2147483646 h 434"/>
                <a:gd name="T56" fmla="*/ 2147483646 w 59"/>
                <a:gd name="T57" fmla="*/ 2147483646 h 434"/>
                <a:gd name="T58" fmla="*/ 2147483646 w 59"/>
                <a:gd name="T59" fmla="*/ 2147483646 h 434"/>
                <a:gd name="T60" fmla="*/ 2147483646 w 59"/>
                <a:gd name="T61" fmla="*/ 2147483646 h 434"/>
                <a:gd name="T62" fmla="*/ 2147483646 w 59"/>
                <a:gd name="T63" fmla="*/ 2147483646 h 434"/>
                <a:gd name="T64" fmla="*/ 2147483646 w 59"/>
                <a:gd name="T65" fmla="*/ 2147483646 h 434"/>
                <a:gd name="T66" fmla="*/ 2147483646 w 59"/>
                <a:gd name="T67" fmla="*/ 2147483646 h 434"/>
                <a:gd name="T68" fmla="*/ 2147483646 w 59"/>
                <a:gd name="T69" fmla="*/ 2147483646 h 434"/>
                <a:gd name="T70" fmla="*/ 2147483646 w 59"/>
                <a:gd name="T71" fmla="*/ 2147483646 h 434"/>
                <a:gd name="T72" fmla="*/ 2147483646 w 59"/>
                <a:gd name="T73" fmla="*/ 2147483646 h 434"/>
                <a:gd name="T74" fmla="*/ 2147483646 w 59"/>
                <a:gd name="T75" fmla="*/ 2147483646 h 434"/>
                <a:gd name="T76" fmla="*/ 2147483646 w 59"/>
                <a:gd name="T77" fmla="*/ 2147483646 h 434"/>
                <a:gd name="T78" fmla="*/ 2147483646 w 59"/>
                <a:gd name="T79" fmla="*/ 2147483646 h 434"/>
                <a:gd name="T80" fmla="*/ 2147483646 w 59"/>
                <a:gd name="T81" fmla="*/ 2147483646 h 434"/>
                <a:gd name="T82" fmla="*/ 2147483646 w 59"/>
                <a:gd name="T83" fmla="*/ 2147483646 h 434"/>
                <a:gd name="T84" fmla="*/ 2147483646 w 59"/>
                <a:gd name="T85" fmla="*/ 2147483646 h 434"/>
                <a:gd name="T86" fmla="*/ 0 w 59"/>
                <a:gd name="T87" fmla="*/ 2147483646 h 434"/>
                <a:gd name="T88" fmla="*/ 0 w 59"/>
                <a:gd name="T89" fmla="*/ 2147483646 h 434"/>
                <a:gd name="T90" fmla="*/ 0 w 59"/>
                <a:gd name="T91" fmla="*/ 2147483646 h 434"/>
                <a:gd name="T92" fmla="*/ 0 w 59"/>
                <a:gd name="T93" fmla="*/ 2147483646 h 434"/>
                <a:gd name="T94" fmla="*/ 0 w 59"/>
                <a:gd name="T95" fmla="*/ 2147483646 h 434"/>
                <a:gd name="T96" fmla="*/ 0 w 59"/>
                <a:gd name="T97" fmla="*/ 2147483646 h 43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9"/>
                <a:gd name="T148" fmla="*/ 0 h 434"/>
                <a:gd name="T149" fmla="*/ 59 w 59"/>
                <a:gd name="T150" fmla="*/ 434 h 43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9" h="434">
                  <a:moveTo>
                    <a:pt x="59" y="434"/>
                  </a:moveTo>
                  <a:lnTo>
                    <a:pt x="59" y="432"/>
                  </a:lnTo>
                  <a:lnTo>
                    <a:pt x="58" y="431"/>
                  </a:lnTo>
                  <a:lnTo>
                    <a:pt x="58" y="430"/>
                  </a:lnTo>
                  <a:lnTo>
                    <a:pt x="56" y="428"/>
                  </a:lnTo>
                  <a:lnTo>
                    <a:pt x="56" y="427"/>
                  </a:lnTo>
                  <a:lnTo>
                    <a:pt x="56" y="425"/>
                  </a:lnTo>
                  <a:lnTo>
                    <a:pt x="55" y="422"/>
                  </a:lnTo>
                  <a:lnTo>
                    <a:pt x="55" y="421"/>
                  </a:lnTo>
                  <a:lnTo>
                    <a:pt x="55" y="420"/>
                  </a:lnTo>
                  <a:lnTo>
                    <a:pt x="54" y="418"/>
                  </a:lnTo>
                  <a:lnTo>
                    <a:pt x="54" y="417"/>
                  </a:lnTo>
                  <a:lnTo>
                    <a:pt x="54" y="414"/>
                  </a:lnTo>
                  <a:lnTo>
                    <a:pt x="52" y="412"/>
                  </a:lnTo>
                  <a:lnTo>
                    <a:pt x="52" y="411"/>
                  </a:lnTo>
                  <a:lnTo>
                    <a:pt x="52" y="409"/>
                  </a:lnTo>
                  <a:lnTo>
                    <a:pt x="51" y="407"/>
                  </a:lnTo>
                  <a:lnTo>
                    <a:pt x="51" y="405"/>
                  </a:lnTo>
                  <a:lnTo>
                    <a:pt x="51" y="404"/>
                  </a:lnTo>
                  <a:lnTo>
                    <a:pt x="49" y="401"/>
                  </a:lnTo>
                  <a:lnTo>
                    <a:pt x="49" y="399"/>
                  </a:lnTo>
                  <a:lnTo>
                    <a:pt x="49" y="398"/>
                  </a:lnTo>
                  <a:lnTo>
                    <a:pt x="49" y="395"/>
                  </a:lnTo>
                  <a:lnTo>
                    <a:pt x="48" y="394"/>
                  </a:lnTo>
                  <a:lnTo>
                    <a:pt x="48" y="391"/>
                  </a:lnTo>
                  <a:lnTo>
                    <a:pt x="48" y="389"/>
                  </a:lnTo>
                  <a:lnTo>
                    <a:pt x="46" y="386"/>
                  </a:lnTo>
                  <a:lnTo>
                    <a:pt x="46" y="385"/>
                  </a:lnTo>
                  <a:lnTo>
                    <a:pt x="46" y="382"/>
                  </a:lnTo>
                  <a:lnTo>
                    <a:pt x="45" y="381"/>
                  </a:lnTo>
                  <a:lnTo>
                    <a:pt x="45" y="378"/>
                  </a:lnTo>
                  <a:lnTo>
                    <a:pt x="43" y="375"/>
                  </a:lnTo>
                  <a:lnTo>
                    <a:pt x="43" y="373"/>
                  </a:lnTo>
                  <a:lnTo>
                    <a:pt x="42" y="365"/>
                  </a:lnTo>
                  <a:lnTo>
                    <a:pt x="39" y="357"/>
                  </a:lnTo>
                  <a:lnTo>
                    <a:pt x="38" y="350"/>
                  </a:lnTo>
                  <a:lnTo>
                    <a:pt x="36" y="343"/>
                  </a:lnTo>
                  <a:lnTo>
                    <a:pt x="35" y="337"/>
                  </a:lnTo>
                  <a:lnTo>
                    <a:pt x="33" y="331"/>
                  </a:lnTo>
                  <a:lnTo>
                    <a:pt x="32" y="326"/>
                  </a:lnTo>
                  <a:lnTo>
                    <a:pt x="30" y="320"/>
                  </a:lnTo>
                  <a:lnTo>
                    <a:pt x="29" y="314"/>
                  </a:lnTo>
                  <a:lnTo>
                    <a:pt x="29" y="310"/>
                  </a:lnTo>
                  <a:lnTo>
                    <a:pt x="28" y="305"/>
                  </a:lnTo>
                  <a:lnTo>
                    <a:pt x="26" y="300"/>
                  </a:lnTo>
                  <a:lnTo>
                    <a:pt x="26" y="295"/>
                  </a:lnTo>
                  <a:lnTo>
                    <a:pt x="25" y="291"/>
                  </a:lnTo>
                  <a:lnTo>
                    <a:pt x="25" y="287"/>
                  </a:lnTo>
                  <a:lnTo>
                    <a:pt x="23" y="282"/>
                  </a:lnTo>
                  <a:lnTo>
                    <a:pt x="23" y="277"/>
                  </a:lnTo>
                  <a:lnTo>
                    <a:pt x="22" y="272"/>
                  </a:lnTo>
                  <a:lnTo>
                    <a:pt x="22" y="268"/>
                  </a:lnTo>
                  <a:lnTo>
                    <a:pt x="20" y="262"/>
                  </a:lnTo>
                  <a:lnTo>
                    <a:pt x="20" y="258"/>
                  </a:lnTo>
                  <a:lnTo>
                    <a:pt x="19" y="252"/>
                  </a:lnTo>
                  <a:lnTo>
                    <a:pt x="19" y="246"/>
                  </a:lnTo>
                  <a:lnTo>
                    <a:pt x="17" y="241"/>
                  </a:lnTo>
                  <a:lnTo>
                    <a:pt x="17" y="235"/>
                  </a:lnTo>
                  <a:lnTo>
                    <a:pt x="16" y="228"/>
                  </a:lnTo>
                  <a:lnTo>
                    <a:pt x="16" y="220"/>
                  </a:lnTo>
                  <a:lnTo>
                    <a:pt x="15" y="213"/>
                  </a:lnTo>
                  <a:lnTo>
                    <a:pt x="15" y="204"/>
                  </a:lnTo>
                  <a:lnTo>
                    <a:pt x="13" y="196"/>
                  </a:lnTo>
                  <a:lnTo>
                    <a:pt x="12" y="187"/>
                  </a:lnTo>
                  <a:lnTo>
                    <a:pt x="12" y="177"/>
                  </a:lnTo>
                  <a:lnTo>
                    <a:pt x="10" y="167"/>
                  </a:lnTo>
                  <a:lnTo>
                    <a:pt x="9" y="158"/>
                  </a:lnTo>
                  <a:lnTo>
                    <a:pt x="9" y="150"/>
                  </a:lnTo>
                  <a:lnTo>
                    <a:pt x="7" y="142"/>
                  </a:lnTo>
                  <a:lnTo>
                    <a:pt x="7" y="134"/>
                  </a:lnTo>
                  <a:lnTo>
                    <a:pt x="6" y="128"/>
                  </a:lnTo>
                  <a:lnTo>
                    <a:pt x="6" y="121"/>
                  </a:lnTo>
                  <a:lnTo>
                    <a:pt x="4" y="115"/>
                  </a:lnTo>
                  <a:lnTo>
                    <a:pt x="4" y="109"/>
                  </a:lnTo>
                  <a:lnTo>
                    <a:pt x="4" y="103"/>
                  </a:lnTo>
                  <a:lnTo>
                    <a:pt x="3" y="98"/>
                  </a:lnTo>
                  <a:lnTo>
                    <a:pt x="3" y="93"/>
                  </a:lnTo>
                  <a:lnTo>
                    <a:pt x="3" y="88"/>
                  </a:lnTo>
                  <a:lnTo>
                    <a:pt x="2" y="83"/>
                  </a:lnTo>
                  <a:lnTo>
                    <a:pt x="2" y="79"/>
                  </a:lnTo>
                  <a:lnTo>
                    <a:pt x="2" y="75"/>
                  </a:lnTo>
                  <a:lnTo>
                    <a:pt x="2" y="72"/>
                  </a:lnTo>
                  <a:lnTo>
                    <a:pt x="2" y="67"/>
                  </a:lnTo>
                  <a:lnTo>
                    <a:pt x="2" y="63"/>
                  </a:lnTo>
                  <a:lnTo>
                    <a:pt x="0" y="59"/>
                  </a:lnTo>
                  <a:lnTo>
                    <a:pt x="0" y="54"/>
                  </a:lnTo>
                  <a:lnTo>
                    <a:pt x="0" y="51"/>
                  </a:lnTo>
                  <a:lnTo>
                    <a:pt x="0" y="47"/>
                  </a:lnTo>
                  <a:lnTo>
                    <a:pt x="0" y="43"/>
                  </a:lnTo>
                  <a:lnTo>
                    <a:pt x="0" y="39"/>
                  </a:lnTo>
                  <a:lnTo>
                    <a:pt x="0" y="33"/>
                  </a:lnTo>
                  <a:lnTo>
                    <a:pt x="0" y="28"/>
                  </a:lnTo>
                  <a:lnTo>
                    <a:pt x="0" y="23"/>
                  </a:lnTo>
                  <a:lnTo>
                    <a:pt x="0" y="18"/>
                  </a:lnTo>
                  <a:lnTo>
                    <a:pt x="0" y="13"/>
                  </a:lnTo>
                  <a:lnTo>
                    <a:pt x="0" y="5"/>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83" name="Freeform 36">
              <a:extLst>
                <a:ext uri="{FF2B5EF4-FFF2-40B4-BE49-F238E27FC236}">
                  <a16:creationId xmlns:a16="http://schemas.microsoft.com/office/drawing/2014/main" id="{7B27C476-BB06-4C38-A651-8FFC0F472C54}"/>
                </a:ext>
              </a:extLst>
            </p:cNvPr>
            <p:cNvSpPr>
              <a:spLocks/>
            </p:cNvSpPr>
            <p:nvPr/>
          </p:nvSpPr>
          <p:spPr bwMode="auto">
            <a:xfrm>
              <a:off x="4686300" y="2339975"/>
              <a:ext cx="120650" cy="514350"/>
            </a:xfrm>
            <a:custGeom>
              <a:avLst/>
              <a:gdLst>
                <a:gd name="T0" fmla="*/ 2147483646 w 151"/>
                <a:gd name="T1" fmla="*/ 2147483646 h 646"/>
                <a:gd name="T2" fmla="*/ 2147483646 w 151"/>
                <a:gd name="T3" fmla="*/ 2147483646 h 646"/>
                <a:gd name="T4" fmla="*/ 2147483646 w 151"/>
                <a:gd name="T5" fmla="*/ 2147483646 h 646"/>
                <a:gd name="T6" fmla="*/ 2147483646 w 151"/>
                <a:gd name="T7" fmla="*/ 2147483646 h 646"/>
                <a:gd name="T8" fmla="*/ 2147483646 w 151"/>
                <a:gd name="T9" fmla="*/ 2147483646 h 646"/>
                <a:gd name="T10" fmla="*/ 2147483646 w 151"/>
                <a:gd name="T11" fmla="*/ 2147483646 h 646"/>
                <a:gd name="T12" fmla="*/ 2147483646 w 151"/>
                <a:gd name="T13" fmla="*/ 2147483646 h 646"/>
                <a:gd name="T14" fmla="*/ 2147483646 w 151"/>
                <a:gd name="T15" fmla="*/ 2147483646 h 646"/>
                <a:gd name="T16" fmla="*/ 2147483646 w 151"/>
                <a:gd name="T17" fmla="*/ 2147483646 h 646"/>
                <a:gd name="T18" fmla="*/ 2147483646 w 151"/>
                <a:gd name="T19" fmla="*/ 2147483646 h 646"/>
                <a:gd name="T20" fmla="*/ 2147483646 w 151"/>
                <a:gd name="T21" fmla="*/ 2147483646 h 646"/>
                <a:gd name="T22" fmla="*/ 2147483646 w 151"/>
                <a:gd name="T23" fmla="*/ 2147483646 h 646"/>
                <a:gd name="T24" fmla="*/ 2147483646 w 151"/>
                <a:gd name="T25" fmla="*/ 2147483646 h 646"/>
                <a:gd name="T26" fmla="*/ 2147483646 w 151"/>
                <a:gd name="T27" fmla="*/ 2147483646 h 646"/>
                <a:gd name="T28" fmla="*/ 2147483646 w 151"/>
                <a:gd name="T29" fmla="*/ 2147483646 h 646"/>
                <a:gd name="T30" fmla="*/ 2147483646 w 151"/>
                <a:gd name="T31" fmla="*/ 2147483646 h 646"/>
                <a:gd name="T32" fmla="*/ 2147483646 w 151"/>
                <a:gd name="T33" fmla="*/ 2147483646 h 646"/>
                <a:gd name="T34" fmla="*/ 2147483646 w 151"/>
                <a:gd name="T35" fmla="*/ 2147483646 h 646"/>
                <a:gd name="T36" fmla="*/ 2147483646 w 151"/>
                <a:gd name="T37" fmla="*/ 2147483646 h 646"/>
                <a:gd name="T38" fmla="*/ 2147483646 w 151"/>
                <a:gd name="T39" fmla="*/ 2147483646 h 646"/>
                <a:gd name="T40" fmla="*/ 2147483646 w 151"/>
                <a:gd name="T41" fmla="*/ 2147483646 h 646"/>
                <a:gd name="T42" fmla="*/ 2147483646 w 151"/>
                <a:gd name="T43" fmla="*/ 2147483646 h 646"/>
                <a:gd name="T44" fmla="*/ 2147483646 w 151"/>
                <a:gd name="T45" fmla="*/ 2147483646 h 646"/>
                <a:gd name="T46" fmla="*/ 2147483646 w 151"/>
                <a:gd name="T47" fmla="*/ 2147483646 h 646"/>
                <a:gd name="T48" fmla="*/ 2147483646 w 151"/>
                <a:gd name="T49" fmla="*/ 2147483646 h 646"/>
                <a:gd name="T50" fmla="*/ 2147483646 w 151"/>
                <a:gd name="T51" fmla="*/ 2147483646 h 646"/>
                <a:gd name="T52" fmla="*/ 2147483646 w 151"/>
                <a:gd name="T53" fmla="*/ 2147483646 h 646"/>
                <a:gd name="T54" fmla="*/ 2147483646 w 151"/>
                <a:gd name="T55" fmla="*/ 2147483646 h 646"/>
                <a:gd name="T56" fmla="*/ 2147483646 w 151"/>
                <a:gd name="T57" fmla="*/ 2147483646 h 646"/>
                <a:gd name="T58" fmla="*/ 2147483646 w 151"/>
                <a:gd name="T59" fmla="*/ 2147483646 h 646"/>
                <a:gd name="T60" fmla="*/ 2147483646 w 151"/>
                <a:gd name="T61" fmla="*/ 2147483646 h 646"/>
                <a:gd name="T62" fmla="*/ 2147483646 w 151"/>
                <a:gd name="T63" fmla="*/ 2147483646 h 646"/>
                <a:gd name="T64" fmla="*/ 2147483646 w 151"/>
                <a:gd name="T65" fmla="*/ 2147483646 h 646"/>
                <a:gd name="T66" fmla="*/ 2147483646 w 151"/>
                <a:gd name="T67" fmla="*/ 2147483646 h 646"/>
                <a:gd name="T68" fmla="*/ 2147483646 w 151"/>
                <a:gd name="T69" fmla="*/ 2147483646 h 646"/>
                <a:gd name="T70" fmla="*/ 2147483646 w 151"/>
                <a:gd name="T71" fmla="*/ 2147483646 h 646"/>
                <a:gd name="T72" fmla="*/ 2147483646 w 151"/>
                <a:gd name="T73" fmla="*/ 2147483646 h 646"/>
                <a:gd name="T74" fmla="*/ 2147483646 w 151"/>
                <a:gd name="T75" fmla="*/ 2147483646 h 646"/>
                <a:gd name="T76" fmla="*/ 2147483646 w 151"/>
                <a:gd name="T77" fmla="*/ 2147483646 h 646"/>
                <a:gd name="T78" fmla="*/ 2147483646 w 151"/>
                <a:gd name="T79" fmla="*/ 2147483646 h 646"/>
                <a:gd name="T80" fmla="*/ 2147483646 w 151"/>
                <a:gd name="T81" fmla="*/ 2147483646 h 646"/>
                <a:gd name="T82" fmla="*/ 2147483646 w 151"/>
                <a:gd name="T83" fmla="*/ 2147483646 h 646"/>
                <a:gd name="T84" fmla="*/ 2147483646 w 151"/>
                <a:gd name="T85" fmla="*/ 2147483646 h 646"/>
                <a:gd name="T86" fmla="*/ 2147483646 w 151"/>
                <a:gd name="T87" fmla="*/ 2147483646 h 646"/>
                <a:gd name="T88" fmla="*/ 2147483646 w 151"/>
                <a:gd name="T89" fmla="*/ 2147483646 h 646"/>
                <a:gd name="T90" fmla="*/ 2147483646 w 151"/>
                <a:gd name="T91" fmla="*/ 2147483646 h 646"/>
                <a:gd name="T92" fmla="*/ 2147483646 w 151"/>
                <a:gd name="T93" fmla="*/ 2147483646 h 646"/>
                <a:gd name="T94" fmla="*/ 2147483646 w 151"/>
                <a:gd name="T95" fmla="*/ 2147483646 h 646"/>
                <a:gd name="T96" fmla="*/ 2147483646 w 151"/>
                <a:gd name="T97" fmla="*/ 2147483646 h 64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51"/>
                <a:gd name="T148" fmla="*/ 0 h 646"/>
                <a:gd name="T149" fmla="*/ 151 w 151"/>
                <a:gd name="T150" fmla="*/ 646 h 64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51" h="646">
                  <a:moveTo>
                    <a:pt x="0" y="646"/>
                  </a:moveTo>
                  <a:lnTo>
                    <a:pt x="7" y="630"/>
                  </a:lnTo>
                  <a:lnTo>
                    <a:pt x="14" y="615"/>
                  </a:lnTo>
                  <a:lnTo>
                    <a:pt x="21" y="600"/>
                  </a:lnTo>
                  <a:lnTo>
                    <a:pt x="29" y="587"/>
                  </a:lnTo>
                  <a:lnTo>
                    <a:pt x="34" y="574"/>
                  </a:lnTo>
                  <a:lnTo>
                    <a:pt x="40" y="563"/>
                  </a:lnTo>
                  <a:lnTo>
                    <a:pt x="46" y="551"/>
                  </a:lnTo>
                  <a:lnTo>
                    <a:pt x="50" y="541"/>
                  </a:lnTo>
                  <a:lnTo>
                    <a:pt x="55" y="531"/>
                  </a:lnTo>
                  <a:lnTo>
                    <a:pt x="59" y="522"/>
                  </a:lnTo>
                  <a:lnTo>
                    <a:pt x="63" y="514"/>
                  </a:lnTo>
                  <a:lnTo>
                    <a:pt x="66" y="506"/>
                  </a:lnTo>
                  <a:lnTo>
                    <a:pt x="71" y="498"/>
                  </a:lnTo>
                  <a:lnTo>
                    <a:pt x="73" y="492"/>
                  </a:lnTo>
                  <a:lnTo>
                    <a:pt x="76" y="485"/>
                  </a:lnTo>
                  <a:lnTo>
                    <a:pt x="78" y="477"/>
                  </a:lnTo>
                  <a:lnTo>
                    <a:pt x="81" y="472"/>
                  </a:lnTo>
                  <a:lnTo>
                    <a:pt x="84" y="466"/>
                  </a:lnTo>
                  <a:lnTo>
                    <a:pt x="85" y="460"/>
                  </a:lnTo>
                  <a:lnTo>
                    <a:pt x="88" y="454"/>
                  </a:lnTo>
                  <a:lnTo>
                    <a:pt x="89" y="449"/>
                  </a:lnTo>
                  <a:lnTo>
                    <a:pt x="91" y="443"/>
                  </a:lnTo>
                  <a:lnTo>
                    <a:pt x="92" y="437"/>
                  </a:lnTo>
                  <a:lnTo>
                    <a:pt x="95" y="431"/>
                  </a:lnTo>
                  <a:lnTo>
                    <a:pt x="96" y="426"/>
                  </a:lnTo>
                  <a:lnTo>
                    <a:pt x="98" y="420"/>
                  </a:lnTo>
                  <a:lnTo>
                    <a:pt x="99" y="414"/>
                  </a:lnTo>
                  <a:lnTo>
                    <a:pt x="101" y="407"/>
                  </a:lnTo>
                  <a:lnTo>
                    <a:pt x="102" y="400"/>
                  </a:lnTo>
                  <a:lnTo>
                    <a:pt x="105" y="392"/>
                  </a:lnTo>
                  <a:lnTo>
                    <a:pt x="107" y="385"/>
                  </a:lnTo>
                  <a:lnTo>
                    <a:pt x="108" y="376"/>
                  </a:lnTo>
                  <a:lnTo>
                    <a:pt x="111" y="369"/>
                  </a:lnTo>
                  <a:lnTo>
                    <a:pt x="112" y="361"/>
                  </a:lnTo>
                  <a:lnTo>
                    <a:pt x="114" y="353"/>
                  </a:lnTo>
                  <a:lnTo>
                    <a:pt x="115" y="346"/>
                  </a:lnTo>
                  <a:lnTo>
                    <a:pt x="117" y="340"/>
                  </a:lnTo>
                  <a:lnTo>
                    <a:pt x="118" y="335"/>
                  </a:lnTo>
                  <a:lnTo>
                    <a:pt x="120" y="329"/>
                  </a:lnTo>
                  <a:lnTo>
                    <a:pt x="121" y="323"/>
                  </a:lnTo>
                  <a:lnTo>
                    <a:pt x="122" y="317"/>
                  </a:lnTo>
                  <a:lnTo>
                    <a:pt x="124" y="313"/>
                  </a:lnTo>
                  <a:lnTo>
                    <a:pt x="124" y="307"/>
                  </a:lnTo>
                  <a:lnTo>
                    <a:pt x="125" y="303"/>
                  </a:lnTo>
                  <a:lnTo>
                    <a:pt x="127" y="299"/>
                  </a:lnTo>
                  <a:lnTo>
                    <a:pt x="127" y="294"/>
                  </a:lnTo>
                  <a:lnTo>
                    <a:pt x="128" y="290"/>
                  </a:lnTo>
                  <a:lnTo>
                    <a:pt x="128" y="284"/>
                  </a:lnTo>
                  <a:lnTo>
                    <a:pt x="130" y="280"/>
                  </a:lnTo>
                  <a:lnTo>
                    <a:pt x="130" y="275"/>
                  </a:lnTo>
                  <a:lnTo>
                    <a:pt x="131" y="270"/>
                  </a:lnTo>
                  <a:lnTo>
                    <a:pt x="131" y="265"/>
                  </a:lnTo>
                  <a:lnTo>
                    <a:pt x="133" y="260"/>
                  </a:lnTo>
                  <a:lnTo>
                    <a:pt x="133" y="255"/>
                  </a:lnTo>
                  <a:lnTo>
                    <a:pt x="134" y="249"/>
                  </a:lnTo>
                  <a:lnTo>
                    <a:pt x="134" y="242"/>
                  </a:lnTo>
                  <a:lnTo>
                    <a:pt x="135" y="236"/>
                  </a:lnTo>
                  <a:lnTo>
                    <a:pt x="135" y="229"/>
                  </a:lnTo>
                  <a:lnTo>
                    <a:pt x="137" y="222"/>
                  </a:lnTo>
                  <a:lnTo>
                    <a:pt x="137" y="215"/>
                  </a:lnTo>
                  <a:lnTo>
                    <a:pt x="138" y="206"/>
                  </a:lnTo>
                  <a:lnTo>
                    <a:pt x="138" y="197"/>
                  </a:lnTo>
                  <a:lnTo>
                    <a:pt x="140" y="189"/>
                  </a:lnTo>
                  <a:lnTo>
                    <a:pt x="141" y="179"/>
                  </a:lnTo>
                  <a:lnTo>
                    <a:pt x="141" y="169"/>
                  </a:lnTo>
                  <a:lnTo>
                    <a:pt x="143" y="160"/>
                  </a:lnTo>
                  <a:lnTo>
                    <a:pt x="144" y="151"/>
                  </a:lnTo>
                  <a:lnTo>
                    <a:pt x="144" y="143"/>
                  </a:lnTo>
                  <a:lnTo>
                    <a:pt x="146" y="135"/>
                  </a:lnTo>
                  <a:lnTo>
                    <a:pt x="146" y="128"/>
                  </a:lnTo>
                  <a:lnTo>
                    <a:pt x="147" y="122"/>
                  </a:lnTo>
                  <a:lnTo>
                    <a:pt x="147" y="115"/>
                  </a:lnTo>
                  <a:lnTo>
                    <a:pt x="147" y="109"/>
                  </a:lnTo>
                  <a:lnTo>
                    <a:pt x="148" y="104"/>
                  </a:lnTo>
                  <a:lnTo>
                    <a:pt x="148" y="98"/>
                  </a:lnTo>
                  <a:lnTo>
                    <a:pt x="148" y="94"/>
                  </a:lnTo>
                  <a:lnTo>
                    <a:pt x="150" y="89"/>
                  </a:lnTo>
                  <a:lnTo>
                    <a:pt x="150" y="83"/>
                  </a:lnTo>
                  <a:lnTo>
                    <a:pt x="150" y="79"/>
                  </a:lnTo>
                  <a:lnTo>
                    <a:pt x="150" y="75"/>
                  </a:lnTo>
                  <a:lnTo>
                    <a:pt x="151" y="72"/>
                  </a:lnTo>
                  <a:lnTo>
                    <a:pt x="151" y="68"/>
                  </a:lnTo>
                  <a:lnTo>
                    <a:pt x="151" y="63"/>
                  </a:lnTo>
                  <a:lnTo>
                    <a:pt x="151" y="59"/>
                  </a:lnTo>
                  <a:lnTo>
                    <a:pt x="151" y="55"/>
                  </a:lnTo>
                  <a:lnTo>
                    <a:pt x="151" y="50"/>
                  </a:lnTo>
                  <a:lnTo>
                    <a:pt x="151" y="47"/>
                  </a:lnTo>
                  <a:lnTo>
                    <a:pt x="151" y="43"/>
                  </a:lnTo>
                  <a:lnTo>
                    <a:pt x="151" y="37"/>
                  </a:lnTo>
                  <a:lnTo>
                    <a:pt x="151" y="33"/>
                  </a:lnTo>
                  <a:lnTo>
                    <a:pt x="151" y="29"/>
                  </a:lnTo>
                  <a:lnTo>
                    <a:pt x="151" y="23"/>
                  </a:lnTo>
                  <a:lnTo>
                    <a:pt x="151" y="17"/>
                  </a:lnTo>
                  <a:lnTo>
                    <a:pt x="151" y="11"/>
                  </a:lnTo>
                  <a:lnTo>
                    <a:pt x="151" y="6"/>
                  </a:lnTo>
                  <a:lnTo>
                    <a:pt x="151"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84" name="Freeform 37">
              <a:extLst>
                <a:ext uri="{FF2B5EF4-FFF2-40B4-BE49-F238E27FC236}">
                  <a16:creationId xmlns:a16="http://schemas.microsoft.com/office/drawing/2014/main" id="{D9EAE04F-383B-4C54-89A4-32BA60FDB4B9}"/>
                </a:ext>
              </a:extLst>
            </p:cNvPr>
            <p:cNvSpPr>
              <a:spLocks/>
            </p:cNvSpPr>
            <p:nvPr/>
          </p:nvSpPr>
          <p:spPr bwMode="auto">
            <a:xfrm>
              <a:off x="4699000" y="1862138"/>
              <a:ext cx="92075" cy="136525"/>
            </a:xfrm>
            <a:custGeom>
              <a:avLst/>
              <a:gdLst>
                <a:gd name="T0" fmla="*/ 2147483646 w 115"/>
                <a:gd name="T1" fmla="*/ 2147483646 h 173"/>
                <a:gd name="T2" fmla="*/ 0 w 115"/>
                <a:gd name="T3" fmla="*/ 0 h 173"/>
                <a:gd name="T4" fmla="*/ 2147483646 w 115"/>
                <a:gd name="T5" fmla="*/ 2147483646 h 173"/>
                <a:gd name="T6" fmla="*/ 2147483646 w 115"/>
                <a:gd name="T7" fmla="*/ 2147483646 h 173"/>
                <a:gd name="T8" fmla="*/ 2147483646 w 115"/>
                <a:gd name="T9" fmla="*/ 2147483646 h 173"/>
                <a:gd name="T10" fmla="*/ 0 60000 65536"/>
                <a:gd name="T11" fmla="*/ 0 60000 65536"/>
                <a:gd name="T12" fmla="*/ 0 60000 65536"/>
                <a:gd name="T13" fmla="*/ 0 60000 65536"/>
                <a:gd name="T14" fmla="*/ 0 60000 65536"/>
                <a:gd name="T15" fmla="*/ 0 w 115"/>
                <a:gd name="T16" fmla="*/ 0 h 173"/>
                <a:gd name="T17" fmla="*/ 115 w 115"/>
                <a:gd name="T18" fmla="*/ 173 h 173"/>
              </a:gdLst>
              <a:ahLst/>
              <a:cxnLst>
                <a:cxn ang="T10">
                  <a:pos x="T0" y="T1"/>
                </a:cxn>
                <a:cxn ang="T11">
                  <a:pos x="T2" y="T3"/>
                </a:cxn>
                <a:cxn ang="T12">
                  <a:pos x="T4" y="T5"/>
                </a:cxn>
                <a:cxn ang="T13">
                  <a:pos x="T6" y="T7"/>
                </a:cxn>
                <a:cxn ang="T14">
                  <a:pos x="T8" y="T9"/>
                </a:cxn>
              </a:cxnLst>
              <a:rect l="T15" t="T16" r="T17" b="T18"/>
              <a:pathLst>
                <a:path w="115" h="173">
                  <a:moveTo>
                    <a:pt x="115" y="144"/>
                  </a:moveTo>
                  <a:lnTo>
                    <a:pt x="0" y="0"/>
                  </a:lnTo>
                  <a:lnTo>
                    <a:pt x="29" y="173"/>
                  </a:lnTo>
                  <a:lnTo>
                    <a:pt x="57" y="144"/>
                  </a:lnTo>
                  <a:lnTo>
                    <a:pt x="115" y="144"/>
                  </a:lnTo>
                  <a:close/>
                </a:path>
              </a:pathLst>
            </a:custGeom>
            <a:solidFill>
              <a:srgbClr val="000000"/>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85" name="Freeform 38">
              <a:extLst>
                <a:ext uri="{FF2B5EF4-FFF2-40B4-BE49-F238E27FC236}">
                  <a16:creationId xmlns:a16="http://schemas.microsoft.com/office/drawing/2014/main" id="{ED1759A4-CC09-424B-9393-BB77F11B96B7}"/>
                </a:ext>
              </a:extLst>
            </p:cNvPr>
            <p:cNvSpPr>
              <a:spLocks/>
            </p:cNvSpPr>
            <p:nvPr/>
          </p:nvSpPr>
          <p:spPr bwMode="auto">
            <a:xfrm>
              <a:off x="4760913" y="1990725"/>
              <a:ext cx="46037" cy="349250"/>
            </a:xfrm>
            <a:custGeom>
              <a:avLst/>
              <a:gdLst>
                <a:gd name="T0" fmla="*/ 0 w 59"/>
                <a:gd name="T1" fmla="*/ 2147483646 h 442"/>
                <a:gd name="T2" fmla="*/ 2147483646 w 59"/>
                <a:gd name="T3" fmla="*/ 2147483646 h 442"/>
                <a:gd name="T4" fmla="*/ 2147483646 w 59"/>
                <a:gd name="T5" fmla="*/ 2147483646 h 442"/>
                <a:gd name="T6" fmla="*/ 2147483646 w 59"/>
                <a:gd name="T7" fmla="*/ 2147483646 h 442"/>
                <a:gd name="T8" fmla="*/ 2147483646 w 59"/>
                <a:gd name="T9" fmla="*/ 2147483646 h 442"/>
                <a:gd name="T10" fmla="*/ 2147483646 w 59"/>
                <a:gd name="T11" fmla="*/ 2147483646 h 442"/>
                <a:gd name="T12" fmla="*/ 2147483646 w 59"/>
                <a:gd name="T13" fmla="*/ 2147483646 h 442"/>
                <a:gd name="T14" fmla="*/ 2147483646 w 59"/>
                <a:gd name="T15" fmla="*/ 2147483646 h 442"/>
                <a:gd name="T16" fmla="*/ 2147483646 w 59"/>
                <a:gd name="T17" fmla="*/ 2147483646 h 442"/>
                <a:gd name="T18" fmla="*/ 2147483646 w 59"/>
                <a:gd name="T19" fmla="*/ 2147483646 h 442"/>
                <a:gd name="T20" fmla="*/ 2147483646 w 59"/>
                <a:gd name="T21" fmla="*/ 2147483646 h 442"/>
                <a:gd name="T22" fmla="*/ 2147483646 w 59"/>
                <a:gd name="T23" fmla="*/ 2147483646 h 442"/>
                <a:gd name="T24" fmla="*/ 2147483646 w 59"/>
                <a:gd name="T25" fmla="*/ 2147483646 h 442"/>
                <a:gd name="T26" fmla="*/ 2147483646 w 59"/>
                <a:gd name="T27" fmla="*/ 2147483646 h 442"/>
                <a:gd name="T28" fmla="*/ 2147483646 w 59"/>
                <a:gd name="T29" fmla="*/ 2147483646 h 442"/>
                <a:gd name="T30" fmla="*/ 2147483646 w 59"/>
                <a:gd name="T31" fmla="*/ 2147483646 h 442"/>
                <a:gd name="T32" fmla="*/ 2147483646 w 59"/>
                <a:gd name="T33" fmla="*/ 2147483646 h 442"/>
                <a:gd name="T34" fmla="*/ 2147483646 w 59"/>
                <a:gd name="T35" fmla="*/ 2147483646 h 442"/>
                <a:gd name="T36" fmla="*/ 2147483646 w 59"/>
                <a:gd name="T37" fmla="*/ 2147483646 h 442"/>
                <a:gd name="T38" fmla="*/ 2147483646 w 59"/>
                <a:gd name="T39" fmla="*/ 2147483646 h 442"/>
                <a:gd name="T40" fmla="*/ 2147483646 w 59"/>
                <a:gd name="T41" fmla="*/ 2147483646 h 442"/>
                <a:gd name="T42" fmla="*/ 2147483646 w 59"/>
                <a:gd name="T43" fmla="*/ 2147483646 h 442"/>
                <a:gd name="T44" fmla="*/ 2147483646 w 59"/>
                <a:gd name="T45" fmla="*/ 2147483646 h 442"/>
                <a:gd name="T46" fmla="*/ 2147483646 w 59"/>
                <a:gd name="T47" fmla="*/ 2147483646 h 442"/>
                <a:gd name="T48" fmla="*/ 2147483646 w 59"/>
                <a:gd name="T49" fmla="*/ 2147483646 h 442"/>
                <a:gd name="T50" fmla="*/ 2147483646 w 59"/>
                <a:gd name="T51" fmla="*/ 2147483646 h 442"/>
                <a:gd name="T52" fmla="*/ 2147483646 w 59"/>
                <a:gd name="T53" fmla="*/ 2147483646 h 442"/>
                <a:gd name="T54" fmla="*/ 2147483646 w 59"/>
                <a:gd name="T55" fmla="*/ 2147483646 h 442"/>
                <a:gd name="T56" fmla="*/ 2147483646 w 59"/>
                <a:gd name="T57" fmla="*/ 2147483646 h 442"/>
                <a:gd name="T58" fmla="*/ 2147483646 w 59"/>
                <a:gd name="T59" fmla="*/ 2147483646 h 442"/>
                <a:gd name="T60" fmla="*/ 2147483646 w 59"/>
                <a:gd name="T61" fmla="*/ 2147483646 h 442"/>
                <a:gd name="T62" fmla="*/ 2147483646 w 59"/>
                <a:gd name="T63" fmla="*/ 2147483646 h 442"/>
                <a:gd name="T64" fmla="*/ 2147483646 w 59"/>
                <a:gd name="T65" fmla="*/ 2147483646 h 442"/>
                <a:gd name="T66" fmla="*/ 2147483646 w 59"/>
                <a:gd name="T67" fmla="*/ 2147483646 h 442"/>
                <a:gd name="T68" fmla="*/ 2147483646 w 59"/>
                <a:gd name="T69" fmla="*/ 2147483646 h 442"/>
                <a:gd name="T70" fmla="*/ 2147483646 w 59"/>
                <a:gd name="T71" fmla="*/ 2147483646 h 442"/>
                <a:gd name="T72" fmla="*/ 2147483646 w 59"/>
                <a:gd name="T73" fmla="*/ 2147483646 h 442"/>
                <a:gd name="T74" fmla="*/ 2147483646 w 59"/>
                <a:gd name="T75" fmla="*/ 2147483646 h 442"/>
                <a:gd name="T76" fmla="*/ 2147483646 w 59"/>
                <a:gd name="T77" fmla="*/ 2147483646 h 442"/>
                <a:gd name="T78" fmla="*/ 2147483646 w 59"/>
                <a:gd name="T79" fmla="*/ 2147483646 h 442"/>
                <a:gd name="T80" fmla="*/ 2147483646 w 59"/>
                <a:gd name="T81" fmla="*/ 2147483646 h 442"/>
                <a:gd name="T82" fmla="*/ 2147483646 w 59"/>
                <a:gd name="T83" fmla="*/ 2147483646 h 442"/>
                <a:gd name="T84" fmla="*/ 2147483646 w 59"/>
                <a:gd name="T85" fmla="*/ 2147483646 h 442"/>
                <a:gd name="T86" fmla="*/ 2147483646 w 59"/>
                <a:gd name="T87" fmla="*/ 2147483646 h 442"/>
                <a:gd name="T88" fmla="*/ 2147483646 w 59"/>
                <a:gd name="T89" fmla="*/ 2147483646 h 442"/>
                <a:gd name="T90" fmla="*/ 2147483646 w 59"/>
                <a:gd name="T91" fmla="*/ 2147483646 h 442"/>
                <a:gd name="T92" fmla="*/ 2147483646 w 59"/>
                <a:gd name="T93" fmla="*/ 2147483646 h 442"/>
                <a:gd name="T94" fmla="*/ 2147483646 w 59"/>
                <a:gd name="T95" fmla="*/ 2147483646 h 442"/>
                <a:gd name="T96" fmla="*/ 2147483646 w 59"/>
                <a:gd name="T97" fmla="*/ 2147483646 h 44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9"/>
                <a:gd name="T148" fmla="*/ 0 h 442"/>
                <a:gd name="T149" fmla="*/ 59 w 59"/>
                <a:gd name="T150" fmla="*/ 442 h 44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9" h="442">
                  <a:moveTo>
                    <a:pt x="0" y="0"/>
                  </a:moveTo>
                  <a:lnTo>
                    <a:pt x="0" y="2"/>
                  </a:lnTo>
                  <a:lnTo>
                    <a:pt x="2" y="3"/>
                  </a:lnTo>
                  <a:lnTo>
                    <a:pt x="2" y="6"/>
                  </a:lnTo>
                  <a:lnTo>
                    <a:pt x="3" y="7"/>
                  </a:lnTo>
                  <a:lnTo>
                    <a:pt x="3" y="9"/>
                  </a:lnTo>
                  <a:lnTo>
                    <a:pt x="3" y="10"/>
                  </a:lnTo>
                  <a:lnTo>
                    <a:pt x="4" y="12"/>
                  </a:lnTo>
                  <a:lnTo>
                    <a:pt x="4" y="13"/>
                  </a:lnTo>
                  <a:lnTo>
                    <a:pt x="6" y="16"/>
                  </a:lnTo>
                  <a:lnTo>
                    <a:pt x="6" y="17"/>
                  </a:lnTo>
                  <a:lnTo>
                    <a:pt x="6" y="19"/>
                  </a:lnTo>
                  <a:lnTo>
                    <a:pt x="7" y="20"/>
                  </a:lnTo>
                  <a:lnTo>
                    <a:pt x="7" y="23"/>
                  </a:lnTo>
                  <a:lnTo>
                    <a:pt x="7" y="25"/>
                  </a:lnTo>
                  <a:lnTo>
                    <a:pt x="9" y="26"/>
                  </a:lnTo>
                  <a:lnTo>
                    <a:pt x="9" y="29"/>
                  </a:lnTo>
                  <a:lnTo>
                    <a:pt x="9" y="30"/>
                  </a:lnTo>
                  <a:lnTo>
                    <a:pt x="9" y="32"/>
                  </a:lnTo>
                  <a:lnTo>
                    <a:pt x="10" y="35"/>
                  </a:lnTo>
                  <a:lnTo>
                    <a:pt x="10" y="36"/>
                  </a:lnTo>
                  <a:lnTo>
                    <a:pt x="10" y="39"/>
                  </a:lnTo>
                  <a:lnTo>
                    <a:pt x="12" y="41"/>
                  </a:lnTo>
                  <a:lnTo>
                    <a:pt x="12" y="43"/>
                  </a:lnTo>
                  <a:lnTo>
                    <a:pt x="12" y="45"/>
                  </a:lnTo>
                  <a:lnTo>
                    <a:pt x="13" y="48"/>
                  </a:lnTo>
                  <a:lnTo>
                    <a:pt x="13" y="49"/>
                  </a:lnTo>
                  <a:lnTo>
                    <a:pt x="13" y="52"/>
                  </a:lnTo>
                  <a:lnTo>
                    <a:pt x="15" y="54"/>
                  </a:lnTo>
                  <a:lnTo>
                    <a:pt x="15" y="56"/>
                  </a:lnTo>
                  <a:lnTo>
                    <a:pt x="15" y="59"/>
                  </a:lnTo>
                  <a:lnTo>
                    <a:pt x="16" y="61"/>
                  </a:lnTo>
                  <a:lnTo>
                    <a:pt x="16" y="64"/>
                  </a:lnTo>
                  <a:lnTo>
                    <a:pt x="19" y="72"/>
                  </a:lnTo>
                  <a:lnTo>
                    <a:pt x="20" y="80"/>
                  </a:lnTo>
                  <a:lnTo>
                    <a:pt x="22" y="87"/>
                  </a:lnTo>
                  <a:lnTo>
                    <a:pt x="23" y="94"/>
                  </a:lnTo>
                  <a:lnTo>
                    <a:pt x="25" y="100"/>
                  </a:lnTo>
                  <a:lnTo>
                    <a:pt x="26" y="106"/>
                  </a:lnTo>
                  <a:lnTo>
                    <a:pt x="28" y="111"/>
                  </a:lnTo>
                  <a:lnTo>
                    <a:pt x="29" y="117"/>
                  </a:lnTo>
                  <a:lnTo>
                    <a:pt x="30" y="123"/>
                  </a:lnTo>
                  <a:lnTo>
                    <a:pt x="32" y="127"/>
                  </a:lnTo>
                  <a:lnTo>
                    <a:pt x="32" y="133"/>
                  </a:lnTo>
                  <a:lnTo>
                    <a:pt x="33" y="137"/>
                  </a:lnTo>
                  <a:lnTo>
                    <a:pt x="35" y="142"/>
                  </a:lnTo>
                  <a:lnTo>
                    <a:pt x="35" y="146"/>
                  </a:lnTo>
                  <a:lnTo>
                    <a:pt x="36" y="152"/>
                  </a:lnTo>
                  <a:lnTo>
                    <a:pt x="36" y="156"/>
                  </a:lnTo>
                  <a:lnTo>
                    <a:pt x="38" y="160"/>
                  </a:lnTo>
                  <a:lnTo>
                    <a:pt x="38" y="165"/>
                  </a:lnTo>
                  <a:lnTo>
                    <a:pt x="39" y="170"/>
                  </a:lnTo>
                  <a:lnTo>
                    <a:pt x="39" y="175"/>
                  </a:lnTo>
                  <a:lnTo>
                    <a:pt x="41" y="181"/>
                  </a:lnTo>
                  <a:lnTo>
                    <a:pt x="41" y="186"/>
                  </a:lnTo>
                  <a:lnTo>
                    <a:pt x="42" y="192"/>
                  </a:lnTo>
                  <a:lnTo>
                    <a:pt x="42" y="198"/>
                  </a:lnTo>
                  <a:lnTo>
                    <a:pt x="43" y="204"/>
                  </a:lnTo>
                  <a:lnTo>
                    <a:pt x="43" y="211"/>
                  </a:lnTo>
                  <a:lnTo>
                    <a:pt x="45" y="218"/>
                  </a:lnTo>
                  <a:lnTo>
                    <a:pt x="45" y="225"/>
                  </a:lnTo>
                  <a:lnTo>
                    <a:pt x="46" y="234"/>
                  </a:lnTo>
                  <a:lnTo>
                    <a:pt x="46" y="243"/>
                  </a:lnTo>
                  <a:lnTo>
                    <a:pt x="48" y="251"/>
                  </a:lnTo>
                  <a:lnTo>
                    <a:pt x="49" y="261"/>
                  </a:lnTo>
                  <a:lnTo>
                    <a:pt x="49" y="271"/>
                  </a:lnTo>
                  <a:lnTo>
                    <a:pt x="51" y="280"/>
                  </a:lnTo>
                  <a:lnTo>
                    <a:pt x="52" y="289"/>
                  </a:lnTo>
                  <a:lnTo>
                    <a:pt x="52" y="297"/>
                  </a:lnTo>
                  <a:lnTo>
                    <a:pt x="54" y="305"/>
                  </a:lnTo>
                  <a:lnTo>
                    <a:pt x="54" y="312"/>
                  </a:lnTo>
                  <a:lnTo>
                    <a:pt x="55" y="319"/>
                  </a:lnTo>
                  <a:lnTo>
                    <a:pt x="55" y="325"/>
                  </a:lnTo>
                  <a:lnTo>
                    <a:pt x="55" y="331"/>
                  </a:lnTo>
                  <a:lnTo>
                    <a:pt x="56" y="336"/>
                  </a:lnTo>
                  <a:lnTo>
                    <a:pt x="56" y="342"/>
                  </a:lnTo>
                  <a:lnTo>
                    <a:pt x="56" y="347"/>
                  </a:lnTo>
                  <a:lnTo>
                    <a:pt x="58" y="351"/>
                  </a:lnTo>
                  <a:lnTo>
                    <a:pt x="58" y="357"/>
                  </a:lnTo>
                  <a:lnTo>
                    <a:pt x="58" y="361"/>
                  </a:lnTo>
                  <a:lnTo>
                    <a:pt x="58" y="365"/>
                  </a:lnTo>
                  <a:lnTo>
                    <a:pt x="59" y="370"/>
                  </a:lnTo>
                  <a:lnTo>
                    <a:pt x="59" y="372"/>
                  </a:lnTo>
                  <a:lnTo>
                    <a:pt x="59" y="377"/>
                  </a:lnTo>
                  <a:lnTo>
                    <a:pt x="59" y="381"/>
                  </a:lnTo>
                  <a:lnTo>
                    <a:pt x="59" y="385"/>
                  </a:lnTo>
                  <a:lnTo>
                    <a:pt x="59" y="390"/>
                  </a:lnTo>
                  <a:lnTo>
                    <a:pt x="59" y="394"/>
                  </a:lnTo>
                  <a:lnTo>
                    <a:pt x="59" y="398"/>
                  </a:lnTo>
                  <a:lnTo>
                    <a:pt x="59" y="403"/>
                  </a:lnTo>
                  <a:lnTo>
                    <a:pt x="59" y="407"/>
                  </a:lnTo>
                  <a:lnTo>
                    <a:pt x="59" y="411"/>
                  </a:lnTo>
                  <a:lnTo>
                    <a:pt x="59" y="417"/>
                  </a:lnTo>
                  <a:lnTo>
                    <a:pt x="59" y="423"/>
                  </a:lnTo>
                  <a:lnTo>
                    <a:pt x="59" y="429"/>
                  </a:lnTo>
                  <a:lnTo>
                    <a:pt x="59" y="435"/>
                  </a:lnTo>
                  <a:lnTo>
                    <a:pt x="59" y="442"/>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86" name="Rectangle 39">
              <a:extLst>
                <a:ext uri="{FF2B5EF4-FFF2-40B4-BE49-F238E27FC236}">
                  <a16:creationId xmlns:a16="http://schemas.microsoft.com/office/drawing/2014/main" id="{CECE2AF7-B70E-48A3-B372-94EF7880F8A3}"/>
                </a:ext>
              </a:extLst>
            </p:cNvPr>
            <p:cNvSpPr>
              <a:spLocks noChangeArrowheads="1"/>
            </p:cNvSpPr>
            <p:nvPr/>
          </p:nvSpPr>
          <p:spPr bwMode="auto">
            <a:xfrm>
              <a:off x="4432300" y="1419225"/>
              <a:ext cx="31432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87" name="Rectangle 40">
              <a:extLst>
                <a:ext uri="{FF2B5EF4-FFF2-40B4-BE49-F238E27FC236}">
                  <a16:creationId xmlns:a16="http://schemas.microsoft.com/office/drawing/2014/main" id="{3BCD41E2-67DA-466B-B5C0-B28759E266FC}"/>
                </a:ext>
              </a:extLst>
            </p:cNvPr>
            <p:cNvSpPr>
              <a:spLocks noChangeArrowheads="1"/>
            </p:cNvSpPr>
            <p:nvPr/>
          </p:nvSpPr>
          <p:spPr bwMode="auto">
            <a:xfrm>
              <a:off x="4895850" y="2139950"/>
              <a:ext cx="296863"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88" name="Rectangle 41">
              <a:extLst>
                <a:ext uri="{FF2B5EF4-FFF2-40B4-BE49-F238E27FC236}">
                  <a16:creationId xmlns:a16="http://schemas.microsoft.com/office/drawing/2014/main" id="{BF2916DF-2DBC-46E8-B5F3-516721FCAFA4}"/>
                </a:ext>
              </a:extLst>
            </p:cNvPr>
            <p:cNvSpPr>
              <a:spLocks noChangeArrowheads="1"/>
            </p:cNvSpPr>
            <p:nvPr/>
          </p:nvSpPr>
          <p:spPr bwMode="auto">
            <a:xfrm>
              <a:off x="5181600" y="2139950"/>
              <a:ext cx="247650"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89" name="Rectangle 42">
              <a:extLst>
                <a:ext uri="{FF2B5EF4-FFF2-40B4-BE49-F238E27FC236}">
                  <a16:creationId xmlns:a16="http://schemas.microsoft.com/office/drawing/2014/main" id="{DFC29308-06AB-4438-8175-12FEB97CD4B5}"/>
                </a:ext>
              </a:extLst>
            </p:cNvPr>
            <p:cNvSpPr>
              <a:spLocks noChangeArrowheads="1"/>
            </p:cNvSpPr>
            <p:nvPr/>
          </p:nvSpPr>
          <p:spPr bwMode="auto">
            <a:xfrm>
              <a:off x="5095875" y="2133600"/>
              <a:ext cx="219075" cy="312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90" name="Rectangle 43">
              <a:extLst>
                <a:ext uri="{FF2B5EF4-FFF2-40B4-BE49-F238E27FC236}">
                  <a16:creationId xmlns:a16="http://schemas.microsoft.com/office/drawing/2014/main" id="{F4DB9395-277A-4C29-81D0-2D18ECC5E9E8}"/>
                </a:ext>
              </a:extLst>
            </p:cNvPr>
            <p:cNvSpPr>
              <a:spLocks noChangeArrowheads="1"/>
            </p:cNvSpPr>
            <p:nvPr/>
          </p:nvSpPr>
          <p:spPr bwMode="auto">
            <a:xfrm>
              <a:off x="4895850" y="3868738"/>
              <a:ext cx="296863"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91" name="Rectangle 44">
              <a:extLst>
                <a:ext uri="{FF2B5EF4-FFF2-40B4-BE49-F238E27FC236}">
                  <a16:creationId xmlns:a16="http://schemas.microsoft.com/office/drawing/2014/main" id="{80C4CE88-8AC2-4918-AF16-537228AD838B}"/>
                </a:ext>
              </a:extLst>
            </p:cNvPr>
            <p:cNvSpPr>
              <a:spLocks noChangeArrowheads="1"/>
            </p:cNvSpPr>
            <p:nvPr/>
          </p:nvSpPr>
          <p:spPr bwMode="auto">
            <a:xfrm>
              <a:off x="5181600" y="3868738"/>
              <a:ext cx="247650"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92" name="Rectangle 45">
              <a:extLst>
                <a:ext uri="{FF2B5EF4-FFF2-40B4-BE49-F238E27FC236}">
                  <a16:creationId xmlns:a16="http://schemas.microsoft.com/office/drawing/2014/main" id="{F832ECF6-819C-4568-A640-6DD0C8B9EA7A}"/>
                </a:ext>
              </a:extLst>
            </p:cNvPr>
            <p:cNvSpPr>
              <a:spLocks noChangeArrowheads="1"/>
            </p:cNvSpPr>
            <p:nvPr/>
          </p:nvSpPr>
          <p:spPr bwMode="auto">
            <a:xfrm>
              <a:off x="5095875" y="3862388"/>
              <a:ext cx="219075" cy="312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93" name="Rectangle 46">
              <a:extLst>
                <a:ext uri="{FF2B5EF4-FFF2-40B4-BE49-F238E27FC236}">
                  <a16:creationId xmlns:a16="http://schemas.microsoft.com/office/drawing/2014/main" id="{D6E83803-E465-455E-ACA4-0F64DD750619}"/>
                </a:ext>
              </a:extLst>
            </p:cNvPr>
            <p:cNvSpPr>
              <a:spLocks noChangeArrowheads="1"/>
            </p:cNvSpPr>
            <p:nvPr/>
          </p:nvSpPr>
          <p:spPr bwMode="auto">
            <a:xfrm>
              <a:off x="2614613" y="3057525"/>
              <a:ext cx="2841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N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94" name="Rectangle 47">
              <a:extLst>
                <a:ext uri="{FF2B5EF4-FFF2-40B4-BE49-F238E27FC236}">
                  <a16:creationId xmlns:a16="http://schemas.microsoft.com/office/drawing/2014/main" id="{47FD9910-478F-418C-8F83-92C81B1B2E38}"/>
                </a:ext>
              </a:extLst>
            </p:cNvPr>
            <p:cNvSpPr>
              <a:spLocks noChangeArrowheads="1"/>
            </p:cNvSpPr>
            <p:nvPr/>
          </p:nvSpPr>
          <p:spPr bwMode="auto">
            <a:xfrm>
              <a:off x="2901950" y="3057525"/>
              <a:ext cx="247650"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95" name="Rectangle 48">
              <a:extLst>
                <a:ext uri="{FF2B5EF4-FFF2-40B4-BE49-F238E27FC236}">
                  <a16:creationId xmlns:a16="http://schemas.microsoft.com/office/drawing/2014/main" id="{2020E8CA-DC64-4B9E-B566-5CF2EECF7A34}"/>
                </a:ext>
              </a:extLst>
            </p:cNvPr>
            <p:cNvSpPr>
              <a:spLocks noChangeArrowheads="1"/>
            </p:cNvSpPr>
            <p:nvPr/>
          </p:nvSpPr>
          <p:spPr bwMode="auto">
            <a:xfrm>
              <a:off x="2816225" y="3051175"/>
              <a:ext cx="219075" cy="312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96" name="Rectangle 49">
              <a:extLst>
                <a:ext uri="{FF2B5EF4-FFF2-40B4-BE49-F238E27FC236}">
                  <a16:creationId xmlns:a16="http://schemas.microsoft.com/office/drawing/2014/main" id="{04AA5286-1CCA-4F56-8FF6-D0B37B629EA2}"/>
                </a:ext>
              </a:extLst>
            </p:cNvPr>
            <p:cNvSpPr>
              <a:spLocks noChangeArrowheads="1"/>
            </p:cNvSpPr>
            <p:nvPr/>
          </p:nvSpPr>
          <p:spPr bwMode="auto">
            <a:xfrm>
              <a:off x="3849688" y="3868738"/>
              <a:ext cx="2841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N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97" name="Rectangle 50">
              <a:extLst>
                <a:ext uri="{FF2B5EF4-FFF2-40B4-BE49-F238E27FC236}">
                  <a16:creationId xmlns:a16="http://schemas.microsoft.com/office/drawing/2014/main" id="{EA0F1CB8-E83A-447C-A249-FC50426ED6FF}"/>
                </a:ext>
              </a:extLst>
            </p:cNvPr>
            <p:cNvSpPr>
              <a:spLocks noChangeArrowheads="1"/>
            </p:cNvSpPr>
            <p:nvPr/>
          </p:nvSpPr>
          <p:spPr bwMode="auto">
            <a:xfrm>
              <a:off x="4137025" y="3868738"/>
              <a:ext cx="247650"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98" name="Rectangle 51">
              <a:extLst>
                <a:ext uri="{FF2B5EF4-FFF2-40B4-BE49-F238E27FC236}">
                  <a16:creationId xmlns:a16="http://schemas.microsoft.com/office/drawing/2014/main" id="{ECCF8DE8-EC87-4924-922D-30462C3E042C}"/>
                </a:ext>
              </a:extLst>
            </p:cNvPr>
            <p:cNvSpPr>
              <a:spLocks noChangeArrowheads="1"/>
            </p:cNvSpPr>
            <p:nvPr/>
          </p:nvSpPr>
          <p:spPr bwMode="auto">
            <a:xfrm>
              <a:off x="4049713" y="3862388"/>
              <a:ext cx="219075" cy="312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99" name="Rectangle 52">
              <a:extLst>
                <a:ext uri="{FF2B5EF4-FFF2-40B4-BE49-F238E27FC236}">
                  <a16:creationId xmlns:a16="http://schemas.microsoft.com/office/drawing/2014/main" id="{D91E19A7-F1CD-4DBA-A845-4E76E1AE9A7A}"/>
                </a:ext>
              </a:extLst>
            </p:cNvPr>
            <p:cNvSpPr>
              <a:spLocks noChangeArrowheads="1"/>
            </p:cNvSpPr>
            <p:nvPr/>
          </p:nvSpPr>
          <p:spPr bwMode="auto">
            <a:xfrm>
              <a:off x="3849688" y="2139950"/>
              <a:ext cx="2841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N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00" name="Rectangle 53">
              <a:extLst>
                <a:ext uri="{FF2B5EF4-FFF2-40B4-BE49-F238E27FC236}">
                  <a16:creationId xmlns:a16="http://schemas.microsoft.com/office/drawing/2014/main" id="{3CB1B039-3EC3-46BD-B968-D0F0D22D3FF3}"/>
                </a:ext>
              </a:extLst>
            </p:cNvPr>
            <p:cNvSpPr>
              <a:spLocks noChangeArrowheads="1"/>
            </p:cNvSpPr>
            <p:nvPr/>
          </p:nvSpPr>
          <p:spPr bwMode="auto">
            <a:xfrm>
              <a:off x="4137025" y="2139950"/>
              <a:ext cx="247650"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01" name="Rectangle 54">
              <a:extLst>
                <a:ext uri="{FF2B5EF4-FFF2-40B4-BE49-F238E27FC236}">
                  <a16:creationId xmlns:a16="http://schemas.microsoft.com/office/drawing/2014/main" id="{00E5B2EA-C458-43A3-9EC8-CC79031D59BE}"/>
                </a:ext>
              </a:extLst>
            </p:cNvPr>
            <p:cNvSpPr>
              <a:spLocks noChangeArrowheads="1"/>
            </p:cNvSpPr>
            <p:nvPr/>
          </p:nvSpPr>
          <p:spPr bwMode="auto">
            <a:xfrm>
              <a:off x="4049713" y="2133600"/>
              <a:ext cx="219075" cy="312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02" name="Rectangle 55">
              <a:extLst>
                <a:ext uri="{FF2B5EF4-FFF2-40B4-BE49-F238E27FC236}">
                  <a16:creationId xmlns:a16="http://schemas.microsoft.com/office/drawing/2014/main" id="{A807992E-1CD3-4880-B1C7-668D3CF34C57}"/>
                </a:ext>
              </a:extLst>
            </p:cNvPr>
            <p:cNvSpPr>
              <a:spLocks noChangeArrowheads="1"/>
            </p:cNvSpPr>
            <p:nvPr/>
          </p:nvSpPr>
          <p:spPr bwMode="auto">
            <a:xfrm>
              <a:off x="3563938" y="2582863"/>
              <a:ext cx="3857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03" name="Rectangle 56">
              <a:extLst>
                <a:ext uri="{FF2B5EF4-FFF2-40B4-BE49-F238E27FC236}">
                  <a16:creationId xmlns:a16="http://schemas.microsoft.com/office/drawing/2014/main" id="{B6E8BAB2-5BF8-4533-9828-B918A9C6B21A}"/>
                </a:ext>
              </a:extLst>
            </p:cNvPr>
            <p:cNvSpPr>
              <a:spLocks noChangeArrowheads="1"/>
            </p:cNvSpPr>
            <p:nvPr/>
          </p:nvSpPr>
          <p:spPr bwMode="auto">
            <a:xfrm>
              <a:off x="4016375" y="2582863"/>
              <a:ext cx="247650"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04" name="Line 57">
              <a:extLst>
                <a:ext uri="{FF2B5EF4-FFF2-40B4-BE49-F238E27FC236}">
                  <a16:creationId xmlns:a16="http://schemas.microsoft.com/office/drawing/2014/main" id="{9594E0A1-CF34-4FAB-910C-E491F25E0BAC}"/>
                </a:ext>
              </a:extLst>
            </p:cNvPr>
            <p:cNvSpPr>
              <a:spLocks noChangeShapeType="1"/>
            </p:cNvSpPr>
            <p:nvPr/>
          </p:nvSpPr>
          <p:spPr bwMode="auto">
            <a:xfrm flipH="1">
              <a:off x="3578225" y="2571750"/>
              <a:ext cx="114300" cy="1588"/>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05" name="Line 58">
              <a:extLst>
                <a:ext uri="{FF2B5EF4-FFF2-40B4-BE49-F238E27FC236}">
                  <a16:creationId xmlns:a16="http://schemas.microsoft.com/office/drawing/2014/main" id="{5C1E8DCE-385B-4370-A4C9-1B9CE01F56DB}"/>
                </a:ext>
              </a:extLst>
            </p:cNvPr>
            <p:cNvSpPr>
              <a:spLocks noChangeShapeType="1"/>
            </p:cNvSpPr>
            <p:nvPr/>
          </p:nvSpPr>
          <p:spPr bwMode="auto">
            <a:xfrm flipH="1">
              <a:off x="3738563" y="2571750"/>
              <a:ext cx="114300" cy="1588"/>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06" name="Rectangle 59">
              <a:extLst>
                <a:ext uri="{FF2B5EF4-FFF2-40B4-BE49-F238E27FC236}">
                  <a16:creationId xmlns:a16="http://schemas.microsoft.com/office/drawing/2014/main" id="{DC79815D-8FA9-447C-81CA-4A2F76556FDB}"/>
                </a:ext>
              </a:extLst>
            </p:cNvPr>
            <p:cNvSpPr>
              <a:spLocks noChangeArrowheads="1"/>
            </p:cNvSpPr>
            <p:nvPr/>
          </p:nvSpPr>
          <p:spPr bwMode="auto">
            <a:xfrm>
              <a:off x="3930650" y="2576513"/>
              <a:ext cx="219075" cy="312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07" name="Rectangle 60">
              <a:extLst>
                <a:ext uri="{FF2B5EF4-FFF2-40B4-BE49-F238E27FC236}">
                  <a16:creationId xmlns:a16="http://schemas.microsoft.com/office/drawing/2014/main" id="{92140FBD-7D48-4072-8A97-049B5AF1C0E4}"/>
                </a:ext>
              </a:extLst>
            </p:cNvPr>
            <p:cNvSpPr>
              <a:spLocks noChangeArrowheads="1"/>
            </p:cNvSpPr>
            <p:nvPr/>
          </p:nvSpPr>
          <p:spPr bwMode="auto">
            <a:xfrm>
              <a:off x="4279900" y="379413"/>
              <a:ext cx="385763"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08" name="Rectangle 61">
              <a:extLst>
                <a:ext uri="{FF2B5EF4-FFF2-40B4-BE49-F238E27FC236}">
                  <a16:creationId xmlns:a16="http://schemas.microsoft.com/office/drawing/2014/main" id="{32330ECB-47FE-47C4-BEB3-97D54AAD19FA}"/>
                </a:ext>
              </a:extLst>
            </p:cNvPr>
            <p:cNvSpPr>
              <a:spLocks noChangeArrowheads="1"/>
            </p:cNvSpPr>
            <p:nvPr/>
          </p:nvSpPr>
          <p:spPr bwMode="auto">
            <a:xfrm>
              <a:off x="4732338" y="379413"/>
              <a:ext cx="247650"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09" name="Line 62">
              <a:extLst>
                <a:ext uri="{FF2B5EF4-FFF2-40B4-BE49-F238E27FC236}">
                  <a16:creationId xmlns:a16="http://schemas.microsoft.com/office/drawing/2014/main" id="{15CD777A-84BF-4DE0-8B78-929A74C8E126}"/>
                </a:ext>
              </a:extLst>
            </p:cNvPr>
            <p:cNvSpPr>
              <a:spLocks noChangeShapeType="1"/>
            </p:cNvSpPr>
            <p:nvPr/>
          </p:nvSpPr>
          <p:spPr bwMode="auto">
            <a:xfrm flipH="1">
              <a:off x="4310063" y="373063"/>
              <a:ext cx="92075" cy="1587"/>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10" name="Line 63">
              <a:extLst>
                <a:ext uri="{FF2B5EF4-FFF2-40B4-BE49-F238E27FC236}">
                  <a16:creationId xmlns:a16="http://schemas.microsoft.com/office/drawing/2014/main" id="{C2AC1DF4-E694-4D2F-99F8-B2D9FD1E5B4D}"/>
                </a:ext>
              </a:extLst>
            </p:cNvPr>
            <p:cNvSpPr>
              <a:spLocks noChangeShapeType="1"/>
            </p:cNvSpPr>
            <p:nvPr/>
          </p:nvSpPr>
          <p:spPr bwMode="auto">
            <a:xfrm flipH="1">
              <a:off x="4470400" y="373063"/>
              <a:ext cx="114300" cy="1587"/>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11" name="Rectangle 64">
              <a:extLst>
                <a:ext uri="{FF2B5EF4-FFF2-40B4-BE49-F238E27FC236}">
                  <a16:creationId xmlns:a16="http://schemas.microsoft.com/office/drawing/2014/main" id="{D02C461B-9338-465A-86C6-A73730246FD6}"/>
                </a:ext>
              </a:extLst>
            </p:cNvPr>
            <p:cNvSpPr>
              <a:spLocks noChangeArrowheads="1"/>
            </p:cNvSpPr>
            <p:nvPr/>
          </p:nvSpPr>
          <p:spPr bwMode="auto">
            <a:xfrm>
              <a:off x="4646613" y="373063"/>
              <a:ext cx="219075" cy="312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12" name="Rectangle 65">
              <a:extLst>
                <a:ext uri="{FF2B5EF4-FFF2-40B4-BE49-F238E27FC236}">
                  <a16:creationId xmlns:a16="http://schemas.microsoft.com/office/drawing/2014/main" id="{56EE85B6-B359-45A1-878D-FD676290FFF3}"/>
                </a:ext>
              </a:extLst>
            </p:cNvPr>
            <p:cNvSpPr>
              <a:spLocks noChangeArrowheads="1"/>
            </p:cNvSpPr>
            <p:nvPr/>
          </p:nvSpPr>
          <p:spPr bwMode="auto">
            <a:xfrm>
              <a:off x="4292600" y="5772150"/>
              <a:ext cx="385763"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13" name="Rectangle 66">
              <a:extLst>
                <a:ext uri="{FF2B5EF4-FFF2-40B4-BE49-F238E27FC236}">
                  <a16:creationId xmlns:a16="http://schemas.microsoft.com/office/drawing/2014/main" id="{74CBDA25-376D-4EFD-B3BD-C8640DFAC137}"/>
                </a:ext>
              </a:extLst>
            </p:cNvPr>
            <p:cNvSpPr>
              <a:spLocks noChangeArrowheads="1"/>
            </p:cNvSpPr>
            <p:nvPr/>
          </p:nvSpPr>
          <p:spPr bwMode="auto">
            <a:xfrm>
              <a:off x="4745038" y="5772150"/>
              <a:ext cx="247650"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14" name="Line 67">
              <a:extLst>
                <a:ext uri="{FF2B5EF4-FFF2-40B4-BE49-F238E27FC236}">
                  <a16:creationId xmlns:a16="http://schemas.microsoft.com/office/drawing/2014/main" id="{15AD9F41-9C54-4241-9BCD-9500AB83BB33}"/>
                </a:ext>
              </a:extLst>
            </p:cNvPr>
            <p:cNvSpPr>
              <a:spLocks noChangeShapeType="1"/>
            </p:cNvSpPr>
            <p:nvPr/>
          </p:nvSpPr>
          <p:spPr bwMode="auto">
            <a:xfrm flipH="1">
              <a:off x="4310063" y="5756275"/>
              <a:ext cx="114300" cy="1588"/>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15" name="Line 68">
              <a:extLst>
                <a:ext uri="{FF2B5EF4-FFF2-40B4-BE49-F238E27FC236}">
                  <a16:creationId xmlns:a16="http://schemas.microsoft.com/office/drawing/2014/main" id="{489EA7F0-1995-4A2B-A49B-F0EDA7F8B4E9}"/>
                </a:ext>
              </a:extLst>
            </p:cNvPr>
            <p:cNvSpPr>
              <a:spLocks noChangeShapeType="1"/>
            </p:cNvSpPr>
            <p:nvPr/>
          </p:nvSpPr>
          <p:spPr bwMode="auto">
            <a:xfrm flipH="1">
              <a:off x="4470400" y="5756275"/>
              <a:ext cx="114300" cy="1588"/>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16" name="Freeform 69">
              <a:extLst>
                <a:ext uri="{FF2B5EF4-FFF2-40B4-BE49-F238E27FC236}">
                  <a16:creationId xmlns:a16="http://schemas.microsoft.com/office/drawing/2014/main" id="{1B3C4D7D-2914-46D6-9B18-34589EB52E03}"/>
                </a:ext>
              </a:extLst>
            </p:cNvPr>
            <p:cNvSpPr>
              <a:spLocks/>
            </p:cNvSpPr>
            <p:nvPr/>
          </p:nvSpPr>
          <p:spPr bwMode="auto">
            <a:xfrm>
              <a:off x="4103688" y="1563688"/>
              <a:ext cx="114300" cy="114300"/>
            </a:xfrm>
            <a:custGeom>
              <a:avLst/>
              <a:gdLst>
                <a:gd name="T0" fmla="*/ 2147483646 w 144"/>
                <a:gd name="T1" fmla="*/ 2147483646 h 145"/>
                <a:gd name="T2" fmla="*/ 2147483646 w 144"/>
                <a:gd name="T3" fmla="*/ 0 h 145"/>
                <a:gd name="T4" fmla="*/ 0 w 144"/>
                <a:gd name="T5" fmla="*/ 2147483646 h 145"/>
                <a:gd name="T6" fmla="*/ 2147483646 w 144"/>
                <a:gd name="T7" fmla="*/ 2147483646 h 145"/>
                <a:gd name="T8" fmla="*/ 2147483646 w 144"/>
                <a:gd name="T9" fmla="*/ 2147483646 h 145"/>
                <a:gd name="T10" fmla="*/ 0 60000 65536"/>
                <a:gd name="T11" fmla="*/ 0 60000 65536"/>
                <a:gd name="T12" fmla="*/ 0 60000 65536"/>
                <a:gd name="T13" fmla="*/ 0 60000 65536"/>
                <a:gd name="T14" fmla="*/ 0 60000 65536"/>
                <a:gd name="T15" fmla="*/ 0 w 144"/>
                <a:gd name="T16" fmla="*/ 0 h 145"/>
                <a:gd name="T17" fmla="*/ 144 w 144"/>
                <a:gd name="T18" fmla="*/ 145 h 145"/>
              </a:gdLst>
              <a:ahLst/>
              <a:cxnLst>
                <a:cxn ang="T10">
                  <a:pos x="T0" y="T1"/>
                </a:cxn>
                <a:cxn ang="T11">
                  <a:pos x="T2" y="T3"/>
                </a:cxn>
                <a:cxn ang="T12">
                  <a:pos x="T4" y="T5"/>
                </a:cxn>
                <a:cxn ang="T13">
                  <a:pos x="T6" y="T7"/>
                </a:cxn>
                <a:cxn ang="T14">
                  <a:pos x="T8" y="T9"/>
                </a:cxn>
              </a:cxnLst>
              <a:rect l="T15" t="T16" r="T17" b="T18"/>
              <a:pathLst>
                <a:path w="144" h="145">
                  <a:moveTo>
                    <a:pt x="29" y="145"/>
                  </a:moveTo>
                  <a:lnTo>
                    <a:pt x="144" y="0"/>
                  </a:lnTo>
                  <a:lnTo>
                    <a:pt x="0" y="87"/>
                  </a:lnTo>
                  <a:lnTo>
                    <a:pt x="29" y="116"/>
                  </a:lnTo>
                  <a:lnTo>
                    <a:pt x="29" y="145"/>
                  </a:lnTo>
                  <a:close/>
                </a:path>
              </a:pathLst>
            </a:custGeom>
            <a:solidFill>
              <a:srgbClr val="000000"/>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17" name="Freeform 70">
              <a:extLst>
                <a:ext uri="{FF2B5EF4-FFF2-40B4-BE49-F238E27FC236}">
                  <a16:creationId xmlns:a16="http://schemas.microsoft.com/office/drawing/2014/main" id="{2D9C1DF0-1116-4449-8CC4-A2995E418AF0}"/>
                </a:ext>
              </a:extLst>
            </p:cNvPr>
            <p:cNvSpPr>
              <a:spLocks/>
            </p:cNvSpPr>
            <p:nvPr/>
          </p:nvSpPr>
          <p:spPr bwMode="auto">
            <a:xfrm>
              <a:off x="3098800" y="1660525"/>
              <a:ext cx="1135063" cy="3114675"/>
            </a:xfrm>
            <a:custGeom>
              <a:avLst/>
              <a:gdLst>
                <a:gd name="T0" fmla="*/ 2147483646 w 1429"/>
                <a:gd name="T1" fmla="*/ 2147483646 h 3925"/>
                <a:gd name="T2" fmla="*/ 2147483646 w 1429"/>
                <a:gd name="T3" fmla="*/ 2147483646 h 3925"/>
                <a:gd name="T4" fmla="*/ 2147483646 w 1429"/>
                <a:gd name="T5" fmla="*/ 2147483646 h 3925"/>
                <a:gd name="T6" fmla="*/ 2147483646 w 1429"/>
                <a:gd name="T7" fmla="*/ 2147483646 h 3925"/>
                <a:gd name="T8" fmla="*/ 2147483646 w 1429"/>
                <a:gd name="T9" fmla="*/ 2147483646 h 3925"/>
                <a:gd name="T10" fmla="*/ 2147483646 w 1429"/>
                <a:gd name="T11" fmla="*/ 2147483646 h 3925"/>
                <a:gd name="T12" fmla="*/ 2147483646 w 1429"/>
                <a:gd name="T13" fmla="*/ 2147483646 h 3925"/>
                <a:gd name="T14" fmla="*/ 2147483646 w 1429"/>
                <a:gd name="T15" fmla="*/ 2147483646 h 3925"/>
                <a:gd name="T16" fmla="*/ 2147483646 w 1429"/>
                <a:gd name="T17" fmla="*/ 2147483646 h 3925"/>
                <a:gd name="T18" fmla="*/ 2147483646 w 1429"/>
                <a:gd name="T19" fmla="*/ 2147483646 h 3925"/>
                <a:gd name="T20" fmla="*/ 2147483646 w 1429"/>
                <a:gd name="T21" fmla="*/ 2147483646 h 3925"/>
                <a:gd name="T22" fmla="*/ 2147483646 w 1429"/>
                <a:gd name="T23" fmla="*/ 2147483646 h 3925"/>
                <a:gd name="T24" fmla="*/ 2147483646 w 1429"/>
                <a:gd name="T25" fmla="*/ 2147483646 h 3925"/>
                <a:gd name="T26" fmla="*/ 2147483646 w 1429"/>
                <a:gd name="T27" fmla="*/ 2147483646 h 3925"/>
                <a:gd name="T28" fmla="*/ 2147483646 w 1429"/>
                <a:gd name="T29" fmla="*/ 2147483646 h 3925"/>
                <a:gd name="T30" fmla="*/ 2147483646 w 1429"/>
                <a:gd name="T31" fmla="*/ 2147483646 h 3925"/>
                <a:gd name="T32" fmla="*/ 0 w 1429"/>
                <a:gd name="T33" fmla="*/ 2147483646 h 3925"/>
                <a:gd name="T34" fmla="*/ 0 w 1429"/>
                <a:gd name="T35" fmla="*/ 2147483646 h 3925"/>
                <a:gd name="T36" fmla="*/ 2147483646 w 1429"/>
                <a:gd name="T37" fmla="*/ 2147483646 h 3925"/>
                <a:gd name="T38" fmla="*/ 2147483646 w 1429"/>
                <a:gd name="T39" fmla="*/ 2147483646 h 3925"/>
                <a:gd name="T40" fmla="*/ 2147483646 w 1429"/>
                <a:gd name="T41" fmla="*/ 2147483646 h 3925"/>
                <a:gd name="T42" fmla="*/ 2147483646 w 1429"/>
                <a:gd name="T43" fmla="*/ 2147483646 h 3925"/>
                <a:gd name="T44" fmla="*/ 2147483646 w 1429"/>
                <a:gd name="T45" fmla="*/ 2147483646 h 3925"/>
                <a:gd name="T46" fmla="*/ 2147483646 w 1429"/>
                <a:gd name="T47" fmla="*/ 2147483646 h 3925"/>
                <a:gd name="T48" fmla="*/ 2147483646 w 1429"/>
                <a:gd name="T49" fmla="*/ 2147483646 h 3925"/>
                <a:gd name="T50" fmla="*/ 2147483646 w 1429"/>
                <a:gd name="T51" fmla="*/ 2147483646 h 3925"/>
                <a:gd name="T52" fmla="*/ 2147483646 w 1429"/>
                <a:gd name="T53" fmla="*/ 2147483646 h 3925"/>
                <a:gd name="T54" fmla="*/ 2147483646 w 1429"/>
                <a:gd name="T55" fmla="*/ 2147483646 h 3925"/>
                <a:gd name="T56" fmla="*/ 2147483646 w 1429"/>
                <a:gd name="T57" fmla="*/ 2147483646 h 3925"/>
                <a:gd name="T58" fmla="*/ 2147483646 w 1429"/>
                <a:gd name="T59" fmla="*/ 2147483646 h 3925"/>
                <a:gd name="T60" fmla="*/ 2147483646 w 1429"/>
                <a:gd name="T61" fmla="*/ 2147483646 h 3925"/>
                <a:gd name="T62" fmla="*/ 2147483646 w 1429"/>
                <a:gd name="T63" fmla="*/ 2147483646 h 3925"/>
                <a:gd name="T64" fmla="*/ 2147483646 w 1429"/>
                <a:gd name="T65" fmla="*/ 0 h 39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29"/>
                <a:gd name="T100" fmla="*/ 0 h 3925"/>
                <a:gd name="T101" fmla="*/ 1429 w 1429"/>
                <a:gd name="T102" fmla="*/ 3925 h 39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29" h="3925">
                  <a:moveTo>
                    <a:pt x="1429" y="3925"/>
                  </a:moveTo>
                  <a:lnTo>
                    <a:pt x="1260" y="3745"/>
                  </a:lnTo>
                  <a:lnTo>
                    <a:pt x="1103" y="3574"/>
                  </a:lnTo>
                  <a:lnTo>
                    <a:pt x="954" y="3414"/>
                  </a:lnTo>
                  <a:lnTo>
                    <a:pt x="817" y="3263"/>
                  </a:lnTo>
                  <a:lnTo>
                    <a:pt x="692" y="3120"/>
                  </a:lnTo>
                  <a:lnTo>
                    <a:pt x="576" y="2985"/>
                  </a:lnTo>
                  <a:lnTo>
                    <a:pt x="471" y="2858"/>
                  </a:lnTo>
                  <a:lnTo>
                    <a:pt x="376" y="2737"/>
                  </a:lnTo>
                  <a:lnTo>
                    <a:pt x="292" y="2622"/>
                  </a:lnTo>
                  <a:lnTo>
                    <a:pt x="219" y="2512"/>
                  </a:lnTo>
                  <a:lnTo>
                    <a:pt x="155" y="2407"/>
                  </a:lnTo>
                  <a:lnTo>
                    <a:pt x="103" y="2304"/>
                  </a:lnTo>
                  <a:lnTo>
                    <a:pt x="62" y="2206"/>
                  </a:lnTo>
                  <a:lnTo>
                    <a:pt x="30" y="2109"/>
                  </a:lnTo>
                  <a:lnTo>
                    <a:pt x="10" y="2016"/>
                  </a:lnTo>
                  <a:lnTo>
                    <a:pt x="0" y="1922"/>
                  </a:lnTo>
                  <a:lnTo>
                    <a:pt x="0" y="1828"/>
                  </a:lnTo>
                  <a:lnTo>
                    <a:pt x="11" y="1734"/>
                  </a:lnTo>
                  <a:lnTo>
                    <a:pt x="33" y="1640"/>
                  </a:lnTo>
                  <a:lnTo>
                    <a:pt x="64" y="1544"/>
                  </a:lnTo>
                  <a:lnTo>
                    <a:pt x="108" y="1444"/>
                  </a:lnTo>
                  <a:lnTo>
                    <a:pt x="160" y="1343"/>
                  </a:lnTo>
                  <a:lnTo>
                    <a:pt x="225" y="1236"/>
                  </a:lnTo>
                  <a:lnTo>
                    <a:pt x="298" y="1127"/>
                  </a:lnTo>
                  <a:lnTo>
                    <a:pt x="383" y="1011"/>
                  </a:lnTo>
                  <a:lnTo>
                    <a:pt x="480" y="890"/>
                  </a:lnTo>
                  <a:lnTo>
                    <a:pt x="585" y="762"/>
                  </a:lnTo>
                  <a:lnTo>
                    <a:pt x="702" y="626"/>
                  </a:lnTo>
                  <a:lnTo>
                    <a:pt x="830" y="483"/>
                  </a:lnTo>
                  <a:lnTo>
                    <a:pt x="967" y="331"/>
                  </a:lnTo>
                  <a:lnTo>
                    <a:pt x="1116" y="170"/>
                  </a:lnTo>
                  <a:lnTo>
                    <a:pt x="127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18" name="Freeform 71">
              <a:extLst>
                <a:ext uri="{FF2B5EF4-FFF2-40B4-BE49-F238E27FC236}">
                  <a16:creationId xmlns:a16="http://schemas.microsoft.com/office/drawing/2014/main" id="{D8B98689-D3AC-4E58-A824-94045CCF9DAE}"/>
                </a:ext>
              </a:extLst>
            </p:cNvPr>
            <p:cNvSpPr>
              <a:spLocks/>
            </p:cNvSpPr>
            <p:nvPr/>
          </p:nvSpPr>
          <p:spPr bwMode="auto">
            <a:xfrm>
              <a:off x="4905375" y="4633913"/>
              <a:ext cx="114300" cy="114300"/>
            </a:xfrm>
            <a:custGeom>
              <a:avLst/>
              <a:gdLst>
                <a:gd name="T0" fmla="*/ 2147483646 w 145"/>
                <a:gd name="T1" fmla="*/ 0 h 144"/>
                <a:gd name="T2" fmla="*/ 0 w 145"/>
                <a:gd name="T3" fmla="*/ 2147483646 h 144"/>
                <a:gd name="T4" fmla="*/ 2147483646 w 145"/>
                <a:gd name="T5" fmla="*/ 2147483646 h 144"/>
                <a:gd name="T6" fmla="*/ 2147483646 w 145"/>
                <a:gd name="T7" fmla="*/ 2147483646 h 144"/>
                <a:gd name="T8" fmla="*/ 2147483646 w 145"/>
                <a:gd name="T9" fmla="*/ 0 h 144"/>
                <a:gd name="T10" fmla="*/ 0 60000 65536"/>
                <a:gd name="T11" fmla="*/ 0 60000 65536"/>
                <a:gd name="T12" fmla="*/ 0 60000 65536"/>
                <a:gd name="T13" fmla="*/ 0 60000 65536"/>
                <a:gd name="T14" fmla="*/ 0 60000 65536"/>
                <a:gd name="T15" fmla="*/ 0 w 145"/>
                <a:gd name="T16" fmla="*/ 0 h 144"/>
                <a:gd name="T17" fmla="*/ 145 w 145"/>
                <a:gd name="T18" fmla="*/ 144 h 144"/>
              </a:gdLst>
              <a:ahLst/>
              <a:cxnLst>
                <a:cxn ang="T10">
                  <a:pos x="T0" y="T1"/>
                </a:cxn>
                <a:cxn ang="T11">
                  <a:pos x="T2" y="T3"/>
                </a:cxn>
                <a:cxn ang="T12">
                  <a:pos x="T4" y="T5"/>
                </a:cxn>
                <a:cxn ang="T13">
                  <a:pos x="T6" y="T7"/>
                </a:cxn>
                <a:cxn ang="T14">
                  <a:pos x="T8" y="T9"/>
                </a:cxn>
              </a:cxnLst>
              <a:rect l="T15" t="T16" r="T17" b="T18"/>
              <a:pathLst>
                <a:path w="145" h="144">
                  <a:moveTo>
                    <a:pt x="87" y="0"/>
                  </a:moveTo>
                  <a:lnTo>
                    <a:pt x="0" y="144"/>
                  </a:lnTo>
                  <a:lnTo>
                    <a:pt x="145" y="58"/>
                  </a:lnTo>
                  <a:lnTo>
                    <a:pt x="116" y="29"/>
                  </a:lnTo>
                  <a:lnTo>
                    <a:pt x="87" y="0"/>
                  </a:lnTo>
                  <a:close/>
                </a:path>
              </a:pathLst>
            </a:custGeom>
            <a:solidFill>
              <a:srgbClr val="000000"/>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19" name="Freeform 72">
              <a:extLst>
                <a:ext uri="{FF2B5EF4-FFF2-40B4-BE49-F238E27FC236}">
                  <a16:creationId xmlns:a16="http://schemas.microsoft.com/office/drawing/2014/main" id="{8C1BD2DC-CBEB-4A00-AE41-B78775059167}"/>
                </a:ext>
              </a:extLst>
            </p:cNvPr>
            <p:cNvSpPr>
              <a:spLocks/>
            </p:cNvSpPr>
            <p:nvPr/>
          </p:nvSpPr>
          <p:spPr bwMode="auto">
            <a:xfrm>
              <a:off x="4883150" y="1528763"/>
              <a:ext cx="1135063" cy="3116262"/>
            </a:xfrm>
            <a:custGeom>
              <a:avLst/>
              <a:gdLst>
                <a:gd name="T0" fmla="*/ 0 w 1431"/>
                <a:gd name="T1" fmla="*/ 0 h 3926"/>
                <a:gd name="T2" fmla="*/ 2147483646 w 1431"/>
                <a:gd name="T3" fmla="*/ 2147483646 h 3926"/>
                <a:gd name="T4" fmla="*/ 2147483646 w 1431"/>
                <a:gd name="T5" fmla="*/ 2147483646 h 3926"/>
                <a:gd name="T6" fmla="*/ 2147483646 w 1431"/>
                <a:gd name="T7" fmla="*/ 2147483646 h 3926"/>
                <a:gd name="T8" fmla="*/ 2147483646 w 1431"/>
                <a:gd name="T9" fmla="*/ 2147483646 h 3926"/>
                <a:gd name="T10" fmla="*/ 2147483646 w 1431"/>
                <a:gd name="T11" fmla="*/ 2147483646 h 3926"/>
                <a:gd name="T12" fmla="*/ 2147483646 w 1431"/>
                <a:gd name="T13" fmla="*/ 2147483646 h 3926"/>
                <a:gd name="T14" fmla="*/ 2147483646 w 1431"/>
                <a:gd name="T15" fmla="*/ 2147483646 h 3926"/>
                <a:gd name="T16" fmla="*/ 2147483646 w 1431"/>
                <a:gd name="T17" fmla="*/ 2147483646 h 3926"/>
                <a:gd name="T18" fmla="*/ 2147483646 w 1431"/>
                <a:gd name="T19" fmla="*/ 2147483646 h 3926"/>
                <a:gd name="T20" fmla="*/ 2147483646 w 1431"/>
                <a:gd name="T21" fmla="*/ 2147483646 h 3926"/>
                <a:gd name="T22" fmla="*/ 2147483646 w 1431"/>
                <a:gd name="T23" fmla="*/ 2147483646 h 3926"/>
                <a:gd name="T24" fmla="*/ 2147483646 w 1431"/>
                <a:gd name="T25" fmla="*/ 2147483646 h 3926"/>
                <a:gd name="T26" fmla="*/ 2147483646 w 1431"/>
                <a:gd name="T27" fmla="*/ 2147483646 h 3926"/>
                <a:gd name="T28" fmla="*/ 2147483646 w 1431"/>
                <a:gd name="T29" fmla="*/ 2147483646 h 3926"/>
                <a:gd name="T30" fmla="*/ 2147483646 w 1431"/>
                <a:gd name="T31" fmla="*/ 2147483646 h 3926"/>
                <a:gd name="T32" fmla="*/ 2147483646 w 1431"/>
                <a:gd name="T33" fmla="*/ 2147483646 h 3926"/>
                <a:gd name="T34" fmla="*/ 2147483646 w 1431"/>
                <a:gd name="T35" fmla="*/ 2147483646 h 3926"/>
                <a:gd name="T36" fmla="*/ 2147483646 w 1431"/>
                <a:gd name="T37" fmla="*/ 2147483646 h 3926"/>
                <a:gd name="T38" fmla="*/ 2147483646 w 1431"/>
                <a:gd name="T39" fmla="*/ 2147483646 h 3926"/>
                <a:gd name="T40" fmla="*/ 2147483646 w 1431"/>
                <a:gd name="T41" fmla="*/ 2147483646 h 3926"/>
                <a:gd name="T42" fmla="*/ 2147483646 w 1431"/>
                <a:gd name="T43" fmla="*/ 2147483646 h 3926"/>
                <a:gd name="T44" fmla="*/ 2147483646 w 1431"/>
                <a:gd name="T45" fmla="*/ 2147483646 h 3926"/>
                <a:gd name="T46" fmla="*/ 2147483646 w 1431"/>
                <a:gd name="T47" fmla="*/ 2147483646 h 3926"/>
                <a:gd name="T48" fmla="*/ 2147483646 w 1431"/>
                <a:gd name="T49" fmla="*/ 2147483646 h 3926"/>
                <a:gd name="T50" fmla="*/ 2147483646 w 1431"/>
                <a:gd name="T51" fmla="*/ 2147483646 h 3926"/>
                <a:gd name="T52" fmla="*/ 2147483646 w 1431"/>
                <a:gd name="T53" fmla="*/ 2147483646 h 3926"/>
                <a:gd name="T54" fmla="*/ 2147483646 w 1431"/>
                <a:gd name="T55" fmla="*/ 2147483646 h 3926"/>
                <a:gd name="T56" fmla="*/ 2147483646 w 1431"/>
                <a:gd name="T57" fmla="*/ 2147483646 h 3926"/>
                <a:gd name="T58" fmla="*/ 2147483646 w 1431"/>
                <a:gd name="T59" fmla="*/ 2147483646 h 3926"/>
                <a:gd name="T60" fmla="*/ 2147483646 w 1431"/>
                <a:gd name="T61" fmla="*/ 2147483646 h 3926"/>
                <a:gd name="T62" fmla="*/ 2147483646 w 1431"/>
                <a:gd name="T63" fmla="*/ 2147483646 h 3926"/>
                <a:gd name="T64" fmla="*/ 2147483646 w 1431"/>
                <a:gd name="T65" fmla="*/ 2147483646 h 392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31"/>
                <a:gd name="T100" fmla="*/ 0 h 3926"/>
                <a:gd name="T101" fmla="*/ 1431 w 1431"/>
                <a:gd name="T102" fmla="*/ 3926 h 392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31" h="3926">
                  <a:moveTo>
                    <a:pt x="0" y="0"/>
                  </a:moveTo>
                  <a:lnTo>
                    <a:pt x="169" y="181"/>
                  </a:lnTo>
                  <a:lnTo>
                    <a:pt x="328" y="352"/>
                  </a:lnTo>
                  <a:lnTo>
                    <a:pt x="475" y="512"/>
                  </a:lnTo>
                  <a:lnTo>
                    <a:pt x="612" y="663"/>
                  </a:lnTo>
                  <a:lnTo>
                    <a:pt x="739" y="805"/>
                  </a:lnTo>
                  <a:lnTo>
                    <a:pt x="854" y="941"/>
                  </a:lnTo>
                  <a:lnTo>
                    <a:pt x="960" y="1068"/>
                  </a:lnTo>
                  <a:lnTo>
                    <a:pt x="1053" y="1189"/>
                  </a:lnTo>
                  <a:lnTo>
                    <a:pt x="1138" y="1303"/>
                  </a:lnTo>
                  <a:lnTo>
                    <a:pt x="1212" y="1414"/>
                  </a:lnTo>
                  <a:lnTo>
                    <a:pt x="1274" y="1519"/>
                  </a:lnTo>
                  <a:lnTo>
                    <a:pt x="1327" y="1620"/>
                  </a:lnTo>
                  <a:lnTo>
                    <a:pt x="1369" y="1720"/>
                  </a:lnTo>
                  <a:lnTo>
                    <a:pt x="1399" y="1815"/>
                  </a:lnTo>
                  <a:lnTo>
                    <a:pt x="1421" y="1910"/>
                  </a:lnTo>
                  <a:lnTo>
                    <a:pt x="1431" y="2004"/>
                  </a:lnTo>
                  <a:lnTo>
                    <a:pt x="1430" y="2096"/>
                  </a:lnTo>
                  <a:lnTo>
                    <a:pt x="1420" y="2190"/>
                  </a:lnTo>
                  <a:lnTo>
                    <a:pt x="1398" y="2286"/>
                  </a:lnTo>
                  <a:lnTo>
                    <a:pt x="1366" y="2382"/>
                  </a:lnTo>
                  <a:lnTo>
                    <a:pt x="1323" y="2480"/>
                  </a:lnTo>
                  <a:lnTo>
                    <a:pt x="1270" y="2583"/>
                  </a:lnTo>
                  <a:lnTo>
                    <a:pt x="1206" y="2688"/>
                  </a:lnTo>
                  <a:lnTo>
                    <a:pt x="1131" y="2799"/>
                  </a:lnTo>
                  <a:lnTo>
                    <a:pt x="1046" y="2915"/>
                  </a:lnTo>
                  <a:lnTo>
                    <a:pt x="951" y="3036"/>
                  </a:lnTo>
                  <a:lnTo>
                    <a:pt x="844" y="3164"/>
                  </a:lnTo>
                  <a:lnTo>
                    <a:pt x="727" y="3299"/>
                  </a:lnTo>
                  <a:lnTo>
                    <a:pt x="600" y="3443"/>
                  </a:lnTo>
                  <a:lnTo>
                    <a:pt x="462" y="3594"/>
                  </a:lnTo>
                  <a:lnTo>
                    <a:pt x="313" y="3755"/>
                  </a:lnTo>
                  <a:lnTo>
                    <a:pt x="155" y="392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20" name="Rectangle 73">
              <a:extLst>
                <a:ext uri="{FF2B5EF4-FFF2-40B4-BE49-F238E27FC236}">
                  <a16:creationId xmlns:a16="http://schemas.microsoft.com/office/drawing/2014/main" id="{6D7210D2-C9C5-4BCD-BBF9-4F7EE89D012F}"/>
                </a:ext>
              </a:extLst>
            </p:cNvPr>
            <p:cNvSpPr>
              <a:spLocks noChangeArrowheads="1"/>
            </p:cNvSpPr>
            <p:nvPr/>
          </p:nvSpPr>
          <p:spPr bwMode="auto">
            <a:xfrm>
              <a:off x="4659313" y="5765800"/>
              <a:ext cx="219075" cy="312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70658" name="TextBox 125">
            <a:extLst>
              <a:ext uri="{FF2B5EF4-FFF2-40B4-BE49-F238E27FC236}">
                <a16:creationId xmlns:a16="http://schemas.microsoft.com/office/drawing/2014/main" id="{FC7F3387-F6E6-42AA-81B2-038455F23462}"/>
              </a:ext>
            </a:extLst>
          </p:cNvPr>
          <p:cNvSpPr txBox="1">
            <a:spLocks noChangeArrowheads="1"/>
          </p:cNvSpPr>
          <p:nvPr/>
        </p:nvSpPr>
        <p:spPr bwMode="auto">
          <a:xfrm>
            <a:off x="6451600" y="6477000"/>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6.58 from the textbook ]</a:t>
            </a:r>
          </a:p>
        </p:txBody>
      </p:sp>
      <p:sp>
        <p:nvSpPr>
          <p:cNvPr id="70659" name="Title 1">
            <a:extLst>
              <a:ext uri="{FF2B5EF4-FFF2-40B4-BE49-F238E27FC236}">
                <a16:creationId xmlns:a16="http://schemas.microsoft.com/office/drawing/2014/main" id="{38AD8CD6-FDE3-43A1-A22C-BC1BF55A41B4}"/>
              </a:ext>
            </a:extLst>
          </p:cNvPr>
          <p:cNvSpPr txBox="1">
            <a:spLocks/>
          </p:cNvSpPr>
          <p:nvPr/>
        </p:nvSpPr>
        <p:spPr bwMode="auto">
          <a:xfrm>
            <a:off x="0" y="0"/>
            <a:ext cx="9144000"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Mealy-type FSM for the vending machine</a:t>
            </a:r>
          </a:p>
        </p:txBody>
      </p:sp>
    </p:spTree>
    <p:extLst>
      <p:ext uri="{BB962C8B-B14F-4D97-AF65-F5344CB8AC3E}">
        <p14:creationId xmlns:p14="http://schemas.microsoft.com/office/powerpoint/2010/main" val="2676738528"/>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TextBox 125">
            <a:extLst>
              <a:ext uri="{FF2B5EF4-FFF2-40B4-BE49-F238E27FC236}">
                <a16:creationId xmlns:a16="http://schemas.microsoft.com/office/drawing/2014/main" id="{16EFEB35-6F3D-4B5C-A82B-4196D0C2A829}"/>
              </a:ext>
            </a:extLst>
          </p:cNvPr>
          <p:cNvSpPr txBox="1">
            <a:spLocks noChangeArrowheads="1"/>
          </p:cNvSpPr>
          <p:nvPr/>
        </p:nvSpPr>
        <p:spPr bwMode="auto">
          <a:xfrm>
            <a:off x="6451600" y="6477000"/>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6.59 from the textbook ]</a:t>
            </a:r>
          </a:p>
        </p:txBody>
      </p:sp>
      <p:sp>
        <p:nvSpPr>
          <p:cNvPr id="72707" name="Title 1">
            <a:extLst>
              <a:ext uri="{FF2B5EF4-FFF2-40B4-BE49-F238E27FC236}">
                <a16:creationId xmlns:a16="http://schemas.microsoft.com/office/drawing/2014/main" id="{60C8CC88-C862-4055-95BC-A192C2AEC18D}"/>
              </a:ext>
            </a:extLst>
          </p:cNvPr>
          <p:cNvSpPr txBox="1">
            <a:spLocks/>
          </p:cNvSpPr>
          <p:nvPr/>
        </p:nvSpPr>
        <p:spPr bwMode="auto">
          <a:xfrm>
            <a:off x="-4763" y="46038"/>
            <a:ext cx="9144001" cy="563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Incompletely specified state table </a:t>
            </a:r>
          </a:p>
        </p:txBody>
      </p:sp>
      <p:sp>
        <p:nvSpPr>
          <p:cNvPr id="2" name="Rectangle 1">
            <a:extLst>
              <a:ext uri="{FF2B5EF4-FFF2-40B4-BE49-F238E27FC236}">
                <a16:creationId xmlns:a16="http://schemas.microsoft.com/office/drawing/2014/main" id="{44A9CE15-D38A-4CAA-9941-58217B636A41}"/>
              </a:ext>
            </a:extLst>
          </p:cNvPr>
          <p:cNvSpPr/>
          <p:nvPr/>
        </p:nvSpPr>
        <p:spPr>
          <a:xfrm>
            <a:off x="152400" y="982177"/>
            <a:ext cx="8851900" cy="2308324"/>
          </a:xfrm>
          <a:prstGeom prst="rect">
            <a:avLst/>
          </a:prstGeom>
        </p:spPr>
        <p:txBody>
          <a:bodyPr wrap="square">
            <a:spAutoFit/>
          </a:bodyPr>
          <a:lstStyle/>
          <a:p>
            <a:pPr marL="342900" indent="-342900" algn="just">
              <a:buFont typeface="Arial" panose="020B0604020202020204" pitchFamily="34" charset="0"/>
              <a:buChar char="•"/>
            </a:pPr>
            <a:r>
              <a:rPr lang="en-US"/>
              <a:t>The partitioning scheme for minimization of states works well when all entries in the state table are specified. </a:t>
            </a:r>
          </a:p>
          <a:p>
            <a:pPr marL="342900" indent="-342900" algn="just">
              <a:buFont typeface="Arial" panose="020B0604020202020204" pitchFamily="34" charset="0"/>
              <a:buChar char="•"/>
            </a:pPr>
            <a:endParaRPr lang="en-US"/>
          </a:p>
          <a:p>
            <a:pPr marL="342900" indent="-342900" algn="just">
              <a:buFont typeface="Arial" panose="020B0604020202020204" pitchFamily="34" charset="0"/>
              <a:buChar char="•"/>
            </a:pPr>
            <a:r>
              <a:rPr lang="en-US"/>
              <a:t>If one or more entries in the state table are not specified, corresponding to don’t-care conditions, then the FSM is said to be incompletely specified.</a:t>
            </a: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2705" name="Group 1">
            <a:extLst>
              <a:ext uri="{FF2B5EF4-FFF2-40B4-BE49-F238E27FC236}">
                <a16:creationId xmlns:a16="http://schemas.microsoft.com/office/drawing/2014/main" id="{D07E4F4B-D903-4FA9-A681-BB313B0DE478}"/>
              </a:ext>
            </a:extLst>
          </p:cNvPr>
          <p:cNvGrpSpPr>
            <a:grpSpLocks/>
          </p:cNvGrpSpPr>
          <p:nvPr/>
        </p:nvGrpSpPr>
        <p:grpSpPr bwMode="auto">
          <a:xfrm>
            <a:off x="2209800" y="685800"/>
            <a:ext cx="4886325" cy="3292475"/>
            <a:chOff x="2235200" y="1201738"/>
            <a:chExt cx="4886325" cy="3292475"/>
          </a:xfrm>
        </p:grpSpPr>
        <p:sp>
          <p:nvSpPr>
            <p:cNvPr id="72708" name="Rectangle 4">
              <a:extLst>
                <a:ext uri="{FF2B5EF4-FFF2-40B4-BE49-F238E27FC236}">
                  <a16:creationId xmlns:a16="http://schemas.microsoft.com/office/drawing/2014/main" id="{69120E8D-EAC0-4409-8BCA-CD6729959422}"/>
                </a:ext>
              </a:extLst>
            </p:cNvPr>
            <p:cNvSpPr>
              <a:spLocks noChangeArrowheads="1"/>
            </p:cNvSpPr>
            <p:nvPr/>
          </p:nvSpPr>
          <p:spPr bwMode="auto">
            <a:xfrm>
              <a:off x="2235200" y="1201738"/>
              <a:ext cx="4881563" cy="11112"/>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09" name="Rectangle 5">
              <a:extLst>
                <a:ext uri="{FF2B5EF4-FFF2-40B4-BE49-F238E27FC236}">
                  <a16:creationId xmlns:a16="http://schemas.microsoft.com/office/drawing/2014/main" id="{539FC859-E248-4179-96F3-7AAAA875B2EB}"/>
                </a:ext>
              </a:extLst>
            </p:cNvPr>
            <p:cNvSpPr>
              <a:spLocks noChangeArrowheads="1"/>
            </p:cNvSpPr>
            <p:nvPr/>
          </p:nvSpPr>
          <p:spPr bwMode="auto">
            <a:xfrm>
              <a:off x="2235200" y="1212850"/>
              <a:ext cx="11113" cy="4587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0" name="Rectangle 6">
              <a:extLst>
                <a:ext uri="{FF2B5EF4-FFF2-40B4-BE49-F238E27FC236}">
                  <a16:creationId xmlns:a16="http://schemas.microsoft.com/office/drawing/2014/main" id="{B08C9045-EB6C-45DC-8F91-95F97C98B7BC}"/>
                </a:ext>
              </a:extLst>
            </p:cNvPr>
            <p:cNvSpPr>
              <a:spLocks noChangeArrowheads="1"/>
            </p:cNvSpPr>
            <p:nvPr/>
          </p:nvSpPr>
          <p:spPr bwMode="auto">
            <a:xfrm>
              <a:off x="3276600" y="1212850"/>
              <a:ext cx="12700" cy="4587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1" name="Rectangle 7">
              <a:extLst>
                <a:ext uri="{FF2B5EF4-FFF2-40B4-BE49-F238E27FC236}">
                  <a16:creationId xmlns:a16="http://schemas.microsoft.com/office/drawing/2014/main" id="{B1FB0D19-B2CF-4FEB-BEC2-C86C274914C9}"/>
                </a:ext>
              </a:extLst>
            </p:cNvPr>
            <p:cNvSpPr>
              <a:spLocks noChangeArrowheads="1"/>
            </p:cNvSpPr>
            <p:nvPr/>
          </p:nvSpPr>
          <p:spPr bwMode="auto">
            <a:xfrm>
              <a:off x="2386013" y="1420813"/>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2" name="Rectangle 8">
              <a:extLst>
                <a:ext uri="{FF2B5EF4-FFF2-40B4-BE49-F238E27FC236}">
                  <a16:creationId xmlns:a16="http://schemas.microsoft.com/office/drawing/2014/main" id="{BC0BB0E9-F4BD-4BAB-A6BB-9BB02BE8D1D0}"/>
                </a:ext>
              </a:extLst>
            </p:cNvPr>
            <p:cNvSpPr>
              <a:spLocks noChangeArrowheads="1"/>
            </p:cNvSpPr>
            <p:nvPr/>
          </p:nvSpPr>
          <p:spPr bwMode="auto">
            <a:xfrm>
              <a:off x="5184775" y="1212850"/>
              <a:ext cx="12700" cy="4587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3" name="Rectangle 9">
              <a:extLst>
                <a:ext uri="{FF2B5EF4-FFF2-40B4-BE49-F238E27FC236}">
                  <a16:creationId xmlns:a16="http://schemas.microsoft.com/office/drawing/2014/main" id="{F418FF17-7B57-4DB4-A1EE-92F9A8641AE7}"/>
                </a:ext>
              </a:extLst>
            </p:cNvPr>
            <p:cNvSpPr>
              <a:spLocks noChangeArrowheads="1"/>
            </p:cNvSpPr>
            <p:nvPr/>
          </p:nvSpPr>
          <p:spPr bwMode="auto">
            <a:xfrm>
              <a:off x="3732213" y="1328738"/>
              <a:ext cx="10842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 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4" name="Rectangle 10">
              <a:extLst>
                <a:ext uri="{FF2B5EF4-FFF2-40B4-BE49-F238E27FC236}">
                  <a16:creationId xmlns:a16="http://schemas.microsoft.com/office/drawing/2014/main" id="{26BBBF07-69B5-4FF5-BA8E-38176F4B066C}"/>
                </a:ext>
              </a:extLst>
            </p:cNvPr>
            <p:cNvSpPr>
              <a:spLocks noChangeArrowheads="1"/>
            </p:cNvSpPr>
            <p:nvPr/>
          </p:nvSpPr>
          <p:spPr bwMode="auto">
            <a:xfrm>
              <a:off x="5707063" y="1328738"/>
              <a:ext cx="704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Output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5" name="Rectangle 11">
              <a:extLst>
                <a:ext uri="{FF2B5EF4-FFF2-40B4-BE49-F238E27FC236}">
                  <a16:creationId xmlns:a16="http://schemas.microsoft.com/office/drawing/2014/main" id="{5D2B3BF9-92F3-435C-815A-CB0DBBF4AA27}"/>
                </a:ext>
              </a:extLst>
            </p:cNvPr>
            <p:cNvSpPr>
              <a:spLocks noChangeArrowheads="1"/>
            </p:cNvSpPr>
            <p:nvPr/>
          </p:nvSpPr>
          <p:spPr bwMode="auto">
            <a:xfrm>
              <a:off x="7108825" y="1212850"/>
              <a:ext cx="12700" cy="4587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6" name="Rectangle 12">
              <a:extLst>
                <a:ext uri="{FF2B5EF4-FFF2-40B4-BE49-F238E27FC236}">
                  <a16:creationId xmlns:a16="http://schemas.microsoft.com/office/drawing/2014/main" id="{E8B0C4C3-6635-4676-815A-0DC4267FF7C3}"/>
                </a:ext>
              </a:extLst>
            </p:cNvPr>
            <p:cNvSpPr>
              <a:spLocks noChangeArrowheads="1"/>
            </p:cNvSpPr>
            <p:nvPr/>
          </p:nvSpPr>
          <p:spPr bwMode="auto">
            <a:xfrm>
              <a:off x="3276600" y="1684338"/>
              <a:ext cx="3832225" cy="127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7" name="Rectangle 13">
              <a:extLst>
                <a:ext uri="{FF2B5EF4-FFF2-40B4-BE49-F238E27FC236}">
                  <a16:creationId xmlns:a16="http://schemas.microsoft.com/office/drawing/2014/main" id="{A160759C-C257-441A-AB55-502E54299685}"/>
                </a:ext>
              </a:extLst>
            </p:cNvPr>
            <p:cNvSpPr>
              <a:spLocks noChangeArrowheads="1"/>
            </p:cNvSpPr>
            <p:nvPr/>
          </p:nvSpPr>
          <p:spPr bwMode="auto">
            <a:xfrm>
              <a:off x="2235200" y="1671638"/>
              <a:ext cx="11113"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8" name="Rectangle 14">
              <a:extLst>
                <a:ext uri="{FF2B5EF4-FFF2-40B4-BE49-F238E27FC236}">
                  <a16:creationId xmlns:a16="http://schemas.microsoft.com/office/drawing/2014/main" id="{65FBB6CF-0337-47FE-8DFD-356111D6C86C}"/>
                </a:ext>
              </a:extLst>
            </p:cNvPr>
            <p:cNvSpPr>
              <a:spLocks noChangeArrowheads="1"/>
            </p:cNvSpPr>
            <p:nvPr/>
          </p:nvSpPr>
          <p:spPr bwMode="auto">
            <a:xfrm>
              <a:off x="6469063" y="1327150"/>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9" name="Rectangle 15">
              <a:extLst>
                <a:ext uri="{FF2B5EF4-FFF2-40B4-BE49-F238E27FC236}">
                  <a16:creationId xmlns:a16="http://schemas.microsoft.com/office/drawing/2014/main" id="{78A18632-DE06-47B2-BDD4-C26757BCC21C}"/>
                </a:ext>
              </a:extLst>
            </p:cNvPr>
            <p:cNvSpPr>
              <a:spLocks noChangeArrowheads="1"/>
            </p:cNvSpPr>
            <p:nvPr/>
          </p:nvSpPr>
          <p:spPr bwMode="auto">
            <a:xfrm>
              <a:off x="3276600" y="167163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0" name="Rectangle 16">
              <a:extLst>
                <a:ext uri="{FF2B5EF4-FFF2-40B4-BE49-F238E27FC236}">
                  <a16:creationId xmlns:a16="http://schemas.microsoft.com/office/drawing/2014/main" id="{720F120A-814B-4BEA-BE86-220C8EF911F9}"/>
                </a:ext>
              </a:extLst>
            </p:cNvPr>
            <p:cNvSpPr>
              <a:spLocks noChangeArrowheads="1"/>
            </p:cNvSpPr>
            <p:nvPr/>
          </p:nvSpPr>
          <p:spPr bwMode="auto">
            <a:xfrm>
              <a:off x="2527300" y="1695450"/>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1" name="Rectangle 17">
              <a:extLst>
                <a:ext uri="{FF2B5EF4-FFF2-40B4-BE49-F238E27FC236}">
                  <a16:creationId xmlns:a16="http://schemas.microsoft.com/office/drawing/2014/main" id="{CEC93259-BD25-4F42-A88E-3E0E525815DA}"/>
                </a:ext>
              </a:extLst>
            </p:cNvPr>
            <p:cNvSpPr>
              <a:spLocks noChangeArrowheads="1"/>
            </p:cNvSpPr>
            <p:nvPr/>
          </p:nvSpPr>
          <p:spPr bwMode="auto">
            <a:xfrm>
              <a:off x="3436938" y="1784350"/>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2" name="Rectangle 18">
              <a:extLst>
                <a:ext uri="{FF2B5EF4-FFF2-40B4-BE49-F238E27FC236}">
                  <a16:creationId xmlns:a16="http://schemas.microsoft.com/office/drawing/2014/main" id="{9724F768-CF25-41D4-85D0-4E573AC1F157}"/>
                </a:ext>
              </a:extLst>
            </p:cNvPr>
            <p:cNvSpPr>
              <a:spLocks noChangeArrowheads="1"/>
            </p:cNvSpPr>
            <p:nvPr/>
          </p:nvSpPr>
          <p:spPr bwMode="auto">
            <a:xfrm>
              <a:off x="3697288" y="1784350"/>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3" name="Rectangle 19">
              <a:extLst>
                <a:ext uri="{FF2B5EF4-FFF2-40B4-BE49-F238E27FC236}">
                  <a16:creationId xmlns:a16="http://schemas.microsoft.com/office/drawing/2014/main" id="{6AC922E7-92B3-4B0B-A2CB-C66540DD1ED3}"/>
                </a:ext>
              </a:extLst>
            </p:cNvPr>
            <p:cNvSpPr>
              <a:spLocks noChangeArrowheads="1"/>
            </p:cNvSpPr>
            <p:nvPr/>
          </p:nvSpPr>
          <p:spPr bwMode="auto">
            <a:xfrm>
              <a:off x="3962400" y="178435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4" name="Rectangle 20">
              <a:extLst>
                <a:ext uri="{FF2B5EF4-FFF2-40B4-BE49-F238E27FC236}">
                  <a16:creationId xmlns:a16="http://schemas.microsoft.com/office/drawing/2014/main" id="{F0913C24-4E91-4AA8-9A82-CE285E565C56}"/>
                </a:ext>
              </a:extLst>
            </p:cNvPr>
            <p:cNvSpPr>
              <a:spLocks noChangeArrowheads="1"/>
            </p:cNvSpPr>
            <p:nvPr/>
          </p:nvSpPr>
          <p:spPr bwMode="auto">
            <a:xfrm>
              <a:off x="4391025" y="1784350"/>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5" name="Rectangle 21">
              <a:extLst>
                <a:ext uri="{FF2B5EF4-FFF2-40B4-BE49-F238E27FC236}">
                  <a16:creationId xmlns:a16="http://schemas.microsoft.com/office/drawing/2014/main" id="{25C3F2EF-5B21-45A3-8272-1A4836B68886}"/>
                </a:ext>
              </a:extLst>
            </p:cNvPr>
            <p:cNvSpPr>
              <a:spLocks noChangeArrowheads="1"/>
            </p:cNvSpPr>
            <p:nvPr/>
          </p:nvSpPr>
          <p:spPr bwMode="auto">
            <a:xfrm>
              <a:off x="4651375" y="1784350"/>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6" name="Rectangle 22">
              <a:extLst>
                <a:ext uri="{FF2B5EF4-FFF2-40B4-BE49-F238E27FC236}">
                  <a16:creationId xmlns:a16="http://schemas.microsoft.com/office/drawing/2014/main" id="{6E590839-354A-490D-B7F1-C627FE8EF6B9}"/>
                </a:ext>
              </a:extLst>
            </p:cNvPr>
            <p:cNvSpPr>
              <a:spLocks noChangeArrowheads="1"/>
            </p:cNvSpPr>
            <p:nvPr/>
          </p:nvSpPr>
          <p:spPr bwMode="auto">
            <a:xfrm>
              <a:off x="5184775" y="167163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7" name="Rectangle 23">
              <a:extLst>
                <a:ext uri="{FF2B5EF4-FFF2-40B4-BE49-F238E27FC236}">
                  <a16:creationId xmlns:a16="http://schemas.microsoft.com/office/drawing/2014/main" id="{49EF7582-C044-4D79-9F4D-681F21E3981A}"/>
                </a:ext>
              </a:extLst>
            </p:cNvPr>
            <p:cNvSpPr>
              <a:spLocks noChangeArrowheads="1"/>
            </p:cNvSpPr>
            <p:nvPr/>
          </p:nvSpPr>
          <p:spPr bwMode="auto">
            <a:xfrm>
              <a:off x="4919663" y="178435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8" name="Rectangle 24">
              <a:extLst>
                <a:ext uri="{FF2B5EF4-FFF2-40B4-BE49-F238E27FC236}">
                  <a16:creationId xmlns:a16="http://schemas.microsoft.com/office/drawing/2014/main" id="{53871CD9-9199-4082-9D26-5A856E527EFF}"/>
                </a:ext>
              </a:extLst>
            </p:cNvPr>
            <p:cNvSpPr>
              <a:spLocks noChangeArrowheads="1"/>
            </p:cNvSpPr>
            <p:nvPr/>
          </p:nvSpPr>
          <p:spPr bwMode="auto">
            <a:xfrm>
              <a:off x="5348288" y="1784350"/>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9" name="Rectangle 25">
              <a:extLst>
                <a:ext uri="{FF2B5EF4-FFF2-40B4-BE49-F238E27FC236}">
                  <a16:creationId xmlns:a16="http://schemas.microsoft.com/office/drawing/2014/main" id="{CE39EE87-587A-4DDA-820B-E54C895A4D43}"/>
                </a:ext>
              </a:extLst>
            </p:cNvPr>
            <p:cNvSpPr>
              <a:spLocks noChangeArrowheads="1"/>
            </p:cNvSpPr>
            <p:nvPr/>
          </p:nvSpPr>
          <p:spPr bwMode="auto">
            <a:xfrm>
              <a:off x="5608638" y="1784350"/>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0" name="Rectangle 26">
              <a:extLst>
                <a:ext uri="{FF2B5EF4-FFF2-40B4-BE49-F238E27FC236}">
                  <a16:creationId xmlns:a16="http://schemas.microsoft.com/office/drawing/2014/main" id="{46754C87-FD7C-4882-B085-06F9E0B4E498}"/>
                </a:ext>
              </a:extLst>
            </p:cNvPr>
            <p:cNvSpPr>
              <a:spLocks noChangeArrowheads="1"/>
            </p:cNvSpPr>
            <p:nvPr/>
          </p:nvSpPr>
          <p:spPr bwMode="auto">
            <a:xfrm>
              <a:off x="5873750" y="178435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1" name="Rectangle 27">
              <a:extLst>
                <a:ext uri="{FF2B5EF4-FFF2-40B4-BE49-F238E27FC236}">
                  <a16:creationId xmlns:a16="http://schemas.microsoft.com/office/drawing/2014/main" id="{977EC87B-F6C8-42F9-B3CA-02E8AFED1C14}"/>
                </a:ext>
              </a:extLst>
            </p:cNvPr>
            <p:cNvSpPr>
              <a:spLocks noChangeArrowheads="1"/>
            </p:cNvSpPr>
            <p:nvPr/>
          </p:nvSpPr>
          <p:spPr bwMode="auto">
            <a:xfrm>
              <a:off x="6302375" y="1784350"/>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2" name="Rectangle 28">
              <a:extLst>
                <a:ext uri="{FF2B5EF4-FFF2-40B4-BE49-F238E27FC236}">
                  <a16:creationId xmlns:a16="http://schemas.microsoft.com/office/drawing/2014/main" id="{18457D18-0E85-4E3A-AC90-7E4D1871CE03}"/>
                </a:ext>
              </a:extLst>
            </p:cNvPr>
            <p:cNvSpPr>
              <a:spLocks noChangeArrowheads="1"/>
            </p:cNvSpPr>
            <p:nvPr/>
          </p:nvSpPr>
          <p:spPr bwMode="auto">
            <a:xfrm>
              <a:off x="6562725" y="1784350"/>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3" name="Rectangle 29">
              <a:extLst>
                <a:ext uri="{FF2B5EF4-FFF2-40B4-BE49-F238E27FC236}">
                  <a16:creationId xmlns:a16="http://schemas.microsoft.com/office/drawing/2014/main" id="{5B46F9A0-2B53-44F6-9D9C-67A7F397895E}"/>
                </a:ext>
              </a:extLst>
            </p:cNvPr>
            <p:cNvSpPr>
              <a:spLocks noChangeArrowheads="1"/>
            </p:cNvSpPr>
            <p:nvPr/>
          </p:nvSpPr>
          <p:spPr bwMode="auto">
            <a:xfrm>
              <a:off x="7108825" y="167163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4" name="Rectangle 30">
              <a:extLst>
                <a:ext uri="{FF2B5EF4-FFF2-40B4-BE49-F238E27FC236}">
                  <a16:creationId xmlns:a16="http://schemas.microsoft.com/office/drawing/2014/main" id="{5A79D4FE-2D5D-476E-BF51-8258648CB0F2}"/>
                </a:ext>
              </a:extLst>
            </p:cNvPr>
            <p:cNvSpPr>
              <a:spLocks noChangeArrowheads="1"/>
            </p:cNvSpPr>
            <p:nvPr/>
          </p:nvSpPr>
          <p:spPr bwMode="auto">
            <a:xfrm>
              <a:off x="2235200" y="2141538"/>
              <a:ext cx="4881563" cy="127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5" name="Rectangle 31">
              <a:extLst>
                <a:ext uri="{FF2B5EF4-FFF2-40B4-BE49-F238E27FC236}">
                  <a16:creationId xmlns:a16="http://schemas.microsoft.com/office/drawing/2014/main" id="{B58900ED-C539-4210-92CA-059E6E183256}"/>
                </a:ext>
              </a:extLst>
            </p:cNvPr>
            <p:cNvSpPr>
              <a:spLocks noChangeArrowheads="1"/>
            </p:cNvSpPr>
            <p:nvPr/>
          </p:nvSpPr>
          <p:spPr bwMode="auto">
            <a:xfrm>
              <a:off x="2235200" y="2154238"/>
              <a:ext cx="11113"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6" name="Rectangle 32">
              <a:extLst>
                <a:ext uri="{FF2B5EF4-FFF2-40B4-BE49-F238E27FC236}">
                  <a16:creationId xmlns:a16="http://schemas.microsoft.com/office/drawing/2014/main" id="{F85AA122-FAC5-41B5-8488-273DC7FDA288}"/>
                </a:ext>
              </a:extLst>
            </p:cNvPr>
            <p:cNvSpPr>
              <a:spLocks noChangeArrowheads="1"/>
            </p:cNvSpPr>
            <p:nvPr/>
          </p:nvSpPr>
          <p:spPr bwMode="auto">
            <a:xfrm>
              <a:off x="6831013" y="178435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7" name="Rectangle 33">
              <a:extLst>
                <a:ext uri="{FF2B5EF4-FFF2-40B4-BE49-F238E27FC236}">
                  <a16:creationId xmlns:a16="http://schemas.microsoft.com/office/drawing/2014/main" id="{2A1BC864-3CBD-447F-A3EC-02690C96B535}"/>
                </a:ext>
              </a:extLst>
            </p:cNvPr>
            <p:cNvSpPr>
              <a:spLocks noChangeArrowheads="1"/>
            </p:cNvSpPr>
            <p:nvPr/>
          </p:nvSpPr>
          <p:spPr bwMode="auto">
            <a:xfrm>
              <a:off x="3276600" y="215423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8" name="Rectangle 34">
              <a:extLst>
                <a:ext uri="{FF2B5EF4-FFF2-40B4-BE49-F238E27FC236}">
                  <a16:creationId xmlns:a16="http://schemas.microsoft.com/office/drawing/2014/main" id="{112BBEC4-FA49-410A-9555-59B841BFA4B6}"/>
                </a:ext>
              </a:extLst>
            </p:cNvPr>
            <p:cNvSpPr>
              <a:spLocks noChangeArrowheads="1"/>
            </p:cNvSpPr>
            <p:nvPr/>
          </p:nvSpPr>
          <p:spPr bwMode="auto">
            <a:xfrm>
              <a:off x="2667000" y="225425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9" name="Rectangle 35">
              <a:extLst>
                <a:ext uri="{FF2B5EF4-FFF2-40B4-BE49-F238E27FC236}">
                  <a16:creationId xmlns:a16="http://schemas.microsoft.com/office/drawing/2014/main" id="{0EADE07A-B52E-48FF-B504-4D0E42F6B7C6}"/>
                </a:ext>
              </a:extLst>
            </p:cNvPr>
            <p:cNvSpPr>
              <a:spLocks noChangeArrowheads="1"/>
            </p:cNvSpPr>
            <p:nvPr/>
          </p:nvSpPr>
          <p:spPr bwMode="auto">
            <a:xfrm>
              <a:off x="3678238" y="2254250"/>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0" name="Rectangle 36">
              <a:extLst>
                <a:ext uri="{FF2B5EF4-FFF2-40B4-BE49-F238E27FC236}">
                  <a16:creationId xmlns:a16="http://schemas.microsoft.com/office/drawing/2014/main" id="{B701E902-8676-433B-8088-B6FC0F906143}"/>
                </a:ext>
              </a:extLst>
            </p:cNvPr>
            <p:cNvSpPr>
              <a:spLocks noChangeArrowheads="1"/>
            </p:cNvSpPr>
            <p:nvPr/>
          </p:nvSpPr>
          <p:spPr bwMode="auto">
            <a:xfrm>
              <a:off x="5184775" y="215423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1" name="Rectangle 37">
              <a:extLst>
                <a:ext uri="{FF2B5EF4-FFF2-40B4-BE49-F238E27FC236}">
                  <a16:creationId xmlns:a16="http://schemas.microsoft.com/office/drawing/2014/main" id="{E9B79077-7183-48F0-B9E4-26801F1236C0}"/>
                </a:ext>
              </a:extLst>
            </p:cNvPr>
            <p:cNvSpPr>
              <a:spLocks noChangeArrowheads="1"/>
            </p:cNvSpPr>
            <p:nvPr/>
          </p:nvSpPr>
          <p:spPr bwMode="auto">
            <a:xfrm>
              <a:off x="4637088" y="2254250"/>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2" name="Rectangle 38">
              <a:extLst>
                <a:ext uri="{FF2B5EF4-FFF2-40B4-BE49-F238E27FC236}">
                  <a16:creationId xmlns:a16="http://schemas.microsoft.com/office/drawing/2014/main" id="{A4974D39-CBA3-4331-8D70-E7486927B44C}"/>
                </a:ext>
              </a:extLst>
            </p:cNvPr>
            <p:cNvSpPr>
              <a:spLocks noChangeArrowheads="1"/>
            </p:cNvSpPr>
            <p:nvPr/>
          </p:nvSpPr>
          <p:spPr bwMode="auto">
            <a:xfrm>
              <a:off x="5614988" y="225425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3" name="Rectangle 39">
              <a:extLst>
                <a:ext uri="{FF2B5EF4-FFF2-40B4-BE49-F238E27FC236}">
                  <a16:creationId xmlns:a16="http://schemas.microsoft.com/office/drawing/2014/main" id="{2C237393-73C7-4D7B-8425-044456835A1B}"/>
                </a:ext>
              </a:extLst>
            </p:cNvPr>
            <p:cNvSpPr>
              <a:spLocks noChangeArrowheads="1"/>
            </p:cNvSpPr>
            <p:nvPr/>
          </p:nvSpPr>
          <p:spPr bwMode="auto">
            <a:xfrm>
              <a:off x="7108825" y="215423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4" name="Rectangle 40">
              <a:extLst>
                <a:ext uri="{FF2B5EF4-FFF2-40B4-BE49-F238E27FC236}">
                  <a16:creationId xmlns:a16="http://schemas.microsoft.com/office/drawing/2014/main" id="{F4B933B8-CA30-4FF6-8946-267376F55597}"/>
                </a:ext>
              </a:extLst>
            </p:cNvPr>
            <p:cNvSpPr>
              <a:spLocks noChangeArrowheads="1"/>
            </p:cNvSpPr>
            <p:nvPr/>
          </p:nvSpPr>
          <p:spPr bwMode="auto">
            <a:xfrm>
              <a:off x="2235200" y="2611438"/>
              <a:ext cx="11113" cy="30638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5" name="Rectangle 41">
              <a:extLst>
                <a:ext uri="{FF2B5EF4-FFF2-40B4-BE49-F238E27FC236}">
                  <a16:creationId xmlns:a16="http://schemas.microsoft.com/office/drawing/2014/main" id="{5BBC5E7A-438E-4ECC-9E22-7F9BA2CCE57B}"/>
                </a:ext>
              </a:extLst>
            </p:cNvPr>
            <p:cNvSpPr>
              <a:spLocks noChangeArrowheads="1"/>
            </p:cNvSpPr>
            <p:nvPr/>
          </p:nvSpPr>
          <p:spPr bwMode="auto">
            <a:xfrm>
              <a:off x="6573838" y="225425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6" name="Rectangle 42">
              <a:extLst>
                <a:ext uri="{FF2B5EF4-FFF2-40B4-BE49-F238E27FC236}">
                  <a16:creationId xmlns:a16="http://schemas.microsoft.com/office/drawing/2014/main" id="{E2BB848F-B2B9-4A8E-BDB0-C55DE0A50B07}"/>
                </a:ext>
              </a:extLst>
            </p:cNvPr>
            <p:cNvSpPr>
              <a:spLocks noChangeArrowheads="1"/>
            </p:cNvSpPr>
            <p:nvPr/>
          </p:nvSpPr>
          <p:spPr bwMode="auto">
            <a:xfrm>
              <a:off x="3276600" y="2611438"/>
              <a:ext cx="12700" cy="30638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7" name="Rectangle 43">
              <a:extLst>
                <a:ext uri="{FF2B5EF4-FFF2-40B4-BE49-F238E27FC236}">
                  <a16:creationId xmlns:a16="http://schemas.microsoft.com/office/drawing/2014/main" id="{4D79DBF5-9E37-424C-9C9F-817FD53F1AA1}"/>
                </a:ext>
              </a:extLst>
            </p:cNvPr>
            <p:cNvSpPr>
              <a:spLocks noChangeArrowheads="1"/>
            </p:cNvSpPr>
            <p:nvPr/>
          </p:nvSpPr>
          <p:spPr bwMode="auto">
            <a:xfrm>
              <a:off x="2673350" y="2605088"/>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8" name="Rectangle 44">
              <a:extLst>
                <a:ext uri="{FF2B5EF4-FFF2-40B4-BE49-F238E27FC236}">
                  <a16:creationId xmlns:a16="http://schemas.microsoft.com/office/drawing/2014/main" id="{59BB1D1A-833E-4FD0-90DA-68BA6E735710}"/>
                </a:ext>
              </a:extLst>
            </p:cNvPr>
            <p:cNvSpPr>
              <a:spLocks noChangeArrowheads="1"/>
            </p:cNvSpPr>
            <p:nvPr/>
          </p:nvSpPr>
          <p:spPr bwMode="auto">
            <a:xfrm>
              <a:off x="3673475" y="2605088"/>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9" name="Rectangle 45">
              <a:extLst>
                <a:ext uri="{FF2B5EF4-FFF2-40B4-BE49-F238E27FC236}">
                  <a16:creationId xmlns:a16="http://schemas.microsoft.com/office/drawing/2014/main" id="{E3E24EDB-A433-4E22-A745-835C6A339940}"/>
                </a:ext>
              </a:extLst>
            </p:cNvPr>
            <p:cNvSpPr>
              <a:spLocks noChangeArrowheads="1"/>
            </p:cNvSpPr>
            <p:nvPr/>
          </p:nvSpPr>
          <p:spPr bwMode="auto">
            <a:xfrm>
              <a:off x="5184775" y="2611438"/>
              <a:ext cx="12700" cy="30638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0" name="Rectangle 46">
              <a:extLst>
                <a:ext uri="{FF2B5EF4-FFF2-40B4-BE49-F238E27FC236}">
                  <a16:creationId xmlns:a16="http://schemas.microsoft.com/office/drawing/2014/main" id="{5997F8B1-CFCF-44A1-AAEE-23D8FAD5A0AC}"/>
                </a:ext>
              </a:extLst>
            </p:cNvPr>
            <p:cNvSpPr>
              <a:spLocks noChangeArrowheads="1"/>
            </p:cNvSpPr>
            <p:nvPr/>
          </p:nvSpPr>
          <p:spPr bwMode="auto">
            <a:xfrm>
              <a:off x="5613400" y="26050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1" name="Rectangle 47">
              <a:extLst>
                <a:ext uri="{FF2B5EF4-FFF2-40B4-BE49-F238E27FC236}">
                  <a16:creationId xmlns:a16="http://schemas.microsoft.com/office/drawing/2014/main" id="{7EA92005-45EA-48F7-943D-EE06C09540E0}"/>
                </a:ext>
              </a:extLst>
            </p:cNvPr>
            <p:cNvSpPr>
              <a:spLocks noChangeArrowheads="1"/>
            </p:cNvSpPr>
            <p:nvPr/>
          </p:nvSpPr>
          <p:spPr bwMode="auto">
            <a:xfrm>
              <a:off x="7108825" y="2611438"/>
              <a:ext cx="12700" cy="30638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2" name="Rectangle 48">
              <a:extLst>
                <a:ext uri="{FF2B5EF4-FFF2-40B4-BE49-F238E27FC236}">
                  <a16:creationId xmlns:a16="http://schemas.microsoft.com/office/drawing/2014/main" id="{73E75DF0-7373-4DD4-A188-E0FB0CAA8DEB}"/>
                </a:ext>
              </a:extLst>
            </p:cNvPr>
            <p:cNvSpPr>
              <a:spLocks noChangeArrowheads="1"/>
            </p:cNvSpPr>
            <p:nvPr/>
          </p:nvSpPr>
          <p:spPr bwMode="auto">
            <a:xfrm>
              <a:off x="2235200" y="2917825"/>
              <a:ext cx="11113"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3" name="Rectangle 49">
              <a:extLst>
                <a:ext uri="{FF2B5EF4-FFF2-40B4-BE49-F238E27FC236}">
                  <a16:creationId xmlns:a16="http://schemas.microsoft.com/office/drawing/2014/main" id="{B6723532-7383-4DAE-8696-EC0D3ECDB318}"/>
                </a:ext>
              </a:extLst>
            </p:cNvPr>
            <p:cNvSpPr>
              <a:spLocks noChangeArrowheads="1"/>
            </p:cNvSpPr>
            <p:nvPr/>
          </p:nvSpPr>
          <p:spPr bwMode="auto">
            <a:xfrm>
              <a:off x="3276600" y="29178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4" name="Rectangle 50">
              <a:extLst>
                <a:ext uri="{FF2B5EF4-FFF2-40B4-BE49-F238E27FC236}">
                  <a16:creationId xmlns:a16="http://schemas.microsoft.com/office/drawing/2014/main" id="{2C1BDF91-FBAA-40AD-BBE3-2396C1D7523A}"/>
                </a:ext>
              </a:extLst>
            </p:cNvPr>
            <p:cNvSpPr>
              <a:spLocks noChangeArrowheads="1"/>
            </p:cNvSpPr>
            <p:nvPr/>
          </p:nvSpPr>
          <p:spPr bwMode="auto">
            <a:xfrm>
              <a:off x="2673350" y="2906713"/>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5" name="Rectangle 51">
              <a:extLst>
                <a:ext uri="{FF2B5EF4-FFF2-40B4-BE49-F238E27FC236}">
                  <a16:creationId xmlns:a16="http://schemas.microsoft.com/office/drawing/2014/main" id="{1EB52E17-7FB2-47C7-A98F-C991FAC3B03C}"/>
                </a:ext>
              </a:extLst>
            </p:cNvPr>
            <p:cNvSpPr>
              <a:spLocks noChangeArrowheads="1"/>
            </p:cNvSpPr>
            <p:nvPr/>
          </p:nvSpPr>
          <p:spPr bwMode="auto">
            <a:xfrm>
              <a:off x="3694113" y="2906713"/>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6" name="Rectangle 52">
              <a:extLst>
                <a:ext uri="{FF2B5EF4-FFF2-40B4-BE49-F238E27FC236}">
                  <a16:creationId xmlns:a16="http://schemas.microsoft.com/office/drawing/2014/main" id="{8F55075F-4429-41C1-B927-F93418AE10BF}"/>
                </a:ext>
              </a:extLst>
            </p:cNvPr>
            <p:cNvSpPr>
              <a:spLocks noChangeArrowheads="1"/>
            </p:cNvSpPr>
            <p:nvPr/>
          </p:nvSpPr>
          <p:spPr bwMode="auto">
            <a:xfrm>
              <a:off x="5184775" y="29178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7" name="Rectangle 53">
              <a:extLst>
                <a:ext uri="{FF2B5EF4-FFF2-40B4-BE49-F238E27FC236}">
                  <a16:creationId xmlns:a16="http://schemas.microsoft.com/office/drawing/2014/main" id="{8A2E4FC3-9C3B-4209-8B38-A8D84514DFD2}"/>
                </a:ext>
              </a:extLst>
            </p:cNvPr>
            <p:cNvSpPr>
              <a:spLocks noChangeArrowheads="1"/>
            </p:cNvSpPr>
            <p:nvPr/>
          </p:nvSpPr>
          <p:spPr bwMode="auto">
            <a:xfrm>
              <a:off x="4645025" y="2906713"/>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8" name="Rectangle 54">
              <a:extLst>
                <a:ext uri="{FF2B5EF4-FFF2-40B4-BE49-F238E27FC236}">
                  <a16:creationId xmlns:a16="http://schemas.microsoft.com/office/drawing/2014/main" id="{9BBDC61F-5669-4DC7-BEE3-5D20F1AEE6D5}"/>
                </a:ext>
              </a:extLst>
            </p:cNvPr>
            <p:cNvSpPr>
              <a:spLocks noChangeArrowheads="1"/>
            </p:cNvSpPr>
            <p:nvPr/>
          </p:nvSpPr>
          <p:spPr bwMode="auto">
            <a:xfrm>
              <a:off x="5614988" y="29067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9" name="Rectangle 55">
              <a:extLst>
                <a:ext uri="{FF2B5EF4-FFF2-40B4-BE49-F238E27FC236}">
                  <a16:creationId xmlns:a16="http://schemas.microsoft.com/office/drawing/2014/main" id="{08318438-C0DA-4D18-BFAF-87641AC1B6CB}"/>
                </a:ext>
              </a:extLst>
            </p:cNvPr>
            <p:cNvSpPr>
              <a:spLocks noChangeArrowheads="1"/>
            </p:cNvSpPr>
            <p:nvPr/>
          </p:nvSpPr>
          <p:spPr bwMode="auto">
            <a:xfrm>
              <a:off x="7108825" y="29178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0" name="Rectangle 56">
              <a:extLst>
                <a:ext uri="{FF2B5EF4-FFF2-40B4-BE49-F238E27FC236}">
                  <a16:creationId xmlns:a16="http://schemas.microsoft.com/office/drawing/2014/main" id="{20F1D679-BBE0-4CF8-852E-5EDD75421920}"/>
                </a:ext>
              </a:extLst>
            </p:cNvPr>
            <p:cNvSpPr>
              <a:spLocks noChangeArrowheads="1"/>
            </p:cNvSpPr>
            <p:nvPr/>
          </p:nvSpPr>
          <p:spPr bwMode="auto">
            <a:xfrm>
              <a:off x="2235200" y="3222625"/>
              <a:ext cx="11113"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1" name="Rectangle 57">
              <a:extLst>
                <a:ext uri="{FF2B5EF4-FFF2-40B4-BE49-F238E27FC236}">
                  <a16:creationId xmlns:a16="http://schemas.microsoft.com/office/drawing/2014/main" id="{E0DD771F-B5AF-4510-BFE8-30E4784F2E4E}"/>
                </a:ext>
              </a:extLst>
            </p:cNvPr>
            <p:cNvSpPr>
              <a:spLocks noChangeArrowheads="1"/>
            </p:cNvSpPr>
            <p:nvPr/>
          </p:nvSpPr>
          <p:spPr bwMode="auto">
            <a:xfrm>
              <a:off x="6572250" y="29067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2" name="Rectangle 58">
              <a:extLst>
                <a:ext uri="{FF2B5EF4-FFF2-40B4-BE49-F238E27FC236}">
                  <a16:creationId xmlns:a16="http://schemas.microsoft.com/office/drawing/2014/main" id="{F2CD3948-C25D-47F9-AECA-1A67D00DDCC1}"/>
                </a:ext>
              </a:extLst>
            </p:cNvPr>
            <p:cNvSpPr>
              <a:spLocks noChangeArrowheads="1"/>
            </p:cNvSpPr>
            <p:nvPr/>
          </p:nvSpPr>
          <p:spPr bwMode="auto">
            <a:xfrm>
              <a:off x="3276600" y="32226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3" name="Rectangle 59">
              <a:extLst>
                <a:ext uri="{FF2B5EF4-FFF2-40B4-BE49-F238E27FC236}">
                  <a16:creationId xmlns:a16="http://schemas.microsoft.com/office/drawing/2014/main" id="{DE8D5812-F0A3-49FB-8AFA-647519E49C6D}"/>
                </a:ext>
              </a:extLst>
            </p:cNvPr>
            <p:cNvSpPr>
              <a:spLocks noChangeArrowheads="1"/>
            </p:cNvSpPr>
            <p:nvPr/>
          </p:nvSpPr>
          <p:spPr bwMode="auto">
            <a:xfrm>
              <a:off x="2667000" y="3211513"/>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4" name="Rectangle 60">
              <a:extLst>
                <a:ext uri="{FF2B5EF4-FFF2-40B4-BE49-F238E27FC236}">
                  <a16:creationId xmlns:a16="http://schemas.microsoft.com/office/drawing/2014/main" id="{F1E442F4-800C-4F72-9F0E-4CD087339D45}"/>
                </a:ext>
              </a:extLst>
            </p:cNvPr>
            <p:cNvSpPr>
              <a:spLocks noChangeArrowheads="1"/>
            </p:cNvSpPr>
            <p:nvPr/>
          </p:nvSpPr>
          <p:spPr bwMode="auto">
            <a:xfrm>
              <a:off x="3678238" y="3211513"/>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5" name="Rectangle 61">
              <a:extLst>
                <a:ext uri="{FF2B5EF4-FFF2-40B4-BE49-F238E27FC236}">
                  <a16:creationId xmlns:a16="http://schemas.microsoft.com/office/drawing/2014/main" id="{3788FC57-9BFA-4708-B59C-426D12D04A54}"/>
                </a:ext>
              </a:extLst>
            </p:cNvPr>
            <p:cNvSpPr>
              <a:spLocks noChangeArrowheads="1"/>
            </p:cNvSpPr>
            <p:nvPr/>
          </p:nvSpPr>
          <p:spPr bwMode="auto">
            <a:xfrm>
              <a:off x="5184775" y="32226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6" name="Rectangle 62">
              <a:extLst>
                <a:ext uri="{FF2B5EF4-FFF2-40B4-BE49-F238E27FC236}">
                  <a16:creationId xmlns:a16="http://schemas.microsoft.com/office/drawing/2014/main" id="{43ED8FFD-CB5A-49AE-AE41-788931DFD724}"/>
                </a:ext>
              </a:extLst>
            </p:cNvPr>
            <p:cNvSpPr>
              <a:spLocks noChangeArrowheads="1"/>
            </p:cNvSpPr>
            <p:nvPr/>
          </p:nvSpPr>
          <p:spPr bwMode="auto">
            <a:xfrm>
              <a:off x="4627563" y="3211513"/>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7" name="Rectangle 63">
              <a:extLst>
                <a:ext uri="{FF2B5EF4-FFF2-40B4-BE49-F238E27FC236}">
                  <a16:creationId xmlns:a16="http://schemas.microsoft.com/office/drawing/2014/main" id="{AB9AA5F4-95BC-4F6E-9D52-9217D868A20A}"/>
                </a:ext>
              </a:extLst>
            </p:cNvPr>
            <p:cNvSpPr>
              <a:spLocks noChangeArrowheads="1"/>
            </p:cNvSpPr>
            <p:nvPr/>
          </p:nvSpPr>
          <p:spPr bwMode="auto">
            <a:xfrm>
              <a:off x="5614988" y="3211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8" name="Rectangle 64">
              <a:extLst>
                <a:ext uri="{FF2B5EF4-FFF2-40B4-BE49-F238E27FC236}">
                  <a16:creationId xmlns:a16="http://schemas.microsoft.com/office/drawing/2014/main" id="{52F34B5F-504A-44D9-9B6A-BB3C36B9F9FB}"/>
                </a:ext>
              </a:extLst>
            </p:cNvPr>
            <p:cNvSpPr>
              <a:spLocks noChangeArrowheads="1"/>
            </p:cNvSpPr>
            <p:nvPr/>
          </p:nvSpPr>
          <p:spPr bwMode="auto">
            <a:xfrm>
              <a:off x="7108825" y="32226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9" name="Rectangle 65">
              <a:extLst>
                <a:ext uri="{FF2B5EF4-FFF2-40B4-BE49-F238E27FC236}">
                  <a16:creationId xmlns:a16="http://schemas.microsoft.com/office/drawing/2014/main" id="{C8F9294D-1157-41D3-9465-FC3C0C8DF00B}"/>
                </a:ext>
              </a:extLst>
            </p:cNvPr>
            <p:cNvSpPr>
              <a:spLocks noChangeArrowheads="1"/>
            </p:cNvSpPr>
            <p:nvPr/>
          </p:nvSpPr>
          <p:spPr bwMode="auto">
            <a:xfrm>
              <a:off x="2235200" y="3502025"/>
              <a:ext cx="11113"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0" name="Rectangle 66">
              <a:extLst>
                <a:ext uri="{FF2B5EF4-FFF2-40B4-BE49-F238E27FC236}">
                  <a16:creationId xmlns:a16="http://schemas.microsoft.com/office/drawing/2014/main" id="{CE33AD8D-FECB-4BB5-B720-244F8043F05F}"/>
                </a:ext>
              </a:extLst>
            </p:cNvPr>
            <p:cNvSpPr>
              <a:spLocks noChangeArrowheads="1"/>
            </p:cNvSpPr>
            <p:nvPr/>
          </p:nvSpPr>
          <p:spPr bwMode="auto">
            <a:xfrm>
              <a:off x="6572250" y="3211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1" name="Rectangle 67">
              <a:extLst>
                <a:ext uri="{FF2B5EF4-FFF2-40B4-BE49-F238E27FC236}">
                  <a16:creationId xmlns:a16="http://schemas.microsoft.com/office/drawing/2014/main" id="{6176D04C-D619-4061-BE8F-47A2FA00BBB8}"/>
                </a:ext>
              </a:extLst>
            </p:cNvPr>
            <p:cNvSpPr>
              <a:spLocks noChangeArrowheads="1"/>
            </p:cNvSpPr>
            <p:nvPr/>
          </p:nvSpPr>
          <p:spPr bwMode="auto">
            <a:xfrm>
              <a:off x="3276600" y="35020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2" name="Rectangle 68">
              <a:extLst>
                <a:ext uri="{FF2B5EF4-FFF2-40B4-BE49-F238E27FC236}">
                  <a16:creationId xmlns:a16="http://schemas.microsoft.com/office/drawing/2014/main" id="{428A238C-ACC2-4EA4-9C7A-0E59A230CBFC}"/>
                </a:ext>
              </a:extLst>
            </p:cNvPr>
            <p:cNvSpPr>
              <a:spLocks noChangeArrowheads="1"/>
            </p:cNvSpPr>
            <p:nvPr/>
          </p:nvSpPr>
          <p:spPr bwMode="auto">
            <a:xfrm>
              <a:off x="2681288" y="3514725"/>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3" name="Rectangle 69">
              <a:extLst>
                <a:ext uri="{FF2B5EF4-FFF2-40B4-BE49-F238E27FC236}">
                  <a16:creationId xmlns:a16="http://schemas.microsoft.com/office/drawing/2014/main" id="{62445263-4231-4646-9895-C86CC8B3C1A8}"/>
                </a:ext>
              </a:extLst>
            </p:cNvPr>
            <p:cNvSpPr>
              <a:spLocks noChangeArrowheads="1"/>
            </p:cNvSpPr>
            <p:nvPr/>
          </p:nvSpPr>
          <p:spPr bwMode="auto">
            <a:xfrm>
              <a:off x="3692525" y="351472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4" name="Rectangle 70">
              <a:extLst>
                <a:ext uri="{FF2B5EF4-FFF2-40B4-BE49-F238E27FC236}">
                  <a16:creationId xmlns:a16="http://schemas.microsoft.com/office/drawing/2014/main" id="{0DAF8036-1A5E-46EB-9423-A4330B37DC0F}"/>
                </a:ext>
              </a:extLst>
            </p:cNvPr>
            <p:cNvSpPr>
              <a:spLocks noChangeArrowheads="1"/>
            </p:cNvSpPr>
            <p:nvPr/>
          </p:nvSpPr>
          <p:spPr bwMode="auto">
            <a:xfrm>
              <a:off x="5184775" y="35020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5" name="Rectangle 71">
              <a:extLst>
                <a:ext uri="{FF2B5EF4-FFF2-40B4-BE49-F238E27FC236}">
                  <a16:creationId xmlns:a16="http://schemas.microsoft.com/office/drawing/2014/main" id="{A6B46ED6-299F-4E0F-A3A0-6A91929956C2}"/>
                </a:ext>
              </a:extLst>
            </p:cNvPr>
            <p:cNvSpPr>
              <a:spLocks noChangeArrowheads="1"/>
            </p:cNvSpPr>
            <p:nvPr/>
          </p:nvSpPr>
          <p:spPr bwMode="auto">
            <a:xfrm>
              <a:off x="4635500" y="3514725"/>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6" name="Rectangle 72">
              <a:extLst>
                <a:ext uri="{FF2B5EF4-FFF2-40B4-BE49-F238E27FC236}">
                  <a16:creationId xmlns:a16="http://schemas.microsoft.com/office/drawing/2014/main" id="{FC0779A7-1E21-437B-A660-10ABB103284D}"/>
                </a:ext>
              </a:extLst>
            </p:cNvPr>
            <p:cNvSpPr>
              <a:spLocks noChangeArrowheads="1"/>
            </p:cNvSpPr>
            <p:nvPr/>
          </p:nvSpPr>
          <p:spPr bwMode="auto">
            <a:xfrm>
              <a:off x="5614988" y="351472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7" name="Rectangle 73">
              <a:extLst>
                <a:ext uri="{FF2B5EF4-FFF2-40B4-BE49-F238E27FC236}">
                  <a16:creationId xmlns:a16="http://schemas.microsoft.com/office/drawing/2014/main" id="{9C5DF406-BFA5-485E-91D2-756A729641DB}"/>
                </a:ext>
              </a:extLst>
            </p:cNvPr>
            <p:cNvSpPr>
              <a:spLocks noChangeArrowheads="1"/>
            </p:cNvSpPr>
            <p:nvPr/>
          </p:nvSpPr>
          <p:spPr bwMode="auto">
            <a:xfrm>
              <a:off x="7108825" y="35020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8" name="Rectangle 74">
              <a:extLst>
                <a:ext uri="{FF2B5EF4-FFF2-40B4-BE49-F238E27FC236}">
                  <a16:creationId xmlns:a16="http://schemas.microsoft.com/office/drawing/2014/main" id="{816337FA-0597-4206-BA45-66606B0858CB}"/>
                </a:ext>
              </a:extLst>
            </p:cNvPr>
            <p:cNvSpPr>
              <a:spLocks noChangeArrowheads="1"/>
            </p:cNvSpPr>
            <p:nvPr/>
          </p:nvSpPr>
          <p:spPr bwMode="auto">
            <a:xfrm>
              <a:off x="2235200" y="3806825"/>
              <a:ext cx="11113" cy="3063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9" name="Rectangle 75">
              <a:extLst>
                <a:ext uri="{FF2B5EF4-FFF2-40B4-BE49-F238E27FC236}">
                  <a16:creationId xmlns:a16="http://schemas.microsoft.com/office/drawing/2014/main" id="{819C6E9F-2B46-41DA-8FD8-B4E3C4A4485F}"/>
                </a:ext>
              </a:extLst>
            </p:cNvPr>
            <p:cNvSpPr>
              <a:spLocks noChangeArrowheads="1"/>
            </p:cNvSpPr>
            <p:nvPr/>
          </p:nvSpPr>
          <p:spPr bwMode="auto">
            <a:xfrm>
              <a:off x="6572250" y="351472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0" name="Rectangle 76">
              <a:extLst>
                <a:ext uri="{FF2B5EF4-FFF2-40B4-BE49-F238E27FC236}">
                  <a16:creationId xmlns:a16="http://schemas.microsoft.com/office/drawing/2014/main" id="{601AD9EF-C88F-44B3-95E5-A5ED3E4661BA}"/>
                </a:ext>
              </a:extLst>
            </p:cNvPr>
            <p:cNvSpPr>
              <a:spLocks noChangeArrowheads="1"/>
            </p:cNvSpPr>
            <p:nvPr/>
          </p:nvSpPr>
          <p:spPr bwMode="auto">
            <a:xfrm>
              <a:off x="3276600" y="3806825"/>
              <a:ext cx="12700" cy="3063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1" name="Rectangle 77">
              <a:extLst>
                <a:ext uri="{FF2B5EF4-FFF2-40B4-BE49-F238E27FC236}">
                  <a16:creationId xmlns:a16="http://schemas.microsoft.com/office/drawing/2014/main" id="{5A2780A9-77C5-4A6E-AF7D-1F95748D69D2}"/>
                </a:ext>
              </a:extLst>
            </p:cNvPr>
            <p:cNvSpPr>
              <a:spLocks noChangeArrowheads="1"/>
            </p:cNvSpPr>
            <p:nvPr/>
          </p:nvSpPr>
          <p:spPr bwMode="auto">
            <a:xfrm>
              <a:off x="2687638" y="381952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2" name="Rectangle 78">
              <a:extLst>
                <a:ext uri="{FF2B5EF4-FFF2-40B4-BE49-F238E27FC236}">
                  <a16:creationId xmlns:a16="http://schemas.microsoft.com/office/drawing/2014/main" id="{A647EF1B-5BAA-4259-BCD4-7B7FA5E2F52E}"/>
                </a:ext>
              </a:extLst>
            </p:cNvPr>
            <p:cNvSpPr>
              <a:spLocks noChangeArrowheads="1"/>
            </p:cNvSpPr>
            <p:nvPr/>
          </p:nvSpPr>
          <p:spPr bwMode="auto">
            <a:xfrm>
              <a:off x="3684588" y="3819525"/>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3" name="Rectangle 79">
              <a:extLst>
                <a:ext uri="{FF2B5EF4-FFF2-40B4-BE49-F238E27FC236}">
                  <a16:creationId xmlns:a16="http://schemas.microsoft.com/office/drawing/2014/main" id="{E50CE953-E4B6-410A-A1B8-29120B5C7359}"/>
                </a:ext>
              </a:extLst>
            </p:cNvPr>
            <p:cNvSpPr>
              <a:spLocks noChangeArrowheads="1"/>
            </p:cNvSpPr>
            <p:nvPr/>
          </p:nvSpPr>
          <p:spPr bwMode="auto">
            <a:xfrm>
              <a:off x="5184775" y="3806825"/>
              <a:ext cx="12700" cy="3063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4" name="Rectangle 80">
              <a:extLst>
                <a:ext uri="{FF2B5EF4-FFF2-40B4-BE49-F238E27FC236}">
                  <a16:creationId xmlns:a16="http://schemas.microsoft.com/office/drawing/2014/main" id="{DA900CC1-AEE7-4497-BF4E-0F2A54885151}"/>
                </a:ext>
              </a:extLst>
            </p:cNvPr>
            <p:cNvSpPr>
              <a:spLocks noChangeArrowheads="1"/>
            </p:cNvSpPr>
            <p:nvPr/>
          </p:nvSpPr>
          <p:spPr bwMode="auto">
            <a:xfrm>
              <a:off x="4627563" y="381952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5" name="Rectangle 81">
              <a:extLst>
                <a:ext uri="{FF2B5EF4-FFF2-40B4-BE49-F238E27FC236}">
                  <a16:creationId xmlns:a16="http://schemas.microsoft.com/office/drawing/2014/main" id="{68257508-FB35-4D3B-B159-CC293FBC86AD}"/>
                </a:ext>
              </a:extLst>
            </p:cNvPr>
            <p:cNvSpPr>
              <a:spLocks noChangeArrowheads="1"/>
            </p:cNvSpPr>
            <p:nvPr/>
          </p:nvSpPr>
          <p:spPr bwMode="auto">
            <a:xfrm>
              <a:off x="5613400" y="381952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6" name="Rectangle 82">
              <a:extLst>
                <a:ext uri="{FF2B5EF4-FFF2-40B4-BE49-F238E27FC236}">
                  <a16:creationId xmlns:a16="http://schemas.microsoft.com/office/drawing/2014/main" id="{DA69E4CD-9AF9-4667-8C0D-E2C648138D3C}"/>
                </a:ext>
              </a:extLst>
            </p:cNvPr>
            <p:cNvSpPr>
              <a:spLocks noChangeArrowheads="1"/>
            </p:cNvSpPr>
            <p:nvPr/>
          </p:nvSpPr>
          <p:spPr bwMode="auto">
            <a:xfrm>
              <a:off x="7108825" y="3806825"/>
              <a:ext cx="12700" cy="3063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7" name="Rectangle 83">
              <a:extLst>
                <a:ext uri="{FF2B5EF4-FFF2-40B4-BE49-F238E27FC236}">
                  <a16:creationId xmlns:a16="http://schemas.microsoft.com/office/drawing/2014/main" id="{0047C314-B57A-4235-8210-FE6406EEF7B4}"/>
                </a:ext>
              </a:extLst>
            </p:cNvPr>
            <p:cNvSpPr>
              <a:spLocks noChangeArrowheads="1"/>
            </p:cNvSpPr>
            <p:nvPr/>
          </p:nvSpPr>
          <p:spPr bwMode="auto">
            <a:xfrm>
              <a:off x="2235200" y="4117975"/>
              <a:ext cx="11113" cy="35083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8" name="Rectangle 84">
              <a:extLst>
                <a:ext uri="{FF2B5EF4-FFF2-40B4-BE49-F238E27FC236}">
                  <a16:creationId xmlns:a16="http://schemas.microsoft.com/office/drawing/2014/main" id="{7C60C004-F60F-4D35-92EA-D04BC19A74AD}"/>
                </a:ext>
              </a:extLst>
            </p:cNvPr>
            <p:cNvSpPr>
              <a:spLocks noChangeArrowheads="1"/>
            </p:cNvSpPr>
            <p:nvPr/>
          </p:nvSpPr>
          <p:spPr bwMode="auto">
            <a:xfrm>
              <a:off x="6570663" y="381952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9" name="Rectangle 85">
              <a:extLst>
                <a:ext uri="{FF2B5EF4-FFF2-40B4-BE49-F238E27FC236}">
                  <a16:creationId xmlns:a16="http://schemas.microsoft.com/office/drawing/2014/main" id="{DF2CE6D5-644F-4A12-84A5-3E41D5141FB1}"/>
                </a:ext>
              </a:extLst>
            </p:cNvPr>
            <p:cNvSpPr>
              <a:spLocks noChangeArrowheads="1"/>
            </p:cNvSpPr>
            <p:nvPr/>
          </p:nvSpPr>
          <p:spPr bwMode="auto">
            <a:xfrm>
              <a:off x="3276600" y="4117975"/>
              <a:ext cx="12700" cy="35083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0" name="Rectangle 86">
              <a:extLst>
                <a:ext uri="{FF2B5EF4-FFF2-40B4-BE49-F238E27FC236}">
                  <a16:creationId xmlns:a16="http://schemas.microsoft.com/office/drawing/2014/main" id="{8EAE41ED-3F87-4682-AFC7-54F0230FC34D}"/>
                </a:ext>
              </a:extLst>
            </p:cNvPr>
            <p:cNvSpPr>
              <a:spLocks noChangeArrowheads="1"/>
            </p:cNvSpPr>
            <p:nvPr/>
          </p:nvSpPr>
          <p:spPr bwMode="auto">
            <a:xfrm>
              <a:off x="2667000" y="412432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1" name="Rectangle 87">
              <a:extLst>
                <a:ext uri="{FF2B5EF4-FFF2-40B4-BE49-F238E27FC236}">
                  <a16:creationId xmlns:a16="http://schemas.microsoft.com/office/drawing/2014/main" id="{6B6D5404-17DE-45B1-B7EF-7F93035CC0FB}"/>
                </a:ext>
              </a:extLst>
            </p:cNvPr>
            <p:cNvSpPr>
              <a:spLocks noChangeArrowheads="1"/>
            </p:cNvSpPr>
            <p:nvPr/>
          </p:nvSpPr>
          <p:spPr bwMode="auto">
            <a:xfrm>
              <a:off x="3692525" y="412432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2" name="Rectangle 88">
              <a:extLst>
                <a:ext uri="{FF2B5EF4-FFF2-40B4-BE49-F238E27FC236}">
                  <a16:creationId xmlns:a16="http://schemas.microsoft.com/office/drawing/2014/main" id="{FD6661B5-9DDB-422B-B9FD-FA1BA33DA89F}"/>
                </a:ext>
              </a:extLst>
            </p:cNvPr>
            <p:cNvSpPr>
              <a:spLocks noChangeArrowheads="1"/>
            </p:cNvSpPr>
            <p:nvPr/>
          </p:nvSpPr>
          <p:spPr bwMode="auto">
            <a:xfrm>
              <a:off x="5184775" y="4117975"/>
              <a:ext cx="12700" cy="35083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3" name="Rectangle 89">
              <a:extLst>
                <a:ext uri="{FF2B5EF4-FFF2-40B4-BE49-F238E27FC236}">
                  <a16:creationId xmlns:a16="http://schemas.microsoft.com/office/drawing/2014/main" id="{B154B9DA-9060-4A02-AD7D-4538D1A974A2}"/>
                </a:ext>
              </a:extLst>
            </p:cNvPr>
            <p:cNvSpPr>
              <a:spLocks noChangeArrowheads="1"/>
            </p:cNvSpPr>
            <p:nvPr/>
          </p:nvSpPr>
          <p:spPr bwMode="auto">
            <a:xfrm>
              <a:off x="5613400" y="412432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4" name="Rectangle 90">
              <a:extLst>
                <a:ext uri="{FF2B5EF4-FFF2-40B4-BE49-F238E27FC236}">
                  <a16:creationId xmlns:a16="http://schemas.microsoft.com/office/drawing/2014/main" id="{D8B589E5-4F28-45AE-A5EC-2AE602854255}"/>
                </a:ext>
              </a:extLst>
            </p:cNvPr>
            <p:cNvSpPr>
              <a:spLocks noChangeArrowheads="1"/>
            </p:cNvSpPr>
            <p:nvPr/>
          </p:nvSpPr>
          <p:spPr bwMode="auto">
            <a:xfrm>
              <a:off x="7108825" y="4117975"/>
              <a:ext cx="12700" cy="35083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5" name="Rectangle 91">
              <a:extLst>
                <a:ext uri="{FF2B5EF4-FFF2-40B4-BE49-F238E27FC236}">
                  <a16:creationId xmlns:a16="http://schemas.microsoft.com/office/drawing/2014/main" id="{211B7C3D-DC69-45D5-96A6-1F905115EB46}"/>
                </a:ext>
              </a:extLst>
            </p:cNvPr>
            <p:cNvSpPr>
              <a:spLocks noChangeArrowheads="1"/>
            </p:cNvSpPr>
            <p:nvPr/>
          </p:nvSpPr>
          <p:spPr bwMode="auto">
            <a:xfrm>
              <a:off x="2235200" y="4481513"/>
              <a:ext cx="4881563" cy="127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6" name="Rectangle 92">
              <a:extLst>
                <a:ext uri="{FF2B5EF4-FFF2-40B4-BE49-F238E27FC236}">
                  <a16:creationId xmlns:a16="http://schemas.microsoft.com/office/drawing/2014/main" id="{9F00680A-D784-4E59-8A96-DF7BFA0E0839}"/>
                </a:ext>
              </a:extLst>
            </p:cNvPr>
            <p:cNvSpPr>
              <a:spLocks noChangeArrowheads="1"/>
            </p:cNvSpPr>
            <p:nvPr/>
          </p:nvSpPr>
          <p:spPr bwMode="auto">
            <a:xfrm>
              <a:off x="4665663" y="2579688"/>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7" name="Rectangle 93">
              <a:extLst>
                <a:ext uri="{FF2B5EF4-FFF2-40B4-BE49-F238E27FC236}">
                  <a16:creationId xmlns:a16="http://schemas.microsoft.com/office/drawing/2014/main" id="{40307A33-D96C-4459-B5CF-74CEC4B456ED}"/>
                </a:ext>
              </a:extLst>
            </p:cNvPr>
            <p:cNvSpPr>
              <a:spLocks noChangeArrowheads="1"/>
            </p:cNvSpPr>
            <p:nvPr/>
          </p:nvSpPr>
          <p:spPr bwMode="auto">
            <a:xfrm>
              <a:off x="4637088" y="4125913"/>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8" name="Rectangle 94">
              <a:extLst>
                <a:ext uri="{FF2B5EF4-FFF2-40B4-BE49-F238E27FC236}">
                  <a16:creationId xmlns:a16="http://schemas.microsoft.com/office/drawing/2014/main" id="{18ED51EC-E371-4F9D-9760-F99858864063}"/>
                </a:ext>
              </a:extLst>
            </p:cNvPr>
            <p:cNvSpPr>
              <a:spLocks noChangeArrowheads="1"/>
            </p:cNvSpPr>
            <p:nvPr/>
          </p:nvSpPr>
          <p:spPr bwMode="auto">
            <a:xfrm>
              <a:off x="6561138" y="2586038"/>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9" name="Rectangle 95">
              <a:extLst>
                <a:ext uri="{FF2B5EF4-FFF2-40B4-BE49-F238E27FC236}">
                  <a16:creationId xmlns:a16="http://schemas.microsoft.com/office/drawing/2014/main" id="{8295F4F6-9D50-4FEC-AD3C-76764DDACACB}"/>
                </a:ext>
              </a:extLst>
            </p:cNvPr>
            <p:cNvSpPr>
              <a:spLocks noChangeArrowheads="1"/>
            </p:cNvSpPr>
            <p:nvPr/>
          </p:nvSpPr>
          <p:spPr bwMode="auto">
            <a:xfrm>
              <a:off x="6561138" y="4124325"/>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72706" name="TextBox 125">
            <a:extLst>
              <a:ext uri="{FF2B5EF4-FFF2-40B4-BE49-F238E27FC236}">
                <a16:creationId xmlns:a16="http://schemas.microsoft.com/office/drawing/2014/main" id="{16EFEB35-6F3D-4B5C-A82B-4196D0C2A829}"/>
              </a:ext>
            </a:extLst>
          </p:cNvPr>
          <p:cNvSpPr txBox="1">
            <a:spLocks noChangeArrowheads="1"/>
          </p:cNvSpPr>
          <p:nvPr/>
        </p:nvSpPr>
        <p:spPr bwMode="auto">
          <a:xfrm>
            <a:off x="6451600" y="6477000"/>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6.59 from the textbook ]</a:t>
            </a:r>
          </a:p>
        </p:txBody>
      </p:sp>
      <p:sp>
        <p:nvSpPr>
          <p:cNvPr id="72707" name="Title 1">
            <a:extLst>
              <a:ext uri="{FF2B5EF4-FFF2-40B4-BE49-F238E27FC236}">
                <a16:creationId xmlns:a16="http://schemas.microsoft.com/office/drawing/2014/main" id="{60C8CC88-C862-4055-95BC-A192C2AEC18D}"/>
              </a:ext>
            </a:extLst>
          </p:cNvPr>
          <p:cNvSpPr txBox="1">
            <a:spLocks/>
          </p:cNvSpPr>
          <p:nvPr/>
        </p:nvSpPr>
        <p:spPr bwMode="auto">
          <a:xfrm>
            <a:off x="-4763" y="46038"/>
            <a:ext cx="9144001" cy="6080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Incompletely specified state table: Example </a:t>
            </a:r>
          </a:p>
        </p:txBody>
      </p:sp>
    </p:spTree>
    <p:extLst>
      <p:ext uri="{BB962C8B-B14F-4D97-AF65-F5344CB8AC3E}">
        <p14:creationId xmlns:p14="http://schemas.microsoft.com/office/powerpoint/2010/main" val="2631516499"/>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2705" name="Group 1">
            <a:extLst>
              <a:ext uri="{FF2B5EF4-FFF2-40B4-BE49-F238E27FC236}">
                <a16:creationId xmlns:a16="http://schemas.microsoft.com/office/drawing/2014/main" id="{D07E4F4B-D903-4FA9-A681-BB313B0DE478}"/>
              </a:ext>
            </a:extLst>
          </p:cNvPr>
          <p:cNvGrpSpPr>
            <a:grpSpLocks/>
          </p:cNvGrpSpPr>
          <p:nvPr/>
        </p:nvGrpSpPr>
        <p:grpSpPr bwMode="auto">
          <a:xfrm>
            <a:off x="2209800" y="685800"/>
            <a:ext cx="4886325" cy="3292475"/>
            <a:chOff x="2235200" y="1201738"/>
            <a:chExt cx="4886325" cy="3292475"/>
          </a:xfrm>
        </p:grpSpPr>
        <p:sp>
          <p:nvSpPr>
            <p:cNvPr id="72708" name="Rectangle 4">
              <a:extLst>
                <a:ext uri="{FF2B5EF4-FFF2-40B4-BE49-F238E27FC236}">
                  <a16:creationId xmlns:a16="http://schemas.microsoft.com/office/drawing/2014/main" id="{69120E8D-EAC0-4409-8BCA-CD6729959422}"/>
                </a:ext>
              </a:extLst>
            </p:cNvPr>
            <p:cNvSpPr>
              <a:spLocks noChangeArrowheads="1"/>
            </p:cNvSpPr>
            <p:nvPr/>
          </p:nvSpPr>
          <p:spPr bwMode="auto">
            <a:xfrm>
              <a:off x="2235200" y="1201738"/>
              <a:ext cx="4881563" cy="11112"/>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09" name="Rectangle 5">
              <a:extLst>
                <a:ext uri="{FF2B5EF4-FFF2-40B4-BE49-F238E27FC236}">
                  <a16:creationId xmlns:a16="http://schemas.microsoft.com/office/drawing/2014/main" id="{539FC859-E248-4179-96F3-7AAAA875B2EB}"/>
                </a:ext>
              </a:extLst>
            </p:cNvPr>
            <p:cNvSpPr>
              <a:spLocks noChangeArrowheads="1"/>
            </p:cNvSpPr>
            <p:nvPr/>
          </p:nvSpPr>
          <p:spPr bwMode="auto">
            <a:xfrm>
              <a:off x="2235200" y="1212850"/>
              <a:ext cx="11113" cy="4587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0" name="Rectangle 6">
              <a:extLst>
                <a:ext uri="{FF2B5EF4-FFF2-40B4-BE49-F238E27FC236}">
                  <a16:creationId xmlns:a16="http://schemas.microsoft.com/office/drawing/2014/main" id="{B08C9045-EB6C-45DC-8F91-95F97C98B7BC}"/>
                </a:ext>
              </a:extLst>
            </p:cNvPr>
            <p:cNvSpPr>
              <a:spLocks noChangeArrowheads="1"/>
            </p:cNvSpPr>
            <p:nvPr/>
          </p:nvSpPr>
          <p:spPr bwMode="auto">
            <a:xfrm>
              <a:off x="3276600" y="1212850"/>
              <a:ext cx="12700" cy="4587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1" name="Rectangle 7">
              <a:extLst>
                <a:ext uri="{FF2B5EF4-FFF2-40B4-BE49-F238E27FC236}">
                  <a16:creationId xmlns:a16="http://schemas.microsoft.com/office/drawing/2014/main" id="{B1FB0D19-B2CF-4FEB-BEC2-C86C274914C9}"/>
                </a:ext>
              </a:extLst>
            </p:cNvPr>
            <p:cNvSpPr>
              <a:spLocks noChangeArrowheads="1"/>
            </p:cNvSpPr>
            <p:nvPr/>
          </p:nvSpPr>
          <p:spPr bwMode="auto">
            <a:xfrm>
              <a:off x="2386013" y="1420813"/>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2" name="Rectangle 8">
              <a:extLst>
                <a:ext uri="{FF2B5EF4-FFF2-40B4-BE49-F238E27FC236}">
                  <a16:creationId xmlns:a16="http://schemas.microsoft.com/office/drawing/2014/main" id="{BC0BB0E9-F4BD-4BAB-A6BB-9BB02BE8D1D0}"/>
                </a:ext>
              </a:extLst>
            </p:cNvPr>
            <p:cNvSpPr>
              <a:spLocks noChangeArrowheads="1"/>
            </p:cNvSpPr>
            <p:nvPr/>
          </p:nvSpPr>
          <p:spPr bwMode="auto">
            <a:xfrm>
              <a:off x="5184775" y="1212850"/>
              <a:ext cx="12700" cy="4587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3" name="Rectangle 9">
              <a:extLst>
                <a:ext uri="{FF2B5EF4-FFF2-40B4-BE49-F238E27FC236}">
                  <a16:creationId xmlns:a16="http://schemas.microsoft.com/office/drawing/2014/main" id="{F418FF17-7B57-4DB4-A1EE-92F9A8641AE7}"/>
                </a:ext>
              </a:extLst>
            </p:cNvPr>
            <p:cNvSpPr>
              <a:spLocks noChangeArrowheads="1"/>
            </p:cNvSpPr>
            <p:nvPr/>
          </p:nvSpPr>
          <p:spPr bwMode="auto">
            <a:xfrm>
              <a:off x="3732213" y="1328738"/>
              <a:ext cx="10842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 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4" name="Rectangle 10">
              <a:extLst>
                <a:ext uri="{FF2B5EF4-FFF2-40B4-BE49-F238E27FC236}">
                  <a16:creationId xmlns:a16="http://schemas.microsoft.com/office/drawing/2014/main" id="{26BBBF07-69B5-4FF5-BA8E-38176F4B066C}"/>
                </a:ext>
              </a:extLst>
            </p:cNvPr>
            <p:cNvSpPr>
              <a:spLocks noChangeArrowheads="1"/>
            </p:cNvSpPr>
            <p:nvPr/>
          </p:nvSpPr>
          <p:spPr bwMode="auto">
            <a:xfrm>
              <a:off x="5707063" y="1328738"/>
              <a:ext cx="704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Output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5" name="Rectangle 11">
              <a:extLst>
                <a:ext uri="{FF2B5EF4-FFF2-40B4-BE49-F238E27FC236}">
                  <a16:creationId xmlns:a16="http://schemas.microsoft.com/office/drawing/2014/main" id="{5D2B3BF9-92F3-435C-815A-CB0DBBF4AA27}"/>
                </a:ext>
              </a:extLst>
            </p:cNvPr>
            <p:cNvSpPr>
              <a:spLocks noChangeArrowheads="1"/>
            </p:cNvSpPr>
            <p:nvPr/>
          </p:nvSpPr>
          <p:spPr bwMode="auto">
            <a:xfrm>
              <a:off x="7108825" y="1212850"/>
              <a:ext cx="12700" cy="4587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6" name="Rectangle 12">
              <a:extLst>
                <a:ext uri="{FF2B5EF4-FFF2-40B4-BE49-F238E27FC236}">
                  <a16:creationId xmlns:a16="http://schemas.microsoft.com/office/drawing/2014/main" id="{E8B0C4C3-6635-4676-815A-0DC4267FF7C3}"/>
                </a:ext>
              </a:extLst>
            </p:cNvPr>
            <p:cNvSpPr>
              <a:spLocks noChangeArrowheads="1"/>
            </p:cNvSpPr>
            <p:nvPr/>
          </p:nvSpPr>
          <p:spPr bwMode="auto">
            <a:xfrm>
              <a:off x="3276600" y="1684338"/>
              <a:ext cx="3832225" cy="127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7" name="Rectangle 13">
              <a:extLst>
                <a:ext uri="{FF2B5EF4-FFF2-40B4-BE49-F238E27FC236}">
                  <a16:creationId xmlns:a16="http://schemas.microsoft.com/office/drawing/2014/main" id="{A160759C-C257-441A-AB55-502E54299685}"/>
                </a:ext>
              </a:extLst>
            </p:cNvPr>
            <p:cNvSpPr>
              <a:spLocks noChangeArrowheads="1"/>
            </p:cNvSpPr>
            <p:nvPr/>
          </p:nvSpPr>
          <p:spPr bwMode="auto">
            <a:xfrm>
              <a:off x="2235200" y="1671638"/>
              <a:ext cx="11113"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8" name="Rectangle 14">
              <a:extLst>
                <a:ext uri="{FF2B5EF4-FFF2-40B4-BE49-F238E27FC236}">
                  <a16:creationId xmlns:a16="http://schemas.microsoft.com/office/drawing/2014/main" id="{65FBB6CF-0337-47FE-8DFD-356111D6C86C}"/>
                </a:ext>
              </a:extLst>
            </p:cNvPr>
            <p:cNvSpPr>
              <a:spLocks noChangeArrowheads="1"/>
            </p:cNvSpPr>
            <p:nvPr/>
          </p:nvSpPr>
          <p:spPr bwMode="auto">
            <a:xfrm>
              <a:off x="6469063" y="1327150"/>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9" name="Rectangle 15">
              <a:extLst>
                <a:ext uri="{FF2B5EF4-FFF2-40B4-BE49-F238E27FC236}">
                  <a16:creationId xmlns:a16="http://schemas.microsoft.com/office/drawing/2014/main" id="{78A18632-DE06-47B2-BDD4-C26757BCC21C}"/>
                </a:ext>
              </a:extLst>
            </p:cNvPr>
            <p:cNvSpPr>
              <a:spLocks noChangeArrowheads="1"/>
            </p:cNvSpPr>
            <p:nvPr/>
          </p:nvSpPr>
          <p:spPr bwMode="auto">
            <a:xfrm>
              <a:off x="3276600" y="167163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0" name="Rectangle 16">
              <a:extLst>
                <a:ext uri="{FF2B5EF4-FFF2-40B4-BE49-F238E27FC236}">
                  <a16:creationId xmlns:a16="http://schemas.microsoft.com/office/drawing/2014/main" id="{720F120A-814B-4BEA-BE86-220C8EF911F9}"/>
                </a:ext>
              </a:extLst>
            </p:cNvPr>
            <p:cNvSpPr>
              <a:spLocks noChangeArrowheads="1"/>
            </p:cNvSpPr>
            <p:nvPr/>
          </p:nvSpPr>
          <p:spPr bwMode="auto">
            <a:xfrm>
              <a:off x="2527300" y="1695450"/>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1" name="Rectangle 17">
              <a:extLst>
                <a:ext uri="{FF2B5EF4-FFF2-40B4-BE49-F238E27FC236}">
                  <a16:creationId xmlns:a16="http://schemas.microsoft.com/office/drawing/2014/main" id="{CEC93259-BD25-4F42-A88E-3E0E525815DA}"/>
                </a:ext>
              </a:extLst>
            </p:cNvPr>
            <p:cNvSpPr>
              <a:spLocks noChangeArrowheads="1"/>
            </p:cNvSpPr>
            <p:nvPr/>
          </p:nvSpPr>
          <p:spPr bwMode="auto">
            <a:xfrm>
              <a:off x="3436938" y="1784350"/>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2" name="Rectangle 18">
              <a:extLst>
                <a:ext uri="{FF2B5EF4-FFF2-40B4-BE49-F238E27FC236}">
                  <a16:creationId xmlns:a16="http://schemas.microsoft.com/office/drawing/2014/main" id="{9724F768-CF25-41D4-85D0-4E573AC1F157}"/>
                </a:ext>
              </a:extLst>
            </p:cNvPr>
            <p:cNvSpPr>
              <a:spLocks noChangeArrowheads="1"/>
            </p:cNvSpPr>
            <p:nvPr/>
          </p:nvSpPr>
          <p:spPr bwMode="auto">
            <a:xfrm>
              <a:off x="3697288" y="1784350"/>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3" name="Rectangle 19">
              <a:extLst>
                <a:ext uri="{FF2B5EF4-FFF2-40B4-BE49-F238E27FC236}">
                  <a16:creationId xmlns:a16="http://schemas.microsoft.com/office/drawing/2014/main" id="{6AC922E7-92B3-4B0B-A2CB-C66540DD1ED3}"/>
                </a:ext>
              </a:extLst>
            </p:cNvPr>
            <p:cNvSpPr>
              <a:spLocks noChangeArrowheads="1"/>
            </p:cNvSpPr>
            <p:nvPr/>
          </p:nvSpPr>
          <p:spPr bwMode="auto">
            <a:xfrm>
              <a:off x="3962400" y="178435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4" name="Rectangle 20">
              <a:extLst>
                <a:ext uri="{FF2B5EF4-FFF2-40B4-BE49-F238E27FC236}">
                  <a16:creationId xmlns:a16="http://schemas.microsoft.com/office/drawing/2014/main" id="{F0913C24-4E91-4AA8-9A82-CE285E565C56}"/>
                </a:ext>
              </a:extLst>
            </p:cNvPr>
            <p:cNvSpPr>
              <a:spLocks noChangeArrowheads="1"/>
            </p:cNvSpPr>
            <p:nvPr/>
          </p:nvSpPr>
          <p:spPr bwMode="auto">
            <a:xfrm>
              <a:off x="4391025" y="1784350"/>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5" name="Rectangle 21">
              <a:extLst>
                <a:ext uri="{FF2B5EF4-FFF2-40B4-BE49-F238E27FC236}">
                  <a16:creationId xmlns:a16="http://schemas.microsoft.com/office/drawing/2014/main" id="{25C3F2EF-5B21-45A3-8272-1A4836B68886}"/>
                </a:ext>
              </a:extLst>
            </p:cNvPr>
            <p:cNvSpPr>
              <a:spLocks noChangeArrowheads="1"/>
            </p:cNvSpPr>
            <p:nvPr/>
          </p:nvSpPr>
          <p:spPr bwMode="auto">
            <a:xfrm>
              <a:off x="4651375" y="1784350"/>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6" name="Rectangle 22">
              <a:extLst>
                <a:ext uri="{FF2B5EF4-FFF2-40B4-BE49-F238E27FC236}">
                  <a16:creationId xmlns:a16="http://schemas.microsoft.com/office/drawing/2014/main" id="{6E590839-354A-490D-B7F1-C627FE8EF6B9}"/>
                </a:ext>
              </a:extLst>
            </p:cNvPr>
            <p:cNvSpPr>
              <a:spLocks noChangeArrowheads="1"/>
            </p:cNvSpPr>
            <p:nvPr/>
          </p:nvSpPr>
          <p:spPr bwMode="auto">
            <a:xfrm>
              <a:off x="5184775" y="167163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7" name="Rectangle 23">
              <a:extLst>
                <a:ext uri="{FF2B5EF4-FFF2-40B4-BE49-F238E27FC236}">
                  <a16:creationId xmlns:a16="http://schemas.microsoft.com/office/drawing/2014/main" id="{49EF7582-C044-4D79-9F4D-681F21E3981A}"/>
                </a:ext>
              </a:extLst>
            </p:cNvPr>
            <p:cNvSpPr>
              <a:spLocks noChangeArrowheads="1"/>
            </p:cNvSpPr>
            <p:nvPr/>
          </p:nvSpPr>
          <p:spPr bwMode="auto">
            <a:xfrm>
              <a:off x="4919663" y="178435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8" name="Rectangle 24">
              <a:extLst>
                <a:ext uri="{FF2B5EF4-FFF2-40B4-BE49-F238E27FC236}">
                  <a16:creationId xmlns:a16="http://schemas.microsoft.com/office/drawing/2014/main" id="{53871CD9-9199-4082-9D26-5A856E527EFF}"/>
                </a:ext>
              </a:extLst>
            </p:cNvPr>
            <p:cNvSpPr>
              <a:spLocks noChangeArrowheads="1"/>
            </p:cNvSpPr>
            <p:nvPr/>
          </p:nvSpPr>
          <p:spPr bwMode="auto">
            <a:xfrm>
              <a:off x="5348288" y="1784350"/>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9" name="Rectangle 25">
              <a:extLst>
                <a:ext uri="{FF2B5EF4-FFF2-40B4-BE49-F238E27FC236}">
                  <a16:creationId xmlns:a16="http://schemas.microsoft.com/office/drawing/2014/main" id="{CE39EE87-587A-4DDA-820B-E54C895A4D43}"/>
                </a:ext>
              </a:extLst>
            </p:cNvPr>
            <p:cNvSpPr>
              <a:spLocks noChangeArrowheads="1"/>
            </p:cNvSpPr>
            <p:nvPr/>
          </p:nvSpPr>
          <p:spPr bwMode="auto">
            <a:xfrm>
              <a:off x="5608638" y="1784350"/>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0" name="Rectangle 26">
              <a:extLst>
                <a:ext uri="{FF2B5EF4-FFF2-40B4-BE49-F238E27FC236}">
                  <a16:creationId xmlns:a16="http://schemas.microsoft.com/office/drawing/2014/main" id="{46754C87-FD7C-4882-B085-06F9E0B4E498}"/>
                </a:ext>
              </a:extLst>
            </p:cNvPr>
            <p:cNvSpPr>
              <a:spLocks noChangeArrowheads="1"/>
            </p:cNvSpPr>
            <p:nvPr/>
          </p:nvSpPr>
          <p:spPr bwMode="auto">
            <a:xfrm>
              <a:off x="5873750" y="178435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1" name="Rectangle 27">
              <a:extLst>
                <a:ext uri="{FF2B5EF4-FFF2-40B4-BE49-F238E27FC236}">
                  <a16:creationId xmlns:a16="http://schemas.microsoft.com/office/drawing/2014/main" id="{977EC87B-F6C8-42F9-B3CA-02E8AFED1C14}"/>
                </a:ext>
              </a:extLst>
            </p:cNvPr>
            <p:cNvSpPr>
              <a:spLocks noChangeArrowheads="1"/>
            </p:cNvSpPr>
            <p:nvPr/>
          </p:nvSpPr>
          <p:spPr bwMode="auto">
            <a:xfrm>
              <a:off x="6302375" y="1784350"/>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2" name="Rectangle 28">
              <a:extLst>
                <a:ext uri="{FF2B5EF4-FFF2-40B4-BE49-F238E27FC236}">
                  <a16:creationId xmlns:a16="http://schemas.microsoft.com/office/drawing/2014/main" id="{18457D18-0E85-4E3A-AC90-7E4D1871CE03}"/>
                </a:ext>
              </a:extLst>
            </p:cNvPr>
            <p:cNvSpPr>
              <a:spLocks noChangeArrowheads="1"/>
            </p:cNvSpPr>
            <p:nvPr/>
          </p:nvSpPr>
          <p:spPr bwMode="auto">
            <a:xfrm>
              <a:off x="6562725" y="1784350"/>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3" name="Rectangle 29">
              <a:extLst>
                <a:ext uri="{FF2B5EF4-FFF2-40B4-BE49-F238E27FC236}">
                  <a16:creationId xmlns:a16="http://schemas.microsoft.com/office/drawing/2014/main" id="{5B46F9A0-2B53-44F6-9D9C-67A7F397895E}"/>
                </a:ext>
              </a:extLst>
            </p:cNvPr>
            <p:cNvSpPr>
              <a:spLocks noChangeArrowheads="1"/>
            </p:cNvSpPr>
            <p:nvPr/>
          </p:nvSpPr>
          <p:spPr bwMode="auto">
            <a:xfrm>
              <a:off x="7108825" y="167163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4" name="Rectangle 30">
              <a:extLst>
                <a:ext uri="{FF2B5EF4-FFF2-40B4-BE49-F238E27FC236}">
                  <a16:creationId xmlns:a16="http://schemas.microsoft.com/office/drawing/2014/main" id="{5A79D4FE-2D5D-476E-BF51-8258648CB0F2}"/>
                </a:ext>
              </a:extLst>
            </p:cNvPr>
            <p:cNvSpPr>
              <a:spLocks noChangeArrowheads="1"/>
            </p:cNvSpPr>
            <p:nvPr/>
          </p:nvSpPr>
          <p:spPr bwMode="auto">
            <a:xfrm>
              <a:off x="2235200" y="2141538"/>
              <a:ext cx="4881563" cy="127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5" name="Rectangle 31">
              <a:extLst>
                <a:ext uri="{FF2B5EF4-FFF2-40B4-BE49-F238E27FC236}">
                  <a16:creationId xmlns:a16="http://schemas.microsoft.com/office/drawing/2014/main" id="{B58900ED-C539-4210-92CA-059E6E183256}"/>
                </a:ext>
              </a:extLst>
            </p:cNvPr>
            <p:cNvSpPr>
              <a:spLocks noChangeArrowheads="1"/>
            </p:cNvSpPr>
            <p:nvPr/>
          </p:nvSpPr>
          <p:spPr bwMode="auto">
            <a:xfrm>
              <a:off x="2235200" y="2154238"/>
              <a:ext cx="11113"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6" name="Rectangle 32">
              <a:extLst>
                <a:ext uri="{FF2B5EF4-FFF2-40B4-BE49-F238E27FC236}">
                  <a16:creationId xmlns:a16="http://schemas.microsoft.com/office/drawing/2014/main" id="{F85AA122-FAC5-41B5-8488-273DC7FDA288}"/>
                </a:ext>
              </a:extLst>
            </p:cNvPr>
            <p:cNvSpPr>
              <a:spLocks noChangeArrowheads="1"/>
            </p:cNvSpPr>
            <p:nvPr/>
          </p:nvSpPr>
          <p:spPr bwMode="auto">
            <a:xfrm>
              <a:off x="6831013" y="178435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7" name="Rectangle 33">
              <a:extLst>
                <a:ext uri="{FF2B5EF4-FFF2-40B4-BE49-F238E27FC236}">
                  <a16:creationId xmlns:a16="http://schemas.microsoft.com/office/drawing/2014/main" id="{2A1BC864-3CBD-447F-A3EC-02690C96B535}"/>
                </a:ext>
              </a:extLst>
            </p:cNvPr>
            <p:cNvSpPr>
              <a:spLocks noChangeArrowheads="1"/>
            </p:cNvSpPr>
            <p:nvPr/>
          </p:nvSpPr>
          <p:spPr bwMode="auto">
            <a:xfrm>
              <a:off x="3276600" y="215423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8" name="Rectangle 34">
              <a:extLst>
                <a:ext uri="{FF2B5EF4-FFF2-40B4-BE49-F238E27FC236}">
                  <a16:creationId xmlns:a16="http://schemas.microsoft.com/office/drawing/2014/main" id="{112BBEC4-FA49-410A-9555-59B841BFA4B6}"/>
                </a:ext>
              </a:extLst>
            </p:cNvPr>
            <p:cNvSpPr>
              <a:spLocks noChangeArrowheads="1"/>
            </p:cNvSpPr>
            <p:nvPr/>
          </p:nvSpPr>
          <p:spPr bwMode="auto">
            <a:xfrm>
              <a:off x="2667000" y="225425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9" name="Rectangle 35">
              <a:extLst>
                <a:ext uri="{FF2B5EF4-FFF2-40B4-BE49-F238E27FC236}">
                  <a16:creationId xmlns:a16="http://schemas.microsoft.com/office/drawing/2014/main" id="{0EADE07A-B52E-48FF-B504-4D0E42F6B7C6}"/>
                </a:ext>
              </a:extLst>
            </p:cNvPr>
            <p:cNvSpPr>
              <a:spLocks noChangeArrowheads="1"/>
            </p:cNvSpPr>
            <p:nvPr/>
          </p:nvSpPr>
          <p:spPr bwMode="auto">
            <a:xfrm>
              <a:off x="3678238" y="2254250"/>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0" name="Rectangle 36">
              <a:extLst>
                <a:ext uri="{FF2B5EF4-FFF2-40B4-BE49-F238E27FC236}">
                  <a16:creationId xmlns:a16="http://schemas.microsoft.com/office/drawing/2014/main" id="{B701E902-8676-433B-8088-B6FC0F906143}"/>
                </a:ext>
              </a:extLst>
            </p:cNvPr>
            <p:cNvSpPr>
              <a:spLocks noChangeArrowheads="1"/>
            </p:cNvSpPr>
            <p:nvPr/>
          </p:nvSpPr>
          <p:spPr bwMode="auto">
            <a:xfrm>
              <a:off x="5184775" y="215423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1" name="Rectangle 37">
              <a:extLst>
                <a:ext uri="{FF2B5EF4-FFF2-40B4-BE49-F238E27FC236}">
                  <a16:creationId xmlns:a16="http://schemas.microsoft.com/office/drawing/2014/main" id="{E9B79077-7183-48F0-B9E4-26801F1236C0}"/>
                </a:ext>
              </a:extLst>
            </p:cNvPr>
            <p:cNvSpPr>
              <a:spLocks noChangeArrowheads="1"/>
            </p:cNvSpPr>
            <p:nvPr/>
          </p:nvSpPr>
          <p:spPr bwMode="auto">
            <a:xfrm>
              <a:off x="4637088" y="2254250"/>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2" name="Rectangle 38">
              <a:extLst>
                <a:ext uri="{FF2B5EF4-FFF2-40B4-BE49-F238E27FC236}">
                  <a16:creationId xmlns:a16="http://schemas.microsoft.com/office/drawing/2014/main" id="{A4974D39-CBA3-4331-8D70-E7486927B44C}"/>
                </a:ext>
              </a:extLst>
            </p:cNvPr>
            <p:cNvSpPr>
              <a:spLocks noChangeArrowheads="1"/>
            </p:cNvSpPr>
            <p:nvPr/>
          </p:nvSpPr>
          <p:spPr bwMode="auto">
            <a:xfrm>
              <a:off x="5614988" y="225425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3" name="Rectangle 39">
              <a:extLst>
                <a:ext uri="{FF2B5EF4-FFF2-40B4-BE49-F238E27FC236}">
                  <a16:creationId xmlns:a16="http://schemas.microsoft.com/office/drawing/2014/main" id="{2C237393-73C7-4D7B-8425-044456835A1B}"/>
                </a:ext>
              </a:extLst>
            </p:cNvPr>
            <p:cNvSpPr>
              <a:spLocks noChangeArrowheads="1"/>
            </p:cNvSpPr>
            <p:nvPr/>
          </p:nvSpPr>
          <p:spPr bwMode="auto">
            <a:xfrm>
              <a:off x="7108825" y="215423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4" name="Rectangle 40">
              <a:extLst>
                <a:ext uri="{FF2B5EF4-FFF2-40B4-BE49-F238E27FC236}">
                  <a16:creationId xmlns:a16="http://schemas.microsoft.com/office/drawing/2014/main" id="{F4B933B8-CA30-4FF6-8946-267376F55597}"/>
                </a:ext>
              </a:extLst>
            </p:cNvPr>
            <p:cNvSpPr>
              <a:spLocks noChangeArrowheads="1"/>
            </p:cNvSpPr>
            <p:nvPr/>
          </p:nvSpPr>
          <p:spPr bwMode="auto">
            <a:xfrm>
              <a:off x="2235200" y="2611438"/>
              <a:ext cx="11113" cy="30638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5" name="Rectangle 41">
              <a:extLst>
                <a:ext uri="{FF2B5EF4-FFF2-40B4-BE49-F238E27FC236}">
                  <a16:creationId xmlns:a16="http://schemas.microsoft.com/office/drawing/2014/main" id="{5BBC5E7A-438E-4ECC-9E22-7F9BA2CCE57B}"/>
                </a:ext>
              </a:extLst>
            </p:cNvPr>
            <p:cNvSpPr>
              <a:spLocks noChangeArrowheads="1"/>
            </p:cNvSpPr>
            <p:nvPr/>
          </p:nvSpPr>
          <p:spPr bwMode="auto">
            <a:xfrm>
              <a:off x="6573838" y="225425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6" name="Rectangle 42">
              <a:extLst>
                <a:ext uri="{FF2B5EF4-FFF2-40B4-BE49-F238E27FC236}">
                  <a16:creationId xmlns:a16="http://schemas.microsoft.com/office/drawing/2014/main" id="{E2BB848F-B2B9-4A8E-BDB0-C55DE0A50B07}"/>
                </a:ext>
              </a:extLst>
            </p:cNvPr>
            <p:cNvSpPr>
              <a:spLocks noChangeArrowheads="1"/>
            </p:cNvSpPr>
            <p:nvPr/>
          </p:nvSpPr>
          <p:spPr bwMode="auto">
            <a:xfrm>
              <a:off x="3276600" y="2611438"/>
              <a:ext cx="12700" cy="30638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7" name="Rectangle 43">
              <a:extLst>
                <a:ext uri="{FF2B5EF4-FFF2-40B4-BE49-F238E27FC236}">
                  <a16:creationId xmlns:a16="http://schemas.microsoft.com/office/drawing/2014/main" id="{4D79DBF5-9E37-424C-9C9F-817FD53F1AA1}"/>
                </a:ext>
              </a:extLst>
            </p:cNvPr>
            <p:cNvSpPr>
              <a:spLocks noChangeArrowheads="1"/>
            </p:cNvSpPr>
            <p:nvPr/>
          </p:nvSpPr>
          <p:spPr bwMode="auto">
            <a:xfrm>
              <a:off x="2673350" y="2605088"/>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8" name="Rectangle 44">
              <a:extLst>
                <a:ext uri="{FF2B5EF4-FFF2-40B4-BE49-F238E27FC236}">
                  <a16:creationId xmlns:a16="http://schemas.microsoft.com/office/drawing/2014/main" id="{59BB1D1A-833E-4FD0-90DA-68BA6E735710}"/>
                </a:ext>
              </a:extLst>
            </p:cNvPr>
            <p:cNvSpPr>
              <a:spLocks noChangeArrowheads="1"/>
            </p:cNvSpPr>
            <p:nvPr/>
          </p:nvSpPr>
          <p:spPr bwMode="auto">
            <a:xfrm>
              <a:off x="3673475" y="2605088"/>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9" name="Rectangle 45">
              <a:extLst>
                <a:ext uri="{FF2B5EF4-FFF2-40B4-BE49-F238E27FC236}">
                  <a16:creationId xmlns:a16="http://schemas.microsoft.com/office/drawing/2014/main" id="{E3E24EDB-A433-4E22-A745-835C6A339940}"/>
                </a:ext>
              </a:extLst>
            </p:cNvPr>
            <p:cNvSpPr>
              <a:spLocks noChangeArrowheads="1"/>
            </p:cNvSpPr>
            <p:nvPr/>
          </p:nvSpPr>
          <p:spPr bwMode="auto">
            <a:xfrm>
              <a:off x="5184775" y="2611438"/>
              <a:ext cx="12700" cy="30638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0" name="Rectangle 46">
              <a:extLst>
                <a:ext uri="{FF2B5EF4-FFF2-40B4-BE49-F238E27FC236}">
                  <a16:creationId xmlns:a16="http://schemas.microsoft.com/office/drawing/2014/main" id="{5997F8B1-CFCF-44A1-AAEE-23D8FAD5A0AC}"/>
                </a:ext>
              </a:extLst>
            </p:cNvPr>
            <p:cNvSpPr>
              <a:spLocks noChangeArrowheads="1"/>
            </p:cNvSpPr>
            <p:nvPr/>
          </p:nvSpPr>
          <p:spPr bwMode="auto">
            <a:xfrm>
              <a:off x="5613400" y="26050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1" name="Rectangle 47">
              <a:extLst>
                <a:ext uri="{FF2B5EF4-FFF2-40B4-BE49-F238E27FC236}">
                  <a16:creationId xmlns:a16="http://schemas.microsoft.com/office/drawing/2014/main" id="{7EA92005-45EA-48F7-943D-EE06C09540E0}"/>
                </a:ext>
              </a:extLst>
            </p:cNvPr>
            <p:cNvSpPr>
              <a:spLocks noChangeArrowheads="1"/>
            </p:cNvSpPr>
            <p:nvPr/>
          </p:nvSpPr>
          <p:spPr bwMode="auto">
            <a:xfrm>
              <a:off x="7108825" y="2611438"/>
              <a:ext cx="12700" cy="30638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2" name="Rectangle 48">
              <a:extLst>
                <a:ext uri="{FF2B5EF4-FFF2-40B4-BE49-F238E27FC236}">
                  <a16:creationId xmlns:a16="http://schemas.microsoft.com/office/drawing/2014/main" id="{73E75DF0-7373-4DD4-A188-E0FB0CAA8DEB}"/>
                </a:ext>
              </a:extLst>
            </p:cNvPr>
            <p:cNvSpPr>
              <a:spLocks noChangeArrowheads="1"/>
            </p:cNvSpPr>
            <p:nvPr/>
          </p:nvSpPr>
          <p:spPr bwMode="auto">
            <a:xfrm>
              <a:off x="2235200" y="2917825"/>
              <a:ext cx="11113"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3" name="Rectangle 49">
              <a:extLst>
                <a:ext uri="{FF2B5EF4-FFF2-40B4-BE49-F238E27FC236}">
                  <a16:creationId xmlns:a16="http://schemas.microsoft.com/office/drawing/2014/main" id="{B6723532-7383-4DAE-8696-EC0D3ECDB318}"/>
                </a:ext>
              </a:extLst>
            </p:cNvPr>
            <p:cNvSpPr>
              <a:spLocks noChangeArrowheads="1"/>
            </p:cNvSpPr>
            <p:nvPr/>
          </p:nvSpPr>
          <p:spPr bwMode="auto">
            <a:xfrm>
              <a:off x="3276600" y="29178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4" name="Rectangle 50">
              <a:extLst>
                <a:ext uri="{FF2B5EF4-FFF2-40B4-BE49-F238E27FC236}">
                  <a16:creationId xmlns:a16="http://schemas.microsoft.com/office/drawing/2014/main" id="{2C1BDF91-FBAA-40AD-BBE3-2396C1D7523A}"/>
                </a:ext>
              </a:extLst>
            </p:cNvPr>
            <p:cNvSpPr>
              <a:spLocks noChangeArrowheads="1"/>
            </p:cNvSpPr>
            <p:nvPr/>
          </p:nvSpPr>
          <p:spPr bwMode="auto">
            <a:xfrm>
              <a:off x="2673350" y="2906713"/>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5" name="Rectangle 51">
              <a:extLst>
                <a:ext uri="{FF2B5EF4-FFF2-40B4-BE49-F238E27FC236}">
                  <a16:creationId xmlns:a16="http://schemas.microsoft.com/office/drawing/2014/main" id="{1EB52E17-7FB2-47C7-A98F-C991FAC3B03C}"/>
                </a:ext>
              </a:extLst>
            </p:cNvPr>
            <p:cNvSpPr>
              <a:spLocks noChangeArrowheads="1"/>
            </p:cNvSpPr>
            <p:nvPr/>
          </p:nvSpPr>
          <p:spPr bwMode="auto">
            <a:xfrm>
              <a:off x="3694113" y="2906713"/>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6" name="Rectangle 52">
              <a:extLst>
                <a:ext uri="{FF2B5EF4-FFF2-40B4-BE49-F238E27FC236}">
                  <a16:creationId xmlns:a16="http://schemas.microsoft.com/office/drawing/2014/main" id="{8F55075F-4429-41C1-B927-F93418AE10BF}"/>
                </a:ext>
              </a:extLst>
            </p:cNvPr>
            <p:cNvSpPr>
              <a:spLocks noChangeArrowheads="1"/>
            </p:cNvSpPr>
            <p:nvPr/>
          </p:nvSpPr>
          <p:spPr bwMode="auto">
            <a:xfrm>
              <a:off x="5184775" y="29178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7" name="Rectangle 53">
              <a:extLst>
                <a:ext uri="{FF2B5EF4-FFF2-40B4-BE49-F238E27FC236}">
                  <a16:creationId xmlns:a16="http://schemas.microsoft.com/office/drawing/2014/main" id="{8A2E4FC3-9C3B-4209-8B38-A8D84514DFD2}"/>
                </a:ext>
              </a:extLst>
            </p:cNvPr>
            <p:cNvSpPr>
              <a:spLocks noChangeArrowheads="1"/>
            </p:cNvSpPr>
            <p:nvPr/>
          </p:nvSpPr>
          <p:spPr bwMode="auto">
            <a:xfrm>
              <a:off x="4645025" y="2906713"/>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8" name="Rectangle 54">
              <a:extLst>
                <a:ext uri="{FF2B5EF4-FFF2-40B4-BE49-F238E27FC236}">
                  <a16:creationId xmlns:a16="http://schemas.microsoft.com/office/drawing/2014/main" id="{9BBDC61F-5669-4DC7-BEE3-5D20F1AEE6D5}"/>
                </a:ext>
              </a:extLst>
            </p:cNvPr>
            <p:cNvSpPr>
              <a:spLocks noChangeArrowheads="1"/>
            </p:cNvSpPr>
            <p:nvPr/>
          </p:nvSpPr>
          <p:spPr bwMode="auto">
            <a:xfrm>
              <a:off x="5614988" y="29067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9" name="Rectangle 55">
              <a:extLst>
                <a:ext uri="{FF2B5EF4-FFF2-40B4-BE49-F238E27FC236}">
                  <a16:creationId xmlns:a16="http://schemas.microsoft.com/office/drawing/2014/main" id="{08318438-C0DA-4D18-BFAF-87641AC1B6CB}"/>
                </a:ext>
              </a:extLst>
            </p:cNvPr>
            <p:cNvSpPr>
              <a:spLocks noChangeArrowheads="1"/>
            </p:cNvSpPr>
            <p:nvPr/>
          </p:nvSpPr>
          <p:spPr bwMode="auto">
            <a:xfrm>
              <a:off x="7108825" y="29178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0" name="Rectangle 56">
              <a:extLst>
                <a:ext uri="{FF2B5EF4-FFF2-40B4-BE49-F238E27FC236}">
                  <a16:creationId xmlns:a16="http://schemas.microsoft.com/office/drawing/2014/main" id="{20F1D679-BBE0-4CF8-852E-5EDD75421920}"/>
                </a:ext>
              </a:extLst>
            </p:cNvPr>
            <p:cNvSpPr>
              <a:spLocks noChangeArrowheads="1"/>
            </p:cNvSpPr>
            <p:nvPr/>
          </p:nvSpPr>
          <p:spPr bwMode="auto">
            <a:xfrm>
              <a:off x="2235200" y="3222625"/>
              <a:ext cx="11113"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1" name="Rectangle 57">
              <a:extLst>
                <a:ext uri="{FF2B5EF4-FFF2-40B4-BE49-F238E27FC236}">
                  <a16:creationId xmlns:a16="http://schemas.microsoft.com/office/drawing/2014/main" id="{E0DD771F-B5AF-4510-BFE8-30E4784F2E4E}"/>
                </a:ext>
              </a:extLst>
            </p:cNvPr>
            <p:cNvSpPr>
              <a:spLocks noChangeArrowheads="1"/>
            </p:cNvSpPr>
            <p:nvPr/>
          </p:nvSpPr>
          <p:spPr bwMode="auto">
            <a:xfrm>
              <a:off x="6572250" y="29067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2" name="Rectangle 58">
              <a:extLst>
                <a:ext uri="{FF2B5EF4-FFF2-40B4-BE49-F238E27FC236}">
                  <a16:creationId xmlns:a16="http://schemas.microsoft.com/office/drawing/2014/main" id="{F2CD3948-C25D-47F9-AECA-1A67D00DDCC1}"/>
                </a:ext>
              </a:extLst>
            </p:cNvPr>
            <p:cNvSpPr>
              <a:spLocks noChangeArrowheads="1"/>
            </p:cNvSpPr>
            <p:nvPr/>
          </p:nvSpPr>
          <p:spPr bwMode="auto">
            <a:xfrm>
              <a:off x="3276600" y="32226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3" name="Rectangle 59">
              <a:extLst>
                <a:ext uri="{FF2B5EF4-FFF2-40B4-BE49-F238E27FC236}">
                  <a16:creationId xmlns:a16="http://schemas.microsoft.com/office/drawing/2014/main" id="{DE8D5812-F0A3-49FB-8AFA-647519E49C6D}"/>
                </a:ext>
              </a:extLst>
            </p:cNvPr>
            <p:cNvSpPr>
              <a:spLocks noChangeArrowheads="1"/>
            </p:cNvSpPr>
            <p:nvPr/>
          </p:nvSpPr>
          <p:spPr bwMode="auto">
            <a:xfrm>
              <a:off x="2667000" y="3211513"/>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4" name="Rectangle 60">
              <a:extLst>
                <a:ext uri="{FF2B5EF4-FFF2-40B4-BE49-F238E27FC236}">
                  <a16:creationId xmlns:a16="http://schemas.microsoft.com/office/drawing/2014/main" id="{F1E442F4-800C-4F72-9F0E-4CD087339D45}"/>
                </a:ext>
              </a:extLst>
            </p:cNvPr>
            <p:cNvSpPr>
              <a:spLocks noChangeArrowheads="1"/>
            </p:cNvSpPr>
            <p:nvPr/>
          </p:nvSpPr>
          <p:spPr bwMode="auto">
            <a:xfrm>
              <a:off x="3678238" y="3211513"/>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5" name="Rectangle 61">
              <a:extLst>
                <a:ext uri="{FF2B5EF4-FFF2-40B4-BE49-F238E27FC236}">
                  <a16:creationId xmlns:a16="http://schemas.microsoft.com/office/drawing/2014/main" id="{3788FC57-9BFA-4708-B59C-426D12D04A54}"/>
                </a:ext>
              </a:extLst>
            </p:cNvPr>
            <p:cNvSpPr>
              <a:spLocks noChangeArrowheads="1"/>
            </p:cNvSpPr>
            <p:nvPr/>
          </p:nvSpPr>
          <p:spPr bwMode="auto">
            <a:xfrm>
              <a:off x="5184775" y="32226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6" name="Rectangle 62">
              <a:extLst>
                <a:ext uri="{FF2B5EF4-FFF2-40B4-BE49-F238E27FC236}">
                  <a16:creationId xmlns:a16="http://schemas.microsoft.com/office/drawing/2014/main" id="{43ED8FFD-CB5A-49AE-AE41-788931DFD724}"/>
                </a:ext>
              </a:extLst>
            </p:cNvPr>
            <p:cNvSpPr>
              <a:spLocks noChangeArrowheads="1"/>
            </p:cNvSpPr>
            <p:nvPr/>
          </p:nvSpPr>
          <p:spPr bwMode="auto">
            <a:xfrm>
              <a:off x="4627563" y="3211513"/>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7" name="Rectangle 63">
              <a:extLst>
                <a:ext uri="{FF2B5EF4-FFF2-40B4-BE49-F238E27FC236}">
                  <a16:creationId xmlns:a16="http://schemas.microsoft.com/office/drawing/2014/main" id="{AB9AA5F4-95BC-4F6E-9D52-9217D868A20A}"/>
                </a:ext>
              </a:extLst>
            </p:cNvPr>
            <p:cNvSpPr>
              <a:spLocks noChangeArrowheads="1"/>
            </p:cNvSpPr>
            <p:nvPr/>
          </p:nvSpPr>
          <p:spPr bwMode="auto">
            <a:xfrm>
              <a:off x="5614988" y="3211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8" name="Rectangle 64">
              <a:extLst>
                <a:ext uri="{FF2B5EF4-FFF2-40B4-BE49-F238E27FC236}">
                  <a16:creationId xmlns:a16="http://schemas.microsoft.com/office/drawing/2014/main" id="{52F34B5F-504A-44D9-9B6A-BB3C36B9F9FB}"/>
                </a:ext>
              </a:extLst>
            </p:cNvPr>
            <p:cNvSpPr>
              <a:spLocks noChangeArrowheads="1"/>
            </p:cNvSpPr>
            <p:nvPr/>
          </p:nvSpPr>
          <p:spPr bwMode="auto">
            <a:xfrm>
              <a:off x="7108825" y="32226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9" name="Rectangle 65">
              <a:extLst>
                <a:ext uri="{FF2B5EF4-FFF2-40B4-BE49-F238E27FC236}">
                  <a16:creationId xmlns:a16="http://schemas.microsoft.com/office/drawing/2014/main" id="{C8F9294D-1157-41D3-9465-FC3C0C8DF00B}"/>
                </a:ext>
              </a:extLst>
            </p:cNvPr>
            <p:cNvSpPr>
              <a:spLocks noChangeArrowheads="1"/>
            </p:cNvSpPr>
            <p:nvPr/>
          </p:nvSpPr>
          <p:spPr bwMode="auto">
            <a:xfrm>
              <a:off x="2235200" y="3502025"/>
              <a:ext cx="11113"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0" name="Rectangle 66">
              <a:extLst>
                <a:ext uri="{FF2B5EF4-FFF2-40B4-BE49-F238E27FC236}">
                  <a16:creationId xmlns:a16="http://schemas.microsoft.com/office/drawing/2014/main" id="{CE33AD8D-FECB-4BB5-B720-244F8043F05F}"/>
                </a:ext>
              </a:extLst>
            </p:cNvPr>
            <p:cNvSpPr>
              <a:spLocks noChangeArrowheads="1"/>
            </p:cNvSpPr>
            <p:nvPr/>
          </p:nvSpPr>
          <p:spPr bwMode="auto">
            <a:xfrm>
              <a:off x="6572250" y="3211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1" name="Rectangle 67">
              <a:extLst>
                <a:ext uri="{FF2B5EF4-FFF2-40B4-BE49-F238E27FC236}">
                  <a16:creationId xmlns:a16="http://schemas.microsoft.com/office/drawing/2014/main" id="{6176D04C-D619-4061-BE8F-47A2FA00BBB8}"/>
                </a:ext>
              </a:extLst>
            </p:cNvPr>
            <p:cNvSpPr>
              <a:spLocks noChangeArrowheads="1"/>
            </p:cNvSpPr>
            <p:nvPr/>
          </p:nvSpPr>
          <p:spPr bwMode="auto">
            <a:xfrm>
              <a:off x="3276600" y="35020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2" name="Rectangle 68">
              <a:extLst>
                <a:ext uri="{FF2B5EF4-FFF2-40B4-BE49-F238E27FC236}">
                  <a16:creationId xmlns:a16="http://schemas.microsoft.com/office/drawing/2014/main" id="{428A238C-ACC2-4EA4-9C7A-0E59A230CBFC}"/>
                </a:ext>
              </a:extLst>
            </p:cNvPr>
            <p:cNvSpPr>
              <a:spLocks noChangeArrowheads="1"/>
            </p:cNvSpPr>
            <p:nvPr/>
          </p:nvSpPr>
          <p:spPr bwMode="auto">
            <a:xfrm>
              <a:off x="2681288" y="3514725"/>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3" name="Rectangle 69">
              <a:extLst>
                <a:ext uri="{FF2B5EF4-FFF2-40B4-BE49-F238E27FC236}">
                  <a16:creationId xmlns:a16="http://schemas.microsoft.com/office/drawing/2014/main" id="{62445263-4231-4646-9895-C86CC8B3C1A8}"/>
                </a:ext>
              </a:extLst>
            </p:cNvPr>
            <p:cNvSpPr>
              <a:spLocks noChangeArrowheads="1"/>
            </p:cNvSpPr>
            <p:nvPr/>
          </p:nvSpPr>
          <p:spPr bwMode="auto">
            <a:xfrm>
              <a:off x="3692525" y="351472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4" name="Rectangle 70">
              <a:extLst>
                <a:ext uri="{FF2B5EF4-FFF2-40B4-BE49-F238E27FC236}">
                  <a16:creationId xmlns:a16="http://schemas.microsoft.com/office/drawing/2014/main" id="{0DAF8036-1A5E-46EB-9423-A4330B37DC0F}"/>
                </a:ext>
              </a:extLst>
            </p:cNvPr>
            <p:cNvSpPr>
              <a:spLocks noChangeArrowheads="1"/>
            </p:cNvSpPr>
            <p:nvPr/>
          </p:nvSpPr>
          <p:spPr bwMode="auto">
            <a:xfrm>
              <a:off x="5184775" y="35020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5" name="Rectangle 71">
              <a:extLst>
                <a:ext uri="{FF2B5EF4-FFF2-40B4-BE49-F238E27FC236}">
                  <a16:creationId xmlns:a16="http://schemas.microsoft.com/office/drawing/2014/main" id="{A6B46ED6-299F-4E0F-A3A0-6A91929956C2}"/>
                </a:ext>
              </a:extLst>
            </p:cNvPr>
            <p:cNvSpPr>
              <a:spLocks noChangeArrowheads="1"/>
            </p:cNvSpPr>
            <p:nvPr/>
          </p:nvSpPr>
          <p:spPr bwMode="auto">
            <a:xfrm>
              <a:off x="4635500" y="3514725"/>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6" name="Rectangle 72">
              <a:extLst>
                <a:ext uri="{FF2B5EF4-FFF2-40B4-BE49-F238E27FC236}">
                  <a16:creationId xmlns:a16="http://schemas.microsoft.com/office/drawing/2014/main" id="{FC0779A7-1E21-437B-A660-10ABB103284D}"/>
                </a:ext>
              </a:extLst>
            </p:cNvPr>
            <p:cNvSpPr>
              <a:spLocks noChangeArrowheads="1"/>
            </p:cNvSpPr>
            <p:nvPr/>
          </p:nvSpPr>
          <p:spPr bwMode="auto">
            <a:xfrm>
              <a:off x="5614988" y="351472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7" name="Rectangle 73">
              <a:extLst>
                <a:ext uri="{FF2B5EF4-FFF2-40B4-BE49-F238E27FC236}">
                  <a16:creationId xmlns:a16="http://schemas.microsoft.com/office/drawing/2014/main" id="{9C5DF406-BFA5-485E-91D2-756A729641DB}"/>
                </a:ext>
              </a:extLst>
            </p:cNvPr>
            <p:cNvSpPr>
              <a:spLocks noChangeArrowheads="1"/>
            </p:cNvSpPr>
            <p:nvPr/>
          </p:nvSpPr>
          <p:spPr bwMode="auto">
            <a:xfrm>
              <a:off x="7108825" y="35020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8" name="Rectangle 74">
              <a:extLst>
                <a:ext uri="{FF2B5EF4-FFF2-40B4-BE49-F238E27FC236}">
                  <a16:creationId xmlns:a16="http://schemas.microsoft.com/office/drawing/2014/main" id="{816337FA-0597-4206-BA45-66606B0858CB}"/>
                </a:ext>
              </a:extLst>
            </p:cNvPr>
            <p:cNvSpPr>
              <a:spLocks noChangeArrowheads="1"/>
            </p:cNvSpPr>
            <p:nvPr/>
          </p:nvSpPr>
          <p:spPr bwMode="auto">
            <a:xfrm>
              <a:off x="2235200" y="3806825"/>
              <a:ext cx="11113" cy="3063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9" name="Rectangle 75">
              <a:extLst>
                <a:ext uri="{FF2B5EF4-FFF2-40B4-BE49-F238E27FC236}">
                  <a16:creationId xmlns:a16="http://schemas.microsoft.com/office/drawing/2014/main" id="{819C6E9F-2B46-41DA-8FD8-B4E3C4A4485F}"/>
                </a:ext>
              </a:extLst>
            </p:cNvPr>
            <p:cNvSpPr>
              <a:spLocks noChangeArrowheads="1"/>
            </p:cNvSpPr>
            <p:nvPr/>
          </p:nvSpPr>
          <p:spPr bwMode="auto">
            <a:xfrm>
              <a:off x="6572250" y="351472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0" name="Rectangle 76">
              <a:extLst>
                <a:ext uri="{FF2B5EF4-FFF2-40B4-BE49-F238E27FC236}">
                  <a16:creationId xmlns:a16="http://schemas.microsoft.com/office/drawing/2014/main" id="{601AD9EF-C88F-44B3-95E5-A5ED3E4661BA}"/>
                </a:ext>
              </a:extLst>
            </p:cNvPr>
            <p:cNvSpPr>
              <a:spLocks noChangeArrowheads="1"/>
            </p:cNvSpPr>
            <p:nvPr/>
          </p:nvSpPr>
          <p:spPr bwMode="auto">
            <a:xfrm>
              <a:off x="3276600" y="3806825"/>
              <a:ext cx="12700" cy="3063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1" name="Rectangle 77">
              <a:extLst>
                <a:ext uri="{FF2B5EF4-FFF2-40B4-BE49-F238E27FC236}">
                  <a16:creationId xmlns:a16="http://schemas.microsoft.com/office/drawing/2014/main" id="{5A2780A9-77C5-4A6E-AF7D-1F95748D69D2}"/>
                </a:ext>
              </a:extLst>
            </p:cNvPr>
            <p:cNvSpPr>
              <a:spLocks noChangeArrowheads="1"/>
            </p:cNvSpPr>
            <p:nvPr/>
          </p:nvSpPr>
          <p:spPr bwMode="auto">
            <a:xfrm>
              <a:off x="2687638" y="381952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2" name="Rectangle 78">
              <a:extLst>
                <a:ext uri="{FF2B5EF4-FFF2-40B4-BE49-F238E27FC236}">
                  <a16:creationId xmlns:a16="http://schemas.microsoft.com/office/drawing/2014/main" id="{A647EF1B-5BAA-4259-BCD4-7B7FA5E2F52E}"/>
                </a:ext>
              </a:extLst>
            </p:cNvPr>
            <p:cNvSpPr>
              <a:spLocks noChangeArrowheads="1"/>
            </p:cNvSpPr>
            <p:nvPr/>
          </p:nvSpPr>
          <p:spPr bwMode="auto">
            <a:xfrm>
              <a:off x="3684588" y="3819525"/>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3" name="Rectangle 79">
              <a:extLst>
                <a:ext uri="{FF2B5EF4-FFF2-40B4-BE49-F238E27FC236}">
                  <a16:creationId xmlns:a16="http://schemas.microsoft.com/office/drawing/2014/main" id="{E50CE953-E4B6-410A-A1B8-29120B5C7359}"/>
                </a:ext>
              </a:extLst>
            </p:cNvPr>
            <p:cNvSpPr>
              <a:spLocks noChangeArrowheads="1"/>
            </p:cNvSpPr>
            <p:nvPr/>
          </p:nvSpPr>
          <p:spPr bwMode="auto">
            <a:xfrm>
              <a:off x="5184775" y="3806825"/>
              <a:ext cx="12700" cy="3063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4" name="Rectangle 80">
              <a:extLst>
                <a:ext uri="{FF2B5EF4-FFF2-40B4-BE49-F238E27FC236}">
                  <a16:creationId xmlns:a16="http://schemas.microsoft.com/office/drawing/2014/main" id="{DA900CC1-AEE7-4497-BF4E-0F2A54885151}"/>
                </a:ext>
              </a:extLst>
            </p:cNvPr>
            <p:cNvSpPr>
              <a:spLocks noChangeArrowheads="1"/>
            </p:cNvSpPr>
            <p:nvPr/>
          </p:nvSpPr>
          <p:spPr bwMode="auto">
            <a:xfrm>
              <a:off x="4627563" y="381952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5" name="Rectangle 81">
              <a:extLst>
                <a:ext uri="{FF2B5EF4-FFF2-40B4-BE49-F238E27FC236}">
                  <a16:creationId xmlns:a16="http://schemas.microsoft.com/office/drawing/2014/main" id="{68257508-FB35-4D3B-B159-CC293FBC86AD}"/>
                </a:ext>
              </a:extLst>
            </p:cNvPr>
            <p:cNvSpPr>
              <a:spLocks noChangeArrowheads="1"/>
            </p:cNvSpPr>
            <p:nvPr/>
          </p:nvSpPr>
          <p:spPr bwMode="auto">
            <a:xfrm>
              <a:off x="5613400" y="381952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6" name="Rectangle 82">
              <a:extLst>
                <a:ext uri="{FF2B5EF4-FFF2-40B4-BE49-F238E27FC236}">
                  <a16:creationId xmlns:a16="http://schemas.microsoft.com/office/drawing/2014/main" id="{DA69E4CD-9AF9-4667-8C0D-E2C648138D3C}"/>
                </a:ext>
              </a:extLst>
            </p:cNvPr>
            <p:cNvSpPr>
              <a:spLocks noChangeArrowheads="1"/>
            </p:cNvSpPr>
            <p:nvPr/>
          </p:nvSpPr>
          <p:spPr bwMode="auto">
            <a:xfrm>
              <a:off x="7108825" y="3806825"/>
              <a:ext cx="12700" cy="3063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7" name="Rectangle 83">
              <a:extLst>
                <a:ext uri="{FF2B5EF4-FFF2-40B4-BE49-F238E27FC236}">
                  <a16:creationId xmlns:a16="http://schemas.microsoft.com/office/drawing/2014/main" id="{0047C314-B57A-4235-8210-FE6406EEF7B4}"/>
                </a:ext>
              </a:extLst>
            </p:cNvPr>
            <p:cNvSpPr>
              <a:spLocks noChangeArrowheads="1"/>
            </p:cNvSpPr>
            <p:nvPr/>
          </p:nvSpPr>
          <p:spPr bwMode="auto">
            <a:xfrm>
              <a:off x="2235200" y="4117975"/>
              <a:ext cx="11113" cy="35083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8" name="Rectangle 84">
              <a:extLst>
                <a:ext uri="{FF2B5EF4-FFF2-40B4-BE49-F238E27FC236}">
                  <a16:creationId xmlns:a16="http://schemas.microsoft.com/office/drawing/2014/main" id="{7C60C004-F60F-4D35-92EA-D04BC19A74AD}"/>
                </a:ext>
              </a:extLst>
            </p:cNvPr>
            <p:cNvSpPr>
              <a:spLocks noChangeArrowheads="1"/>
            </p:cNvSpPr>
            <p:nvPr/>
          </p:nvSpPr>
          <p:spPr bwMode="auto">
            <a:xfrm>
              <a:off x="6570663" y="381952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9" name="Rectangle 85">
              <a:extLst>
                <a:ext uri="{FF2B5EF4-FFF2-40B4-BE49-F238E27FC236}">
                  <a16:creationId xmlns:a16="http://schemas.microsoft.com/office/drawing/2014/main" id="{DF2CE6D5-644F-4A12-84A5-3E41D5141FB1}"/>
                </a:ext>
              </a:extLst>
            </p:cNvPr>
            <p:cNvSpPr>
              <a:spLocks noChangeArrowheads="1"/>
            </p:cNvSpPr>
            <p:nvPr/>
          </p:nvSpPr>
          <p:spPr bwMode="auto">
            <a:xfrm>
              <a:off x="3276600" y="4117975"/>
              <a:ext cx="12700" cy="35083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0" name="Rectangle 86">
              <a:extLst>
                <a:ext uri="{FF2B5EF4-FFF2-40B4-BE49-F238E27FC236}">
                  <a16:creationId xmlns:a16="http://schemas.microsoft.com/office/drawing/2014/main" id="{8EAE41ED-3F87-4682-AFC7-54F0230FC34D}"/>
                </a:ext>
              </a:extLst>
            </p:cNvPr>
            <p:cNvSpPr>
              <a:spLocks noChangeArrowheads="1"/>
            </p:cNvSpPr>
            <p:nvPr/>
          </p:nvSpPr>
          <p:spPr bwMode="auto">
            <a:xfrm>
              <a:off x="2667000" y="412432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1" name="Rectangle 87">
              <a:extLst>
                <a:ext uri="{FF2B5EF4-FFF2-40B4-BE49-F238E27FC236}">
                  <a16:creationId xmlns:a16="http://schemas.microsoft.com/office/drawing/2014/main" id="{6B6D5404-17DE-45B1-B7EF-7F93035CC0FB}"/>
                </a:ext>
              </a:extLst>
            </p:cNvPr>
            <p:cNvSpPr>
              <a:spLocks noChangeArrowheads="1"/>
            </p:cNvSpPr>
            <p:nvPr/>
          </p:nvSpPr>
          <p:spPr bwMode="auto">
            <a:xfrm>
              <a:off x="3692525" y="412432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2" name="Rectangle 88">
              <a:extLst>
                <a:ext uri="{FF2B5EF4-FFF2-40B4-BE49-F238E27FC236}">
                  <a16:creationId xmlns:a16="http://schemas.microsoft.com/office/drawing/2014/main" id="{FD6661B5-9DDB-422B-B9FD-FA1BA33DA89F}"/>
                </a:ext>
              </a:extLst>
            </p:cNvPr>
            <p:cNvSpPr>
              <a:spLocks noChangeArrowheads="1"/>
            </p:cNvSpPr>
            <p:nvPr/>
          </p:nvSpPr>
          <p:spPr bwMode="auto">
            <a:xfrm>
              <a:off x="5184775" y="4117975"/>
              <a:ext cx="12700" cy="35083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3" name="Rectangle 89">
              <a:extLst>
                <a:ext uri="{FF2B5EF4-FFF2-40B4-BE49-F238E27FC236}">
                  <a16:creationId xmlns:a16="http://schemas.microsoft.com/office/drawing/2014/main" id="{B154B9DA-9060-4A02-AD7D-4538D1A974A2}"/>
                </a:ext>
              </a:extLst>
            </p:cNvPr>
            <p:cNvSpPr>
              <a:spLocks noChangeArrowheads="1"/>
            </p:cNvSpPr>
            <p:nvPr/>
          </p:nvSpPr>
          <p:spPr bwMode="auto">
            <a:xfrm>
              <a:off x="5613400" y="412432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4" name="Rectangle 90">
              <a:extLst>
                <a:ext uri="{FF2B5EF4-FFF2-40B4-BE49-F238E27FC236}">
                  <a16:creationId xmlns:a16="http://schemas.microsoft.com/office/drawing/2014/main" id="{D8B589E5-4F28-45AE-A5EC-2AE602854255}"/>
                </a:ext>
              </a:extLst>
            </p:cNvPr>
            <p:cNvSpPr>
              <a:spLocks noChangeArrowheads="1"/>
            </p:cNvSpPr>
            <p:nvPr/>
          </p:nvSpPr>
          <p:spPr bwMode="auto">
            <a:xfrm>
              <a:off x="7108825" y="4117975"/>
              <a:ext cx="12700" cy="35083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5" name="Rectangle 91">
              <a:extLst>
                <a:ext uri="{FF2B5EF4-FFF2-40B4-BE49-F238E27FC236}">
                  <a16:creationId xmlns:a16="http://schemas.microsoft.com/office/drawing/2014/main" id="{211B7C3D-DC69-45D5-96A6-1F905115EB46}"/>
                </a:ext>
              </a:extLst>
            </p:cNvPr>
            <p:cNvSpPr>
              <a:spLocks noChangeArrowheads="1"/>
            </p:cNvSpPr>
            <p:nvPr/>
          </p:nvSpPr>
          <p:spPr bwMode="auto">
            <a:xfrm>
              <a:off x="2235200" y="4481513"/>
              <a:ext cx="4881563" cy="127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6" name="Rectangle 92">
              <a:extLst>
                <a:ext uri="{FF2B5EF4-FFF2-40B4-BE49-F238E27FC236}">
                  <a16:creationId xmlns:a16="http://schemas.microsoft.com/office/drawing/2014/main" id="{9F00680A-D784-4E59-8A96-DF7BFA0E0839}"/>
                </a:ext>
              </a:extLst>
            </p:cNvPr>
            <p:cNvSpPr>
              <a:spLocks noChangeArrowheads="1"/>
            </p:cNvSpPr>
            <p:nvPr/>
          </p:nvSpPr>
          <p:spPr bwMode="auto">
            <a:xfrm>
              <a:off x="4665663" y="2579688"/>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7" name="Rectangle 93">
              <a:extLst>
                <a:ext uri="{FF2B5EF4-FFF2-40B4-BE49-F238E27FC236}">
                  <a16:creationId xmlns:a16="http://schemas.microsoft.com/office/drawing/2014/main" id="{40307A33-D96C-4459-B5CF-74CEC4B456ED}"/>
                </a:ext>
              </a:extLst>
            </p:cNvPr>
            <p:cNvSpPr>
              <a:spLocks noChangeArrowheads="1"/>
            </p:cNvSpPr>
            <p:nvPr/>
          </p:nvSpPr>
          <p:spPr bwMode="auto">
            <a:xfrm>
              <a:off x="4637088" y="4125913"/>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8" name="Rectangle 94">
              <a:extLst>
                <a:ext uri="{FF2B5EF4-FFF2-40B4-BE49-F238E27FC236}">
                  <a16:creationId xmlns:a16="http://schemas.microsoft.com/office/drawing/2014/main" id="{18ED51EC-E371-4F9D-9760-F99858864063}"/>
                </a:ext>
              </a:extLst>
            </p:cNvPr>
            <p:cNvSpPr>
              <a:spLocks noChangeArrowheads="1"/>
            </p:cNvSpPr>
            <p:nvPr/>
          </p:nvSpPr>
          <p:spPr bwMode="auto">
            <a:xfrm>
              <a:off x="6561138" y="2586038"/>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endParaRPr>
            </a:p>
          </p:txBody>
        </p:sp>
        <p:sp>
          <p:nvSpPr>
            <p:cNvPr id="72799" name="Rectangle 95">
              <a:extLst>
                <a:ext uri="{FF2B5EF4-FFF2-40B4-BE49-F238E27FC236}">
                  <a16:creationId xmlns:a16="http://schemas.microsoft.com/office/drawing/2014/main" id="{8295F4F6-9D50-4FEC-AD3C-76764DDACACB}"/>
                </a:ext>
              </a:extLst>
            </p:cNvPr>
            <p:cNvSpPr>
              <a:spLocks noChangeArrowheads="1"/>
            </p:cNvSpPr>
            <p:nvPr/>
          </p:nvSpPr>
          <p:spPr bwMode="auto">
            <a:xfrm>
              <a:off x="6561138" y="4124325"/>
              <a:ext cx="1282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en-US" sz="2000" b="0">
                  <a:solidFill>
                    <a:srgbClr val="FF0000"/>
                  </a:solidFill>
                  <a:latin typeface="Times" panose="02020603050405020304" pitchFamily="18" charset="0"/>
                </a:rPr>
                <a:t>0</a:t>
              </a:r>
              <a:endPar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ndParaRPr>
            </a:p>
          </p:txBody>
        </p:sp>
      </p:grpSp>
      <p:sp>
        <p:nvSpPr>
          <p:cNvPr id="72706" name="TextBox 125">
            <a:extLst>
              <a:ext uri="{FF2B5EF4-FFF2-40B4-BE49-F238E27FC236}">
                <a16:creationId xmlns:a16="http://schemas.microsoft.com/office/drawing/2014/main" id="{16EFEB35-6F3D-4B5C-A82B-4196D0C2A829}"/>
              </a:ext>
            </a:extLst>
          </p:cNvPr>
          <p:cNvSpPr txBox="1">
            <a:spLocks noChangeArrowheads="1"/>
          </p:cNvSpPr>
          <p:nvPr/>
        </p:nvSpPr>
        <p:spPr bwMode="auto">
          <a:xfrm>
            <a:off x="6451600" y="6477000"/>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6.59 from the textbook ]</a:t>
            </a:r>
          </a:p>
        </p:txBody>
      </p:sp>
      <p:sp>
        <p:nvSpPr>
          <p:cNvPr id="72707" name="Title 1">
            <a:extLst>
              <a:ext uri="{FF2B5EF4-FFF2-40B4-BE49-F238E27FC236}">
                <a16:creationId xmlns:a16="http://schemas.microsoft.com/office/drawing/2014/main" id="{60C8CC88-C862-4055-95BC-A192C2AEC18D}"/>
              </a:ext>
            </a:extLst>
          </p:cNvPr>
          <p:cNvSpPr txBox="1">
            <a:spLocks/>
          </p:cNvSpPr>
          <p:nvPr/>
        </p:nvSpPr>
        <p:spPr bwMode="auto">
          <a:xfrm>
            <a:off x="-4763" y="46038"/>
            <a:ext cx="9144001" cy="6080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Incompletely specified state table: Example </a:t>
            </a:r>
          </a:p>
        </p:txBody>
      </p:sp>
      <p:sp>
        <p:nvSpPr>
          <p:cNvPr id="2" name="Rectangle 1">
            <a:extLst>
              <a:ext uri="{FF2B5EF4-FFF2-40B4-BE49-F238E27FC236}">
                <a16:creationId xmlns:a16="http://schemas.microsoft.com/office/drawing/2014/main" id="{D616B4A0-1579-488E-9695-D039902F02E6}"/>
              </a:ext>
            </a:extLst>
          </p:cNvPr>
          <p:cNvSpPr/>
          <p:nvPr/>
        </p:nvSpPr>
        <p:spPr>
          <a:xfrm>
            <a:off x="87313" y="4193053"/>
            <a:ext cx="8916987" cy="830997"/>
          </a:xfrm>
          <a:prstGeom prst="rect">
            <a:avLst/>
          </a:prstGeom>
        </p:spPr>
        <p:txBody>
          <a:bodyPr wrap="square">
            <a:spAutoFit/>
          </a:bodyPr>
          <a:lstStyle/>
          <a:p>
            <a:r>
              <a:rPr lang="en-US" dirty="0"/>
              <a:t>Not knowing whether these values should be </a:t>
            </a:r>
            <a:r>
              <a:rPr lang="en-US" dirty="0">
                <a:solidFill>
                  <a:srgbClr val="0000FF"/>
                </a:solidFill>
              </a:rPr>
              <a:t>0 or 1</a:t>
            </a:r>
            <a:r>
              <a:rPr lang="en-US" dirty="0"/>
              <a:t>, let us first assume that both unspecified outputs have a value of 0.</a:t>
            </a:r>
          </a:p>
        </p:txBody>
      </p:sp>
    </p:spTree>
    <p:extLst>
      <p:ext uri="{BB962C8B-B14F-4D97-AF65-F5344CB8AC3E}">
        <p14:creationId xmlns:p14="http://schemas.microsoft.com/office/powerpoint/2010/main" val="1152518030"/>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2705" name="Group 1">
            <a:extLst>
              <a:ext uri="{FF2B5EF4-FFF2-40B4-BE49-F238E27FC236}">
                <a16:creationId xmlns:a16="http://schemas.microsoft.com/office/drawing/2014/main" id="{D07E4F4B-D903-4FA9-A681-BB313B0DE478}"/>
              </a:ext>
            </a:extLst>
          </p:cNvPr>
          <p:cNvGrpSpPr>
            <a:grpSpLocks/>
          </p:cNvGrpSpPr>
          <p:nvPr/>
        </p:nvGrpSpPr>
        <p:grpSpPr bwMode="auto">
          <a:xfrm>
            <a:off x="1673585" y="586315"/>
            <a:ext cx="4557881" cy="2540707"/>
            <a:chOff x="2235200" y="1201738"/>
            <a:chExt cx="4886325" cy="3292475"/>
          </a:xfrm>
        </p:grpSpPr>
        <p:sp>
          <p:nvSpPr>
            <p:cNvPr id="72708" name="Rectangle 4">
              <a:extLst>
                <a:ext uri="{FF2B5EF4-FFF2-40B4-BE49-F238E27FC236}">
                  <a16:creationId xmlns:a16="http://schemas.microsoft.com/office/drawing/2014/main" id="{69120E8D-EAC0-4409-8BCA-CD6729959422}"/>
                </a:ext>
              </a:extLst>
            </p:cNvPr>
            <p:cNvSpPr>
              <a:spLocks noChangeArrowheads="1"/>
            </p:cNvSpPr>
            <p:nvPr/>
          </p:nvSpPr>
          <p:spPr bwMode="auto">
            <a:xfrm>
              <a:off x="2235200" y="1201738"/>
              <a:ext cx="4881563" cy="11112"/>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09" name="Rectangle 5">
              <a:extLst>
                <a:ext uri="{FF2B5EF4-FFF2-40B4-BE49-F238E27FC236}">
                  <a16:creationId xmlns:a16="http://schemas.microsoft.com/office/drawing/2014/main" id="{539FC859-E248-4179-96F3-7AAAA875B2EB}"/>
                </a:ext>
              </a:extLst>
            </p:cNvPr>
            <p:cNvSpPr>
              <a:spLocks noChangeArrowheads="1"/>
            </p:cNvSpPr>
            <p:nvPr/>
          </p:nvSpPr>
          <p:spPr bwMode="auto">
            <a:xfrm>
              <a:off x="2235200" y="1212850"/>
              <a:ext cx="11113" cy="4587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0" name="Rectangle 6">
              <a:extLst>
                <a:ext uri="{FF2B5EF4-FFF2-40B4-BE49-F238E27FC236}">
                  <a16:creationId xmlns:a16="http://schemas.microsoft.com/office/drawing/2014/main" id="{B08C9045-EB6C-45DC-8F91-95F97C98B7BC}"/>
                </a:ext>
              </a:extLst>
            </p:cNvPr>
            <p:cNvSpPr>
              <a:spLocks noChangeArrowheads="1"/>
            </p:cNvSpPr>
            <p:nvPr/>
          </p:nvSpPr>
          <p:spPr bwMode="auto">
            <a:xfrm>
              <a:off x="3276600" y="1212850"/>
              <a:ext cx="12700" cy="4587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1" name="Rectangle 7">
              <a:extLst>
                <a:ext uri="{FF2B5EF4-FFF2-40B4-BE49-F238E27FC236}">
                  <a16:creationId xmlns:a16="http://schemas.microsoft.com/office/drawing/2014/main" id="{B1FB0D19-B2CF-4FEB-BEC2-C86C274914C9}"/>
                </a:ext>
              </a:extLst>
            </p:cNvPr>
            <p:cNvSpPr>
              <a:spLocks noChangeArrowheads="1"/>
            </p:cNvSpPr>
            <p:nvPr/>
          </p:nvSpPr>
          <p:spPr bwMode="auto">
            <a:xfrm>
              <a:off x="2386013" y="1420813"/>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2" name="Rectangle 8">
              <a:extLst>
                <a:ext uri="{FF2B5EF4-FFF2-40B4-BE49-F238E27FC236}">
                  <a16:creationId xmlns:a16="http://schemas.microsoft.com/office/drawing/2014/main" id="{BC0BB0E9-F4BD-4BAB-A6BB-9BB02BE8D1D0}"/>
                </a:ext>
              </a:extLst>
            </p:cNvPr>
            <p:cNvSpPr>
              <a:spLocks noChangeArrowheads="1"/>
            </p:cNvSpPr>
            <p:nvPr/>
          </p:nvSpPr>
          <p:spPr bwMode="auto">
            <a:xfrm>
              <a:off x="5184775" y="1212850"/>
              <a:ext cx="12700" cy="4587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3" name="Rectangle 9">
              <a:extLst>
                <a:ext uri="{FF2B5EF4-FFF2-40B4-BE49-F238E27FC236}">
                  <a16:creationId xmlns:a16="http://schemas.microsoft.com/office/drawing/2014/main" id="{F418FF17-7B57-4DB4-A1EE-92F9A8641AE7}"/>
                </a:ext>
              </a:extLst>
            </p:cNvPr>
            <p:cNvSpPr>
              <a:spLocks noChangeArrowheads="1"/>
            </p:cNvSpPr>
            <p:nvPr/>
          </p:nvSpPr>
          <p:spPr bwMode="auto">
            <a:xfrm>
              <a:off x="3732213" y="1328738"/>
              <a:ext cx="10842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 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4" name="Rectangle 10">
              <a:extLst>
                <a:ext uri="{FF2B5EF4-FFF2-40B4-BE49-F238E27FC236}">
                  <a16:creationId xmlns:a16="http://schemas.microsoft.com/office/drawing/2014/main" id="{26BBBF07-69B5-4FF5-BA8E-38176F4B066C}"/>
                </a:ext>
              </a:extLst>
            </p:cNvPr>
            <p:cNvSpPr>
              <a:spLocks noChangeArrowheads="1"/>
            </p:cNvSpPr>
            <p:nvPr/>
          </p:nvSpPr>
          <p:spPr bwMode="auto">
            <a:xfrm>
              <a:off x="5707063" y="1328738"/>
              <a:ext cx="704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Output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5" name="Rectangle 11">
              <a:extLst>
                <a:ext uri="{FF2B5EF4-FFF2-40B4-BE49-F238E27FC236}">
                  <a16:creationId xmlns:a16="http://schemas.microsoft.com/office/drawing/2014/main" id="{5D2B3BF9-92F3-435C-815A-CB0DBBF4AA27}"/>
                </a:ext>
              </a:extLst>
            </p:cNvPr>
            <p:cNvSpPr>
              <a:spLocks noChangeArrowheads="1"/>
            </p:cNvSpPr>
            <p:nvPr/>
          </p:nvSpPr>
          <p:spPr bwMode="auto">
            <a:xfrm>
              <a:off x="7108825" y="1212850"/>
              <a:ext cx="12700" cy="4587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6" name="Rectangle 12">
              <a:extLst>
                <a:ext uri="{FF2B5EF4-FFF2-40B4-BE49-F238E27FC236}">
                  <a16:creationId xmlns:a16="http://schemas.microsoft.com/office/drawing/2014/main" id="{E8B0C4C3-6635-4676-815A-0DC4267FF7C3}"/>
                </a:ext>
              </a:extLst>
            </p:cNvPr>
            <p:cNvSpPr>
              <a:spLocks noChangeArrowheads="1"/>
            </p:cNvSpPr>
            <p:nvPr/>
          </p:nvSpPr>
          <p:spPr bwMode="auto">
            <a:xfrm>
              <a:off x="3276600" y="1684338"/>
              <a:ext cx="3832225" cy="127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7" name="Rectangle 13">
              <a:extLst>
                <a:ext uri="{FF2B5EF4-FFF2-40B4-BE49-F238E27FC236}">
                  <a16:creationId xmlns:a16="http://schemas.microsoft.com/office/drawing/2014/main" id="{A160759C-C257-441A-AB55-502E54299685}"/>
                </a:ext>
              </a:extLst>
            </p:cNvPr>
            <p:cNvSpPr>
              <a:spLocks noChangeArrowheads="1"/>
            </p:cNvSpPr>
            <p:nvPr/>
          </p:nvSpPr>
          <p:spPr bwMode="auto">
            <a:xfrm>
              <a:off x="2235200" y="1671638"/>
              <a:ext cx="11113"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8" name="Rectangle 14">
              <a:extLst>
                <a:ext uri="{FF2B5EF4-FFF2-40B4-BE49-F238E27FC236}">
                  <a16:creationId xmlns:a16="http://schemas.microsoft.com/office/drawing/2014/main" id="{65FBB6CF-0337-47FE-8DFD-356111D6C86C}"/>
                </a:ext>
              </a:extLst>
            </p:cNvPr>
            <p:cNvSpPr>
              <a:spLocks noChangeArrowheads="1"/>
            </p:cNvSpPr>
            <p:nvPr/>
          </p:nvSpPr>
          <p:spPr bwMode="auto">
            <a:xfrm>
              <a:off x="6469063" y="1327150"/>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9" name="Rectangle 15">
              <a:extLst>
                <a:ext uri="{FF2B5EF4-FFF2-40B4-BE49-F238E27FC236}">
                  <a16:creationId xmlns:a16="http://schemas.microsoft.com/office/drawing/2014/main" id="{78A18632-DE06-47B2-BDD4-C26757BCC21C}"/>
                </a:ext>
              </a:extLst>
            </p:cNvPr>
            <p:cNvSpPr>
              <a:spLocks noChangeArrowheads="1"/>
            </p:cNvSpPr>
            <p:nvPr/>
          </p:nvSpPr>
          <p:spPr bwMode="auto">
            <a:xfrm>
              <a:off x="3276600" y="167163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0" name="Rectangle 16">
              <a:extLst>
                <a:ext uri="{FF2B5EF4-FFF2-40B4-BE49-F238E27FC236}">
                  <a16:creationId xmlns:a16="http://schemas.microsoft.com/office/drawing/2014/main" id="{720F120A-814B-4BEA-BE86-220C8EF911F9}"/>
                </a:ext>
              </a:extLst>
            </p:cNvPr>
            <p:cNvSpPr>
              <a:spLocks noChangeArrowheads="1"/>
            </p:cNvSpPr>
            <p:nvPr/>
          </p:nvSpPr>
          <p:spPr bwMode="auto">
            <a:xfrm>
              <a:off x="2527300" y="1695450"/>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1" name="Rectangle 17">
              <a:extLst>
                <a:ext uri="{FF2B5EF4-FFF2-40B4-BE49-F238E27FC236}">
                  <a16:creationId xmlns:a16="http://schemas.microsoft.com/office/drawing/2014/main" id="{CEC93259-BD25-4F42-A88E-3E0E525815DA}"/>
                </a:ext>
              </a:extLst>
            </p:cNvPr>
            <p:cNvSpPr>
              <a:spLocks noChangeArrowheads="1"/>
            </p:cNvSpPr>
            <p:nvPr/>
          </p:nvSpPr>
          <p:spPr bwMode="auto">
            <a:xfrm>
              <a:off x="3436938" y="1784350"/>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2" name="Rectangle 18">
              <a:extLst>
                <a:ext uri="{FF2B5EF4-FFF2-40B4-BE49-F238E27FC236}">
                  <a16:creationId xmlns:a16="http://schemas.microsoft.com/office/drawing/2014/main" id="{9724F768-CF25-41D4-85D0-4E573AC1F157}"/>
                </a:ext>
              </a:extLst>
            </p:cNvPr>
            <p:cNvSpPr>
              <a:spLocks noChangeArrowheads="1"/>
            </p:cNvSpPr>
            <p:nvPr/>
          </p:nvSpPr>
          <p:spPr bwMode="auto">
            <a:xfrm>
              <a:off x="3697288" y="1784350"/>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3" name="Rectangle 19">
              <a:extLst>
                <a:ext uri="{FF2B5EF4-FFF2-40B4-BE49-F238E27FC236}">
                  <a16:creationId xmlns:a16="http://schemas.microsoft.com/office/drawing/2014/main" id="{6AC922E7-92B3-4B0B-A2CB-C66540DD1ED3}"/>
                </a:ext>
              </a:extLst>
            </p:cNvPr>
            <p:cNvSpPr>
              <a:spLocks noChangeArrowheads="1"/>
            </p:cNvSpPr>
            <p:nvPr/>
          </p:nvSpPr>
          <p:spPr bwMode="auto">
            <a:xfrm>
              <a:off x="3962400" y="178435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4" name="Rectangle 20">
              <a:extLst>
                <a:ext uri="{FF2B5EF4-FFF2-40B4-BE49-F238E27FC236}">
                  <a16:creationId xmlns:a16="http://schemas.microsoft.com/office/drawing/2014/main" id="{F0913C24-4E91-4AA8-9A82-CE285E565C56}"/>
                </a:ext>
              </a:extLst>
            </p:cNvPr>
            <p:cNvSpPr>
              <a:spLocks noChangeArrowheads="1"/>
            </p:cNvSpPr>
            <p:nvPr/>
          </p:nvSpPr>
          <p:spPr bwMode="auto">
            <a:xfrm>
              <a:off x="4391025" y="1784350"/>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5" name="Rectangle 21">
              <a:extLst>
                <a:ext uri="{FF2B5EF4-FFF2-40B4-BE49-F238E27FC236}">
                  <a16:creationId xmlns:a16="http://schemas.microsoft.com/office/drawing/2014/main" id="{25C3F2EF-5B21-45A3-8272-1A4836B68886}"/>
                </a:ext>
              </a:extLst>
            </p:cNvPr>
            <p:cNvSpPr>
              <a:spLocks noChangeArrowheads="1"/>
            </p:cNvSpPr>
            <p:nvPr/>
          </p:nvSpPr>
          <p:spPr bwMode="auto">
            <a:xfrm>
              <a:off x="4651375" y="1784350"/>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6" name="Rectangle 22">
              <a:extLst>
                <a:ext uri="{FF2B5EF4-FFF2-40B4-BE49-F238E27FC236}">
                  <a16:creationId xmlns:a16="http://schemas.microsoft.com/office/drawing/2014/main" id="{6E590839-354A-490D-B7F1-C627FE8EF6B9}"/>
                </a:ext>
              </a:extLst>
            </p:cNvPr>
            <p:cNvSpPr>
              <a:spLocks noChangeArrowheads="1"/>
            </p:cNvSpPr>
            <p:nvPr/>
          </p:nvSpPr>
          <p:spPr bwMode="auto">
            <a:xfrm>
              <a:off x="5184775" y="167163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7" name="Rectangle 23">
              <a:extLst>
                <a:ext uri="{FF2B5EF4-FFF2-40B4-BE49-F238E27FC236}">
                  <a16:creationId xmlns:a16="http://schemas.microsoft.com/office/drawing/2014/main" id="{49EF7582-C044-4D79-9F4D-681F21E3981A}"/>
                </a:ext>
              </a:extLst>
            </p:cNvPr>
            <p:cNvSpPr>
              <a:spLocks noChangeArrowheads="1"/>
            </p:cNvSpPr>
            <p:nvPr/>
          </p:nvSpPr>
          <p:spPr bwMode="auto">
            <a:xfrm>
              <a:off x="4919663" y="178435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8" name="Rectangle 24">
              <a:extLst>
                <a:ext uri="{FF2B5EF4-FFF2-40B4-BE49-F238E27FC236}">
                  <a16:creationId xmlns:a16="http://schemas.microsoft.com/office/drawing/2014/main" id="{53871CD9-9199-4082-9D26-5A856E527EFF}"/>
                </a:ext>
              </a:extLst>
            </p:cNvPr>
            <p:cNvSpPr>
              <a:spLocks noChangeArrowheads="1"/>
            </p:cNvSpPr>
            <p:nvPr/>
          </p:nvSpPr>
          <p:spPr bwMode="auto">
            <a:xfrm>
              <a:off x="5348288" y="1784350"/>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9" name="Rectangle 25">
              <a:extLst>
                <a:ext uri="{FF2B5EF4-FFF2-40B4-BE49-F238E27FC236}">
                  <a16:creationId xmlns:a16="http://schemas.microsoft.com/office/drawing/2014/main" id="{CE39EE87-587A-4DDA-820B-E54C895A4D43}"/>
                </a:ext>
              </a:extLst>
            </p:cNvPr>
            <p:cNvSpPr>
              <a:spLocks noChangeArrowheads="1"/>
            </p:cNvSpPr>
            <p:nvPr/>
          </p:nvSpPr>
          <p:spPr bwMode="auto">
            <a:xfrm>
              <a:off x="5608638" y="1784350"/>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0" name="Rectangle 26">
              <a:extLst>
                <a:ext uri="{FF2B5EF4-FFF2-40B4-BE49-F238E27FC236}">
                  <a16:creationId xmlns:a16="http://schemas.microsoft.com/office/drawing/2014/main" id="{46754C87-FD7C-4882-B085-06F9E0B4E498}"/>
                </a:ext>
              </a:extLst>
            </p:cNvPr>
            <p:cNvSpPr>
              <a:spLocks noChangeArrowheads="1"/>
            </p:cNvSpPr>
            <p:nvPr/>
          </p:nvSpPr>
          <p:spPr bwMode="auto">
            <a:xfrm>
              <a:off x="5873750" y="178435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1" name="Rectangle 27">
              <a:extLst>
                <a:ext uri="{FF2B5EF4-FFF2-40B4-BE49-F238E27FC236}">
                  <a16:creationId xmlns:a16="http://schemas.microsoft.com/office/drawing/2014/main" id="{977EC87B-F6C8-42F9-B3CA-02E8AFED1C14}"/>
                </a:ext>
              </a:extLst>
            </p:cNvPr>
            <p:cNvSpPr>
              <a:spLocks noChangeArrowheads="1"/>
            </p:cNvSpPr>
            <p:nvPr/>
          </p:nvSpPr>
          <p:spPr bwMode="auto">
            <a:xfrm>
              <a:off x="6302375" y="1784350"/>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2" name="Rectangle 28">
              <a:extLst>
                <a:ext uri="{FF2B5EF4-FFF2-40B4-BE49-F238E27FC236}">
                  <a16:creationId xmlns:a16="http://schemas.microsoft.com/office/drawing/2014/main" id="{18457D18-0E85-4E3A-AC90-7E4D1871CE03}"/>
                </a:ext>
              </a:extLst>
            </p:cNvPr>
            <p:cNvSpPr>
              <a:spLocks noChangeArrowheads="1"/>
            </p:cNvSpPr>
            <p:nvPr/>
          </p:nvSpPr>
          <p:spPr bwMode="auto">
            <a:xfrm>
              <a:off x="6562725" y="1784350"/>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3" name="Rectangle 29">
              <a:extLst>
                <a:ext uri="{FF2B5EF4-FFF2-40B4-BE49-F238E27FC236}">
                  <a16:creationId xmlns:a16="http://schemas.microsoft.com/office/drawing/2014/main" id="{5B46F9A0-2B53-44F6-9D9C-67A7F397895E}"/>
                </a:ext>
              </a:extLst>
            </p:cNvPr>
            <p:cNvSpPr>
              <a:spLocks noChangeArrowheads="1"/>
            </p:cNvSpPr>
            <p:nvPr/>
          </p:nvSpPr>
          <p:spPr bwMode="auto">
            <a:xfrm>
              <a:off x="7108825" y="167163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4" name="Rectangle 30">
              <a:extLst>
                <a:ext uri="{FF2B5EF4-FFF2-40B4-BE49-F238E27FC236}">
                  <a16:creationId xmlns:a16="http://schemas.microsoft.com/office/drawing/2014/main" id="{5A79D4FE-2D5D-476E-BF51-8258648CB0F2}"/>
                </a:ext>
              </a:extLst>
            </p:cNvPr>
            <p:cNvSpPr>
              <a:spLocks noChangeArrowheads="1"/>
            </p:cNvSpPr>
            <p:nvPr/>
          </p:nvSpPr>
          <p:spPr bwMode="auto">
            <a:xfrm>
              <a:off x="2235200" y="2141538"/>
              <a:ext cx="4881563" cy="127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5" name="Rectangle 31">
              <a:extLst>
                <a:ext uri="{FF2B5EF4-FFF2-40B4-BE49-F238E27FC236}">
                  <a16:creationId xmlns:a16="http://schemas.microsoft.com/office/drawing/2014/main" id="{B58900ED-C539-4210-92CA-059E6E183256}"/>
                </a:ext>
              </a:extLst>
            </p:cNvPr>
            <p:cNvSpPr>
              <a:spLocks noChangeArrowheads="1"/>
            </p:cNvSpPr>
            <p:nvPr/>
          </p:nvSpPr>
          <p:spPr bwMode="auto">
            <a:xfrm>
              <a:off x="2235200" y="2154238"/>
              <a:ext cx="11113"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6" name="Rectangle 32">
              <a:extLst>
                <a:ext uri="{FF2B5EF4-FFF2-40B4-BE49-F238E27FC236}">
                  <a16:creationId xmlns:a16="http://schemas.microsoft.com/office/drawing/2014/main" id="{F85AA122-FAC5-41B5-8488-273DC7FDA288}"/>
                </a:ext>
              </a:extLst>
            </p:cNvPr>
            <p:cNvSpPr>
              <a:spLocks noChangeArrowheads="1"/>
            </p:cNvSpPr>
            <p:nvPr/>
          </p:nvSpPr>
          <p:spPr bwMode="auto">
            <a:xfrm>
              <a:off x="6831013" y="178435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7" name="Rectangle 33">
              <a:extLst>
                <a:ext uri="{FF2B5EF4-FFF2-40B4-BE49-F238E27FC236}">
                  <a16:creationId xmlns:a16="http://schemas.microsoft.com/office/drawing/2014/main" id="{2A1BC864-3CBD-447F-A3EC-02690C96B535}"/>
                </a:ext>
              </a:extLst>
            </p:cNvPr>
            <p:cNvSpPr>
              <a:spLocks noChangeArrowheads="1"/>
            </p:cNvSpPr>
            <p:nvPr/>
          </p:nvSpPr>
          <p:spPr bwMode="auto">
            <a:xfrm>
              <a:off x="3276600" y="215423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8" name="Rectangle 34">
              <a:extLst>
                <a:ext uri="{FF2B5EF4-FFF2-40B4-BE49-F238E27FC236}">
                  <a16:creationId xmlns:a16="http://schemas.microsoft.com/office/drawing/2014/main" id="{112BBEC4-FA49-410A-9555-59B841BFA4B6}"/>
                </a:ext>
              </a:extLst>
            </p:cNvPr>
            <p:cNvSpPr>
              <a:spLocks noChangeArrowheads="1"/>
            </p:cNvSpPr>
            <p:nvPr/>
          </p:nvSpPr>
          <p:spPr bwMode="auto">
            <a:xfrm>
              <a:off x="2667000" y="225425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9" name="Rectangle 35">
              <a:extLst>
                <a:ext uri="{FF2B5EF4-FFF2-40B4-BE49-F238E27FC236}">
                  <a16:creationId xmlns:a16="http://schemas.microsoft.com/office/drawing/2014/main" id="{0EADE07A-B52E-48FF-B504-4D0E42F6B7C6}"/>
                </a:ext>
              </a:extLst>
            </p:cNvPr>
            <p:cNvSpPr>
              <a:spLocks noChangeArrowheads="1"/>
            </p:cNvSpPr>
            <p:nvPr/>
          </p:nvSpPr>
          <p:spPr bwMode="auto">
            <a:xfrm>
              <a:off x="3678238" y="2254250"/>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0" name="Rectangle 36">
              <a:extLst>
                <a:ext uri="{FF2B5EF4-FFF2-40B4-BE49-F238E27FC236}">
                  <a16:creationId xmlns:a16="http://schemas.microsoft.com/office/drawing/2014/main" id="{B701E902-8676-433B-8088-B6FC0F906143}"/>
                </a:ext>
              </a:extLst>
            </p:cNvPr>
            <p:cNvSpPr>
              <a:spLocks noChangeArrowheads="1"/>
            </p:cNvSpPr>
            <p:nvPr/>
          </p:nvSpPr>
          <p:spPr bwMode="auto">
            <a:xfrm>
              <a:off x="5184775" y="215423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1" name="Rectangle 37">
              <a:extLst>
                <a:ext uri="{FF2B5EF4-FFF2-40B4-BE49-F238E27FC236}">
                  <a16:creationId xmlns:a16="http://schemas.microsoft.com/office/drawing/2014/main" id="{E9B79077-7183-48F0-B9E4-26801F1236C0}"/>
                </a:ext>
              </a:extLst>
            </p:cNvPr>
            <p:cNvSpPr>
              <a:spLocks noChangeArrowheads="1"/>
            </p:cNvSpPr>
            <p:nvPr/>
          </p:nvSpPr>
          <p:spPr bwMode="auto">
            <a:xfrm>
              <a:off x="4637088" y="2254250"/>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2" name="Rectangle 38">
              <a:extLst>
                <a:ext uri="{FF2B5EF4-FFF2-40B4-BE49-F238E27FC236}">
                  <a16:creationId xmlns:a16="http://schemas.microsoft.com/office/drawing/2014/main" id="{A4974D39-CBA3-4331-8D70-E7486927B44C}"/>
                </a:ext>
              </a:extLst>
            </p:cNvPr>
            <p:cNvSpPr>
              <a:spLocks noChangeArrowheads="1"/>
            </p:cNvSpPr>
            <p:nvPr/>
          </p:nvSpPr>
          <p:spPr bwMode="auto">
            <a:xfrm>
              <a:off x="5614988" y="225425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3" name="Rectangle 39">
              <a:extLst>
                <a:ext uri="{FF2B5EF4-FFF2-40B4-BE49-F238E27FC236}">
                  <a16:creationId xmlns:a16="http://schemas.microsoft.com/office/drawing/2014/main" id="{2C237393-73C7-4D7B-8425-044456835A1B}"/>
                </a:ext>
              </a:extLst>
            </p:cNvPr>
            <p:cNvSpPr>
              <a:spLocks noChangeArrowheads="1"/>
            </p:cNvSpPr>
            <p:nvPr/>
          </p:nvSpPr>
          <p:spPr bwMode="auto">
            <a:xfrm>
              <a:off x="7108825" y="215423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4" name="Rectangle 40">
              <a:extLst>
                <a:ext uri="{FF2B5EF4-FFF2-40B4-BE49-F238E27FC236}">
                  <a16:creationId xmlns:a16="http://schemas.microsoft.com/office/drawing/2014/main" id="{F4B933B8-CA30-4FF6-8946-267376F55597}"/>
                </a:ext>
              </a:extLst>
            </p:cNvPr>
            <p:cNvSpPr>
              <a:spLocks noChangeArrowheads="1"/>
            </p:cNvSpPr>
            <p:nvPr/>
          </p:nvSpPr>
          <p:spPr bwMode="auto">
            <a:xfrm>
              <a:off x="2235200" y="2611438"/>
              <a:ext cx="11113" cy="30638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5" name="Rectangle 41">
              <a:extLst>
                <a:ext uri="{FF2B5EF4-FFF2-40B4-BE49-F238E27FC236}">
                  <a16:creationId xmlns:a16="http://schemas.microsoft.com/office/drawing/2014/main" id="{5BBC5E7A-438E-4ECC-9E22-7F9BA2CCE57B}"/>
                </a:ext>
              </a:extLst>
            </p:cNvPr>
            <p:cNvSpPr>
              <a:spLocks noChangeArrowheads="1"/>
            </p:cNvSpPr>
            <p:nvPr/>
          </p:nvSpPr>
          <p:spPr bwMode="auto">
            <a:xfrm>
              <a:off x="6573838" y="225425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6" name="Rectangle 42">
              <a:extLst>
                <a:ext uri="{FF2B5EF4-FFF2-40B4-BE49-F238E27FC236}">
                  <a16:creationId xmlns:a16="http://schemas.microsoft.com/office/drawing/2014/main" id="{E2BB848F-B2B9-4A8E-BDB0-C55DE0A50B07}"/>
                </a:ext>
              </a:extLst>
            </p:cNvPr>
            <p:cNvSpPr>
              <a:spLocks noChangeArrowheads="1"/>
            </p:cNvSpPr>
            <p:nvPr/>
          </p:nvSpPr>
          <p:spPr bwMode="auto">
            <a:xfrm>
              <a:off x="3276600" y="2611438"/>
              <a:ext cx="12700" cy="30638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7" name="Rectangle 43">
              <a:extLst>
                <a:ext uri="{FF2B5EF4-FFF2-40B4-BE49-F238E27FC236}">
                  <a16:creationId xmlns:a16="http://schemas.microsoft.com/office/drawing/2014/main" id="{4D79DBF5-9E37-424C-9C9F-817FD53F1AA1}"/>
                </a:ext>
              </a:extLst>
            </p:cNvPr>
            <p:cNvSpPr>
              <a:spLocks noChangeArrowheads="1"/>
            </p:cNvSpPr>
            <p:nvPr/>
          </p:nvSpPr>
          <p:spPr bwMode="auto">
            <a:xfrm>
              <a:off x="2673350" y="2605088"/>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8" name="Rectangle 44">
              <a:extLst>
                <a:ext uri="{FF2B5EF4-FFF2-40B4-BE49-F238E27FC236}">
                  <a16:creationId xmlns:a16="http://schemas.microsoft.com/office/drawing/2014/main" id="{59BB1D1A-833E-4FD0-90DA-68BA6E735710}"/>
                </a:ext>
              </a:extLst>
            </p:cNvPr>
            <p:cNvSpPr>
              <a:spLocks noChangeArrowheads="1"/>
            </p:cNvSpPr>
            <p:nvPr/>
          </p:nvSpPr>
          <p:spPr bwMode="auto">
            <a:xfrm>
              <a:off x="3673475" y="2605088"/>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9" name="Rectangle 45">
              <a:extLst>
                <a:ext uri="{FF2B5EF4-FFF2-40B4-BE49-F238E27FC236}">
                  <a16:creationId xmlns:a16="http://schemas.microsoft.com/office/drawing/2014/main" id="{E3E24EDB-A433-4E22-A745-835C6A339940}"/>
                </a:ext>
              </a:extLst>
            </p:cNvPr>
            <p:cNvSpPr>
              <a:spLocks noChangeArrowheads="1"/>
            </p:cNvSpPr>
            <p:nvPr/>
          </p:nvSpPr>
          <p:spPr bwMode="auto">
            <a:xfrm>
              <a:off x="5184775" y="2611438"/>
              <a:ext cx="12700" cy="30638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0" name="Rectangle 46">
              <a:extLst>
                <a:ext uri="{FF2B5EF4-FFF2-40B4-BE49-F238E27FC236}">
                  <a16:creationId xmlns:a16="http://schemas.microsoft.com/office/drawing/2014/main" id="{5997F8B1-CFCF-44A1-AAEE-23D8FAD5A0AC}"/>
                </a:ext>
              </a:extLst>
            </p:cNvPr>
            <p:cNvSpPr>
              <a:spLocks noChangeArrowheads="1"/>
            </p:cNvSpPr>
            <p:nvPr/>
          </p:nvSpPr>
          <p:spPr bwMode="auto">
            <a:xfrm>
              <a:off x="5613400" y="26050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1" name="Rectangle 47">
              <a:extLst>
                <a:ext uri="{FF2B5EF4-FFF2-40B4-BE49-F238E27FC236}">
                  <a16:creationId xmlns:a16="http://schemas.microsoft.com/office/drawing/2014/main" id="{7EA92005-45EA-48F7-943D-EE06C09540E0}"/>
                </a:ext>
              </a:extLst>
            </p:cNvPr>
            <p:cNvSpPr>
              <a:spLocks noChangeArrowheads="1"/>
            </p:cNvSpPr>
            <p:nvPr/>
          </p:nvSpPr>
          <p:spPr bwMode="auto">
            <a:xfrm>
              <a:off x="7108825" y="2611438"/>
              <a:ext cx="12700" cy="30638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2" name="Rectangle 48">
              <a:extLst>
                <a:ext uri="{FF2B5EF4-FFF2-40B4-BE49-F238E27FC236}">
                  <a16:creationId xmlns:a16="http://schemas.microsoft.com/office/drawing/2014/main" id="{73E75DF0-7373-4DD4-A188-E0FB0CAA8DEB}"/>
                </a:ext>
              </a:extLst>
            </p:cNvPr>
            <p:cNvSpPr>
              <a:spLocks noChangeArrowheads="1"/>
            </p:cNvSpPr>
            <p:nvPr/>
          </p:nvSpPr>
          <p:spPr bwMode="auto">
            <a:xfrm>
              <a:off x="2235200" y="2917825"/>
              <a:ext cx="11113"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3" name="Rectangle 49">
              <a:extLst>
                <a:ext uri="{FF2B5EF4-FFF2-40B4-BE49-F238E27FC236}">
                  <a16:creationId xmlns:a16="http://schemas.microsoft.com/office/drawing/2014/main" id="{B6723532-7383-4DAE-8696-EC0D3ECDB318}"/>
                </a:ext>
              </a:extLst>
            </p:cNvPr>
            <p:cNvSpPr>
              <a:spLocks noChangeArrowheads="1"/>
            </p:cNvSpPr>
            <p:nvPr/>
          </p:nvSpPr>
          <p:spPr bwMode="auto">
            <a:xfrm>
              <a:off x="3276600" y="29178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4" name="Rectangle 50">
              <a:extLst>
                <a:ext uri="{FF2B5EF4-FFF2-40B4-BE49-F238E27FC236}">
                  <a16:creationId xmlns:a16="http://schemas.microsoft.com/office/drawing/2014/main" id="{2C1BDF91-FBAA-40AD-BBE3-2396C1D7523A}"/>
                </a:ext>
              </a:extLst>
            </p:cNvPr>
            <p:cNvSpPr>
              <a:spLocks noChangeArrowheads="1"/>
            </p:cNvSpPr>
            <p:nvPr/>
          </p:nvSpPr>
          <p:spPr bwMode="auto">
            <a:xfrm>
              <a:off x="2673350" y="2906713"/>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C</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5" name="Rectangle 51">
              <a:extLst>
                <a:ext uri="{FF2B5EF4-FFF2-40B4-BE49-F238E27FC236}">
                  <a16:creationId xmlns:a16="http://schemas.microsoft.com/office/drawing/2014/main" id="{1EB52E17-7FB2-47C7-A98F-C991FAC3B03C}"/>
                </a:ext>
              </a:extLst>
            </p:cNvPr>
            <p:cNvSpPr>
              <a:spLocks noChangeArrowheads="1"/>
            </p:cNvSpPr>
            <p:nvPr/>
          </p:nvSpPr>
          <p:spPr bwMode="auto">
            <a:xfrm>
              <a:off x="3694113" y="2906713"/>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6" name="Rectangle 52">
              <a:extLst>
                <a:ext uri="{FF2B5EF4-FFF2-40B4-BE49-F238E27FC236}">
                  <a16:creationId xmlns:a16="http://schemas.microsoft.com/office/drawing/2014/main" id="{8F55075F-4429-41C1-B927-F93418AE10BF}"/>
                </a:ext>
              </a:extLst>
            </p:cNvPr>
            <p:cNvSpPr>
              <a:spLocks noChangeArrowheads="1"/>
            </p:cNvSpPr>
            <p:nvPr/>
          </p:nvSpPr>
          <p:spPr bwMode="auto">
            <a:xfrm>
              <a:off x="5184775" y="29178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7" name="Rectangle 53">
              <a:extLst>
                <a:ext uri="{FF2B5EF4-FFF2-40B4-BE49-F238E27FC236}">
                  <a16:creationId xmlns:a16="http://schemas.microsoft.com/office/drawing/2014/main" id="{8A2E4FC3-9C3B-4209-8B38-A8D84514DFD2}"/>
                </a:ext>
              </a:extLst>
            </p:cNvPr>
            <p:cNvSpPr>
              <a:spLocks noChangeArrowheads="1"/>
            </p:cNvSpPr>
            <p:nvPr/>
          </p:nvSpPr>
          <p:spPr bwMode="auto">
            <a:xfrm>
              <a:off x="4645025" y="2906713"/>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8" name="Rectangle 54">
              <a:extLst>
                <a:ext uri="{FF2B5EF4-FFF2-40B4-BE49-F238E27FC236}">
                  <a16:creationId xmlns:a16="http://schemas.microsoft.com/office/drawing/2014/main" id="{9BBDC61F-5669-4DC7-BEE3-5D20F1AEE6D5}"/>
                </a:ext>
              </a:extLst>
            </p:cNvPr>
            <p:cNvSpPr>
              <a:spLocks noChangeArrowheads="1"/>
            </p:cNvSpPr>
            <p:nvPr/>
          </p:nvSpPr>
          <p:spPr bwMode="auto">
            <a:xfrm>
              <a:off x="5614988" y="29067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9" name="Rectangle 55">
              <a:extLst>
                <a:ext uri="{FF2B5EF4-FFF2-40B4-BE49-F238E27FC236}">
                  <a16:creationId xmlns:a16="http://schemas.microsoft.com/office/drawing/2014/main" id="{08318438-C0DA-4D18-BFAF-87641AC1B6CB}"/>
                </a:ext>
              </a:extLst>
            </p:cNvPr>
            <p:cNvSpPr>
              <a:spLocks noChangeArrowheads="1"/>
            </p:cNvSpPr>
            <p:nvPr/>
          </p:nvSpPr>
          <p:spPr bwMode="auto">
            <a:xfrm>
              <a:off x="7108825" y="29178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0" name="Rectangle 56">
              <a:extLst>
                <a:ext uri="{FF2B5EF4-FFF2-40B4-BE49-F238E27FC236}">
                  <a16:creationId xmlns:a16="http://schemas.microsoft.com/office/drawing/2014/main" id="{20F1D679-BBE0-4CF8-852E-5EDD75421920}"/>
                </a:ext>
              </a:extLst>
            </p:cNvPr>
            <p:cNvSpPr>
              <a:spLocks noChangeArrowheads="1"/>
            </p:cNvSpPr>
            <p:nvPr/>
          </p:nvSpPr>
          <p:spPr bwMode="auto">
            <a:xfrm>
              <a:off x="2235200" y="3222625"/>
              <a:ext cx="11113"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1" name="Rectangle 57">
              <a:extLst>
                <a:ext uri="{FF2B5EF4-FFF2-40B4-BE49-F238E27FC236}">
                  <a16:creationId xmlns:a16="http://schemas.microsoft.com/office/drawing/2014/main" id="{E0DD771F-B5AF-4510-BFE8-30E4784F2E4E}"/>
                </a:ext>
              </a:extLst>
            </p:cNvPr>
            <p:cNvSpPr>
              <a:spLocks noChangeArrowheads="1"/>
            </p:cNvSpPr>
            <p:nvPr/>
          </p:nvSpPr>
          <p:spPr bwMode="auto">
            <a:xfrm>
              <a:off x="6572250" y="29067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endParaRPr>
            </a:p>
          </p:txBody>
        </p:sp>
        <p:sp>
          <p:nvSpPr>
            <p:cNvPr id="72762" name="Rectangle 58">
              <a:extLst>
                <a:ext uri="{FF2B5EF4-FFF2-40B4-BE49-F238E27FC236}">
                  <a16:creationId xmlns:a16="http://schemas.microsoft.com/office/drawing/2014/main" id="{F2CD3948-C25D-47F9-AECA-1A67D00DDCC1}"/>
                </a:ext>
              </a:extLst>
            </p:cNvPr>
            <p:cNvSpPr>
              <a:spLocks noChangeArrowheads="1"/>
            </p:cNvSpPr>
            <p:nvPr/>
          </p:nvSpPr>
          <p:spPr bwMode="auto">
            <a:xfrm>
              <a:off x="3276600" y="32226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3" name="Rectangle 59">
              <a:extLst>
                <a:ext uri="{FF2B5EF4-FFF2-40B4-BE49-F238E27FC236}">
                  <a16:creationId xmlns:a16="http://schemas.microsoft.com/office/drawing/2014/main" id="{DE8D5812-F0A3-49FB-8AFA-647519E49C6D}"/>
                </a:ext>
              </a:extLst>
            </p:cNvPr>
            <p:cNvSpPr>
              <a:spLocks noChangeArrowheads="1"/>
            </p:cNvSpPr>
            <p:nvPr/>
          </p:nvSpPr>
          <p:spPr bwMode="auto">
            <a:xfrm>
              <a:off x="2667000" y="3211513"/>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4" name="Rectangle 60">
              <a:extLst>
                <a:ext uri="{FF2B5EF4-FFF2-40B4-BE49-F238E27FC236}">
                  <a16:creationId xmlns:a16="http://schemas.microsoft.com/office/drawing/2014/main" id="{F1E442F4-800C-4F72-9F0E-4CD087339D45}"/>
                </a:ext>
              </a:extLst>
            </p:cNvPr>
            <p:cNvSpPr>
              <a:spLocks noChangeArrowheads="1"/>
            </p:cNvSpPr>
            <p:nvPr/>
          </p:nvSpPr>
          <p:spPr bwMode="auto">
            <a:xfrm>
              <a:off x="3678238" y="3211513"/>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5" name="Rectangle 61">
              <a:extLst>
                <a:ext uri="{FF2B5EF4-FFF2-40B4-BE49-F238E27FC236}">
                  <a16:creationId xmlns:a16="http://schemas.microsoft.com/office/drawing/2014/main" id="{3788FC57-9BFA-4708-B59C-426D12D04A54}"/>
                </a:ext>
              </a:extLst>
            </p:cNvPr>
            <p:cNvSpPr>
              <a:spLocks noChangeArrowheads="1"/>
            </p:cNvSpPr>
            <p:nvPr/>
          </p:nvSpPr>
          <p:spPr bwMode="auto">
            <a:xfrm>
              <a:off x="5184775" y="32226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6" name="Rectangle 62">
              <a:extLst>
                <a:ext uri="{FF2B5EF4-FFF2-40B4-BE49-F238E27FC236}">
                  <a16:creationId xmlns:a16="http://schemas.microsoft.com/office/drawing/2014/main" id="{43ED8FFD-CB5A-49AE-AE41-788931DFD724}"/>
                </a:ext>
              </a:extLst>
            </p:cNvPr>
            <p:cNvSpPr>
              <a:spLocks noChangeArrowheads="1"/>
            </p:cNvSpPr>
            <p:nvPr/>
          </p:nvSpPr>
          <p:spPr bwMode="auto">
            <a:xfrm>
              <a:off x="4627563" y="3211513"/>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7" name="Rectangle 63">
              <a:extLst>
                <a:ext uri="{FF2B5EF4-FFF2-40B4-BE49-F238E27FC236}">
                  <a16:creationId xmlns:a16="http://schemas.microsoft.com/office/drawing/2014/main" id="{AB9AA5F4-95BC-4F6E-9D52-9217D868A20A}"/>
                </a:ext>
              </a:extLst>
            </p:cNvPr>
            <p:cNvSpPr>
              <a:spLocks noChangeArrowheads="1"/>
            </p:cNvSpPr>
            <p:nvPr/>
          </p:nvSpPr>
          <p:spPr bwMode="auto">
            <a:xfrm>
              <a:off x="5614988" y="3211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8" name="Rectangle 64">
              <a:extLst>
                <a:ext uri="{FF2B5EF4-FFF2-40B4-BE49-F238E27FC236}">
                  <a16:creationId xmlns:a16="http://schemas.microsoft.com/office/drawing/2014/main" id="{52F34B5F-504A-44D9-9B6A-BB3C36B9F9FB}"/>
                </a:ext>
              </a:extLst>
            </p:cNvPr>
            <p:cNvSpPr>
              <a:spLocks noChangeArrowheads="1"/>
            </p:cNvSpPr>
            <p:nvPr/>
          </p:nvSpPr>
          <p:spPr bwMode="auto">
            <a:xfrm>
              <a:off x="7108825" y="32226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9" name="Rectangle 65">
              <a:extLst>
                <a:ext uri="{FF2B5EF4-FFF2-40B4-BE49-F238E27FC236}">
                  <a16:creationId xmlns:a16="http://schemas.microsoft.com/office/drawing/2014/main" id="{C8F9294D-1157-41D3-9465-FC3C0C8DF00B}"/>
                </a:ext>
              </a:extLst>
            </p:cNvPr>
            <p:cNvSpPr>
              <a:spLocks noChangeArrowheads="1"/>
            </p:cNvSpPr>
            <p:nvPr/>
          </p:nvSpPr>
          <p:spPr bwMode="auto">
            <a:xfrm>
              <a:off x="2235200" y="3502025"/>
              <a:ext cx="11113"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0" name="Rectangle 66">
              <a:extLst>
                <a:ext uri="{FF2B5EF4-FFF2-40B4-BE49-F238E27FC236}">
                  <a16:creationId xmlns:a16="http://schemas.microsoft.com/office/drawing/2014/main" id="{CE33AD8D-FECB-4BB5-B720-244F8043F05F}"/>
                </a:ext>
              </a:extLst>
            </p:cNvPr>
            <p:cNvSpPr>
              <a:spLocks noChangeArrowheads="1"/>
            </p:cNvSpPr>
            <p:nvPr/>
          </p:nvSpPr>
          <p:spPr bwMode="auto">
            <a:xfrm>
              <a:off x="6572250" y="3211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1" name="Rectangle 67">
              <a:extLst>
                <a:ext uri="{FF2B5EF4-FFF2-40B4-BE49-F238E27FC236}">
                  <a16:creationId xmlns:a16="http://schemas.microsoft.com/office/drawing/2014/main" id="{6176D04C-D619-4061-BE8F-47A2FA00BBB8}"/>
                </a:ext>
              </a:extLst>
            </p:cNvPr>
            <p:cNvSpPr>
              <a:spLocks noChangeArrowheads="1"/>
            </p:cNvSpPr>
            <p:nvPr/>
          </p:nvSpPr>
          <p:spPr bwMode="auto">
            <a:xfrm>
              <a:off x="3276600" y="35020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2" name="Rectangle 68">
              <a:extLst>
                <a:ext uri="{FF2B5EF4-FFF2-40B4-BE49-F238E27FC236}">
                  <a16:creationId xmlns:a16="http://schemas.microsoft.com/office/drawing/2014/main" id="{428A238C-ACC2-4EA4-9C7A-0E59A230CBFC}"/>
                </a:ext>
              </a:extLst>
            </p:cNvPr>
            <p:cNvSpPr>
              <a:spLocks noChangeArrowheads="1"/>
            </p:cNvSpPr>
            <p:nvPr/>
          </p:nvSpPr>
          <p:spPr bwMode="auto">
            <a:xfrm>
              <a:off x="2681288" y="3514725"/>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endParaRPr>
            </a:p>
          </p:txBody>
        </p:sp>
        <p:sp>
          <p:nvSpPr>
            <p:cNvPr id="72773" name="Rectangle 69">
              <a:extLst>
                <a:ext uri="{FF2B5EF4-FFF2-40B4-BE49-F238E27FC236}">
                  <a16:creationId xmlns:a16="http://schemas.microsoft.com/office/drawing/2014/main" id="{62445263-4231-4646-9895-C86CC8B3C1A8}"/>
                </a:ext>
              </a:extLst>
            </p:cNvPr>
            <p:cNvSpPr>
              <a:spLocks noChangeArrowheads="1"/>
            </p:cNvSpPr>
            <p:nvPr/>
          </p:nvSpPr>
          <p:spPr bwMode="auto">
            <a:xfrm>
              <a:off x="3692525" y="351472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4" name="Rectangle 70">
              <a:extLst>
                <a:ext uri="{FF2B5EF4-FFF2-40B4-BE49-F238E27FC236}">
                  <a16:creationId xmlns:a16="http://schemas.microsoft.com/office/drawing/2014/main" id="{0DAF8036-1A5E-46EB-9423-A4330B37DC0F}"/>
                </a:ext>
              </a:extLst>
            </p:cNvPr>
            <p:cNvSpPr>
              <a:spLocks noChangeArrowheads="1"/>
            </p:cNvSpPr>
            <p:nvPr/>
          </p:nvSpPr>
          <p:spPr bwMode="auto">
            <a:xfrm>
              <a:off x="5184775" y="35020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5" name="Rectangle 71">
              <a:extLst>
                <a:ext uri="{FF2B5EF4-FFF2-40B4-BE49-F238E27FC236}">
                  <a16:creationId xmlns:a16="http://schemas.microsoft.com/office/drawing/2014/main" id="{A6B46ED6-299F-4E0F-A3A0-6A91929956C2}"/>
                </a:ext>
              </a:extLst>
            </p:cNvPr>
            <p:cNvSpPr>
              <a:spLocks noChangeArrowheads="1"/>
            </p:cNvSpPr>
            <p:nvPr/>
          </p:nvSpPr>
          <p:spPr bwMode="auto">
            <a:xfrm>
              <a:off x="4635500" y="3514725"/>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6" name="Rectangle 72">
              <a:extLst>
                <a:ext uri="{FF2B5EF4-FFF2-40B4-BE49-F238E27FC236}">
                  <a16:creationId xmlns:a16="http://schemas.microsoft.com/office/drawing/2014/main" id="{FC0779A7-1E21-437B-A660-10ABB103284D}"/>
                </a:ext>
              </a:extLst>
            </p:cNvPr>
            <p:cNvSpPr>
              <a:spLocks noChangeArrowheads="1"/>
            </p:cNvSpPr>
            <p:nvPr/>
          </p:nvSpPr>
          <p:spPr bwMode="auto">
            <a:xfrm>
              <a:off x="5614988" y="351472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7" name="Rectangle 73">
              <a:extLst>
                <a:ext uri="{FF2B5EF4-FFF2-40B4-BE49-F238E27FC236}">
                  <a16:creationId xmlns:a16="http://schemas.microsoft.com/office/drawing/2014/main" id="{9C5DF406-BFA5-485E-91D2-756A729641DB}"/>
                </a:ext>
              </a:extLst>
            </p:cNvPr>
            <p:cNvSpPr>
              <a:spLocks noChangeArrowheads="1"/>
            </p:cNvSpPr>
            <p:nvPr/>
          </p:nvSpPr>
          <p:spPr bwMode="auto">
            <a:xfrm>
              <a:off x="7108825" y="35020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8" name="Rectangle 74">
              <a:extLst>
                <a:ext uri="{FF2B5EF4-FFF2-40B4-BE49-F238E27FC236}">
                  <a16:creationId xmlns:a16="http://schemas.microsoft.com/office/drawing/2014/main" id="{816337FA-0597-4206-BA45-66606B0858CB}"/>
                </a:ext>
              </a:extLst>
            </p:cNvPr>
            <p:cNvSpPr>
              <a:spLocks noChangeArrowheads="1"/>
            </p:cNvSpPr>
            <p:nvPr/>
          </p:nvSpPr>
          <p:spPr bwMode="auto">
            <a:xfrm>
              <a:off x="2235200" y="3806825"/>
              <a:ext cx="11113" cy="3063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9" name="Rectangle 75">
              <a:extLst>
                <a:ext uri="{FF2B5EF4-FFF2-40B4-BE49-F238E27FC236}">
                  <a16:creationId xmlns:a16="http://schemas.microsoft.com/office/drawing/2014/main" id="{819C6E9F-2B46-41DA-8FD8-B4E3C4A4485F}"/>
                </a:ext>
              </a:extLst>
            </p:cNvPr>
            <p:cNvSpPr>
              <a:spLocks noChangeArrowheads="1"/>
            </p:cNvSpPr>
            <p:nvPr/>
          </p:nvSpPr>
          <p:spPr bwMode="auto">
            <a:xfrm>
              <a:off x="6572250" y="351472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endParaRPr>
            </a:p>
          </p:txBody>
        </p:sp>
        <p:sp>
          <p:nvSpPr>
            <p:cNvPr id="72780" name="Rectangle 76">
              <a:extLst>
                <a:ext uri="{FF2B5EF4-FFF2-40B4-BE49-F238E27FC236}">
                  <a16:creationId xmlns:a16="http://schemas.microsoft.com/office/drawing/2014/main" id="{601AD9EF-C88F-44B3-95E5-A5ED3E4661BA}"/>
                </a:ext>
              </a:extLst>
            </p:cNvPr>
            <p:cNvSpPr>
              <a:spLocks noChangeArrowheads="1"/>
            </p:cNvSpPr>
            <p:nvPr/>
          </p:nvSpPr>
          <p:spPr bwMode="auto">
            <a:xfrm>
              <a:off x="3276600" y="3806825"/>
              <a:ext cx="12700" cy="3063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1" name="Rectangle 77">
              <a:extLst>
                <a:ext uri="{FF2B5EF4-FFF2-40B4-BE49-F238E27FC236}">
                  <a16:creationId xmlns:a16="http://schemas.microsoft.com/office/drawing/2014/main" id="{5A2780A9-77C5-4A6E-AF7D-1F95748D69D2}"/>
                </a:ext>
              </a:extLst>
            </p:cNvPr>
            <p:cNvSpPr>
              <a:spLocks noChangeArrowheads="1"/>
            </p:cNvSpPr>
            <p:nvPr/>
          </p:nvSpPr>
          <p:spPr bwMode="auto">
            <a:xfrm>
              <a:off x="2687638" y="3819525"/>
              <a:ext cx="2067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F</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2" name="Rectangle 78">
              <a:extLst>
                <a:ext uri="{FF2B5EF4-FFF2-40B4-BE49-F238E27FC236}">
                  <a16:creationId xmlns:a16="http://schemas.microsoft.com/office/drawing/2014/main" id="{A647EF1B-5BAA-4259-BCD4-7B7FA5E2F52E}"/>
                </a:ext>
              </a:extLst>
            </p:cNvPr>
            <p:cNvSpPr>
              <a:spLocks noChangeArrowheads="1"/>
            </p:cNvSpPr>
            <p:nvPr/>
          </p:nvSpPr>
          <p:spPr bwMode="auto">
            <a:xfrm>
              <a:off x="3684588" y="3819525"/>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3" name="Rectangle 79">
              <a:extLst>
                <a:ext uri="{FF2B5EF4-FFF2-40B4-BE49-F238E27FC236}">
                  <a16:creationId xmlns:a16="http://schemas.microsoft.com/office/drawing/2014/main" id="{E50CE953-E4B6-410A-A1B8-29120B5C7359}"/>
                </a:ext>
              </a:extLst>
            </p:cNvPr>
            <p:cNvSpPr>
              <a:spLocks noChangeArrowheads="1"/>
            </p:cNvSpPr>
            <p:nvPr/>
          </p:nvSpPr>
          <p:spPr bwMode="auto">
            <a:xfrm>
              <a:off x="5184775" y="3806825"/>
              <a:ext cx="12700" cy="3063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4" name="Rectangle 80">
              <a:extLst>
                <a:ext uri="{FF2B5EF4-FFF2-40B4-BE49-F238E27FC236}">
                  <a16:creationId xmlns:a16="http://schemas.microsoft.com/office/drawing/2014/main" id="{DA900CC1-AEE7-4497-BF4E-0F2A54885151}"/>
                </a:ext>
              </a:extLst>
            </p:cNvPr>
            <p:cNvSpPr>
              <a:spLocks noChangeArrowheads="1"/>
            </p:cNvSpPr>
            <p:nvPr/>
          </p:nvSpPr>
          <p:spPr bwMode="auto">
            <a:xfrm>
              <a:off x="4627563" y="381952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5" name="Rectangle 81">
              <a:extLst>
                <a:ext uri="{FF2B5EF4-FFF2-40B4-BE49-F238E27FC236}">
                  <a16:creationId xmlns:a16="http://schemas.microsoft.com/office/drawing/2014/main" id="{68257508-FB35-4D3B-B159-CC293FBC86AD}"/>
                </a:ext>
              </a:extLst>
            </p:cNvPr>
            <p:cNvSpPr>
              <a:spLocks noChangeArrowheads="1"/>
            </p:cNvSpPr>
            <p:nvPr/>
          </p:nvSpPr>
          <p:spPr bwMode="auto">
            <a:xfrm>
              <a:off x="5613400" y="381952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6" name="Rectangle 82">
              <a:extLst>
                <a:ext uri="{FF2B5EF4-FFF2-40B4-BE49-F238E27FC236}">
                  <a16:creationId xmlns:a16="http://schemas.microsoft.com/office/drawing/2014/main" id="{DA69E4CD-9AF9-4667-8C0D-E2C648138D3C}"/>
                </a:ext>
              </a:extLst>
            </p:cNvPr>
            <p:cNvSpPr>
              <a:spLocks noChangeArrowheads="1"/>
            </p:cNvSpPr>
            <p:nvPr/>
          </p:nvSpPr>
          <p:spPr bwMode="auto">
            <a:xfrm>
              <a:off x="7108825" y="3806825"/>
              <a:ext cx="12700" cy="3063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7" name="Rectangle 83">
              <a:extLst>
                <a:ext uri="{FF2B5EF4-FFF2-40B4-BE49-F238E27FC236}">
                  <a16:creationId xmlns:a16="http://schemas.microsoft.com/office/drawing/2014/main" id="{0047C314-B57A-4235-8210-FE6406EEF7B4}"/>
                </a:ext>
              </a:extLst>
            </p:cNvPr>
            <p:cNvSpPr>
              <a:spLocks noChangeArrowheads="1"/>
            </p:cNvSpPr>
            <p:nvPr/>
          </p:nvSpPr>
          <p:spPr bwMode="auto">
            <a:xfrm>
              <a:off x="2235200" y="4117975"/>
              <a:ext cx="11113" cy="35083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8" name="Rectangle 84">
              <a:extLst>
                <a:ext uri="{FF2B5EF4-FFF2-40B4-BE49-F238E27FC236}">
                  <a16:creationId xmlns:a16="http://schemas.microsoft.com/office/drawing/2014/main" id="{7C60C004-F60F-4D35-92EA-D04BC19A74AD}"/>
                </a:ext>
              </a:extLst>
            </p:cNvPr>
            <p:cNvSpPr>
              <a:spLocks noChangeArrowheads="1"/>
            </p:cNvSpPr>
            <p:nvPr/>
          </p:nvSpPr>
          <p:spPr bwMode="auto">
            <a:xfrm>
              <a:off x="6570663" y="381952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endParaRPr>
            </a:p>
          </p:txBody>
        </p:sp>
        <p:sp>
          <p:nvSpPr>
            <p:cNvPr id="72789" name="Rectangle 85">
              <a:extLst>
                <a:ext uri="{FF2B5EF4-FFF2-40B4-BE49-F238E27FC236}">
                  <a16:creationId xmlns:a16="http://schemas.microsoft.com/office/drawing/2014/main" id="{DF2CE6D5-644F-4A12-84A5-3E41D5141FB1}"/>
                </a:ext>
              </a:extLst>
            </p:cNvPr>
            <p:cNvSpPr>
              <a:spLocks noChangeArrowheads="1"/>
            </p:cNvSpPr>
            <p:nvPr/>
          </p:nvSpPr>
          <p:spPr bwMode="auto">
            <a:xfrm>
              <a:off x="3276600" y="4117975"/>
              <a:ext cx="12700" cy="35083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0" name="Rectangle 86">
              <a:extLst>
                <a:ext uri="{FF2B5EF4-FFF2-40B4-BE49-F238E27FC236}">
                  <a16:creationId xmlns:a16="http://schemas.microsoft.com/office/drawing/2014/main" id="{8EAE41ED-3F87-4682-AFC7-54F0230FC34D}"/>
                </a:ext>
              </a:extLst>
            </p:cNvPr>
            <p:cNvSpPr>
              <a:spLocks noChangeArrowheads="1"/>
            </p:cNvSpPr>
            <p:nvPr/>
          </p:nvSpPr>
          <p:spPr bwMode="auto">
            <a:xfrm>
              <a:off x="2667000" y="412432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effectLst/>
                  <a:uLnTx/>
                  <a:uFillTx/>
                  <a:latin typeface="Times" panose="02020603050405020304" pitchFamily="18" charset="0"/>
                  <a:ea typeface="MS PGothic" panose="020B0600070205080204" pitchFamily="34" charset="-128"/>
                  <a:cs typeface="+mn-cs"/>
                </a:rPr>
                <a:t>G</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1" name="Rectangle 87">
              <a:extLst>
                <a:ext uri="{FF2B5EF4-FFF2-40B4-BE49-F238E27FC236}">
                  <a16:creationId xmlns:a16="http://schemas.microsoft.com/office/drawing/2014/main" id="{6B6D5404-17DE-45B1-B7EF-7F93035CC0FB}"/>
                </a:ext>
              </a:extLst>
            </p:cNvPr>
            <p:cNvSpPr>
              <a:spLocks noChangeArrowheads="1"/>
            </p:cNvSpPr>
            <p:nvPr/>
          </p:nvSpPr>
          <p:spPr bwMode="auto">
            <a:xfrm>
              <a:off x="3692525" y="412432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2" name="Rectangle 88">
              <a:extLst>
                <a:ext uri="{FF2B5EF4-FFF2-40B4-BE49-F238E27FC236}">
                  <a16:creationId xmlns:a16="http://schemas.microsoft.com/office/drawing/2014/main" id="{FD6661B5-9DDB-422B-B9FD-FA1BA33DA89F}"/>
                </a:ext>
              </a:extLst>
            </p:cNvPr>
            <p:cNvSpPr>
              <a:spLocks noChangeArrowheads="1"/>
            </p:cNvSpPr>
            <p:nvPr/>
          </p:nvSpPr>
          <p:spPr bwMode="auto">
            <a:xfrm>
              <a:off x="5184775" y="4117975"/>
              <a:ext cx="12700" cy="35083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3" name="Rectangle 89">
              <a:extLst>
                <a:ext uri="{FF2B5EF4-FFF2-40B4-BE49-F238E27FC236}">
                  <a16:creationId xmlns:a16="http://schemas.microsoft.com/office/drawing/2014/main" id="{B154B9DA-9060-4A02-AD7D-4538D1A974A2}"/>
                </a:ext>
              </a:extLst>
            </p:cNvPr>
            <p:cNvSpPr>
              <a:spLocks noChangeArrowheads="1"/>
            </p:cNvSpPr>
            <p:nvPr/>
          </p:nvSpPr>
          <p:spPr bwMode="auto">
            <a:xfrm>
              <a:off x="5613400" y="412432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4" name="Rectangle 90">
              <a:extLst>
                <a:ext uri="{FF2B5EF4-FFF2-40B4-BE49-F238E27FC236}">
                  <a16:creationId xmlns:a16="http://schemas.microsoft.com/office/drawing/2014/main" id="{D8B589E5-4F28-45AE-A5EC-2AE602854255}"/>
                </a:ext>
              </a:extLst>
            </p:cNvPr>
            <p:cNvSpPr>
              <a:spLocks noChangeArrowheads="1"/>
            </p:cNvSpPr>
            <p:nvPr/>
          </p:nvSpPr>
          <p:spPr bwMode="auto">
            <a:xfrm>
              <a:off x="7108825" y="4117975"/>
              <a:ext cx="12700" cy="35083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5" name="Rectangle 91">
              <a:extLst>
                <a:ext uri="{FF2B5EF4-FFF2-40B4-BE49-F238E27FC236}">
                  <a16:creationId xmlns:a16="http://schemas.microsoft.com/office/drawing/2014/main" id="{211B7C3D-DC69-45D5-96A6-1F905115EB46}"/>
                </a:ext>
              </a:extLst>
            </p:cNvPr>
            <p:cNvSpPr>
              <a:spLocks noChangeArrowheads="1"/>
            </p:cNvSpPr>
            <p:nvPr/>
          </p:nvSpPr>
          <p:spPr bwMode="auto">
            <a:xfrm>
              <a:off x="2235200" y="4481513"/>
              <a:ext cx="4881563" cy="127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6" name="Rectangle 92">
              <a:extLst>
                <a:ext uri="{FF2B5EF4-FFF2-40B4-BE49-F238E27FC236}">
                  <a16:creationId xmlns:a16="http://schemas.microsoft.com/office/drawing/2014/main" id="{9F00680A-D784-4E59-8A96-DF7BFA0E0839}"/>
                </a:ext>
              </a:extLst>
            </p:cNvPr>
            <p:cNvSpPr>
              <a:spLocks noChangeArrowheads="1"/>
            </p:cNvSpPr>
            <p:nvPr/>
          </p:nvSpPr>
          <p:spPr bwMode="auto">
            <a:xfrm>
              <a:off x="4665663" y="2579688"/>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7" name="Rectangle 93">
              <a:extLst>
                <a:ext uri="{FF2B5EF4-FFF2-40B4-BE49-F238E27FC236}">
                  <a16:creationId xmlns:a16="http://schemas.microsoft.com/office/drawing/2014/main" id="{40307A33-D96C-4459-B5CF-74CEC4B456ED}"/>
                </a:ext>
              </a:extLst>
            </p:cNvPr>
            <p:cNvSpPr>
              <a:spLocks noChangeArrowheads="1"/>
            </p:cNvSpPr>
            <p:nvPr/>
          </p:nvSpPr>
          <p:spPr bwMode="auto">
            <a:xfrm>
              <a:off x="4637088" y="4125913"/>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8" name="Rectangle 94">
              <a:extLst>
                <a:ext uri="{FF2B5EF4-FFF2-40B4-BE49-F238E27FC236}">
                  <a16:creationId xmlns:a16="http://schemas.microsoft.com/office/drawing/2014/main" id="{18ED51EC-E371-4F9D-9760-F99858864063}"/>
                </a:ext>
              </a:extLst>
            </p:cNvPr>
            <p:cNvSpPr>
              <a:spLocks noChangeArrowheads="1"/>
            </p:cNvSpPr>
            <p:nvPr/>
          </p:nvSpPr>
          <p:spPr bwMode="auto">
            <a:xfrm>
              <a:off x="6561138" y="2586038"/>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effectLst/>
                  <a:uLnTx/>
                  <a:uFillTx/>
                  <a:latin typeface="Times" panose="02020603050405020304" pitchFamily="18" charset="0"/>
                  <a:ea typeface="MS PGothic" panose="020B0600070205080204" pitchFamily="34" charset="-128"/>
                  <a:cs typeface="+mn-cs"/>
                </a:rPr>
                <a:t>0</a:t>
              </a:r>
              <a:endParaRPr kumimoji="0" lang="en-US" altLang="en-US" sz="2400" b="0" i="0" u="none" strike="noStrike" kern="1200" cap="none" spc="0" normalizeH="0" baseline="0" noProof="0">
                <a:ln>
                  <a:noFill/>
                </a:ln>
                <a:effectLst/>
                <a:uLnTx/>
                <a:uFillTx/>
                <a:latin typeface="Times" panose="02020603050405020304" pitchFamily="18" charset="0"/>
                <a:ea typeface="MS PGothic" panose="020B0600070205080204" pitchFamily="34" charset="-128"/>
                <a:cs typeface="+mn-cs"/>
              </a:endParaRPr>
            </a:p>
          </p:txBody>
        </p:sp>
        <p:sp>
          <p:nvSpPr>
            <p:cNvPr id="72799" name="Rectangle 95">
              <a:extLst>
                <a:ext uri="{FF2B5EF4-FFF2-40B4-BE49-F238E27FC236}">
                  <a16:creationId xmlns:a16="http://schemas.microsoft.com/office/drawing/2014/main" id="{8295F4F6-9D50-4FEC-AD3C-76764DDACACB}"/>
                </a:ext>
              </a:extLst>
            </p:cNvPr>
            <p:cNvSpPr>
              <a:spLocks noChangeArrowheads="1"/>
            </p:cNvSpPr>
            <p:nvPr/>
          </p:nvSpPr>
          <p:spPr bwMode="auto">
            <a:xfrm>
              <a:off x="6561138" y="4124325"/>
              <a:ext cx="1282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en-US" sz="2000" b="0">
                  <a:latin typeface="Times" panose="02020603050405020304" pitchFamily="18" charset="0"/>
                </a:rPr>
                <a:t>0</a:t>
              </a:r>
              <a:endParaRPr kumimoji="0" lang="en-US" altLang="en-US" sz="2400" b="0" i="0" u="none" strike="noStrike" kern="1200" cap="none" spc="0" normalizeH="0" baseline="0" noProof="0">
                <a:ln>
                  <a:noFill/>
                </a:ln>
                <a:effectLst/>
                <a:uLnTx/>
                <a:uFillTx/>
                <a:latin typeface="Times" panose="02020603050405020304" pitchFamily="18" charset="0"/>
              </a:endParaRPr>
            </a:p>
          </p:txBody>
        </p:sp>
      </p:grpSp>
      <p:sp>
        <p:nvSpPr>
          <p:cNvPr id="72706" name="TextBox 125">
            <a:extLst>
              <a:ext uri="{FF2B5EF4-FFF2-40B4-BE49-F238E27FC236}">
                <a16:creationId xmlns:a16="http://schemas.microsoft.com/office/drawing/2014/main" id="{16EFEB35-6F3D-4B5C-A82B-4196D0C2A829}"/>
              </a:ext>
            </a:extLst>
          </p:cNvPr>
          <p:cNvSpPr txBox="1">
            <a:spLocks noChangeArrowheads="1"/>
          </p:cNvSpPr>
          <p:nvPr/>
        </p:nvSpPr>
        <p:spPr bwMode="auto">
          <a:xfrm>
            <a:off x="6451600" y="6477000"/>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6.59 from the textbook ]</a:t>
            </a:r>
          </a:p>
        </p:txBody>
      </p:sp>
      <p:sp>
        <p:nvSpPr>
          <p:cNvPr id="72707" name="Title 1">
            <a:extLst>
              <a:ext uri="{FF2B5EF4-FFF2-40B4-BE49-F238E27FC236}">
                <a16:creationId xmlns:a16="http://schemas.microsoft.com/office/drawing/2014/main" id="{60C8CC88-C862-4055-95BC-A192C2AEC18D}"/>
              </a:ext>
            </a:extLst>
          </p:cNvPr>
          <p:cNvSpPr txBox="1">
            <a:spLocks/>
          </p:cNvSpPr>
          <p:nvPr/>
        </p:nvSpPr>
        <p:spPr bwMode="auto">
          <a:xfrm>
            <a:off x="-4763" y="46038"/>
            <a:ext cx="9144001" cy="6080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Incompletely specified state table: Example </a:t>
            </a:r>
          </a:p>
        </p:txBody>
      </p:sp>
      <p:sp>
        <p:nvSpPr>
          <p:cNvPr id="98" name="Rectangle 97">
            <a:extLst>
              <a:ext uri="{FF2B5EF4-FFF2-40B4-BE49-F238E27FC236}">
                <a16:creationId xmlns:a16="http://schemas.microsoft.com/office/drawing/2014/main" id="{D6D9C07F-FA92-4720-AB71-F79E219B4B83}"/>
              </a:ext>
            </a:extLst>
          </p:cNvPr>
          <p:cNvSpPr/>
          <p:nvPr/>
        </p:nvSpPr>
        <p:spPr>
          <a:xfrm>
            <a:off x="2864067" y="3332826"/>
            <a:ext cx="3426707" cy="2215991"/>
          </a:xfrm>
          <a:prstGeom prst="rect">
            <a:avLst/>
          </a:prstGeom>
        </p:spPr>
        <p:txBody>
          <a:bodyPr wrap="square">
            <a:spAutoFit/>
          </a:bodyPr>
          <a:lstStyle/>
          <a:p>
            <a:r>
              <a:rPr lang="en-US" sz="2300" i="1" dirty="0">
                <a:latin typeface="Times-Italic"/>
              </a:rPr>
              <a:t>P</a:t>
            </a:r>
            <a:r>
              <a:rPr lang="en-US" sz="2300" dirty="0">
                <a:latin typeface="Times-Roman"/>
              </a:rPr>
              <a:t>1 </a:t>
            </a:r>
            <a:r>
              <a:rPr lang="en-US" sz="2300" dirty="0">
                <a:latin typeface="MTSYN"/>
              </a:rPr>
              <a:t>= </a:t>
            </a:r>
            <a:r>
              <a:rPr lang="en-US" sz="2300" i="1" dirty="0">
                <a:latin typeface="MTMI"/>
              </a:rPr>
              <a:t>(</a:t>
            </a:r>
            <a:r>
              <a:rPr lang="en-US" sz="2300" i="1" dirty="0">
                <a:latin typeface="Times-Italic"/>
              </a:rPr>
              <a:t>ABCDEFG</a:t>
            </a:r>
            <a:r>
              <a:rPr lang="en-US" sz="2300" i="1" dirty="0">
                <a:latin typeface="MTMI"/>
              </a:rPr>
              <a:t>)</a:t>
            </a:r>
          </a:p>
          <a:p>
            <a:r>
              <a:rPr lang="en-US" sz="2300" i="1" dirty="0">
                <a:latin typeface="Times-Italic"/>
              </a:rPr>
              <a:t>P</a:t>
            </a:r>
            <a:r>
              <a:rPr lang="en-US" sz="2300" dirty="0">
                <a:latin typeface="Times-Roman"/>
              </a:rPr>
              <a:t>2 </a:t>
            </a:r>
            <a:r>
              <a:rPr lang="en-US" sz="2300" dirty="0">
                <a:latin typeface="MTSYN"/>
              </a:rPr>
              <a:t>= </a:t>
            </a:r>
            <a:r>
              <a:rPr lang="en-US" sz="2300" i="1" dirty="0">
                <a:latin typeface="MTMI"/>
              </a:rPr>
              <a:t>(</a:t>
            </a:r>
            <a:r>
              <a:rPr lang="en-US" sz="2300" i="1" dirty="0">
                <a:latin typeface="Times-Italic"/>
              </a:rPr>
              <a:t>ABDG</a:t>
            </a:r>
            <a:r>
              <a:rPr lang="en-US" sz="2300" i="1" dirty="0">
                <a:latin typeface="MTMI"/>
              </a:rPr>
              <a:t>)(</a:t>
            </a:r>
            <a:r>
              <a:rPr lang="en-US" sz="2300" i="1" dirty="0">
                <a:solidFill>
                  <a:srgbClr val="FF0000"/>
                </a:solidFill>
                <a:latin typeface="Times-Italic"/>
              </a:rPr>
              <a:t>CEF</a:t>
            </a:r>
            <a:r>
              <a:rPr lang="en-US" sz="2300" i="1" dirty="0">
                <a:latin typeface="MTMI"/>
              </a:rPr>
              <a:t>)</a:t>
            </a:r>
          </a:p>
          <a:p>
            <a:r>
              <a:rPr lang="en-US" sz="2300" i="1" dirty="0">
                <a:latin typeface="MTMI"/>
              </a:rPr>
              <a:t>P3 = (ABD)(G)(</a:t>
            </a:r>
            <a:r>
              <a:rPr lang="en-US" sz="2300" i="1" dirty="0">
                <a:solidFill>
                  <a:srgbClr val="FF0000"/>
                </a:solidFill>
                <a:latin typeface="MTMI"/>
              </a:rPr>
              <a:t>CEF</a:t>
            </a:r>
            <a:r>
              <a:rPr lang="en-US" sz="2300" i="1" dirty="0">
                <a:latin typeface="MTMI"/>
              </a:rPr>
              <a:t>)</a:t>
            </a:r>
          </a:p>
          <a:p>
            <a:r>
              <a:rPr lang="en-US" sz="2300" i="1" dirty="0">
                <a:latin typeface="Times-Italic"/>
              </a:rPr>
              <a:t>P4</a:t>
            </a:r>
            <a:r>
              <a:rPr lang="en-US" sz="2300" dirty="0">
                <a:latin typeface="Times-Roman"/>
              </a:rPr>
              <a:t> </a:t>
            </a:r>
            <a:r>
              <a:rPr lang="en-US" sz="2300" dirty="0">
                <a:latin typeface="MTSYN"/>
              </a:rPr>
              <a:t>= </a:t>
            </a:r>
            <a:r>
              <a:rPr lang="en-US" sz="2300" i="1" dirty="0">
                <a:latin typeface="MTMI"/>
              </a:rPr>
              <a:t>(</a:t>
            </a:r>
            <a:r>
              <a:rPr lang="en-US" sz="2300" i="1" dirty="0">
                <a:latin typeface="Times-Italic"/>
              </a:rPr>
              <a:t>AB</a:t>
            </a:r>
            <a:r>
              <a:rPr lang="en-US" sz="2300" i="1" dirty="0">
                <a:latin typeface="MTMI"/>
              </a:rPr>
              <a:t>)(</a:t>
            </a:r>
            <a:r>
              <a:rPr lang="en-US" sz="2300" i="1" dirty="0">
                <a:latin typeface="Times-Italic"/>
              </a:rPr>
              <a:t>D</a:t>
            </a:r>
            <a:r>
              <a:rPr lang="en-US" sz="2300" i="1" dirty="0">
                <a:latin typeface="MTMI"/>
              </a:rPr>
              <a:t>)(</a:t>
            </a:r>
            <a:r>
              <a:rPr lang="en-US" sz="2300" i="1" dirty="0">
                <a:latin typeface="Times-Italic"/>
              </a:rPr>
              <a:t>G</a:t>
            </a:r>
            <a:r>
              <a:rPr lang="en-US" sz="2300" i="1" dirty="0">
                <a:latin typeface="MTMI"/>
              </a:rPr>
              <a:t>)(</a:t>
            </a:r>
            <a:r>
              <a:rPr lang="en-US" sz="2300" i="1" dirty="0">
                <a:latin typeface="Times-Italic"/>
              </a:rPr>
              <a:t>CE</a:t>
            </a:r>
            <a:r>
              <a:rPr lang="en-US" sz="2300" i="1" dirty="0">
                <a:latin typeface="MTMI"/>
              </a:rPr>
              <a:t>)(</a:t>
            </a:r>
            <a:r>
              <a:rPr lang="en-US" sz="2300" i="1" dirty="0">
                <a:latin typeface="Times-Italic"/>
              </a:rPr>
              <a:t>F</a:t>
            </a:r>
            <a:r>
              <a:rPr lang="en-US" sz="2300" i="1" dirty="0">
                <a:latin typeface="MTMI"/>
              </a:rPr>
              <a:t>)</a:t>
            </a:r>
          </a:p>
          <a:p>
            <a:r>
              <a:rPr lang="fr-FR" sz="2300" i="1" dirty="0">
                <a:latin typeface="Times-Italic"/>
              </a:rPr>
              <a:t>P</a:t>
            </a:r>
            <a:r>
              <a:rPr lang="fr-FR" sz="2300" i="1" dirty="0">
                <a:latin typeface="Times-Roman"/>
              </a:rPr>
              <a:t>5</a:t>
            </a:r>
            <a:r>
              <a:rPr lang="fr-FR" sz="2300" dirty="0">
                <a:latin typeface="Times-Roman"/>
              </a:rPr>
              <a:t> </a:t>
            </a:r>
            <a:r>
              <a:rPr lang="fr-FR" sz="2300" dirty="0">
                <a:latin typeface="MTSYN"/>
              </a:rPr>
              <a:t>= </a:t>
            </a:r>
            <a:r>
              <a:rPr lang="fr-FR" sz="2300" i="1" dirty="0">
                <a:latin typeface="MTMI"/>
              </a:rPr>
              <a:t>(</a:t>
            </a:r>
            <a:r>
              <a:rPr lang="fr-FR" sz="2300" i="1" dirty="0">
                <a:latin typeface="Times-Italic"/>
              </a:rPr>
              <a:t>A</a:t>
            </a:r>
            <a:r>
              <a:rPr lang="fr-FR" sz="2300" i="1" dirty="0">
                <a:latin typeface="MTMI"/>
              </a:rPr>
              <a:t>)(</a:t>
            </a:r>
            <a:r>
              <a:rPr lang="fr-FR" sz="2300" i="1" dirty="0">
                <a:latin typeface="Times-Italic"/>
              </a:rPr>
              <a:t>B</a:t>
            </a:r>
            <a:r>
              <a:rPr lang="fr-FR" sz="2300" i="1" dirty="0">
                <a:latin typeface="MTMI"/>
              </a:rPr>
              <a:t>)(</a:t>
            </a:r>
            <a:r>
              <a:rPr lang="fr-FR" sz="2300" i="1" dirty="0">
                <a:latin typeface="Times-Italic"/>
              </a:rPr>
              <a:t>D</a:t>
            </a:r>
            <a:r>
              <a:rPr lang="fr-FR" sz="2300" i="1" dirty="0">
                <a:latin typeface="MTMI"/>
              </a:rPr>
              <a:t>)(</a:t>
            </a:r>
            <a:r>
              <a:rPr lang="fr-FR" sz="2300" i="1" dirty="0">
                <a:latin typeface="Times-Italic"/>
              </a:rPr>
              <a:t>G</a:t>
            </a:r>
            <a:r>
              <a:rPr lang="fr-FR" sz="2300" i="1" dirty="0">
                <a:latin typeface="MTMI"/>
              </a:rPr>
              <a:t>)(</a:t>
            </a:r>
            <a:r>
              <a:rPr lang="fr-FR" sz="2300" i="1" dirty="0">
                <a:latin typeface="Times-Italic"/>
              </a:rPr>
              <a:t>CE</a:t>
            </a:r>
            <a:r>
              <a:rPr lang="fr-FR" sz="2300" i="1" dirty="0">
                <a:latin typeface="MTMI"/>
              </a:rPr>
              <a:t>)(</a:t>
            </a:r>
            <a:r>
              <a:rPr lang="fr-FR" sz="2300" i="1" dirty="0">
                <a:latin typeface="Times-Italic"/>
              </a:rPr>
              <a:t>F</a:t>
            </a:r>
            <a:r>
              <a:rPr lang="fr-FR" sz="2300" i="1" dirty="0">
                <a:latin typeface="MTMI"/>
              </a:rPr>
              <a:t>)</a:t>
            </a:r>
          </a:p>
          <a:p>
            <a:r>
              <a:rPr lang="en-US" sz="2300" i="1" dirty="0">
                <a:latin typeface="Times-Italic"/>
              </a:rPr>
              <a:t>P</a:t>
            </a:r>
            <a:r>
              <a:rPr lang="en-US" sz="2300" i="1" dirty="0">
                <a:latin typeface="Times-Roman"/>
              </a:rPr>
              <a:t>6</a:t>
            </a:r>
            <a:r>
              <a:rPr lang="en-US" sz="2300" dirty="0">
                <a:latin typeface="Times-Roman"/>
              </a:rPr>
              <a:t> </a:t>
            </a:r>
            <a:r>
              <a:rPr lang="en-US" sz="2300" dirty="0">
                <a:latin typeface="MTSYN"/>
              </a:rPr>
              <a:t>= </a:t>
            </a:r>
            <a:r>
              <a:rPr lang="en-US" sz="2300" i="1" dirty="0">
                <a:latin typeface="Times-Italic"/>
              </a:rPr>
              <a:t>P</a:t>
            </a:r>
            <a:r>
              <a:rPr lang="en-US" sz="2300" i="1" dirty="0">
                <a:latin typeface="Times-Roman"/>
              </a:rPr>
              <a:t>5</a:t>
            </a:r>
            <a:endParaRPr lang="en-US" sz="2300" i="1" dirty="0">
              <a:latin typeface="MTMI"/>
            </a:endParaRPr>
          </a:p>
        </p:txBody>
      </p:sp>
    </p:spTree>
    <p:extLst>
      <p:ext uri="{BB962C8B-B14F-4D97-AF65-F5344CB8AC3E}">
        <p14:creationId xmlns:p14="http://schemas.microsoft.com/office/powerpoint/2010/main" val="610436393"/>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1" name="Rectangle 3">
            <a:extLst>
              <a:ext uri="{FF2B5EF4-FFF2-40B4-BE49-F238E27FC236}">
                <a16:creationId xmlns:a16="http://schemas.microsoft.com/office/drawing/2014/main" id="{8D84EEC1-BFE5-4883-BCE6-33AC837527C1}"/>
              </a:ext>
            </a:extLst>
          </p:cNvPr>
          <p:cNvSpPr>
            <a:spLocks noChangeArrowheads="1"/>
          </p:cNvSpPr>
          <p:nvPr/>
        </p:nvSpPr>
        <p:spPr bwMode="auto">
          <a:xfrm>
            <a:off x="76200" y="381000"/>
            <a:ext cx="8991600" cy="5218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3600" b="1" i="0" u="none" strike="noStrike" kern="1200" cap="none" spc="0" normalizeH="0" baseline="0" noProof="0" dirty="0">
              <a:ln>
                <a:noFill/>
              </a:ln>
              <a:effectLst/>
              <a:uLnTx/>
              <a:uFillTx/>
              <a:latin typeface="Arial" panose="020B0604020202020204" pitchFamily="34" charset="0"/>
              <a:ea typeface="MS PGothic" panose="020B0600070205080204" pitchFamily="34"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dirty="0">
                <a:ln>
                  <a:noFill/>
                </a:ln>
                <a:effectLst/>
                <a:uLnTx/>
                <a:uFillTx/>
                <a:latin typeface="Arial" panose="020B0604020202020204" pitchFamily="34" charset="0"/>
                <a:ea typeface="MS PGothic" panose="020B0600070205080204" pitchFamily="34" charset="-128"/>
                <a:cs typeface="+mn-cs"/>
              </a:rPr>
              <a:t>Designing a Counter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dirty="0">
                <a:ln>
                  <a:noFill/>
                </a:ln>
                <a:effectLst/>
                <a:uLnTx/>
                <a:uFillTx/>
                <a:latin typeface="Arial" panose="020B0604020202020204" pitchFamily="34" charset="0"/>
                <a:ea typeface="MS PGothic" panose="020B0600070205080204" pitchFamily="34" charset="-128"/>
                <a:cs typeface="+mn-cs"/>
              </a:rPr>
              <a:t>Readings 6.7</a:t>
            </a: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2" name="Rectangle 2">
            <a:extLst>
              <a:ext uri="{FF2B5EF4-FFF2-40B4-BE49-F238E27FC236}">
                <a16:creationId xmlns:a16="http://schemas.microsoft.com/office/drawing/2014/main" id="{213DF589-98F6-9B46-A01A-18CB3C69670D}"/>
              </a:ext>
            </a:extLst>
          </p:cNvPr>
          <p:cNvSpPr>
            <a:spLocks noGrp="1" noChangeArrowheads="1"/>
          </p:cNvSpPr>
          <p:nvPr>
            <p:ph type="title"/>
          </p:nvPr>
        </p:nvSpPr>
        <p:spPr>
          <a:xfrm>
            <a:off x="0" y="3048000"/>
            <a:ext cx="9144000" cy="685800"/>
          </a:xfrm>
        </p:spPr>
        <p:txBody>
          <a:bodyPr/>
          <a:lstStyle/>
          <a:p>
            <a:pPr eaLnBrk="1" hangingPunct="1">
              <a:defRPr/>
            </a:pPr>
            <a:r>
              <a:rPr lang="en-US" dirty="0">
                <a:ea typeface="+mj-ea"/>
                <a:cs typeface="+mj-cs"/>
              </a:rPr>
              <a:t>Mini Review</a:t>
            </a: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7" name="Rectangle 3">
            <a:extLst>
              <a:ext uri="{FF2B5EF4-FFF2-40B4-BE49-F238E27FC236}">
                <a16:creationId xmlns:a16="http://schemas.microsoft.com/office/drawing/2014/main" id="{1BE9785A-2B3E-46F8-8254-1D88B6726BFB}"/>
              </a:ext>
            </a:extLst>
          </p:cNvPr>
          <p:cNvSpPr>
            <a:spLocks noChangeArrowheads="1"/>
          </p:cNvSpPr>
          <p:nvPr/>
        </p:nvSpPr>
        <p:spPr bwMode="auto">
          <a:xfrm>
            <a:off x="0" y="2590800"/>
            <a:ext cx="9144000" cy="152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0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Asynchronous Counters</a:t>
            </a: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9" name="Title 1">
            <a:extLst>
              <a:ext uri="{FF2B5EF4-FFF2-40B4-BE49-F238E27FC236}">
                <a16:creationId xmlns:a16="http://schemas.microsoft.com/office/drawing/2014/main" id="{F0C9CDCA-3353-4F82-92D6-1FD47EDA44F9}"/>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A three-bit down-counter</a:t>
            </a:r>
          </a:p>
        </p:txBody>
      </p:sp>
      <p:sp>
        <p:nvSpPr>
          <p:cNvPr id="12290" name="TextBox 125">
            <a:extLst>
              <a:ext uri="{FF2B5EF4-FFF2-40B4-BE49-F238E27FC236}">
                <a16:creationId xmlns:a16="http://schemas.microsoft.com/office/drawing/2014/main" id="{6C03EEC8-C9B2-4237-9425-7FB71FB152B0}"/>
              </a:ext>
            </a:extLst>
          </p:cNvPr>
          <p:cNvSpPr txBox="1">
            <a:spLocks noChangeArrowheads="1"/>
          </p:cNvSpPr>
          <p:nvPr/>
        </p:nvSpPr>
        <p:spPr bwMode="auto">
          <a:xfrm>
            <a:off x="6591300" y="6550025"/>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5.20 from the textbook ]</a:t>
            </a:r>
          </a:p>
        </p:txBody>
      </p:sp>
      <p:grpSp>
        <p:nvGrpSpPr>
          <p:cNvPr id="12291" name="Group 80">
            <a:extLst>
              <a:ext uri="{FF2B5EF4-FFF2-40B4-BE49-F238E27FC236}">
                <a16:creationId xmlns:a16="http://schemas.microsoft.com/office/drawing/2014/main" id="{5DF3AEF7-8E9C-4895-BBDA-758E8298665F}"/>
              </a:ext>
            </a:extLst>
          </p:cNvPr>
          <p:cNvGrpSpPr>
            <a:grpSpLocks/>
          </p:cNvGrpSpPr>
          <p:nvPr/>
        </p:nvGrpSpPr>
        <p:grpSpPr bwMode="auto">
          <a:xfrm>
            <a:off x="1057275" y="762000"/>
            <a:ext cx="6784975" cy="5603875"/>
            <a:chOff x="666" y="206"/>
            <a:chExt cx="4274" cy="3530"/>
          </a:xfrm>
        </p:grpSpPr>
        <p:sp>
          <p:nvSpPr>
            <p:cNvPr id="12294" name="Line 4">
              <a:extLst>
                <a:ext uri="{FF2B5EF4-FFF2-40B4-BE49-F238E27FC236}">
                  <a16:creationId xmlns:a16="http://schemas.microsoft.com/office/drawing/2014/main" id="{59AB1F59-71B1-4F6A-ACAC-07DF08E2DE37}"/>
                </a:ext>
              </a:extLst>
            </p:cNvPr>
            <p:cNvSpPr>
              <a:spLocks noChangeShapeType="1"/>
            </p:cNvSpPr>
            <p:nvPr/>
          </p:nvSpPr>
          <p:spPr bwMode="auto">
            <a:xfrm flipV="1">
              <a:off x="1697" y="1839"/>
              <a:ext cx="1" cy="135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5" name="Line 5">
              <a:extLst>
                <a:ext uri="{FF2B5EF4-FFF2-40B4-BE49-F238E27FC236}">
                  <a16:creationId xmlns:a16="http://schemas.microsoft.com/office/drawing/2014/main" id="{D32F33A8-FA00-46CE-8C0B-B70B13C03067}"/>
                </a:ext>
              </a:extLst>
            </p:cNvPr>
            <p:cNvSpPr>
              <a:spLocks noChangeShapeType="1"/>
            </p:cNvSpPr>
            <p:nvPr/>
          </p:nvSpPr>
          <p:spPr bwMode="auto">
            <a:xfrm flipV="1">
              <a:off x="2166" y="1839"/>
              <a:ext cx="1" cy="135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6" name="Line 6">
              <a:extLst>
                <a:ext uri="{FF2B5EF4-FFF2-40B4-BE49-F238E27FC236}">
                  <a16:creationId xmlns:a16="http://schemas.microsoft.com/office/drawing/2014/main" id="{D8C70DF2-20F0-403C-AE5C-6F6ADCC1D29A}"/>
                </a:ext>
              </a:extLst>
            </p:cNvPr>
            <p:cNvSpPr>
              <a:spLocks noChangeShapeType="1"/>
            </p:cNvSpPr>
            <p:nvPr/>
          </p:nvSpPr>
          <p:spPr bwMode="auto">
            <a:xfrm flipV="1">
              <a:off x="2622" y="1839"/>
              <a:ext cx="1" cy="135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7" name="Line 7">
              <a:extLst>
                <a:ext uri="{FF2B5EF4-FFF2-40B4-BE49-F238E27FC236}">
                  <a16:creationId xmlns:a16="http://schemas.microsoft.com/office/drawing/2014/main" id="{6A3798AB-1446-4D59-9A1F-FB8AF2EB0267}"/>
                </a:ext>
              </a:extLst>
            </p:cNvPr>
            <p:cNvSpPr>
              <a:spLocks noChangeShapeType="1"/>
            </p:cNvSpPr>
            <p:nvPr/>
          </p:nvSpPr>
          <p:spPr bwMode="auto">
            <a:xfrm flipV="1">
              <a:off x="3090" y="1839"/>
              <a:ext cx="1" cy="135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8" name="Line 8">
              <a:extLst>
                <a:ext uri="{FF2B5EF4-FFF2-40B4-BE49-F238E27FC236}">
                  <a16:creationId xmlns:a16="http://schemas.microsoft.com/office/drawing/2014/main" id="{16CDFFE8-9DDD-4AD4-9EF3-3F25302D4A2A}"/>
                </a:ext>
              </a:extLst>
            </p:cNvPr>
            <p:cNvSpPr>
              <a:spLocks noChangeShapeType="1"/>
            </p:cNvSpPr>
            <p:nvPr/>
          </p:nvSpPr>
          <p:spPr bwMode="auto">
            <a:xfrm flipV="1">
              <a:off x="3559" y="1839"/>
              <a:ext cx="1" cy="135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9" name="Line 9">
              <a:extLst>
                <a:ext uri="{FF2B5EF4-FFF2-40B4-BE49-F238E27FC236}">
                  <a16:creationId xmlns:a16="http://schemas.microsoft.com/office/drawing/2014/main" id="{70A42871-2A6D-42FF-A21F-86BA7B3072F0}"/>
                </a:ext>
              </a:extLst>
            </p:cNvPr>
            <p:cNvSpPr>
              <a:spLocks noChangeShapeType="1"/>
            </p:cNvSpPr>
            <p:nvPr/>
          </p:nvSpPr>
          <p:spPr bwMode="auto">
            <a:xfrm flipV="1">
              <a:off x="4015" y="1839"/>
              <a:ext cx="1" cy="135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0" name="Line 10">
              <a:extLst>
                <a:ext uri="{FF2B5EF4-FFF2-40B4-BE49-F238E27FC236}">
                  <a16:creationId xmlns:a16="http://schemas.microsoft.com/office/drawing/2014/main" id="{722192B0-0001-4B17-9467-EA1B4654D92A}"/>
                </a:ext>
              </a:extLst>
            </p:cNvPr>
            <p:cNvSpPr>
              <a:spLocks noChangeShapeType="1"/>
            </p:cNvSpPr>
            <p:nvPr/>
          </p:nvSpPr>
          <p:spPr bwMode="auto">
            <a:xfrm flipV="1">
              <a:off x="4484" y="1839"/>
              <a:ext cx="1" cy="135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1" name="Line 11">
              <a:extLst>
                <a:ext uri="{FF2B5EF4-FFF2-40B4-BE49-F238E27FC236}">
                  <a16:creationId xmlns:a16="http://schemas.microsoft.com/office/drawing/2014/main" id="{3F4DF4C5-29C4-4598-B3E0-E9378C9BC665}"/>
                </a:ext>
              </a:extLst>
            </p:cNvPr>
            <p:cNvSpPr>
              <a:spLocks noChangeShapeType="1"/>
            </p:cNvSpPr>
            <p:nvPr/>
          </p:nvSpPr>
          <p:spPr bwMode="auto">
            <a:xfrm flipV="1">
              <a:off x="1229" y="1839"/>
              <a:ext cx="1" cy="135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2" name="Freeform 12">
              <a:extLst>
                <a:ext uri="{FF2B5EF4-FFF2-40B4-BE49-F238E27FC236}">
                  <a16:creationId xmlns:a16="http://schemas.microsoft.com/office/drawing/2014/main" id="{0E3DAD4B-988B-4F5D-9DD4-2FB569670B04}"/>
                </a:ext>
              </a:extLst>
            </p:cNvPr>
            <p:cNvSpPr>
              <a:spLocks/>
            </p:cNvSpPr>
            <p:nvPr/>
          </p:nvSpPr>
          <p:spPr bwMode="auto">
            <a:xfrm>
              <a:off x="1001" y="1923"/>
              <a:ext cx="924" cy="169"/>
            </a:xfrm>
            <a:custGeom>
              <a:avLst/>
              <a:gdLst>
                <a:gd name="T0" fmla="*/ 0 w 1850"/>
                <a:gd name="T1" fmla="*/ 1 h 336"/>
                <a:gd name="T2" fmla="*/ 0 w 1850"/>
                <a:gd name="T3" fmla="*/ 0 h 336"/>
                <a:gd name="T4" fmla="*/ 0 w 1850"/>
                <a:gd name="T5" fmla="*/ 0 h 336"/>
                <a:gd name="T6" fmla="*/ 0 w 1850"/>
                <a:gd name="T7" fmla="*/ 1 h 336"/>
                <a:gd name="T8" fmla="*/ 0 w 1850"/>
                <a:gd name="T9" fmla="*/ 1 h 336"/>
                <a:gd name="T10" fmla="*/ 0 w 1850"/>
                <a:gd name="T11" fmla="*/ 0 h 336"/>
                <a:gd name="T12" fmla="*/ 0 w 1850"/>
                <a:gd name="T13" fmla="*/ 0 h 336"/>
                <a:gd name="T14" fmla="*/ 0 w 1850"/>
                <a:gd name="T15" fmla="*/ 1 h 336"/>
                <a:gd name="T16" fmla="*/ 0 w 1850"/>
                <a:gd name="T17" fmla="*/ 1 h 3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50"/>
                <a:gd name="T28" fmla="*/ 0 h 336"/>
                <a:gd name="T29" fmla="*/ 1850 w 1850"/>
                <a:gd name="T30" fmla="*/ 336 h 3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50" h="336">
                  <a:moveTo>
                    <a:pt x="1850" y="336"/>
                  </a:moveTo>
                  <a:lnTo>
                    <a:pt x="1850" y="0"/>
                  </a:lnTo>
                  <a:lnTo>
                    <a:pt x="1393" y="0"/>
                  </a:lnTo>
                  <a:lnTo>
                    <a:pt x="1393" y="336"/>
                  </a:lnTo>
                  <a:lnTo>
                    <a:pt x="937" y="336"/>
                  </a:lnTo>
                  <a:lnTo>
                    <a:pt x="937" y="0"/>
                  </a:lnTo>
                  <a:lnTo>
                    <a:pt x="456" y="0"/>
                  </a:lnTo>
                  <a:lnTo>
                    <a:pt x="456" y="336"/>
                  </a:lnTo>
                  <a:lnTo>
                    <a:pt x="0" y="336"/>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3" name="Freeform 13">
              <a:extLst>
                <a:ext uri="{FF2B5EF4-FFF2-40B4-BE49-F238E27FC236}">
                  <a16:creationId xmlns:a16="http://schemas.microsoft.com/office/drawing/2014/main" id="{06A07006-CCFF-4489-8D7D-769DC5338A82}"/>
                </a:ext>
              </a:extLst>
            </p:cNvPr>
            <p:cNvSpPr>
              <a:spLocks/>
            </p:cNvSpPr>
            <p:nvPr/>
          </p:nvSpPr>
          <p:spPr bwMode="auto">
            <a:xfrm>
              <a:off x="1925" y="1923"/>
              <a:ext cx="937" cy="169"/>
            </a:xfrm>
            <a:custGeom>
              <a:avLst/>
              <a:gdLst>
                <a:gd name="T0" fmla="*/ 1 w 1873"/>
                <a:gd name="T1" fmla="*/ 1 h 336"/>
                <a:gd name="T2" fmla="*/ 1 w 1873"/>
                <a:gd name="T3" fmla="*/ 0 h 336"/>
                <a:gd name="T4" fmla="*/ 1 w 1873"/>
                <a:gd name="T5" fmla="*/ 0 h 336"/>
                <a:gd name="T6" fmla="*/ 1 w 1873"/>
                <a:gd name="T7" fmla="*/ 1 h 336"/>
                <a:gd name="T8" fmla="*/ 1 w 1873"/>
                <a:gd name="T9" fmla="*/ 1 h 336"/>
                <a:gd name="T10" fmla="*/ 1 w 1873"/>
                <a:gd name="T11" fmla="*/ 0 h 336"/>
                <a:gd name="T12" fmla="*/ 1 w 1873"/>
                <a:gd name="T13" fmla="*/ 0 h 336"/>
                <a:gd name="T14" fmla="*/ 1 w 1873"/>
                <a:gd name="T15" fmla="*/ 1 h 336"/>
                <a:gd name="T16" fmla="*/ 0 w 1873"/>
                <a:gd name="T17" fmla="*/ 1 h 3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73"/>
                <a:gd name="T28" fmla="*/ 0 h 336"/>
                <a:gd name="T29" fmla="*/ 1873 w 1873"/>
                <a:gd name="T30" fmla="*/ 336 h 3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73" h="336">
                  <a:moveTo>
                    <a:pt x="1873" y="336"/>
                  </a:moveTo>
                  <a:lnTo>
                    <a:pt x="1873" y="0"/>
                  </a:lnTo>
                  <a:lnTo>
                    <a:pt x="1393" y="0"/>
                  </a:lnTo>
                  <a:lnTo>
                    <a:pt x="1393" y="336"/>
                  </a:lnTo>
                  <a:lnTo>
                    <a:pt x="936" y="336"/>
                  </a:lnTo>
                  <a:lnTo>
                    <a:pt x="936" y="0"/>
                  </a:lnTo>
                  <a:lnTo>
                    <a:pt x="480" y="0"/>
                  </a:lnTo>
                  <a:lnTo>
                    <a:pt x="480" y="336"/>
                  </a:lnTo>
                  <a:lnTo>
                    <a:pt x="0" y="336"/>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4" name="Freeform 14">
              <a:extLst>
                <a:ext uri="{FF2B5EF4-FFF2-40B4-BE49-F238E27FC236}">
                  <a16:creationId xmlns:a16="http://schemas.microsoft.com/office/drawing/2014/main" id="{25506C21-E1E1-4E12-B077-7A96389F2280}"/>
                </a:ext>
              </a:extLst>
            </p:cNvPr>
            <p:cNvSpPr>
              <a:spLocks/>
            </p:cNvSpPr>
            <p:nvPr/>
          </p:nvSpPr>
          <p:spPr bwMode="auto">
            <a:xfrm>
              <a:off x="2862" y="1923"/>
              <a:ext cx="925" cy="169"/>
            </a:xfrm>
            <a:custGeom>
              <a:avLst/>
              <a:gdLst>
                <a:gd name="T0" fmla="*/ 1 w 1850"/>
                <a:gd name="T1" fmla="*/ 1 h 336"/>
                <a:gd name="T2" fmla="*/ 1 w 1850"/>
                <a:gd name="T3" fmla="*/ 0 h 336"/>
                <a:gd name="T4" fmla="*/ 1 w 1850"/>
                <a:gd name="T5" fmla="*/ 0 h 336"/>
                <a:gd name="T6" fmla="*/ 1 w 1850"/>
                <a:gd name="T7" fmla="*/ 1 h 336"/>
                <a:gd name="T8" fmla="*/ 1 w 1850"/>
                <a:gd name="T9" fmla="*/ 1 h 336"/>
                <a:gd name="T10" fmla="*/ 1 w 1850"/>
                <a:gd name="T11" fmla="*/ 0 h 336"/>
                <a:gd name="T12" fmla="*/ 1 w 1850"/>
                <a:gd name="T13" fmla="*/ 0 h 336"/>
                <a:gd name="T14" fmla="*/ 1 w 1850"/>
                <a:gd name="T15" fmla="*/ 1 h 336"/>
                <a:gd name="T16" fmla="*/ 0 w 1850"/>
                <a:gd name="T17" fmla="*/ 1 h 3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50"/>
                <a:gd name="T28" fmla="*/ 0 h 336"/>
                <a:gd name="T29" fmla="*/ 1850 w 1850"/>
                <a:gd name="T30" fmla="*/ 336 h 3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50" h="336">
                  <a:moveTo>
                    <a:pt x="1850" y="336"/>
                  </a:moveTo>
                  <a:lnTo>
                    <a:pt x="1850" y="0"/>
                  </a:lnTo>
                  <a:lnTo>
                    <a:pt x="1394" y="0"/>
                  </a:lnTo>
                  <a:lnTo>
                    <a:pt x="1394" y="336"/>
                  </a:lnTo>
                  <a:lnTo>
                    <a:pt x="913" y="336"/>
                  </a:lnTo>
                  <a:lnTo>
                    <a:pt x="913" y="0"/>
                  </a:lnTo>
                  <a:lnTo>
                    <a:pt x="457" y="0"/>
                  </a:lnTo>
                  <a:lnTo>
                    <a:pt x="457" y="336"/>
                  </a:lnTo>
                  <a:lnTo>
                    <a:pt x="0" y="336"/>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5" name="Freeform 15">
              <a:extLst>
                <a:ext uri="{FF2B5EF4-FFF2-40B4-BE49-F238E27FC236}">
                  <a16:creationId xmlns:a16="http://schemas.microsoft.com/office/drawing/2014/main" id="{1F0851A2-3D2E-41E0-BA24-157C1362DB62}"/>
                </a:ext>
              </a:extLst>
            </p:cNvPr>
            <p:cNvSpPr>
              <a:spLocks/>
            </p:cNvSpPr>
            <p:nvPr/>
          </p:nvSpPr>
          <p:spPr bwMode="auto">
            <a:xfrm>
              <a:off x="3787" y="1923"/>
              <a:ext cx="925" cy="169"/>
            </a:xfrm>
            <a:custGeom>
              <a:avLst/>
              <a:gdLst>
                <a:gd name="T0" fmla="*/ 1 w 1850"/>
                <a:gd name="T1" fmla="*/ 1 h 336"/>
                <a:gd name="T2" fmla="*/ 1 w 1850"/>
                <a:gd name="T3" fmla="*/ 0 h 336"/>
                <a:gd name="T4" fmla="*/ 1 w 1850"/>
                <a:gd name="T5" fmla="*/ 0 h 336"/>
                <a:gd name="T6" fmla="*/ 1 w 1850"/>
                <a:gd name="T7" fmla="*/ 1 h 336"/>
                <a:gd name="T8" fmla="*/ 1 w 1850"/>
                <a:gd name="T9" fmla="*/ 1 h 336"/>
                <a:gd name="T10" fmla="*/ 1 w 1850"/>
                <a:gd name="T11" fmla="*/ 0 h 336"/>
                <a:gd name="T12" fmla="*/ 1 w 1850"/>
                <a:gd name="T13" fmla="*/ 0 h 336"/>
                <a:gd name="T14" fmla="*/ 1 w 1850"/>
                <a:gd name="T15" fmla="*/ 1 h 336"/>
                <a:gd name="T16" fmla="*/ 0 w 1850"/>
                <a:gd name="T17" fmla="*/ 1 h 3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50"/>
                <a:gd name="T28" fmla="*/ 0 h 336"/>
                <a:gd name="T29" fmla="*/ 1850 w 1850"/>
                <a:gd name="T30" fmla="*/ 336 h 3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50" h="336">
                  <a:moveTo>
                    <a:pt x="1850" y="336"/>
                  </a:moveTo>
                  <a:lnTo>
                    <a:pt x="1850" y="0"/>
                  </a:lnTo>
                  <a:lnTo>
                    <a:pt x="1393" y="0"/>
                  </a:lnTo>
                  <a:lnTo>
                    <a:pt x="1393" y="336"/>
                  </a:lnTo>
                  <a:lnTo>
                    <a:pt x="913" y="336"/>
                  </a:lnTo>
                  <a:lnTo>
                    <a:pt x="913" y="0"/>
                  </a:lnTo>
                  <a:lnTo>
                    <a:pt x="456" y="0"/>
                  </a:lnTo>
                  <a:lnTo>
                    <a:pt x="456" y="336"/>
                  </a:lnTo>
                  <a:lnTo>
                    <a:pt x="0" y="336"/>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6" name="Line 16">
              <a:extLst>
                <a:ext uri="{FF2B5EF4-FFF2-40B4-BE49-F238E27FC236}">
                  <a16:creationId xmlns:a16="http://schemas.microsoft.com/office/drawing/2014/main" id="{16D7893F-586D-4FC5-911C-CB1E4222C070}"/>
                </a:ext>
              </a:extLst>
            </p:cNvPr>
            <p:cNvSpPr>
              <a:spLocks noChangeShapeType="1"/>
            </p:cNvSpPr>
            <p:nvPr/>
          </p:nvSpPr>
          <p:spPr bwMode="auto">
            <a:xfrm flipH="1">
              <a:off x="4712" y="2092"/>
              <a:ext cx="228" cy="1"/>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7" name="Freeform 17">
              <a:extLst>
                <a:ext uri="{FF2B5EF4-FFF2-40B4-BE49-F238E27FC236}">
                  <a16:creationId xmlns:a16="http://schemas.microsoft.com/office/drawing/2014/main" id="{FD17946D-B4F4-4336-9CA8-521E96372154}"/>
                </a:ext>
              </a:extLst>
            </p:cNvPr>
            <p:cNvSpPr>
              <a:spLocks/>
            </p:cNvSpPr>
            <p:nvPr/>
          </p:nvSpPr>
          <p:spPr bwMode="auto">
            <a:xfrm>
              <a:off x="1001" y="2260"/>
              <a:ext cx="1645" cy="168"/>
            </a:xfrm>
            <a:custGeom>
              <a:avLst/>
              <a:gdLst>
                <a:gd name="T0" fmla="*/ 0 w 3291"/>
                <a:gd name="T1" fmla="*/ 0 h 337"/>
                <a:gd name="T2" fmla="*/ 0 w 3291"/>
                <a:gd name="T3" fmla="*/ 0 h 337"/>
                <a:gd name="T4" fmla="*/ 0 w 3291"/>
                <a:gd name="T5" fmla="*/ 0 h 337"/>
                <a:gd name="T6" fmla="*/ 0 w 3291"/>
                <a:gd name="T7" fmla="*/ 0 h 337"/>
                <a:gd name="T8" fmla="*/ 0 w 3291"/>
                <a:gd name="T9" fmla="*/ 0 h 337"/>
                <a:gd name="T10" fmla="*/ 0 w 3291"/>
                <a:gd name="T11" fmla="*/ 0 h 337"/>
                <a:gd name="T12" fmla="*/ 0 w 3291"/>
                <a:gd name="T13" fmla="*/ 0 h 337"/>
                <a:gd name="T14" fmla="*/ 0 w 3291"/>
                <a:gd name="T15" fmla="*/ 0 h 337"/>
                <a:gd name="T16" fmla="*/ 0 w 3291"/>
                <a:gd name="T17" fmla="*/ 0 h 3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91"/>
                <a:gd name="T28" fmla="*/ 0 h 337"/>
                <a:gd name="T29" fmla="*/ 3291 w 3291"/>
                <a:gd name="T30" fmla="*/ 337 h 3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91" h="337">
                  <a:moveTo>
                    <a:pt x="3291" y="337"/>
                  </a:moveTo>
                  <a:lnTo>
                    <a:pt x="3291" y="0"/>
                  </a:lnTo>
                  <a:lnTo>
                    <a:pt x="2378" y="0"/>
                  </a:lnTo>
                  <a:lnTo>
                    <a:pt x="2378" y="337"/>
                  </a:lnTo>
                  <a:lnTo>
                    <a:pt x="1441" y="337"/>
                  </a:lnTo>
                  <a:lnTo>
                    <a:pt x="1441" y="0"/>
                  </a:lnTo>
                  <a:lnTo>
                    <a:pt x="528" y="0"/>
                  </a:lnTo>
                  <a:lnTo>
                    <a:pt x="528" y="337"/>
                  </a:lnTo>
                  <a:lnTo>
                    <a:pt x="0" y="337"/>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8" name="Freeform 18">
              <a:extLst>
                <a:ext uri="{FF2B5EF4-FFF2-40B4-BE49-F238E27FC236}">
                  <a16:creationId xmlns:a16="http://schemas.microsoft.com/office/drawing/2014/main" id="{7F21E51E-18D3-4CF7-823F-51B5359F3C6F}"/>
                </a:ext>
              </a:extLst>
            </p:cNvPr>
            <p:cNvSpPr>
              <a:spLocks/>
            </p:cNvSpPr>
            <p:nvPr/>
          </p:nvSpPr>
          <p:spPr bwMode="auto">
            <a:xfrm>
              <a:off x="2646" y="2260"/>
              <a:ext cx="1862" cy="168"/>
            </a:xfrm>
            <a:custGeom>
              <a:avLst/>
              <a:gdLst>
                <a:gd name="T0" fmla="*/ 1 w 3723"/>
                <a:gd name="T1" fmla="*/ 0 h 337"/>
                <a:gd name="T2" fmla="*/ 1 w 3723"/>
                <a:gd name="T3" fmla="*/ 0 h 337"/>
                <a:gd name="T4" fmla="*/ 1 w 3723"/>
                <a:gd name="T5" fmla="*/ 0 h 337"/>
                <a:gd name="T6" fmla="*/ 1 w 3723"/>
                <a:gd name="T7" fmla="*/ 0 h 337"/>
                <a:gd name="T8" fmla="*/ 1 w 3723"/>
                <a:gd name="T9" fmla="*/ 0 h 337"/>
                <a:gd name="T10" fmla="*/ 1 w 3723"/>
                <a:gd name="T11" fmla="*/ 0 h 337"/>
                <a:gd name="T12" fmla="*/ 1 w 3723"/>
                <a:gd name="T13" fmla="*/ 0 h 337"/>
                <a:gd name="T14" fmla="*/ 1 w 3723"/>
                <a:gd name="T15" fmla="*/ 0 h 337"/>
                <a:gd name="T16" fmla="*/ 0 w 3723"/>
                <a:gd name="T17" fmla="*/ 0 h 3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723"/>
                <a:gd name="T28" fmla="*/ 0 h 337"/>
                <a:gd name="T29" fmla="*/ 3723 w 3723"/>
                <a:gd name="T30" fmla="*/ 337 h 3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723" h="337">
                  <a:moveTo>
                    <a:pt x="3723" y="337"/>
                  </a:moveTo>
                  <a:lnTo>
                    <a:pt x="3723" y="0"/>
                  </a:lnTo>
                  <a:lnTo>
                    <a:pt x="2786" y="0"/>
                  </a:lnTo>
                  <a:lnTo>
                    <a:pt x="2786" y="337"/>
                  </a:lnTo>
                  <a:lnTo>
                    <a:pt x="1874" y="337"/>
                  </a:lnTo>
                  <a:lnTo>
                    <a:pt x="1874" y="0"/>
                  </a:lnTo>
                  <a:lnTo>
                    <a:pt x="937" y="0"/>
                  </a:lnTo>
                  <a:lnTo>
                    <a:pt x="937" y="337"/>
                  </a:lnTo>
                  <a:lnTo>
                    <a:pt x="0" y="337"/>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9" name="Line 19">
              <a:extLst>
                <a:ext uri="{FF2B5EF4-FFF2-40B4-BE49-F238E27FC236}">
                  <a16:creationId xmlns:a16="http://schemas.microsoft.com/office/drawing/2014/main" id="{B2FECD3F-004C-46F6-807E-E5AE4683028B}"/>
                </a:ext>
              </a:extLst>
            </p:cNvPr>
            <p:cNvSpPr>
              <a:spLocks noChangeShapeType="1"/>
            </p:cNvSpPr>
            <p:nvPr/>
          </p:nvSpPr>
          <p:spPr bwMode="auto">
            <a:xfrm flipH="1">
              <a:off x="4508" y="2428"/>
              <a:ext cx="432" cy="1"/>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10" name="Freeform 20">
              <a:extLst>
                <a:ext uri="{FF2B5EF4-FFF2-40B4-BE49-F238E27FC236}">
                  <a16:creationId xmlns:a16="http://schemas.microsoft.com/office/drawing/2014/main" id="{5499D30D-CA1C-462B-A5BC-A958BD0489D3}"/>
                </a:ext>
              </a:extLst>
            </p:cNvPr>
            <p:cNvSpPr>
              <a:spLocks/>
            </p:cNvSpPr>
            <p:nvPr/>
          </p:nvSpPr>
          <p:spPr bwMode="auto">
            <a:xfrm>
              <a:off x="1001" y="2596"/>
              <a:ext cx="3939" cy="180"/>
            </a:xfrm>
            <a:custGeom>
              <a:avLst/>
              <a:gdLst>
                <a:gd name="T0" fmla="*/ 0 w 7879"/>
                <a:gd name="T1" fmla="*/ 1 h 360"/>
                <a:gd name="T2" fmla="*/ 0 w 7879"/>
                <a:gd name="T3" fmla="*/ 1 h 360"/>
                <a:gd name="T4" fmla="*/ 0 w 7879"/>
                <a:gd name="T5" fmla="*/ 0 h 360"/>
                <a:gd name="T6" fmla="*/ 0 w 7879"/>
                <a:gd name="T7" fmla="*/ 0 h 360"/>
                <a:gd name="T8" fmla="*/ 0 w 7879"/>
                <a:gd name="T9" fmla="*/ 1 h 360"/>
                <a:gd name="T10" fmla="*/ 0 w 7879"/>
                <a:gd name="T11" fmla="*/ 1 h 360"/>
                <a:gd name="T12" fmla="*/ 0 w 7879"/>
                <a:gd name="T13" fmla="*/ 0 h 360"/>
                <a:gd name="T14" fmla="*/ 0 w 7879"/>
                <a:gd name="T15" fmla="*/ 0 h 360"/>
                <a:gd name="T16" fmla="*/ 0 w 7879"/>
                <a:gd name="T17" fmla="*/ 1 h 360"/>
                <a:gd name="T18" fmla="*/ 0 w 7879"/>
                <a:gd name="T19" fmla="*/ 1 h 3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879"/>
                <a:gd name="T31" fmla="*/ 0 h 360"/>
                <a:gd name="T32" fmla="*/ 7879 w 7879"/>
                <a:gd name="T33" fmla="*/ 360 h 3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879" h="360">
                  <a:moveTo>
                    <a:pt x="7879" y="360"/>
                  </a:moveTo>
                  <a:lnTo>
                    <a:pt x="6149" y="360"/>
                  </a:lnTo>
                  <a:lnTo>
                    <a:pt x="6149" y="0"/>
                  </a:lnTo>
                  <a:lnTo>
                    <a:pt x="4276" y="0"/>
                  </a:lnTo>
                  <a:lnTo>
                    <a:pt x="4276" y="360"/>
                  </a:lnTo>
                  <a:lnTo>
                    <a:pt x="2426" y="360"/>
                  </a:lnTo>
                  <a:lnTo>
                    <a:pt x="2426" y="0"/>
                  </a:lnTo>
                  <a:lnTo>
                    <a:pt x="577" y="0"/>
                  </a:lnTo>
                  <a:lnTo>
                    <a:pt x="577" y="360"/>
                  </a:lnTo>
                  <a:lnTo>
                    <a:pt x="0" y="360"/>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11" name="Freeform 21">
              <a:extLst>
                <a:ext uri="{FF2B5EF4-FFF2-40B4-BE49-F238E27FC236}">
                  <a16:creationId xmlns:a16="http://schemas.microsoft.com/office/drawing/2014/main" id="{F90CDF28-3A3C-469F-A3A5-1B3A157D72B9}"/>
                </a:ext>
              </a:extLst>
            </p:cNvPr>
            <p:cNvSpPr>
              <a:spLocks/>
            </p:cNvSpPr>
            <p:nvPr/>
          </p:nvSpPr>
          <p:spPr bwMode="auto">
            <a:xfrm>
              <a:off x="1001" y="2944"/>
              <a:ext cx="3939" cy="168"/>
            </a:xfrm>
            <a:custGeom>
              <a:avLst/>
              <a:gdLst>
                <a:gd name="T0" fmla="*/ 0 w 7879"/>
                <a:gd name="T1" fmla="*/ 1 h 336"/>
                <a:gd name="T2" fmla="*/ 0 w 7879"/>
                <a:gd name="T3" fmla="*/ 1 h 336"/>
                <a:gd name="T4" fmla="*/ 0 w 7879"/>
                <a:gd name="T5" fmla="*/ 0 h 336"/>
                <a:gd name="T6" fmla="*/ 0 w 7879"/>
                <a:gd name="T7" fmla="*/ 0 h 336"/>
                <a:gd name="T8" fmla="*/ 0 w 7879"/>
                <a:gd name="T9" fmla="*/ 1 h 336"/>
                <a:gd name="T10" fmla="*/ 0 w 7879"/>
                <a:gd name="T11" fmla="*/ 1 h 336"/>
                <a:gd name="T12" fmla="*/ 0 60000 65536"/>
                <a:gd name="T13" fmla="*/ 0 60000 65536"/>
                <a:gd name="T14" fmla="*/ 0 60000 65536"/>
                <a:gd name="T15" fmla="*/ 0 60000 65536"/>
                <a:gd name="T16" fmla="*/ 0 60000 65536"/>
                <a:gd name="T17" fmla="*/ 0 60000 65536"/>
                <a:gd name="T18" fmla="*/ 0 w 7879"/>
                <a:gd name="T19" fmla="*/ 0 h 336"/>
                <a:gd name="T20" fmla="*/ 7879 w 7879"/>
                <a:gd name="T21" fmla="*/ 336 h 336"/>
              </a:gdLst>
              <a:ahLst/>
              <a:cxnLst>
                <a:cxn ang="T12">
                  <a:pos x="T0" y="T1"/>
                </a:cxn>
                <a:cxn ang="T13">
                  <a:pos x="T2" y="T3"/>
                </a:cxn>
                <a:cxn ang="T14">
                  <a:pos x="T4" y="T5"/>
                </a:cxn>
                <a:cxn ang="T15">
                  <a:pos x="T6" y="T7"/>
                </a:cxn>
                <a:cxn ang="T16">
                  <a:pos x="T8" y="T9"/>
                </a:cxn>
                <a:cxn ang="T17">
                  <a:pos x="T10" y="T11"/>
                </a:cxn>
              </a:cxnLst>
              <a:rect l="T18" t="T19" r="T20" b="T21"/>
              <a:pathLst>
                <a:path w="7879" h="336">
                  <a:moveTo>
                    <a:pt x="7879" y="336"/>
                  </a:moveTo>
                  <a:lnTo>
                    <a:pt x="4348" y="336"/>
                  </a:lnTo>
                  <a:lnTo>
                    <a:pt x="4348" y="0"/>
                  </a:lnTo>
                  <a:lnTo>
                    <a:pt x="625" y="0"/>
                  </a:lnTo>
                  <a:lnTo>
                    <a:pt x="625" y="336"/>
                  </a:lnTo>
                  <a:lnTo>
                    <a:pt x="0" y="336"/>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12" name="Rectangle 22">
              <a:extLst>
                <a:ext uri="{FF2B5EF4-FFF2-40B4-BE49-F238E27FC236}">
                  <a16:creationId xmlns:a16="http://schemas.microsoft.com/office/drawing/2014/main" id="{175450A1-D65A-4849-ACC1-D14D78EAE470}"/>
                </a:ext>
              </a:extLst>
            </p:cNvPr>
            <p:cNvSpPr>
              <a:spLocks noChangeArrowheads="1"/>
            </p:cNvSpPr>
            <p:nvPr/>
          </p:nvSpPr>
          <p:spPr bwMode="auto">
            <a:xfrm>
              <a:off x="1877" y="387"/>
              <a:ext cx="421" cy="684"/>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13" name="Rectangle 23">
              <a:extLst>
                <a:ext uri="{FF2B5EF4-FFF2-40B4-BE49-F238E27FC236}">
                  <a16:creationId xmlns:a16="http://schemas.microsoft.com/office/drawing/2014/main" id="{5187F961-E84A-4DB0-A545-BFFEB1C9DA50}"/>
                </a:ext>
              </a:extLst>
            </p:cNvPr>
            <p:cNvSpPr>
              <a:spLocks noChangeArrowheads="1"/>
            </p:cNvSpPr>
            <p:nvPr/>
          </p:nvSpPr>
          <p:spPr bwMode="auto">
            <a:xfrm>
              <a:off x="1915" y="505"/>
              <a:ext cx="142"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14" name="Rectangle 24">
              <a:extLst>
                <a:ext uri="{FF2B5EF4-FFF2-40B4-BE49-F238E27FC236}">
                  <a16:creationId xmlns:a16="http://schemas.microsoft.com/office/drawing/2014/main" id="{EFD2C814-6BA9-4D58-A792-13B30470E291}"/>
                </a:ext>
              </a:extLst>
            </p:cNvPr>
            <p:cNvSpPr>
              <a:spLocks noChangeArrowheads="1"/>
            </p:cNvSpPr>
            <p:nvPr/>
          </p:nvSpPr>
          <p:spPr bwMode="auto">
            <a:xfrm>
              <a:off x="2165" y="501"/>
              <a:ext cx="154"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15" name="Line 25">
              <a:extLst>
                <a:ext uri="{FF2B5EF4-FFF2-40B4-BE49-F238E27FC236}">
                  <a16:creationId xmlns:a16="http://schemas.microsoft.com/office/drawing/2014/main" id="{1BAC2076-5148-4787-B0A4-3B340D02F895}"/>
                </a:ext>
              </a:extLst>
            </p:cNvPr>
            <p:cNvSpPr>
              <a:spLocks noChangeShapeType="1"/>
            </p:cNvSpPr>
            <p:nvPr/>
          </p:nvSpPr>
          <p:spPr bwMode="auto">
            <a:xfrm flipH="1">
              <a:off x="2178" y="843"/>
              <a:ext cx="60" cy="1"/>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16" name="Freeform 26">
              <a:extLst>
                <a:ext uri="{FF2B5EF4-FFF2-40B4-BE49-F238E27FC236}">
                  <a16:creationId xmlns:a16="http://schemas.microsoft.com/office/drawing/2014/main" id="{41DC8820-0572-4414-BB9B-E7A378460B2B}"/>
                </a:ext>
              </a:extLst>
            </p:cNvPr>
            <p:cNvSpPr>
              <a:spLocks/>
            </p:cNvSpPr>
            <p:nvPr/>
          </p:nvSpPr>
          <p:spPr bwMode="auto">
            <a:xfrm>
              <a:off x="2622" y="206"/>
              <a:ext cx="36" cy="24"/>
            </a:xfrm>
            <a:custGeom>
              <a:avLst/>
              <a:gdLst>
                <a:gd name="T0" fmla="*/ 0 w 72"/>
                <a:gd name="T1" fmla="*/ 1 h 48"/>
                <a:gd name="T2" fmla="*/ 1 w 72"/>
                <a:gd name="T3" fmla="*/ 1 h 48"/>
                <a:gd name="T4" fmla="*/ 1 w 72"/>
                <a:gd name="T5" fmla="*/ 1 h 48"/>
                <a:gd name="T6" fmla="*/ 1 w 72"/>
                <a:gd name="T7" fmla="*/ 1 h 48"/>
                <a:gd name="T8" fmla="*/ 1 w 72"/>
                <a:gd name="T9" fmla="*/ 1 h 48"/>
                <a:gd name="T10" fmla="*/ 1 w 72"/>
                <a:gd name="T11" fmla="*/ 1 h 48"/>
                <a:gd name="T12" fmla="*/ 1 w 72"/>
                <a:gd name="T13" fmla="*/ 1 h 48"/>
                <a:gd name="T14" fmla="*/ 1 w 72"/>
                <a:gd name="T15" fmla="*/ 1 h 48"/>
                <a:gd name="T16" fmla="*/ 1 w 72"/>
                <a:gd name="T17" fmla="*/ 1 h 48"/>
                <a:gd name="T18" fmla="*/ 1 w 72"/>
                <a:gd name="T19" fmla="*/ 1 h 48"/>
                <a:gd name="T20" fmla="*/ 1 w 72"/>
                <a:gd name="T21" fmla="*/ 1 h 48"/>
                <a:gd name="T22" fmla="*/ 1 w 72"/>
                <a:gd name="T23" fmla="*/ 0 h 48"/>
                <a:gd name="T24" fmla="*/ 1 w 72"/>
                <a:gd name="T25" fmla="*/ 1 h 48"/>
                <a:gd name="T26" fmla="*/ 1 w 72"/>
                <a:gd name="T27" fmla="*/ 1 h 48"/>
                <a:gd name="T28" fmla="*/ 1 w 72"/>
                <a:gd name="T29" fmla="*/ 1 h 48"/>
                <a:gd name="T30" fmla="*/ 1 w 72"/>
                <a:gd name="T31" fmla="*/ 1 h 48"/>
                <a:gd name="T32" fmla="*/ 1 w 72"/>
                <a:gd name="T33" fmla="*/ 1 h 48"/>
                <a:gd name="T34" fmla="*/ 1 w 72"/>
                <a:gd name="T35" fmla="*/ 1 h 48"/>
                <a:gd name="T36" fmla="*/ 1 w 72"/>
                <a:gd name="T37" fmla="*/ 1 h 48"/>
                <a:gd name="T38" fmla="*/ 1 w 72"/>
                <a:gd name="T39" fmla="*/ 1 h 48"/>
                <a:gd name="T40" fmla="*/ 1 w 72"/>
                <a:gd name="T41" fmla="*/ 1 h 48"/>
                <a:gd name="T42" fmla="*/ 1 w 72"/>
                <a:gd name="T43" fmla="*/ 1 h 48"/>
                <a:gd name="T44" fmla="*/ 1 w 72"/>
                <a:gd name="T45" fmla="*/ 1 h 48"/>
                <a:gd name="T46" fmla="*/ 1 w 72"/>
                <a:gd name="T47" fmla="*/ 1 h 48"/>
                <a:gd name="T48" fmla="*/ 1 w 72"/>
                <a:gd name="T49" fmla="*/ 1 h 48"/>
                <a:gd name="T50" fmla="*/ 1 w 72"/>
                <a:gd name="T51" fmla="*/ 1 h 48"/>
                <a:gd name="T52" fmla="*/ 1 w 72"/>
                <a:gd name="T53" fmla="*/ 1 h 48"/>
                <a:gd name="T54" fmla="*/ 1 w 72"/>
                <a:gd name="T55" fmla="*/ 1 h 48"/>
                <a:gd name="T56" fmla="*/ 1 w 72"/>
                <a:gd name="T57" fmla="*/ 1 h 48"/>
                <a:gd name="T58" fmla="*/ 1 w 72"/>
                <a:gd name="T59" fmla="*/ 1 h 48"/>
                <a:gd name="T60" fmla="*/ 1 w 72"/>
                <a:gd name="T61" fmla="*/ 1 h 48"/>
                <a:gd name="T62" fmla="*/ 1 w 72"/>
                <a:gd name="T63" fmla="*/ 1 h 48"/>
                <a:gd name="T64" fmla="*/ 1 w 72"/>
                <a:gd name="T65" fmla="*/ 1 h 48"/>
                <a:gd name="T66" fmla="*/ 1 w 72"/>
                <a:gd name="T67" fmla="*/ 1 h 48"/>
                <a:gd name="T68" fmla="*/ 1 w 72"/>
                <a:gd name="T69" fmla="*/ 1 h 48"/>
                <a:gd name="T70" fmla="*/ 1 w 72"/>
                <a:gd name="T71" fmla="*/ 1 h 48"/>
                <a:gd name="T72" fmla="*/ 1 w 72"/>
                <a:gd name="T73" fmla="*/ 1 h 48"/>
                <a:gd name="T74" fmla="*/ 1 w 72"/>
                <a:gd name="T75" fmla="*/ 1 h 48"/>
                <a:gd name="T76" fmla="*/ 1 w 72"/>
                <a:gd name="T77" fmla="*/ 1 h 48"/>
                <a:gd name="T78" fmla="*/ 1 w 72"/>
                <a:gd name="T79" fmla="*/ 1 h 48"/>
                <a:gd name="T80" fmla="*/ 1 w 72"/>
                <a:gd name="T81" fmla="*/ 1 h 48"/>
                <a:gd name="T82" fmla="*/ 1 w 72"/>
                <a:gd name="T83" fmla="*/ 1 h 48"/>
                <a:gd name="T84" fmla="*/ 1 w 72"/>
                <a:gd name="T85" fmla="*/ 1 h 48"/>
                <a:gd name="T86" fmla="*/ 1 w 72"/>
                <a:gd name="T87" fmla="*/ 1 h 48"/>
                <a:gd name="T88" fmla="*/ 1 w 72"/>
                <a:gd name="T89" fmla="*/ 1 h 48"/>
                <a:gd name="T90" fmla="*/ 1 w 72"/>
                <a:gd name="T91" fmla="*/ 1 h 48"/>
                <a:gd name="T92" fmla="*/ 1 w 72"/>
                <a:gd name="T93" fmla="*/ 1 h 48"/>
                <a:gd name="T94" fmla="*/ 1 w 72"/>
                <a:gd name="T95" fmla="*/ 1 h 48"/>
                <a:gd name="T96" fmla="*/ 1 w 72"/>
                <a:gd name="T97" fmla="*/ 1 h 48"/>
                <a:gd name="T98" fmla="*/ 1 w 72"/>
                <a:gd name="T99" fmla="*/ 1 h 48"/>
                <a:gd name="T100" fmla="*/ 1 w 72"/>
                <a:gd name="T101" fmla="*/ 1 h 48"/>
                <a:gd name="T102" fmla="*/ 1 w 72"/>
                <a:gd name="T103" fmla="*/ 1 h 48"/>
                <a:gd name="T104" fmla="*/ 1 w 72"/>
                <a:gd name="T105" fmla="*/ 1 h 48"/>
                <a:gd name="T106" fmla="*/ 1 w 72"/>
                <a:gd name="T107" fmla="*/ 1 h 48"/>
                <a:gd name="T108" fmla="*/ 1 w 72"/>
                <a:gd name="T109" fmla="*/ 1 h 48"/>
                <a:gd name="T110" fmla="*/ 0 w 72"/>
                <a:gd name="T111" fmla="*/ 1 h 4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48"/>
                <a:gd name="T170" fmla="*/ 72 w 72"/>
                <a:gd name="T171" fmla="*/ 48 h 4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48">
                  <a:moveTo>
                    <a:pt x="0" y="19"/>
                  </a:moveTo>
                  <a:lnTo>
                    <a:pt x="0" y="30"/>
                  </a:lnTo>
                  <a:lnTo>
                    <a:pt x="0" y="27"/>
                  </a:lnTo>
                  <a:lnTo>
                    <a:pt x="0" y="26"/>
                  </a:lnTo>
                  <a:lnTo>
                    <a:pt x="0" y="25"/>
                  </a:lnTo>
                  <a:lnTo>
                    <a:pt x="1" y="24"/>
                  </a:lnTo>
                  <a:lnTo>
                    <a:pt x="1" y="23"/>
                  </a:lnTo>
                  <a:lnTo>
                    <a:pt x="1" y="21"/>
                  </a:lnTo>
                  <a:lnTo>
                    <a:pt x="2" y="19"/>
                  </a:lnTo>
                  <a:lnTo>
                    <a:pt x="2" y="18"/>
                  </a:lnTo>
                  <a:lnTo>
                    <a:pt x="2" y="17"/>
                  </a:lnTo>
                  <a:lnTo>
                    <a:pt x="3" y="15"/>
                  </a:lnTo>
                  <a:lnTo>
                    <a:pt x="5" y="14"/>
                  </a:lnTo>
                  <a:lnTo>
                    <a:pt x="5" y="13"/>
                  </a:lnTo>
                  <a:lnTo>
                    <a:pt x="6" y="12"/>
                  </a:lnTo>
                  <a:lnTo>
                    <a:pt x="7" y="11"/>
                  </a:lnTo>
                  <a:lnTo>
                    <a:pt x="7" y="9"/>
                  </a:lnTo>
                  <a:lnTo>
                    <a:pt x="8" y="9"/>
                  </a:lnTo>
                  <a:lnTo>
                    <a:pt x="10" y="8"/>
                  </a:lnTo>
                  <a:lnTo>
                    <a:pt x="11" y="7"/>
                  </a:lnTo>
                  <a:lnTo>
                    <a:pt x="12" y="6"/>
                  </a:lnTo>
                  <a:lnTo>
                    <a:pt x="13" y="6"/>
                  </a:lnTo>
                  <a:lnTo>
                    <a:pt x="14" y="5"/>
                  </a:lnTo>
                  <a:lnTo>
                    <a:pt x="16" y="3"/>
                  </a:lnTo>
                  <a:lnTo>
                    <a:pt x="17" y="3"/>
                  </a:lnTo>
                  <a:lnTo>
                    <a:pt x="18" y="2"/>
                  </a:lnTo>
                  <a:lnTo>
                    <a:pt x="19" y="2"/>
                  </a:lnTo>
                  <a:lnTo>
                    <a:pt x="20" y="2"/>
                  </a:lnTo>
                  <a:lnTo>
                    <a:pt x="22" y="1"/>
                  </a:lnTo>
                  <a:lnTo>
                    <a:pt x="23" y="1"/>
                  </a:lnTo>
                  <a:lnTo>
                    <a:pt x="25" y="1"/>
                  </a:lnTo>
                  <a:lnTo>
                    <a:pt x="26" y="1"/>
                  </a:lnTo>
                  <a:lnTo>
                    <a:pt x="28" y="1"/>
                  </a:lnTo>
                  <a:lnTo>
                    <a:pt x="29" y="0"/>
                  </a:lnTo>
                  <a:lnTo>
                    <a:pt x="43" y="0"/>
                  </a:lnTo>
                  <a:lnTo>
                    <a:pt x="44" y="1"/>
                  </a:lnTo>
                  <a:lnTo>
                    <a:pt x="46" y="1"/>
                  </a:lnTo>
                  <a:lnTo>
                    <a:pt x="48" y="1"/>
                  </a:lnTo>
                  <a:lnTo>
                    <a:pt x="49" y="1"/>
                  </a:lnTo>
                  <a:lnTo>
                    <a:pt x="50" y="1"/>
                  </a:lnTo>
                  <a:lnTo>
                    <a:pt x="52" y="2"/>
                  </a:lnTo>
                  <a:lnTo>
                    <a:pt x="53" y="2"/>
                  </a:lnTo>
                  <a:lnTo>
                    <a:pt x="54" y="2"/>
                  </a:lnTo>
                  <a:lnTo>
                    <a:pt x="55" y="3"/>
                  </a:lnTo>
                  <a:lnTo>
                    <a:pt x="56" y="3"/>
                  </a:lnTo>
                  <a:lnTo>
                    <a:pt x="58" y="5"/>
                  </a:lnTo>
                  <a:lnTo>
                    <a:pt x="59" y="6"/>
                  </a:lnTo>
                  <a:lnTo>
                    <a:pt x="60" y="6"/>
                  </a:lnTo>
                  <a:lnTo>
                    <a:pt x="61" y="7"/>
                  </a:lnTo>
                  <a:lnTo>
                    <a:pt x="62" y="8"/>
                  </a:lnTo>
                  <a:lnTo>
                    <a:pt x="64" y="9"/>
                  </a:lnTo>
                  <a:lnTo>
                    <a:pt x="65" y="9"/>
                  </a:lnTo>
                  <a:lnTo>
                    <a:pt x="66" y="11"/>
                  </a:lnTo>
                  <a:lnTo>
                    <a:pt x="66" y="12"/>
                  </a:lnTo>
                  <a:lnTo>
                    <a:pt x="67" y="13"/>
                  </a:lnTo>
                  <a:lnTo>
                    <a:pt x="68" y="14"/>
                  </a:lnTo>
                  <a:lnTo>
                    <a:pt x="68" y="15"/>
                  </a:lnTo>
                  <a:lnTo>
                    <a:pt x="70" y="17"/>
                  </a:lnTo>
                  <a:lnTo>
                    <a:pt x="70" y="18"/>
                  </a:lnTo>
                  <a:lnTo>
                    <a:pt x="71" y="19"/>
                  </a:lnTo>
                  <a:lnTo>
                    <a:pt x="71" y="21"/>
                  </a:lnTo>
                  <a:lnTo>
                    <a:pt x="71" y="23"/>
                  </a:lnTo>
                  <a:lnTo>
                    <a:pt x="72" y="24"/>
                  </a:lnTo>
                  <a:lnTo>
                    <a:pt x="72" y="25"/>
                  </a:lnTo>
                  <a:lnTo>
                    <a:pt x="72" y="26"/>
                  </a:lnTo>
                  <a:lnTo>
                    <a:pt x="72" y="27"/>
                  </a:lnTo>
                  <a:lnTo>
                    <a:pt x="72" y="30"/>
                  </a:lnTo>
                  <a:lnTo>
                    <a:pt x="72" y="19"/>
                  </a:lnTo>
                  <a:lnTo>
                    <a:pt x="72" y="21"/>
                  </a:lnTo>
                  <a:lnTo>
                    <a:pt x="72" y="23"/>
                  </a:lnTo>
                  <a:lnTo>
                    <a:pt x="72" y="24"/>
                  </a:lnTo>
                  <a:lnTo>
                    <a:pt x="72" y="25"/>
                  </a:lnTo>
                  <a:lnTo>
                    <a:pt x="71" y="26"/>
                  </a:lnTo>
                  <a:lnTo>
                    <a:pt x="71" y="27"/>
                  </a:lnTo>
                  <a:lnTo>
                    <a:pt x="71" y="30"/>
                  </a:lnTo>
                  <a:lnTo>
                    <a:pt x="70" y="31"/>
                  </a:lnTo>
                  <a:lnTo>
                    <a:pt x="70" y="32"/>
                  </a:lnTo>
                  <a:lnTo>
                    <a:pt x="68" y="33"/>
                  </a:lnTo>
                  <a:lnTo>
                    <a:pt x="68" y="35"/>
                  </a:lnTo>
                  <a:lnTo>
                    <a:pt x="67" y="36"/>
                  </a:lnTo>
                  <a:lnTo>
                    <a:pt x="66" y="37"/>
                  </a:lnTo>
                  <a:lnTo>
                    <a:pt x="66" y="38"/>
                  </a:lnTo>
                  <a:lnTo>
                    <a:pt x="65" y="39"/>
                  </a:lnTo>
                  <a:lnTo>
                    <a:pt x="64" y="39"/>
                  </a:lnTo>
                  <a:lnTo>
                    <a:pt x="62" y="41"/>
                  </a:lnTo>
                  <a:lnTo>
                    <a:pt x="61" y="42"/>
                  </a:lnTo>
                  <a:lnTo>
                    <a:pt x="60" y="43"/>
                  </a:lnTo>
                  <a:lnTo>
                    <a:pt x="59" y="43"/>
                  </a:lnTo>
                  <a:lnTo>
                    <a:pt x="58" y="44"/>
                  </a:lnTo>
                  <a:lnTo>
                    <a:pt x="56" y="45"/>
                  </a:lnTo>
                  <a:lnTo>
                    <a:pt x="55" y="45"/>
                  </a:lnTo>
                  <a:lnTo>
                    <a:pt x="54" y="47"/>
                  </a:lnTo>
                  <a:lnTo>
                    <a:pt x="53" y="47"/>
                  </a:lnTo>
                  <a:lnTo>
                    <a:pt x="52" y="47"/>
                  </a:lnTo>
                  <a:lnTo>
                    <a:pt x="50" y="48"/>
                  </a:lnTo>
                  <a:lnTo>
                    <a:pt x="49" y="48"/>
                  </a:lnTo>
                  <a:lnTo>
                    <a:pt x="48" y="48"/>
                  </a:lnTo>
                  <a:lnTo>
                    <a:pt x="46" y="48"/>
                  </a:lnTo>
                  <a:lnTo>
                    <a:pt x="44" y="48"/>
                  </a:lnTo>
                  <a:lnTo>
                    <a:pt x="43" y="48"/>
                  </a:lnTo>
                  <a:lnTo>
                    <a:pt x="29" y="48"/>
                  </a:lnTo>
                  <a:lnTo>
                    <a:pt x="28" y="48"/>
                  </a:lnTo>
                  <a:lnTo>
                    <a:pt x="26" y="48"/>
                  </a:lnTo>
                  <a:lnTo>
                    <a:pt x="25" y="48"/>
                  </a:lnTo>
                  <a:lnTo>
                    <a:pt x="23" y="48"/>
                  </a:lnTo>
                  <a:lnTo>
                    <a:pt x="22" y="48"/>
                  </a:lnTo>
                  <a:lnTo>
                    <a:pt x="20" y="47"/>
                  </a:lnTo>
                  <a:lnTo>
                    <a:pt x="19" y="47"/>
                  </a:lnTo>
                  <a:lnTo>
                    <a:pt x="18" y="47"/>
                  </a:lnTo>
                  <a:lnTo>
                    <a:pt x="17" y="45"/>
                  </a:lnTo>
                  <a:lnTo>
                    <a:pt x="16" y="45"/>
                  </a:lnTo>
                  <a:lnTo>
                    <a:pt x="14" y="44"/>
                  </a:lnTo>
                  <a:lnTo>
                    <a:pt x="13" y="43"/>
                  </a:lnTo>
                  <a:lnTo>
                    <a:pt x="12" y="43"/>
                  </a:lnTo>
                  <a:lnTo>
                    <a:pt x="11" y="42"/>
                  </a:lnTo>
                  <a:lnTo>
                    <a:pt x="10" y="41"/>
                  </a:lnTo>
                  <a:lnTo>
                    <a:pt x="8" y="39"/>
                  </a:lnTo>
                  <a:lnTo>
                    <a:pt x="7" y="39"/>
                  </a:lnTo>
                  <a:lnTo>
                    <a:pt x="7" y="38"/>
                  </a:lnTo>
                  <a:lnTo>
                    <a:pt x="6" y="37"/>
                  </a:lnTo>
                  <a:lnTo>
                    <a:pt x="5" y="36"/>
                  </a:lnTo>
                  <a:lnTo>
                    <a:pt x="5" y="35"/>
                  </a:lnTo>
                  <a:lnTo>
                    <a:pt x="3" y="33"/>
                  </a:lnTo>
                  <a:lnTo>
                    <a:pt x="2" y="32"/>
                  </a:lnTo>
                  <a:lnTo>
                    <a:pt x="2" y="31"/>
                  </a:lnTo>
                  <a:lnTo>
                    <a:pt x="2" y="30"/>
                  </a:lnTo>
                  <a:lnTo>
                    <a:pt x="1" y="27"/>
                  </a:lnTo>
                  <a:lnTo>
                    <a:pt x="1" y="26"/>
                  </a:lnTo>
                  <a:lnTo>
                    <a:pt x="1" y="25"/>
                  </a:lnTo>
                  <a:lnTo>
                    <a:pt x="0" y="24"/>
                  </a:lnTo>
                  <a:lnTo>
                    <a:pt x="0" y="23"/>
                  </a:lnTo>
                  <a:lnTo>
                    <a:pt x="0" y="21"/>
                  </a:lnTo>
                  <a:lnTo>
                    <a:pt x="0" y="19"/>
                  </a:lnTo>
                  <a:close/>
                </a:path>
              </a:pathLst>
            </a:custGeom>
            <a:solidFill>
              <a:srgbClr val="000000"/>
            </a:solidFill>
            <a:ln w="17463">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17" name="Rectangle 27">
              <a:extLst>
                <a:ext uri="{FF2B5EF4-FFF2-40B4-BE49-F238E27FC236}">
                  <a16:creationId xmlns:a16="http://schemas.microsoft.com/office/drawing/2014/main" id="{1905150A-EDCF-4C42-818B-E4BDA1085238}"/>
                </a:ext>
              </a:extLst>
            </p:cNvPr>
            <p:cNvSpPr>
              <a:spLocks noChangeArrowheads="1"/>
            </p:cNvSpPr>
            <p:nvPr/>
          </p:nvSpPr>
          <p:spPr bwMode="auto">
            <a:xfrm>
              <a:off x="2166" y="845"/>
              <a:ext cx="154"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18" name="Rectangle 28">
              <a:extLst>
                <a:ext uri="{FF2B5EF4-FFF2-40B4-BE49-F238E27FC236}">
                  <a16:creationId xmlns:a16="http://schemas.microsoft.com/office/drawing/2014/main" id="{6A0DBDDD-3C95-4F7D-A937-17CC50D0F7EC}"/>
                </a:ext>
              </a:extLst>
            </p:cNvPr>
            <p:cNvSpPr>
              <a:spLocks noChangeArrowheads="1"/>
            </p:cNvSpPr>
            <p:nvPr/>
          </p:nvSpPr>
          <p:spPr bwMode="auto">
            <a:xfrm>
              <a:off x="2814" y="387"/>
              <a:ext cx="420" cy="684"/>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19" name="Rectangle 29">
              <a:extLst>
                <a:ext uri="{FF2B5EF4-FFF2-40B4-BE49-F238E27FC236}">
                  <a16:creationId xmlns:a16="http://schemas.microsoft.com/office/drawing/2014/main" id="{D97E14E5-B073-4A2F-97AE-B68CE4555670}"/>
                </a:ext>
              </a:extLst>
            </p:cNvPr>
            <p:cNvSpPr>
              <a:spLocks noChangeArrowheads="1"/>
            </p:cNvSpPr>
            <p:nvPr/>
          </p:nvSpPr>
          <p:spPr bwMode="auto">
            <a:xfrm>
              <a:off x="1210" y="833"/>
              <a:ext cx="342"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20" name="Rectangle 30">
              <a:extLst>
                <a:ext uri="{FF2B5EF4-FFF2-40B4-BE49-F238E27FC236}">
                  <a16:creationId xmlns:a16="http://schemas.microsoft.com/office/drawing/2014/main" id="{93134845-A380-40D9-A02F-D3C2F4D059EC}"/>
                </a:ext>
              </a:extLst>
            </p:cNvPr>
            <p:cNvSpPr>
              <a:spLocks noChangeArrowheads="1"/>
            </p:cNvSpPr>
            <p:nvPr/>
          </p:nvSpPr>
          <p:spPr bwMode="auto">
            <a:xfrm>
              <a:off x="2851" y="505"/>
              <a:ext cx="142"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21" name="Rectangle 31">
              <a:extLst>
                <a:ext uri="{FF2B5EF4-FFF2-40B4-BE49-F238E27FC236}">
                  <a16:creationId xmlns:a16="http://schemas.microsoft.com/office/drawing/2014/main" id="{495442B2-5843-45F6-939F-693F786C6BAE}"/>
                </a:ext>
              </a:extLst>
            </p:cNvPr>
            <p:cNvSpPr>
              <a:spLocks noChangeArrowheads="1"/>
            </p:cNvSpPr>
            <p:nvPr/>
          </p:nvSpPr>
          <p:spPr bwMode="auto">
            <a:xfrm>
              <a:off x="3101" y="501"/>
              <a:ext cx="154"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22" name="Line 32">
              <a:extLst>
                <a:ext uri="{FF2B5EF4-FFF2-40B4-BE49-F238E27FC236}">
                  <a16:creationId xmlns:a16="http://schemas.microsoft.com/office/drawing/2014/main" id="{A369D8E4-3789-472B-A365-76EAA884571C}"/>
                </a:ext>
              </a:extLst>
            </p:cNvPr>
            <p:cNvSpPr>
              <a:spLocks noChangeShapeType="1"/>
            </p:cNvSpPr>
            <p:nvPr/>
          </p:nvSpPr>
          <p:spPr bwMode="auto">
            <a:xfrm flipH="1">
              <a:off x="3114" y="843"/>
              <a:ext cx="60" cy="1"/>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23" name="Rectangle 33">
              <a:extLst>
                <a:ext uri="{FF2B5EF4-FFF2-40B4-BE49-F238E27FC236}">
                  <a16:creationId xmlns:a16="http://schemas.microsoft.com/office/drawing/2014/main" id="{05F186F6-7577-4BCB-A02D-164CE547FC51}"/>
                </a:ext>
              </a:extLst>
            </p:cNvPr>
            <p:cNvSpPr>
              <a:spLocks noChangeArrowheads="1"/>
            </p:cNvSpPr>
            <p:nvPr/>
          </p:nvSpPr>
          <p:spPr bwMode="auto">
            <a:xfrm>
              <a:off x="3751" y="387"/>
              <a:ext cx="420" cy="684"/>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24" name="Rectangle 34">
              <a:extLst>
                <a:ext uri="{FF2B5EF4-FFF2-40B4-BE49-F238E27FC236}">
                  <a16:creationId xmlns:a16="http://schemas.microsoft.com/office/drawing/2014/main" id="{FCB4801B-0877-463F-953E-A16C584F9C5C}"/>
                </a:ext>
              </a:extLst>
            </p:cNvPr>
            <p:cNvSpPr>
              <a:spLocks noChangeArrowheads="1"/>
            </p:cNvSpPr>
            <p:nvPr/>
          </p:nvSpPr>
          <p:spPr bwMode="auto">
            <a:xfrm>
              <a:off x="3102" y="845"/>
              <a:ext cx="154"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25" name="Rectangle 35">
              <a:extLst>
                <a:ext uri="{FF2B5EF4-FFF2-40B4-BE49-F238E27FC236}">
                  <a16:creationId xmlns:a16="http://schemas.microsoft.com/office/drawing/2014/main" id="{B3031908-51A5-4E3A-933D-DD246BC003D6}"/>
                </a:ext>
              </a:extLst>
            </p:cNvPr>
            <p:cNvSpPr>
              <a:spLocks noChangeArrowheads="1"/>
            </p:cNvSpPr>
            <p:nvPr/>
          </p:nvSpPr>
          <p:spPr bwMode="auto">
            <a:xfrm>
              <a:off x="3788" y="505"/>
              <a:ext cx="142"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26" name="Rectangle 36">
              <a:extLst>
                <a:ext uri="{FF2B5EF4-FFF2-40B4-BE49-F238E27FC236}">
                  <a16:creationId xmlns:a16="http://schemas.microsoft.com/office/drawing/2014/main" id="{35912247-37E3-4C1D-A884-E466790DBEC8}"/>
                </a:ext>
              </a:extLst>
            </p:cNvPr>
            <p:cNvSpPr>
              <a:spLocks noChangeArrowheads="1"/>
            </p:cNvSpPr>
            <p:nvPr/>
          </p:nvSpPr>
          <p:spPr bwMode="auto">
            <a:xfrm>
              <a:off x="4037" y="501"/>
              <a:ext cx="154"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27" name="Line 37">
              <a:extLst>
                <a:ext uri="{FF2B5EF4-FFF2-40B4-BE49-F238E27FC236}">
                  <a16:creationId xmlns:a16="http://schemas.microsoft.com/office/drawing/2014/main" id="{D38DB585-8714-4B8D-B514-743962E6FB5D}"/>
                </a:ext>
              </a:extLst>
            </p:cNvPr>
            <p:cNvSpPr>
              <a:spLocks noChangeShapeType="1"/>
            </p:cNvSpPr>
            <p:nvPr/>
          </p:nvSpPr>
          <p:spPr bwMode="auto">
            <a:xfrm flipH="1">
              <a:off x="4051" y="843"/>
              <a:ext cx="48" cy="1"/>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28" name="Line 38">
              <a:extLst>
                <a:ext uri="{FF2B5EF4-FFF2-40B4-BE49-F238E27FC236}">
                  <a16:creationId xmlns:a16="http://schemas.microsoft.com/office/drawing/2014/main" id="{E1703BB0-9625-4076-A70C-F1312AE5019A}"/>
                </a:ext>
              </a:extLst>
            </p:cNvPr>
            <p:cNvSpPr>
              <a:spLocks noChangeShapeType="1"/>
            </p:cNvSpPr>
            <p:nvPr/>
          </p:nvSpPr>
          <p:spPr bwMode="auto">
            <a:xfrm>
              <a:off x="1529" y="556"/>
              <a:ext cx="348" cy="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29" name="Freeform 39">
              <a:extLst>
                <a:ext uri="{FF2B5EF4-FFF2-40B4-BE49-F238E27FC236}">
                  <a16:creationId xmlns:a16="http://schemas.microsoft.com/office/drawing/2014/main" id="{890DEF25-8A9F-43D3-970C-5C020C588CDF}"/>
                </a:ext>
              </a:extLst>
            </p:cNvPr>
            <p:cNvSpPr>
              <a:spLocks/>
            </p:cNvSpPr>
            <p:nvPr/>
          </p:nvSpPr>
          <p:spPr bwMode="auto">
            <a:xfrm>
              <a:off x="2814" y="855"/>
              <a:ext cx="84" cy="84"/>
            </a:xfrm>
            <a:custGeom>
              <a:avLst/>
              <a:gdLst>
                <a:gd name="T0" fmla="*/ 0 w 168"/>
                <a:gd name="T1" fmla="*/ 1 h 168"/>
                <a:gd name="T2" fmla="*/ 1 w 168"/>
                <a:gd name="T3" fmla="*/ 1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96"/>
                  </a:lnTo>
                  <a:lnTo>
                    <a:pt x="0" y="0"/>
                  </a:lnTo>
                </a:path>
              </a:pathLst>
            </a:custGeom>
            <a:noFill/>
            <a:ln w="1746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30" name="Freeform 40">
              <a:extLst>
                <a:ext uri="{FF2B5EF4-FFF2-40B4-BE49-F238E27FC236}">
                  <a16:creationId xmlns:a16="http://schemas.microsoft.com/office/drawing/2014/main" id="{F06CE3A7-6978-4AE4-91B6-437776AC29EC}"/>
                </a:ext>
              </a:extLst>
            </p:cNvPr>
            <p:cNvSpPr>
              <a:spLocks/>
            </p:cNvSpPr>
            <p:nvPr/>
          </p:nvSpPr>
          <p:spPr bwMode="auto">
            <a:xfrm>
              <a:off x="3751" y="855"/>
              <a:ext cx="84" cy="84"/>
            </a:xfrm>
            <a:custGeom>
              <a:avLst/>
              <a:gdLst>
                <a:gd name="T0" fmla="*/ 0 w 168"/>
                <a:gd name="T1" fmla="*/ 1 h 168"/>
                <a:gd name="T2" fmla="*/ 1 w 168"/>
                <a:gd name="T3" fmla="*/ 1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96"/>
                  </a:lnTo>
                  <a:lnTo>
                    <a:pt x="0" y="0"/>
                  </a:lnTo>
                </a:path>
              </a:pathLst>
            </a:custGeom>
            <a:noFill/>
            <a:ln w="1746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31" name="Freeform 41">
              <a:extLst>
                <a:ext uri="{FF2B5EF4-FFF2-40B4-BE49-F238E27FC236}">
                  <a16:creationId xmlns:a16="http://schemas.microsoft.com/office/drawing/2014/main" id="{6DE82EDB-C13A-4110-B9A1-524917EA1592}"/>
                </a:ext>
              </a:extLst>
            </p:cNvPr>
            <p:cNvSpPr>
              <a:spLocks/>
            </p:cNvSpPr>
            <p:nvPr/>
          </p:nvSpPr>
          <p:spPr bwMode="auto">
            <a:xfrm>
              <a:off x="1877" y="855"/>
              <a:ext cx="84" cy="84"/>
            </a:xfrm>
            <a:custGeom>
              <a:avLst/>
              <a:gdLst>
                <a:gd name="T0" fmla="*/ 0 w 168"/>
                <a:gd name="T1" fmla="*/ 1 h 168"/>
                <a:gd name="T2" fmla="*/ 1 w 168"/>
                <a:gd name="T3" fmla="*/ 1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96"/>
                  </a:lnTo>
                  <a:lnTo>
                    <a:pt x="0" y="0"/>
                  </a:lnTo>
                </a:path>
              </a:pathLst>
            </a:custGeom>
            <a:noFill/>
            <a:ln w="1746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32" name="Line 42">
              <a:extLst>
                <a:ext uri="{FF2B5EF4-FFF2-40B4-BE49-F238E27FC236}">
                  <a16:creationId xmlns:a16="http://schemas.microsoft.com/office/drawing/2014/main" id="{ACBE9B10-1A42-440A-9FFA-BE7AE4AE1CCB}"/>
                </a:ext>
              </a:extLst>
            </p:cNvPr>
            <p:cNvSpPr>
              <a:spLocks noChangeShapeType="1"/>
            </p:cNvSpPr>
            <p:nvPr/>
          </p:nvSpPr>
          <p:spPr bwMode="auto">
            <a:xfrm>
              <a:off x="1529" y="903"/>
              <a:ext cx="348" cy="1"/>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33" name="Freeform 43">
              <a:extLst>
                <a:ext uri="{FF2B5EF4-FFF2-40B4-BE49-F238E27FC236}">
                  <a16:creationId xmlns:a16="http://schemas.microsoft.com/office/drawing/2014/main" id="{8A3111D6-2C3A-4E50-8003-B19047A89931}"/>
                </a:ext>
              </a:extLst>
            </p:cNvPr>
            <p:cNvSpPr>
              <a:spLocks/>
            </p:cNvSpPr>
            <p:nvPr/>
          </p:nvSpPr>
          <p:spPr bwMode="auto">
            <a:xfrm>
              <a:off x="1679" y="532"/>
              <a:ext cx="36" cy="36"/>
            </a:xfrm>
            <a:custGeom>
              <a:avLst/>
              <a:gdLst>
                <a:gd name="T0" fmla="*/ 0 w 72"/>
                <a:gd name="T1" fmla="*/ 1 h 72"/>
                <a:gd name="T2" fmla="*/ 1 w 72"/>
                <a:gd name="T3" fmla="*/ 1 h 72"/>
                <a:gd name="T4" fmla="*/ 1 w 72"/>
                <a:gd name="T5" fmla="*/ 1 h 72"/>
                <a:gd name="T6" fmla="*/ 1 w 72"/>
                <a:gd name="T7" fmla="*/ 1 h 72"/>
                <a:gd name="T8" fmla="*/ 1 w 72"/>
                <a:gd name="T9" fmla="*/ 1 h 72"/>
                <a:gd name="T10" fmla="*/ 1 w 72"/>
                <a:gd name="T11" fmla="*/ 1 h 72"/>
                <a:gd name="T12" fmla="*/ 1 w 72"/>
                <a:gd name="T13" fmla="*/ 1 h 72"/>
                <a:gd name="T14" fmla="*/ 1 w 72"/>
                <a:gd name="T15" fmla="*/ 1 h 72"/>
                <a:gd name="T16" fmla="*/ 1 w 72"/>
                <a:gd name="T17" fmla="*/ 1 h 72"/>
                <a:gd name="T18" fmla="*/ 1 w 72"/>
                <a:gd name="T19" fmla="*/ 1 h 72"/>
                <a:gd name="T20" fmla="*/ 1 w 72"/>
                <a:gd name="T21" fmla="*/ 1 h 72"/>
                <a:gd name="T22" fmla="*/ 1 w 72"/>
                <a:gd name="T23" fmla="*/ 0 h 72"/>
                <a:gd name="T24" fmla="*/ 1 w 72"/>
                <a:gd name="T25" fmla="*/ 1 h 72"/>
                <a:gd name="T26" fmla="*/ 1 w 72"/>
                <a:gd name="T27" fmla="*/ 1 h 72"/>
                <a:gd name="T28" fmla="*/ 1 w 72"/>
                <a:gd name="T29" fmla="*/ 1 h 72"/>
                <a:gd name="T30" fmla="*/ 1 w 72"/>
                <a:gd name="T31" fmla="*/ 1 h 72"/>
                <a:gd name="T32" fmla="*/ 1 w 72"/>
                <a:gd name="T33" fmla="*/ 1 h 72"/>
                <a:gd name="T34" fmla="*/ 1 w 72"/>
                <a:gd name="T35" fmla="*/ 1 h 72"/>
                <a:gd name="T36" fmla="*/ 1 w 72"/>
                <a:gd name="T37" fmla="*/ 1 h 72"/>
                <a:gd name="T38" fmla="*/ 1 w 72"/>
                <a:gd name="T39" fmla="*/ 1 h 72"/>
                <a:gd name="T40" fmla="*/ 1 w 72"/>
                <a:gd name="T41" fmla="*/ 1 h 72"/>
                <a:gd name="T42" fmla="*/ 1 w 72"/>
                <a:gd name="T43" fmla="*/ 1 h 72"/>
                <a:gd name="T44" fmla="*/ 1 w 72"/>
                <a:gd name="T45" fmla="*/ 1 h 72"/>
                <a:gd name="T46" fmla="*/ 1 w 72"/>
                <a:gd name="T47" fmla="*/ 1 h 72"/>
                <a:gd name="T48" fmla="*/ 1 w 72"/>
                <a:gd name="T49" fmla="*/ 1 h 72"/>
                <a:gd name="T50" fmla="*/ 1 w 72"/>
                <a:gd name="T51" fmla="*/ 1 h 72"/>
                <a:gd name="T52" fmla="*/ 1 w 72"/>
                <a:gd name="T53" fmla="*/ 1 h 72"/>
                <a:gd name="T54" fmla="*/ 1 w 72"/>
                <a:gd name="T55" fmla="*/ 1 h 72"/>
                <a:gd name="T56" fmla="*/ 1 w 72"/>
                <a:gd name="T57" fmla="*/ 1 h 72"/>
                <a:gd name="T58" fmla="*/ 1 w 72"/>
                <a:gd name="T59" fmla="*/ 1 h 72"/>
                <a:gd name="T60" fmla="*/ 1 w 72"/>
                <a:gd name="T61" fmla="*/ 1 h 72"/>
                <a:gd name="T62" fmla="*/ 1 w 72"/>
                <a:gd name="T63" fmla="*/ 1 h 72"/>
                <a:gd name="T64" fmla="*/ 1 w 72"/>
                <a:gd name="T65" fmla="*/ 1 h 72"/>
                <a:gd name="T66" fmla="*/ 1 w 72"/>
                <a:gd name="T67" fmla="*/ 1 h 72"/>
                <a:gd name="T68" fmla="*/ 1 w 72"/>
                <a:gd name="T69" fmla="*/ 1 h 72"/>
                <a:gd name="T70" fmla="*/ 1 w 72"/>
                <a:gd name="T71" fmla="*/ 1 h 72"/>
                <a:gd name="T72" fmla="*/ 1 w 72"/>
                <a:gd name="T73" fmla="*/ 1 h 72"/>
                <a:gd name="T74" fmla="*/ 1 w 72"/>
                <a:gd name="T75" fmla="*/ 1 h 72"/>
                <a:gd name="T76" fmla="*/ 1 w 72"/>
                <a:gd name="T77" fmla="*/ 1 h 72"/>
                <a:gd name="T78" fmla="*/ 1 w 72"/>
                <a:gd name="T79" fmla="*/ 1 h 72"/>
                <a:gd name="T80" fmla="*/ 1 w 72"/>
                <a:gd name="T81" fmla="*/ 1 h 72"/>
                <a:gd name="T82" fmla="*/ 1 w 72"/>
                <a:gd name="T83" fmla="*/ 1 h 72"/>
                <a:gd name="T84" fmla="*/ 1 w 72"/>
                <a:gd name="T85" fmla="*/ 1 h 72"/>
                <a:gd name="T86" fmla="*/ 1 w 72"/>
                <a:gd name="T87" fmla="*/ 1 h 72"/>
                <a:gd name="T88" fmla="*/ 1 w 72"/>
                <a:gd name="T89" fmla="*/ 1 h 72"/>
                <a:gd name="T90" fmla="*/ 1 w 72"/>
                <a:gd name="T91" fmla="*/ 1 h 72"/>
                <a:gd name="T92" fmla="*/ 1 w 72"/>
                <a:gd name="T93" fmla="*/ 1 h 72"/>
                <a:gd name="T94" fmla="*/ 1 w 72"/>
                <a:gd name="T95" fmla="*/ 1 h 72"/>
                <a:gd name="T96" fmla="*/ 1 w 72"/>
                <a:gd name="T97" fmla="*/ 1 h 72"/>
                <a:gd name="T98" fmla="*/ 1 w 72"/>
                <a:gd name="T99" fmla="*/ 1 h 72"/>
                <a:gd name="T100" fmla="*/ 1 w 72"/>
                <a:gd name="T101" fmla="*/ 1 h 72"/>
                <a:gd name="T102" fmla="*/ 1 w 72"/>
                <a:gd name="T103" fmla="*/ 1 h 72"/>
                <a:gd name="T104" fmla="*/ 1 w 72"/>
                <a:gd name="T105" fmla="*/ 1 h 72"/>
                <a:gd name="T106" fmla="*/ 1 w 72"/>
                <a:gd name="T107" fmla="*/ 1 h 72"/>
                <a:gd name="T108" fmla="*/ 1 w 72"/>
                <a:gd name="T109" fmla="*/ 1 h 72"/>
                <a:gd name="T110" fmla="*/ 0 w 72"/>
                <a:gd name="T111" fmla="*/ 1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3"/>
                  </a:moveTo>
                  <a:lnTo>
                    <a:pt x="0" y="30"/>
                  </a:lnTo>
                  <a:lnTo>
                    <a:pt x="0" y="28"/>
                  </a:lnTo>
                  <a:lnTo>
                    <a:pt x="0" y="27"/>
                  </a:lnTo>
                  <a:lnTo>
                    <a:pt x="0" y="25"/>
                  </a:lnTo>
                  <a:lnTo>
                    <a:pt x="1" y="24"/>
                  </a:lnTo>
                  <a:lnTo>
                    <a:pt x="1" y="23"/>
                  </a:lnTo>
                  <a:lnTo>
                    <a:pt x="1" y="22"/>
                  </a:lnTo>
                  <a:lnTo>
                    <a:pt x="3" y="19"/>
                  </a:lnTo>
                  <a:lnTo>
                    <a:pt x="3" y="18"/>
                  </a:lnTo>
                  <a:lnTo>
                    <a:pt x="3" y="17"/>
                  </a:lnTo>
                  <a:lnTo>
                    <a:pt x="4" y="16"/>
                  </a:lnTo>
                  <a:lnTo>
                    <a:pt x="5" y="15"/>
                  </a:lnTo>
                  <a:lnTo>
                    <a:pt x="5" y="13"/>
                  </a:lnTo>
                  <a:lnTo>
                    <a:pt x="6" y="12"/>
                  </a:lnTo>
                  <a:lnTo>
                    <a:pt x="7" y="11"/>
                  </a:lnTo>
                  <a:lnTo>
                    <a:pt x="7" y="10"/>
                  </a:lnTo>
                  <a:lnTo>
                    <a:pt x="9" y="10"/>
                  </a:lnTo>
                  <a:lnTo>
                    <a:pt x="10" y="9"/>
                  </a:lnTo>
                  <a:lnTo>
                    <a:pt x="11" y="7"/>
                  </a:lnTo>
                  <a:lnTo>
                    <a:pt x="12" y="6"/>
                  </a:lnTo>
                  <a:lnTo>
                    <a:pt x="13" y="6"/>
                  </a:lnTo>
                  <a:lnTo>
                    <a:pt x="15" y="5"/>
                  </a:lnTo>
                  <a:lnTo>
                    <a:pt x="16" y="4"/>
                  </a:lnTo>
                  <a:lnTo>
                    <a:pt x="17" y="4"/>
                  </a:lnTo>
                  <a:lnTo>
                    <a:pt x="18" y="3"/>
                  </a:lnTo>
                  <a:lnTo>
                    <a:pt x="19" y="3"/>
                  </a:lnTo>
                  <a:lnTo>
                    <a:pt x="21" y="3"/>
                  </a:lnTo>
                  <a:lnTo>
                    <a:pt x="22" y="1"/>
                  </a:lnTo>
                  <a:lnTo>
                    <a:pt x="23" y="1"/>
                  </a:lnTo>
                  <a:lnTo>
                    <a:pt x="25" y="1"/>
                  </a:lnTo>
                  <a:lnTo>
                    <a:pt x="27" y="1"/>
                  </a:lnTo>
                  <a:lnTo>
                    <a:pt x="28" y="1"/>
                  </a:lnTo>
                  <a:lnTo>
                    <a:pt x="29" y="0"/>
                  </a:lnTo>
                  <a:lnTo>
                    <a:pt x="43" y="0"/>
                  </a:lnTo>
                  <a:lnTo>
                    <a:pt x="45" y="1"/>
                  </a:lnTo>
                  <a:lnTo>
                    <a:pt x="46" y="1"/>
                  </a:lnTo>
                  <a:lnTo>
                    <a:pt x="48" y="1"/>
                  </a:lnTo>
                  <a:lnTo>
                    <a:pt x="49" y="1"/>
                  </a:lnTo>
                  <a:lnTo>
                    <a:pt x="51" y="1"/>
                  </a:lnTo>
                  <a:lnTo>
                    <a:pt x="52" y="3"/>
                  </a:lnTo>
                  <a:lnTo>
                    <a:pt x="53" y="3"/>
                  </a:lnTo>
                  <a:lnTo>
                    <a:pt x="54" y="3"/>
                  </a:lnTo>
                  <a:lnTo>
                    <a:pt x="55" y="4"/>
                  </a:lnTo>
                  <a:lnTo>
                    <a:pt x="57" y="4"/>
                  </a:lnTo>
                  <a:lnTo>
                    <a:pt x="58" y="5"/>
                  </a:lnTo>
                  <a:lnTo>
                    <a:pt x="59" y="6"/>
                  </a:lnTo>
                  <a:lnTo>
                    <a:pt x="60" y="6"/>
                  </a:lnTo>
                  <a:lnTo>
                    <a:pt x="61" y="7"/>
                  </a:lnTo>
                  <a:lnTo>
                    <a:pt x="63" y="9"/>
                  </a:lnTo>
                  <a:lnTo>
                    <a:pt x="64" y="10"/>
                  </a:lnTo>
                  <a:lnTo>
                    <a:pt x="65" y="10"/>
                  </a:lnTo>
                  <a:lnTo>
                    <a:pt x="66" y="11"/>
                  </a:lnTo>
                  <a:lnTo>
                    <a:pt x="66" y="12"/>
                  </a:lnTo>
                  <a:lnTo>
                    <a:pt x="67" y="13"/>
                  </a:lnTo>
                  <a:lnTo>
                    <a:pt x="69" y="15"/>
                  </a:lnTo>
                  <a:lnTo>
                    <a:pt x="69" y="16"/>
                  </a:lnTo>
                  <a:lnTo>
                    <a:pt x="70" y="17"/>
                  </a:lnTo>
                  <a:lnTo>
                    <a:pt x="70" y="18"/>
                  </a:lnTo>
                  <a:lnTo>
                    <a:pt x="71" y="19"/>
                  </a:lnTo>
                  <a:lnTo>
                    <a:pt x="71" y="22"/>
                  </a:lnTo>
                  <a:lnTo>
                    <a:pt x="71" y="23"/>
                  </a:lnTo>
                  <a:lnTo>
                    <a:pt x="72" y="24"/>
                  </a:lnTo>
                  <a:lnTo>
                    <a:pt x="72" y="25"/>
                  </a:lnTo>
                  <a:lnTo>
                    <a:pt x="72" y="27"/>
                  </a:lnTo>
                  <a:lnTo>
                    <a:pt x="72" y="28"/>
                  </a:lnTo>
                  <a:lnTo>
                    <a:pt x="72" y="30"/>
                  </a:lnTo>
                  <a:lnTo>
                    <a:pt x="72" y="43"/>
                  </a:lnTo>
                  <a:lnTo>
                    <a:pt x="72" y="46"/>
                  </a:lnTo>
                  <a:lnTo>
                    <a:pt x="72" y="47"/>
                  </a:lnTo>
                  <a:lnTo>
                    <a:pt x="72" y="48"/>
                  </a:lnTo>
                  <a:lnTo>
                    <a:pt x="72" y="49"/>
                  </a:lnTo>
                  <a:lnTo>
                    <a:pt x="71" y="51"/>
                  </a:lnTo>
                  <a:lnTo>
                    <a:pt x="71" y="52"/>
                  </a:lnTo>
                  <a:lnTo>
                    <a:pt x="71" y="54"/>
                  </a:lnTo>
                  <a:lnTo>
                    <a:pt x="70" y="55"/>
                  </a:lnTo>
                  <a:lnTo>
                    <a:pt x="70" y="57"/>
                  </a:lnTo>
                  <a:lnTo>
                    <a:pt x="69" y="58"/>
                  </a:lnTo>
                  <a:lnTo>
                    <a:pt x="69" y="59"/>
                  </a:lnTo>
                  <a:lnTo>
                    <a:pt x="67" y="60"/>
                  </a:lnTo>
                  <a:lnTo>
                    <a:pt x="66" y="61"/>
                  </a:lnTo>
                  <a:lnTo>
                    <a:pt x="66" y="63"/>
                  </a:lnTo>
                  <a:lnTo>
                    <a:pt x="65" y="64"/>
                  </a:lnTo>
                  <a:lnTo>
                    <a:pt x="64" y="64"/>
                  </a:lnTo>
                  <a:lnTo>
                    <a:pt x="63" y="65"/>
                  </a:lnTo>
                  <a:lnTo>
                    <a:pt x="61" y="66"/>
                  </a:lnTo>
                  <a:lnTo>
                    <a:pt x="60" y="67"/>
                  </a:lnTo>
                  <a:lnTo>
                    <a:pt x="59" y="67"/>
                  </a:lnTo>
                  <a:lnTo>
                    <a:pt x="58" y="69"/>
                  </a:lnTo>
                  <a:lnTo>
                    <a:pt x="57" y="70"/>
                  </a:lnTo>
                  <a:lnTo>
                    <a:pt x="55" y="70"/>
                  </a:lnTo>
                  <a:lnTo>
                    <a:pt x="54" y="71"/>
                  </a:lnTo>
                  <a:lnTo>
                    <a:pt x="53" y="71"/>
                  </a:lnTo>
                  <a:lnTo>
                    <a:pt x="52" y="71"/>
                  </a:lnTo>
                  <a:lnTo>
                    <a:pt x="51" y="72"/>
                  </a:lnTo>
                  <a:lnTo>
                    <a:pt x="49" y="72"/>
                  </a:lnTo>
                  <a:lnTo>
                    <a:pt x="48" y="72"/>
                  </a:lnTo>
                  <a:lnTo>
                    <a:pt x="46" y="72"/>
                  </a:lnTo>
                  <a:lnTo>
                    <a:pt x="45" y="72"/>
                  </a:lnTo>
                  <a:lnTo>
                    <a:pt x="43" y="72"/>
                  </a:lnTo>
                  <a:lnTo>
                    <a:pt x="29" y="72"/>
                  </a:lnTo>
                  <a:lnTo>
                    <a:pt x="28" y="72"/>
                  </a:lnTo>
                  <a:lnTo>
                    <a:pt x="27" y="72"/>
                  </a:lnTo>
                  <a:lnTo>
                    <a:pt x="25" y="72"/>
                  </a:lnTo>
                  <a:lnTo>
                    <a:pt x="23" y="72"/>
                  </a:lnTo>
                  <a:lnTo>
                    <a:pt x="22" y="72"/>
                  </a:lnTo>
                  <a:lnTo>
                    <a:pt x="21" y="71"/>
                  </a:lnTo>
                  <a:lnTo>
                    <a:pt x="19" y="71"/>
                  </a:lnTo>
                  <a:lnTo>
                    <a:pt x="18" y="71"/>
                  </a:lnTo>
                  <a:lnTo>
                    <a:pt x="17" y="70"/>
                  </a:lnTo>
                  <a:lnTo>
                    <a:pt x="16" y="70"/>
                  </a:lnTo>
                  <a:lnTo>
                    <a:pt x="15" y="69"/>
                  </a:lnTo>
                  <a:lnTo>
                    <a:pt x="13" y="67"/>
                  </a:lnTo>
                  <a:lnTo>
                    <a:pt x="12" y="67"/>
                  </a:lnTo>
                  <a:lnTo>
                    <a:pt x="11" y="66"/>
                  </a:lnTo>
                  <a:lnTo>
                    <a:pt x="10" y="65"/>
                  </a:lnTo>
                  <a:lnTo>
                    <a:pt x="9" y="64"/>
                  </a:lnTo>
                  <a:lnTo>
                    <a:pt x="7" y="64"/>
                  </a:lnTo>
                  <a:lnTo>
                    <a:pt x="7" y="63"/>
                  </a:lnTo>
                  <a:lnTo>
                    <a:pt x="6" y="61"/>
                  </a:lnTo>
                  <a:lnTo>
                    <a:pt x="5" y="60"/>
                  </a:lnTo>
                  <a:lnTo>
                    <a:pt x="5" y="59"/>
                  </a:lnTo>
                  <a:lnTo>
                    <a:pt x="4" y="58"/>
                  </a:lnTo>
                  <a:lnTo>
                    <a:pt x="3" y="57"/>
                  </a:lnTo>
                  <a:lnTo>
                    <a:pt x="3" y="55"/>
                  </a:lnTo>
                  <a:lnTo>
                    <a:pt x="3" y="54"/>
                  </a:lnTo>
                  <a:lnTo>
                    <a:pt x="1" y="52"/>
                  </a:lnTo>
                  <a:lnTo>
                    <a:pt x="1" y="51"/>
                  </a:lnTo>
                  <a:lnTo>
                    <a:pt x="1" y="49"/>
                  </a:lnTo>
                  <a:lnTo>
                    <a:pt x="0" y="48"/>
                  </a:lnTo>
                  <a:lnTo>
                    <a:pt x="0" y="47"/>
                  </a:lnTo>
                  <a:lnTo>
                    <a:pt x="0" y="46"/>
                  </a:lnTo>
                  <a:lnTo>
                    <a:pt x="0" y="43"/>
                  </a:lnTo>
                  <a:close/>
                </a:path>
              </a:pathLst>
            </a:custGeom>
            <a:solidFill>
              <a:srgbClr val="000000"/>
            </a:solidFill>
            <a:ln w="17463">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34" name="Rectangle 44">
              <a:extLst>
                <a:ext uri="{FF2B5EF4-FFF2-40B4-BE49-F238E27FC236}">
                  <a16:creationId xmlns:a16="http://schemas.microsoft.com/office/drawing/2014/main" id="{F738DFA4-49C7-472A-BCDD-FB32F0C3737D}"/>
                </a:ext>
              </a:extLst>
            </p:cNvPr>
            <p:cNvSpPr>
              <a:spLocks noChangeArrowheads="1"/>
            </p:cNvSpPr>
            <p:nvPr/>
          </p:nvSpPr>
          <p:spPr bwMode="auto">
            <a:xfrm>
              <a:off x="4038" y="845"/>
              <a:ext cx="154"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35" name="Line 45">
              <a:extLst>
                <a:ext uri="{FF2B5EF4-FFF2-40B4-BE49-F238E27FC236}">
                  <a16:creationId xmlns:a16="http://schemas.microsoft.com/office/drawing/2014/main" id="{B21607B9-513C-4608-AD89-FF9BBE8E71E5}"/>
                </a:ext>
              </a:extLst>
            </p:cNvPr>
            <p:cNvSpPr>
              <a:spLocks noChangeShapeType="1"/>
            </p:cNvSpPr>
            <p:nvPr/>
          </p:nvSpPr>
          <p:spPr bwMode="auto">
            <a:xfrm flipH="1">
              <a:off x="2466" y="903"/>
              <a:ext cx="348" cy="1"/>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36" name="Line 46">
              <a:extLst>
                <a:ext uri="{FF2B5EF4-FFF2-40B4-BE49-F238E27FC236}">
                  <a16:creationId xmlns:a16="http://schemas.microsoft.com/office/drawing/2014/main" id="{F45391D3-1CCA-4FF4-96F6-6F1D3B842796}"/>
                </a:ext>
              </a:extLst>
            </p:cNvPr>
            <p:cNvSpPr>
              <a:spLocks noChangeShapeType="1"/>
            </p:cNvSpPr>
            <p:nvPr/>
          </p:nvSpPr>
          <p:spPr bwMode="auto">
            <a:xfrm flipH="1">
              <a:off x="3403" y="903"/>
              <a:ext cx="348" cy="1"/>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37" name="Freeform 47">
              <a:extLst>
                <a:ext uri="{FF2B5EF4-FFF2-40B4-BE49-F238E27FC236}">
                  <a16:creationId xmlns:a16="http://schemas.microsoft.com/office/drawing/2014/main" id="{997DDCA2-3071-4DE0-BAE5-60009ACC8B46}"/>
                </a:ext>
              </a:extLst>
            </p:cNvPr>
            <p:cNvSpPr>
              <a:spLocks/>
            </p:cNvSpPr>
            <p:nvPr/>
          </p:nvSpPr>
          <p:spPr bwMode="auto">
            <a:xfrm>
              <a:off x="2298" y="555"/>
              <a:ext cx="168" cy="684"/>
            </a:xfrm>
            <a:custGeom>
              <a:avLst/>
              <a:gdLst>
                <a:gd name="T0" fmla="*/ 0 w 337"/>
                <a:gd name="T1" fmla="*/ 0 h 1369"/>
                <a:gd name="T2" fmla="*/ 0 w 337"/>
                <a:gd name="T3" fmla="*/ 0 h 1369"/>
                <a:gd name="T4" fmla="*/ 0 w 337"/>
                <a:gd name="T5" fmla="*/ 0 h 1369"/>
                <a:gd name="T6" fmla="*/ 0 60000 65536"/>
                <a:gd name="T7" fmla="*/ 0 60000 65536"/>
                <a:gd name="T8" fmla="*/ 0 60000 65536"/>
                <a:gd name="T9" fmla="*/ 0 w 337"/>
                <a:gd name="T10" fmla="*/ 0 h 1369"/>
                <a:gd name="T11" fmla="*/ 337 w 337"/>
                <a:gd name="T12" fmla="*/ 1369 h 1369"/>
              </a:gdLst>
              <a:ahLst/>
              <a:cxnLst>
                <a:cxn ang="T6">
                  <a:pos x="T0" y="T1"/>
                </a:cxn>
                <a:cxn ang="T7">
                  <a:pos x="T2" y="T3"/>
                </a:cxn>
                <a:cxn ang="T8">
                  <a:pos x="T4" y="T5"/>
                </a:cxn>
              </a:cxnLst>
              <a:rect l="T9" t="T10" r="T11" b="T12"/>
              <a:pathLst>
                <a:path w="337" h="1369">
                  <a:moveTo>
                    <a:pt x="337" y="1369"/>
                  </a:moveTo>
                  <a:lnTo>
                    <a:pt x="337" y="0"/>
                  </a:lnTo>
                  <a:lnTo>
                    <a:pt x="0" y="0"/>
                  </a:lnTo>
                </a:path>
              </a:pathLst>
            </a:custGeom>
            <a:noFill/>
            <a:ln w="1746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38" name="Freeform 48">
              <a:extLst>
                <a:ext uri="{FF2B5EF4-FFF2-40B4-BE49-F238E27FC236}">
                  <a16:creationId xmlns:a16="http://schemas.microsoft.com/office/drawing/2014/main" id="{A4447D0C-0DE7-41B8-921C-359D001805CA}"/>
                </a:ext>
              </a:extLst>
            </p:cNvPr>
            <p:cNvSpPr>
              <a:spLocks/>
            </p:cNvSpPr>
            <p:nvPr/>
          </p:nvSpPr>
          <p:spPr bwMode="auto">
            <a:xfrm>
              <a:off x="3234" y="555"/>
              <a:ext cx="169" cy="684"/>
            </a:xfrm>
            <a:custGeom>
              <a:avLst/>
              <a:gdLst>
                <a:gd name="T0" fmla="*/ 1 w 336"/>
                <a:gd name="T1" fmla="*/ 0 h 1369"/>
                <a:gd name="T2" fmla="*/ 1 w 336"/>
                <a:gd name="T3" fmla="*/ 0 h 1369"/>
                <a:gd name="T4" fmla="*/ 0 w 336"/>
                <a:gd name="T5" fmla="*/ 0 h 1369"/>
                <a:gd name="T6" fmla="*/ 0 60000 65536"/>
                <a:gd name="T7" fmla="*/ 0 60000 65536"/>
                <a:gd name="T8" fmla="*/ 0 60000 65536"/>
                <a:gd name="T9" fmla="*/ 0 w 336"/>
                <a:gd name="T10" fmla="*/ 0 h 1369"/>
                <a:gd name="T11" fmla="*/ 336 w 336"/>
                <a:gd name="T12" fmla="*/ 1369 h 1369"/>
              </a:gdLst>
              <a:ahLst/>
              <a:cxnLst>
                <a:cxn ang="T6">
                  <a:pos x="T0" y="T1"/>
                </a:cxn>
                <a:cxn ang="T7">
                  <a:pos x="T2" y="T3"/>
                </a:cxn>
                <a:cxn ang="T8">
                  <a:pos x="T4" y="T5"/>
                </a:cxn>
              </a:cxnLst>
              <a:rect l="T9" t="T10" r="T11" b="T12"/>
              <a:pathLst>
                <a:path w="336" h="1369">
                  <a:moveTo>
                    <a:pt x="336" y="1369"/>
                  </a:moveTo>
                  <a:lnTo>
                    <a:pt x="336" y="0"/>
                  </a:lnTo>
                  <a:lnTo>
                    <a:pt x="0" y="0"/>
                  </a:lnTo>
                </a:path>
              </a:pathLst>
            </a:custGeom>
            <a:noFill/>
            <a:ln w="1746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39" name="Freeform 49">
              <a:extLst>
                <a:ext uri="{FF2B5EF4-FFF2-40B4-BE49-F238E27FC236}">
                  <a16:creationId xmlns:a16="http://schemas.microsoft.com/office/drawing/2014/main" id="{B3AC463D-DF56-44B1-82C7-EB99AF8FB986}"/>
                </a:ext>
              </a:extLst>
            </p:cNvPr>
            <p:cNvSpPr>
              <a:spLocks/>
            </p:cNvSpPr>
            <p:nvPr/>
          </p:nvSpPr>
          <p:spPr bwMode="auto">
            <a:xfrm>
              <a:off x="4171" y="555"/>
              <a:ext cx="168" cy="684"/>
            </a:xfrm>
            <a:custGeom>
              <a:avLst/>
              <a:gdLst>
                <a:gd name="T0" fmla="*/ 1 w 336"/>
                <a:gd name="T1" fmla="*/ 0 h 1369"/>
                <a:gd name="T2" fmla="*/ 1 w 336"/>
                <a:gd name="T3" fmla="*/ 0 h 1369"/>
                <a:gd name="T4" fmla="*/ 0 w 336"/>
                <a:gd name="T5" fmla="*/ 0 h 1369"/>
                <a:gd name="T6" fmla="*/ 0 60000 65536"/>
                <a:gd name="T7" fmla="*/ 0 60000 65536"/>
                <a:gd name="T8" fmla="*/ 0 60000 65536"/>
                <a:gd name="T9" fmla="*/ 0 w 336"/>
                <a:gd name="T10" fmla="*/ 0 h 1369"/>
                <a:gd name="T11" fmla="*/ 336 w 336"/>
                <a:gd name="T12" fmla="*/ 1369 h 1369"/>
              </a:gdLst>
              <a:ahLst/>
              <a:cxnLst>
                <a:cxn ang="T6">
                  <a:pos x="T0" y="T1"/>
                </a:cxn>
                <a:cxn ang="T7">
                  <a:pos x="T2" y="T3"/>
                </a:cxn>
                <a:cxn ang="T8">
                  <a:pos x="T4" y="T5"/>
                </a:cxn>
              </a:cxnLst>
              <a:rect l="T9" t="T10" r="T11" b="T12"/>
              <a:pathLst>
                <a:path w="336" h="1369">
                  <a:moveTo>
                    <a:pt x="336" y="1369"/>
                  </a:moveTo>
                  <a:lnTo>
                    <a:pt x="336" y="0"/>
                  </a:lnTo>
                  <a:lnTo>
                    <a:pt x="0" y="0"/>
                  </a:lnTo>
                </a:path>
              </a:pathLst>
            </a:custGeom>
            <a:noFill/>
            <a:ln w="1746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40" name="Freeform 50">
              <a:extLst>
                <a:ext uri="{FF2B5EF4-FFF2-40B4-BE49-F238E27FC236}">
                  <a16:creationId xmlns:a16="http://schemas.microsoft.com/office/drawing/2014/main" id="{DD20B636-0693-4078-AA4C-CD284361F253}"/>
                </a:ext>
              </a:extLst>
            </p:cNvPr>
            <p:cNvSpPr>
              <a:spLocks/>
            </p:cNvSpPr>
            <p:nvPr/>
          </p:nvSpPr>
          <p:spPr bwMode="auto">
            <a:xfrm>
              <a:off x="1697" y="218"/>
              <a:ext cx="2054" cy="337"/>
            </a:xfrm>
            <a:custGeom>
              <a:avLst/>
              <a:gdLst>
                <a:gd name="T0" fmla="*/ 1 w 4108"/>
                <a:gd name="T1" fmla="*/ 1 h 672"/>
                <a:gd name="T2" fmla="*/ 1 w 4108"/>
                <a:gd name="T3" fmla="*/ 1 h 672"/>
                <a:gd name="T4" fmla="*/ 1 w 4108"/>
                <a:gd name="T5" fmla="*/ 0 h 672"/>
                <a:gd name="T6" fmla="*/ 0 w 4108"/>
                <a:gd name="T7" fmla="*/ 0 h 672"/>
                <a:gd name="T8" fmla="*/ 0 w 4108"/>
                <a:gd name="T9" fmla="*/ 1 h 672"/>
                <a:gd name="T10" fmla="*/ 0 60000 65536"/>
                <a:gd name="T11" fmla="*/ 0 60000 65536"/>
                <a:gd name="T12" fmla="*/ 0 60000 65536"/>
                <a:gd name="T13" fmla="*/ 0 60000 65536"/>
                <a:gd name="T14" fmla="*/ 0 60000 65536"/>
                <a:gd name="T15" fmla="*/ 0 w 4108"/>
                <a:gd name="T16" fmla="*/ 0 h 672"/>
                <a:gd name="T17" fmla="*/ 4108 w 4108"/>
                <a:gd name="T18" fmla="*/ 672 h 672"/>
              </a:gdLst>
              <a:ahLst/>
              <a:cxnLst>
                <a:cxn ang="T10">
                  <a:pos x="T0" y="T1"/>
                </a:cxn>
                <a:cxn ang="T11">
                  <a:pos x="T2" y="T3"/>
                </a:cxn>
                <a:cxn ang="T12">
                  <a:pos x="T4" y="T5"/>
                </a:cxn>
                <a:cxn ang="T13">
                  <a:pos x="T6" y="T7"/>
                </a:cxn>
                <a:cxn ang="T14">
                  <a:pos x="T8" y="T9"/>
                </a:cxn>
              </a:cxnLst>
              <a:rect l="T15" t="T16" r="T17" b="T18"/>
              <a:pathLst>
                <a:path w="4108" h="672">
                  <a:moveTo>
                    <a:pt x="4108" y="672"/>
                  </a:moveTo>
                  <a:lnTo>
                    <a:pt x="3748" y="672"/>
                  </a:lnTo>
                  <a:lnTo>
                    <a:pt x="3748" y="0"/>
                  </a:lnTo>
                  <a:lnTo>
                    <a:pt x="0" y="0"/>
                  </a:lnTo>
                  <a:lnTo>
                    <a:pt x="0" y="672"/>
                  </a:lnTo>
                </a:path>
              </a:pathLst>
            </a:custGeom>
            <a:noFill/>
            <a:ln w="1746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41" name="Freeform 51">
              <a:extLst>
                <a:ext uri="{FF2B5EF4-FFF2-40B4-BE49-F238E27FC236}">
                  <a16:creationId xmlns:a16="http://schemas.microsoft.com/office/drawing/2014/main" id="{F631596C-5579-4301-9F82-4AC5C1C1A371}"/>
                </a:ext>
              </a:extLst>
            </p:cNvPr>
            <p:cNvSpPr>
              <a:spLocks/>
            </p:cNvSpPr>
            <p:nvPr/>
          </p:nvSpPr>
          <p:spPr bwMode="auto">
            <a:xfrm>
              <a:off x="2634" y="218"/>
              <a:ext cx="180" cy="337"/>
            </a:xfrm>
            <a:custGeom>
              <a:avLst/>
              <a:gdLst>
                <a:gd name="T0" fmla="*/ 1 w 360"/>
                <a:gd name="T1" fmla="*/ 1 h 672"/>
                <a:gd name="T2" fmla="*/ 0 w 360"/>
                <a:gd name="T3" fmla="*/ 1 h 672"/>
                <a:gd name="T4" fmla="*/ 0 w 360"/>
                <a:gd name="T5" fmla="*/ 0 h 672"/>
                <a:gd name="T6" fmla="*/ 0 60000 65536"/>
                <a:gd name="T7" fmla="*/ 0 60000 65536"/>
                <a:gd name="T8" fmla="*/ 0 60000 65536"/>
                <a:gd name="T9" fmla="*/ 0 w 360"/>
                <a:gd name="T10" fmla="*/ 0 h 672"/>
                <a:gd name="T11" fmla="*/ 360 w 360"/>
                <a:gd name="T12" fmla="*/ 672 h 672"/>
              </a:gdLst>
              <a:ahLst/>
              <a:cxnLst>
                <a:cxn ang="T6">
                  <a:pos x="T0" y="T1"/>
                </a:cxn>
                <a:cxn ang="T7">
                  <a:pos x="T2" y="T3"/>
                </a:cxn>
                <a:cxn ang="T8">
                  <a:pos x="T4" y="T5"/>
                </a:cxn>
              </a:cxnLst>
              <a:rect l="T9" t="T10" r="T11" b="T12"/>
              <a:pathLst>
                <a:path w="360" h="672">
                  <a:moveTo>
                    <a:pt x="360" y="672"/>
                  </a:moveTo>
                  <a:lnTo>
                    <a:pt x="0" y="672"/>
                  </a:lnTo>
                  <a:lnTo>
                    <a:pt x="0" y="0"/>
                  </a:lnTo>
                </a:path>
              </a:pathLst>
            </a:custGeom>
            <a:noFill/>
            <a:ln w="1746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42" name="Rectangle 52">
              <a:extLst>
                <a:ext uri="{FF2B5EF4-FFF2-40B4-BE49-F238E27FC236}">
                  <a16:creationId xmlns:a16="http://schemas.microsoft.com/office/drawing/2014/main" id="{92BBCA72-908C-4EFB-B152-90AD7C9ABEB8}"/>
                </a:ext>
              </a:extLst>
            </p:cNvPr>
            <p:cNvSpPr>
              <a:spLocks noChangeArrowheads="1"/>
            </p:cNvSpPr>
            <p:nvPr/>
          </p:nvSpPr>
          <p:spPr bwMode="auto">
            <a:xfrm>
              <a:off x="1414" y="495"/>
              <a:ext cx="130"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43" name="Rectangle 53">
              <a:extLst>
                <a:ext uri="{FF2B5EF4-FFF2-40B4-BE49-F238E27FC236}">
                  <a16:creationId xmlns:a16="http://schemas.microsoft.com/office/drawing/2014/main" id="{9968C84F-1787-4A69-8701-02108543AF80}"/>
                </a:ext>
              </a:extLst>
            </p:cNvPr>
            <p:cNvSpPr>
              <a:spLocks noChangeArrowheads="1"/>
            </p:cNvSpPr>
            <p:nvPr/>
          </p:nvSpPr>
          <p:spPr bwMode="auto">
            <a:xfrm>
              <a:off x="2395" y="1275"/>
              <a:ext cx="154"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44" name="Rectangle 54">
              <a:extLst>
                <a:ext uri="{FF2B5EF4-FFF2-40B4-BE49-F238E27FC236}">
                  <a16:creationId xmlns:a16="http://schemas.microsoft.com/office/drawing/2014/main" id="{88A2FC93-219F-4DEE-87AC-4F18B8C97704}"/>
                </a:ext>
              </a:extLst>
            </p:cNvPr>
            <p:cNvSpPr>
              <a:spLocks noChangeArrowheads="1"/>
            </p:cNvSpPr>
            <p:nvPr/>
          </p:nvSpPr>
          <p:spPr bwMode="auto">
            <a:xfrm>
              <a:off x="2477" y="1329"/>
              <a:ext cx="102" cy="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45" name="Rectangle 55">
              <a:extLst>
                <a:ext uri="{FF2B5EF4-FFF2-40B4-BE49-F238E27FC236}">
                  <a16:creationId xmlns:a16="http://schemas.microsoft.com/office/drawing/2014/main" id="{928FD277-FEC4-4485-938D-11265A854ADA}"/>
                </a:ext>
              </a:extLst>
            </p:cNvPr>
            <p:cNvSpPr>
              <a:spLocks noChangeArrowheads="1"/>
            </p:cNvSpPr>
            <p:nvPr/>
          </p:nvSpPr>
          <p:spPr bwMode="auto">
            <a:xfrm>
              <a:off x="3329" y="1275"/>
              <a:ext cx="154"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46" name="Rectangle 56">
              <a:extLst>
                <a:ext uri="{FF2B5EF4-FFF2-40B4-BE49-F238E27FC236}">
                  <a16:creationId xmlns:a16="http://schemas.microsoft.com/office/drawing/2014/main" id="{0C524E04-6783-435F-A05F-BB5FAC50CCDB}"/>
                </a:ext>
              </a:extLst>
            </p:cNvPr>
            <p:cNvSpPr>
              <a:spLocks noChangeArrowheads="1"/>
            </p:cNvSpPr>
            <p:nvPr/>
          </p:nvSpPr>
          <p:spPr bwMode="auto">
            <a:xfrm>
              <a:off x="3412" y="1329"/>
              <a:ext cx="102" cy="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47" name="Rectangle 57">
              <a:extLst>
                <a:ext uri="{FF2B5EF4-FFF2-40B4-BE49-F238E27FC236}">
                  <a16:creationId xmlns:a16="http://schemas.microsoft.com/office/drawing/2014/main" id="{8D5447F3-0447-488C-A33A-74D3075FCAF5}"/>
                </a:ext>
              </a:extLst>
            </p:cNvPr>
            <p:cNvSpPr>
              <a:spLocks noChangeArrowheads="1"/>
            </p:cNvSpPr>
            <p:nvPr/>
          </p:nvSpPr>
          <p:spPr bwMode="auto">
            <a:xfrm>
              <a:off x="4266" y="1275"/>
              <a:ext cx="154"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48" name="Rectangle 58">
              <a:extLst>
                <a:ext uri="{FF2B5EF4-FFF2-40B4-BE49-F238E27FC236}">
                  <a16:creationId xmlns:a16="http://schemas.microsoft.com/office/drawing/2014/main" id="{E3DB4B9D-EEF1-433F-BB01-3DC11A5C2174}"/>
                </a:ext>
              </a:extLst>
            </p:cNvPr>
            <p:cNvSpPr>
              <a:spLocks noChangeArrowheads="1"/>
            </p:cNvSpPr>
            <p:nvPr/>
          </p:nvSpPr>
          <p:spPr bwMode="auto">
            <a:xfrm>
              <a:off x="4348" y="1329"/>
              <a:ext cx="102" cy="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49" name="Rectangle 59">
              <a:extLst>
                <a:ext uri="{FF2B5EF4-FFF2-40B4-BE49-F238E27FC236}">
                  <a16:creationId xmlns:a16="http://schemas.microsoft.com/office/drawing/2014/main" id="{840A5447-B2EA-45C5-BC2B-C05EB2289E43}"/>
                </a:ext>
              </a:extLst>
            </p:cNvPr>
            <p:cNvSpPr>
              <a:spLocks noChangeArrowheads="1"/>
            </p:cNvSpPr>
            <p:nvPr/>
          </p:nvSpPr>
          <p:spPr bwMode="auto">
            <a:xfrm>
              <a:off x="2546" y="1566"/>
              <a:ext cx="646"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Helvetica" panose="020B0604020202020204" pitchFamily="34" charset="0"/>
                  <a:ea typeface="MS PGothic" panose="020B0600070205080204" pitchFamily="34" charset="-128"/>
                  <a:cs typeface="+mn-cs"/>
                </a:rPr>
                <a:t>(a) Circuit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50" name="Rectangle 60">
              <a:extLst>
                <a:ext uri="{FF2B5EF4-FFF2-40B4-BE49-F238E27FC236}">
                  <a16:creationId xmlns:a16="http://schemas.microsoft.com/office/drawing/2014/main" id="{04FB3BA6-EE16-4FEE-A551-8FEFC80B8297}"/>
                </a:ext>
              </a:extLst>
            </p:cNvPr>
            <p:cNvSpPr>
              <a:spLocks noChangeArrowheads="1"/>
            </p:cNvSpPr>
            <p:nvPr/>
          </p:nvSpPr>
          <p:spPr bwMode="auto">
            <a:xfrm>
              <a:off x="672" y="1954"/>
              <a:ext cx="342"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51" name="Rectangle 61">
              <a:extLst>
                <a:ext uri="{FF2B5EF4-FFF2-40B4-BE49-F238E27FC236}">
                  <a16:creationId xmlns:a16="http://schemas.microsoft.com/office/drawing/2014/main" id="{17FBC062-6BDB-4966-9EB2-FEA6065B3BEA}"/>
                </a:ext>
              </a:extLst>
            </p:cNvPr>
            <p:cNvSpPr>
              <a:spLocks noChangeArrowheads="1"/>
            </p:cNvSpPr>
            <p:nvPr/>
          </p:nvSpPr>
          <p:spPr bwMode="auto">
            <a:xfrm>
              <a:off x="794" y="2274"/>
              <a:ext cx="154"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52" name="Rectangle 62">
              <a:extLst>
                <a:ext uri="{FF2B5EF4-FFF2-40B4-BE49-F238E27FC236}">
                  <a16:creationId xmlns:a16="http://schemas.microsoft.com/office/drawing/2014/main" id="{2A4AB052-1B5C-43A0-8A77-803C21AAAD0D}"/>
                </a:ext>
              </a:extLst>
            </p:cNvPr>
            <p:cNvSpPr>
              <a:spLocks noChangeArrowheads="1"/>
            </p:cNvSpPr>
            <p:nvPr/>
          </p:nvSpPr>
          <p:spPr bwMode="auto">
            <a:xfrm>
              <a:off x="876" y="2329"/>
              <a:ext cx="102" cy="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53" name="Rectangle 63">
              <a:extLst>
                <a:ext uri="{FF2B5EF4-FFF2-40B4-BE49-F238E27FC236}">
                  <a16:creationId xmlns:a16="http://schemas.microsoft.com/office/drawing/2014/main" id="{23E80FC6-A6AB-42BC-A7AE-B7D4E6FD9EDF}"/>
                </a:ext>
              </a:extLst>
            </p:cNvPr>
            <p:cNvSpPr>
              <a:spLocks noChangeArrowheads="1"/>
            </p:cNvSpPr>
            <p:nvPr/>
          </p:nvSpPr>
          <p:spPr bwMode="auto">
            <a:xfrm>
              <a:off x="794" y="2615"/>
              <a:ext cx="154"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54" name="Rectangle 64">
              <a:extLst>
                <a:ext uri="{FF2B5EF4-FFF2-40B4-BE49-F238E27FC236}">
                  <a16:creationId xmlns:a16="http://schemas.microsoft.com/office/drawing/2014/main" id="{A124EFEB-3AD5-4AE3-A189-684358E2F441}"/>
                </a:ext>
              </a:extLst>
            </p:cNvPr>
            <p:cNvSpPr>
              <a:spLocks noChangeArrowheads="1"/>
            </p:cNvSpPr>
            <p:nvPr/>
          </p:nvSpPr>
          <p:spPr bwMode="auto">
            <a:xfrm>
              <a:off x="876" y="2669"/>
              <a:ext cx="102" cy="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55" name="Rectangle 65">
              <a:extLst>
                <a:ext uri="{FF2B5EF4-FFF2-40B4-BE49-F238E27FC236}">
                  <a16:creationId xmlns:a16="http://schemas.microsoft.com/office/drawing/2014/main" id="{347B2EBC-E39C-4570-A03E-D52E3FE2A5FB}"/>
                </a:ext>
              </a:extLst>
            </p:cNvPr>
            <p:cNvSpPr>
              <a:spLocks noChangeArrowheads="1"/>
            </p:cNvSpPr>
            <p:nvPr/>
          </p:nvSpPr>
          <p:spPr bwMode="auto">
            <a:xfrm>
              <a:off x="794" y="2954"/>
              <a:ext cx="154"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56" name="Rectangle 66">
              <a:extLst>
                <a:ext uri="{FF2B5EF4-FFF2-40B4-BE49-F238E27FC236}">
                  <a16:creationId xmlns:a16="http://schemas.microsoft.com/office/drawing/2014/main" id="{24F51BF3-44FB-4DB9-B9F7-506503EF9A06}"/>
                </a:ext>
              </a:extLst>
            </p:cNvPr>
            <p:cNvSpPr>
              <a:spLocks noChangeArrowheads="1"/>
            </p:cNvSpPr>
            <p:nvPr/>
          </p:nvSpPr>
          <p:spPr bwMode="auto">
            <a:xfrm>
              <a:off x="876" y="3009"/>
              <a:ext cx="102" cy="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57" name="Rectangle 67">
              <a:extLst>
                <a:ext uri="{FF2B5EF4-FFF2-40B4-BE49-F238E27FC236}">
                  <a16:creationId xmlns:a16="http://schemas.microsoft.com/office/drawing/2014/main" id="{255E4478-B837-45B5-8487-0365A33F2975}"/>
                </a:ext>
              </a:extLst>
            </p:cNvPr>
            <p:cNvSpPr>
              <a:spLocks noChangeArrowheads="1"/>
            </p:cNvSpPr>
            <p:nvPr/>
          </p:nvSpPr>
          <p:spPr bwMode="auto">
            <a:xfrm>
              <a:off x="666" y="3267"/>
              <a:ext cx="349"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Count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58" name="Rectangle 68">
              <a:extLst>
                <a:ext uri="{FF2B5EF4-FFF2-40B4-BE49-F238E27FC236}">
                  <a16:creationId xmlns:a16="http://schemas.microsoft.com/office/drawing/2014/main" id="{3B6FC866-C365-4E3C-A0A9-2FBF2EA0C979}"/>
                </a:ext>
              </a:extLst>
            </p:cNvPr>
            <p:cNvSpPr>
              <a:spLocks noChangeArrowheads="1"/>
            </p:cNvSpPr>
            <p:nvPr/>
          </p:nvSpPr>
          <p:spPr bwMode="auto">
            <a:xfrm>
              <a:off x="1116" y="3267"/>
              <a:ext cx="130"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59" name="Rectangle 69">
              <a:extLst>
                <a:ext uri="{FF2B5EF4-FFF2-40B4-BE49-F238E27FC236}">
                  <a16:creationId xmlns:a16="http://schemas.microsoft.com/office/drawing/2014/main" id="{40C80C68-644B-4EAB-A06F-853E7A7317C0}"/>
                </a:ext>
              </a:extLst>
            </p:cNvPr>
            <p:cNvSpPr>
              <a:spLocks noChangeArrowheads="1"/>
            </p:cNvSpPr>
            <p:nvPr/>
          </p:nvSpPr>
          <p:spPr bwMode="auto">
            <a:xfrm>
              <a:off x="1436" y="3267"/>
              <a:ext cx="130"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7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60" name="Rectangle 70">
              <a:extLst>
                <a:ext uri="{FF2B5EF4-FFF2-40B4-BE49-F238E27FC236}">
                  <a16:creationId xmlns:a16="http://schemas.microsoft.com/office/drawing/2014/main" id="{7B94D1BB-E7BE-439A-87BD-E530F0802C50}"/>
                </a:ext>
              </a:extLst>
            </p:cNvPr>
            <p:cNvSpPr>
              <a:spLocks noChangeArrowheads="1"/>
            </p:cNvSpPr>
            <p:nvPr/>
          </p:nvSpPr>
          <p:spPr bwMode="auto">
            <a:xfrm>
              <a:off x="1907" y="3267"/>
              <a:ext cx="130"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6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61" name="Rectangle 71">
              <a:extLst>
                <a:ext uri="{FF2B5EF4-FFF2-40B4-BE49-F238E27FC236}">
                  <a16:creationId xmlns:a16="http://schemas.microsoft.com/office/drawing/2014/main" id="{40E5F549-C983-4139-8137-6871FC18D68A}"/>
                </a:ext>
              </a:extLst>
            </p:cNvPr>
            <p:cNvSpPr>
              <a:spLocks noChangeArrowheads="1"/>
            </p:cNvSpPr>
            <p:nvPr/>
          </p:nvSpPr>
          <p:spPr bwMode="auto">
            <a:xfrm>
              <a:off x="2370" y="3267"/>
              <a:ext cx="130"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5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62" name="Rectangle 72">
              <a:extLst>
                <a:ext uri="{FF2B5EF4-FFF2-40B4-BE49-F238E27FC236}">
                  <a16:creationId xmlns:a16="http://schemas.microsoft.com/office/drawing/2014/main" id="{7D65000C-D3C7-4E9C-BD1D-18051CCE9B49}"/>
                </a:ext>
              </a:extLst>
            </p:cNvPr>
            <p:cNvSpPr>
              <a:spLocks noChangeArrowheads="1"/>
            </p:cNvSpPr>
            <p:nvPr/>
          </p:nvSpPr>
          <p:spPr bwMode="auto">
            <a:xfrm>
              <a:off x="2835" y="3267"/>
              <a:ext cx="130"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4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63" name="Rectangle 73">
              <a:extLst>
                <a:ext uri="{FF2B5EF4-FFF2-40B4-BE49-F238E27FC236}">
                  <a16:creationId xmlns:a16="http://schemas.microsoft.com/office/drawing/2014/main" id="{27129384-93B1-4905-80E4-ECDAEF255C99}"/>
                </a:ext>
              </a:extLst>
            </p:cNvPr>
            <p:cNvSpPr>
              <a:spLocks noChangeArrowheads="1"/>
            </p:cNvSpPr>
            <p:nvPr/>
          </p:nvSpPr>
          <p:spPr bwMode="auto">
            <a:xfrm>
              <a:off x="3299" y="3267"/>
              <a:ext cx="130"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3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64" name="Rectangle 74">
              <a:extLst>
                <a:ext uri="{FF2B5EF4-FFF2-40B4-BE49-F238E27FC236}">
                  <a16:creationId xmlns:a16="http://schemas.microsoft.com/office/drawing/2014/main" id="{92340771-CE02-419B-954F-7F92DA8AFF71}"/>
                </a:ext>
              </a:extLst>
            </p:cNvPr>
            <p:cNvSpPr>
              <a:spLocks noChangeArrowheads="1"/>
            </p:cNvSpPr>
            <p:nvPr/>
          </p:nvSpPr>
          <p:spPr bwMode="auto">
            <a:xfrm>
              <a:off x="3764" y="3267"/>
              <a:ext cx="130"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65" name="Rectangle 75">
              <a:extLst>
                <a:ext uri="{FF2B5EF4-FFF2-40B4-BE49-F238E27FC236}">
                  <a16:creationId xmlns:a16="http://schemas.microsoft.com/office/drawing/2014/main" id="{FCC4766B-7081-4CDF-9019-10E80560B3E1}"/>
                </a:ext>
              </a:extLst>
            </p:cNvPr>
            <p:cNvSpPr>
              <a:spLocks noChangeArrowheads="1"/>
            </p:cNvSpPr>
            <p:nvPr/>
          </p:nvSpPr>
          <p:spPr bwMode="auto">
            <a:xfrm>
              <a:off x="4233" y="3267"/>
              <a:ext cx="130"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66" name="Rectangle 76">
              <a:extLst>
                <a:ext uri="{FF2B5EF4-FFF2-40B4-BE49-F238E27FC236}">
                  <a16:creationId xmlns:a16="http://schemas.microsoft.com/office/drawing/2014/main" id="{E6AB367E-D3B4-4A94-9BCA-84E2C195F7C5}"/>
                </a:ext>
              </a:extLst>
            </p:cNvPr>
            <p:cNvSpPr>
              <a:spLocks noChangeArrowheads="1"/>
            </p:cNvSpPr>
            <p:nvPr/>
          </p:nvSpPr>
          <p:spPr bwMode="auto">
            <a:xfrm>
              <a:off x="4691" y="3267"/>
              <a:ext cx="130"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67" name="Freeform 77">
              <a:extLst>
                <a:ext uri="{FF2B5EF4-FFF2-40B4-BE49-F238E27FC236}">
                  <a16:creationId xmlns:a16="http://schemas.microsoft.com/office/drawing/2014/main" id="{A713EFBD-84EC-43CF-B701-05EBAD737F39}"/>
                </a:ext>
              </a:extLst>
            </p:cNvPr>
            <p:cNvSpPr>
              <a:spLocks/>
            </p:cNvSpPr>
            <p:nvPr/>
          </p:nvSpPr>
          <p:spPr bwMode="auto">
            <a:xfrm>
              <a:off x="2454" y="891"/>
              <a:ext cx="24" cy="24"/>
            </a:xfrm>
            <a:custGeom>
              <a:avLst/>
              <a:gdLst>
                <a:gd name="T0" fmla="*/ 0 w 48"/>
                <a:gd name="T1" fmla="*/ 1 h 48"/>
                <a:gd name="T2" fmla="*/ 1 w 48"/>
                <a:gd name="T3" fmla="*/ 1 h 48"/>
                <a:gd name="T4" fmla="*/ 1 w 48"/>
                <a:gd name="T5" fmla="*/ 1 h 48"/>
                <a:gd name="T6" fmla="*/ 1 w 48"/>
                <a:gd name="T7" fmla="*/ 1 h 48"/>
                <a:gd name="T8" fmla="*/ 1 w 48"/>
                <a:gd name="T9" fmla="*/ 1 h 48"/>
                <a:gd name="T10" fmla="*/ 1 w 48"/>
                <a:gd name="T11" fmla="*/ 1 h 48"/>
                <a:gd name="T12" fmla="*/ 1 w 48"/>
                <a:gd name="T13" fmla="*/ 1 h 48"/>
                <a:gd name="T14" fmla="*/ 1 w 48"/>
                <a:gd name="T15" fmla="*/ 1 h 48"/>
                <a:gd name="T16" fmla="*/ 1 w 48"/>
                <a:gd name="T17" fmla="*/ 1 h 48"/>
                <a:gd name="T18" fmla="*/ 1 w 48"/>
                <a:gd name="T19" fmla="*/ 1 h 48"/>
                <a:gd name="T20" fmla="*/ 1 w 48"/>
                <a:gd name="T21" fmla="*/ 1 h 48"/>
                <a:gd name="T22" fmla="*/ 1 w 48"/>
                <a:gd name="T23" fmla="*/ 0 h 48"/>
                <a:gd name="T24" fmla="*/ 1 w 48"/>
                <a:gd name="T25" fmla="*/ 1 h 48"/>
                <a:gd name="T26" fmla="*/ 1 w 48"/>
                <a:gd name="T27" fmla="*/ 1 h 48"/>
                <a:gd name="T28" fmla="*/ 1 w 48"/>
                <a:gd name="T29" fmla="*/ 1 h 48"/>
                <a:gd name="T30" fmla="*/ 1 w 48"/>
                <a:gd name="T31" fmla="*/ 1 h 48"/>
                <a:gd name="T32" fmla="*/ 1 w 48"/>
                <a:gd name="T33" fmla="*/ 1 h 48"/>
                <a:gd name="T34" fmla="*/ 1 w 48"/>
                <a:gd name="T35" fmla="*/ 1 h 48"/>
                <a:gd name="T36" fmla="*/ 1 w 48"/>
                <a:gd name="T37" fmla="*/ 1 h 48"/>
                <a:gd name="T38" fmla="*/ 1 w 48"/>
                <a:gd name="T39" fmla="*/ 1 h 48"/>
                <a:gd name="T40" fmla="*/ 1 w 48"/>
                <a:gd name="T41" fmla="*/ 1 h 48"/>
                <a:gd name="T42" fmla="*/ 1 w 48"/>
                <a:gd name="T43" fmla="*/ 1 h 48"/>
                <a:gd name="T44" fmla="*/ 1 w 48"/>
                <a:gd name="T45" fmla="*/ 1 h 48"/>
                <a:gd name="T46" fmla="*/ 1 w 48"/>
                <a:gd name="T47" fmla="*/ 1 h 48"/>
                <a:gd name="T48" fmla="*/ 1 w 48"/>
                <a:gd name="T49" fmla="*/ 1 h 48"/>
                <a:gd name="T50" fmla="*/ 1 w 48"/>
                <a:gd name="T51" fmla="*/ 1 h 48"/>
                <a:gd name="T52" fmla="*/ 1 w 48"/>
                <a:gd name="T53" fmla="*/ 1 h 48"/>
                <a:gd name="T54" fmla="*/ 1 w 48"/>
                <a:gd name="T55" fmla="*/ 1 h 48"/>
                <a:gd name="T56" fmla="*/ 1 w 48"/>
                <a:gd name="T57" fmla="*/ 1 h 48"/>
                <a:gd name="T58" fmla="*/ 1 w 48"/>
                <a:gd name="T59" fmla="*/ 1 h 48"/>
                <a:gd name="T60" fmla="*/ 1 w 48"/>
                <a:gd name="T61" fmla="*/ 1 h 48"/>
                <a:gd name="T62" fmla="*/ 1 w 48"/>
                <a:gd name="T63" fmla="*/ 1 h 48"/>
                <a:gd name="T64" fmla="*/ 1 w 48"/>
                <a:gd name="T65" fmla="*/ 1 h 48"/>
                <a:gd name="T66" fmla="*/ 1 w 48"/>
                <a:gd name="T67" fmla="*/ 1 h 48"/>
                <a:gd name="T68" fmla="*/ 1 w 48"/>
                <a:gd name="T69" fmla="*/ 1 h 48"/>
                <a:gd name="T70" fmla="*/ 1 w 48"/>
                <a:gd name="T71" fmla="*/ 1 h 48"/>
                <a:gd name="T72" fmla="*/ 1 w 48"/>
                <a:gd name="T73" fmla="*/ 1 h 48"/>
                <a:gd name="T74" fmla="*/ 1 w 48"/>
                <a:gd name="T75" fmla="*/ 1 h 48"/>
                <a:gd name="T76" fmla="*/ 1 w 48"/>
                <a:gd name="T77" fmla="*/ 1 h 48"/>
                <a:gd name="T78" fmla="*/ 1 w 48"/>
                <a:gd name="T79" fmla="*/ 1 h 48"/>
                <a:gd name="T80" fmla="*/ 1 w 48"/>
                <a:gd name="T81" fmla="*/ 1 h 48"/>
                <a:gd name="T82" fmla="*/ 1 w 48"/>
                <a:gd name="T83" fmla="*/ 1 h 48"/>
                <a:gd name="T84" fmla="*/ 1 w 48"/>
                <a:gd name="T85" fmla="*/ 1 h 48"/>
                <a:gd name="T86" fmla="*/ 1 w 48"/>
                <a:gd name="T87" fmla="*/ 1 h 48"/>
                <a:gd name="T88" fmla="*/ 1 w 48"/>
                <a:gd name="T89" fmla="*/ 1 h 48"/>
                <a:gd name="T90" fmla="*/ 1 w 48"/>
                <a:gd name="T91" fmla="*/ 1 h 48"/>
                <a:gd name="T92" fmla="*/ 1 w 48"/>
                <a:gd name="T93" fmla="*/ 1 h 48"/>
                <a:gd name="T94" fmla="*/ 1 w 48"/>
                <a:gd name="T95" fmla="*/ 1 h 48"/>
                <a:gd name="T96" fmla="*/ 1 w 48"/>
                <a:gd name="T97" fmla="*/ 1 h 48"/>
                <a:gd name="T98" fmla="*/ 1 w 48"/>
                <a:gd name="T99" fmla="*/ 1 h 48"/>
                <a:gd name="T100" fmla="*/ 1 w 48"/>
                <a:gd name="T101" fmla="*/ 1 h 48"/>
                <a:gd name="T102" fmla="*/ 1 w 48"/>
                <a:gd name="T103" fmla="*/ 1 h 48"/>
                <a:gd name="T104" fmla="*/ 1 w 48"/>
                <a:gd name="T105" fmla="*/ 1 h 48"/>
                <a:gd name="T106" fmla="*/ 1 w 48"/>
                <a:gd name="T107" fmla="*/ 1 h 48"/>
                <a:gd name="T108" fmla="*/ 1 w 48"/>
                <a:gd name="T109" fmla="*/ 1 h 48"/>
                <a:gd name="T110" fmla="*/ 0 w 48"/>
                <a:gd name="T111" fmla="*/ 1 h 4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8"/>
                <a:gd name="T169" fmla="*/ 0 h 48"/>
                <a:gd name="T170" fmla="*/ 48 w 48"/>
                <a:gd name="T171" fmla="*/ 48 h 4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8" h="48">
                  <a:moveTo>
                    <a:pt x="0" y="19"/>
                  </a:moveTo>
                  <a:lnTo>
                    <a:pt x="0" y="30"/>
                  </a:lnTo>
                  <a:lnTo>
                    <a:pt x="0" y="27"/>
                  </a:lnTo>
                  <a:lnTo>
                    <a:pt x="0" y="26"/>
                  </a:lnTo>
                  <a:lnTo>
                    <a:pt x="0" y="25"/>
                  </a:lnTo>
                  <a:lnTo>
                    <a:pt x="1" y="24"/>
                  </a:lnTo>
                  <a:lnTo>
                    <a:pt x="1" y="22"/>
                  </a:lnTo>
                  <a:lnTo>
                    <a:pt x="1" y="21"/>
                  </a:lnTo>
                  <a:lnTo>
                    <a:pt x="2" y="19"/>
                  </a:lnTo>
                  <a:lnTo>
                    <a:pt x="2" y="18"/>
                  </a:lnTo>
                  <a:lnTo>
                    <a:pt x="2" y="16"/>
                  </a:lnTo>
                  <a:lnTo>
                    <a:pt x="3" y="15"/>
                  </a:lnTo>
                  <a:lnTo>
                    <a:pt x="4" y="14"/>
                  </a:lnTo>
                  <a:lnTo>
                    <a:pt x="4" y="13"/>
                  </a:lnTo>
                  <a:lnTo>
                    <a:pt x="6" y="12"/>
                  </a:lnTo>
                  <a:lnTo>
                    <a:pt x="7" y="10"/>
                  </a:lnTo>
                  <a:lnTo>
                    <a:pt x="7" y="9"/>
                  </a:lnTo>
                  <a:lnTo>
                    <a:pt x="8" y="9"/>
                  </a:lnTo>
                  <a:lnTo>
                    <a:pt x="9" y="8"/>
                  </a:lnTo>
                  <a:lnTo>
                    <a:pt x="10" y="7"/>
                  </a:lnTo>
                  <a:lnTo>
                    <a:pt x="12" y="6"/>
                  </a:lnTo>
                  <a:lnTo>
                    <a:pt x="13" y="6"/>
                  </a:lnTo>
                  <a:lnTo>
                    <a:pt x="14" y="4"/>
                  </a:lnTo>
                  <a:lnTo>
                    <a:pt x="15" y="3"/>
                  </a:lnTo>
                  <a:lnTo>
                    <a:pt x="16" y="3"/>
                  </a:lnTo>
                  <a:lnTo>
                    <a:pt x="18" y="2"/>
                  </a:lnTo>
                  <a:lnTo>
                    <a:pt x="19" y="2"/>
                  </a:lnTo>
                  <a:lnTo>
                    <a:pt x="20" y="2"/>
                  </a:lnTo>
                  <a:lnTo>
                    <a:pt x="21" y="1"/>
                  </a:lnTo>
                  <a:lnTo>
                    <a:pt x="22" y="1"/>
                  </a:lnTo>
                  <a:lnTo>
                    <a:pt x="25" y="1"/>
                  </a:lnTo>
                  <a:lnTo>
                    <a:pt x="26" y="1"/>
                  </a:lnTo>
                  <a:lnTo>
                    <a:pt x="27" y="1"/>
                  </a:lnTo>
                  <a:lnTo>
                    <a:pt x="28" y="0"/>
                  </a:lnTo>
                  <a:lnTo>
                    <a:pt x="19" y="0"/>
                  </a:lnTo>
                  <a:lnTo>
                    <a:pt x="20" y="1"/>
                  </a:lnTo>
                  <a:lnTo>
                    <a:pt x="21" y="1"/>
                  </a:lnTo>
                  <a:lnTo>
                    <a:pt x="24" y="1"/>
                  </a:lnTo>
                  <a:lnTo>
                    <a:pt x="25" y="1"/>
                  </a:lnTo>
                  <a:lnTo>
                    <a:pt x="26" y="1"/>
                  </a:lnTo>
                  <a:lnTo>
                    <a:pt x="27" y="2"/>
                  </a:lnTo>
                  <a:lnTo>
                    <a:pt x="28" y="2"/>
                  </a:lnTo>
                  <a:lnTo>
                    <a:pt x="30" y="2"/>
                  </a:lnTo>
                  <a:lnTo>
                    <a:pt x="31" y="3"/>
                  </a:lnTo>
                  <a:lnTo>
                    <a:pt x="32" y="3"/>
                  </a:lnTo>
                  <a:lnTo>
                    <a:pt x="33" y="4"/>
                  </a:lnTo>
                  <a:lnTo>
                    <a:pt x="34" y="6"/>
                  </a:lnTo>
                  <a:lnTo>
                    <a:pt x="36" y="6"/>
                  </a:lnTo>
                  <a:lnTo>
                    <a:pt x="37" y="7"/>
                  </a:lnTo>
                  <a:lnTo>
                    <a:pt x="38" y="8"/>
                  </a:lnTo>
                  <a:lnTo>
                    <a:pt x="39" y="9"/>
                  </a:lnTo>
                  <a:lnTo>
                    <a:pt x="40" y="9"/>
                  </a:lnTo>
                  <a:lnTo>
                    <a:pt x="42" y="10"/>
                  </a:lnTo>
                  <a:lnTo>
                    <a:pt x="42" y="12"/>
                  </a:lnTo>
                  <a:lnTo>
                    <a:pt x="43" y="13"/>
                  </a:lnTo>
                  <a:lnTo>
                    <a:pt x="44" y="14"/>
                  </a:lnTo>
                  <a:lnTo>
                    <a:pt x="44" y="15"/>
                  </a:lnTo>
                  <a:lnTo>
                    <a:pt x="45" y="16"/>
                  </a:lnTo>
                  <a:lnTo>
                    <a:pt x="45" y="18"/>
                  </a:lnTo>
                  <a:lnTo>
                    <a:pt x="46" y="19"/>
                  </a:lnTo>
                  <a:lnTo>
                    <a:pt x="46" y="21"/>
                  </a:lnTo>
                  <a:lnTo>
                    <a:pt x="46" y="22"/>
                  </a:lnTo>
                  <a:lnTo>
                    <a:pt x="48" y="24"/>
                  </a:lnTo>
                  <a:lnTo>
                    <a:pt x="48" y="25"/>
                  </a:lnTo>
                  <a:lnTo>
                    <a:pt x="48" y="26"/>
                  </a:lnTo>
                  <a:lnTo>
                    <a:pt x="48" y="27"/>
                  </a:lnTo>
                  <a:lnTo>
                    <a:pt x="48" y="30"/>
                  </a:lnTo>
                  <a:lnTo>
                    <a:pt x="48" y="19"/>
                  </a:lnTo>
                  <a:lnTo>
                    <a:pt x="48" y="21"/>
                  </a:lnTo>
                  <a:lnTo>
                    <a:pt x="48" y="22"/>
                  </a:lnTo>
                  <a:lnTo>
                    <a:pt x="48" y="24"/>
                  </a:lnTo>
                  <a:lnTo>
                    <a:pt x="48" y="25"/>
                  </a:lnTo>
                  <a:lnTo>
                    <a:pt x="46" y="26"/>
                  </a:lnTo>
                  <a:lnTo>
                    <a:pt x="46" y="27"/>
                  </a:lnTo>
                  <a:lnTo>
                    <a:pt x="46" y="30"/>
                  </a:lnTo>
                  <a:lnTo>
                    <a:pt x="45" y="31"/>
                  </a:lnTo>
                  <a:lnTo>
                    <a:pt x="45" y="32"/>
                  </a:lnTo>
                  <a:lnTo>
                    <a:pt x="44" y="33"/>
                  </a:lnTo>
                  <a:lnTo>
                    <a:pt x="44" y="34"/>
                  </a:lnTo>
                  <a:lnTo>
                    <a:pt x="43" y="36"/>
                  </a:lnTo>
                  <a:lnTo>
                    <a:pt x="42" y="37"/>
                  </a:lnTo>
                  <a:lnTo>
                    <a:pt x="42" y="38"/>
                  </a:lnTo>
                  <a:lnTo>
                    <a:pt x="40" y="39"/>
                  </a:lnTo>
                  <a:lnTo>
                    <a:pt x="39" y="39"/>
                  </a:lnTo>
                  <a:lnTo>
                    <a:pt x="38" y="40"/>
                  </a:lnTo>
                  <a:lnTo>
                    <a:pt x="37" y="42"/>
                  </a:lnTo>
                  <a:lnTo>
                    <a:pt x="36" y="43"/>
                  </a:lnTo>
                  <a:lnTo>
                    <a:pt x="34" y="43"/>
                  </a:lnTo>
                  <a:lnTo>
                    <a:pt x="33" y="44"/>
                  </a:lnTo>
                  <a:lnTo>
                    <a:pt x="32" y="45"/>
                  </a:lnTo>
                  <a:lnTo>
                    <a:pt x="31" y="45"/>
                  </a:lnTo>
                  <a:lnTo>
                    <a:pt x="30" y="46"/>
                  </a:lnTo>
                  <a:lnTo>
                    <a:pt x="28" y="46"/>
                  </a:lnTo>
                  <a:lnTo>
                    <a:pt x="27" y="46"/>
                  </a:lnTo>
                  <a:lnTo>
                    <a:pt x="26" y="48"/>
                  </a:lnTo>
                  <a:lnTo>
                    <a:pt x="25" y="48"/>
                  </a:lnTo>
                  <a:lnTo>
                    <a:pt x="24" y="48"/>
                  </a:lnTo>
                  <a:lnTo>
                    <a:pt x="21" y="48"/>
                  </a:lnTo>
                  <a:lnTo>
                    <a:pt x="20" y="48"/>
                  </a:lnTo>
                  <a:lnTo>
                    <a:pt x="19" y="48"/>
                  </a:lnTo>
                  <a:lnTo>
                    <a:pt x="28" y="48"/>
                  </a:lnTo>
                  <a:lnTo>
                    <a:pt x="27" y="48"/>
                  </a:lnTo>
                  <a:lnTo>
                    <a:pt x="26" y="48"/>
                  </a:lnTo>
                  <a:lnTo>
                    <a:pt x="25" y="48"/>
                  </a:lnTo>
                  <a:lnTo>
                    <a:pt x="22" y="48"/>
                  </a:lnTo>
                  <a:lnTo>
                    <a:pt x="21" y="48"/>
                  </a:lnTo>
                  <a:lnTo>
                    <a:pt x="20" y="46"/>
                  </a:lnTo>
                  <a:lnTo>
                    <a:pt x="19" y="46"/>
                  </a:lnTo>
                  <a:lnTo>
                    <a:pt x="18" y="46"/>
                  </a:lnTo>
                  <a:lnTo>
                    <a:pt x="16" y="45"/>
                  </a:lnTo>
                  <a:lnTo>
                    <a:pt x="15" y="45"/>
                  </a:lnTo>
                  <a:lnTo>
                    <a:pt x="14" y="44"/>
                  </a:lnTo>
                  <a:lnTo>
                    <a:pt x="13" y="43"/>
                  </a:lnTo>
                  <a:lnTo>
                    <a:pt x="12" y="43"/>
                  </a:lnTo>
                  <a:lnTo>
                    <a:pt x="10" y="42"/>
                  </a:lnTo>
                  <a:lnTo>
                    <a:pt x="9" y="40"/>
                  </a:lnTo>
                  <a:lnTo>
                    <a:pt x="8" y="39"/>
                  </a:lnTo>
                  <a:lnTo>
                    <a:pt x="7" y="39"/>
                  </a:lnTo>
                  <a:lnTo>
                    <a:pt x="7" y="38"/>
                  </a:lnTo>
                  <a:lnTo>
                    <a:pt x="6" y="37"/>
                  </a:lnTo>
                  <a:lnTo>
                    <a:pt x="4" y="36"/>
                  </a:lnTo>
                  <a:lnTo>
                    <a:pt x="4" y="34"/>
                  </a:lnTo>
                  <a:lnTo>
                    <a:pt x="3" y="33"/>
                  </a:lnTo>
                  <a:lnTo>
                    <a:pt x="2" y="32"/>
                  </a:lnTo>
                  <a:lnTo>
                    <a:pt x="2" y="31"/>
                  </a:lnTo>
                  <a:lnTo>
                    <a:pt x="2" y="30"/>
                  </a:lnTo>
                  <a:lnTo>
                    <a:pt x="1" y="27"/>
                  </a:lnTo>
                  <a:lnTo>
                    <a:pt x="1" y="26"/>
                  </a:lnTo>
                  <a:lnTo>
                    <a:pt x="1" y="25"/>
                  </a:lnTo>
                  <a:lnTo>
                    <a:pt x="0" y="24"/>
                  </a:lnTo>
                  <a:lnTo>
                    <a:pt x="0" y="22"/>
                  </a:lnTo>
                  <a:lnTo>
                    <a:pt x="0" y="21"/>
                  </a:lnTo>
                  <a:lnTo>
                    <a:pt x="0" y="19"/>
                  </a:lnTo>
                  <a:close/>
                </a:path>
              </a:pathLst>
            </a:custGeom>
            <a:solidFill>
              <a:srgbClr val="000000"/>
            </a:solidFill>
            <a:ln w="17463">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68" name="Freeform 78">
              <a:extLst>
                <a:ext uri="{FF2B5EF4-FFF2-40B4-BE49-F238E27FC236}">
                  <a16:creationId xmlns:a16="http://schemas.microsoft.com/office/drawing/2014/main" id="{49D0FDB7-784E-4E25-B857-E82D5B99C4F1}"/>
                </a:ext>
              </a:extLst>
            </p:cNvPr>
            <p:cNvSpPr>
              <a:spLocks/>
            </p:cNvSpPr>
            <p:nvPr/>
          </p:nvSpPr>
          <p:spPr bwMode="auto">
            <a:xfrm>
              <a:off x="3391" y="891"/>
              <a:ext cx="24" cy="24"/>
            </a:xfrm>
            <a:custGeom>
              <a:avLst/>
              <a:gdLst>
                <a:gd name="T0" fmla="*/ 0 w 48"/>
                <a:gd name="T1" fmla="*/ 1 h 48"/>
                <a:gd name="T2" fmla="*/ 1 w 48"/>
                <a:gd name="T3" fmla="*/ 1 h 48"/>
                <a:gd name="T4" fmla="*/ 1 w 48"/>
                <a:gd name="T5" fmla="*/ 1 h 48"/>
                <a:gd name="T6" fmla="*/ 1 w 48"/>
                <a:gd name="T7" fmla="*/ 1 h 48"/>
                <a:gd name="T8" fmla="*/ 1 w 48"/>
                <a:gd name="T9" fmla="*/ 1 h 48"/>
                <a:gd name="T10" fmla="*/ 1 w 48"/>
                <a:gd name="T11" fmla="*/ 1 h 48"/>
                <a:gd name="T12" fmla="*/ 1 w 48"/>
                <a:gd name="T13" fmla="*/ 1 h 48"/>
                <a:gd name="T14" fmla="*/ 1 w 48"/>
                <a:gd name="T15" fmla="*/ 1 h 48"/>
                <a:gd name="T16" fmla="*/ 1 w 48"/>
                <a:gd name="T17" fmla="*/ 1 h 48"/>
                <a:gd name="T18" fmla="*/ 1 w 48"/>
                <a:gd name="T19" fmla="*/ 1 h 48"/>
                <a:gd name="T20" fmla="*/ 1 w 48"/>
                <a:gd name="T21" fmla="*/ 1 h 48"/>
                <a:gd name="T22" fmla="*/ 1 w 48"/>
                <a:gd name="T23" fmla="*/ 0 h 48"/>
                <a:gd name="T24" fmla="*/ 1 w 48"/>
                <a:gd name="T25" fmla="*/ 1 h 48"/>
                <a:gd name="T26" fmla="*/ 1 w 48"/>
                <a:gd name="T27" fmla="*/ 1 h 48"/>
                <a:gd name="T28" fmla="*/ 1 w 48"/>
                <a:gd name="T29" fmla="*/ 1 h 48"/>
                <a:gd name="T30" fmla="*/ 1 w 48"/>
                <a:gd name="T31" fmla="*/ 1 h 48"/>
                <a:gd name="T32" fmla="*/ 1 w 48"/>
                <a:gd name="T33" fmla="*/ 1 h 48"/>
                <a:gd name="T34" fmla="*/ 1 w 48"/>
                <a:gd name="T35" fmla="*/ 1 h 48"/>
                <a:gd name="T36" fmla="*/ 1 w 48"/>
                <a:gd name="T37" fmla="*/ 1 h 48"/>
                <a:gd name="T38" fmla="*/ 1 w 48"/>
                <a:gd name="T39" fmla="*/ 1 h 48"/>
                <a:gd name="T40" fmla="*/ 1 w 48"/>
                <a:gd name="T41" fmla="*/ 1 h 48"/>
                <a:gd name="T42" fmla="*/ 1 w 48"/>
                <a:gd name="T43" fmla="*/ 1 h 48"/>
                <a:gd name="T44" fmla="*/ 1 w 48"/>
                <a:gd name="T45" fmla="*/ 1 h 48"/>
                <a:gd name="T46" fmla="*/ 1 w 48"/>
                <a:gd name="T47" fmla="*/ 1 h 48"/>
                <a:gd name="T48" fmla="*/ 1 w 48"/>
                <a:gd name="T49" fmla="*/ 1 h 48"/>
                <a:gd name="T50" fmla="*/ 1 w 48"/>
                <a:gd name="T51" fmla="*/ 1 h 48"/>
                <a:gd name="T52" fmla="*/ 1 w 48"/>
                <a:gd name="T53" fmla="*/ 1 h 48"/>
                <a:gd name="T54" fmla="*/ 1 w 48"/>
                <a:gd name="T55" fmla="*/ 1 h 48"/>
                <a:gd name="T56" fmla="*/ 1 w 48"/>
                <a:gd name="T57" fmla="*/ 1 h 48"/>
                <a:gd name="T58" fmla="*/ 1 w 48"/>
                <a:gd name="T59" fmla="*/ 1 h 48"/>
                <a:gd name="T60" fmla="*/ 1 w 48"/>
                <a:gd name="T61" fmla="*/ 1 h 48"/>
                <a:gd name="T62" fmla="*/ 1 w 48"/>
                <a:gd name="T63" fmla="*/ 1 h 48"/>
                <a:gd name="T64" fmla="*/ 1 w 48"/>
                <a:gd name="T65" fmla="*/ 1 h 48"/>
                <a:gd name="T66" fmla="*/ 1 w 48"/>
                <a:gd name="T67" fmla="*/ 1 h 48"/>
                <a:gd name="T68" fmla="*/ 1 w 48"/>
                <a:gd name="T69" fmla="*/ 1 h 48"/>
                <a:gd name="T70" fmla="*/ 1 w 48"/>
                <a:gd name="T71" fmla="*/ 1 h 48"/>
                <a:gd name="T72" fmla="*/ 1 w 48"/>
                <a:gd name="T73" fmla="*/ 1 h 48"/>
                <a:gd name="T74" fmla="*/ 1 w 48"/>
                <a:gd name="T75" fmla="*/ 1 h 48"/>
                <a:gd name="T76" fmla="*/ 1 w 48"/>
                <a:gd name="T77" fmla="*/ 1 h 48"/>
                <a:gd name="T78" fmla="*/ 1 w 48"/>
                <a:gd name="T79" fmla="*/ 1 h 48"/>
                <a:gd name="T80" fmla="*/ 1 w 48"/>
                <a:gd name="T81" fmla="*/ 1 h 48"/>
                <a:gd name="T82" fmla="*/ 1 w 48"/>
                <a:gd name="T83" fmla="*/ 1 h 48"/>
                <a:gd name="T84" fmla="*/ 1 w 48"/>
                <a:gd name="T85" fmla="*/ 1 h 48"/>
                <a:gd name="T86" fmla="*/ 1 w 48"/>
                <a:gd name="T87" fmla="*/ 1 h 48"/>
                <a:gd name="T88" fmla="*/ 1 w 48"/>
                <a:gd name="T89" fmla="*/ 1 h 48"/>
                <a:gd name="T90" fmla="*/ 1 w 48"/>
                <a:gd name="T91" fmla="*/ 1 h 48"/>
                <a:gd name="T92" fmla="*/ 1 w 48"/>
                <a:gd name="T93" fmla="*/ 1 h 48"/>
                <a:gd name="T94" fmla="*/ 1 w 48"/>
                <a:gd name="T95" fmla="*/ 1 h 48"/>
                <a:gd name="T96" fmla="*/ 1 w 48"/>
                <a:gd name="T97" fmla="*/ 1 h 48"/>
                <a:gd name="T98" fmla="*/ 1 w 48"/>
                <a:gd name="T99" fmla="*/ 1 h 48"/>
                <a:gd name="T100" fmla="*/ 1 w 48"/>
                <a:gd name="T101" fmla="*/ 1 h 48"/>
                <a:gd name="T102" fmla="*/ 1 w 48"/>
                <a:gd name="T103" fmla="*/ 1 h 48"/>
                <a:gd name="T104" fmla="*/ 1 w 48"/>
                <a:gd name="T105" fmla="*/ 1 h 48"/>
                <a:gd name="T106" fmla="*/ 1 w 48"/>
                <a:gd name="T107" fmla="*/ 1 h 48"/>
                <a:gd name="T108" fmla="*/ 1 w 48"/>
                <a:gd name="T109" fmla="*/ 1 h 48"/>
                <a:gd name="T110" fmla="*/ 0 w 48"/>
                <a:gd name="T111" fmla="*/ 1 h 4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8"/>
                <a:gd name="T169" fmla="*/ 0 h 48"/>
                <a:gd name="T170" fmla="*/ 48 w 48"/>
                <a:gd name="T171" fmla="*/ 48 h 4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8" h="48">
                  <a:moveTo>
                    <a:pt x="0" y="19"/>
                  </a:moveTo>
                  <a:lnTo>
                    <a:pt x="0" y="30"/>
                  </a:lnTo>
                  <a:lnTo>
                    <a:pt x="0" y="27"/>
                  </a:lnTo>
                  <a:lnTo>
                    <a:pt x="0" y="26"/>
                  </a:lnTo>
                  <a:lnTo>
                    <a:pt x="0" y="25"/>
                  </a:lnTo>
                  <a:lnTo>
                    <a:pt x="1" y="24"/>
                  </a:lnTo>
                  <a:lnTo>
                    <a:pt x="1" y="22"/>
                  </a:lnTo>
                  <a:lnTo>
                    <a:pt x="1" y="21"/>
                  </a:lnTo>
                  <a:lnTo>
                    <a:pt x="3" y="19"/>
                  </a:lnTo>
                  <a:lnTo>
                    <a:pt x="3" y="18"/>
                  </a:lnTo>
                  <a:lnTo>
                    <a:pt x="3" y="16"/>
                  </a:lnTo>
                  <a:lnTo>
                    <a:pt x="4" y="15"/>
                  </a:lnTo>
                  <a:lnTo>
                    <a:pt x="5" y="14"/>
                  </a:lnTo>
                  <a:lnTo>
                    <a:pt x="5" y="13"/>
                  </a:lnTo>
                  <a:lnTo>
                    <a:pt x="6" y="12"/>
                  </a:lnTo>
                  <a:lnTo>
                    <a:pt x="7" y="10"/>
                  </a:lnTo>
                  <a:lnTo>
                    <a:pt x="7" y="9"/>
                  </a:lnTo>
                  <a:lnTo>
                    <a:pt x="9" y="9"/>
                  </a:lnTo>
                  <a:lnTo>
                    <a:pt x="10" y="8"/>
                  </a:lnTo>
                  <a:lnTo>
                    <a:pt x="11" y="7"/>
                  </a:lnTo>
                  <a:lnTo>
                    <a:pt x="12" y="6"/>
                  </a:lnTo>
                  <a:lnTo>
                    <a:pt x="13" y="6"/>
                  </a:lnTo>
                  <a:lnTo>
                    <a:pt x="15" y="4"/>
                  </a:lnTo>
                  <a:lnTo>
                    <a:pt x="16" y="3"/>
                  </a:lnTo>
                  <a:lnTo>
                    <a:pt x="17" y="3"/>
                  </a:lnTo>
                  <a:lnTo>
                    <a:pt x="18" y="2"/>
                  </a:lnTo>
                  <a:lnTo>
                    <a:pt x="19" y="2"/>
                  </a:lnTo>
                  <a:lnTo>
                    <a:pt x="21" y="2"/>
                  </a:lnTo>
                  <a:lnTo>
                    <a:pt x="22" y="1"/>
                  </a:lnTo>
                  <a:lnTo>
                    <a:pt x="23" y="1"/>
                  </a:lnTo>
                  <a:lnTo>
                    <a:pt x="25" y="1"/>
                  </a:lnTo>
                  <a:lnTo>
                    <a:pt x="27" y="1"/>
                  </a:lnTo>
                  <a:lnTo>
                    <a:pt x="28" y="1"/>
                  </a:lnTo>
                  <a:lnTo>
                    <a:pt x="29" y="0"/>
                  </a:lnTo>
                  <a:lnTo>
                    <a:pt x="19" y="0"/>
                  </a:lnTo>
                  <a:lnTo>
                    <a:pt x="21" y="1"/>
                  </a:lnTo>
                  <a:lnTo>
                    <a:pt x="22" y="1"/>
                  </a:lnTo>
                  <a:lnTo>
                    <a:pt x="24" y="1"/>
                  </a:lnTo>
                  <a:lnTo>
                    <a:pt x="25" y="1"/>
                  </a:lnTo>
                  <a:lnTo>
                    <a:pt x="27" y="1"/>
                  </a:lnTo>
                  <a:lnTo>
                    <a:pt x="28" y="2"/>
                  </a:lnTo>
                  <a:lnTo>
                    <a:pt x="29" y="2"/>
                  </a:lnTo>
                  <a:lnTo>
                    <a:pt x="30" y="2"/>
                  </a:lnTo>
                  <a:lnTo>
                    <a:pt x="31" y="3"/>
                  </a:lnTo>
                  <a:lnTo>
                    <a:pt x="33" y="3"/>
                  </a:lnTo>
                  <a:lnTo>
                    <a:pt x="34" y="4"/>
                  </a:lnTo>
                  <a:lnTo>
                    <a:pt x="35" y="6"/>
                  </a:lnTo>
                  <a:lnTo>
                    <a:pt x="36" y="6"/>
                  </a:lnTo>
                  <a:lnTo>
                    <a:pt x="37" y="7"/>
                  </a:lnTo>
                  <a:lnTo>
                    <a:pt x="39" y="8"/>
                  </a:lnTo>
                  <a:lnTo>
                    <a:pt x="40" y="9"/>
                  </a:lnTo>
                  <a:lnTo>
                    <a:pt x="41" y="9"/>
                  </a:lnTo>
                  <a:lnTo>
                    <a:pt x="42" y="10"/>
                  </a:lnTo>
                  <a:lnTo>
                    <a:pt x="42" y="12"/>
                  </a:lnTo>
                  <a:lnTo>
                    <a:pt x="43" y="13"/>
                  </a:lnTo>
                  <a:lnTo>
                    <a:pt x="45" y="14"/>
                  </a:lnTo>
                  <a:lnTo>
                    <a:pt x="45" y="15"/>
                  </a:lnTo>
                  <a:lnTo>
                    <a:pt x="46" y="16"/>
                  </a:lnTo>
                  <a:lnTo>
                    <a:pt x="46" y="18"/>
                  </a:lnTo>
                  <a:lnTo>
                    <a:pt x="47" y="19"/>
                  </a:lnTo>
                  <a:lnTo>
                    <a:pt x="47" y="21"/>
                  </a:lnTo>
                  <a:lnTo>
                    <a:pt x="47" y="22"/>
                  </a:lnTo>
                  <a:lnTo>
                    <a:pt x="48" y="24"/>
                  </a:lnTo>
                  <a:lnTo>
                    <a:pt x="48" y="25"/>
                  </a:lnTo>
                  <a:lnTo>
                    <a:pt x="48" y="26"/>
                  </a:lnTo>
                  <a:lnTo>
                    <a:pt x="48" y="27"/>
                  </a:lnTo>
                  <a:lnTo>
                    <a:pt x="48" y="30"/>
                  </a:lnTo>
                  <a:lnTo>
                    <a:pt x="48" y="19"/>
                  </a:lnTo>
                  <a:lnTo>
                    <a:pt x="48" y="21"/>
                  </a:lnTo>
                  <a:lnTo>
                    <a:pt x="48" y="22"/>
                  </a:lnTo>
                  <a:lnTo>
                    <a:pt x="48" y="24"/>
                  </a:lnTo>
                  <a:lnTo>
                    <a:pt x="48" y="25"/>
                  </a:lnTo>
                  <a:lnTo>
                    <a:pt x="47" y="26"/>
                  </a:lnTo>
                  <a:lnTo>
                    <a:pt x="47" y="27"/>
                  </a:lnTo>
                  <a:lnTo>
                    <a:pt x="47" y="30"/>
                  </a:lnTo>
                  <a:lnTo>
                    <a:pt x="46" y="31"/>
                  </a:lnTo>
                  <a:lnTo>
                    <a:pt x="46" y="32"/>
                  </a:lnTo>
                  <a:lnTo>
                    <a:pt x="45" y="33"/>
                  </a:lnTo>
                  <a:lnTo>
                    <a:pt x="45" y="34"/>
                  </a:lnTo>
                  <a:lnTo>
                    <a:pt x="43" y="36"/>
                  </a:lnTo>
                  <a:lnTo>
                    <a:pt x="42" y="37"/>
                  </a:lnTo>
                  <a:lnTo>
                    <a:pt x="42" y="38"/>
                  </a:lnTo>
                  <a:lnTo>
                    <a:pt x="41" y="39"/>
                  </a:lnTo>
                  <a:lnTo>
                    <a:pt x="40" y="39"/>
                  </a:lnTo>
                  <a:lnTo>
                    <a:pt x="39" y="40"/>
                  </a:lnTo>
                  <a:lnTo>
                    <a:pt x="37" y="42"/>
                  </a:lnTo>
                  <a:lnTo>
                    <a:pt x="36" y="43"/>
                  </a:lnTo>
                  <a:lnTo>
                    <a:pt x="35" y="43"/>
                  </a:lnTo>
                  <a:lnTo>
                    <a:pt x="34" y="44"/>
                  </a:lnTo>
                  <a:lnTo>
                    <a:pt x="33" y="45"/>
                  </a:lnTo>
                  <a:lnTo>
                    <a:pt x="31" y="45"/>
                  </a:lnTo>
                  <a:lnTo>
                    <a:pt x="30" y="46"/>
                  </a:lnTo>
                  <a:lnTo>
                    <a:pt x="29" y="46"/>
                  </a:lnTo>
                  <a:lnTo>
                    <a:pt x="28" y="46"/>
                  </a:lnTo>
                  <a:lnTo>
                    <a:pt x="27" y="48"/>
                  </a:lnTo>
                  <a:lnTo>
                    <a:pt x="25" y="48"/>
                  </a:lnTo>
                  <a:lnTo>
                    <a:pt x="24" y="48"/>
                  </a:lnTo>
                  <a:lnTo>
                    <a:pt x="22" y="48"/>
                  </a:lnTo>
                  <a:lnTo>
                    <a:pt x="21" y="48"/>
                  </a:lnTo>
                  <a:lnTo>
                    <a:pt x="19" y="48"/>
                  </a:lnTo>
                  <a:lnTo>
                    <a:pt x="29" y="48"/>
                  </a:lnTo>
                  <a:lnTo>
                    <a:pt x="28" y="48"/>
                  </a:lnTo>
                  <a:lnTo>
                    <a:pt x="27" y="48"/>
                  </a:lnTo>
                  <a:lnTo>
                    <a:pt x="25" y="48"/>
                  </a:lnTo>
                  <a:lnTo>
                    <a:pt x="23" y="48"/>
                  </a:lnTo>
                  <a:lnTo>
                    <a:pt x="22" y="48"/>
                  </a:lnTo>
                  <a:lnTo>
                    <a:pt x="21" y="46"/>
                  </a:lnTo>
                  <a:lnTo>
                    <a:pt x="19" y="46"/>
                  </a:lnTo>
                  <a:lnTo>
                    <a:pt x="18" y="46"/>
                  </a:lnTo>
                  <a:lnTo>
                    <a:pt x="17" y="45"/>
                  </a:lnTo>
                  <a:lnTo>
                    <a:pt x="16" y="45"/>
                  </a:lnTo>
                  <a:lnTo>
                    <a:pt x="15" y="44"/>
                  </a:lnTo>
                  <a:lnTo>
                    <a:pt x="13" y="43"/>
                  </a:lnTo>
                  <a:lnTo>
                    <a:pt x="12" y="43"/>
                  </a:lnTo>
                  <a:lnTo>
                    <a:pt x="11" y="42"/>
                  </a:lnTo>
                  <a:lnTo>
                    <a:pt x="10" y="40"/>
                  </a:lnTo>
                  <a:lnTo>
                    <a:pt x="9" y="39"/>
                  </a:lnTo>
                  <a:lnTo>
                    <a:pt x="7" y="39"/>
                  </a:lnTo>
                  <a:lnTo>
                    <a:pt x="7" y="38"/>
                  </a:lnTo>
                  <a:lnTo>
                    <a:pt x="6" y="37"/>
                  </a:lnTo>
                  <a:lnTo>
                    <a:pt x="5" y="36"/>
                  </a:lnTo>
                  <a:lnTo>
                    <a:pt x="5" y="34"/>
                  </a:lnTo>
                  <a:lnTo>
                    <a:pt x="4" y="33"/>
                  </a:lnTo>
                  <a:lnTo>
                    <a:pt x="3" y="32"/>
                  </a:lnTo>
                  <a:lnTo>
                    <a:pt x="3" y="31"/>
                  </a:lnTo>
                  <a:lnTo>
                    <a:pt x="3" y="30"/>
                  </a:lnTo>
                  <a:lnTo>
                    <a:pt x="1" y="27"/>
                  </a:lnTo>
                  <a:lnTo>
                    <a:pt x="1" y="26"/>
                  </a:lnTo>
                  <a:lnTo>
                    <a:pt x="1" y="25"/>
                  </a:lnTo>
                  <a:lnTo>
                    <a:pt x="0" y="24"/>
                  </a:lnTo>
                  <a:lnTo>
                    <a:pt x="0" y="22"/>
                  </a:lnTo>
                  <a:lnTo>
                    <a:pt x="0" y="21"/>
                  </a:lnTo>
                  <a:lnTo>
                    <a:pt x="0" y="19"/>
                  </a:lnTo>
                  <a:close/>
                </a:path>
              </a:pathLst>
            </a:custGeom>
            <a:solidFill>
              <a:srgbClr val="000000"/>
            </a:solidFill>
            <a:ln w="17463">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69" name="Rectangle 79">
              <a:extLst>
                <a:ext uri="{FF2B5EF4-FFF2-40B4-BE49-F238E27FC236}">
                  <a16:creationId xmlns:a16="http://schemas.microsoft.com/office/drawing/2014/main" id="{6AD0D8B7-6D2F-400D-9830-BF87C197668B}"/>
                </a:ext>
              </a:extLst>
            </p:cNvPr>
            <p:cNvSpPr>
              <a:spLocks noChangeArrowheads="1"/>
            </p:cNvSpPr>
            <p:nvPr/>
          </p:nvSpPr>
          <p:spPr bwMode="auto">
            <a:xfrm>
              <a:off x="2348" y="3566"/>
              <a:ext cx="1127"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Helvetica" panose="020B0604020202020204" pitchFamily="34" charset="0"/>
                  <a:ea typeface="MS PGothic" panose="020B0600070205080204" pitchFamily="34" charset="-128"/>
                  <a:cs typeface="+mn-cs"/>
                </a:rPr>
                <a:t>(b) Timing diagram</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2292" name="Oval 84">
            <a:extLst>
              <a:ext uri="{FF2B5EF4-FFF2-40B4-BE49-F238E27FC236}">
                <a16:creationId xmlns:a16="http://schemas.microsoft.com/office/drawing/2014/main" id="{AF3A6B28-F8AB-4B04-9577-43B1E9A7ECFB}"/>
              </a:ext>
            </a:extLst>
          </p:cNvPr>
          <p:cNvSpPr>
            <a:spLocks noChangeArrowheads="1"/>
          </p:cNvSpPr>
          <p:nvPr/>
        </p:nvSpPr>
        <p:spPr bwMode="auto">
          <a:xfrm>
            <a:off x="4495800" y="3259138"/>
            <a:ext cx="914400" cy="2362200"/>
          </a:xfrm>
          <a:prstGeom prst="ellipse">
            <a:avLst/>
          </a:prstGeom>
          <a:noFill/>
          <a:ln w="317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3" name="TextBox 85">
            <a:extLst>
              <a:ext uri="{FF2B5EF4-FFF2-40B4-BE49-F238E27FC236}">
                <a16:creationId xmlns:a16="http://schemas.microsoft.com/office/drawing/2014/main" id="{36C89B58-5DC0-4BF3-82AE-565FDE06B1B7}"/>
              </a:ext>
            </a:extLst>
          </p:cNvPr>
          <p:cNvSpPr txBox="1">
            <a:spLocks noChangeArrowheads="1"/>
          </p:cNvSpPr>
          <p:nvPr/>
        </p:nvSpPr>
        <p:spPr bwMode="auto">
          <a:xfrm>
            <a:off x="5140325" y="2689225"/>
            <a:ext cx="36988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The propagation delays get longer</a:t>
            </a: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3" name="Title 1">
            <a:extLst>
              <a:ext uri="{FF2B5EF4-FFF2-40B4-BE49-F238E27FC236}">
                <a16:creationId xmlns:a16="http://schemas.microsoft.com/office/drawing/2014/main" id="{C444AFE2-71E8-4BFD-8F72-731CFD6613F4}"/>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A three-bit up-counter</a:t>
            </a:r>
          </a:p>
        </p:txBody>
      </p:sp>
      <p:sp>
        <p:nvSpPr>
          <p:cNvPr id="18434" name="TextBox 125">
            <a:extLst>
              <a:ext uri="{FF2B5EF4-FFF2-40B4-BE49-F238E27FC236}">
                <a16:creationId xmlns:a16="http://schemas.microsoft.com/office/drawing/2014/main" id="{9FA11F27-1B32-4655-A60F-DF7B966B21EE}"/>
              </a:ext>
            </a:extLst>
          </p:cNvPr>
          <p:cNvSpPr txBox="1">
            <a:spLocks noChangeArrowheads="1"/>
          </p:cNvSpPr>
          <p:nvPr/>
        </p:nvSpPr>
        <p:spPr bwMode="auto">
          <a:xfrm>
            <a:off x="6591300" y="6550025"/>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5.19 from the textbook ]</a:t>
            </a:r>
          </a:p>
        </p:txBody>
      </p:sp>
      <p:grpSp>
        <p:nvGrpSpPr>
          <p:cNvPr id="18435" name="Group 84">
            <a:extLst>
              <a:ext uri="{FF2B5EF4-FFF2-40B4-BE49-F238E27FC236}">
                <a16:creationId xmlns:a16="http://schemas.microsoft.com/office/drawing/2014/main" id="{6EB52491-91E3-476D-9ED3-6CA61A1F4838}"/>
              </a:ext>
            </a:extLst>
          </p:cNvPr>
          <p:cNvGrpSpPr>
            <a:grpSpLocks/>
          </p:cNvGrpSpPr>
          <p:nvPr/>
        </p:nvGrpSpPr>
        <p:grpSpPr bwMode="auto">
          <a:xfrm>
            <a:off x="1016000" y="942975"/>
            <a:ext cx="6784975" cy="5610225"/>
            <a:chOff x="640" y="257"/>
            <a:chExt cx="4274" cy="3534"/>
          </a:xfrm>
        </p:grpSpPr>
        <p:sp>
          <p:nvSpPr>
            <p:cNvPr id="18439" name="Line 4">
              <a:extLst>
                <a:ext uri="{FF2B5EF4-FFF2-40B4-BE49-F238E27FC236}">
                  <a16:creationId xmlns:a16="http://schemas.microsoft.com/office/drawing/2014/main" id="{6EDB9E0C-0036-4B16-87D9-E27A4417347B}"/>
                </a:ext>
              </a:extLst>
            </p:cNvPr>
            <p:cNvSpPr>
              <a:spLocks noChangeShapeType="1"/>
            </p:cNvSpPr>
            <p:nvPr/>
          </p:nvSpPr>
          <p:spPr bwMode="auto">
            <a:xfrm flipV="1">
              <a:off x="1671" y="1891"/>
              <a:ext cx="1" cy="1357"/>
            </a:xfrm>
            <a:prstGeom prst="line">
              <a:avLst/>
            </a:prstGeom>
            <a:noFill/>
            <a:ln w="17463">
              <a:solidFill>
                <a:srgbClr val="7F7F7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40" name="Line 5">
              <a:extLst>
                <a:ext uri="{FF2B5EF4-FFF2-40B4-BE49-F238E27FC236}">
                  <a16:creationId xmlns:a16="http://schemas.microsoft.com/office/drawing/2014/main" id="{EA354DAE-FC0E-4E48-8D5B-0AAF25A01492}"/>
                </a:ext>
              </a:extLst>
            </p:cNvPr>
            <p:cNvSpPr>
              <a:spLocks noChangeShapeType="1"/>
            </p:cNvSpPr>
            <p:nvPr/>
          </p:nvSpPr>
          <p:spPr bwMode="auto">
            <a:xfrm flipV="1">
              <a:off x="2140" y="1891"/>
              <a:ext cx="1" cy="1357"/>
            </a:xfrm>
            <a:prstGeom prst="line">
              <a:avLst/>
            </a:prstGeom>
            <a:noFill/>
            <a:ln w="17463">
              <a:solidFill>
                <a:srgbClr val="7F7F7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41" name="Line 6">
              <a:extLst>
                <a:ext uri="{FF2B5EF4-FFF2-40B4-BE49-F238E27FC236}">
                  <a16:creationId xmlns:a16="http://schemas.microsoft.com/office/drawing/2014/main" id="{7B67200E-0943-4D76-A6A4-4963A0F90222}"/>
                </a:ext>
              </a:extLst>
            </p:cNvPr>
            <p:cNvSpPr>
              <a:spLocks noChangeShapeType="1"/>
            </p:cNvSpPr>
            <p:nvPr/>
          </p:nvSpPr>
          <p:spPr bwMode="auto">
            <a:xfrm flipV="1">
              <a:off x="2596" y="1891"/>
              <a:ext cx="1" cy="1357"/>
            </a:xfrm>
            <a:prstGeom prst="line">
              <a:avLst/>
            </a:prstGeom>
            <a:noFill/>
            <a:ln w="19050">
              <a:solidFill>
                <a:srgbClr val="7F7F7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42" name="Line 7">
              <a:extLst>
                <a:ext uri="{FF2B5EF4-FFF2-40B4-BE49-F238E27FC236}">
                  <a16:creationId xmlns:a16="http://schemas.microsoft.com/office/drawing/2014/main" id="{9EAD0816-C63F-4FF7-B71C-171807466FA4}"/>
                </a:ext>
              </a:extLst>
            </p:cNvPr>
            <p:cNvSpPr>
              <a:spLocks noChangeShapeType="1"/>
            </p:cNvSpPr>
            <p:nvPr/>
          </p:nvSpPr>
          <p:spPr bwMode="auto">
            <a:xfrm flipV="1">
              <a:off x="3064" y="1891"/>
              <a:ext cx="1" cy="1357"/>
            </a:xfrm>
            <a:prstGeom prst="line">
              <a:avLst/>
            </a:prstGeom>
            <a:noFill/>
            <a:ln w="17463">
              <a:solidFill>
                <a:srgbClr val="7F7F7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43" name="Line 8">
              <a:extLst>
                <a:ext uri="{FF2B5EF4-FFF2-40B4-BE49-F238E27FC236}">
                  <a16:creationId xmlns:a16="http://schemas.microsoft.com/office/drawing/2014/main" id="{04CE333C-2AA8-4EB8-B0B9-DBF9C5DFD8CF}"/>
                </a:ext>
              </a:extLst>
            </p:cNvPr>
            <p:cNvSpPr>
              <a:spLocks noChangeShapeType="1"/>
            </p:cNvSpPr>
            <p:nvPr/>
          </p:nvSpPr>
          <p:spPr bwMode="auto">
            <a:xfrm flipV="1">
              <a:off x="3533" y="1891"/>
              <a:ext cx="1" cy="1357"/>
            </a:xfrm>
            <a:prstGeom prst="line">
              <a:avLst/>
            </a:prstGeom>
            <a:noFill/>
            <a:ln w="17463">
              <a:solidFill>
                <a:srgbClr val="7F7F7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44" name="Line 9">
              <a:extLst>
                <a:ext uri="{FF2B5EF4-FFF2-40B4-BE49-F238E27FC236}">
                  <a16:creationId xmlns:a16="http://schemas.microsoft.com/office/drawing/2014/main" id="{5A93BC70-05AB-42AA-9480-73D9128EB795}"/>
                </a:ext>
              </a:extLst>
            </p:cNvPr>
            <p:cNvSpPr>
              <a:spLocks noChangeShapeType="1"/>
            </p:cNvSpPr>
            <p:nvPr/>
          </p:nvSpPr>
          <p:spPr bwMode="auto">
            <a:xfrm flipV="1">
              <a:off x="3989" y="1891"/>
              <a:ext cx="1" cy="1357"/>
            </a:xfrm>
            <a:prstGeom prst="line">
              <a:avLst/>
            </a:prstGeom>
            <a:noFill/>
            <a:ln w="17463">
              <a:solidFill>
                <a:srgbClr val="7F7F7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45" name="Line 10">
              <a:extLst>
                <a:ext uri="{FF2B5EF4-FFF2-40B4-BE49-F238E27FC236}">
                  <a16:creationId xmlns:a16="http://schemas.microsoft.com/office/drawing/2014/main" id="{4F4F3A9F-3F64-4430-99FC-84DBABB0BE12}"/>
                </a:ext>
              </a:extLst>
            </p:cNvPr>
            <p:cNvSpPr>
              <a:spLocks noChangeShapeType="1"/>
            </p:cNvSpPr>
            <p:nvPr/>
          </p:nvSpPr>
          <p:spPr bwMode="auto">
            <a:xfrm flipV="1">
              <a:off x="4458" y="1891"/>
              <a:ext cx="1" cy="1357"/>
            </a:xfrm>
            <a:prstGeom prst="line">
              <a:avLst/>
            </a:prstGeom>
            <a:noFill/>
            <a:ln w="17463">
              <a:solidFill>
                <a:srgbClr val="7F7F7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46" name="Line 11">
              <a:extLst>
                <a:ext uri="{FF2B5EF4-FFF2-40B4-BE49-F238E27FC236}">
                  <a16:creationId xmlns:a16="http://schemas.microsoft.com/office/drawing/2014/main" id="{0E94F8EB-DB8D-410A-856E-E6CF80438A27}"/>
                </a:ext>
              </a:extLst>
            </p:cNvPr>
            <p:cNvSpPr>
              <a:spLocks noChangeShapeType="1"/>
            </p:cNvSpPr>
            <p:nvPr/>
          </p:nvSpPr>
          <p:spPr bwMode="auto">
            <a:xfrm flipV="1">
              <a:off x="1203" y="1891"/>
              <a:ext cx="1" cy="1357"/>
            </a:xfrm>
            <a:prstGeom prst="line">
              <a:avLst/>
            </a:prstGeom>
            <a:noFill/>
            <a:ln w="17463">
              <a:solidFill>
                <a:srgbClr val="7F7F7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47" name="Freeform 12">
              <a:extLst>
                <a:ext uri="{FF2B5EF4-FFF2-40B4-BE49-F238E27FC236}">
                  <a16:creationId xmlns:a16="http://schemas.microsoft.com/office/drawing/2014/main" id="{21106EF8-F1D3-4D8C-8910-A60BBC2408CC}"/>
                </a:ext>
              </a:extLst>
            </p:cNvPr>
            <p:cNvSpPr>
              <a:spLocks/>
            </p:cNvSpPr>
            <p:nvPr/>
          </p:nvSpPr>
          <p:spPr bwMode="auto">
            <a:xfrm>
              <a:off x="975" y="1975"/>
              <a:ext cx="924" cy="168"/>
            </a:xfrm>
            <a:custGeom>
              <a:avLst/>
              <a:gdLst>
                <a:gd name="T0" fmla="*/ 0 w 1850"/>
                <a:gd name="T1" fmla="*/ 1 h 336"/>
                <a:gd name="T2" fmla="*/ 0 w 1850"/>
                <a:gd name="T3" fmla="*/ 0 h 336"/>
                <a:gd name="T4" fmla="*/ 0 w 1850"/>
                <a:gd name="T5" fmla="*/ 0 h 336"/>
                <a:gd name="T6" fmla="*/ 0 w 1850"/>
                <a:gd name="T7" fmla="*/ 1 h 336"/>
                <a:gd name="T8" fmla="*/ 0 w 1850"/>
                <a:gd name="T9" fmla="*/ 1 h 336"/>
                <a:gd name="T10" fmla="*/ 0 w 1850"/>
                <a:gd name="T11" fmla="*/ 0 h 336"/>
                <a:gd name="T12" fmla="*/ 0 w 1850"/>
                <a:gd name="T13" fmla="*/ 0 h 336"/>
                <a:gd name="T14" fmla="*/ 0 w 1850"/>
                <a:gd name="T15" fmla="*/ 1 h 336"/>
                <a:gd name="T16" fmla="*/ 0 w 1850"/>
                <a:gd name="T17" fmla="*/ 1 h 3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50"/>
                <a:gd name="T28" fmla="*/ 0 h 336"/>
                <a:gd name="T29" fmla="*/ 1850 w 1850"/>
                <a:gd name="T30" fmla="*/ 336 h 3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50" h="336">
                  <a:moveTo>
                    <a:pt x="1850" y="336"/>
                  </a:moveTo>
                  <a:lnTo>
                    <a:pt x="1850" y="0"/>
                  </a:lnTo>
                  <a:lnTo>
                    <a:pt x="1393" y="0"/>
                  </a:lnTo>
                  <a:lnTo>
                    <a:pt x="1393" y="336"/>
                  </a:lnTo>
                  <a:lnTo>
                    <a:pt x="937" y="336"/>
                  </a:lnTo>
                  <a:lnTo>
                    <a:pt x="937" y="0"/>
                  </a:lnTo>
                  <a:lnTo>
                    <a:pt x="456" y="0"/>
                  </a:lnTo>
                  <a:lnTo>
                    <a:pt x="456" y="336"/>
                  </a:lnTo>
                  <a:lnTo>
                    <a:pt x="0" y="336"/>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48" name="Freeform 13">
              <a:extLst>
                <a:ext uri="{FF2B5EF4-FFF2-40B4-BE49-F238E27FC236}">
                  <a16:creationId xmlns:a16="http://schemas.microsoft.com/office/drawing/2014/main" id="{D98E586C-DDB6-48AE-93DF-30C20E37ECCD}"/>
                </a:ext>
              </a:extLst>
            </p:cNvPr>
            <p:cNvSpPr>
              <a:spLocks/>
            </p:cNvSpPr>
            <p:nvPr/>
          </p:nvSpPr>
          <p:spPr bwMode="auto">
            <a:xfrm>
              <a:off x="1899" y="1975"/>
              <a:ext cx="937" cy="168"/>
            </a:xfrm>
            <a:custGeom>
              <a:avLst/>
              <a:gdLst>
                <a:gd name="T0" fmla="*/ 1 w 1873"/>
                <a:gd name="T1" fmla="*/ 1 h 336"/>
                <a:gd name="T2" fmla="*/ 1 w 1873"/>
                <a:gd name="T3" fmla="*/ 0 h 336"/>
                <a:gd name="T4" fmla="*/ 1 w 1873"/>
                <a:gd name="T5" fmla="*/ 0 h 336"/>
                <a:gd name="T6" fmla="*/ 1 w 1873"/>
                <a:gd name="T7" fmla="*/ 1 h 336"/>
                <a:gd name="T8" fmla="*/ 1 w 1873"/>
                <a:gd name="T9" fmla="*/ 1 h 336"/>
                <a:gd name="T10" fmla="*/ 1 w 1873"/>
                <a:gd name="T11" fmla="*/ 0 h 336"/>
                <a:gd name="T12" fmla="*/ 1 w 1873"/>
                <a:gd name="T13" fmla="*/ 0 h 336"/>
                <a:gd name="T14" fmla="*/ 1 w 1873"/>
                <a:gd name="T15" fmla="*/ 1 h 336"/>
                <a:gd name="T16" fmla="*/ 0 w 1873"/>
                <a:gd name="T17" fmla="*/ 1 h 3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73"/>
                <a:gd name="T28" fmla="*/ 0 h 336"/>
                <a:gd name="T29" fmla="*/ 1873 w 1873"/>
                <a:gd name="T30" fmla="*/ 336 h 3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73" h="336">
                  <a:moveTo>
                    <a:pt x="1873" y="336"/>
                  </a:moveTo>
                  <a:lnTo>
                    <a:pt x="1873" y="0"/>
                  </a:lnTo>
                  <a:lnTo>
                    <a:pt x="1393" y="0"/>
                  </a:lnTo>
                  <a:lnTo>
                    <a:pt x="1393" y="336"/>
                  </a:lnTo>
                  <a:lnTo>
                    <a:pt x="936" y="336"/>
                  </a:lnTo>
                  <a:lnTo>
                    <a:pt x="936" y="0"/>
                  </a:lnTo>
                  <a:lnTo>
                    <a:pt x="480" y="0"/>
                  </a:lnTo>
                  <a:lnTo>
                    <a:pt x="480" y="336"/>
                  </a:lnTo>
                  <a:lnTo>
                    <a:pt x="0" y="336"/>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49" name="Freeform 14">
              <a:extLst>
                <a:ext uri="{FF2B5EF4-FFF2-40B4-BE49-F238E27FC236}">
                  <a16:creationId xmlns:a16="http://schemas.microsoft.com/office/drawing/2014/main" id="{6E55A632-F4B4-4C18-895C-1C485B30E0A6}"/>
                </a:ext>
              </a:extLst>
            </p:cNvPr>
            <p:cNvSpPr>
              <a:spLocks/>
            </p:cNvSpPr>
            <p:nvPr/>
          </p:nvSpPr>
          <p:spPr bwMode="auto">
            <a:xfrm>
              <a:off x="2836" y="1975"/>
              <a:ext cx="925" cy="168"/>
            </a:xfrm>
            <a:custGeom>
              <a:avLst/>
              <a:gdLst>
                <a:gd name="T0" fmla="*/ 1 w 1850"/>
                <a:gd name="T1" fmla="*/ 1 h 336"/>
                <a:gd name="T2" fmla="*/ 1 w 1850"/>
                <a:gd name="T3" fmla="*/ 0 h 336"/>
                <a:gd name="T4" fmla="*/ 1 w 1850"/>
                <a:gd name="T5" fmla="*/ 0 h 336"/>
                <a:gd name="T6" fmla="*/ 1 w 1850"/>
                <a:gd name="T7" fmla="*/ 1 h 336"/>
                <a:gd name="T8" fmla="*/ 1 w 1850"/>
                <a:gd name="T9" fmla="*/ 1 h 336"/>
                <a:gd name="T10" fmla="*/ 1 w 1850"/>
                <a:gd name="T11" fmla="*/ 0 h 336"/>
                <a:gd name="T12" fmla="*/ 1 w 1850"/>
                <a:gd name="T13" fmla="*/ 0 h 336"/>
                <a:gd name="T14" fmla="*/ 1 w 1850"/>
                <a:gd name="T15" fmla="*/ 1 h 336"/>
                <a:gd name="T16" fmla="*/ 0 w 1850"/>
                <a:gd name="T17" fmla="*/ 1 h 3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50"/>
                <a:gd name="T28" fmla="*/ 0 h 336"/>
                <a:gd name="T29" fmla="*/ 1850 w 1850"/>
                <a:gd name="T30" fmla="*/ 336 h 3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50" h="336">
                  <a:moveTo>
                    <a:pt x="1850" y="336"/>
                  </a:moveTo>
                  <a:lnTo>
                    <a:pt x="1850" y="0"/>
                  </a:lnTo>
                  <a:lnTo>
                    <a:pt x="1394" y="0"/>
                  </a:lnTo>
                  <a:lnTo>
                    <a:pt x="1394" y="336"/>
                  </a:lnTo>
                  <a:lnTo>
                    <a:pt x="913" y="336"/>
                  </a:lnTo>
                  <a:lnTo>
                    <a:pt x="913" y="0"/>
                  </a:lnTo>
                  <a:lnTo>
                    <a:pt x="457" y="0"/>
                  </a:lnTo>
                  <a:lnTo>
                    <a:pt x="457" y="336"/>
                  </a:lnTo>
                  <a:lnTo>
                    <a:pt x="0" y="336"/>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50" name="Freeform 15">
              <a:extLst>
                <a:ext uri="{FF2B5EF4-FFF2-40B4-BE49-F238E27FC236}">
                  <a16:creationId xmlns:a16="http://schemas.microsoft.com/office/drawing/2014/main" id="{6BE779B7-9585-4885-A6B9-E07516D8D0C7}"/>
                </a:ext>
              </a:extLst>
            </p:cNvPr>
            <p:cNvSpPr>
              <a:spLocks/>
            </p:cNvSpPr>
            <p:nvPr/>
          </p:nvSpPr>
          <p:spPr bwMode="auto">
            <a:xfrm>
              <a:off x="3761" y="1975"/>
              <a:ext cx="925" cy="168"/>
            </a:xfrm>
            <a:custGeom>
              <a:avLst/>
              <a:gdLst>
                <a:gd name="T0" fmla="*/ 1 w 1850"/>
                <a:gd name="T1" fmla="*/ 1 h 336"/>
                <a:gd name="T2" fmla="*/ 1 w 1850"/>
                <a:gd name="T3" fmla="*/ 0 h 336"/>
                <a:gd name="T4" fmla="*/ 1 w 1850"/>
                <a:gd name="T5" fmla="*/ 0 h 336"/>
                <a:gd name="T6" fmla="*/ 1 w 1850"/>
                <a:gd name="T7" fmla="*/ 1 h 336"/>
                <a:gd name="T8" fmla="*/ 1 w 1850"/>
                <a:gd name="T9" fmla="*/ 1 h 336"/>
                <a:gd name="T10" fmla="*/ 1 w 1850"/>
                <a:gd name="T11" fmla="*/ 0 h 336"/>
                <a:gd name="T12" fmla="*/ 1 w 1850"/>
                <a:gd name="T13" fmla="*/ 0 h 336"/>
                <a:gd name="T14" fmla="*/ 1 w 1850"/>
                <a:gd name="T15" fmla="*/ 1 h 336"/>
                <a:gd name="T16" fmla="*/ 0 w 1850"/>
                <a:gd name="T17" fmla="*/ 1 h 3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50"/>
                <a:gd name="T28" fmla="*/ 0 h 336"/>
                <a:gd name="T29" fmla="*/ 1850 w 1850"/>
                <a:gd name="T30" fmla="*/ 336 h 3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50" h="336">
                  <a:moveTo>
                    <a:pt x="1850" y="336"/>
                  </a:moveTo>
                  <a:lnTo>
                    <a:pt x="1850" y="0"/>
                  </a:lnTo>
                  <a:lnTo>
                    <a:pt x="1393" y="0"/>
                  </a:lnTo>
                  <a:lnTo>
                    <a:pt x="1393" y="336"/>
                  </a:lnTo>
                  <a:lnTo>
                    <a:pt x="913" y="336"/>
                  </a:lnTo>
                  <a:lnTo>
                    <a:pt x="913" y="0"/>
                  </a:lnTo>
                  <a:lnTo>
                    <a:pt x="456" y="0"/>
                  </a:lnTo>
                  <a:lnTo>
                    <a:pt x="456" y="336"/>
                  </a:lnTo>
                  <a:lnTo>
                    <a:pt x="0" y="336"/>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51" name="Line 16">
              <a:extLst>
                <a:ext uri="{FF2B5EF4-FFF2-40B4-BE49-F238E27FC236}">
                  <a16:creationId xmlns:a16="http://schemas.microsoft.com/office/drawing/2014/main" id="{88B44860-1DCB-4CAC-81C1-C730CD061A52}"/>
                </a:ext>
              </a:extLst>
            </p:cNvPr>
            <p:cNvSpPr>
              <a:spLocks noChangeShapeType="1"/>
            </p:cNvSpPr>
            <p:nvPr/>
          </p:nvSpPr>
          <p:spPr bwMode="auto">
            <a:xfrm flipH="1">
              <a:off x="4686" y="2143"/>
              <a:ext cx="228" cy="1"/>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52" name="Freeform 17">
              <a:extLst>
                <a:ext uri="{FF2B5EF4-FFF2-40B4-BE49-F238E27FC236}">
                  <a16:creationId xmlns:a16="http://schemas.microsoft.com/office/drawing/2014/main" id="{DB1BA0A2-86A9-46A0-B413-C5C973359A45}"/>
                </a:ext>
              </a:extLst>
            </p:cNvPr>
            <p:cNvSpPr>
              <a:spLocks/>
            </p:cNvSpPr>
            <p:nvPr/>
          </p:nvSpPr>
          <p:spPr bwMode="auto">
            <a:xfrm>
              <a:off x="975" y="2311"/>
              <a:ext cx="1645" cy="168"/>
            </a:xfrm>
            <a:custGeom>
              <a:avLst/>
              <a:gdLst>
                <a:gd name="T0" fmla="*/ 0 w 3291"/>
                <a:gd name="T1" fmla="*/ 1 h 336"/>
                <a:gd name="T2" fmla="*/ 0 w 3291"/>
                <a:gd name="T3" fmla="*/ 0 h 336"/>
                <a:gd name="T4" fmla="*/ 0 w 3291"/>
                <a:gd name="T5" fmla="*/ 0 h 336"/>
                <a:gd name="T6" fmla="*/ 0 w 3291"/>
                <a:gd name="T7" fmla="*/ 1 h 336"/>
                <a:gd name="T8" fmla="*/ 0 w 3291"/>
                <a:gd name="T9" fmla="*/ 1 h 336"/>
                <a:gd name="T10" fmla="*/ 0 w 3291"/>
                <a:gd name="T11" fmla="*/ 0 h 336"/>
                <a:gd name="T12" fmla="*/ 0 w 3291"/>
                <a:gd name="T13" fmla="*/ 0 h 336"/>
                <a:gd name="T14" fmla="*/ 0 w 3291"/>
                <a:gd name="T15" fmla="*/ 1 h 336"/>
                <a:gd name="T16" fmla="*/ 0 w 3291"/>
                <a:gd name="T17" fmla="*/ 1 h 3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91"/>
                <a:gd name="T28" fmla="*/ 0 h 336"/>
                <a:gd name="T29" fmla="*/ 3291 w 3291"/>
                <a:gd name="T30" fmla="*/ 336 h 3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91" h="336">
                  <a:moveTo>
                    <a:pt x="3291" y="336"/>
                  </a:moveTo>
                  <a:lnTo>
                    <a:pt x="3291" y="0"/>
                  </a:lnTo>
                  <a:lnTo>
                    <a:pt x="2378" y="0"/>
                  </a:lnTo>
                  <a:lnTo>
                    <a:pt x="2378" y="336"/>
                  </a:lnTo>
                  <a:lnTo>
                    <a:pt x="1441" y="336"/>
                  </a:lnTo>
                  <a:lnTo>
                    <a:pt x="1441" y="0"/>
                  </a:lnTo>
                  <a:lnTo>
                    <a:pt x="528" y="0"/>
                  </a:lnTo>
                  <a:lnTo>
                    <a:pt x="528" y="336"/>
                  </a:lnTo>
                  <a:lnTo>
                    <a:pt x="0" y="336"/>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53" name="Freeform 18">
              <a:extLst>
                <a:ext uri="{FF2B5EF4-FFF2-40B4-BE49-F238E27FC236}">
                  <a16:creationId xmlns:a16="http://schemas.microsoft.com/office/drawing/2014/main" id="{4A0AB2BE-0D98-4035-AF04-B524297234BB}"/>
                </a:ext>
              </a:extLst>
            </p:cNvPr>
            <p:cNvSpPr>
              <a:spLocks/>
            </p:cNvSpPr>
            <p:nvPr/>
          </p:nvSpPr>
          <p:spPr bwMode="auto">
            <a:xfrm>
              <a:off x="2620" y="2311"/>
              <a:ext cx="1862" cy="168"/>
            </a:xfrm>
            <a:custGeom>
              <a:avLst/>
              <a:gdLst>
                <a:gd name="T0" fmla="*/ 1 w 3723"/>
                <a:gd name="T1" fmla="*/ 1 h 336"/>
                <a:gd name="T2" fmla="*/ 1 w 3723"/>
                <a:gd name="T3" fmla="*/ 0 h 336"/>
                <a:gd name="T4" fmla="*/ 1 w 3723"/>
                <a:gd name="T5" fmla="*/ 0 h 336"/>
                <a:gd name="T6" fmla="*/ 1 w 3723"/>
                <a:gd name="T7" fmla="*/ 1 h 336"/>
                <a:gd name="T8" fmla="*/ 1 w 3723"/>
                <a:gd name="T9" fmla="*/ 1 h 336"/>
                <a:gd name="T10" fmla="*/ 1 w 3723"/>
                <a:gd name="T11" fmla="*/ 0 h 336"/>
                <a:gd name="T12" fmla="*/ 1 w 3723"/>
                <a:gd name="T13" fmla="*/ 0 h 336"/>
                <a:gd name="T14" fmla="*/ 1 w 3723"/>
                <a:gd name="T15" fmla="*/ 1 h 336"/>
                <a:gd name="T16" fmla="*/ 0 w 3723"/>
                <a:gd name="T17" fmla="*/ 1 h 3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723"/>
                <a:gd name="T28" fmla="*/ 0 h 336"/>
                <a:gd name="T29" fmla="*/ 3723 w 3723"/>
                <a:gd name="T30" fmla="*/ 336 h 3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723" h="336">
                  <a:moveTo>
                    <a:pt x="3723" y="336"/>
                  </a:moveTo>
                  <a:lnTo>
                    <a:pt x="3723" y="0"/>
                  </a:lnTo>
                  <a:lnTo>
                    <a:pt x="2786" y="0"/>
                  </a:lnTo>
                  <a:lnTo>
                    <a:pt x="2786" y="336"/>
                  </a:lnTo>
                  <a:lnTo>
                    <a:pt x="1874" y="336"/>
                  </a:lnTo>
                  <a:lnTo>
                    <a:pt x="1874" y="0"/>
                  </a:lnTo>
                  <a:lnTo>
                    <a:pt x="937" y="0"/>
                  </a:lnTo>
                  <a:lnTo>
                    <a:pt x="937" y="336"/>
                  </a:lnTo>
                  <a:lnTo>
                    <a:pt x="0" y="336"/>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54" name="Line 19">
              <a:extLst>
                <a:ext uri="{FF2B5EF4-FFF2-40B4-BE49-F238E27FC236}">
                  <a16:creationId xmlns:a16="http://schemas.microsoft.com/office/drawing/2014/main" id="{D04398E6-5FB6-4CF1-9B01-3AB5E82A5F0E}"/>
                </a:ext>
              </a:extLst>
            </p:cNvPr>
            <p:cNvSpPr>
              <a:spLocks noChangeShapeType="1"/>
            </p:cNvSpPr>
            <p:nvPr/>
          </p:nvSpPr>
          <p:spPr bwMode="auto">
            <a:xfrm flipH="1">
              <a:off x="4482" y="2479"/>
              <a:ext cx="432" cy="1"/>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55" name="Freeform 20">
              <a:extLst>
                <a:ext uri="{FF2B5EF4-FFF2-40B4-BE49-F238E27FC236}">
                  <a16:creationId xmlns:a16="http://schemas.microsoft.com/office/drawing/2014/main" id="{0CFC7750-2DA3-4F6F-900C-07EF8381F83F}"/>
                </a:ext>
              </a:extLst>
            </p:cNvPr>
            <p:cNvSpPr>
              <a:spLocks/>
            </p:cNvSpPr>
            <p:nvPr/>
          </p:nvSpPr>
          <p:spPr bwMode="auto">
            <a:xfrm>
              <a:off x="975" y="2647"/>
              <a:ext cx="3939" cy="180"/>
            </a:xfrm>
            <a:custGeom>
              <a:avLst/>
              <a:gdLst>
                <a:gd name="T0" fmla="*/ 0 w 7879"/>
                <a:gd name="T1" fmla="*/ 1 h 360"/>
                <a:gd name="T2" fmla="*/ 0 w 7879"/>
                <a:gd name="T3" fmla="*/ 1 h 360"/>
                <a:gd name="T4" fmla="*/ 0 w 7879"/>
                <a:gd name="T5" fmla="*/ 0 h 360"/>
                <a:gd name="T6" fmla="*/ 0 w 7879"/>
                <a:gd name="T7" fmla="*/ 0 h 360"/>
                <a:gd name="T8" fmla="*/ 0 w 7879"/>
                <a:gd name="T9" fmla="*/ 1 h 360"/>
                <a:gd name="T10" fmla="*/ 0 w 7879"/>
                <a:gd name="T11" fmla="*/ 1 h 360"/>
                <a:gd name="T12" fmla="*/ 0 w 7879"/>
                <a:gd name="T13" fmla="*/ 0 h 360"/>
                <a:gd name="T14" fmla="*/ 0 w 7879"/>
                <a:gd name="T15" fmla="*/ 0 h 360"/>
                <a:gd name="T16" fmla="*/ 0 w 7879"/>
                <a:gd name="T17" fmla="*/ 1 h 360"/>
                <a:gd name="T18" fmla="*/ 0 w 7879"/>
                <a:gd name="T19" fmla="*/ 1 h 3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879"/>
                <a:gd name="T31" fmla="*/ 0 h 360"/>
                <a:gd name="T32" fmla="*/ 7879 w 7879"/>
                <a:gd name="T33" fmla="*/ 360 h 3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879" h="360">
                  <a:moveTo>
                    <a:pt x="7879" y="360"/>
                  </a:moveTo>
                  <a:lnTo>
                    <a:pt x="7062" y="360"/>
                  </a:lnTo>
                  <a:lnTo>
                    <a:pt x="7062" y="0"/>
                  </a:lnTo>
                  <a:lnTo>
                    <a:pt x="5213" y="0"/>
                  </a:lnTo>
                  <a:lnTo>
                    <a:pt x="5213" y="360"/>
                  </a:lnTo>
                  <a:lnTo>
                    <a:pt x="3363" y="360"/>
                  </a:lnTo>
                  <a:lnTo>
                    <a:pt x="3363" y="0"/>
                  </a:lnTo>
                  <a:lnTo>
                    <a:pt x="1489" y="0"/>
                  </a:lnTo>
                  <a:lnTo>
                    <a:pt x="1489" y="360"/>
                  </a:lnTo>
                  <a:lnTo>
                    <a:pt x="0" y="360"/>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56" name="Freeform 21">
              <a:extLst>
                <a:ext uri="{FF2B5EF4-FFF2-40B4-BE49-F238E27FC236}">
                  <a16:creationId xmlns:a16="http://schemas.microsoft.com/office/drawing/2014/main" id="{FC1F9223-4118-4763-8816-01EACA177176}"/>
                </a:ext>
              </a:extLst>
            </p:cNvPr>
            <p:cNvSpPr>
              <a:spLocks/>
            </p:cNvSpPr>
            <p:nvPr/>
          </p:nvSpPr>
          <p:spPr bwMode="auto">
            <a:xfrm>
              <a:off x="975" y="2996"/>
              <a:ext cx="3939" cy="168"/>
            </a:xfrm>
            <a:custGeom>
              <a:avLst/>
              <a:gdLst>
                <a:gd name="T0" fmla="*/ 0 w 7879"/>
                <a:gd name="T1" fmla="*/ 1 h 336"/>
                <a:gd name="T2" fmla="*/ 0 w 7879"/>
                <a:gd name="T3" fmla="*/ 1 h 336"/>
                <a:gd name="T4" fmla="*/ 0 w 7879"/>
                <a:gd name="T5" fmla="*/ 0 h 336"/>
                <a:gd name="T6" fmla="*/ 0 w 7879"/>
                <a:gd name="T7" fmla="*/ 0 h 336"/>
                <a:gd name="T8" fmla="*/ 0 w 7879"/>
                <a:gd name="T9" fmla="*/ 1 h 336"/>
                <a:gd name="T10" fmla="*/ 0 w 7879"/>
                <a:gd name="T11" fmla="*/ 1 h 336"/>
                <a:gd name="T12" fmla="*/ 0 60000 65536"/>
                <a:gd name="T13" fmla="*/ 0 60000 65536"/>
                <a:gd name="T14" fmla="*/ 0 60000 65536"/>
                <a:gd name="T15" fmla="*/ 0 60000 65536"/>
                <a:gd name="T16" fmla="*/ 0 60000 65536"/>
                <a:gd name="T17" fmla="*/ 0 60000 65536"/>
                <a:gd name="T18" fmla="*/ 0 w 7879"/>
                <a:gd name="T19" fmla="*/ 0 h 336"/>
                <a:gd name="T20" fmla="*/ 7879 w 7879"/>
                <a:gd name="T21" fmla="*/ 336 h 336"/>
              </a:gdLst>
              <a:ahLst/>
              <a:cxnLst>
                <a:cxn ang="T12">
                  <a:pos x="T0" y="T1"/>
                </a:cxn>
                <a:cxn ang="T13">
                  <a:pos x="T2" y="T3"/>
                </a:cxn>
                <a:cxn ang="T14">
                  <a:pos x="T4" y="T5"/>
                </a:cxn>
                <a:cxn ang="T15">
                  <a:pos x="T6" y="T7"/>
                </a:cxn>
                <a:cxn ang="T16">
                  <a:pos x="T8" y="T9"/>
                </a:cxn>
                <a:cxn ang="T17">
                  <a:pos x="T10" y="T11"/>
                </a:cxn>
              </a:cxnLst>
              <a:rect l="T18" t="T19" r="T20" b="T21"/>
              <a:pathLst>
                <a:path w="7879" h="336">
                  <a:moveTo>
                    <a:pt x="7879" y="336"/>
                  </a:moveTo>
                  <a:lnTo>
                    <a:pt x="7134" y="336"/>
                  </a:lnTo>
                  <a:lnTo>
                    <a:pt x="7134" y="0"/>
                  </a:lnTo>
                  <a:lnTo>
                    <a:pt x="3411" y="0"/>
                  </a:lnTo>
                  <a:lnTo>
                    <a:pt x="3411" y="336"/>
                  </a:lnTo>
                  <a:lnTo>
                    <a:pt x="0" y="336"/>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57" name="Rectangle 22">
              <a:extLst>
                <a:ext uri="{FF2B5EF4-FFF2-40B4-BE49-F238E27FC236}">
                  <a16:creationId xmlns:a16="http://schemas.microsoft.com/office/drawing/2014/main" id="{CF031BA8-00C5-4248-A792-4E8C187657B2}"/>
                </a:ext>
              </a:extLst>
            </p:cNvPr>
            <p:cNvSpPr>
              <a:spLocks noChangeArrowheads="1"/>
            </p:cNvSpPr>
            <p:nvPr/>
          </p:nvSpPr>
          <p:spPr bwMode="auto">
            <a:xfrm>
              <a:off x="1851" y="438"/>
              <a:ext cx="421" cy="684"/>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58" name="Rectangle 23">
              <a:extLst>
                <a:ext uri="{FF2B5EF4-FFF2-40B4-BE49-F238E27FC236}">
                  <a16:creationId xmlns:a16="http://schemas.microsoft.com/office/drawing/2014/main" id="{4D35346C-2912-41FF-A713-4BC526508E0A}"/>
                </a:ext>
              </a:extLst>
            </p:cNvPr>
            <p:cNvSpPr>
              <a:spLocks noChangeArrowheads="1"/>
            </p:cNvSpPr>
            <p:nvPr/>
          </p:nvSpPr>
          <p:spPr bwMode="auto">
            <a:xfrm>
              <a:off x="1889" y="557"/>
              <a:ext cx="142"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59" name="Rectangle 24">
              <a:extLst>
                <a:ext uri="{FF2B5EF4-FFF2-40B4-BE49-F238E27FC236}">
                  <a16:creationId xmlns:a16="http://schemas.microsoft.com/office/drawing/2014/main" id="{559F0DC2-BB1A-4CBC-A1F9-93F7A582E91A}"/>
                </a:ext>
              </a:extLst>
            </p:cNvPr>
            <p:cNvSpPr>
              <a:spLocks noChangeArrowheads="1"/>
            </p:cNvSpPr>
            <p:nvPr/>
          </p:nvSpPr>
          <p:spPr bwMode="auto">
            <a:xfrm>
              <a:off x="2139" y="552"/>
              <a:ext cx="154"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60" name="Line 25">
              <a:extLst>
                <a:ext uri="{FF2B5EF4-FFF2-40B4-BE49-F238E27FC236}">
                  <a16:creationId xmlns:a16="http://schemas.microsoft.com/office/drawing/2014/main" id="{5583E461-9C13-4763-9E90-AABA45421981}"/>
                </a:ext>
              </a:extLst>
            </p:cNvPr>
            <p:cNvSpPr>
              <a:spLocks noChangeShapeType="1"/>
            </p:cNvSpPr>
            <p:nvPr/>
          </p:nvSpPr>
          <p:spPr bwMode="auto">
            <a:xfrm flipH="1">
              <a:off x="2152" y="894"/>
              <a:ext cx="60" cy="1"/>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61" name="Freeform 26">
              <a:extLst>
                <a:ext uri="{FF2B5EF4-FFF2-40B4-BE49-F238E27FC236}">
                  <a16:creationId xmlns:a16="http://schemas.microsoft.com/office/drawing/2014/main" id="{A31F0E82-51D5-4BBE-84A1-B7DD7FCBFB88}"/>
                </a:ext>
              </a:extLst>
            </p:cNvPr>
            <p:cNvSpPr>
              <a:spLocks/>
            </p:cNvSpPr>
            <p:nvPr/>
          </p:nvSpPr>
          <p:spPr bwMode="auto">
            <a:xfrm>
              <a:off x="2596" y="257"/>
              <a:ext cx="36" cy="24"/>
            </a:xfrm>
            <a:custGeom>
              <a:avLst/>
              <a:gdLst>
                <a:gd name="T0" fmla="*/ 0 w 72"/>
                <a:gd name="T1" fmla="*/ 1 h 48"/>
                <a:gd name="T2" fmla="*/ 1 w 72"/>
                <a:gd name="T3" fmla="*/ 1 h 48"/>
                <a:gd name="T4" fmla="*/ 1 w 72"/>
                <a:gd name="T5" fmla="*/ 1 h 48"/>
                <a:gd name="T6" fmla="*/ 1 w 72"/>
                <a:gd name="T7" fmla="*/ 1 h 48"/>
                <a:gd name="T8" fmla="*/ 1 w 72"/>
                <a:gd name="T9" fmla="*/ 1 h 48"/>
                <a:gd name="T10" fmla="*/ 1 w 72"/>
                <a:gd name="T11" fmla="*/ 1 h 48"/>
                <a:gd name="T12" fmla="*/ 1 w 72"/>
                <a:gd name="T13" fmla="*/ 1 h 48"/>
                <a:gd name="T14" fmla="*/ 1 w 72"/>
                <a:gd name="T15" fmla="*/ 1 h 48"/>
                <a:gd name="T16" fmla="*/ 1 w 72"/>
                <a:gd name="T17" fmla="*/ 1 h 48"/>
                <a:gd name="T18" fmla="*/ 1 w 72"/>
                <a:gd name="T19" fmla="*/ 1 h 48"/>
                <a:gd name="T20" fmla="*/ 1 w 72"/>
                <a:gd name="T21" fmla="*/ 1 h 48"/>
                <a:gd name="T22" fmla="*/ 1 w 72"/>
                <a:gd name="T23" fmla="*/ 0 h 48"/>
                <a:gd name="T24" fmla="*/ 1 w 72"/>
                <a:gd name="T25" fmla="*/ 1 h 48"/>
                <a:gd name="T26" fmla="*/ 1 w 72"/>
                <a:gd name="T27" fmla="*/ 1 h 48"/>
                <a:gd name="T28" fmla="*/ 1 w 72"/>
                <a:gd name="T29" fmla="*/ 1 h 48"/>
                <a:gd name="T30" fmla="*/ 1 w 72"/>
                <a:gd name="T31" fmla="*/ 1 h 48"/>
                <a:gd name="T32" fmla="*/ 1 w 72"/>
                <a:gd name="T33" fmla="*/ 1 h 48"/>
                <a:gd name="T34" fmla="*/ 1 w 72"/>
                <a:gd name="T35" fmla="*/ 1 h 48"/>
                <a:gd name="T36" fmla="*/ 1 w 72"/>
                <a:gd name="T37" fmla="*/ 1 h 48"/>
                <a:gd name="T38" fmla="*/ 1 w 72"/>
                <a:gd name="T39" fmla="*/ 1 h 48"/>
                <a:gd name="T40" fmla="*/ 1 w 72"/>
                <a:gd name="T41" fmla="*/ 1 h 48"/>
                <a:gd name="T42" fmla="*/ 1 w 72"/>
                <a:gd name="T43" fmla="*/ 1 h 48"/>
                <a:gd name="T44" fmla="*/ 1 w 72"/>
                <a:gd name="T45" fmla="*/ 1 h 48"/>
                <a:gd name="T46" fmla="*/ 1 w 72"/>
                <a:gd name="T47" fmla="*/ 1 h 48"/>
                <a:gd name="T48" fmla="*/ 1 w 72"/>
                <a:gd name="T49" fmla="*/ 1 h 48"/>
                <a:gd name="T50" fmla="*/ 1 w 72"/>
                <a:gd name="T51" fmla="*/ 1 h 48"/>
                <a:gd name="T52" fmla="*/ 1 w 72"/>
                <a:gd name="T53" fmla="*/ 1 h 48"/>
                <a:gd name="T54" fmla="*/ 1 w 72"/>
                <a:gd name="T55" fmla="*/ 1 h 48"/>
                <a:gd name="T56" fmla="*/ 1 w 72"/>
                <a:gd name="T57" fmla="*/ 1 h 48"/>
                <a:gd name="T58" fmla="*/ 1 w 72"/>
                <a:gd name="T59" fmla="*/ 1 h 48"/>
                <a:gd name="T60" fmla="*/ 1 w 72"/>
                <a:gd name="T61" fmla="*/ 1 h 48"/>
                <a:gd name="T62" fmla="*/ 1 w 72"/>
                <a:gd name="T63" fmla="*/ 1 h 48"/>
                <a:gd name="T64" fmla="*/ 1 w 72"/>
                <a:gd name="T65" fmla="*/ 1 h 48"/>
                <a:gd name="T66" fmla="*/ 1 w 72"/>
                <a:gd name="T67" fmla="*/ 1 h 48"/>
                <a:gd name="T68" fmla="*/ 1 w 72"/>
                <a:gd name="T69" fmla="*/ 1 h 48"/>
                <a:gd name="T70" fmla="*/ 1 w 72"/>
                <a:gd name="T71" fmla="*/ 1 h 48"/>
                <a:gd name="T72" fmla="*/ 1 w 72"/>
                <a:gd name="T73" fmla="*/ 1 h 48"/>
                <a:gd name="T74" fmla="*/ 1 w 72"/>
                <a:gd name="T75" fmla="*/ 1 h 48"/>
                <a:gd name="T76" fmla="*/ 1 w 72"/>
                <a:gd name="T77" fmla="*/ 1 h 48"/>
                <a:gd name="T78" fmla="*/ 1 w 72"/>
                <a:gd name="T79" fmla="*/ 1 h 48"/>
                <a:gd name="T80" fmla="*/ 1 w 72"/>
                <a:gd name="T81" fmla="*/ 1 h 48"/>
                <a:gd name="T82" fmla="*/ 1 w 72"/>
                <a:gd name="T83" fmla="*/ 1 h 48"/>
                <a:gd name="T84" fmla="*/ 1 w 72"/>
                <a:gd name="T85" fmla="*/ 1 h 48"/>
                <a:gd name="T86" fmla="*/ 1 w 72"/>
                <a:gd name="T87" fmla="*/ 1 h 48"/>
                <a:gd name="T88" fmla="*/ 1 w 72"/>
                <a:gd name="T89" fmla="*/ 1 h 48"/>
                <a:gd name="T90" fmla="*/ 1 w 72"/>
                <a:gd name="T91" fmla="*/ 1 h 48"/>
                <a:gd name="T92" fmla="*/ 1 w 72"/>
                <a:gd name="T93" fmla="*/ 1 h 48"/>
                <a:gd name="T94" fmla="*/ 1 w 72"/>
                <a:gd name="T95" fmla="*/ 1 h 48"/>
                <a:gd name="T96" fmla="*/ 1 w 72"/>
                <a:gd name="T97" fmla="*/ 1 h 48"/>
                <a:gd name="T98" fmla="*/ 1 w 72"/>
                <a:gd name="T99" fmla="*/ 1 h 48"/>
                <a:gd name="T100" fmla="*/ 1 w 72"/>
                <a:gd name="T101" fmla="*/ 1 h 48"/>
                <a:gd name="T102" fmla="*/ 1 w 72"/>
                <a:gd name="T103" fmla="*/ 1 h 48"/>
                <a:gd name="T104" fmla="*/ 1 w 72"/>
                <a:gd name="T105" fmla="*/ 1 h 48"/>
                <a:gd name="T106" fmla="*/ 1 w 72"/>
                <a:gd name="T107" fmla="*/ 1 h 48"/>
                <a:gd name="T108" fmla="*/ 1 w 72"/>
                <a:gd name="T109" fmla="*/ 1 h 48"/>
                <a:gd name="T110" fmla="*/ 0 w 72"/>
                <a:gd name="T111" fmla="*/ 1 h 4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48"/>
                <a:gd name="T170" fmla="*/ 72 w 72"/>
                <a:gd name="T171" fmla="*/ 48 h 4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48">
                  <a:moveTo>
                    <a:pt x="0" y="19"/>
                  </a:moveTo>
                  <a:lnTo>
                    <a:pt x="0" y="30"/>
                  </a:lnTo>
                  <a:lnTo>
                    <a:pt x="0" y="27"/>
                  </a:lnTo>
                  <a:lnTo>
                    <a:pt x="0" y="26"/>
                  </a:lnTo>
                  <a:lnTo>
                    <a:pt x="0" y="25"/>
                  </a:lnTo>
                  <a:lnTo>
                    <a:pt x="1" y="24"/>
                  </a:lnTo>
                  <a:lnTo>
                    <a:pt x="1" y="23"/>
                  </a:lnTo>
                  <a:lnTo>
                    <a:pt x="1" y="21"/>
                  </a:lnTo>
                  <a:lnTo>
                    <a:pt x="2" y="19"/>
                  </a:lnTo>
                  <a:lnTo>
                    <a:pt x="2" y="18"/>
                  </a:lnTo>
                  <a:lnTo>
                    <a:pt x="2" y="17"/>
                  </a:lnTo>
                  <a:lnTo>
                    <a:pt x="3" y="15"/>
                  </a:lnTo>
                  <a:lnTo>
                    <a:pt x="5" y="14"/>
                  </a:lnTo>
                  <a:lnTo>
                    <a:pt x="5" y="13"/>
                  </a:lnTo>
                  <a:lnTo>
                    <a:pt x="6" y="12"/>
                  </a:lnTo>
                  <a:lnTo>
                    <a:pt x="7" y="11"/>
                  </a:lnTo>
                  <a:lnTo>
                    <a:pt x="7" y="9"/>
                  </a:lnTo>
                  <a:lnTo>
                    <a:pt x="8" y="9"/>
                  </a:lnTo>
                  <a:lnTo>
                    <a:pt x="10" y="8"/>
                  </a:lnTo>
                  <a:lnTo>
                    <a:pt x="11" y="7"/>
                  </a:lnTo>
                  <a:lnTo>
                    <a:pt x="12" y="6"/>
                  </a:lnTo>
                  <a:lnTo>
                    <a:pt x="13" y="6"/>
                  </a:lnTo>
                  <a:lnTo>
                    <a:pt x="14" y="5"/>
                  </a:lnTo>
                  <a:lnTo>
                    <a:pt x="16" y="3"/>
                  </a:lnTo>
                  <a:lnTo>
                    <a:pt x="17" y="3"/>
                  </a:lnTo>
                  <a:lnTo>
                    <a:pt x="18" y="2"/>
                  </a:lnTo>
                  <a:lnTo>
                    <a:pt x="19" y="2"/>
                  </a:lnTo>
                  <a:lnTo>
                    <a:pt x="20" y="2"/>
                  </a:lnTo>
                  <a:lnTo>
                    <a:pt x="22" y="1"/>
                  </a:lnTo>
                  <a:lnTo>
                    <a:pt x="23" y="1"/>
                  </a:lnTo>
                  <a:lnTo>
                    <a:pt x="25" y="1"/>
                  </a:lnTo>
                  <a:lnTo>
                    <a:pt x="26" y="1"/>
                  </a:lnTo>
                  <a:lnTo>
                    <a:pt x="28" y="1"/>
                  </a:lnTo>
                  <a:lnTo>
                    <a:pt x="29" y="0"/>
                  </a:lnTo>
                  <a:lnTo>
                    <a:pt x="43" y="0"/>
                  </a:lnTo>
                  <a:lnTo>
                    <a:pt x="44" y="1"/>
                  </a:lnTo>
                  <a:lnTo>
                    <a:pt x="46" y="1"/>
                  </a:lnTo>
                  <a:lnTo>
                    <a:pt x="48" y="1"/>
                  </a:lnTo>
                  <a:lnTo>
                    <a:pt x="49" y="1"/>
                  </a:lnTo>
                  <a:lnTo>
                    <a:pt x="50" y="1"/>
                  </a:lnTo>
                  <a:lnTo>
                    <a:pt x="52" y="2"/>
                  </a:lnTo>
                  <a:lnTo>
                    <a:pt x="53" y="2"/>
                  </a:lnTo>
                  <a:lnTo>
                    <a:pt x="54" y="2"/>
                  </a:lnTo>
                  <a:lnTo>
                    <a:pt x="55" y="3"/>
                  </a:lnTo>
                  <a:lnTo>
                    <a:pt x="56" y="3"/>
                  </a:lnTo>
                  <a:lnTo>
                    <a:pt x="58" y="5"/>
                  </a:lnTo>
                  <a:lnTo>
                    <a:pt x="59" y="6"/>
                  </a:lnTo>
                  <a:lnTo>
                    <a:pt x="60" y="6"/>
                  </a:lnTo>
                  <a:lnTo>
                    <a:pt x="61" y="7"/>
                  </a:lnTo>
                  <a:lnTo>
                    <a:pt x="62" y="8"/>
                  </a:lnTo>
                  <a:lnTo>
                    <a:pt x="64" y="9"/>
                  </a:lnTo>
                  <a:lnTo>
                    <a:pt x="65" y="9"/>
                  </a:lnTo>
                  <a:lnTo>
                    <a:pt x="66" y="11"/>
                  </a:lnTo>
                  <a:lnTo>
                    <a:pt x="66" y="12"/>
                  </a:lnTo>
                  <a:lnTo>
                    <a:pt x="67" y="13"/>
                  </a:lnTo>
                  <a:lnTo>
                    <a:pt x="68" y="14"/>
                  </a:lnTo>
                  <a:lnTo>
                    <a:pt x="68" y="15"/>
                  </a:lnTo>
                  <a:lnTo>
                    <a:pt x="70" y="17"/>
                  </a:lnTo>
                  <a:lnTo>
                    <a:pt x="70" y="18"/>
                  </a:lnTo>
                  <a:lnTo>
                    <a:pt x="71" y="19"/>
                  </a:lnTo>
                  <a:lnTo>
                    <a:pt x="71" y="21"/>
                  </a:lnTo>
                  <a:lnTo>
                    <a:pt x="71" y="23"/>
                  </a:lnTo>
                  <a:lnTo>
                    <a:pt x="72" y="24"/>
                  </a:lnTo>
                  <a:lnTo>
                    <a:pt x="72" y="25"/>
                  </a:lnTo>
                  <a:lnTo>
                    <a:pt x="72" y="26"/>
                  </a:lnTo>
                  <a:lnTo>
                    <a:pt x="72" y="27"/>
                  </a:lnTo>
                  <a:lnTo>
                    <a:pt x="72" y="30"/>
                  </a:lnTo>
                  <a:lnTo>
                    <a:pt x="72" y="19"/>
                  </a:lnTo>
                  <a:lnTo>
                    <a:pt x="72" y="21"/>
                  </a:lnTo>
                  <a:lnTo>
                    <a:pt x="72" y="23"/>
                  </a:lnTo>
                  <a:lnTo>
                    <a:pt x="72" y="24"/>
                  </a:lnTo>
                  <a:lnTo>
                    <a:pt x="72" y="25"/>
                  </a:lnTo>
                  <a:lnTo>
                    <a:pt x="71" y="26"/>
                  </a:lnTo>
                  <a:lnTo>
                    <a:pt x="71" y="27"/>
                  </a:lnTo>
                  <a:lnTo>
                    <a:pt x="71" y="30"/>
                  </a:lnTo>
                  <a:lnTo>
                    <a:pt x="70" y="31"/>
                  </a:lnTo>
                  <a:lnTo>
                    <a:pt x="70" y="32"/>
                  </a:lnTo>
                  <a:lnTo>
                    <a:pt x="68" y="33"/>
                  </a:lnTo>
                  <a:lnTo>
                    <a:pt x="68" y="35"/>
                  </a:lnTo>
                  <a:lnTo>
                    <a:pt x="67" y="36"/>
                  </a:lnTo>
                  <a:lnTo>
                    <a:pt x="66" y="37"/>
                  </a:lnTo>
                  <a:lnTo>
                    <a:pt x="66" y="38"/>
                  </a:lnTo>
                  <a:lnTo>
                    <a:pt x="65" y="39"/>
                  </a:lnTo>
                  <a:lnTo>
                    <a:pt x="64" y="39"/>
                  </a:lnTo>
                  <a:lnTo>
                    <a:pt x="62" y="41"/>
                  </a:lnTo>
                  <a:lnTo>
                    <a:pt x="61" y="42"/>
                  </a:lnTo>
                  <a:lnTo>
                    <a:pt x="60" y="43"/>
                  </a:lnTo>
                  <a:lnTo>
                    <a:pt x="59" y="43"/>
                  </a:lnTo>
                  <a:lnTo>
                    <a:pt x="58" y="44"/>
                  </a:lnTo>
                  <a:lnTo>
                    <a:pt x="56" y="45"/>
                  </a:lnTo>
                  <a:lnTo>
                    <a:pt x="55" y="45"/>
                  </a:lnTo>
                  <a:lnTo>
                    <a:pt x="54" y="47"/>
                  </a:lnTo>
                  <a:lnTo>
                    <a:pt x="53" y="47"/>
                  </a:lnTo>
                  <a:lnTo>
                    <a:pt x="52" y="47"/>
                  </a:lnTo>
                  <a:lnTo>
                    <a:pt x="50" y="48"/>
                  </a:lnTo>
                  <a:lnTo>
                    <a:pt x="49" y="48"/>
                  </a:lnTo>
                  <a:lnTo>
                    <a:pt x="48" y="48"/>
                  </a:lnTo>
                  <a:lnTo>
                    <a:pt x="46" y="48"/>
                  </a:lnTo>
                  <a:lnTo>
                    <a:pt x="44" y="48"/>
                  </a:lnTo>
                  <a:lnTo>
                    <a:pt x="43" y="48"/>
                  </a:lnTo>
                  <a:lnTo>
                    <a:pt x="29" y="48"/>
                  </a:lnTo>
                  <a:lnTo>
                    <a:pt x="28" y="48"/>
                  </a:lnTo>
                  <a:lnTo>
                    <a:pt x="26" y="48"/>
                  </a:lnTo>
                  <a:lnTo>
                    <a:pt x="25" y="48"/>
                  </a:lnTo>
                  <a:lnTo>
                    <a:pt x="23" y="48"/>
                  </a:lnTo>
                  <a:lnTo>
                    <a:pt x="22" y="48"/>
                  </a:lnTo>
                  <a:lnTo>
                    <a:pt x="20" y="47"/>
                  </a:lnTo>
                  <a:lnTo>
                    <a:pt x="19" y="47"/>
                  </a:lnTo>
                  <a:lnTo>
                    <a:pt x="18" y="47"/>
                  </a:lnTo>
                  <a:lnTo>
                    <a:pt x="17" y="45"/>
                  </a:lnTo>
                  <a:lnTo>
                    <a:pt x="16" y="45"/>
                  </a:lnTo>
                  <a:lnTo>
                    <a:pt x="14" y="44"/>
                  </a:lnTo>
                  <a:lnTo>
                    <a:pt x="13" y="43"/>
                  </a:lnTo>
                  <a:lnTo>
                    <a:pt x="12" y="43"/>
                  </a:lnTo>
                  <a:lnTo>
                    <a:pt x="11" y="42"/>
                  </a:lnTo>
                  <a:lnTo>
                    <a:pt x="10" y="41"/>
                  </a:lnTo>
                  <a:lnTo>
                    <a:pt x="8" y="39"/>
                  </a:lnTo>
                  <a:lnTo>
                    <a:pt x="7" y="39"/>
                  </a:lnTo>
                  <a:lnTo>
                    <a:pt x="7" y="38"/>
                  </a:lnTo>
                  <a:lnTo>
                    <a:pt x="6" y="37"/>
                  </a:lnTo>
                  <a:lnTo>
                    <a:pt x="5" y="36"/>
                  </a:lnTo>
                  <a:lnTo>
                    <a:pt x="5" y="35"/>
                  </a:lnTo>
                  <a:lnTo>
                    <a:pt x="3" y="33"/>
                  </a:lnTo>
                  <a:lnTo>
                    <a:pt x="2" y="32"/>
                  </a:lnTo>
                  <a:lnTo>
                    <a:pt x="2" y="31"/>
                  </a:lnTo>
                  <a:lnTo>
                    <a:pt x="2" y="30"/>
                  </a:lnTo>
                  <a:lnTo>
                    <a:pt x="1" y="27"/>
                  </a:lnTo>
                  <a:lnTo>
                    <a:pt x="1" y="26"/>
                  </a:lnTo>
                  <a:lnTo>
                    <a:pt x="1" y="25"/>
                  </a:lnTo>
                  <a:lnTo>
                    <a:pt x="0" y="24"/>
                  </a:lnTo>
                  <a:lnTo>
                    <a:pt x="0" y="23"/>
                  </a:lnTo>
                  <a:lnTo>
                    <a:pt x="0" y="21"/>
                  </a:lnTo>
                  <a:lnTo>
                    <a:pt x="0" y="19"/>
                  </a:lnTo>
                  <a:close/>
                </a:path>
              </a:pathLst>
            </a:custGeom>
            <a:solidFill>
              <a:srgbClr val="000000"/>
            </a:solidFill>
            <a:ln w="17463">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62" name="Rectangle 27">
              <a:extLst>
                <a:ext uri="{FF2B5EF4-FFF2-40B4-BE49-F238E27FC236}">
                  <a16:creationId xmlns:a16="http://schemas.microsoft.com/office/drawing/2014/main" id="{BD42A904-7688-4530-9A92-5CF535259F0A}"/>
                </a:ext>
              </a:extLst>
            </p:cNvPr>
            <p:cNvSpPr>
              <a:spLocks noChangeArrowheads="1"/>
            </p:cNvSpPr>
            <p:nvPr/>
          </p:nvSpPr>
          <p:spPr bwMode="auto">
            <a:xfrm>
              <a:off x="2140" y="896"/>
              <a:ext cx="154"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63" name="Rectangle 28">
              <a:extLst>
                <a:ext uri="{FF2B5EF4-FFF2-40B4-BE49-F238E27FC236}">
                  <a16:creationId xmlns:a16="http://schemas.microsoft.com/office/drawing/2014/main" id="{02FE819C-8DA2-45E1-BA32-B8AEE7360EDE}"/>
                </a:ext>
              </a:extLst>
            </p:cNvPr>
            <p:cNvSpPr>
              <a:spLocks noChangeArrowheads="1"/>
            </p:cNvSpPr>
            <p:nvPr/>
          </p:nvSpPr>
          <p:spPr bwMode="auto">
            <a:xfrm>
              <a:off x="2788" y="438"/>
              <a:ext cx="420" cy="684"/>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64" name="Rectangle 29">
              <a:extLst>
                <a:ext uri="{FF2B5EF4-FFF2-40B4-BE49-F238E27FC236}">
                  <a16:creationId xmlns:a16="http://schemas.microsoft.com/office/drawing/2014/main" id="{7CCC6B08-8D84-44FB-BAD8-17F7801530E6}"/>
                </a:ext>
              </a:extLst>
            </p:cNvPr>
            <p:cNvSpPr>
              <a:spLocks noChangeArrowheads="1"/>
            </p:cNvSpPr>
            <p:nvPr/>
          </p:nvSpPr>
          <p:spPr bwMode="auto">
            <a:xfrm>
              <a:off x="1184" y="884"/>
              <a:ext cx="342"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65" name="Rectangle 30">
              <a:extLst>
                <a:ext uri="{FF2B5EF4-FFF2-40B4-BE49-F238E27FC236}">
                  <a16:creationId xmlns:a16="http://schemas.microsoft.com/office/drawing/2014/main" id="{D69FFBC1-42ED-4B8B-B724-0502993A2D4E}"/>
                </a:ext>
              </a:extLst>
            </p:cNvPr>
            <p:cNvSpPr>
              <a:spLocks noChangeArrowheads="1"/>
            </p:cNvSpPr>
            <p:nvPr/>
          </p:nvSpPr>
          <p:spPr bwMode="auto">
            <a:xfrm>
              <a:off x="2825" y="557"/>
              <a:ext cx="142"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66" name="Rectangle 31">
              <a:extLst>
                <a:ext uri="{FF2B5EF4-FFF2-40B4-BE49-F238E27FC236}">
                  <a16:creationId xmlns:a16="http://schemas.microsoft.com/office/drawing/2014/main" id="{3F82FF4F-E3B5-472A-A2D3-D0CE80A5CCCD}"/>
                </a:ext>
              </a:extLst>
            </p:cNvPr>
            <p:cNvSpPr>
              <a:spLocks noChangeArrowheads="1"/>
            </p:cNvSpPr>
            <p:nvPr/>
          </p:nvSpPr>
          <p:spPr bwMode="auto">
            <a:xfrm>
              <a:off x="3075" y="552"/>
              <a:ext cx="154"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67" name="Line 32">
              <a:extLst>
                <a:ext uri="{FF2B5EF4-FFF2-40B4-BE49-F238E27FC236}">
                  <a16:creationId xmlns:a16="http://schemas.microsoft.com/office/drawing/2014/main" id="{BDF8A8D2-4360-464A-A699-AB6E7FD5387D}"/>
                </a:ext>
              </a:extLst>
            </p:cNvPr>
            <p:cNvSpPr>
              <a:spLocks noChangeShapeType="1"/>
            </p:cNvSpPr>
            <p:nvPr/>
          </p:nvSpPr>
          <p:spPr bwMode="auto">
            <a:xfrm flipH="1">
              <a:off x="3088" y="894"/>
              <a:ext cx="60" cy="1"/>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68" name="Rectangle 33">
              <a:extLst>
                <a:ext uri="{FF2B5EF4-FFF2-40B4-BE49-F238E27FC236}">
                  <a16:creationId xmlns:a16="http://schemas.microsoft.com/office/drawing/2014/main" id="{8FEB2019-8B6C-49FE-8542-38301946C8C1}"/>
                </a:ext>
              </a:extLst>
            </p:cNvPr>
            <p:cNvSpPr>
              <a:spLocks noChangeArrowheads="1"/>
            </p:cNvSpPr>
            <p:nvPr/>
          </p:nvSpPr>
          <p:spPr bwMode="auto">
            <a:xfrm>
              <a:off x="3725" y="438"/>
              <a:ext cx="420" cy="684"/>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69" name="Rectangle 34">
              <a:extLst>
                <a:ext uri="{FF2B5EF4-FFF2-40B4-BE49-F238E27FC236}">
                  <a16:creationId xmlns:a16="http://schemas.microsoft.com/office/drawing/2014/main" id="{31276FB5-3F15-4B28-95FB-DA7BB720A9D0}"/>
                </a:ext>
              </a:extLst>
            </p:cNvPr>
            <p:cNvSpPr>
              <a:spLocks noChangeArrowheads="1"/>
            </p:cNvSpPr>
            <p:nvPr/>
          </p:nvSpPr>
          <p:spPr bwMode="auto">
            <a:xfrm>
              <a:off x="3076" y="896"/>
              <a:ext cx="154"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70" name="Rectangle 35">
              <a:extLst>
                <a:ext uri="{FF2B5EF4-FFF2-40B4-BE49-F238E27FC236}">
                  <a16:creationId xmlns:a16="http://schemas.microsoft.com/office/drawing/2014/main" id="{3BD3C375-6397-4BCC-9C2E-C28EE5284352}"/>
                </a:ext>
              </a:extLst>
            </p:cNvPr>
            <p:cNvSpPr>
              <a:spLocks noChangeArrowheads="1"/>
            </p:cNvSpPr>
            <p:nvPr/>
          </p:nvSpPr>
          <p:spPr bwMode="auto">
            <a:xfrm>
              <a:off x="3762" y="557"/>
              <a:ext cx="142"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71" name="Rectangle 36">
              <a:extLst>
                <a:ext uri="{FF2B5EF4-FFF2-40B4-BE49-F238E27FC236}">
                  <a16:creationId xmlns:a16="http://schemas.microsoft.com/office/drawing/2014/main" id="{01C3BA7F-02A4-4307-87D6-7D10AD0F541F}"/>
                </a:ext>
              </a:extLst>
            </p:cNvPr>
            <p:cNvSpPr>
              <a:spLocks noChangeArrowheads="1"/>
            </p:cNvSpPr>
            <p:nvPr/>
          </p:nvSpPr>
          <p:spPr bwMode="auto">
            <a:xfrm>
              <a:off x="4011" y="552"/>
              <a:ext cx="154"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72" name="Line 37">
              <a:extLst>
                <a:ext uri="{FF2B5EF4-FFF2-40B4-BE49-F238E27FC236}">
                  <a16:creationId xmlns:a16="http://schemas.microsoft.com/office/drawing/2014/main" id="{6657F4C6-ECFA-4AD0-BAB6-C0AE47716113}"/>
                </a:ext>
              </a:extLst>
            </p:cNvPr>
            <p:cNvSpPr>
              <a:spLocks noChangeShapeType="1"/>
            </p:cNvSpPr>
            <p:nvPr/>
          </p:nvSpPr>
          <p:spPr bwMode="auto">
            <a:xfrm flipH="1">
              <a:off x="4025" y="894"/>
              <a:ext cx="48" cy="1"/>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73" name="Line 38">
              <a:extLst>
                <a:ext uri="{FF2B5EF4-FFF2-40B4-BE49-F238E27FC236}">
                  <a16:creationId xmlns:a16="http://schemas.microsoft.com/office/drawing/2014/main" id="{A8021850-79CC-4215-856C-6F4314FD40E8}"/>
                </a:ext>
              </a:extLst>
            </p:cNvPr>
            <p:cNvSpPr>
              <a:spLocks noChangeShapeType="1"/>
            </p:cNvSpPr>
            <p:nvPr/>
          </p:nvSpPr>
          <p:spPr bwMode="auto">
            <a:xfrm>
              <a:off x="1503" y="606"/>
              <a:ext cx="348" cy="1"/>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74" name="Freeform 39">
              <a:extLst>
                <a:ext uri="{FF2B5EF4-FFF2-40B4-BE49-F238E27FC236}">
                  <a16:creationId xmlns:a16="http://schemas.microsoft.com/office/drawing/2014/main" id="{838640CD-4C2E-42C9-9C5A-00614F87D2CB}"/>
                </a:ext>
              </a:extLst>
            </p:cNvPr>
            <p:cNvSpPr>
              <a:spLocks/>
            </p:cNvSpPr>
            <p:nvPr/>
          </p:nvSpPr>
          <p:spPr bwMode="auto">
            <a:xfrm>
              <a:off x="2788" y="906"/>
              <a:ext cx="84" cy="84"/>
            </a:xfrm>
            <a:custGeom>
              <a:avLst/>
              <a:gdLst>
                <a:gd name="T0" fmla="*/ 0 w 168"/>
                <a:gd name="T1" fmla="*/ 1 h 168"/>
                <a:gd name="T2" fmla="*/ 1 w 168"/>
                <a:gd name="T3" fmla="*/ 1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96"/>
                  </a:lnTo>
                  <a:lnTo>
                    <a:pt x="0" y="0"/>
                  </a:lnTo>
                </a:path>
              </a:pathLst>
            </a:custGeom>
            <a:noFill/>
            <a:ln w="1746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75" name="Freeform 40">
              <a:extLst>
                <a:ext uri="{FF2B5EF4-FFF2-40B4-BE49-F238E27FC236}">
                  <a16:creationId xmlns:a16="http://schemas.microsoft.com/office/drawing/2014/main" id="{181AD153-138B-445B-8814-B8D5C0D950E2}"/>
                </a:ext>
              </a:extLst>
            </p:cNvPr>
            <p:cNvSpPr>
              <a:spLocks/>
            </p:cNvSpPr>
            <p:nvPr/>
          </p:nvSpPr>
          <p:spPr bwMode="auto">
            <a:xfrm>
              <a:off x="3725" y="906"/>
              <a:ext cx="84" cy="84"/>
            </a:xfrm>
            <a:custGeom>
              <a:avLst/>
              <a:gdLst>
                <a:gd name="T0" fmla="*/ 0 w 168"/>
                <a:gd name="T1" fmla="*/ 1 h 168"/>
                <a:gd name="T2" fmla="*/ 1 w 168"/>
                <a:gd name="T3" fmla="*/ 1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96"/>
                  </a:lnTo>
                  <a:lnTo>
                    <a:pt x="0" y="0"/>
                  </a:lnTo>
                </a:path>
              </a:pathLst>
            </a:custGeom>
            <a:noFill/>
            <a:ln w="1746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76" name="Freeform 41">
              <a:extLst>
                <a:ext uri="{FF2B5EF4-FFF2-40B4-BE49-F238E27FC236}">
                  <a16:creationId xmlns:a16="http://schemas.microsoft.com/office/drawing/2014/main" id="{887BFE7C-0DFF-4386-9DB9-CF789E73E0DE}"/>
                </a:ext>
              </a:extLst>
            </p:cNvPr>
            <p:cNvSpPr>
              <a:spLocks/>
            </p:cNvSpPr>
            <p:nvPr/>
          </p:nvSpPr>
          <p:spPr bwMode="auto">
            <a:xfrm>
              <a:off x="1851" y="906"/>
              <a:ext cx="84" cy="84"/>
            </a:xfrm>
            <a:custGeom>
              <a:avLst/>
              <a:gdLst>
                <a:gd name="T0" fmla="*/ 0 w 168"/>
                <a:gd name="T1" fmla="*/ 1 h 168"/>
                <a:gd name="T2" fmla="*/ 1 w 168"/>
                <a:gd name="T3" fmla="*/ 1 h 168"/>
                <a:gd name="T4" fmla="*/ 0 w 168"/>
                <a:gd name="T5" fmla="*/ 0 h 168"/>
                <a:gd name="T6" fmla="*/ 0 60000 65536"/>
                <a:gd name="T7" fmla="*/ 0 60000 65536"/>
                <a:gd name="T8" fmla="*/ 0 60000 65536"/>
                <a:gd name="T9" fmla="*/ 0 w 168"/>
                <a:gd name="T10" fmla="*/ 0 h 168"/>
                <a:gd name="T11" fmla="*/ 168 w 168"/>
                <a:gd name="T12" fmla="*/ 168 h 168"/>
              </a:gdLst>
              <a:ahLst/>
              <a:cxnLst>
                <a:cxn ang="T6">
                  <a:pos x="T0" y="T1"/>
                </a:cxn>
                <a:cxn ang="T7">
                  <a:pos x="T2" y="T3"/>
                </a:cxn>
                <a:cxn ang="T8">
                  <a:pos x="T4" y="T5"/>
                </a:cxn>
              </a:cxnLst>
              <a:rect l="T9" t="T10" r="T11" b="T12"/>
              <a:pathLst>
                <a:path w="168" h="168">
                  <a:moveTo>
                    <a:pt x="0" y="168"/>
                  </a:moveTo>
                  <a:lnTo>
                    <a:pt x="168" y="96"/>
                  </a:lnTo>
                  <a:lnTo>
                    <a:pt x="0" y="0"/>
                  </a:lnTo>
                </a:path>
              </a:pathLst>
            </a:custGeom>
            <a:noFill/>
            <a:ln w="1746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77" name="Line 42">
              <a:extLst>
                <a:ext uri="{FF2B5EF4-FFF2-40B4-BE49-F238E27FC236}">
                  <a16:creationId xmlns:a16="http://schemas.microsoft.com/office/drawing/2014/main" id="{21F36DFE-CE9E-47A9-A089-974C2EC4F2F5}"/>
                </a:ext>
              </a:extLst>
            </p:cNvPr>
            <p:cNvSpPr>
              <a:spLocks noChangeShapeType="1"/>
            </p:cNvSpPr>
            <p:nvPr/>
          </p:nvSpPr>
          <p:spPr bwMode="auto">
            <a:xfrm>
              <a:off x="1503" y="954"/>
              <a:ext cx="348" cy="1"/>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78" name="Freeform 43">
              <a:extLst>
                <a:ext uri="{FF2B5EF4-FFF2-40B4-BE49-F238E27FC236}">
                  <a16:creationId xmlns:a16="http://schemas.microsoft.com/office/drawing/2014/main" id="{13A563CC-B068-4884-AAD4-C127D32DF83D}"/>
                </a:ext>
              </a:extLst>
            </p:cNvPr>
            <p:cNvSpPr>
              <a:spLocks/>
            </p:cNvSpPr>
            <p:nvPr/>
          </p:nvSpPr>
          <p:spPr bwMode="auto">
            <a:xfrm>
              <a:off x="1659" y="594"/>
              <a:ext cx="36" cy="36"/>
            </a:xfrm>
            <a:custGeom>
              <a:avLst/>
              <a:gdLst>
                <a:gd name="T0" fmla="*/ 0 w 72"/>
                <a:gd name="T1" fmla="*/ 1 h 72"/>
                <a:gd name="T2" fmla="*/ 1 w 72"/>
                <a:gd name="T3" fmla="*/ 1 h 72"/>
                <a:gd name="T4" fmla="*/ 1 w 72"/>
                <a:gd name="T5" fmla="*/ 1 h 72"/>
                <a:gd name="T6" fmla="*/ 1 w 72"/>
                <a:gd name="T7" fmla="*/ 1 h 72"/>
                <a:gd name="T8" fmla="*/ 1 w 72"/>
                <a:gd name="T9" fmla="*/ 1 h 72"/>
                <a:gd name="T10" fmla="*/ 1 w 72"/>
                <a:gd name="T11" fmla="*/ 1 h 72"/>
                <a:gd name="T12" fmla="*/ 1 w 72"/>
                <a:gd name="T13" fmla="*/ 1 h 72"/>
                <a:gd name="T14" fmla="*/ 1 w 72"/>
                <a:gd name="T15" fmla="*/ 1 h 72"/>
                <a:gd name="T16" fmla="*/ 1 w 72"/>
                <a:gd name="T17" fmla="*/ 1 h 72"/>
                <a:gd name="T18" fmla="*/ 1 w 72"/>
                <a:gd name="T19" fmla="*/ 1 h 72"/>
                <a:gd name="T20" fmla="*/ 1 w 72"/>
                <a:gd name="T21" fmla="*/ 1 h 72"/>
                <a:gd name="T22" fmla="*/ 1 w 72"/>
                <a:gd name="T23" fmla="*/ 0 h 72"/>
                <a:gd name="T24" fmla="*/ 1 w 72"/>
                <a:gd name="T25" fmla="*/ 1 h 72"/>
                <a:gd name="T26" fmla="*/ 1 w 72"/>
                <a:gd name="T27" fmla="*/ 1 h 72"/>
                <a:gd name="T28" fmla="*/ 1 w 72"/>
                <a:gd name="T29" fmla="*/ 1 h 72"/>
                <a:gd name="T30" fmla="*/ 1 w 72"/>
                <a:gd name="T31" fmla="*/ 1 h 72"/>
                <a:gd name="T32" fmla="*/ 1 w 72"/>
                <a:gd name="T33" fmla="*/ 1 h 72"/>
                <a:gd name="T34" fmla="*/ 1 w 72"/>
                <a:gd name="T35" fmla="*/ 1 h 72"/>
                <a:gd name="T36" fmla="*/ 1 w 72"/>
                <a:gd name="T37" fmla="*/ 1 h 72"/>
                <a:gd name="T38" fmla="*/ 1 w 72"/>
                <a:gd name="T39" fmla="*/ 1 h 72"/>
                <a:gd name="T40" fmla="*/ 1 w 72"/>
                <a:gd name="T41" fmla="*/ 1 h 72"/>
                <a:gd name="T42" fmla="*/ 1 w 72"/>
                <a:gd name="T43" fmla="*/ 1 h 72"/>
                <a:gd name="T44" fmla="*/ 1 w 72"/>
                <a:gd name="T45" fmla="*/ 1 h 72"/>
                <a:gd name="T46" fmla="*/ 1 w 72"/>
                <a:gd name="T47" fmla="*/ 1 h 72"/>
                <a:gd name="T48" fmla="*/ 1 w 72"/>
                <a:gd name="T49" fmla="*/ 1 h 72"/>
                <a:gd name="T50" fmla="*/ 1 w 72"/>
                <a:gd name="T51" fmla="*/ 1 h 72"/>
                <a:gd name="T52" fmla="*/ 1 w 72"/>
                <a:gd name="T53" fmla="*/ 1 h 72"/>
                <a:gd name="T54" fmla="*/ 1 w 72"/>
                <a:gd name="T55" fmla="*/ 1 h 72"/>
                <a:gd name="T56" fmla="*/ 1 w 72"/>
                <a:gd name="T57" fmla="*/ 1 h 72"/>
                <a:gd name="T58" fmla="*/ 1 w 72"/>
                <a:gd name="T59" fmla="*/ 1 h 72"/>
                <a:gd name="T60" fmla="*/ 1 w 72"/>
                <a:gd name="T61" fmla="*/ 1 h 72"/>
                <a:gd name="T62" fmla="*/ 1 w 72"/>
                <a:gd name="T63" fmla="*/ 1 h 72"/>
                <a:gd name="T64" fmla="*/ 1 w 72"/>
                <a:gd name="T65" fmla="*/ 1 h 72"/>
                <a:gd name="T66" fmla="*/ 1 w 72"/>
                <a:gd name="T67" fmla="*/ 1 h 72"/>
                <a:gd name="T68" fmla="*/ 1 w 72"/>
                <a:gd name="T69" fmla="*/ 1 h 72"/>
                <a:gd name="T70" fmla="*/ 1 w 72"/>
                <a:gd name="T71" fmla="*/ 1 h 72"/>
                <a:gd name="T72" fmla="*/ 1 w 72"/>
                <a:gd name="T73" fmla="*/ 1 h 72"/>
                <a:gd name="T74" fmla="*/ 1 w 72"/>
                <a:gd name="T75" fmla="*/ 1 h 72"/>
                <a:gd name="T76" fmla="*/ 1 w 72"/>
                <a:gd name="T77" fmla="*/ 1 h 72"/>
                <a:gd name="T78" fmla="*/ 1 w 72"/>
                <a:gd name="T79" fmla="*/ 1 h 72"/>
                <a:gd name="T80" fmla="*/ 1 w 72"/>
                <a:gd name="T81" fmla="*/ 1 h 72"/>
                <a:gd name="T82" fmla="*/ 1 w 72"/>
                <a:gd name="T83" fmla="*/ 1 h 72"/>
                <a:gd name="T84" fmla="*/ 1 w 72"/>
                <a:gd name="T85" fmla="*/ 1 h 72"/>
                <a:gd name="T86" fmla="*/ 1 w 72"/>
                <a:gd name="T87" fmla="*/ 1 h 72"/>
                <a:gd name="T88" fmla="*/ 1 w 72"/>
                <a:gd name="T89" fmla="*/ 1 h 72"/>
                <a:gd name="T90" fmla="*/ 1 w 72"/>
                <a:gd name="T91" fmla="*/ 1 h 72"/>
                <a:gd name="T92" fmla="*/ 1 w 72"/>
                <a:gd name="T93" fmla="*/ 1 h 72"/>
                <a:gd name="T94" fmla="*/ 1 w 72"/>
                <a:gd name="T95" fmla="*/ 1 h 72"/>
                <a:gd name="T96" fmla="*/ 1 w 72"/>
                <a:gd name="T97" fmla="*/ 1 h 72"/>
                <a:gd name="T98" fmla="*/ 1 w 72"/>
                <a:gd name="T99" fmla="*/ 1 h 72"/>
                <a:gd name="T100" fmla="*/ 1 w 72"/>
                <a:gd name="T101" fmla="*/ 1 h 72"/>
                <a:gd name="T102" fmla="*/ 1 w 72"/>
                <a:gd name="T103" fmla="*/ 1 h 72"/>
                <a:gd name="T104" fmla="*/ 1 w 72"/>
                <a:gd name="T105" fmla="*/ 1 h 72"/>
                <a:gd name="T106" fmla="*/ 1 w 72"/>
                <a:gd name="T107" fmla="*/ 1 h 72"/>
                <a:gd name="T108" fmla="*/ 1 w 72"/>
                <a:gd name="T109" fmla="*/ 1 h 72"/>
                <a:gd name="T110" fmla="*/ 0 w 72"/>
                <a:gd name="T111" fmla="*/ 1 h 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2"/>
                <a:gd name="T169" fmla="*/ 0 h 72"/>
                <a:gd name="T170" fmla="*/ 72 w 72"/>
                <a:gd name="T171" fmla="*/ 72 h 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2" h="72">
                  <a:moveTo>
                    <a:pt x="0" y="44"/>
                  </a:moveTo>
                  <a:lnTo>
                    <a:pt x="0" y="30"/>
                  </a:lnTo>
                  <a:lnTo>
                    <a:pt x="0" y="28"/>
                  </a:lnTo>
                  <a:lnTo>
                    <a:pt x="0" y="27"/>
                  </a:lnTo>
                  <a:lnTo>
                    <a:pt x="0" y="26"/>
                  </a:lnTo>
                  <a:lnTo>
                    <a:pt x="1" y="24"/>
                  </a:lnTo>
                  <a:lnTo>
                    <a:pt x="1" y="23"/>
                  </a:lnTo>
                  <a:lnTo>
                    <a:pt x="1" y="22"/>
                  </a:lnTo>
                  <a:lnTo>
                    <a:pt x="3" y="20"/>
                  </a:lnTo>
                  <a:lnTo>
                    <a:pt x="3" y="18"/>
                  </a:lnTo>
                  <a:lnTo>
                    <a:pt x="3" y="17"/>
                  </a:lnTo>
                  <a:lnTo>
                    <a:pt x="4" y="16"/>
                  </a:lnTo>
                  <a:lnTo>
                    <a:pt x="5" y="15"/>
                  </a:lnTo>
                  <a:lnTo>
                    <a:pt x="5" y="14"/>
                  </a:lnTo>
                  <a:lnTo>
                    <a:pt x="6" y="12"/>
                  </a:lnTo>
                  <a:lnTo>
                    <a:pt x="7" y="11"/>
                  </a:lnTo>
                  <a:lnTo>
                    <a:pt x="7" y="10"/>
                  </a:lnTo>
                  <a:lnTo>
                    <a:pt x="9" y="10"/>
                  </a:lnTo>
                  <a:lnTo>
                    <a:pt x="10" y="9"/>
                  </a:lnTo>
                  <a:lnTo>
                    <a:pt x="11" y="8"/>
                  </a:lnTo>
                  <a:lnTo>
                    <a:pt x="12" y="6"/>
                  </a:lnTo>
                  <a:lnTo>
                    <a:pt x="13" y="6"/>
                  </a:lnTo>
                  <a:lnTo>
                    <a:pt x="15" y="5"/>
                  </a:lnTo>
                  <a:lnTo>
                    <a:pt x="16" y="4"/>
                  </a:lnTo>
                  <a:lnTo>
                    <a:pt x="17" y="4"/>
                  </a:lnTo>
                  <a:lnTo>
                    <a:pt x="18" y="3"/>
                  </a:lnTo>
                  <a:lnTo>
                    <a:pt x="19" y="3"/>
                  </a:lnTo>
                  <a:lnTo>
                    <a:pt x="21" y="3"/>
                  </a:lnTo>
                  <a:lnTo>
                    <a:pt x="22" y="2"/>
                  </a:lnTo>
                  <a:lnTo>
                    <a:pt x="23" y="2"/>
                  </a:lnTo>
                  <a:lnTo>
                    <a:pt x="25" y="2"/>
                  </a:lnTo>
                  <a:lnTo>
                    <a:pt x="27" y="2"/>
                  </a:lnTo>
                  <a:lnTo>
                    <a:pt x="28" y="2"/>
                  </a:lnTo>
                  <a:lnTo>
                    <a:pt x="29" y="0"/>
                  </a:lnTo>
                  <a:lnTo>
                    <a:pt x="43" y="0"/>
                  </a:lnTo>
                  <a:lnTo>
                    <a:pt x="45" y="2"/>
                  </a:lnTo>
                  <a:lnTo>
                    <a:pt x="46" y="2"/>
                  </a:lnTo>
                  <a:lnTo>
                    <a:pt x="48" y="2"/>
                  </a:lnTo>
                  <a:lnTo>
                    <a:pt x="49" y="2"/>
                  </a:lnTo>
                  <a:lnTo>
                    <a:pt x="51" y="2"/>
                  </a:lnTo>
                  <a:lnTo>
                    <a:pt x="52" y="3"/>
                  </a:lnTo>
                  <a:lnTo>
                    <a:pt x="53" y="3"/>
                  </a:lnTo>
                  <a:lnTo>
                    <a:pt x="54" y="3"/>
                  </a:lnTo>
                  <a:lnTo>
                    <a:pt x="55" y="4"/>
                  </a:lnTo>
                  <a:lnTo>
                    <a:pt x="57" y="4"/>
                  </a:lnTo>
                  <a:lnTo>
                    <a:pt x="58" y="5"/>
                  </a:lnTo>
                  <a:lnTo>
                    <a:pt x="59" y="6"/>
                  </a:lnTo>
                  <a:lnTo>
                    <a:pt x="60" y="6"/>
                  </a:lnTo>
                  <a:lnTo>
                    <a:pt x="61" y="8"/>
                  </a:lnTo>
                  <a:lnTo>
                    <a:pt x="63" y="9"/>
                  </a:lnTo>
                  <a:lnTo>
                    <a:pt x="64" y="10"/>
                  </a:lnTo>
                  <a:lnTo>
                    <a:pt x="65" y="10"/>
                  </a:lnTo>
                  <a:lnTo>
                    <a:pt x="66" y="11"/>
                  </a:lnTo>
                  <a:lnTo>
                    <a:pt x="66" y="12"/>
                  </a:lnTo>
                  <a:lnTo>
                    <a:pt x="67" y="14"/>
                  </a:lnTo>
                  <a:lnTo>
                    <a:pt x="69" y="15"/>
                  </a:lnTo>
                  <a:lnTo>
                    <a:pt x="69" y="16"/>
                  </a:lnTo>
                  <a:lnTo>
                    <a:pt x="70" y="17"/>
                  </a:lnTo>
                  <a:lnTo>
                    <a:pt x="70" y="18"/>
                  </a:lnTo>
                  <a:lnTo>
                    <a:pt x="71" y="20"/>
                  </a:lnTo>
                  <a:lnTo>
                    <a:pt x="71" y="22"/>
                  </a:lnTo>
                  <a:lnTo>
                    <a:pt x="71" y="23"/>
                  </a:lnTo>
                  <a:lnTo>
                    <a:pt x="72" y="24"/>
                  </a:lnTo>
                  <a:lnTo>
                    <a:pt x="72" y="26"/>
                  </a:lnTo>
                  <a:lnTo>
                    <a:pt x="72" y="27"/>
                  </a:lnTo>
                  <a:lnTo>
                    <a:pt x="72" y="28"/>
                  </a:lnTo>
                  <a:lnTo>
                    <a:pt x="72" y="30"/>
                  </a:lnTo>
                  <a:lnTo>
                    <a:pt x="72" y="44"/>
                  </a:lnTo>
                  <a:lnTo>
                    <a:pt x="72" y="46"/>
                  </a:lnTo>
                  <a:lnTo>
                    <a:pt x="72" y="47"/>
                  </a:lnTo>
                  <a:lnTo>
                    <a:pt x="72" y="48"/>
                  </a:lnTo>
                  <a:lnTo>
                    <a:pt x="72" y="50"/>
                  </a:lnTo>
                  <a:lnTo>
                    <a:pt x="71" y="51"/>
                  </a:lnTo>
                  <a:lnTo>
                    <a:pt x="71" y="52"/>
                  </a:lnTo>
                  <a:lnTo>
                    <a:pt x="71" y="54"/>
                  </a:lnTo>
                  <a:lnTo>
                    <a:pt x="70" y="56"/>
                  </a:lnTo>
                  <a:lnTo>
                    <a:pt x="70" y="57"/>
                  </a:lnTo>
                  <a:lnTo>
                    <a:pt x="69" y="58"/>
                  </a:lnTo>
                  <a:lnTo>
                    <a:pt x="69" y="59"/>
                  </a:lnTo>
                  <a:lnTo>
                    <a:pt x="67" y="60"/>
                  </a:lnTo>
                  <a:lnTo>
                    <a:pt x="66" y="62"/>
                  </a:lnTo>
                  <a:lnTo>
                    <a:pt x="66" y="63"/>
                  </a:lnTo>
                  <a:lnTo>
                    <a:pt x="65" y="64"/>
                  </a:lnTo>
                  <a:lnTo>
                    <a:pt x="64" y="64"/>
                  </a:lnTo>
                  <a:lnTo>
                    <a:pt x="63" y="65"/>
                  </a:lnTo>
                  <a:lnTo>
                    <a:pt x="61" y="66"/>
                  </a:lnTo>
                  <a:lnTo>
                    <a:pt x="60" y="68"/>
                  </a:lnTo>
                  <a:lnTo>
                    <a:pt x="59" y="68"/>
                  </a:lnTo>
                  <a:lnTo>
                    <a:pt x="58" y="69"/>
                  </a:lnTo>
                  <a:lnTo>
                    <a:pt x="57" y="70"/>
                  </a:lnTo>
                  <a:lnTo>
                    <a:pt x="55" y="70"/>
                  </a:lnTo>
                  <a:lnTo>
                    <a:pt x="54" y="71"/>
                  </a:lnTo>
                  <a:lnTo>
                    <a:pt x="53" y="71"/>
                  </a:lnTo>
                  <a:lnTo>
                    <a:pt x="52" y="71"/>
                  </a:lnTo>
                  <a:lnTo>
                    <a:pt x="51" y="72"/>
                  </a:lnTo>
                  <a:lnTo>
                    <a:pt x="49" y="72"/>
                  </a:lnTo>
                  <a:lnTo>
                    <a:pt x="48" y="72"/>
                  </a:lnTo>
                  <a:lnTo>
                    <a:pt x="46" y="72"/>
                  </a:lnTo>
                  <a:lnTo>
                    <a:pt x="45" y="72"/>
                  </a:lnTo>
                  <a:lnTo>
                    <a:pt x="43" y="72"/>
                  </a:lnTo>
                  <a:lnTo>
                    <a:pt x="29" y="72"/>
                  </a:lnTo>
                  <a:lnTo>
                    <a:pt x="28" y="72"/>
                  </a:lnTo>
                  <a:lnTo>
                    <a:pt x="27" y="72"/>
                  </a:lnTo>
                  <a:lnTo>
                    <a:pt x="25" y="72"/>
                  </a:lnTo>
                  <a:lnTo>
                    <a:pt x="23" y="72"/>
                  </a:lnTo>
                  <a:lnTo>
                    <a:pt x="22" y="72"/>
                  </a:lnTo>
                  <a:lnTo>
                    <a:pt x="21" y="71"/>
                  </a:lnTo>
                  <a:lnTo>
                    <a:pt x="19" y="71"/>
                  </a:lnTo>
                  <a:lnTo>
                    <a:pt x="18" y="71"/>
                  </a:lnTo>
                  <a:lnTo>
                    <a:pt x="17" y="70"/>
                  </a:lnTo>
                  <a:lnTo>
                    <a:pt x="16" y="70"/>
                  </a:lnTo>
                  <a:lnTo>
                    <a:pt x="15" y="69"/>
                  </a:lnTo>
                  <a:lnTo>
                    <a:pt x="13" y="68"/>
                  </a:lnTo>
                  <a:lnTo>
                    <a:pt x="12" y="68"/>
                  </a:lnTo>
                  <a:lnTo>
                    <a:pt x="11" y="66"/>
                  </a:lnTo>
                  <a:lnTo>
                    <a:pt x="10" y="65"/>
                  </a:lnTo>
                  <a:lnTo>
                    <a:pt x="9" y="64"/>
                  </a:lnTo>
                  <a:lnTo>
                    <a:pt x="7" y="64"/>
                  </a:lnTo>
                  <a:lnTo>
                    <a:pt x="7" y="63"/>
                  </a:lnTo>
                  <a:lnTo>
                    <a:pt x="6" y="62"/>
                  </a:lnTo>
                  <a:lnTo>
                    <a:pt x="5" y="60"/>
                  </a:lnTo>
                  <a:lnTo>
                    <a:pt x="5" y="59"/>
                  </a:lnTo>
                  <a:lnTo>
                    <a:pt x="4" y="58"/>
                  </a:lnTo>
                  <a:lnTo>
                    <a:pt x="3" y="57"/>
                  </a:lnTo>
                  <a:lnTo>
                    <a:pt x="3" y="56"/>
                  </a:lnTo>
                  <a:lnTo>
                    <a:pt x="3" y="54"/>
                  </a:lnTo>
                  <a:lnTo>
                    <a:pt x="1" y="52"/>
                  </a:lnTo>
                  <a:lnTo>
                    <a:pt x="1" y="51"/>
                  </a:lnTo>
                  <a:lnTo>
                    <a:pt x="1" y="50"/>
                  </a:lnTo>
                  <a:lnTo>
                    <a:pt x="0" y="48"/>
                  </a:lnTo>
                  <a:lnTo>
                    <a:pt x="0" y="47"/>
                  </a:lnTo>
                  <a:lnTo>
                    <a:pt x="0" y="46"/>
                  </a:lnTo>
                  <a:lnTo>
                    <a:pt x="0" y="44"/>
                  </a:lnTo>
                  <a:close/>
                </a:path>
              </a:pathLst>
            </a:custGeom>
            <a:solidFill>
              <a:srgbClr val="000000"/>
            </a:solidFill>
            <a:ln w="17463">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79" name="Rectangle 44">
              <a:extLst>
                <a:ext uri="{FF2B5EF4-FFF2-40B4-BE49-F238E27FC236}">
                  <a16:creationId xmlns:a16="http://schemas.microsoft.com/office/drawing/2014/main" id="{5F237CE3-2C86-4308-B11F-B448C17A9A48}"/>
                </a:ext>
              </a:extLst>
            </p:cNvPr>
            <p:cNvSpPr>
              <a:spLocks noChangeArrowheads="1"/>
            </p:cNvSpPr>
            <p:nvPr/>
          </p:nvSpPr>
          <p:spPr bwMode="auto">
            <a:xfrm>
              <a:off x="4012" y="896"/>
              <a:ext cx="154"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80" name="Line 45">
              <a:extLst>
                <a:ext uri="{FF2B5EF4-FFF2-40B4-BE49-F238E27FC236}">
                  <a16:creationId xmlns:a16="http://schemas.microsoft.com/office/drawing/2014/main" id="{D3DA5913-ECC3-43A5-A9B9-70CB5942FED8}"/>
                </a:ext>
              </a:extLst>
            </p:cNvPr>
            <p:cNvSpPr>
              <a:spLocks noChangeShapeType="1"/>
            </p:cNvSpPr>
            <p:nvPr/>
          </p:nvSpPr>
          <p:spPr bwMode="auto">
            <a:xfrm flipH="1">
              <a:off x="2272" y="954"/>
              <a:ext cx="516" cy="1"/>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81" name="Line 46">
              <a:extLst>
                <a:ext uri="{FF2B5EF4-FFF2-40B4-BE49-F238E27FC236}">
                  <a16:creationId xmlns:a16="http://schemas.microsoft.com/office/drawing/2014/main" id="{64547DD7-FA65-47E3-828F-9246A4EDAA51}"/>
                </a:ext>
              </a:extLst>
            </p:cNvPr>
            <p:cNvSpPr>
              <a:spLocks noChangeShapeType="1"/>
            </p:cNvSpPr>
            <p:nvPr/>
          </p:nvSpPr>
          <p:spPr bwMode="auto">
            <a:xfrm flipH="1">
              <a:off x="3208" y="954"/>
              <a:ext cx="517" cy="1"/>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82" name="Freeform 47">
              <a:extLst>
                <a:ext uri="{FF2B5EF4-FFF2-40B4-BE49-F238E27FC236}">
                  <a16:creationId xmlns:a16="http://schemas.microsoft.com/office/drawing/2014/main" id="{60A8F842-796F-42B8-8AC7-2077003D3C67}"/>
                </a:ext>
              </a:extLst>
            </p:cNvPr>
            <p:cNvSpPr>
              <a:spLocks/>
            </p:cNvSpPr>
            <p:nvPr/>
          </p:nvSpPr>
          <p:spPr bwMode="auto">
            <a:xfrm>
              <a:off x="2272" y="606"/>
              <a:ext cx="168" cy="684"/>
            </a:xfrm>
            <a:custGeom>
              <a:avLst/>
              <a:gdLst>
                <a:gd name="T0" fmla="*/ 0 w 337"/>
                <a:gd name="T1" fmla="*/ 0 h 1369"/>
                <a:gd name="T2" fmla="*/ 0 w 337"/>
                <a:gd name="T3" fmla="*/ 0 h 1369"/>
                <a:gd name="T4" fmla="*/ 0 w 337"/>
                <a:gd name="T5" fmla="*/ 0 h 1369"/>
                <a:gd name="T6" fmla="*/ 0 60000 65536"/>
                <a:gd name="T7" fmla="*/ 0 60000 65536"/>
                <a:gd name="T8" fmla="*/ 0 60000 65536"/>
                <a:gd name="T9" fmla="*/ 0 w 337"/>
                <a:gd name="T10" fmla="*/ 0 h 1369"/>
                <a:gd name="T11" fmla="*/ 337 w 337"/>
                <a:gd name="T12" fmla="*/ 1369 h 1369"/>
              </a:gdLst>
              <a:ahLst/>
              <a:cxnLst>
                <a:cxn ang="T6">
                  <a:pos x="T0" y="T1"/>
                </a:cxn>
                <a:cxn ang="T7">
                  <a:pos x="T2" y="T3"/>
                </a:cxn>
                <a:cxn ang="T8">
                  <a:pos x="T4" y="T5"/>
                </a:cxn>
              </a:cxnLst>
              <a:rect l="T9" t="T10" r="T11" b="T12"/>
              <a:pathLst>
                <a:path w="337" h="1369">
                  <a:moveTo>
                    <a:pt x="337" y="1369"/>
                  </a:moveTo>
                  <a:lnTo>
                    <a:pt x="337" y="0"/>
                  </a:lnTo>
                  <a:lnTo>
                    <a:pt x="0" y="0"/>
                  </a:lnTo>
                </a:path>
              </a:pathLst>
            </a:custGeom>
            <a:noFill/>
            <a:ln w="1746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83" name="Freeform 48">
              <a:extLst>
                <a:ext uri="{FF2B5EF4-FFF2-40B4-BE49-F238E27FC236}">
                  <a16:creationId xmlns:a16="http://schemas.microsoft.com/office/drawing/2014/main" id="{9F5FF169-856D-4182-B006-442CC181ECD4}"/>
                </a:ext>
              </a:extLst>
            </p:cNvPr>
            <p:cNvSpPr>
              <a:spLocks/>
            </p:cNvSpPr>
            <p:nvPr/>
          </p:nvSpPr>
          <p:spPr bwMode="auto">
            <a:xfrm>
              <a:off x="3208" y="606"/>
              <a:ext cx="169" cy="684"/>
            </a:xfrm>
            <a:custGeom>
              <a:avLst/>
              <a:gdLst>
                <a:gd name="T0" fmla="*/ 1 w 336"/>
                <a:gd name="T1" fmla="*/ 0 h 1369"/>
                <a:gd name="T2" fmla="*/ 1 w 336"/>
                <a:gd name="T3" fmla="*/ 0 h 1369"/>
                <a:gd name="T4" fmla="*/ 0 w 336"/>
                <a:gd name="T5" fmla="*/ 0 h 1369"/>
                <a:gd name="T6" fmla="*/ 0 60000 65536"/>
                <a:gd name="T7" fmla="*/ 0 60000 65536"/>
                <a:gd name="T8" fmla="*/ 0 60000 65536"/>
                <a:gd name="T9" fmla="*/ 0 w 336"/>
                <a:gd name="T10" fmla="*/ 0 h 1369"/>
                <a:gd name="T11" fmla="*/ 336 w 336"/>
                <a:gd name="T12" fmla="*/ 1369 h 1369"/>
              </a:gdLst>
              <a:ahLst/>
              <a:cxnLst>
                <a:cxn ang="T6">
                  <a:pos x="T0" y="T1"/>
                </a:cxn>
                <a:cxn ang="T7">
                  <a:pos x="T2" y="T3"/>
                </a:cxn>
                <a:cxn ang="T8">
                  <a:pos x="T4" y="T5"/>
                </a:cxn>
              </a:cxnLst>
              <a:rect l="T9" t="T10" r="T11" b="T12"/>
              <a:pathLst>
                <a:path w="336" h="1369">
                  <a:moveTo>
                    <a:pt x="336" y="1369"/>
                  </a:moveTo>
                  <a:lnTo>
                    <a:pt x="336" y="0"/>
                  </a:lnTo>
                  <a:lnTo>
                    <a:pt x="0" y="0"/>
                  </a:lnTo>
                </a:path>
              </a:pathLst>
            </a:custGeom>
            <a:noFill/>
            <a:ln w="1746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84" name="Freeform 49">
              <a:extLst>
                <a:ext uri="{FF2B5EF4-FFF2-40B4-BE49-F238E27FC236}">
                  <a16:creationId xmlns:a16="http://schemas.microsoft.com/office/drawing/2014/main" id="{BD404A87-F45D-45E9-9AB8-B16CEB2446C7}"/>
                </a:ext>
              </a:extLst>
            </p:cNvPr>
            <p:cNvSpPr>
              <a:spLocks/>
            </p:cNvSpPr>
            <p:nvPr/>
          </p:nvSpPr>
          <p:spPr bwMode="auto">
            <a:xfrm>
              <a:off x="4145" y="606"/>
              <a:ext cx="168" cy="684"/>
            </a:xfrm>
            <a:custGeom>
              <a:avLst/>
              <a:gdLst>
                <a:gd name="T0" fmla="*/ 1 w 336"/>
                <a:gd name="T1" fmla="*/ 0 h 1369"/>
                <a:gd name="T2" fmla="*/ 1 w 336"/>
                <a:gd name="T3" fmla="*/ 0 h 1369"/>
                <a:gd name="T4" fmla="*/ 0 w 336"/>
                <a:gd name="T5" fmla="*/ 0 h 1369"/>
                <a:gd name="T6" fmla="*/ 0 60000 65536"/>
                <a:gd name="T7" fmla="*/ 0 60000 65536"/>
                <a:gd name="T8" fmla="*/ 0 60000 65536"/>
                <a:gd name="T9" fmla="*/ 0 w 336"/>
                <a:gd name="T10" fmla="*/ 0 h 1369"/>
                <a:gd name="T11" fmla="*/ 336 w 336"/>
                <a:gd name="T12" fmla="*/ 1369 h 1369"/>
              </a:gdLst>
              <a:ahLst/>
              <a:cxnLst>
                <a:cxn ang="T6">
                  <a:pos x="T0" y="T1"/>
                </a:cxn>
                <a:cxn ang="T7">
                  <a:pos x="T2" y="T3"/>
                </a:cxn>
                <a:cxn ang="T8">
                  <a:pos x="T4" y="T5"/>
                </a:cxn>
              </a:cxnLst>
              <a:rect l="T9" t="T10" r="T11" b="T12"/>
              <a:pathLst>
                <a:path w="336" h="1369">
                  <a:moveTo>
                    <a:pt x="336" y="1369"/>
                  </a:moveTo>
                  <a:lnTo>
                    <a:pt x="336" y="0"/>
                  </a:lnTo>
                  <a:lnTo>
                    <a:pt x="0" y="0"/>
                  </a:lnTo>
                </a:path>
              </a:pathLst>
            </a:custGeom>
            <a:noFill/>
            <a:ln w="1746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85" name="Freeform 50">
              <a:extLst>
                <a:ext uri="{FF2B5EF4-FFF2-40B4-BE49-F238E27FC236}">
                  <a16:creationId xmlns:a16="http://schemas.microsoft.com/office/drawing/2014/main" id="{12ED1636-97A2-49C0-9E8F-903720BD5F07}"/>
                </a:ext>
              </a:extLst>
            </p:cNvPr>
            <p:cNvSpPr>
              <a:spLocks/>
            </p:cNvSpPr>
            <p:nvPr/>
          </p:nvSpPr>
          <p:spPr bwMode="auto">
            <a:xfrm>
              <a:off x="1671" y="269"/>
              <a:ext cx="2054" cy="337"/>
            </a:xfrm>
            <a:custGeom>
              <a:avLst/>
              <a:gdLst>
                <a:gd name="T0" fmla="*/ 1 w 4108"/>
                <a:gd name="T1" fmla="*/ 1 h 672"/>
                <a:gd name="T2" fmla="*/ 1 w 4108"/>
                <a:gd name="T3" fmla="*/ 1 h 672"/>
                <a:gd name="T4" fmla="*/ 1 w 4108"/>
                <a:gd name="T5" fmla="*/ 0 h 672"/>
                <a:gd name="T6" fmla="*/ 0 w 4108"/>
                <a:gd name="T7" fmla="*/ 0 h 672"/>
                <a:gd name="T8" fmla="*/ 0 w 4108"/>
                <a:gd name="T9" fmla="*/ 1 h 672"/>
                <a:gd name="T10" fmla="*/ 0 60000 65536"/>
                <a:gd name="T11" fmla="*/ 0 60000 65536"/>
                <a:gd name="T12" fmla="*/ 0 60000 65536"/>
                <a:gd name="T13" fmla="*/ 0 60000 65536"/>
                <a:gd name="T14" fmla="*/ 0 60000 65536"/>
                <a:gd name="T15" fmla="*/ 0 w 4108"/>
                <a:gd name="T16" fmla="*/ 0 h 672"/>
                <a:gd name="T17" fmla="*/ 4108 w 4108"/>
                <a:gd name="T18" fmla="*/ 672 h 672"/>
              </a:gdLst>
              <a:ahLst/>
              <a:cxnLst>
                <a:cxn ang="T10">
                  <a:pos x="T0" y="T1"/>
                </a:cxn>
                <a:cxn ang="T11">
                  <a:pos x="T2" y="T3"/>
                </a:cxn>
                <a:cxn ang="T12">
                  <a:pos x="T4" y="T5"/>
                </a:cxn>
                <a:cxn ang="T13">
                  <a:pos x="T6" y="T7"/>
                </a:cxn>
                <a:cxn ang="T14">
                  <a:pos x="T8" y="T9"/>
                </a:cxn>
              </a:cxnLst>
              <a:rect l="T15" t="T16" r="T17" b="T18"/>
              <a:pathLst>
                <a:path w="4108" h="672">
                  <a:moveTo>
                    <a:pt x="4108" y="672"/>
                  </a:moveTo>
                  <a:lnTo>
                    <a:pt x="3748" y="672"/>
                  </a:lnTo>
                  <a:lnTo>
                    <a:pt x="3748" y="0"/>
                  </a:lnTo>
                  <a:lnTo>
                    <a:pt x="0" y="0"/>
                  </a:lnTo>
                  <a:lnTo>
                    <a:pt x="0" y="672"/>
                  </a:lnTo>
                </a:path>
              </a:pathLst>
            </a:custGeom>
            <a:noFill/>
            <a:ln w="1746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86" name="Freeform 51">
              <a:extLst>
                <a:ext uri="{FF2B5EF4-FFF2-40B4-BE49-F238E27FC236}">
                  <a16:creationId xmlns:a16="http://schemas.microsoft.com/office/drawing/2014/main" id="{38977722-56DF-46AA-AEC5-AED7B6AD565E}"/>
                </a:ext>
              </a:extLst>
            </p:cNvPr>
            <p:cNvSpPr>
              <a:spLocks/>
            </p:cNvSpPr>
            <p:nvPr/>
          </p:nvSpPr>
          <p:spPr bwMode="auto">
            <a:xfrm>
              <a:off x="2608" y="269"/>
              <a:ext cx="180" cy="337"/>
            </a:xfrm>
            <a:custGeom>
              <a:avLst/>
              <a:gdLst>
                <a:gd name="T0" fmla="*/ 1 w 360"/>
                <a:gd name="T1" fmla="*/ 1 h 672"/>
                <a:gd name="T2" fmla="*/ 0 w 360"/>
                <a:gd name="T3" fmla="*/ 1 h 672"/>
                <a:gd name="T4" fmla="*/ 0 w 360"/>
                <a:gd name="T5" fmla="*/ 0 h 672"/>
                <a:gd name="T6" fmla="*/ 0 60000 65536"/>
                <a:gd name="T7" fmla="*/ 0 60000 65536"/>
                <a:gd name="T8" fmla="*/ 0 60000 65536"/>
                <a:gd name="T9" fmla="*/ 0 w 360"/>
                <a:gd name="T10" fmla="*/ 0 h 672"/>
                <a:gd name="T11" fmla="*/ 360 w 360"/>
                <a:gd name="T12" fmla="*/ 672 h 672"/>
              </a:gdLst>
              <a:ahLst/>
              <a:cxnLst>
                <a:cxn ang="T6">
                  <a:pos x="T0" y="T1"/>
                </a:cxn>
                <a:cxn ang="T7">
                  <a:pos x="T2" y="T3"/>
                </a:cxn>
                <a:cxn ang="T8">
                  <a:pos x="T4" y="T5"/>
                </a:cxn>
              </a:cxnLst>
              <a:rect l="T9" t="T10" r="T11" b="T12"/>
              <a:pathLst>
                <a:path w="360" h="672">
                  <a:moveTo>
                    <a:pt x="360" y="672"/>
                  </a:moveTo>
                  <a:lnTo>
                    <a:pt x="0" y="672"/>
                  </a:lnTo>
                  <a:lnTo>
                    <a:pt x="0" y="0"/>
                  </a:lnTo>
                </a:path>
              </a:pathLst>
            </a:custGeom>
            <a:noFill/>
            <a:ln w="1746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87" name="Rectangle 52">
              <a:extLst>
                <a:ext uri="{FF2B5EF4-FFF2-40B4-BE49-F238E27FC236}">
                  <a16:creationId xmlns:a16="http://schemas.microsoft.com/office/drawing/2014/main" id="{9A6087E5-8914-4302-9FE8-F4DD41E09B9B}"/>
                </a:ext>
              </a:extLst>
            </p:cNvPr>
            <p:cNvSpPr>
              <a:spLocks noChangeArrowheads="1"/>
            </p:cNvSpPr>
            <p:nvPr/>
          </p:nvSpPr>
          <p:spPr bwMode="auto">
            <a:xfrm>
              <a:off x="1388" y="546"/>
              <a:ext cx="130"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88" name="Rectangle 53">
              <a:extLst>
                <a:ext uri="{FF2B5EF4-FFF2-40B4-BE49-F238E27FC236}">
                  <a16:creationId xmlns:a16="http://schemas.microsoft.com/office/drawing/2014/main" id="{D6E27DA2-18F0-47EB-B0EB-D6885A076BC7}"/>
                </a:ext>
              </a:extLst>
            </p:cNvPr>
            <p:cNvSpPr>
              <a:spLocks noChangeArrowheads="1"/>
            </p:cNvSpPr>
            <p:nvPr/>
          </p:nvSpPr>
          <p:spPr bwMode="auto">
            <a:xfrm>
              <a:off x="2369" y="1326"/>
              <a:ext cx="154"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89" name="Rectangle 54">
              <a:extLst>
                <a:ext uri="{FF2B5EF4-FFF2-40B4-BE49-F238E27FC236}">
                  <a16:creationId xmlns:a16="http://schemas.microsoft.com/office/drawing/2014/main" id="{47EC48B3-90F3-46E1-91B8-191E6AA221F1}"/>
                </a:ext>
              </a:extLst>
            </p:cNvPr>
            <p:cNvSpPr>
              <a:spLocks noChangeArrowheads="1"/>
            </p:cNvSpPr>
            <p:nvPr/>
          </p:nvSpPr>
          <p:spPr bwMode="auto">
            <a:xfrm>
              <a:off x="2451" y="1381"/>
              <a:ext cx="102" cy="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90" name="Rectangle 55">
              <a:extLst>
                <a:ext uri="{FF2B5EF4-FFF2-40B4-BE49-F238E27FC236}">
                  <a16:creationId xmlns:a16="http://schemas.microsoft.com/office/drawing/2014/main" id="{FA9C73C1-883D-4F63-AB9A-74ED56E27CF0}"/>
                </a:ext>
              </a:extLst>
            </p:cNvPr>
            <p:cNvSpPr>
              <a:spLocks noChangeArrowheads="1"/>
            </p:cNvSpPr>
            <p:nvPr/>
          </p:nvSpPr>
          <p:spPr bwMode="auto">
            <a:xfrm>
              <a:off x="3303" y="1326"/>
              <a:ext cx="154"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91" name="Rectangle 56">
              <a:extLst>
                <a:ext uri="{FF2B5EF4-FFF2-40B4-BE49-F238E27FC236}">
                  <a16:creationId xmlns:a16="http://schemas.microsoft.com/office/drawing/2014/main" id="{BC847903-BA81-4C86-A1DD-CF79D86DF286}"/>
                </a:ext>
              </a:extLst>
            </p:cNvPr>
            <p:cNvSpPr>
              <a:spLocks noChangeArrowheads="1"/>
            </p:cNvSpPr>
            <p:nvPr/>
          </p:nvSpPr>
          <p:spPr bwMode="auto">
            <a:xfrm>
              <a:off x="3386" y="1381"/>
              <a:ext cx="102" cy="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92" name="Rectangle 57">
              <a:extLst>
                <a:ext uri="{FF2B5EF4-FFF2-40B4-BE49-F238E27FC236}">
                  <a16:creationId xmlns:a16="http://schemas.microsoft.com/office/drawing/2014/main" id="{AB053464-30F8-46BD-B1D7-EE0F61D5A36F}"/>
                </a:ext>
              </a:extLst>
            </p:cNvPr>
            <p:cNvSpPr>
              <a:spLocks noChangeArrowheads="1"/>
            </p:cNvSpPr>
            <p:nvPr/>
          </p:nvSpPr>
          <p:spPr bwMode="auto">
            <a:xfrm>
              <a:off x="4240" y="1326"/>
              <a:ext cx="154"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93" name="Rectangle 58">
              <a:extLst>
                <a:ext uri="{FF2B5EF4-FFF2-40B4-BE49-F238E27FC236}">
                  <a16:creationId xmlns:a16="http://schemas.microsoft.com/office/drawing/2014/main" id="{D0E1C46B-73C8-471E-9DF5-3E3A7AE0DA45}"/>
                </a:ext>
              </a:extLst>
            </p:cNvPr>
            <p:cNvSpPr>
              <a:spLocks noChangeArrowheads="1"/>
            </p:cNvSpPr>
            <p:nvPr/>
          </p:nvSpPr>
          <p:spPr bwMode="auto">
            <a:xfrm>
              <a:off x="4322" y="1381"/>
              <a:ext cx="102" cy="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94" name="Rectangle 59">
              <a:extLst>
                <a:ext uri="{FF2B5EF4-FFF2-40B4-BE49-F238E27FC236}">
                  <a16:creationId xmlns:a16="http://schemas.microsoft.com/office/drawing/2014/main" id="{91E88205-FB10-41C7-8869-37E8077C0B57}"/>
                </a:ext>
              </a:extLst>
            </p:cNvPr>
            <p:cNvSpPr>
              <a:spLocks noChangeArrowheads="1"/>
            </p:cNvSpPr>
            <p:nvPr/>
          </p:nvSpPr>
          <p:spPr bwMode="auto">
            <a:xfrm>
              <a:off x="2520" y="1618"/>
              <a:ext cx="613"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(a) Circuit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95" name="Rectangle 60">
              <a:extLst>
                <a:ext uri="{FF2B5EF4-FFF2-40B4-BE49-F238E27FC236}">
                  <a16:creationId xmlns:a16="http://schemas.microsoft.com/office/drawing/2014/main" id="{8AA4E7CA-F04B-4343-9F6E-3DACB571DF2E}"/>
                </a:ext>
              </a:extLst>
            </p:cNvPr>
            <p:cNvSpPr>
              <a:spLocks noChangeArrowheads="1"/>
            </p:cNvSpPr>
            <p:nvPr/>
          </p:nvSpPr>
          <p:spPr bwMode="auto">
            <a:xfrm>
              <a:off x="646" y="2005"/>
              <a:ext cx="342"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96" name="Rectangle 61">
              <a:extLst>
                <a:ext uri="{FF2B5EF4-FFF2-40B4-BE49-F238E27FC236}">
                  <a16:creationId xmlns:a16="http://schemas.microsoft.com/office/drawing/2014/main" id="{EEEC98D2-B47E-4CB5-A508-F3AB37952B1A}"/>
                </a:ext>
              </a:extLst>
            </p:cNvPr>
            <p:cNvSpPr>
              <a:spLocks noChangeArrowheads="1"/>
            </p:cNvSpPr>
            <p:nvPr/>
          </p:nvSpPr>
          <p:spPr bwMode="auto">
            <a:xfrm>
              <a:off x="768" y="2326"/>
              <a:ext cx="154"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97" name="Rectangle 62">
              <a:extLst>
                <a:ext uri="{FF2B5EF4-FFF2-40B4-BE49-F238E27FC236}">
                  <a16:creationId xmlns:a16="http://schemas.microsoft.com/office/drawing/2014/main" id="{50357635-4A94-4A8B-AD7F-D887839E75A7}"/>
                </a:ext>
              </a:extLst>
            </p:cNvPr>
            <p:cNvSpPr>
              <a:spLocks noChangeArrowheads="1"/>
            </p:cNvSpPr>
            <p:nvPr/>
          </p:nvSpPr>
          <p:spPr bwMode="auto">
            <a:xfrm>
              <a:off x="850" y="2380"/>
              <a:ext cx="102" cy="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98" name="Rectangle 63">
              <a:extLst>
                <a:ext uri="{FF2B5EF4-FFF2-40B4-BE49-F238E27FC236}">
                  <a16:creationId xmlns:a16="http://schemas.microsoft.com/office/drawing/2014/main" id="{259923B0-05F0-4BD3-95C4-6D2C8716CE89}"/>
                </a:ext>
              </a:extLst>
            </p:cNvPr>
            <p:cNvSpPr>
              <a:spLocks noChangeArrowheads="1"/>
            </p:cNvSpPr>
            <p:nvPr/>
          </p:nvSpPr>
          <p:spPr bwMode="auto">
            <a:xfrm>
              <a:off x="768" y="2666"/>
              <a:ext cx="154"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99" name="Rectangle 64">
              <a:extLst>
                <a:ext uri="{FF2B5EF4-FFF2-40B4-BE49-F238E27FC236}">
                  <a16:creationId xmlns:a16="http://schemas.microsoft.com/office/drawing/2014/main" id="{0A0CF89B-EC07-4DB5-998E-3A49849DD074}"/>
                </a:ext>
              </a:extLst>
            </p:cNvPr>
            <p:cNvSpPr>
              <a:spLocks noChangeArrowheads="1"/>
            </p:cNvSpPr>
            <p:nvPr/>
          </p:nvSpPr>
          <p:spPr bwMode="auto">
            <a:xfrm>
              <a:off x="850" y="2721"/>
              <a:ext cx="102" cy="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500" name="Rectangle 65">
              <a:extLst>
                <a:ext uri="{FF2B5EF4-FFF2-40B4-BE49-F238E27FC236}">
                  <a16:creationId xmlns:a16="http://schemas.microsoft.com/office/drawing/2014/main" id="{E39E9F93-CB57-4B0D-BD4C-8E271F8A54D7}"/>
                </a:ext>
              </a:extLst>
            </p:cNvPr>
            <p:cNvSpPr>
              <a:spLocks noChangeArrowheads="1"/>
            </p:cNvSpPr>
            <p:nvPr/>
          </p:nvSpPr>
          <p:spPr bwMode="auto">
            <a:xfrm>
              <a:off x="768" y="3006"/>
              <a:ext cx="154"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501" name="Rectangle 66">
              <a:extLst>
                <a:ext uri="{FF2B5EF4-FFF2-40B4-BE49-F238E27FC236}">
                  <a16:creationId xmlns:a16="http://schemas.microsoft.com/office/drawing/2014/main" id="{BA9A0D99-FEAE-4350-92BB-88A0786543F4}"/>
                </a:ext>
              </a:extLst>
            </p:cNvPr>
            <p:cNvSpPr>
              <a:spLocks noChangeArrowheads="1"/>
            </p:cNvSpPr>
            <p:nvPr/>
          </p:nvSpPr>
          <p:spPr bwMode="auto">
            <a:xfrm>
              <a:off x="850" y="3061"/>
              <a:ext cx="102" cy="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502" name="Rectangle 67">
              <a:extLst>
                <a:ext uri="{FF2B5EF4-FFF2-40B4-BE49-F238E27FC236}">
                  <a16:creationId xmlns:a16="http://schemas.microsoft.com/office/drawing/2014/main" id="{B7688FF2-BA30-49AD-B00C-FC71F4A16D03}"/>
                </a:ext>
              </a:extLst>
            </p:cNvPr>
            <p:cNvSpPr>
              <a:spLocks noChangeArrowheads="1"/>
            </p:cNvSpPr>
            <p:nvPr/>
          </p:nvSpPr>
          <p:spPr bwMode="auto">
            <a:xfrm>
              <a:off x="640" y="3318"/>
              <a:ext cx="349"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Count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503" name="Rectangle 68">
              <a:extLst>
                <a:ext uri="{FF2B5EF4-FFF2-40B4-BE49-F238E27FC236}">
                  <a16:creationId xmlns:a16="http://schemas.microsoft.com/office/drawing/2014/main" id="{32692E7A-0B88-4D27-B900-F4C8A5A47BDD}"/>
                </a:ext>
              </a:extLst>
            </p:cNvPr>
            <p:cNvSpPr>
              <a:spLocks noChangeArrowheads="1"/>
            </p:cNvSpPr>
            <p:nvPr/>
          </p:nvSpPr>
          <p:spPr bwMode="auto">
            <a:xfrm>
              <a:off x="1090" y="3318"/>
              <a:ext cx="130"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504" name="Rectangle 69">
              <a:extLst>
                <a:ext uri="{FF2B5EF4-FFF2-40B4-BE49-F238E27FC236}">
                  <a16:creationId xmlns:a16="http://schemas.microsoft.com/office/drawing/2014/main" id="{8C79D4DB-F626-426A-918C-6843CBDABDB2}"/>
                </a:ext>
              </a:extLst>
            </p:cNvPr>
            <p:cNvSpPr>
              <a:spLocks noChangeArrowheads="1"/>
            </p:cNvSpPr>
            <p:nvPr/>
          </p:nvSpPr>
          <p:spPr bwMode="auto">
            <a:xfrm>
              <a:off x="1410" y="3318"/>
              <a:ext cx="130"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505" name="Rectangle 70">
              <a:extLst>
                <a:ext uri="{FF2B5EF4-FFF2-40B4-BE49-F238E27FC236}">
                  <a16:creationId xmlns:a16="http://schemas.microsoft.com/office/drawing/2014/main" id="{3FB9CE40-98AF-4A34-AB56-8E77C4D4132D}"/>
                </a:ext>
              </a:extLst>
            </p:cNvPr>
            <p:cNvSpPr>
              <a:spLocks noChangeArrowheads="1"/>
            </p:cNvSpPr>
            <p:nvPr/>
          </p:nvSpPr>
          <p:spPr bwMode="auto">
            <a:xfrm>
              <a:off x="1881" y="3318"/>
              <a:ext cx="130"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506" name="Rectangle 71">
              <a:extLst>
                <a:ext uri="{FF2B5EF4-FFF2-40B4-BE49-F238E27FC236}">
                  <a16:creationId xmlns:a16="http://schemas.microsoft.com/office/drawing/2014/main" id="{C0A3E3E3-2DA9-4E40-B339-842F98CC625C}"/>
                </a:ext>
              </a:extLst>
            </p:cNvPr>
            <p:cNvSpPr>
              <a:spLocks noChangeArrowheads="1"/>
            </p:cNvSpPr>
            <p:nvPr/>
          </p:nvSpPr>
          <p:spPr bwMode="auto">
            <a:xfrm>
              <a:off x="2344" y="3318"/>
              <a:ext cx="130"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3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507" name="Rectangle 72">
              <a:extLst>
                <a:ext uri="{FF2B5EF4-FFF2-40B4-BE49-F238E27FC236}">
                  <a16:creationId xmlns:a16="http://schemas.microsoft.com/office/drawing/2014/main" id="{0ACF50A6-6C26-4E04-BAC2-210E50492762}"/>
                </a:ext>
              </a:extLst>
            </p:cNvPr>
            <p:cNvSpPr>
              <a:spLocks noChangeArrowheads="1"/>
            </p:cNvSpPr>
            <p:nvPr/>
          </p:nvSpPr>
          <p:spPr bwMode="auto">
            <a:xfrm>
              <a:off x="2809" y="3318"/>
              <a:ext cx="130"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4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508" name="Rectangle 73">
              <a:extLst>
                <a:ext uri="{FF2B5EF4-FFF2-40B4-BE49-F238E27FC236}">
                  <a16:creationId xmlns:a16="http://schemas.microsoft.com/office/drawing/2014/main" id="{71724240-B2F2-4921-8BF9-6C9D9049D5BB}"/>
                </a:ext>
              </a:extLst>
            </p:cNvPr>
            <p:cNvSpPr>
              <a:spLocks noChangeArrowheads="1"/>
            </p:cNvSpPr>
            <p:nvPr/>
          </p:nvSpPr>
          <p:spPr bwMode="auto">
            <a:xfrm>
              <a:off x="3273" y="3318"/>
              <a:ext cx="130"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5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509" name="Rectangle 74">
              <a:extLst>
                <a:ext uri="{FF2B5EF4-FFF2-40B4-BE49-F238E27FC236}">
                  <a16:creationId xmlns:a16="http://schemas.microsoft.com/office/drawing/2014/main" id="{F0D0050B-5021-4BA4-AE82-F91D7094F4AF}"/>
                </a:ext>
              </a:extLst>
            </p:cNvPr>
            <p:cNvSpPr>
              <a:spLocks noChangeArrowheads="1"/>
            </p:cNvSpPr>
            <p:nvPr/>
          </p:nvSpPr>
          <p:spPr bwMode="auto">
            <a:xfrm>
              <a:off x="3738" y="3318"/>
              <a:ext cx="130"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6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510" name="Rectangle 75">
              <a:extLst>
                <a:ext uri="{FF2B5EF4-FFF2-40B4-BE49-F238E27FC236}">
                  <a16:creationId xmlns:a16="http://schemas.microsoft.com/office/drawing/2014/main" id="{2C712F7F-2B04-43FC-AB25-7E04B295BCFB}"/>
                </a:ext>
              </a:extLst>
            </p:cNvPr>
            <p:cNvSpPr>
              <a:spLocks noChangeArrowheads="1"/>
            </p:cNvSpPr>
            <p:nvPr/>
          </p:nvSpPr>
          <p:spPr bwMode="auto">
            <a:xfrm>
              <a:off x="4207" y="3318"/>
              <a:ext cx="130"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7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511" name="Rectangle 76">
              <a:extLst>
                <a:ext uri="{FF2B5EF4-FFF2-40B4-BE49-F238E27FC236}">
                  <a16:creationId xmlns:a16="http://schemas.microsoft.com/office/drawing/2014/main" id="{632CC596-0966-41A8-8D99-90CC4B92ECF0}"/>
                </a:ext>
              </a:extLst>
            </p:cNvPr>
            <p:cNvSpPr>
              <a:spLocks noChangeArrowheads="1"/>
            </p:cNvSpPr>
            <p:nvPr/>
          </p:nvSpPr>
          <p:spPr bwMode="auto">
            <a:xfrm>
              <a:off x="4665" y="3318"/>
              <a:ext cx="130"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512" name="Freeform 77">
              <a:extLst>
                <a:ext uri="{FF2B5EF4-FFF2-40B4-BE49-F238E27FC236}">
                  <a16:creationId xmlns:a16="http://schemas.microsoft.com/office/drawing/2014/main" id="{DA3892E4-7CA3-4FF4-8F13-6FA414C69342}"/>
                </a:ext>
              </a:extLst>
            </p:cNvPr>
            <p:cNvSpPr>
              <a:spLocks/>
            </p:cNvSpPr>
            <p:nvPr/>
          </p:nvSpPr>
          <p:spPr bwMode="auto">
            <a:xfrm>
              <a:off x="2536" y="2347"/>
              <a:ext cx="72" cy="48"/>
            </a:xfrm>
            <a:custGeom>
              <a:avLst/>
              <a:gdLst>
                <a:gd name="T0" fmla="*/ 0 w 144"/>
                <a:gd name="T1" fmla="*/ 1 h 96"/>
                <a:gd name="T2" fmla="*/ 1 w 144"/>
                <a:gd name="T3" fmla="*/ 1 h 96"/>
                <a:gd name="T4" fmla="*/ 1 w 144"/>
                <a:gd name="T5" fmla="*/ 0 h 96"/>
                <a:gd name="T6" fmla="*/ 1 w 144"/>
                <a:gd name="T7" fmla="*/ 1 h 96"/>
                <a:gd name="T8" fmla="*/ 0 w 144"/>
                <a:gd name="T9" fmla="*/ 1 h 96"/>
                <a:gd name="T10" fmla="*/ 0 60000 65536"/>
                <a:gd name="T11" fmla="*/ 0 60000 65536"/>
                <a:gd name="T12" fmla="*/ 0 60000 65536"/>
                <a:gd name="T13" fmla="*/ 0 60000 65536"/>
                <a:gd name="T14" fmla="*/ 0 60000 65536"/>
                <a:gd name="T15" fmla="*/ 0 w 144"/>
                <a:gd name="T16" fmla="*/ 0 h 96"/>
                <a:gd name="T17" fmla="*/ 144 w 144"/>
                <a:gd name="T18" fmla="*/ 96 h 96"/>
              </a:gdLst>
              <a:ahLst/>
              <a:cxnLst>
                <a:cxn ang="T10">
                  <a:pos x="T0" y="T1"/>
                </a:cxn>
                <a:cxn ang="T11">
                  <a:pos x="T2" y="T3"/>
                </a:cxn>
                <a:cxn ang="T12">
                  <a:pos x="T4" y="T5"/>
                </a:cxn>
                <a:cxn ang="T13">
                  <a:pos x="T6" y="T7"/>
                </a:cxn>
                <a:cxn ang="T14">
                  <a:pos x="T8" y="T9"/>
                </a:cxn>
              </a:cxnLst>
              <a:rect l="T15" t="T16" r="T17" b="T18"/>
              <a:pathLst>
                <a:path w="144" h="96">
                  <a:moveTo>
                    <a:pt x="0" y="48"/>
                  </a:moveTo>
                  <a:lnTo>
                    <a:pt x="144" y="96"/>
                  </a:lnTo>
                  <a:lnTo>
                    <a:pt x="48" y="0"/>
                  </a:lnTo>
                  <a:lnTo>
                    <a:pt x="24" y="24"/>
                  </a:lnTo>
                  <a:lnTo>
                    <a:pt x="0" y="48"/>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513" name="Freeform 78">
              <a:extLst>
                <a:ext uri="{FF2B5EF4-FFF2-40B4-BE49-F238E27FC236}">
                  <a16:creationId xmlns:a16="http://schemas.microsoft.com/office/drawing/2014/main" id="{0C174023-5C9E-4267-ADEA-E88F3DD11424}"/>
                </a:ext>
              </a:extLst>
            </p:cNvPr>
            <p:cNvSpPr>
              <a:spLocks/>
            </p:cNvSpPr>
            <p:nvPr/>
          </p:nvSpPr>
          <p:spPr bwMode="auto">
            <a:xfrm>
              <a:off x="2440" y="2054"/>
              <a:ext cx="229" cy="304"/>
            </a:xfrm>
            <a:custGeom>
              <a:avLst/>
              <a:gdLst>
                <a:gd name="T0" fmla="*/ 1 w 457"/>
                <a:gd name="T1" fmla="*/ 0 h 609"/>
                <a:gd name="T2" fmla="*/ 1 w 457"/>
                <a:gd name="T3" fmla="*/ 0 h 609"/>
                <a:gd name="T4" fmla="*/ 1 w 457"/>
                <a:gd name="T5" fmla="*/ 0 h 609"/>
                <a:gd name="T6" fmla="*/ 1 w 457"/>
                <a:gd name="T7" fmla="*/ 0 h 609"/>
                <a:gd name="T8" fmla="*/ 1 w 457"/>
                <a:gd name="T9" fmla="*/ 0 h 609"/>
                <a:gd name="T10" fmla="*/ 1 w 457"/>
                <a:gd name="T11" fmla="*/ 0 h 609"/>
                <a:gd name="T12" fmla="*/ 1 w 457"/>
                <a:gd name="T13" fmla="*/ 0 h 609"/>
                <a:gd name="T14" fmla="*/ 1 w 457"/>
                <a:gd name="T15" fmla="*/ 0 h 609"/>
                <a:gd name="T16" fmla="*/ 1 w 457"/>
                <a:gd name="T17" fmla="*/ 0 h 609"/>
                <a:gd name="T18" fmla="*/ 1 w 457"/>
                <a:gd name="T19" fmla="*/ 0 h 609"/>
                <a:gd name="T20" fmla="*/ 1 w 457"/>
                <a:gd name="T21" fmla="*/ 0 h 609"/>
                <a:gd name="T22" fmla="*/ 1 w 457"/>
                <a:gd name="T23" fmla="*/ 0 h 609"/>
                <a:gd name="T24" fmla="*/ 1 w 457"/>
                <a:gd name="T25" fmla="*/ 0 h 609"/>
                <a:gd name="T26" fmla="*/ 1 w 457"/>
                <a:gd name="T27" fmla="*/ 0 h 609"/>
                <a:gd name="T28" fmla="*/ 1 w 457"/>
                <a:gd name="T29" fmla="*/ 0 h 609"/>
                <a:gd name="T30" fmla="*/ 1 w 457"/>
                <a:gd name="T31" fmla="*/ 0 h 609"/>
                <a:gd name="T32" fmla="*/ 1 w 457"/>
                <a:gd name="T33" fmla="*/ 0 h 609"/>
                <a:gd name="T34" fmla="*/ 1 w 457"/>
                <a:gd name="T35" fmla="*/ 0 h 609"/>
                <a:gd name="T36" fmla="*/ 1 w 457"/>
                <a:gd name="T37" fmla="*/ 0 h 609"/>
                <a:gd name="T38" fmla="*/ 1 w 457"/>
                <a:gd name="T39" fmla="*/ 0 h 609"/>
                <a:gd name="T40" fmla="*/ 1 w 457"/>
                <a:gd name="T41" fmla="*/ 0 h 609"/>
                <a:gd name="T42" fmla="*/ 1 w 457"/>
                <a:gd name="T43" fmla="*/ 0 h 609"/>
                <a:gd name="T44" fmla="*/ 1 w 457"/>
                <a:gd name="T45" fmla="*/ 0 h 609"/>
                <a:gd name="T46" fmla="*/ 1 w 457"/>
                <a:gd name="T47" fmla="*/ 0 h 609"/>
                <a:gd name="T48" fmla="*/ 0 w 457"/>
                <a:gd name="T49" fmla="*/ 0 h 609"/>
                <a:gd name="T50" fmla="*/ 1 w 457"/>
                <a:gd name="T51" fmla="*/ 0 h 609"/>
                <a:gd name="T52" fmla="*/ 1 w 457"/>
                <a:gd name="T53" fmla="*/ 0 h 609"/>
                <a:gd name="T54" fmla="*/ 1 w 457"/>
                <a:gd name="T55" fmla="*/ 0 h 609"/>
                <a:gd name="T56" fmla="*/ 1 w 457"/>
                <a:gd name="T57" fmla="*/ 0 h 609"/>
                <a:gd name="T58" fmla="*/ 1 w 457"/>
                <a:gd name="T59" fmla="*/ 0 h 609"/>
                <a:gd name="T60" fmla="*/ 1 w 457"/>
                <a:gd name="T61" fmla="*/ 0 h 609"/>
                <a:gd name="T62" fmla="*/ 1 w 457"/>
                <a:gd name="T63" fmla="*/ 0 h 609"/>
                <a:gd name="T64" fmla="*/ 1 w 457"/>
                <a:gd name="T65" fmla="*/ 0 h 60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57"/>
                <a:gd name="T100" fmla="*/ 0 h 609"/>
                <a:gd name="T101" fmla="*/ 457 w 457"/>
                <a:gd name="T102" fmla="*/ 609 h 60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57" h="609">
                  <a:moveTo>
                    <a:pt x="316" y="0"/>
                  </a:moveTo>
                  <a:lnTo>
                    <a:pt x="335" y="13"/>
                  </a:lnTo>
                  <a:lnTo>
                    <a:pt x="352" y="27"/>
                  </a:lnTo>
                  <a:lnTo>
                    <a:pt x="367" y="37"/>
                  </a:lnTo>
                  <a:lnTo>
                    <a:pt x="383" y="49"/>
                  </a:lnTo>
                  <a:lnTo>
                    <a:pt x="396" y="60"/>
                  </a:lnTo>
                  <a:lnTo>
                    <a:pt x="408" y="70"/>
                  </a:lnTo>
                  <a:lnTo>
                    <a:pt x="419" y="79"/>
                  </a:lnTo>
                  <a:lnTo>
                    <a:pt x="429" y="88"/>
                  </a:lnTo>
                  <a:lnTo>
                    <a:pt x="437" y="96"/>
                  </a:lnTo>
                  <a:lnTo>
                    <a:pt x="444" y="105"/>
                  </a:lnTo>
                  <a:lnTo>
                    <a:pt x="450" y="112"/>
                  </a:lnTo>
                  <a:lnTo>
                    <a:pt x="454" y="120"/>
                  </a:lnTo>
                  <a:lnTo>
                    <a:pt x="456" y="127"/>
                  </a:lnTo>
                  <a:lnTo>
                    <a:pt x="457" y="135"/>
                  </a:lnTo>
                  <a:lnTo>
                    <a:pt x="457" y="141"/>
                  </a:lnTo>
                  <a:lnTo>
                    <a:pt x="456" y="148"/>
                  </a:lnTo>
                  <a:lnTo>
                    <a:pt x="453" y="155"/>
                  </a:lnTo>
                  <a:lnTo>
                    <a:pt x="448" y="162"/>
                  </a:lnTo>
                  <a:lnTo>
                    <a:pt x="442" y="169"/>
                  </a:lnTo>
                  <a:lnTo>
                    <a:pt x="435" y="177"/>
                  </a:lnTo>
                  <a:lnTo>
                    <a:pt x="425" y="184"/>
                  </a:lnTo>
                  <a:lnTo>
                    <a:pt x="414" y="191"/>
                  </a:lnTo>
                  <a:lnTo>
                    <a:pt x="401" y="199"/>
                  </a:lnTo>
                  <a:lnTo>
                    <a:pt x="388" y="208"/>
                  </a:lnTo>
                  <a:lnTo>
                    <a:pt x="372" y="216"/>
                  </a:lnTo>
                  <a:lnTo>
                    <a:pt x="354" y="226"/>
                  </a:lnTo>
                  <a:lnTo>
                    <a:pt x="335" y="235"/>
                  </a:lnTo>
                  <a:lnTo>
                    <a:pt x="314" y="246"/>
                  </a:lnTo>
                  <a:lnTo>
                    <a:pt x="292" y="257"/>
                  </a:lnTo>
                  <a:lnTo>
                    <a:pt x="268" y="269"/>
                  </a:lnTo>
                  <a:lnTo>
                    <a:pt x="241" y="281"/>
                  </a:lnTo>
                  <a:lnTo>
                    <a:pt x="214" y="294"/>
                  </a:lnTo>
                  <a:lnTo>
                    <a:pt x="190" y="306"/>
                  </a:lnTo>
                  <a:lnTo>
                    <a:pt x="167" y="317"/>
                  </a:lnTo>
                  <a:lnTo>
                    <a:pt x="145" y="328"/>
                  </a:lnTo>
                  <a:lnTo>
                    <a:pt x="125" y="338"/>
                  </a:lnTo>
                  <a:lnTo>
                    <a:pt x="107" y="347"/>
                  </a:lnTo>
                  <a:lnTo>
                    <a:pt x="89" y="357"/>
                  </a:lnTo>
                  <a:lnTo>
                    <a:pt x="73" y="365"/>
                  </a:lnTo>
                  <a:lnTo>
                    <a:pt x="59" y="374"/>
                  </a:lnTo>
                  <a:lnTo>
                    <a:pt x="47" y="382"/>
                  </a:lnTo>
                  <a:lnTo>
                    <a:pt x="35" y="390"/>
                  </a:lnTo>
                  <a:lnTo>
                    <a:pt x="25" y="398"/>
                  </a:lnTo>
                  <a:lnTo>
                    <a:pt x="17" y="406"/>
                  </a:lnTo>
                  <a:lnTo>
                    <a:pt x="11" y="413"/>
                  </a:lnTo>
                  <a:lnTo>
                    <a:pt x="6" y="420"/>
                  </a:lnTo>
                  <a:lnTo>
                    <a:pt x="2" y="429"/>
                  </a:lnTo>
                  <a:lnTo>
                    <a:pt x="0" y="436"/>
                  </a:lnTo>
                  <a:lnTo>
                    <a:pt x="0" y="444"/>
                  </a:lnTo>
                  <a:lnTo>
                    <a:pt x="1" y="453"/>
                  </a:lnTo>
                  <a:lnTo>
                    <a:pt x="5" y="461"/>
                  </a:lnTo>
                  <a:lnTo>
                    <a:pt x="9" y="470"/>
                  </a:lnTo>
                  <a:lnTo>
                    <a:pt x="15" y="478"/>
                  </a:lnTo>
                  <a:lnTo>
                    <a:pt x="24" y="488"/>
                  </a:lnTo>
                  <a:lnTo>
                    <a:pt x="35" y="497"/>
                  </a:lnTo>
                  <a:lnTo>
                    <a:pt x="47" y="507"/>
                  </a:lnTo>
                  <a:lnTo>
                    <a:pt x="60" y="518"/>
                  </a:lnTo>
                  <a:lnTo>
                    <a:pt x="75" y="529"/>
                  </a:lnTo>
                  <a:lnTo>
                    <a:pt x="92" y="541"/>
                  </a:lnTo>
                  <a:lnTo>
                    <a:pt x="112" y="553"/>
                  </a:lnTo>
                  <a:lnTo>
                    <a:pt x="133" y="566"/>
                  </a:lnTo>
                  <a:lnTo>
                    <a:pt x="156" y="579"/>
                  </a:lnTo>
                  <a:lnTo>
                    <a:pt x="180" y="595"/>
                  </a:lnTo>
                  <a:lnTo>
                    <a:pt x="208" y="60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514" name="Freeform 79">
              <a:extLst>
                <a:ext uri="{FF2B5EF4-FFF2-40B4-BE49-F238E27FC236}">
                  <a16:creationId xmlns:a16="http://schemas.microsoft.com/office/drawing/2014/main" id="{B8980346-00D8-4043-8368-A0937438D672}"/>
                </a:ext>
              </a:extLst>
            </p:cNvPr>
            <p:cNvSpPr>
              <a:spLocks/>
            </p:cNvSpPr>
            <p:nvPr/>
          </p:nvSpPr>
          <p:spPr bwMode="auto">
            <a:xfrm>
              <a:off x="2572" y="2683"/>
              <a:ext cx="72" cy="48"/>
            </a:xfrm>
            <a:custGeom>
              <a:avLst/>
              <a:gdLst>
                <a:gd name="T0" fmla="*/ 0 w 144"/>
                <a:gd name="T1" fmla="*/ 1 h 96"/>
                <a:gd name="T2" fmla="*/ 1 w 144"/>
                <a:gd name="T3" fmla="*/ 1 h 96"/>
                <a:gd name="T4" fmla="*/ 1 w 144"/>
                <a:gd name="T5" fmla="*/ 0 h 96"/>
                <a:gd name="T6" fmla="*/ 0 w 144"/>
                <a:gd name="T7" fmla="*/ 1 h 96"/>
                <a:gd name="T8" fmla="*/ 0 w 144"/>
                <a:gd name="T9" fmla="*/ 1 h 96"/>
                <a:gd name="T10" fmla="*/ 0 60000 65536"/>
                <a:gd name="T11" fmla="*/ 0 60000 65536"/>
                <a:gd name="T12" fmla="*/ 0 60000 65536"/>
                <a:gd name="T13" fmla="*/ 0 60000 65536"/>
                <a:gd name="T14" fmla="*/ 0 60000 65536"/>
                <a:gd name="T15" fmla="*/ 0 w 144"/>
                <a:gd name="T16" fmla="*/ 0 h 96"/>
                <a:gd name="T17" fmla="*/ 144 w 144"/>
                <a:gd name="T18" fmla="*/ 96 h 96"/>
              </a:gdLst>
              <a:ahLst/>
              <a:cxnLst>
                <a:cxn ang="T10">
                  <a:pos x="T0" y="T1"/>
                </a:cxn>
                <a:cxn ang="T11">
                  <a:pos x="T2" y="T3"/>
                </a:cxn>
                <a:cxn ang="T12">
                  <a:pos x="T4" y="T5"/>
                </a:cxn>
                <a:cxn ang="T13">
                  <a:pos x="T6" y="T7"/>
                </a:cxn>
                <a:cxn ang="T14">
                  <a:pos x="T8" y="T9"/>
                </a:cxn>
              </a:cxnLst>
              <a:rect l="T15" t="T16" r="T17" b="T18"/>
              <a:pathLst>
                <a:path w="144" h="96">
                  <a:moveTo>
                    <a:pt x="0" y="48"/>
                  </a:moveTo>
                  <a:lnTo>
                    <a:pt x="144" y="96"/>
                  </a:lnTo>
                  <a:lnTo>
                    <a:pt x="24" y="0"/>
                  </a:lnTo>
                  <a:lnTo>
                    <a:pt x="0" y="24"/>
                  </a:lnTo>
                  <a:lnTo>
                    <a:pt x="0" y="48"/>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515" name="Freeform 80">
              <a:extLst>
                <a:ext uri="{FF2B5EF4-FFF2-40B4-BE49-F238E27FC236}">
                  <a16:creationId xmlns:a16="http://schemas.microsoft.com/office/drawing/2014/main" id="{4D8DA9A9-F3CD-4B43-91BD-39EF1DF2796F}"/>
                </a:ext>
              </a:extLst>
            </p:cNvPr>
            <p:cNvSpPr>
              <a:spLocks/>
            </p:cNvSpPr>
            <p:nvPr/>
          </p:nvSpPr>
          <p:spPr bwMode="auto">
            <a:xfrm>
              <a:off x="2477" y="2401"/>
              <a:ext cx="208" cy="293"/>
            </a:xfrm>
            <a:custGeom>
              <a:avLst/>
              <a:gdLst>
                <a:gd name="T0" fmla="*/ 1 w 416"/>
                <a:gd name="T1" fmla="*/ 0 h 587"/>
                <a:gd name="T2" fmla="*/ 1 w 416"/>
                <a:gd name="T3" fmla="*/ 0 h 587"/>
                <a:gd name="T4" fmla="*/ 1 w 416"/>
                <a:gd name="T5" fmla="*/ 0 h 587"/>
                <a:gd name="T6" fmla="*/ 1 w 416"/>
                <a:gd name="T7" fmla="*/ 0 h 587"/>
                <a:gd name="T8" fmla="*/ 1 w 416"/>
                <a:gd name="T9" fmla="*/ 0 h 587"/>
                <a:gd name="T10" fmla="*/ 1 w 416"/>
                <a:gd name="T11" fmla="*/ 0 h 587"/>
                <a:gd name="T12" fmla="*/ 1 w 416"/>
                <a:gd name="T13" fmla="*/ 0 h 587"/>
                <a:gd name="T14" fmla="*/ 1 w 416"/>
                <a:gd name="T15" fmla="*/ 0 h 587"/>
                <a:gd name="T16" fmla="*/ 1 w 416"/>
                <a:gd name="T17" fmla="*/ 0 h 587"/>
                <a:gd name="T18" fmla="*/ 1 w 416"/>
                <a:gd name="T19" fmla="*/ 0 h 587"/>
                <a:gd name="T20" fmla="*/ 1 w 416"/>
                <a:gd name="T21" fmla="*/ 0 h 587"/>
                <a:gd name="T22" fmla="*/ 1 w 416"/>
                <a:gd name="T23" fmla="*/ 0 h 587"/>
                <a:gd name="T24" fmla="*/ 1 w 416"/>
                <a:gd name="T25" fmla="*/ 0 h 587"/>
                <a:gd name="T26" fmla="*/ 1 w 416"/>
                <a:gd name="T27" fmla="*/ 0 h 587"/>
                <a:gd name="T28" fmla="*/ 1 w 416"/>
                <a:gd name="T29" fmla="*/ 0 h 587"/>
                <a:gd name="T30" fmla="*/ 1 w 416"/>
                <a:gd name="T31" fmla="*/ 0 h 587"/>
                <a:gd name="T32" fmla="*/ 1 w 416"/>
                <a:gd name="T33" fmla="*/ 0 h 587"/>
                <a:gd name="T34" fmla="*/ 1 w 416"/>
                <a:gd name="T35" fmla="*/ 0 h 587"/>
                <a:gd name="T36" fmla="*/ 1 w 416"/>
                <a:gd name="T37" fmla="*/ 0 h 587"/>
                <a:gd name="T38" fmla="*/ 1 w 416"/>
                <a:gd name="T39" fmla="*/ 0 h 587"/>
                <a:gd name="T40" fmla="*/ 1 w 416"/>
                <a:gd name="T41" fmla="*/ 0 h 587"/>
                <a:gd name="T42" fmla="*/ 1 w 416"/>
                <a:gd name="T43" fmla="*/ 0 h 587"/>
                <a:gd name="T44" fmla="*/ 1 w 416"/>
                <a:gd name="T45" fmla="*/ 0 h 587"/>
                <a:gd name="T46" fmla="*/ 1 w 416"/>
                <a:gd name="T47" fmla="*/ 0 h 587"/>
                <a:gd name="T48" fmla="*/ 0 w 416"/>
                <a:gd name="T49" fmla="*/ 0 h 587"/>
                <a:gd name="T50" fmla="*/ 1 w 416"/>
                <a:gd name="T51" fmla="*/ 0 h 587"/>
                <a:gd name="T52" fmla="*/ 1 w 416"/>
                <a:gd name="T53" fmla="*/ 0 h 587"/>
                <a:gd name="T54" fmla="*/ 1 w 416"/>
                <a:gd name="T55" fmla="*/ 0 h 587"/>
                <a:gd name="T56" fmla="*/ 1 w 416"/>
                <a:gd name="T57" fmla="*/ 0 h 587"/>
                <a:gd name="T58" fmla="*/ 1 w 416"/>
                <a:gd name="T59" fmla="*/ 0 h 587"/>
                <a:gd name="T60" fmla="*/ 1 w 416"/>
                <a:gd name="T61" fmla="*/ 0 h 587"/>
                <a:gd name="T62" fmla="*/ 1 w 416"/>
                <a:gd name="T63" fmla="*/ 0 h 587"/>
                <a:gd name="T64" fmla="*/ 1 w 416"/>
                <a:gd name="T65" fmla="*/ 0 h 58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16"/>
                <a:gd name="T100" fmla="*/ 0 h 587"/>
                <a:gd name="T101" fmla="*/ 416 w 416"/>
                <a:gd name="T102" fmla="*/ 587 h 58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16" h="587">
                  <a:moveTo>
                    <a:pt x="298" y="0"/>
                  </a:moveTo>
                  <a:lnTo>
                    <a:pt x="314" y="13"/>
                  </a:lnTo>
                  <a:lnTo>
                    <a:pt x="328" y="24"/>
                  </a:lnTo>
                  <a:lnTo>
                    <a:pt x="341" y="35"/>
                  </a:lnTo>
                  <a:lnTo>
                    <a:pt x="354" y="46"/>
                  </a:lnTo>
                  <a:lnTo>
                    <a:pt x="365" y="55"/>
                  </a:lnTo>
                  <a:lnTo>
                    <a:pt x="375" y="64"/>
                  </a:lnTo>
                  <a:lnTo>
                    <a:pt x="384" y="72"/>
                  </a:lnTo>
                  <a:lnTo>
                    <a:pt x="393" y="81"/>
                  </a:lnTo>
                  <a:lnTo>
                    <a:pt x="399" y="89"/>
                  </a:lnTo>
                  <a:lnTo>
                    <a:pt x="405" y="96"/>
                  </a:lnTo>
                  <a:lnTo>
                    <a:pt x="410" y="103"/>
                  </a:lnTo>
                  <a:lnTo>
                    <a:pt x="413" y="109"/>
                  </a:lnTo>
                  <a:lnTo>
                    <a:pt x="414" y="117"/>
                  </a:lnTo>
                  <a:lnTo>
                    <a:pt x="416" y="123"/>
                  </a:lnTo>
                  <a:lnTo>
                    <a:pt x="414" y="130"/>
                  </a:lnTo>
                  <a:lnTo>
                    <a:pt x="413" y="136"/>
                  </a:lnTo>
                  <a:lnTo>
                    <a:pt x="410" y="142"/>
                  </a:lnTo>
                  <a:lnTo>
                    <a:pt x="406" y="149"/>
                  </a:lnTo>
                  <a:lnTo>
                    <a:pt x="400" y="155"/>
                  </a:lnTo>
                  <a:lnTo>
                    <a:pt x="393" y="162"/>
                  </a:lnTo>
                  <a:lnTo>
                    <a:pt x="384" y="168"/>
                  </a:lnTo>
                  <a:lnTo>
                    <a:pt x="374" y="175"/>
                  </a:lnTo>
                  <a:lnTo>
                    <a:pt x="363" y="184"/>
                  </a:lnTo>
                  <a:lnTo>
                    <a:pt x="350" y="191"/>
                  </a:lnTo>
                  <a:lnTo>
                    <a:pt x="335" y="199"/>
                  </a:lnTo>
                  <a:lnTo>
                    <a:pt x="320" y="208"/>
                  </a:lnTo>
                  <a:lnTo>
                    <a:pt x="302" y="217"/>
                  </a:lnTo>
                  <a:lnTo>
                    <a:pt x="284" y="227"/>
                  </a:lnTo>
                  <a:lnTo>
                    <a:pt x="263" y="238"/>
                  </a:lnTo>
                  <a:lnTo>
                    <a:pt x="240" y="249"/>
                  </a:lnTo>
                  <a:lnTo>
                    <a:pt x="217" y="261"/>
                  </a:lnTo>
                  <a:lnTo>
                    <a:pt x="192" y="273"/>
                  </a:lnTo>
                  <a:lnTo>
                    <a:pt x="171" y="283"/>
                  </a:lnTo>
                  <a:lnTo>
                    <a:pt x="150" y="294"/>
                  </a:lnTo>
                  <a:lnTo>
                    <a:pt x="131" y="304"/>
                  </a:lnTo>
                  <a:lnTo>
                    <a:pt x="113" y="313"/>
                  </a:lnTo>
                  <a:lnTo>
                    <a:pt x="96" y="322"/>
                  </a:lnTo>
                  <a:lnTo>
                    <a:pt x="81" y="330"/>
                  </a:lnTo>
                  <a:lnTo>
                    <a:pt x="66" y="339"/>
                  </a:lnTo>
                  <a:lnTo>
                    <a:pt x="53" y="347"/>
                  </a:lnTo>
                  <a:lnTo>
                    <a:pt x="42" y="354"/>
                  </a:lnTo>
                  <a:lnTo>
                    <a:pt x="31" y="363"/>
                  </a:lnTo>
                  <a:lnTo>
                    <a:pt x="23" y="370"/>
                  </a:lnTo>
                  <a:lnTo>
                    <a:pt x="16" y="377"/>
                  </a:lnTo>
                  <a:lnTo>
                    <a:pt x="10" y="386"/>
                  </a:lnTo>
                  <a:lnTo>
                    <a:pt x="5" y="393"/>
                  </a:lnTo>
                  <a:lnTo>
                    <a:pt x="2" y="400"/>
                  </a:lnTo>
                  <a:lnTo>
                    <a:pt x="0" y="408"/>
                  </a:lnTo>
                  <a:lnTo>
                    <a:pt x="0" y="416"/>
                  </a:lnTo>
                  <a:lnTo>
                    <a:pt x="2" y="424"/>
                  </a:lnTo>
                  <a:lnTo>
                    <a:pt x="5" y="432"/>
                  </a:lnTo>
                  <a:lnTo>
                    <a:pt x="10" y="441"/>
                  </a:lnTo>
                  <a:lnTo>
                    <a:pt x="16" y="450"/>
                  </a:lnTo>
                  <a:lnTo>
                    <a:pt x="24" y="460"/>
                  </a:lnTo>
                  <a:lnTo>
                    <a:pt x="34" y="470"/>
                  </a:lnTo>
                  <a:lnTo>
                    <a:pt x="45" y="480"/>
                  </a:lnTo>
                  <a:lnTo>
                    <a:pt x="57" y="491"/>
                  </a:lnTo>
                  <a:lnTo>
                    <a:pt x="71" y="503"/>
                  </a:lnTo>
                  <a:lnTo>
                    <a:pt x="88" y="515"/>
                  </a:lnTo>
                  <a:lnTo>
                    <a:pt x="106" y="528"/>
                  </a:lnTo>
                  <a:lnTo>
                    <a:pt x="125" y="542"/>
                  </a:lnTo>
                  <a:lnTo>
                    <a:pt x="147" y="556"/>
                  </a:lnTo>
                  <a:lnTo>
                    <a:pt x="169" y="572"/>
                  </a:lnTo>
                  <a:lnTo>
                    <a:pt x="195" y="58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516" name="Freeform 81">
              <a:extLst>
                <a:ext uri="{FF2B5EF4-FFF2-40B4-BE49-F238E27FC236}">
                  <a16:creationId xmlns:a16="http://schemas.microsoft.com/office/drawing/2014/main" id="{5E73DE48-7FC1-4DBD-9D05-144B11F79030}"/>
                </a:ext>
              </a:extLst>
            </p:cNvPr>
            <p:cNvSpPr>
              <a:spLocks/>
            </p:cNvSpPr>
            <p:nvPr/>
          </p:nvSpPr>
          <p:spPr bwMode="auto">
            <a:xfrm>
              <a:off x="2596" y="3032"/>
              <a:ext cx="72" cy="48"/>
            </a:xfrm>
            <a:custGeom>
              <a:avLst/>
              <a:gdLst>
                <a:gd name="T0" fmla="*/ 0 w 144"/>
                <a:gd name="T1" fmla="*/ 1 h 96"/>
                <a:gd name="T2" fmla="*/ 1 w 144"/>
                <a:gd name="T3" fmla="*/ 1 h 96"/>
                <a:gd name="T4" fmla="*/ 1 w 144"/>
                <a:gd name="T5" fmla="*/ 0 h 96"/>
                <a:gd name="T6" fmla="*/ 1 w 144"/>
                <a:gd name="T7" fmla="*/ 1 h 96"/>
                <a:gd name="T8" fmla="*/ 0 w 144"/>
                <a:gd name="T9" fmla="*/ 1 h 96"/>
                <a:gd name="T10" fmla="*/ 0 60000 65536"/>
                <a:gd name="T11" fmla="*/ 0 60000 65536"/>
                <a:gd name="T12" fmla="*/ 0 60000 65536"/>
                <a:gd name="T13" fmla="*/ 0 60000 65536"/>
                <a:gd name="T14" fmla="*/ 0 60000 65536"/>
                <a:gd name="T15" fmla="*/ 0 w 144"/>
                <a:gd name="T16" fmla="*/ 0 h 96"/>
                <a:gd name="T17" fmla="*/ 144 w 144"/>
                <a:gd name="T18" fmla="*/ 96 h 96"/>
              </a:gdLst>
              <a:ahLst/>
              <a:cxnLst>
                <a:cxn ang="T10">
                  <a:pos x="T0" y="T1"/>
                </a:cxn>
                <a:cxn ang="T11">
                  <a:pos x="T2" y="T3"/>
                </a:cxn>
                <a:cxn ang="T12">
                  <a:pos x="T4" y="T5"/>
                </a:cxn>
                <a:cxn ang="T13">
                  <a:pos x="T6" y="T7"/>
                </a:cxn>
                <a:cxn ang="T14">
                  <a:pos x="T8" y="T9"/>
                </a:cxn>
              </a:cxnLst>
              <a:rect l="T15" t="T16" r="T17" b="T18"/>
              <a:pathLst>
                <a:path w="144" h="96">
                  <a:moveTo>
                    <a:pt x="0" y="48"/>
                  </a:moveTo>
                  <a:lnTo>
                    <a:pt x="144" y="96"/>
                  </a:lnTo>
                  <a:lnTo>
                    <a:pt x="24" y="0"/>
                  </a:lnTo>
                  <a:lnTo>
                    <a:pt x="24" y="24"/>
                  </a:lnTo>
                  <a:lnTo>
                    <a:pt x="0" y="48"/>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517" name="Freeform 82">
              <a:extLst>
                <a:ext uri="{FF2B5EF4-FFF2-40B4-BE49-F238E27FC236}">
                  <a16:creationId xmlns:a16="http://schemas.microsoft.com/office/drawing/2014/main" id="{1A2413DD-1602-41D2-906C-2C385CCE8FC2}"/>
                </a:ext>
              </a:extLst>
            </p:cNvPr>
            <p:cNvSpPr>
              <a:spLocks/>
            </p:cNvSpPr>
            <p:nvPr/>
          </p:nvSpPr>
          <p:spPr bwMode="auto">
            <a:xfrm>
              <a:off x="2479" y="2743"/>
              <a:ext cx="223" cy="296"/>
            </a:xfrm>
            <a:custGeom>
              <a:avLst/>
              <a:gdLst>
                <a:gd name="T0" fmla="*/ 1 w 446"/>
                <a:gd name="T1" fmla="*/ 1 h 592"/>
                <a:gd name="T2" fmla="*/ 1 w 446"/>
                <a:gd name="T3" fmla="*/ 1 h 592"/>
                <a:gd name="T4" fmla="*/ 1 w 446"/>
                <a:gd name="T5" fmla="*/ 1 h 592"/>
                <a:gd name="T6" fmla="*/ 1 w 446"/>
                <a:gd name="T7" fmla="*/ 1 h 592"/>
                <a:gd name="T8" fmla="*/ 1 w 446"/>
                <a:gd name="T9" fmla="*/ 1 h 592"/>
                <a:gd name="T10" fmla="*/ 1 w 446"/>
                <a:gd name="T11" fmla="*/ 1 h 592"/>
                <a:gd name="T12" fmla="*/ 1 w 446"/>
                <a:gd name="T13" fmla="*/ 1 h 592"/>
                <a:gd name="T14" fmla="*/ 1 w 446"/>
                <a:gd name="T15" fmla="*/ 1 h 592"/>
                <a:gd name="T16" fmla="*/ 1 w 446"/>
                <a:gd name="T17" fmla="*/ 1 h 592"/>
                <a:gd name="T18" fmla="*/ 1 w 446"/>
                <a:gd name="T19" fmla="*/ 1 h 592"/>
                <a:gd name="T20" fmla="*/ 1 w 446"/>
                <a:gd name="T21" fmla="*/ 1 h 592"/>
                <a:gd name="T22" fmla="*/ 1 w 446"/>
                <a:gd name="T23" fmla="*/ 1 h 592"/>
                <a:gd name="T24" fmla="*/ 1 w 446"/>
                <a:gd name="T25" fmla="*/ 1 h 592"/>
                <a:gd name="T26" fmla="*/ 1 w 446"/>
                <a:gd name="T27" fmla="*/ 1 h 592"/>
                <a:gd name="T28" fmla="*/ 1 w 446"/>
                <a:gd name="T29" fmla="*/ 1 h 592"/>
                <a:gd name="T30" fmla="*/ 1 w 446"/>
                <a:gd name="T31" fmla="*/ 1 h 592"/>
                <a:gd name="T32" fmla="*/ 1 w 446"/>
                <a:gd name="T33" fmla="*/ 1 h 592"/>
                <a:gd name="T34" fmla="*/ 1 w 446"/>
                <a:gd name="T35" fmla="*/ 1 h 592"/>
                <a:gd name="T36" fmla="*/ 1 w 446"/>
                <a:gd name="T37" fmla="*/ 1 h 592"/>
                <a:gd name="T38" fmla="*/ 1 w 446"/>
                <a:gd name="T39" fmla="*/ 1 h 592"/>
                <a:gd name="T40" fmla="*/ 1 w 446"/>
                <a:gd name="T41" fmla="*/ 1 h 592"/>
                <a:gd name="T42" fmla="*/ 1 w 446"/>
                <a:gd name="T43" fmla="*/ 1 h 592"/>
                <a:gd name="T44" fmla="*/ 1 w 446"/>
                <a:gd name="T45" fmla="*/ 1 h 592"/>
                <a:gd name="T46" fmla="*/ 1 w 446"/>
                <a:gd name="T47" fmla="*/ 1 h 592"/>
                <a:gd name="T48" fmla="*/ 0 w 446"/>
                <a:gd name="T49" fmla="*/ 1 h 592"/>
                <a:gd name="T50" fmla="*/ 1 w 446"/>
                <a:gd name="T51" fmla="*/ 1 h 592"/>
                <a:gd name="T52" fmla="*/ 1 w 446"/>
                <a:gd name="T53" fmla="*/ 1 h 592"/>
                <a:gd name="T54" fmla="*/ 1 w 446"/>
                <a:gd name="T55" fmla="*/ 1 h 592"/>
                <a:gd name="T56" fmla="*/ 1 w 446"/>
                <a:gd name="T57" fmla="*/ 1 h 592"/>
                <a:gd name="T58" fmla="*/ 1 w 446"/>
                <a:gd name="T59" fmla="*/ 1 h 592"/>
                <a:gd name="T60" fmla="*/ 1 w 446"/>
                <a:gd name="T61" fmla="*/ 1 h 592"/>
                <a:gd name="T62" fmla="*/ 1 w 446"/>
                <a:gd name="T63" fmla="*/ 1 h 592"/>
                <a:gd name="T64" fmla="*/ 1 w 446"/>
                <a:gd name="T65" fmla="*/ 1 h 59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46"/>
                <a:gd name="T100" fmla="*/ 0 h 592"/>
                <a:gd name="T101" fmla="*/ 446 w 446"/>
                <a:gd name="T102" fmla="*/ 592 h 59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46" h="592">
                  <a:moveTo>
                    <a:pt x="348" y="0"/>
                  </a:moveTo>
                  <a:lnTo>
                    <a:pt x="362" y="12"/>
                  </a:lnTo>
                  <a:lnTo>
                    <a:pt x="374" y="22"/>
                  </a:lnTo>
                  <a:lnTo>
                    <a:pt x="386" y="33"/>
                  </a:lnTo>
                  <a:lnTo>
                    <a:pt x="397" y="43"/>
                  </a:lnTo>
                  <a:lnTo>
                    <a:pt x="407" y="52"/>
                  </a:lnTo>
                  <a:lnTo>
                    <a:pt x="415" y="61"/>
                  </a:lnTo>
                  <a:lnTo>
                    <a:pt x="422" y="69"/>
                  </a:lnTo>
                  <a:lnTo>
                    <a:pt x="430" y="78"/>
                  </a:lnTo>
                  <a:lnTo>
                    <a:pt x="436" y="85"/>
                  </a:lnTo>
                  <a:lnTo>
                    <a:pt x="439" y="92"/>
                  </a:lnTo>
                  <a:lnTo>
                    <a:pt x="443" y="99"/>
                  </a:lnTo>
                  <a:lnTo>
                    <a:pt x="445" y="106"/>
                  </a:lnTo>
                  <a:lnTo>
                    <a:pt x="446" y="112"/>
                  </a:lnTo>
                  <a:lnTo>
                    <a:pt x="445" y="118"/>
                  </a:lnTo>
                  <a:lnTo>
                    <a:pt x="444" y="126"/>
                  </a:lnTo>
                  <a:lnTo>
                    <a:pt x="442" y="132"/>
                  </a:lnTo>
                  <a:lnTo>
                    <a:pt x="437" y="138"/>
                  </a:lnTo>
                  <a:lnTo>
                    <a:pt x="432" y="144"/>
                  </a:lnTo>
                  <a:lnTo>
                    <a:pt x="425" y="151"/>
                  </a:lnTo>
                  <a:lnTo>
                    <a:pt x="416" y="157"/>
                  </a:lnTo>
                  <a:lnTo>
                    <a:pt x="407" y="164"/>
                  </a:lnTo>
                  <a:lnTo>
                    <a:pt x="396" y="171"/>
                  </a:lnTo>
                  <a:lnTo>
                    <a:pt x="384" y="179"/>
                  </a:lnTo>
                  <a:lnTo>
                    <a:pt x="370" y="187"/>
                  </a:lnTo>
                  <a:lnTo>
                    <a:pt x="354" y="194"/>
                  </a:lnTo>
                  <a:lnTo>
                    <a:pt x="337" y="204"/>
                  </a:lnTo>
                  <a:lnTo>
                    <a:pt x="319" y="212"/>
                  </a:lnTo>
                  <a:lnTo>
                    <a:pt x="299" y="222"/>
                  </a:lnTo>
                  <a:lnTo>
                    <a:pt x="277" y="233"/>
                  </a:lnTo>
                  <a:lnTo>
                    <a:pt x="253" y="243"/>
                  </a:lnTo>
                  <a:lnTo>
                    <a:pt x="229" y="255"/>
                  </a:lnTo>
                  <a:lnTo>
                    <a:pt x="201" y="267"/>
                  </a:lnTo>
                  <a:lnTo>
                    <a:pt x="179" y="278"/>
                  </a:lnTo>
                  <a:lnTo>
                    <a:pt x="156" y="289"/>
                  </a:lnTo>
                  <a:lnTo>
                    <a:pt x="135" y="299"/>
                  </a:lnTo>
                  <a:lnTo>
                    <a:pt x="116" y="308"/>
                  </a:lnTo>
                  <a:lnTo>
                    <a:pt x="98" y="318"/>
                  </a:lnTo>
                  <a:lnTo>
                    <a:pt x="81" y="326"/>
                  </a:lnTo>
                  <a:lnTo>
                    <a:pt x="66" y="335"/>
                  </a:lnTo>
                  <a:lnTo>
                    <a:pt x="53" y="343"/>
                  </a:lnTo>
                  <a:lnTo>
                    <a:pt x="41" y="351"/>
                  </a:lnTo>
                  <a:lnTo>
                    <a:pt x="30" y="359"/>
                  </a:lnTo>
                  <a:lnTo>
                    <a:pt x="21" y="366"/>
                  </a:lnTo>
                  <a:lnTo>
                    <a:pt x="13" y="374"/>
                  </a:lnTo>
                  <a:lnTo>
                    <a:pt x="8" y="381"/>
                  </a:lnTo>
                  <a:lnTo>
                    <a:pt x="3" y="390"/>
                  </a:lnTo>
                  <a:lnTo>
                    <a:pt x="1" y="397"/>
                  </a:lnTo>
                  <a:lnTo>
                    <a:pt x="0" y="406"/>
                  </a:lnTo>
                  <a:lnTo>
                    <a:pt x="1" y="413"/>
                  </a:lnTo>
                  <a:lnTo>
                    <a:pt x="4" y="421"/>
                  </a:lnTo>
                  <a:lnTo>
                    <a:pt x="8" y="431"/>
                  </a:lnTo>
                  <a:lnTo>
                    <a:pt x="15" y="439"/>
                  </a:lnTo>
                  <a:lnTo>
                    <a:pt x="23" y="449"/>
                  </a:lnTo>
                  <a:lnTo>
                    <a:pt x="33" y="458"/>
                  </a:lnTo>
                  <a:lnTo>
                    <a:pt x="44" y="469"/>
                  </a:lnTo>
                  <a:lnTo>
                    <a:pt x="59" y="480"/>
                  </a:lnTo>
                  <a:lnTo>
                    <a:pt x="74" y="491"/>
                  </a:lnTo>
                  <a:lnTo>
                    <a:pt x="92" y="503"/>
                  </a:lnTo>
                  <a:lnTo>
                    <a:pt x="111" y="516"/>
                  </a:lnTo>
                  <a:lnTo>
                    <a:pt x="133" y="529"/>
                  </a:lnTo>
                  <a:lnTo>
                    <a:pt x="157" y="544"/>
                  </a:lnTo>
                  <a:lnTo>
                    <a:pt x="182" y="559"/>
                  </a:lnTo>
                  <a:lnTo>
                    <a:pt x="210" y="575"/>
                  </a:lnTo>
                  <a:lnTo>
                    <a:pt x="240" y="592"/>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518" name="Rectangle 83">
              <a:extLst>
                <a:ext uri="{FF2B5EF4-FFF2-40B4-BE49-F238E27FC236}">
                  <a16:creationId xmlns:a16="http://schemas.microsoft.com/office/drawing/2014/main" id="{11EA663C-4B75-4690-B6C9-8B8B497D6441}"/>
                </a:ext>
              </a:extLst>
            </p:cNvPr>
            <p:cNvSpPr>
              <a:spLocks noChangeArrowheads="1"/>
            </p:cNvSpPr>
            <p:nvPr/>
          </p:nvSpPr>
          <p:spPr bwMode="auto">
            <a:xfrm>
              <a:off x="2322" y="3619"/>
              <a:ext cx="1061"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(b) Timing diagram</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8436" name="Oval 84">
            <a:extLst>
              <a:ext uri="{FF2B5EF4-FFF2-40B4-BE49-F238E27FC236}">
                <a16:creationId xmlns:a16="http://schemas.microsoft.com/office/drawing/2014/main" id="{415FC95E-41D6-4217-A817-FDB91314DF57}"/>
              </a:ext>
            </a:extLst>
          </p:cNvPr>
          <p:cNvSpPr>
            <a:spLocks noChangeArrowheads="1"/>
          </p:cNvSpPr>
          <p:nvPr/>
        </p:nvSpPr>
        <p:spPr bwMode="auto">
          <a:xfrm>
            <a:off x="3763963" y="3470275"/>
            <a:ext cx="914400" cy="2362200"/>
          </a:xfrm>
          <a:prstGeom prst="ellipse">
            <a:avLst/>
          </a:prstGeom>
          <a:noFill/>
          <a:ln w="317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37" name="TextBox 85">
            <a:extLst>
              <a:ext uri="{FF2B5EF4-FFF2-40B4-BE49-F238E27FC236}">
                <a16:creationId xmlns:a16="http://schemas.microsoft.com/office/drawing/2014/main" id="{0CDF9785-79FB-4058-A929-FC660282234D}"/>
              </a:ext>
            </a:extLst>
          </p:cNvPr>
          <p:cNvSpPr txBox="1">
            <a:spLocks noChangeArrowheads="1"/>
          </p:cNvSpPr>
          <p:nvPr/>
        </p:nvSpPr>
        <p:spPr bwMode="auto">
          <a:xfrm>
            <a:off x="4862513" y="2960688"/>
            <a:ext cx="36988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The propagation delays get longer</a:t>
            </a:r>
          </a:p>
        </p:txBody>
      </p:sp>
      <p:cxnSp>
        <p:nvCxnSpPr>
          <p:cNvPr id="18438" name="Straight Arrow Connector 86">
            <a:extLst>
              <a:ext uri="{FF2B5EF4-FFF2-40B4-BE49-F238E27FC236}">
                <a16:creationId xmlns:a16="http://schemas.microsoft.com/office/drawing/2014/main" id="{DB5371B2-FCDD-4269-88B7-8362BA80C800}"/>
              </a:ext>
            </a:extLst>
          </p:cNvPr>
          <p:cNvCxnSpPr>
            <a:cxnSpLocks noChangeShapeType="1"/>
          </p:cNvCxnSpPr>
          <p:nvPr/>
        </p:nvCxnSpPr>
        <p:spPr bwMode="auto">
          <a:xfrm flipH="1">
            <a:off x="4541838" y="3286125"/>
            <a:ext cx="355600" cy="469900"/>
          </a:xfrm>
          <a:prstGeom prst="straightConnector1">
            <a:avLst/>
          </a:prstGeom>
          <a:noFill/>
          <a:ln w="31750">
            <a:solidFill>
              <a:srgbClr val="FF0000"/>
            </a:solidFill>
            <a:round/>
            <a:headEnd/>
            <a:tailEnd type="arrow" w="med" len="med"/>
          </a:ln>
          <a:extLst>
            <a:ext uri="{909E8E84-426E-40DD-AFC4-6F175D3DCCD1}">
              <a14:hiddenFill xmlns:a14="http://schemas.microsoft.com/office/drawing/2010/main">
                <a:noFill/>
              </a14:hiddenFill>
            </a:ext>
          </a:extLst>
        </p:spPr>
      </p:cxn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7" name="Rectangle 3">
            <a:extLst>
              <a:ext uri="{FF2B5EF4-FFF2-40B4-BE49-F238E27FC236}">
                <a16:creationId xmlns:a16="http://schemas.microsoft.com/office/drawing/2014/main" id="{E7139278-01EB-4C8D-877C-F36F966626F5}"/>
              </a:ext>
            </a:extLst>
          </p:cNvPr>
          <p:cNvSpPr>
            <a:spLocks noChangeArrowheads="1"/>
          </p:cNvSpPr>
          <p:nvPr/>
        </p:nvSpPr>
        <p:spPr bwMode="auto">
          <a:xfrm>
            <a:off x="0" y="2590800"/>
            <a:ext cx="9144000" cy="152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0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Synchronous Counters</a:t>
            </a: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9" name="Title 1">
            <a:extLst>
              <a:ext uri="{FF2B5EF4-FFF2-40B4-BE49-F238E27FC236}">
                <a16:creationId xmlns:a16="http://schemas.microsoft.com/office/drawing/2014/main" id="{88149421-0F9F-4023-AABA-36ACEB6031DB}"/>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A four-bit synchronous up-counter</a:t>
            </a:r>
          </a:p>
        </p:txBody>
      </p:sp>
      <p:sp>
        <p:nvSpPr>
          <p:cNvPr id="22530" name="TextBox 125">
            <a:extLst>
              <a:ext uri="{FF2B5EF4-FFF2-40B4-BE49-F238E27FC236}">
                <a16:creationId xmlns:a16="http://schemas.microsoft.com/office/drawing/2014/main" id="{C74E1F05-496E-46CA-86AF-17A040BE8605}"/>
              </a:ext>
            </a:extLst>
          </p:cNvPr>
          <p:cNvSpPr txBox="1">
            <a:spLocks noChangeArrowheads="1"/>
          </p:cNvSpPr>
          <p:nvPr/>
        </p:nvSpPr>
        <p:spPr bwMode="auto">
          <a:xfrm>
            <a:off x="6591300" y="6550025"/>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5.21 from the textbook ]</a:t>
            </a:r>
          </a:p>
        </p:txBody>
      </p:sp>
      <p:grpSp>
        <p:nvGrpSpPr>
          <p:cNvPr id="22531" name="Group 154">
            <a:extLst>
              <a:ext uri="{FF2B5EF4-FFF2-40B4-BE49-F238E27FC236}">
                <a16:creationId xmlns:a16="http://schemas.microsoft.com/office/drawing/2014/main" id="{65BE88DA-3A4A-4F22-A907-58604943B3C5}"/>
              </a:ext>
            </a:extLst>
          </p:cNvPr>
          <p:cNvGrpSpPr>
            <a:grpSpLocks/>
          </p:cNvGrpSpPr>
          <p:nvPr/>
        </p:nvGrpSpPr>
        <p:grpSpPr bwMode="auto">
          <a:xfrm>
            <a:off x="184150" y="720725"/>
            <a:ext cx="7359650" cy="5680075"/>
            <a:chOff x="692" y="217"/>
            <a:chExt cx="4275" cy="3626"/>
          </a:xfrm>
        </p:grpSpPr>
        <p:sp>
          <p:nvSpPr>
            <p:cNvPr id="22532" name="Line 4">
              <a:extLst>
                <a:ext uri="{FF2B5EF4-FFF2-40B4-BE49-F238E27FC236}">
                  <a16:creationId xmlns:a16="http://schemas.microsoft.com/office/drawing/2014/main" id="{B3B48F18-CFA0-470C-B967-7C503F937F16}"/>
                </a:ext>
              </a:extLst>
            </p:cNvPr>
            <p:cNvSpPr>
              <a:spLocks noChangeShapeType="1"/>
            </p:cNvSpPr>
            <p:nvPr/>
          </p:nvSpPr>
          <p:spPr bwMode="auto">
            <a:xfrm flipV="1">
              <a:off x="1278" y="1646"/>
              <a:ext cx="1" cy="1636"/>
            </a:xfrm>
            <a:prstGeom prst="line">
              <a:avLst/>
            </a:prstGeom>
            <a:noFill/>
            <a:ln w="17463">
              <a:solidFill>
                <a:srgbClr val="7F7F7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33" name="Line 5">
              <a:extLst>
                <a:ext uri="{FF2B5EF4-FFF2-40B4-BE49-F238E27FC236}">
                  <a16:creationId xmlns:a16="http://schemas.microsoft.com/office/drawing/2014/main" id="{0E750E20-DC64-4C65-85A8-C0F68FABDA74}"/>
                </a:ext>
              </a:extLst>
            </p:cNvPr>
            <p:cNvSpPr>
              <a:spLocks noChangeShapeType="1"/>
            </p:cNvSpPr>
            <p:nvPr/>
          </p:nvSpPr>
          <p:spPr bwMode="auto">
            <a:xfrm flipV="1">
              <a:off x="1486" y="1646"/>
              <a:ext cx="1" cy="1636"/>
            </a:xfrm>
            <a:prstGeom prst="line">
              <a:avLst/>
            </a:prstGeom>
            <a:noFill/>
            <a:ln w="17463">
              <a:solidFill>
                <a:srgbClr val="7F7F7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34" name="Line 6">
              <a:extLst>
                <a:ext uri="{FF2B5EF4-FFF2-40B4-BE49-F238E27FC236}">
                  <a16:creationId xmlns:a16="http://schemas.microsoft.com/office/drawing/2014/main" id="{3970ADAD-5E31-4DE6-B413-C90251433671}"/>
                </a:ext>
              </a:extLst>
            </p:cNvPr>
            <p:cNvSpPr>
              <a:spLocks noChangeShapeType="1"/>
            </p:cNvSpPr>
            <p:nvPr/>
          </p:nvSpPr>
          <p:spPr bwMode="auto">
            <a:xfrm flipV="1">
              <a:off x="1707" y="1646"/>
              <a:ext cx="1" cy="1636"/>
            </a:xfrm>
            <a:prstGeom prst="line">
              <a:avLst/>
            </a:prstGeom>
            <a:noFill/>
            <a:ln w="17463">
              <a:solidFill>
                <a:srgbClr val="7F7F7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35" name="Line 7">
              <a:extLst>
                <a:ext uri="{FF2B5EF4-FFF2-40B4-BE49-F238E27FC236}">
                  <a16:creationId xmlns:a16="http://schemas.microsoft.com/office/drawing/2014/main" id="{E6B9D547-F1CA-4DD6-90DD-DC9C5D5E896F}"/>
                </a:ext>
              </a:extLst>
            </p:cNvPr>
            <p:cNvSpPr>
              <a:spLocks noChangeShapeType="1"/>
            </p:cNvSpPr>
            <p:nvPr/>
          </p:nvSpPr>
          <p:spPr bwMode="auto">
            <a:xfrm flipV="1">
              <a:off x="1927" y="1646"/>
              <a:ext cx="1" cy="1636"/>
            </a:xfrm>
            <a:prstGeom prst="line">
              <a:avLst/>
            </a:prstGeom>
            <a:noFill/>
            <a:ln w="17463">
              <a:solidFill>
                <a:srgbClr val="7F7F7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36" name="Line 8">
              <a:extLst>
                <a:ext uri="{FF2B5EF4-FFF2-40B4-BE49-F238E27FC236}">
                  <a16:creationId xmlns:a16="http://schemas.microsoft.com/office/drawing/2014/main" id="{3A9788E2-33A9-48B9-B214-85FDF5A7FFA2}"/>
                </a:ext>
              </a:extLst>
            </p:cNvPr>
            <p:cNvSpPr>
              <a:spLocks noChangeShapeType="1"/>
            </p:cNvSpPr>
            <p:nvPr/>
          </p:nvSpPr>
          <p:spPr bwMode="auto">
            <a:xfrm flipV="1">
              <a:off x="2148" y="1646"/>
              <a:ext cx="1" cy="1636"/>
            </a:xfrm>
            <a:prstGeom prst="line">
              <a:avLst/>
            </a:prstGeom>
            <a:noFill/>
            <a:ln w="17463">
              <a:solidFill>
                <a:srgbClr val="7F7F7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37" name="Line 9">
              <a:extLst>
                <a:ext uri="{FF2B5EF4-FFF2-40B4-BE49-F238E27FC236}">
                  <a16:creationId xmlns:a16="http://schemas.microsoft.com/office/drawing/2014/main" id="{9128B88D-0725-4F12-9A2F-C632FF45C193}"/>
                </a:ext>
              </a:extLst>
            </p:cNvPr>
            <p:cNvSpPr>
              <a:spLocks noChangeShapeType="1"/>
            </p:cNvSpPr>
            <p:nvPr/>
          </p:nvSpPr>
          <p:spPr bwMode="auto">
            <a:xfrm flipV="1">
              <a:off x="2368" y="1646"/>
              <a:ext cx="1" cy="1636"/>
            </a:xfrm>
            <a:prstGeom prst="line">
              <a:avLst/>
            </a:prstGeom>
            <a:noFill/>
            <a:ln w="17463">
              <a:solidFill>
                <a:srgbClr val="7F7F7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38" name="Line 10">
              <a:extLst>
                <a:ext uri="{FF2B5EF4-FFF2-40B4-BE49-F238E27FC236}">
                  <a16:creationId xmlns:a16="http://schemas.microsoft.com/office/drawing/2014/main" id="{64CCA5EF-FA99-4BC2-925B-369FFDFDA2F2}"/>
                </a:ext>
              </a:extLst>
            </p:cNvPr>
            <p:cNvSpPr>
              <a:spLocks noChangeShapeType="1"/>
            </p:cNvSpPr>
            <p:nvPr/>
          </p:nvSpPr>
          <p:spPr bwMode="auto">
            <a:xfrm flipV="1">
              <a:off x="2577" y="1646"/>
              <a:ext cx="1" cy="1636"/>
            </a:xfrm>
            <a:prstGeom prst="line">
              <a:avLst/>
            </a:prstGeom>
            <a:noFill/>
            <a:ln w="17463">
              <a:solidFill>
                <a:srgbClr val="7F7F7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39" name="Line 11">
              <a:extLst>
                <a:ext uri="{FF2B5EF4-FFF2-40B4-BE49-F238E27FC236}">
                  <a16:creationId xmlns:a16="http://schemas.microsoft.com/office/drawing/2014/main" id="{0E5CD4BC-D9AB-4D7E-814B-3FB24E84039D}"/>
                </a:ext>
              </a:extLst>
            </p:cNvPr>
            <p:cNvSpPr>
              <a:spLocks noChangeShapeType="1"/>
            </p:cNvSpPr>
            <p:nvPr/>
          </p:nvSpPr>
          <p:spPr bwMode="auto">
            <a:xfrm flipV="1">
              <a:off x="2798" y="1646"/>
              <a:ext cx="1" cy="1636"/>
            </a:xfrm>
            <a:prstGeom prst="line">
              <a:avLst/>
            </a:prstGeom>
            <a:noFill/>
            <a:ln w="17463">
              <a:solidFill>
                <a:srgbClr val="7F7F7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40" name="Line 12">
              <a:extLst>
                <a:ext uri="{FF2B5EF4-FFF2-40B4-BE49-F238E27FC236}">
                  <a16:creationId xmlns:a16="http://schemas.microsoft.com/office/drawing/2014/main" id="{8A562AAC-B0B3-4E3F-AD94-A7DE0CA40CEF}"/>
                </a:ext>
              </a:extLst>
            </p:cNvPr>
            <p:cNvSpPr>
              <a:spLocks noChangeShapeType="1"/>
            </p:cNvSpPr>
            <p:nvPr/>
          </p:nvSpPr>
          <p:spPr bwMode="auto">
            <a:xfrm flipV="1">
              <a:off x="3018" y="1646"/>
              <a:ext cx="1" cy="1636"/>
            </a:xfrm>
            <a:prstGeom prst="line">
              <a:avLst/>
            </a:prstGeom>
            <a:noFill/>
            <a:ln w="17463">
              <a:solidFill>
                <a:srgbClr val="7F7F7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41" name="Line 13">
              <a:extLst>
                <a:ext uri="{FF2B5EF4-FFF2-40B4-BE49-F238E27FC236}">
                  <a16:creationId xmlns:a16="http://schemas.microsoft.com/office/drawing/2014/main" id="{14313C2A-0412-41B8-BAD8-C4BD52E6BF9B}"/>
                </a:ext>
              </a:extLst>
            </p:cNvPr>
            <p:cNvSpPr>
              <a:spLocks noChangeShapeType="1"/>
            </p:cNvSpPr>
            <p:nvPr/>
          </p:nvSpPr>
          <p:spPr bwMode="auto">
            <a:xfrm flipV="1">
              <a:off x="3238" y="1646"/>
              <a:ext cx="1" cy="1636"/>
            </a:xfrm>
            <a:prstGeom prst="line">
              <a:avLst/>
            </a:prstGeom>
            <a:noFill/>
            <a:ln w="17463">
              <a:solidFill>
                <a:srgbClr val="7F7F7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42" name="Line 14">
              <a:extLst>
                <a:ext uri="{FF2B5EF4-FFF2-40B4-BE49-F238E27FC236}">
                  <a16:creationId xmlns:a16="http://schemas.microsoft.com/office/drawing/2014/main" id="{CB135015-0AD2-435D-9F19-36892D451F7A}"/>
                </a:ext>
              </a:extLst>
            </p:cNvPr>
            <p:cNvSpPr>
              <a:spLocks noChangeShapeType="1"/>
            </p:cNvSpPr>
            <p:nvPr/>
          </p:nvSpPr>
          <p:spPr bwMode="auto">
            <a:xfrm flipV="1">
              <a:off x="3459" y="1646"/>
              <a:ext cx="1" cy="1636"/>
            </a:xfrm>
            <a:prstGeom prst="line">
              <a:avLst/>
            </a:prstGeom>
            <a:noFill/>
            <a:ln w="17463">
              <a:solidFill>
                <a:srgbClr val="7F7F7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43" name="Line 15">
              <a:extLst>
                <a:ext uri="{FF2B5EF4-FFF2-40B4-BE49-F238E27FC236}">
                  <a16:creationId xmlns:a16="http://schemas.microsoft.com/office/drawing/2014/main" id="{CE52C131-4BDD-471D-9A41-4354169A1EFE}"/>
                </a:ext>
              </a:extLst>
            </p:cNvPr>
            <p:cNvSpPr>
              <a:spLocks noChangeShapeType="1"/>
            </p:cNvSpPr>
            <p:nvPr/>
          </p:nvSpPr>
          <p:spPr bwMode="auto">
            <a:xfrm flipV="1">
              <a:off x="3668" y="1646"/>
              <a:ext cx="1" cy="1636"/>
            </a:xfrm>
            <a:prstGeom prst="line">
              <a:avLst/>
            </a:prstGeom>
            <a:noFill/>
            <a:ln w="17463">
              <a:solidFill>
                <a:srgbClr val="7F7F7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44" name="Line 16">
              <a:extLst>
                <a:ext uri="{FF2B5EF4-FFF2-40B4-BE49-F238E27FC236}">
                  <a16:creationId xmlns:a16="http://schemas.microsoft.com/office/drawing/2014/main" id="{4E379C2F-2521-4962-9C4C-5F9D0F836957}"/>
                </a:ext>
              </a:extLst>
            </p:cNvPr>
            <p:cNvSpPr>
              <a:spLocks noChangeShapeType="1"/>
            </p:cNvSpPr>
            <p:nvPr/>
          </p:nvSpPr>
          <p:spPr bwMode="auto">
            <a:xfrm flipV="1">
              <a:off x="3888" y="1646"/>
              <a:ext cx="1" cy="1636"/>
            </a:xfrm>
            <a:prstGeom prst="line">
              <a:avLst/>
            </a:prstGeom>
            <a:noFill/>
            <a:ln w="17463">
              <a:solidFill>
                <a:srgbClr val="7F7F7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45" name="Line 17">
              <a:extLst>
                <a:ext uri="{FF2B5EF4-FFF2-40B4-BE49-F238E27FC236}">
                  <a16:creationId xmlns:a16="http://schemas.microsoft.com/office/drawing/2014/main" id="{1A0F4A25-F090-4E1C-91EC-644D22859215}"/>
                </a:ext>
              </a:extLst>
            </p:cNvPr>
            <p:cNvSpPr>
              <a:spLocks noChangeShapeType="1"/>
            </p:cNvSpPr>
            <p:nvPr/>
          </p:nvSpPr>
          <p:spPr bwMode="auto">
            <a:xfrm flipV="1">
              <a:off x="4109" y="1646"/>
              <a:ext cx="1" cy="1636"/>
            </a:xfrm>
            <a:prstGeom prst="line">
              <a:avLst/>
            </a:prstGeom>
            <a:noFill/>
            <a:ln w="17463">
              <a:solidFill>
                <a:srgbClr val="7F7F7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46" name="Line 18">
              <a:extLst>
                <a:ext uri="{FF2B5EF4-FFF2-40B4-BE49-F238E27FC236}">
                  <a16:creationId xmlns:a16="http://schemas.microsoft.com/office/drawing/2014/main" id="{AEAF6C01-056F-46B8-9CB5-A79ECA34B6BB}"/>
                </a:ext>
              </a:extLst>
            </p:cNvPr>
            <p:cNvSpPr>
              <a:spLocks noChangeShapeType="1"/>
            </p:cNvSpPr>
            <p:nvPr/>
          </p:nvSpPr>
          <p:spPr bwMode="auto">
            <a:xfrm flipV="1">
              <a:off x="4329" y="1646"/>
              <a:ext cx="1" cy="1636"/>
            </a:xfrm>
            <a:prstGeom prst="line">
              <a:avLst/>
            </a:prstGeom>
            <a:noFill/>
            <a:ln w="17463">
              <a:solidFill>
                <a:srgbClr val="7F7F7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47" name="Line 19">
              <a:extLst>
                <a:ext uri="{FF2B5EF4-FFF2-40B4-BE49-F238E27FC236}">
                  <a16:creationId xmlns:a16="http://schemas.microsoft.com/office/drawing/2014/main" id="{E4D6E20A-7EDD-4051-B8CA-95936EC60EA0}"/>
                </a:ext>
              </a:extLst>
            </p:cNvPr>
            <p:cNvSpPr>
              <a:spLocks noChangeShapeType="1"/>
            </p:cNvSpPr>
            <p:nvPr/>
          </p:nvSpPr>
          <p:spPr bwMode="auto">
            <a:xfrm flipV="1">
              <a:off x="4550" y="1646"/>
              <a:ext cx="1" cy="1636"/>
            </a:xfrm>
            <a:prstGeom prst="line">
              <a:avLst/>
            </a:prstGeom>
            <a:noFill/>
            <a:ln w="17463">
              <a:solidFill>
                <a:srgbClr val="7F7F7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48" name="Line 20">
              <a:extLst>
                <a:ext uri="{FF2B5EF4-FFF2-40B4-BE49-F238E27FC236}">
                  <a16:creationId xmlns:a16="http://schemas.microsoft.com/office/drawing/2014/main" id="{1F9E6340-FE13-4C6C-A982-61F18C68CA26}"/>
                </a:ext>
              </a:extLst>
            </p:cNvPr>
            <p:cNvSpPr>
              <a:spLocks noChangeShapeType="1"/>
            </p:cNvSpPr>
            <p:nvPr/>
          </p:nvSpPr>
          <p:spPr bwMode="auto">
            <a:xfrm flipV="1">
              <a:off x="4758" y="1646"/>
              <a:ext cx="1" cy="1636"/>
            </a:xfrm>
            <a:prstGeom prst="line">
              <a:avLst/>
            </a:prstGeom>
            <a:noFill/>
            <a:ln w="17463">
              <a:solidFill>
                <a:srgbClr val="7F7F7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49" name="Line 21">
              <a:extLst>
                <a:ext uri="{FF2B5EF4-FFF2-40B4-BE49-F238E27FC236}">
                  <a16:creationId xmlns:a16="http://schemas.microsoft.com/office/drawing/2014/main" id="{06B37461-471A-4990-B203-507CCC2730BC}"/>
                </a:ext>
              </a:extLst>
            </p:cNvPr>
            <p:cNvSpPr>
              <a:spLocks noChangeShapeType="1"/>
            </p:cNvSpPr>
            <p:nvPr/>
          </p:nvSpPr>
          <p:spPr bwMode="auto">
            <a:xfrm flipH="1">
              <a:off x="2879" y="438"/>
              <a:ext cx="116" cy="1"/>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50" name="Rectangle 22">
              <a:extLst>
                <a:ext uri="{FF2B5EF4-FFF2-40B4-BE49-F238E27FC236}">
                  <a16:creationId xmlns:a16="http://schemas.microsoft.com/office/drawing/2014/main" id="{8D976A07-9421-4A8D-B216-D255D839BA34}"/>
                </a:ext>
              </a:extLst>
            </p:cNvPr>
            <p:cNvSpPr>
              <a:spLocks noChangeArrowheads="1"/>
            </p:cNvSpPr>
            <p:nvPr/>
          </p:nvSpPr>
          <p:spPr bwMode="auto">
            <a:xfrm>
              <a:off x="1289" y="356"/>
              <a:ext cx="372" cy="592"/>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51" name="Rectangle 23">
              <a:extLst>
                <a:ext uri="{FF2B5EF4-FFF2-40B4-BE49-F238E27FC236}">
                  <a16:creationId xmlns:a16="http://schemas.microsoft.com/office/drawing/2014/main" id="{F1EA3C6F-DDC5-441F-AFE3-B905277A9D50}"/>
                </a:ext>
              </a:extLst>
            </p:cNvPr>
            <p:cNvSpPr>
              <a:spLocks noChangeArrowheads="1"/>
            </p:cNvSpPr>
            <p:nvPr/>
          </p:nvSpPr>
          <p:spPr bwMode="auto">
            <a:xfrm>
              <a:off x="1330" y="454"/>
              <a:ext cx="90"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52" name="Rectangle 24">
              <a:extLst>
                <a:ext uri="{FF2B5EF4-FFF2-40B4-BE49-F238E27FC236}">
                  <a16:creationId xmlns:a16="http://schemas.microsoft.com/office/drawing/2014/main" id="{D5551E61-87FD-448E-9A9B-BAF937510750}"/>
                </a:ext>
              </a:extLst>
            </p:cNvPr>
            <p:cNvSpPr>
              <a:spLocks noChangeArrowheads="1"/>
            </p:cNvSpPr>
            <p:nvPr/>
          </p:nvSpPr>
          <p:spPr bwMode="auto">
            <a:xfrm>
              <a:off x="1547" y="450"/>
              <a:ext cx="101"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53" name="Line 25">
              <a:extLst>
                <a:ext uri="{FF2B5EF4-FFF2-40B4-BE49-F238E27FC236}">
                  <a16:creationId xmlns:a16="http://schemas.microsoft.com/office/drawing/2014/main" id="{97F8C34A-CA22-41E0-8832-0847BB8CC364}"/>
                </a:ext>
              </a:extLst>
            </p:cNvPr>
            <p:cNvSpPr>
              <a:spLocks noChangeShapeType="1"/>
            </p:cNvSpPr>
            <p:nvPr/>
          </p:nvSpPr>
          <p:spPr bwMode="auto">
            <a:xfrm flipH="1">
              <a:off x="1556" y="739"/>
              <a:ext cx="58" cy="1"/>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54" name="Rectangle 26">
              <a:extLst>
                <a:ext uri="{FF2B5EF4-FFF2-40B4-BE49-F238E27FC236}">
                  <a16:creationId xmlns:a16="http://schemas.microsoft.com/office/drawing/2014/main" id="{5F4137C6-E7BD-42F4-B340-F20DE43AC133}"/>
                </a:ext>
              </a:extLst>
            </p:cNvPr>
            <p:cNvSpPr>
              <a:spLocks noChangeArrowheads="1"/>
            </p:cNvSpPr>
            <p:nvPr/>
          </p:nvSpPr>
          <p:spPr bwMode="auto">
            <a:xfrm>
              <a:off x="1543" y="747"/>
              <a:ext cx="101"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55" name="Rectangle 27">
              <a:extLst>
                <a:ext uri="{FF2B5EF4-FFF2-40B4-BE49-F238E27FC236}">
                  <a16:creationId xmlns:a16="http://schemas.microsoft.com/office/drawing/2014/main" id="{DA4BC5F4-5976-4CC4-B5F1-C24F78CAB1A9}"/>
                </a:ext>
              </a:extLst>
            </p:cNvPr>
            <p:cNvSpPr>
              <a:spLocks noChangeArrowheads="1"/>
            </p:cNvSpPr>
            <p:nvPr/>
          </p:nvSpPr>
          <p:spPr bwMode="auto">
            <a:xfrm>
              <a:off x="1962" y="356"/>
              <a:ext cx="371" cy="592"/>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56" name="Rectangle 28">
              <a:extLst>
                <a:ext uri="{FF2B5EF4-FFF2-40B4-BE49-F238E27FC236}">
                  <a16:creationId xmlns:a16="http://schemas.microsoft.com/office/drawing/2014/main" id="{750FD4B9-CA3F-431E-971C-9D1020B66B3C}"/>
                </a:ext>
              </a:extLst>
            </p:cNvPr>
            <p:cNvSpPr>
              <a:spLocks noChangeArrowheads="1"/>
            </p:cNvSpPr>
            <p:nvPr/>
          </p:nvSpPr>
          <p:spPr bwMode="auto">
            <a:xfrm>
              <a:off x="692" y="738"/>
              <a:ext cx="274"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57" name="Rectangle 29">
              <a:extLst>
                <a:ext uri="{FF2B5EF4-FFF2-40B4-BE49-F238E27FC236}">
                  <a16:creationId xmlns:a16="http://schemas.microsoft.com/office/drawing/2014/main" id="{7F569927-A382-4FCD-A44F-095C58CD47E6}"/>
                </a:ext>
              </a:extLst>
            </p:cNvPr>
            <p:cNvSpPr>
              <a:spLocks noChangeArrowheads="1"/>
            </p:cNvSpPr>
            <p:nvPr/>
          </p:nvSpPr>
          <p:spPr bwMode="auto">
            <a:xfrm>
              <a:off x="1996" y="454"/>
              <a:ext cx="90"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58" name="Rectangle 30">
              <a:extLst>
                <a:ext uri="{FF2B5EF4-FFF2-40B4-BE49-F238E27FC236}">
                  <a16:creationId xmlns:a16="http://schemas.microsoft.com/office/drawing/2014/main" id="{89476806-B5E6-439A-9D09-BA279F6C1E88}"/>
                </a:ext>
              </a:extLst>
            </p:cNvPr>
            <p:cNvSpPr>
              <a:spLocks noChangeArrowheads="1"/>
            </p:cNvSpPr>
            <p:nvPr/>
          </p:nvSpPr>
          <p:spPr bwMode="auto">
            <a:xfrm>
              <a:off x="2213" y="450"/>
              <a:ext cx="101"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59" name="Line 31">
              <a:extLst>
                <a:ext uri="{FF2B5EF4-FFF2-40B4-BE49-F238E27FC236}">
                  <a16:creationId xmlns:a16="http://schemas.microsoft.com/office/drawing/2014/main" id="{00DA1322-27A3-4590-A4A9-F23AFF8C941F}"/>
                </a:ext>
              </a:extLst>
            </p:cNvPr>
            <p:cNvSpPr>
              <a:spLocks noChangeShapeType="1"/>
            </p:cNvSpPr>
            <p:nvPr/>
          </p:nvSpPr>
          <p:spPr bwMode="auto">
            <a:xfrm flipH="1">
              <a:off x="2217" y="739"/>
              <a:ext cx="58" cy="1"/>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60" name="Rectangle 32">
              <a:extLst>
                <a:ext uri="{FF2B5EF4-FFF2-40B4-BE49-F238E27FC236}">
                  <a16:creationId xmlns:a16="http://schemas.microsoft.com/office/drawing/2014/main" id="{E04DEEB3-5A1C-4DAA-A7C7-DBF4D899F431}"/>
                </a:ext>
              </a:extLst>
            </p:cNvPr>
            <p:cNvSpPr>
              <a:spLocks noChangeArrowheads="1"/>
            </p:cNvSpPr>
            <p:nvPr/>
          </p:nvSpPr>
          <p:spPr bwMode="auto">
            <a:xfrm>
              <a:off x="3180" y="356"/>
              <a:ext cx="372" cy="592"/>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61" name="Rectangle 33">
              <a:extLst>
                <a:ext uri="{FF2B5EF4-FFF2-40B4-BE49-F238E27FC236}">
                  <a16:creationId xmlns:a16="http://schemas.microsoft.com/office/drawing/2014/main" id="{E72E42D9-0B5D-48FE-9EAA-7B9BABFBC977}"/>
                </a:ext>
              </a:extLst>
            </p:cNvPr>
            <p:cNvSpPr>
              <a:spLocks noChangeArrowheads="1"/>
            </p:cNvSpPr>
            <p:nvPr/>
          </p:nvSpPr>
          <p:spPr bwMode="auto">
            <a:xfrm>
              <a:off x="2209" y="747"/>
              <a:ext cx="101"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62" name="Rectangle 34">
              <a:extLst>
                <a:ext uri="{FF2B5EF4-FFF2-40B4-BE49-F238E27FC236}">
                  <a16:creationId xmlns:a16="http://schemas.microsoft.com/office/drawing/2014/main" id="{0E327871-3C4E-4E25-ABC2-CD81D271A172}"/>
                </a:ext>
              </a:extLst>
            </p:cNvPr>
            <p:cNvSpPr>
              <a:spLocks noChangeArrowheads="1"/>
            </p:cNvSpPr>
            <p:nvPr/>
          </p:nvSpPr>
          <p:spPr bwMode="auto">
            <a:xfrm>
              <a:off x="3217" y="454"/>
              <a:ext cx="90"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63" name="Rectangle 35">
              <a:extLst>
                <a:ext uri="{FF2B5EF4-FFF2-40B4-BE49-F238E27FC236}">
                  <a16:creationId xmlns:a16="http://schemas.microsoft.com/office/drawing/2014/main" id="{E5F61546-7744-4071-9307-574F04142600}"/>
                </a:ext>
              </a:extLst>
            </p:cNvPr>
            <p:cNvSpPr>
              <a:spLocks noChangeArrowheads="1"/>
            </p:cNvSpPr>
            <p:nvPr/>
          </p:nvSpPr>
          <p:spPr bwMode="auto">
            <a:xfrm>
              <a:off x="3434" y="450"/>
              <a:ext cx="101"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64" name="Line 36">
              <a:extLst>
                <a:ext uri="{FF2B5EF4-FFF2-40B4-BE49-F238E27FC236}">
                  <a16:creationId xmlns:a16="http://schemas.microsoft.com/office/drawing/2014/main" id="{8245EA72-F179-4095-A277-F0F1EC1E6784}"/>
                </a:ext>
              </a:extLst>
            </p:cNvPr>
            <p:cNvSpPr>
              <a:spLocks noChangeShapeType="1"/>
            </p:cNvSpPr>
            <p:nvPr/>
          </p:nvSpPr>
          <p:spPr bwMode="auto">
            <a:xfrm flipH="1">
              <a:off x="3436" y="739"/>
              <a:ext cx="58" cy="1"/>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65" name="Line 37">
              <a:extLst>
                <a:ext uri="{FF2B5EF4-FFF2-40B4-BE49-F238E27FC236}">
                  <a16:creationId xmlns:a16="http://schemas.microsoft.com/office/drawing/2014/main" id="{B4BCDC6F-96CA-44A5-BCD2-3A90B0D9CA7F}"/>
                </a:ext>
              </a:extLst>
            </p:cNvPr>
            <p:cNvSpPr>
              <a:spLocks noChangeShapeType="1"/>
            </p:cNvSpPr>
            <p:nvPr/>
          </p:nvSpPr>
          <p:spPr bwMode="auto">
            <a:xfrm>
              <a:off x="999" y="507"/>
              <a:ext cx="290" cy="1"/>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66" name="Freeform 38">
              <a:extLst>
                <a:ext uri="{FF2B5EF4-FFF2-40B4-BE49-F238E27FC236}">
                  <a16:creationId xmlns:a16="http://schemas.microsoft.com/office/drawing/2014/main" id="{CB0C38AC-AC17-4ADF-95C4-8B5DA26E7040}"/>
                </a:ext>
              </a:extLst>
            </p:cNvPr>
            <p:cNvSpPr>
              <a:spLocks/>
            </p:cNvSpPr>
            <p:nvPr/>
          </p:nvSpPr>
          <p:spPr bwMode="auto">
            <a:xfrm>
              <a:off x="1962" y="763"/>
              <a:ext cx="70" cy="81"/>
            </a:xfrm>
            <a:custGeom>
              <a:avLst/>
              <a:gdLst>
                <a:gd name="T0" fmla="*/ 0 w 140"/>
                <a:gd name="T1" fmla="*/ 0 h 163"/>
                <a:gd name="T2" fmla="*/ 1 w 140"/>
                <a:gd name="T3" fmla="*/ 0 h 163"/>
                <a:gd name="T4" fmla="*/ 0 w 140"/>
                <a:gd name="T5" fmla="*/ 0 h 163"/>
                <a:gd name="T6" fmla="*/ 0 60000 65536"/>
                <a:gd name="T7" fmla="*/ 0 60000 65536"/>
                <a:gd name="T8" fmla="*/ 0 60000 65536"/>
                <a:gd name="T9" fmla="*/ 0 w 140"/>
                <a:gd name="T10" fmla="*/ 0 h 163"/>
                <a:gd name="T11" fmla="*/ 140 w 140"/>
                <a:gd name="T12" fmla="*/ 163 h 163"/>
              </a:gdLst>
              <a:ahLst/>
              <a:cxnLst>
                <a:cxn ang="T6">
                  <a:pos x="T0" y="T1"/>
                </a:cxn>
                <a:cxn ang="T7">
                  <a:pos x="T2" y="T3"/>
                </a:cxn>
                <a:cxn ang="T8">
                  <a:pos x="T4" y="T5"/>
                </a:cxn>
              </a:cxnLst>
              <a:rect l="T9" t="T10" r="T11" b="T12"/>
              <a:pathLst>
                <a:path w="140" h="163">
                  <a:moveTo>
                    <a:pt x="0" y="163"/>
                  </a:moveTo>
                  <a:lnTo>
                    <a:pt x="140" y="93"/>
                  </a:lnTo>
                  <a:lnTo>
                    <a:pt x="0" y="0"/>
                  </a:lnTo>
                </a:path>
              </a:pathLst>
            </a:custGeom>
            <a:noFill/>
            <a:ln w="1746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67" name="Freeform 39">
              <a:extLst>
                <a:ext uri="{FF2B5EF4-FFF2-40B4-BE49-F238E27FC236}">
                  <a16:creationId xmlns:a16="http://schemas.microsoft.com/office/drawing/2014/main" id="{8083B6C4-CC90-45BB-9D9E-F856602CC58A}"/>
                </a:ext>
              </a:extLst>
            </p:cNvPr>
            <p:cNvSpPr>
              <a:spLocks/>
            </p:cNvSpPr>
            <p:nvPr/>
          </p:nvSpPr>
          <p:spPr bwMode="auto">
            <a:xfrm>
              <a:off x="3180" y="763"/>
              <a:ext cx="70" cy="81"/>
            </a:xfrm>
            <a:custGeom>
              <a:avLst/>
              <a:gdLst>
                <a:gd name="T0" fmla="*/ 0 w 139"/>
                <a:gd name="T1" fmla="*/ 0 h 163"/>
                <a:gd name="T2" fmla="*/ 1 w 139"/>
                <a:gd name="T3" fmla="*/ 0 h 163"/>
                <a:gd name="T4" fmla="*/ 0 w 139"/>
                <a:gd name="T5" fmla="*/ 0 h 163"/>
                <a:gd name="T6" fmla="*/ 0 60000 65536"/>
                <a:gd name="T7" fmla="*/ 0 60000 65536"/>
                <a:gd name="T8" fmla="*/ 0 60000 65536"/>
                <a:gd name="T9" fmla="*/ 0 w 139"/>
                <a:gd name="T10" fmla="*/ 0 h 163"/>
                <a:gd name="T11" fmla="*/ 139 w 139"/>
                <a:gd name="T12" fmla="*/ 163 h 163"/>
              </a:gdLst>
              <a:ahLst/>
              <a:cxnLst>
                <a:cxn ang="T6">
                  <a:pos x="T0" y="T1"/>
                </a:cxn>
                <a:cxn ang="T7">
                  <a:pos x="T2" y="T3"/>
                </a:cxn>
                <a:cxn ang="T8">
                  <a:pos x="T4" y="T5"/>
                </a:cxn>
              </a:cxnLst>
              <a:rect l="T9" t="T10" r="T11" b="T12"/>
              <a:pathLst>
                <a:path w="139" h="163">
                  <a:moveTo>
                    <a:pt x="0" y="163"/>
                  </a:moveTo>
                  <a:lnTo>
                    <a:pt x="139" y="93"/>
                  </a:lnTo>
                  <a:lnTo>
                    <a:pt x="0" y="0"/>
                  </a:lnTo>
                </a:path>
              </a:pathLst>
            </a:custGeom>
            <a:noFill/>
            <a:ln w="1746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68" name="Freeform 40">
              <a:extLst>
                <a:ext uri="{FF2B5EF4-FFF2-40B4-BE49-F238E27FC236}">
                  <a16:creationId xmlns:a16="http://schemas.microsoft.com/office/drawing/2014/main" id="{FF14AC42-699E-4BF3-908B-D95DD606FEA0}"/>
                </a:ext>
              </a:extLst>
            </p:cNvPr>
            <p:cNvSpPr>
              <a:spLocks/>
            </p:cNvSpPr>
            <p:nvPr/>
          </p:nvSpPr>
          <p:spPr bwMode="auto">
            <a:xfrm>
              <a:off x="1289" y="763"/>
              <a:ext cx="81" cy="81"/>
            </a:xfrm>
            <a:custGeom>
              <a:avLst/>
              <a:gdLst>
                <a:gd name="T0" fmla="*/ 0 w 163"/>
                <a:gd name="T1" fmla="*/ 0 h 163"/>
                <a:gd name="T2" fmla="*/ 0 w 163"/>
                <a:gd name="T3" fmla="*/ 0 h 163"/>
                <a:gd name="T4" fmla="*/ 0 w 163"/>
                <a:gd name="T5" fmla="*/ 0 h 163"/>
                <a:gd name="T6" fmla="*/ 0 60000 65536"/>
                <a:gd name="T7" fmla="*/ 0 60000 65536"/>
                <a:gd name="T8" fmla="*/ 0 60000 65536"/>
                <a:gd name="T9" fmla="*/ 0 w 163"/>
                <a:gd name="T10" fmla="*/ 0 h 163"/>
                <a:gd name="T11" fmla="*/ 163 w 163"/>
                <a:gd name="T12" fmla="*/ 163 h 163"/>
              </a:gdLst>
              <a:ahLst/>
              <a:cxnLst>
                <a:cxn ang="T6">
                  <a:pos x="T0" y="T1"/>
                </a:cxn>
                <a:cxn ang="T7">
                  <a:pos x="T2" y="T3"/>
                </a:cxn>
                <a:cxn ang="T8">
                  <a:pos x="T4" y="T5"/>
                </a:cxn>
              </a:cxnLst>
              <a:rect l="T9" t="T10" r="T11" b="T12"/>
              <a:pathLst>
                <a:path w="163" h="163">
                  <a:moveTo>
                    <a:pt x="0" y="163"/>
                  </a:moveTo>
                  <a:lnTo>
                    <a:pt x="163" y="93"/>
                  </a:lnTo>
                  <a:lnTo>
                    <a:pt x="0" y="0"/>
                  </a:lnTo>
                </a:path>
              </a:pathLst>
            </a:custGeom>
            <a:noFill/>
            <a:ln w="1746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69" name="Line 41">
              <a:extLst>
                <a:ext uri="{FF2B5EF4-FFF2-40B4-BE49-F238E27FC236}">
                  <a16:creationId xmlns:a16="http://schemas.microsoft.com/office/drawing/2014/main" id="{9F899E8B-EE86-45E8-A169-82833C447362}"/>
                </a:ext>
              </a:extLst>
            </p:cNvPr>
            <p:cNvSpPr>
              <a:spLocks noChangeShapeType="1"/>
            </p:cNvSpPr>
            <p:nvPr/>
          </p:nvSpPr>
          <p:spPr bwMode="auto">
            <a:xfrm>
              <a:off x="999" y="809"/>
              <a:ext cx="290" cy="1"/>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70" name="Freeform 42">
              <a:extLst>
                <a:ext uri="{FF2B5EF4-FFF2-40B4-BE49-F238E27FC236}">
                  <a16:creationId xmlns:a16="http://schemas.microsoft.com/office/drawing/2014/main" id="{3C191BD7-6D72-44B2-BA21-09B97D62D2EB}"/>
                </a:ext>
              </a:extLst>
            </p:cNvPr>
            <p:cNvSpPr>
              <a:spLocks/>
            </p:cNvSpPr>
            <p:nvPr/>
          </p:nvSpPr>
          <p:spPr bwMode="auto">
            <a:xfrm>
              <a:off x="1136" y="792"/>
              <a:ext cx="35" cy="35"/>
            </a:xfrm>
            <a:custGeom>
              <a:avLst/>
              <a:gdLst>
                <a:gd name="T0" fmla="*/ 0 w 69"/>
                <a:gd name="T1" fmla="*/ 1 h 69"/>
                <a:gd name="T2" fmla="*/ 0 w 69"/>
                <a:gd name="T3" fmla="*/ 1 h 69"/>
                <a:gd name="T4" fmla="*/ 1 w 69"/>
                <a:gd name="T5" fmla="*/ 1 h 69"/>
                <a:gd name="T6" fmla="*/ 1 w 69"/>
                <a:gd name="T7" fmla="*/ 1 h 69"/>
                <a:gd name="T8" fmla="*/ 1 w 69"/>
                <a:gd name="T9" fmla="*/ 1 h 69"/>
                <a:gd name="T10" fmla="*/ 1 w 69"/>
                <a:gd name="T11" fmla="*/ 1 h 69"/>
                <a:gd name="T12" fmla="*/ 1 w 69"/>
                <a:gd name="T13" fmla="*/ 1 h 69"/>
                <a:gd name="T14" fmla="*/ 1 w 69"/>
                <a:gd name="T15" fmla="*/ 1 h 69"/>
                <a:gd name="T16" fmla="*/ 1 w 69"/>
                <a:gd name="T17" fmla="*/ 1 h 69"/>
                <a:gd name="T18" fmla="*/ 1 w 69"/>
                <a:gd name="T19" fmla="*/ 1 h 69"/>
                <a:gd name="T20" fmla="*/ 1 w 69"/>
                <a:gd name="T21" fmla="*/ 1 h 69"/>
                <a:gd name="T22" fmla="*/ 1 w 69"/>
                <a:gd name="T23" fmla="*/ 0 h 69"/>
                <a:gd name="T24" fmla="*/ 1 w 69"/>
                <a:gd name="T25" fmla="*/ 1 h 69"/>
                <a:gd name="T26" fmla="*/ 1 w 69"/>
                <a:gd name="T27" fmla="*/ 1 h 69"/>
                <a:gd name="T28" fmla="*/ 1 w 69"/>
                <a:gd name="T29" fmla="*/ 1 h 69"/>
                <a:gd name="T30" fmla="*/ 1 w 69"/>
                <a:gd name="T31" fmla="*/ 1 h 69"/>
                <a:gd name="T32" fmla="*/ 1 w 69"/>
                <a:gd name="T33" fmla="*/ 1 h 69"/>
                <a:gd name="T34" fmla="*/ 1 w 69"/>
                <a:gd name="T35" fmla="*/ 1 h 69"/>
                <a:gd name="T36" fmla="*/ 1 w 69"/>
                <a:gd name="T37" fmla="*/ 1 h 69"/>
                <a:gd name="T38" fmla="*/ 1 w 69"/>
                <a:gd name="T39" fmla="*/ 1 h 69"/>
                <a:gd name="T40" fmla="*/ 1 w 69"/>
                <a:gd name="T41" fmla="*/ 1 h 69"/>
                <a:gd name="T42" fmla="*/ 1 w 69"/>
                <a:gd name="T43" fmla="*/ 1 h 69"/>
                <a:gd name="T44" fmla="*/ 1 w 69"/>
                <a:gd name="T45" fmla="*/ 1 h 69"/>
                <a:gd name="T46" fmla="*/ 1 w 69"/>
                <a:gd name="T47" fmla="*/ 1 h 69"/>
                <a:gd name="T48" fmla="*/ 1 w 69"/>
                <a:gd name="T49" fmla="*/ 1 h 69"/>
                <a:gd name="T50" fmla="*/ 1 w 69"/>
                <a:gd name="T51" fmla="*/ 1 h 69"/>
                <a:gd name="T52" fmla="*/ 1 w 69"/>
                <a:gd name="T53" fmla="*/ 1 h 69"/>
                <a:gd name="T54" fmla="*/ 1 w 69"/>
                <a:gd name="T55" fmla="*/ 1 h 69"/>
                <a:gd name="T56" fmla="*/ 1 w 69"/>
                <a:gd name="T57" fmla="*/ 1 h 69"/>
                <a:gd name="T58" fmla="*/ 1 w 69"/>
                <a:gd name="T59" fmla="*/ 1 h 69"/>
                <a:gd name="T60" fmla="*/ 1 w 69"/>
                <a:gd name="T61" fmla="*/ 1 h 69"/>
                <a:gd name="T62" fmla="*/ 1 w 69"/>
                <a:gd name="T63" fmla="*/ 1 h 69"/>
                <a:gd name="T64" fmla="*/ 1 w 69"/>
                <a:gd name="T65" fmla="*/ 1 h 69"/>
                <a:gd name="T66" fmla="*/ 1 w 69"/>
                <a:gd name="T67" fmla="*/ 1 h 69"/>
                <a:gd name="T68" fmla="*/ 1 w 69"/>
                <a:gd name="T69" fmla="*/ 1 h 69"/>
                <a:gd name="T70" fmla="*/ 1 w 69"/>
                <a:gd name="T71" fmla="*/ 1 h 69"/>
                <a:gd name="T72" fmla="*/ 1 w 69"/>
                <a:gd name="T73" fmla="*/ 1 h 69"/>
                <a:gd name="T74" fmla="*/ 1 w 69"/>
                <a:gd name="T75" fmla="*/ 1 h 69"/>
                <a:gd name="T76" fmla="*/ 1 w 69"/>
                <a:gd name="T77" fmla="*/ 1 h 69"/>
                <a:gd name="T78" fmla="*/ 1 w 69"/>
                <a:gd name="T79" fmla="*/ 1 h 69"/>
                <a:gd name="T80" fmla="*/ 1 w 69"/>
                <a:gd name="T81" fmla="*/ 1 h 69"/>
                <a:gd name="T82" fmla="*/ 1 w 69"/>
                <a:gd name="T83" fmla="*/ 1 h 69"/>
                <a:gd name="T84" fmla="*/ 1 w 69"/>
                <a:gd name="T85" fmla="*/ 1 h 69"/>
                <a:gd name="T86" fmla="*/ 1 w 69"/>
                <a:gd name="T87" fmla="*/ 1 h 69"/>
                <a:gd name="T88" fmla="*/ 1 w 69"/>
                <a:gd name="T89" fmla="*/ 1 h 69"/>
                <a:gd name="T90" fmla="*/ 1 w 69"/>
                <a:gd name="T91" fmla="*/ 1 h 69"/>
                <a:gd name="T92" fmla="*/ 1 w 69"/>
                <a:gd name="T93" fmla="*/ 1 h 69"/>
                <a:gd name="T94" fmla="*/ 1 w 69"/>
                <a:gd name="T95" fmla="*/ 1 h 69"/>
                <a:gd name="T96" fmla="*/ 1 w 69"/>
                <a:gd name="T97" fmla="*/ 1 h 69"/>
                <a:gd name="T98" fmla="*/ 1 w 69"/>
                <a:gd name="T99" fmla="*/ 1 h 69"/>
                <a:gd name="T100" fmla="*/ 1 w 69"/>
                <a:gd name="T101" fmla="*/ 1 h 69"/>
                <a:gd name="T102" fmla="*/ 1 w 69"/>
                <a:gd name="T103" fmla="*/ 1 h 69"/>
                <a:gd name="T104" fmla="*/ 1 w 69"/>
                <a:gd name="T105" fmla="*/ 1 h 69"/>
                <a:gd name="T106" fmla="*/ 1 w 69"/>
                <a:gd name="T107" fmla="*/ 1 h 69"/>
                <a:gd name="T108" fmla="*/ 0 w 69"/>
                <a:gd name="T109" fmla="*/ 1 h 69"/>
                <a:gd name="T110" fmla="*/ 0 w 69"/>
                <a:gd name="T111" fmla="*/ 1 h 6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9"/>
                <a:gd name="T169" fmla="*/ 0 h 69"/>
                <a:gd name="T170" fmla="*/ 69 w 69"/>
                <a:gd name="T171" fmla="*/ 69 h 6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9" h="69">
                  <a:moveTo>
                    <a:pt x="0" y="41"/>
                  </a:moveTo>
                  <a:lnTo>
                    <a:pt x="0" y="29"/>
                  </a:lnTo>
                  <a:lnTo>
                    <a:pt x="0" y="26"/>
                  </a:lnTo>
                  <a:lnTo>
                    <a:pt x="0" y="25"/>
                  </a:lnTo>
                  <a:lnTo>
                    <a:pt x="0" y="24"/>
                  </a:lnTo>
                  <a:lnTo>
                    <a:pt x="0" y="23"/>
                  </a:lnTo>
                  <a:lnTo>
                    <a:pt x="1" y="22"/>
                  </a:lnTo>
                  <a:lnTo>
                    <a:pt x="1" y="20"/>
                  </a:lnTo>
                  <a:lnTo>
                    <a:pt x="1" y="18"/>
                  </a:lnTo>
                  <a:lnTo>
                    <a:pt x="2" y="17"/>
                  </a:lnTo>
                  <a:lnTo>
                    <a:pt x="2" y="16"/>
                  </a:lnTo>
                  <a:lnTo>
                    <a:pt x="3" y="15"/>
                  </a:lnTo>
                  <a:lnTo>
                    <a:pt x="3" y="14"/>
                  </a:lnTo>
                  <a:lnTo>
                    <a:pt x="4" y="12"/>
                  </a:lnTo>
                  <a:lnTo>
                    <a:pt x="5" y="11"/>
                  </a:lnTo>
                  <a:lnTo>
                    <a:pt x="5" y="10"/>
                  </a:lnTo>
                  <a:lnTo>
                    <a:pt x="7" y="9"/>
                  </a:lnTo>
                  <a:lnTo>
                    <a:pt x="8" y="9"/>
                  </a:lnTo>
                  <a:lnTo>
                    <a:pt x="9" y="8"/>
                  </a:lnTo>
                  <a:lnTo>
                    <a:pt x="10" y="7"/>
                  </a:lnTo>
                  <a:lnTo>
                    <a:pt x="11" y="5"/>
                  </a:lnTo>
                  <a:lnTo>
                    <a:pt x="12" y="5"/>
                  </a:lnTo>
                  <a:lnTo>
                    <a:pt x="14" y="4"/>
                  </a:lnTo>
                  <a:lnTo>
                    <a:pt x="15" y="3"/>
                  </a:lnTo>
                  <a:lnTo>
                    <a:pt x="16" y="3"/>
                  </a:lnTo>
                  <a:lnTo>
                    <a:pt x="17" y="2"/>
                  </a:lnTo>
                  <a:lnTo>
                    <a:pt x="18" y="2"/>
                  </a:lnTo>
                  <a:lnTo>
                    <a:pt x="19" y="2"/>
                  </a:lnTo>
                  <a:lnTo>
                    <a:pt x="21" y="1"/>
                  </a:lnTo>
                  <a:lnTo>
                    <a:pt x="22" y="1"/>
                  </a:lnTo>
                  <a:lnTo>
                    <a:pt x="23" y="1"/>
                  </a:lnTo>
                  <a:lnTo>
                    <a:pt x="25" y="1"/>
                  </a:lnTo>
                  <a:lnTo>
                    <a:pt x="26" y="1"/>
                  </a:lnTo>
                  <a:lnTo>
                    <a:pt x="27" y="0"/>
                  </a:lnTo>
                  <a:lnTo>
                    <a:pt x="41" y="0"/>
                  </a:lnTo>
                  <a:lnTo>
                    <a:pt x="43" y="1"/>
                  </a:lnTo>
                  <a:lnTo>
                    <a:pt x="44" y="1"/>
                  </a:lnTo>
                  <a:lnTo>
                    <a:pt x="45" y="1"/>
                  </a:lnTo>
                  <a:lnTo>
                    <a:pt x="47" y="1"/>
                  </a:lnTo>
                  <a:lnTo>
                    <a:pt x="48" y="1"/>
                  </a:lnTo>
                  <a:lnTo>
                    <a:pt x="50" y="2"/>
                  </a:lnTo>
                  <a:lnTo>
                    <a:pt x="51" y="2"/>
                  </a:lnTo>
                  <a:lnTo>
                    <a:pt x="52" y="2"/>
                  </a:lnTo>
                  <a:lnTo>
                    <a:pt x="53" y="3"/>
                  </a:lnTo>
                  <a:lnTo>
                    <a:pt x="54" y="3"/>
                  </a:lnTo>
                  <a:lnTo>
                    <a:pt x="55" y="4"/>
                  </a:lnTo>
                  <a:lnTo>
                    <a:pt x="56" y="5"/>
                  </a:lnTo>
                  <a:lnTo>
                    <a:pt x="58" y="5"/>
                  </a:lnTo>
                  <a:lnTo>
                    <a:pt x="59" y="7"/>
                  </a:lnTo>
                  <a:lnTo>
                    <a:pt x="60" y="8"/>
                  </a:lnTo>
                  <a:lnTo>
                    <a:pt x="61" y="9"/>
                  </a:lnTo>
                  <a:lnTo>
                    <a:pt x="62" y="9"/>
                  </a:lnTo>
                  <a:lnTo>
                    <a:pt x="62" y="10"/>
                  </a:lnTo>
                  <a:lnTo>
                    <a:pt x="63" y="11"/>
                  </a:lnTo>
                  <a:lnTo>
                    <a:pt x="65" y="12"/>
                  </a:lnTo>
                  <a:lnTo>
                    <a:pt x="65" y="14"/>
                  </a:lnTo>
                  <a:lnTo>
                    <a:pt x="66" y="15"/>
                  </a:lnTo>
                  <a:lnTo>
                    <a:pt x="67" y="16"/>
                  </a:lnTo>
                  <a:lnTo>
                    <a:pt x="67" y="17"/>
                  </a:lnTo>
                  <a:lnTo>
                    <a:pt x="67" y="18"/>
                  </a:lnTo>
                  <a:lnTo>
                    <a:pt x="68" y="20"/>
                  </a:lnTo>
                  <a:lnTo>
                    <a:pt x="68" y="22"/>
                  </a:lnTo>
                  <a:lnTo>
                    <a:pt x="68" y="23"/>
                  </a:lnTo>
                  <a:lnTo>
                    <a:pt x="69" y="24"/>
                  </a:lnTo>
                  <a:lnTo>
                    <a:pt x="69" y="25"/>
                  </a:lnTo>
                  <a:lnTo>
                    <a:pt x="69" y="26"/>
                  </a:lnTo>
                  <a:lnTo>
                    <a:pt x="69" y="29"/>
                  </a:lnTo>
                  <a:lnTo>
                    <a:pt x="69" y="41"/>
                  </a:lnTo>
                  <a:lnTo>
                    <a:pt x="69" y="44"/>
                  </a:lnTo>
                  <a:lnTo>
                    <a:pt x="69" y="45"/>
                  </a:lnTo>
                  <a:lnTo>
                    <a:pt x="69" y="46"/>
                  </a:lnTo>
                  <a:lnTo>
                    <a:pt x="68" y="47"/>
                  </a:lnTo>
                  <a:lnTo>
                    <a:pt x="68" y="48"/>
                  </a:lnTo>
                  <a:lnTo>
                    <a:pt x="68" y="49"/>
                  </a:lnTo>
                  <a:lnTo>
                    <a:pt x="67" y="52"/>
                  </a:lnTo>
                  <a:lnTo>
                    <a:pt x="67" y="53"/>
                  </a:lnTo>
                  <a:lnTo>
                    <a:pt x="67" y="54"/>
                  </a:lnTo>
                  <a:lnTo>
                    <a:pt x="66" y="55"/>
                  </a:lnTo>
                  <a:lnTo>
                    <a:pt x="65" y="56"/>
                  </a:lnTo>
                  <a:lnTo>
                    <a:pt x="65" y="58"/>
                  </a:lnTo>
                  <a:lnTo>
                    <a:pt x="63" y="59"/>
                  </a:lnTo>
                  <a:lnTo>
                    <a:pt x="62" y="60"/>
                  </a:lnTo>
                  <a:lnTo>
                    <a:pt x="62" y="61"/>
                  </a:lnTo>
                  <a:lnTo>
                    <a:pt x="61" y="61"/>
                  </a:lnTo>
                  <a:lnTo>
                    <a:pt x="60" y="62"/>
                  </a:lnTo>
                  <a:lnTo>
                    <a:pt x="59" y="63"/>
                  </a:lnTo>
                  <a:lnTo>
                    <a:pt x="58" y="65"/>
                  </a:lnTo>
                  <a:lnTo>
                    <a:pt x="56" y="65"/>
                  </a:lnTo>
                  <a:lnTo>
                    <a:pt x="55" y="66"/>
                  </a:lnTo>
                  <a:lnTo>
                    <a:pt x="54" y="67"/>
                  </a:lnTo>
                  <a:lnTo>
                    <a:pt x="53" y="67"/>
                  </a:lnTo>
                  <a:lnTo>
                    <a:pt x="52" y="68"/>
                  </a:lnTo>
                  <a:lnTo>
                    <a:pt x="51" y="68"/>
                  </a:lnTo>
                  <a:lnTo>
                    <a:pt x="50" y="68"/>
                  </a:lnTo>
                  <a:lnTo>
                    <a:pt x="48" y="69"/>
                  </a:lnTo>
                  <a:lnTo>
                    <a:pt x="47" y="69"/>
                  </a:lnTo>
                  <a:lnTo>
                    <a:pt x="45" y="69"/>
                  </a:lnTo>
                  <a:lnTo>
                    <a:pt x="44" y="69"/>
                  </a:lnTo>
                  <a:lnTo>
                    <a:pt x="43" y="69"/>
                  </a:lnTo>
                  <a:lnTo>
                    <a:pt x="41" y="69"/>
                  </a:lnTo>
                  <a:lnTo>
                    <a:pt x="27" y="69"/>
                  </a:lnTo>
                  <a:lnTo>
                    <a:pt x="26" y="69"/>
                  </a:lnTo>
                  <a:lnTo>
                    <a:pt x="25" y="69"/>
                  </a:lnTo>
                  <a:lnTo>
                    <a:pt x="23" y="69"/>
                  </a:lnTo>
                  <a:lnTo>
                    <a:pt x="22" y="69"/>
                  </a:lnTo>
                  <a:lnTo>
                    <a:pt x="21" y="69"/>
                  </a:lnTo>
                  <a:lnTo>
                    <a:pt x="19" y="68"/>
                  </a:lnTo>
                  <a:lnTo>
                    <a:pt x="18" y="68"/>
                  </a:lnTo>
                  <a:lnTo>
                    <a:pt x="17" y="68"/>
                  </a:lnTo>
                  <a:lnTo>
                    <a:pt x="16" y="67"/>
                  </a:lnTo>
                  <a:lnTo>
                    <a:pt x="15" y="67"/>
                  </a:lnTo>
                  <a:lnTo>
                    <a:pt x="14" y="66"/>
                  </a:lnTo>
                  <a:lnTo>
                    <a:pt x="12" y="65"/>
                  </a:lnTo>
                  <a:lnTo>
                    <a:pt x="11" y="65"/>
                  </a:lnTo>
                  <a:lnTo>
                    <a:pt x="10" y="63"/>
                  </a:lnTo>
                  <a:lnTo>
                    <a:pt x="9" y="62"/>
                  </a:lnTo>
                  <a:lnTo>
                    <a:pt x="8" y="61"/>
                  </a:lnTo>
                  <a:lnTo>
                    <a:pt x="7" y="61"/>
                  </a:lnTo>
                  <a:lnTo>
                    <a:pt x="5" y="60"/>
                  </a:lnTo>
                  <a:lnTo>
                    <a:pt x="5" y="59"/>
                  </a:lnTo>
                  <a:lnTo>
                    <a:pt x="4" y="58"/>
                  </a:lnTo>
                  <a:lnTo>
                    <a:pt x="3" y="56"/>
                  </a:lnTo>
                  <a:lnTo>
                    <a:pt x="3" y="55"/>
                  </a:lnTo>
                  <a:lnTo>
                    <a:pt x="2" y="54"/>
                  </a:lnTo>
                  <a:lnTo>
                    <a:pt x="2" y="53"/>
                  </a:lnTo>
                  <a:lnTo>
                    <a:pt x="1" y="52"/>
                  </a:lnTo>
                  <a:lnTo>
                    <a:pt x="1" y="49"/>
                  </a:lnTo>
                  <a:lnTo>
                    <a:pt x="1" y="48"/>
                  </a:lnTo>
                  <a:lnTo>
                    <a:pt x="0" y="47"/>
                  </a:lnTo>
                  <a:lnTo>
                    <a:pt x="0" y="46"/>
                  </a:lnTo>
                  <a:lnTo>
                    <a:pt x="0" y="45"/>
                  </a:lnTo>
                  <a:lnTo>
                    <a:pt x="0" y="44"/>
                  </a:lnTo>
                  <a:lnTo>
                    <a:pt x="0" y="41"/>
                  </a:lnTo>
                  <a:close/>
                </a:path>
              </a:pathLst>
            </a:custGeom>
            <a:solidFill>
              <a:srgbClr val="000000"/>
            </a:solidFill>
            <a:ln w="17463">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71" name="Rectangle 43">
              <a:extLst>
                <a:ext uri="{FF2B5EF4-FFF2-40B4-BE49-F238E27FC236}">
                  <a16:creationId xmlns:a16="http://schemas.microsoft.com/office/drawing/2014/main" id="{E9F1826A-8596-4E36-AF69-1BD7C3EAC85F}"/>
                </a:ext>
              </a:extLst>
            </p:cNvPr>
            <p:cNvSpPr>
              <a:spLocks noChangeArrowheads="1"/>
            </p:cNvSpPr>
            <p:nvPr/>
          </p:nvSpPr>
          <p:spPr bwMode="auto">
            <a:xfrm>
              <a:off x="3430" y="747"/>
              <a:ext cx="101"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72" name="Rectangle 44">
              <a:extLst>
                <a:ext uri="{FF2B5EF4-FFF2-40B4-BE49-F238E27FC236}">
                  <a16:creationId xmlns:a16="http://schemas.microsoft.com/office/drawing/2014/main" id="{53B0A700-CE35-4CF8-8D8D-7858E81F3073}"/>
                </a:ext>
              </a:extLst>
            </p:cNvPr>
            <p:cNvSpPr>
              <a:spLocks noChangeArrowheads="1"/>
            </p:cNvSpPr>
            <p:nvPr/>
          </p:nvSpPr>
          <p:spPr bwMode="auto">
            <a:xfrm>
              <a:off x="890" y="445"/>
              <a:ext cx="78"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73" name="Rectangle 45">
              <a:extLst>
                <a:ext uri="{FF2B5EF4-FFF2-40B4-BE49-F238E27FC236}">
                  <a16:creationId xmlns:a16="http://schemas.microsoft.com/office/drawing/2014/main" id="{0AA49A3C-7232-4F8E-BFA3-9B8173CF5498}"/>
                </a:ext>
              </a:extLst>
            </p:cNvPr>
            <p:cNvSpPr>
              <a:spLocks noChangeArrowheads="1"/>
            </p:cNvSpPr>
            <p:nvPr/>
          </p:nvSpPr>
          <p:spPr bwMode="auto">
            <a:xfrm>
              <a:off x="1755" y="550"/>
              <a:ext cx="101"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74" name="Rectangle 46">
              <a:extLst>
                <a:ext uri="{FF2B5EF4-FFF2-40B4-BE49-F238E27FC236}">
                  <a16:creationId xmlns:a16="http://schemas.microsoft.com/office/drawing/2014/main" id="{E179B0C3-25BD-4FBD-AEED-FDD2F2D38CEC}"/>
                </a:ext>
              </a:extLst>
            </p:cNvPr>
            <p:cNvSpPr>
              <a:spLocks noChangeArrowheads="1"/>
            </p:cNvSpPr>
            <p:nvPr/>
          </p:nvSpPr>
          <p:spPr bwMode="auto">
            <a:xfrm>
              <a:off x="1834" y="603"/>
              <a:ext cx="60"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75" name="Rectangle 47">
              <a:extLst>
                <a:ext uri="{FF2B5EF4-FFF2-40B4-BE49-F238E27FC236}">
                  <a16:creationId xmlns:a16="http://schemas.microsoft.com/office/drawing/2014/main" id="{A17B1708-7E89-4FF4-9E7A-A1FADC816A3C}"/>
                </a:ext>
              </a:extLst>
            </p:cNvPr>
            <p:cNvSpPr>
              <a:spLocks noChangeArrowheads="1"/>
            </p:cNvSpPr>
            <p:nvPr/>
          </p:nvSpPr>
          <p:spPr bwMode="auto">
            <a:xfrm>
              <a:off x="2436" y="550"/>
              <a:ext cx="101"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76" name="Rectangle 48">
              <a:extLst>
                <a:ext uri="{FF2B5EF4-FFF2-40B4-BE49-F238E27FC236}">
                  <a16:creationId xmlns:a16="http://schemas.microsoft.com/office/drawing/2014/main" id="{0ED228F2-80ED-460E-A1BA-176575B1B71A}"/>
                </a:ext>
              </a:extLst>
            </p:cNvPr>
            <p:cNvSpPr>
              <a:spLocks noChangeArrowheads="1"/>
            </p:cNvSpPr>
            <p:nvPr/>
          </p:nvSpPr>
          <p:spPr bwMode="auto">
            <a:xfrm>
              <a:off x="2516" y="603"/>
              <a:ext cx="60"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77" name="Rectangle 49">
              <a:extLst>
                <a:ext uri="{FF2B5EF4-FFF2-40B4-BE49-F238E27FC236}">
                  <a16:creationId xmlns:a16="http://schemas.microsoft.com/office/drawing/2014/main" id="{98A4D777-30DC-4939-BDE4-2BB344AEC9A2}"/>
                </a:ext>
              </a:extLst>
            </p:cNvPr>
            <p:cNvSpPr>
              <a:spLocks noChangeArrowheads="1"/>
            </p:cNvSpPr>
            <p:nvPr/>
          </p:nvSpPr>
          <p:spPr bwMode="auto">
            <a:xfrm>
              <a:off x="3618" y="550"/>
              <a:ext cx="101"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78" name="Rectangle 50">
              <a:extLst>
                <a:ext uri="{FF2B5EF4-FFF2-40B4-BE49-F238E27FC236}">
                  <a16:creationId xmlns:a16="http://schemas.microsoft.com/office/drawing/2014/main" id="{E8083E00-1B22-43A2-8903-3F859269B95F}"/>
                </a:ext>
              </a:extLst>
            </p:cNvPr>
            <p:cNvSpPr>
              <a:spLocks noChangeArrowheads="1"/>
            </p:cNvSpPr>
            <p:nvPr/>
          </p:nvSpPr>
          <p:spPr bwMode="auto">
            <a:xfrm>
              <a:off x="3697" y="603"/>
              <a:ext cx="60"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79" name="Rectangle 51">
              <a:extLst>
                <a:ext uri="{FF2B5EF4-FFF2-40B4-BE49-F238E27FC236}">
                  <a16:creationId xmlns:a16="http://schemas.microsoft.com/office/drawing/2014/main" id="{B49FFD7E-C691-4553-9599-D6016D01AF25}"/>
                </a:ext>
              </a:extLst>
            </p:cNvPr>
            <p:cNvSpPr>
              <a:spLocks noChangeArrowheads="1"/>
            </p:cNvSpPr>
            <p:nvPr/>
          </p:nvSpPr>
          <p:spPr bwMode="auto">
            <a:xfrm>
              <a:off x="2685" y="1300"/>
              <a:ext cx="607" cy="1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Helvetica" panose="020B0604020202020204" pitchFamily="34" charset="0"/>
                  <a:ea typeface="MS PGothic" panose="020B0600070205080204" pitchFamily="34" charset="-128"/>
                  <a:cs typeface="+mn-cs"/>
                </a:rPr>
                <a:t>(a) Circuit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80" name="Rectangle 52">
              <a:extLst>
                <a:ext uri="{FF2B5EF4-FFF2-40B4-BE49-F238E27FC236}">
                  <a16:creationId xmlns:a16="http://schemas.microsoft.com/office/drawing/2014/main" id="{0AB23043-A8BE-4E46-85A3-0B3C421694A9}"/>
                </a:ext>
              </a:extLst>
            </p:cNvPr>
            <p:cNvSpPr>
              <a:spLocks noChangeArrowheads="1"/>
            </p:cNvSpPr>
            <p:nvPr/>
          </p:nvSpPr>
          <p:spPr bwMode="auto">
            <a:xfrm>
              <a:off x="809" y="1756"/>
              <a:ext cx="341"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81" name="Rectangle 53">
              <a:extLst>
                <a:ext uri="{FF2B5EF4-FFF2-40B4-BE49-F238E27FC236}">
                  <a16:creationId xmlns:a16="http://schemas.microsoft.com/office/drawing/2014/main" id="{84EEE954-0FF1-4BF7-81D1-A1A93470D41B}"/>
                </a:ext>
              </a:extLst>
            </p:cNvPr>
            <p:cNvSpPr>
              <a:spLocks noChangeArrowheads="1"/>
            </p:cNvSpPr>
            <p:nvPr/>
          </p:nvSpPr>
          <p:spPr bwMode="auto">
            <a:xfrm>
              <a:off x="927" y="2066"/>
              <a:ext cx="153"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82" name="Rectangle 54">
              <a:extLst>
                <a:ext uri="{FF2B5EF4-FFF2-40B4-BE49-F238E27FC236}">
                  <a16:creationId xmlns:a16="http://schemas.microsoft.com/office/drawing/2014/main" id="{09603E1B-9993-4055-912A-7A4A73BDAE45}"/>
                </a:ext>
              </a:extLst>
            </p:cNvPr>
            <p:cNvSpPr>
              <a:spLocks noChangeArrowheads="1"/>
            </p:cNvSpPr>
            <p:nvPr/>
          </p:nvSpPr>
          <p:spPr bwMode="auto">
            <a:xfrm>
              <a:off x="1006" y="2118"/>
              <a:ext cx="102" cy="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83" name="Rectangle 55">
              <a:extLst>
                <a:ext uri="{FF2B5EF4-FFF2-40B4-BE49-F238E27FC236}">
                  <a16:creationId xmlns:a16="http://schemas.microsoft.com/office/drawing/2014/main" id="{47CF6C3B-5935-4516-BC5C-363EB441B7BB}"/>
                </a:ext>
              </a:extLst>
            </p:cNvPr>
            <p:cNvSpPr>
              <a:spLocks noChangeArrowheads="1"/>
            </p:cNvSpPr>
            <p:nvPr/>
          </p:nvSpPr>
          <p:spPr bwMode="auto">
            <a:xfrm>
              <a:off x="927" y="2395"/>
              <a:ext cx="153"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84" name="Rectangle 56">
              <a:extLst>
                <a:ext uri="{FF2B5EF4-FFF2-40B4-BE49-F238E27FC236}">
                  <a16:creationId xmlns:a16="http://schemas.microsoft.com/office/drawing/2014/main" id="{20E9B087-13AB-4D69-8A5F-6F2E68D089CB}"/>
                </a:ext>
              </a:extLst>
            </p:cNvPr>
            <p:cNvSpPr>
              <a:spLocks noChangeArrowheads="1"/>
            </p:cNvSpPr>
            <p:nvPr/>
          </p:nvSpPr>
          <p:spPr bwMode="auto">
            <a:xfrm>
              <a:off x="1006" y="2447"/>
              <a:ext cx="102" cy="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85" name="Rectangle 57">
              <a:extLst>
                <a:ext uri="{FF2B5EF4-FFF2-40B4-BE49-F238E27FC236}">
                  <a16:creationId xmlns:a16="http://schemas.microsoft.com/office/drawing/2014/main" id="{044D7DBA-D557-4C75-A738-7D6F63257205}"/>
                </a:ext>
              </a:extLst>
            </p:cNvPr>
            <p:cNvSpPr>
              <a:spLocks noChangeArrowheads="1"/>
            </p:cNvSpPr>
            <p:nvPr/>
          </p:nvSpPr>
          <p:spPr bwMode="auto">
            <a:xfrm>
              <a:off x="927" y="2723"/>
              <a:ext cx="153"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86" name="Rectangle 58">
              <a:extLst>
                <a:ext uri="{FF2B5EF4-FFF2-40B4-BE49-F238E27FC236}">
                  <a16:creationId xmlns:a16="http://schemas.microsoft.com/office/drawing/2014/main" id="{F19BA22D-6800-49C2-8289-4B46DE0857E9}"/>
                </a:ext>
              </a:extLst>
            </p:cNvPr>
            <p:cNvSpPr>
              <a:spLocks noChangeArrowheads="1"/>
            </p:cNvSpPr>
            <p:nvPr/>
          </p:nvSpPr>
          <p:spPr bwMode="auto">
            <a:xfrm>
              <a:off x="1006" y="2776"/>
              <a:ext cx="102" cy="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87" name="Rectangle 59">
              <a:extLst>
                <a:ext uri="{FF2B5EF4-FFF2-40B4-BE49-F238E27FC236}">
                  <a16:creationId xmlns:a16="http://schemas.microsoft.com/office/drawing/2014/main" id="{603C96FB-FD2B-423A-8565-85D92BF3F590}"/>
                </a:ext>
              </a:extLst>
            </p:cNvPr>
            <p:cNvSpPr>
              <a:spLocks noChangeArrowheads="1"/>
            </p:cNvSpPr>
            <p:nvPr/>
          </p:nvSpPr>
          <p:spPr bwMode="auto">
            <a:xfrm>
              <a:off x="803" y="3354"/>
              <a:ext cx="347"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Count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88" name="Rectangle 60">
              <a:extLst>
                <a:ext uri="{FF2B5EF4-FFF2-40B4-BE49-F238E27FC236}">
                  <a16:creationId xmlns:a16="http://schemas.microsoft.com/office/drawing/2014/main" id="{0C4BB5E6-2B41-4F9F-94B1-555CC32A86FE}"/>
                </a:ext>
              </a:extLst>
            </p:cNvPr>
            <p:cNvSpPr>
              <a:spLocks noChangeArrowheads="1"/>
            </p:cNvSpPr>
            <p:nvPr/>
          </p:nvSpPr>
          <p:spPr bwMode="auto">
            <a:xfrm>
              <a:off x="1145" y="3354"/>
              <a:ext cx="129"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89" name="Rectangle 61">
              <a:extLst>
                <a:ext uri="{FF2B5EF4-FFF2-40B4-BE49-F238E27FC236}">
                  <a16:creationId xmlns:a16="http://schemas.microsoft.com/office/drawing/2014/main" id="{C32A648C-497C-46B3-9952-39A966DCD209}"/>
                </a:ext>
              </a:extLst>
            </p:cNvPr>
            <p:cNvSpPr>
              <a:spLocks noChangeArrowheads="1"/>
            </p:cNvSpPr>
            <p:nvPr/>
          </p:nvSpPr>
          <p:spPr bwMode="auto">
            <a:xfrm>
              <a:off x="1365" y="3354"/>
              <a:ext cx="129"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90" name="Rectangle 62">
              <a:extLst>
                <a:ext uri="{FF2B5EF4-FFF2-40B4-BE49-F238E27FC236}">
                  <a16:creationId xmlns:a16="http://schemas.microsoft.com/office/drawing/2014/main" id="{C0D88547-0E56-4988-A27C-BF451124F334}"/>
                </a:ext>
              </a:extLst>
            </p:cNvPr>
            <p:cNvSpPr>
              <a:spLocks noChangeArrowheads="1"/>
            </p:cNvSpPr>
            <p:nvPr/>
          </p:nvSpPr>
          <p:spPr bwMode="auto">
            <a:xfrm>
              <a:off x="1580" y="3354"/>
              <a:ext cx="129"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91" name="Rectangle 63">
              <a:extLst>
                <a:ext uri="{FF2B5EF4-FFF2-40B4-BE49-F238E27FC236}">
                  <a16:creationId xmlns:a16="http://schemas.microsoft.com/office/drawing/2014/main" id="{D94E47E2-2241-423F-8575-82ED93C8F3F3}"/>
                </a:ext>
              </a:extLst>
            </p:cNvPr>
            <p:cNvSpPr>
              <a:spLocks noChangeArrowheads="1"/>
            </p:cNvSpPr>
            <p:nvPr/>
          </p:nvSpPr>
          <p:spPr bwMode="auto">
            <a:xfrm>
              <a:off x="1790" y="3354"/>
              <a:ext cx="129"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3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92" name="Rectangle 64">
              <a:extLst>
                <a:ext uri="{FF2B5EF4-FFF2-40B4-BE49-F238E27FC236}">
                  <a16:creationId xmlns:a16="http://schemas.microsoft.com/office/drawing/2014/main" id="{0137D35C-8246-4EAB-9021-80CD35A77ED5}"/>
                </a:ext>
              </a:extLst>
            </p:cNvPr>
            <p:cNvSpPr>
              <a:spLocks noChangeArrowheads="1"/>
            </p:cNvSpPr>
            <p:nvPr/>
          </p:nvSpPr>
          <p:spPr bwMode="auto">
            <a:xfrm>
              <a:off x="2226" y="3354"/>
              <a:ext cx="129"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5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93" name="Rectangle 65">
              <a:extLst>
                <a:ext uri="{FF2B5EF4-FFF2-40B4-BE49-F238E27FC236}">
                  <a16:creationId xmlns:a16="http://schemas.microsoft.com/office/drawing/2014/main" id="{2C7058E4-BA8C-490C-88B3-6F2B56DB76C4}"/>
                </a:ext>
              </a:extLst>
            </p:cNvPr>
            <p:cNvSpPr>
              <a:spLocks noChangeArrowheads="1"/>
            </p:cNvSpPr>
            <p:nvPr/>
          </p:nvSpPr>
          <p:spPr bwMode="auto">
            <a:xfrm>
              <a:off x="3104" y="3354"/>
              <a:ext cx="129"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9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94" name="Rectangle 66">
              <a:extLst>
                <a:ext uri="{FF2B5EF4-FFF2-40B4-BE49-F238E27FC236}">
                  <a16:creationId xmlns:a16="http://schemas.microsoft.com/office/drawing/2014/main" id="{E18F4856-D59E-4A80-8AE7-BC36A0EC1E83}"/>
                </a:ext>
              </a:extLst>
            </p:cNvPr>
            <p:cNvSpPr>
              <a:spLocks noChangeArrowheads="1"/>
            </p:cNvSpPr>
            <p:nvPr/>
          </p:nvSpPr>
          <p:spPr bwMode="auto">
            <a:xfrm>
              <a:off x="3735" y="3354"/>
              <a:ext cx="157"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95" name="Rectangle 67">
              <a:extLst>
                <a:ext uri="{FF2B5EF4-FFF2-40B4-BE49-F238E27FC236}">
                  <a16:creationId xmlns:a16="http://schemas.microsoft.com/office/drawing/2014/main" id="{3E2D953E-172F-494E-9C53-08A54554BF1F}"/>
                </a:ext>
              </a:extLst>
            </p:cNvPr>
            <p:cNvSpPr>
              <a:spLocks noChangeArrowheads="1"/>
            </p:cNvSpPr>
            <p:nvPr/>
          </p:nvSpPr>
          <p:spPr bwMode="auto">
            <a:xfrm>
              <a:off x="4171" y="3354"/>
              <a:ext cx="157"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14</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96" name="Rectangle 68">
              <a:extLst>
                <a:ext uri="{FF2B5EF4-FFF2-40B4-BE49-F238E27FC236}">
                  <a16:creationId xmlns:a16="http://schemas.microsoft.com/office/drawing/2014/main" id="{DB5A521F-4DF2-43AB-B58D-B97FD01EC765}"/>
                </a:ext>
              </a:extLst>
            </p:cNvPr>
            <p:cNvSpPr>
              <a:spLocks noChangeArrowheads="1"/>
            </p:cNvSpPr>
            <p:nvPr/>
          </p:nvSpPr>
          <p:spPr bwMode="auto">
            <a:xfrm>
              <a:off x="4632" y="3354"/>
              <a:ext cx="129"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97" name="Rectangle 69">
              <a:extLst>
                <a:ext uri="{FF2B5EF4-FFF2-40B4-BE49-F238E27FC236}">
                  <a16:creationId xmlns:a16="http://schemas.microsoft.com/office/drawing/2014/main" id="{DD3EB8A0-A0A8-4E85-A002-9393B1E259F8}"/>
                </a:ext>
              </a:extLst>
            </p:cNvPr>
            <p:cNvSpPr>
              <a:spLocks noChangeArrowheads="1"/>
            </p:cNvSpPr>
            <p:nvPr/>
          </p:nvSpPr>
          <p:spPr bwMode="auto">
            <a:xfrm>
              <a:off x="4364" y="356"/>
              <a:ext cx="371" cy="592"/>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98" name="Rectangle 70">
              <a:extLst>
                <a:ext uri="{FF2B5EF4-FFF2-40B4-BE49-F238E27FC236}">
                  <a16:creationId xmlns:a16="http://schemas.microsoft.com/office/drawing/2014/main" id="{3F4EF45E-433C-4805-978A-F8333D20AE7B}"/>
                </a:ext>
              </a:extLst>
            </p:cNvPr>
            <p:cNvSpPr>
              <a:spLocks noChangeArrowheads="1"/>
            </p:cNvSpPr>
            <p:nvPr/>
          </p:nvSpPr>
          <p:spPr bwMode="auto">
            <a:xfrm>
              <a:off x="2401" y="3685"/>
              <a:ext cx="1060" cy="1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Helvetica" panose="020B0604020202020204" pitchFamily="34" charset="0"/>
                  <a:ea typeface="MS PGothic" panose="020B0600070205080204" pitchFamily="34" charset="-128"/>
                  <a:cs typeface="+mn-cs"/>
                </a:rPr>
                <a:t>(b) Timing diagram</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99" name="Rectangle 71">
              <a:extLst>
                <a:ext uri="{FF2B5EF4-FFF2-40B4-BE49-F238E27FC236}">
                  <a16:creationId xmlns:a16="http://schemas.microsoft.com/office/drawing/2014/main" id="{063EB530-D5E6-4D0E-8BA0-45082EE0E0E0}"/>
                </a:ext>
              </a:extLst>
            </p:cNvPr>
            <p:cNvSpPr>
              <a:spLocks noChangeArrowheads="1"/>
            </p:cNvSpPr>
            <p:nvPr/>
          </p:nvSpPr>
          <p:spPr bwMode="auto">
            <a:xfrm>
              <a:off x="4401" y="454"/>
              <a:ext cx="90"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00" name="Rectangle 72">
              <a:extLst>
                <a:ext uri="{FF2B5EF4-FFF2-40B4-BE49-F238E27FC236}">
                  <a16:creationId xmlns:a16="http://schemas.microsoft.com/office/drawing/2014/main" id="{85E5E194-247A-42CA-8FCD-AA8A1E883F0B}"/>
                </a:ext>
              </a:extLst>
            </p:cNvPr>
            <p:cNvSpPr>
              <a:spLocks noChangeArrowheads="1"/>
            </p:cNvSpPr>
            <p:nvPr/>
          </p:nvSpPr>
          <p:spPr bwMode="auto">
            <a:xfrm>
              <a:off x="4618" y="450"/>
              <a:ext cx="101"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01" name="Line 73">
              <a:extLst>
                <a:ext uri="{FF2B5EF4-FFF2-40B4-BE49-F238E27FC236}">
                  <a16:creationId xmlns:a16="http://schemas.microsoft.com/office/drawing/2014/main" id="{7A4E2167-8957-4209-9761-B78D839E57E6}"/>
                </a:ext>
              </a:extLst>
            </p:cNvPr>
            <p:cNvSpPr>
              <a:spLocks noChangeShapeType="1"/>
            </p:cNvSpPr>
            <p:nvPr/>
          </p:nvSpPr>
          <p:spPr bwMode="auto">
            <a:xfrm flipH="1">
              <a:off x="4619" y="739"/>
              <a:ext cx="58" cy="1"/>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02" name="Freeform 74">
              <a:extLst>
                <a:ext uri="{FF2B5EF4-FFF2-40B4-BE49-F238E27FC236}">
                  <a16:creationId xmlns:a16="http://schemas.microsoft.com/office/drawing/2014/main" id="{14B93FF4-D3D4-4ACF-A297-4D22AAA99568}"/>
                </a:ext>
              </a:extLst>
            </p:cNvPr>
            <p:cNvSpPr>
              <a:spLocks/>
            </p:cNvSpPr>
            <p:nvPr/>
          </p:nvSpPr>
          <p:spPr bwMode="auto">
            <a:xfrm>
              <a:off x="4364" y="763"/>
              <a:ext cx="69" cy="81"/>
            </a:xfrm>
            <a:custGeom>
              <a:avLst/>
              <a:gdLst>
                <a:gd name="T0" fmla="*/ 0 w 139"/>
                <a:gd name="T1" fmla="*/ 0 h 163"/>
                <a:gd name="T2" fmla="*/ 0 w 139"/>
                <a:gd name="T3" fmla="*/ 0 h 163"/>
                <a:gd name="T4" fmla="*/ 0 w 139"/>
                <a:gd name="T5" fmla="*/ 0 h 163"/>
                <a:gd name="T6" fmla="*/ 0 60000 65536"/>
                <a:gd name="T7" fmla="*/ 0 60000 65536"/>
                <a:gd name="T8" fmla="*/ 0 60000 65536"/>
                <a:gd name="T9" fmla="*/ 0 w 139"/>
                <a:gd name="T10" fmla="*/ 0 h 163"/>
                <a:gd name="T11" fmla="*/ 139 w 139"/>
                <a:gd name="T12" fmla="*/ 163 h 163"/>
              </a:gdLst>
              <a:ahLst/>
              <a:cxnLst>
                <a:cxn ang="T6">
                  <a:pos x="T0" y="T1"/>
                </a:cxn>
                <a:cxn ang="T7">
                  <a:pos x="T2" y="T3"/>
                </a:cxn>
                <a:cxn ang="T8">
                  <a:pos x="T4" y="T5"/>
                </a:cxn>
              </a:cxnLst>
              <a:rect l="T9" t="T10" r="T11" b="T12"/>
              <a:pathLst>
                <a:path w="139" h="163">
                  <a:moveTo>
                    <a:pt x="0" y="163"/>
                  </a:moveTo>
                  <a:lnTo>
                    <a:pt x="139" y="93"/>
                  </a:lnTo>
                  <a:lnTo>
                    <a:pt x="0" y="0"/>
                  </a:lnTo>
                </a:path>
              </a:pathLst>
            </a:custGeom>
            <a:noFill/>
            <a:ln w="1746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03" name="Line 78">
              <a:extLst>
                <a:ext uri="{FF2B5EF4-FFF2-40B4-BE49-F238E27FC236}">
                  <a16:creationId xmlns:a16="http://schemas.microsoft.com/office/drawing/2014/main" id="{D2EC43DC-1EFD-4AEB-9FDF-813FFFCCBD8C}"/>
                </a:ext>
              </a:extLst>
            </p:cNvPr>
            <p:cNvSpPr>
              <a:spLocks noChangeShapeType="1"/>
            </p:cNvSpPr>
            <p:nvPr/>
          </p:nvSpPr>
          <p:spPr bwMode="auto">
            <a:xfrm flipH="1">
              <a:off x="2554" y="356"/>
              <a:ext cx="70" cy="1"/>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04" name="Line 79">
              <a:extLst>
                <a:ext uri="{FF2B5EF4-FFF2-40B4-BE49-F238E27FC236}">
                  <a16:creationId xmlns:a16="http://schemas.microsoft.com/office/drawing/2014/main" id="{2F91F304-57D2-481C-B812-AA90C05D214D}"/>
                </a:ext>
              </a:extLst>
            </p:cNvPr>
            <p:cNvSpPr>
              <a:spLocks noChangeShapeType="1"/>
            </p:cNvSpPr>
            <p:nvPr/>
          </p:nvSpPr>
          <p:spPr bwMode="auto">
            <a:xfrm flipH="1">
              <a:off x="2554" y="507"/>
              <a:ext cx="70" cy="1"/>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05" name="Line 80">
              <a:extLst>
                <a:ext uri="{FF2B5EF4-FFF2-40B4-BE49-F238E27FC236}">
                  <a16:creationId xmlns:a16="http://schemas.microsoft.com/office/drawing/2014/main" id="{4384B3B6-754D-4524-BB2D-52906E001251}"/>
                </a:ext>
              </a:extLst>
            </p:cNvPr>
            <p:cNvSpPr>
              <a:spLocks noChangeShapeType="1"/>
            </p:cNvSpPr>
            <p:nvPr/>
          </p:nvSpPr>
          <p:spPr bwMode="auto">
            <a:xfrm flipH="1">
              <a:off x="4074" y="438"/>
              <a:ext cx="104" cy="1"/>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06" name="Line 84">
              <a:extLst>
                <a:ext uri="{FF2B5EF4-FFF2-40B4-BE49-F238E27FC236}">
                  <a16:creationId xmlns:a16="http://schemas.microsoft.com/office/drawing/2014/main" id="{210CEE17-1029-4410-97F3-21F9ED373B97}"/>
                </a:ext>
              </a:extLst>
            </p:cNvPr>
            <p:cNvSpPr>
              <a:spLocks noChangeShapeType="1"/>
            </p:cNvSpPr>
            <p:nvPr/>
          </p:nvSpPr>
          <p:spPr bwMode="auto">
            <a:xfrm flipH="1">
              <a:off x="3737" y="356"/>
              <a:ext cx="70" cy="1"/>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07" name="Line 85">
              <a:extLst>
                <a:ext uri="{FF2B5EF4-FFF2-40B4-BE49-F238E27FC236}">
                  <a16:creationId xmlns:a16="http://schemas.microsoft.com/office/drawing/2014/main" id="{ADE28944-0DDE-4219-833C-F499CE5F3297}"/>
                </a:ext>
              </a:extLst>
            </p:cNvPr>
            <p:cNvSpPr>
              <a:spLocks noChangeShapeType="1"/>
            </p:cNvSpPr>
            <p:nvPr/>
          </p:nvSpPr>
          <p:spPr bwMode="auto">
            <a:xfrm flipH="1">
              <a:off x="3737" y="507"/>
              <a:ext cx="70" cy="1"/>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08" name="Line 86">
              <a:extLst>
                <a:ext uri="{FF2B5EF4-FFF2-40B4-BE49-F238E27FC236}">
                  <a16:creationId xmlns:a16="http://schemas.microsoft.com/office/drawing/2014/main" id="{A048EFD5-2BE3-42F0-9DF3-FF8616C73CDE}"/>
                </a:ext>
              </a:extLst>
            </p:cNvPr>
            <p:cNvSpPr>
              <a:spLocks noChangeShapeType="1"/>
            </p:cNvSpPr>
            <p:nvPr/>
          </p:nvSpPr>
          <p:spPr bwMode="auto">
            <a:xfrm>
              <a:off x="2346" y="507"/>
              <a:ext cx="221" cy="1"/>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09" name="Line 87">
              <a:extLst>
                <a:ext uri="{FF2B5EF4-FFF2-40B4-BE49-F238E27FC236}">
                  <a16:creationId xmlns:a16="http://schemas.microsoft.com/office/drawing/2014/main" id="{507AD119-B11E-4668-9384-E18482666D82}"/>
                </a:ext>
              </a:extLst>
            </p:cNvPr>
            <p:cNvSpPr>
              <a:spLocks noChangeShapeType="1"/>
            </p:cNvSpPr>
            <p:nvPr/>
          </p:nvSpPr>
          <p:spPr bwMode="auto">
            <a:xfrm flipH="1">
              <a:off x="1661" y="507"/>
              <a:ext cx="301" cy="1"/>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10" name="Line 88">
              <a:extLst>
                <a:ext uri="{FF2B5EF4-FFF2-40B4-BE49-F238E27FC236}">
                  <a16:creationId xmlns:a16="http://schemas.microsoft.com/office/drawing/2014/main" id="{81995791-9585-4808-A319-726D444F6048}"/>
                </a:ext>
              </a:extLst>
            </p:cNvPr>
            <p:cNvSpPr>
              <a:spLocks noChangeShapeType="1"/>
            </p:cNvSpPr>
            <p:nvPr/>
          </p:nvSpPr>
          <p:spPr bwMode="auto">
            <a:xfrm flipH="1">
              <a:off x="3552" y="507"/>
              <a:ext cx="185" cy="1"/>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11" name="Freeform 89">
              <a:extLst>
                <a:ext uri="{FF2B5EF4-FFF2-40B4-BE49-F238E27FC236}">
                  <a16:creationId xmlns:a16="http://schemas.microsoft.com/office/drawing/2014/main" id="{7CF5455C-8E00-447F-BDC8-A53E48465779}"/>
                </a:ext>
              </a:extLst>
            </p:cNvPr>
            <p:cNvSpPr>
              <a:spLocks/>
            </p:cNvSpPr>
            <p:nvPr/>
          </p:nvSpPr>
          <p:spPr bwMode="auto">
            <a:xfrm>
              <a:off x="1811" y="809"/>
              <a:ext cx="151" cy="290"/>
            </a:xfrm>
            <a:custGeom>
              <a:avLst/>
              <a:gdLst>
                <a:gd name="T0" fmla="*/ 0 w 301"/>
                <a:gd name="T1" fmla="*/ 1 h 580"/>
                <a:gd name="T2" fmla="*/ 0 w 301"/>
                <a:gd name="T3" fmla="*/ 0 h 580"/>
                <a:gd name="T4" fmla="*/ 1 w 301"/>
                <a:gd name="T5" fmla="*/ 0 h 580"/>
                <a:gd name="T6" fmla="*/ 0 60000 65536"/>
                <a:gd name="T7" fmla="*/ 0 60000 65536"/>
                <a:gd name="T8" fmla="*/ 0 60000 65536"/>
                <a:gd name="T9" fmla="*/ 0 w 301"/>
                <a:gd name="T10" fmla="*/ 0 h 580"/>
                <a:gd name="T11" fmla="*/ 301 w 301"/>
                <a:gd name="T12" fmla="*/ 580 h 580"/>
              </a:gdLst>
              <a:ahLst/>
              <a:cxnLst>
                <a:cxn ang="T6">
                  <a:pos x="T0" y="T1"/>
                </a:cxn>
                <a:cxn ang="T7">
                  <a:pos x="T2" y="T3"/>
                </a:cxn>
                <a:cxn ang="T8">
                  <a:pos x="T4" y="T5"/>
                </a:cxn>
              </a:cxnLst>
              <a:rect l="T9" t="T10" r="T11" b="T12"/>
              <a:pathLst>
                <a:path w="301" h="580">
                  <a:moveTo>
                    <a:pt x="0" y="580"/>
                  </a:moveTo>
                  <a:lnTo>
                    <a:pt x="0" y="0"/>
                  </a:lnTo>
                  <a:lnTo>
                    <a:pt x="301" y="0"/>
                  </a:lnTo>
                </a:path>
              </a:pathLst>
            </a:custGeom>
            <a:noFill/>
            <a:ln w="1746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12" name="Freeform 90">
              <a:extLst>
                <a:ext uri="{FF2B5EF4-FFF2-40B4-BE49-F238E27FC236}">
                  <a16:creationId xmlns:a16="http://schemas.microsoft.com/office/drawing/2014/main" id="{4570408A-ECCE-4C5F-9A92-360612C21A4A}"/>
                </a:ext>
              </a:extLst>
            </p:cNvPr>
            <p:cNvSpPr>
              <a:spLocks/>
            </p:cNvSpPr>
            <p:nvPr/>
          </p:nvSpPr>
          <p:spPr bwMode="auto">
            <a:xfrm>
              <a:off x="3030" y="809"/>
              <a:ext cx="150" cy="290"/>
            </a:xfrm>
            <a:custGeom>
              <a:avLst/>
              <a:gdLst>
                <a:gd name="T0" fmla="*/ 0 w 302"/>
                <a:gd name="T1" fmla="*/ 1 h 580"/>
                <a:gd name="T2" fmla="*/ 0 w 302"/>
                <a:gd name="T3" fmla="*/ 0 h 580"/>
                <a:gd name="T4" fmla="*/ 0 w 302"/>
                <a:gd name="T5" fmla="*/ 0 h 580"/>
                <a:gd name="T6" fmla="*/ 0 60000 65536"/>
                <a:gd name="T7" fmla="*/ 0 60000 65536"/>
                <a:gd name="T8" fmla="*/ 0 60000 65536"/>
                <a:gd name="T9" fmla="*/ 0 w 302"/>
                <a:gd name="T10" fmla="*/ 0 h 580"/>
                <a:gd name="T11" fmla="*/ 302 w 302"/>
                <a:gd name="T12" fmla="*/ 580 h 580"/>
              </a:gdLst>
              <a:ahLst/>
              <a:cxnLst>
                <a:cxn ang="T6">
                  <a:pos x="T0" y="T1"/>
                </a:cxn>
                <a:cxn ang="T7">
                  <a:pos x="T2" y="T3"/>
                </a:cxn>
                <a:cxn ang="T8">
                  <a:pos x="T4" y="T5"/>
                </a:cxn>
              </a:cxnLst>
              <a:rect l="T9" t="T10" r="T11" b="T12"/>
              <a:pathLst>
                <a:path w="302" h="580">
                  <a:moveTo>
                    <a:pt x="0" y="580"/>
                  </a:moveTo>
                  <a:lnTo>
                    <a:pt x="0" y="0"/>
                  </a:lnTo>
                  <a:lnTo>
                    <a:pt x="302" y="0"/>
                  </a:lnTo>
                </a:path>
              </a:pathLst>
            </a:custGeom>
            <a:noFill/>
            <a:ln w="1746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13" name="Freeform 91">
              <a:extLst>
                <a:ext uri="{FF2B5EF4-FFF2-40B4-BE49-F238E27FC236}">
                  <a16:creationId xmlns:a16="http://schemas.microsoft.com/office/drawing/2014/main" id="{CA0D5961-7143-4888-9A1E-974C4059442B}"/>
                </a:ext>
              </a:extLst>
            </p:cNvPr>
            <p:cNvSpPr>
              <a:spLocks/>
            </p:cNvSpPr>
            <p:nvPr/>
          </p:nvSpPr>
          <p:spPr bwMode="auto">
            <a:xfrm>
              <a:off x="4213" y="809"/>
              <a:ext cx="151" cy="290"/>
            </a:xfrm>
            <a:custGeom>
              <a:avLst/>
              <a:gdLst>
                <a:gd name="T0" fmla="*/ 0 w 302"/>
                <a:gd name="T1" fmla="*/ 1 h 580"/>
                <a:gd name="T2" fmla="*/ 0 w 302"/>
                <a:gd name="T3" fmla="*/ 0 h 580"/>
                <a:gd name="T4" fmla="*/ 1 w 302"/>
                <a:gd name="T5" fmla="*/ 0 h 580"/>
                <a:gd name="T6" fmla="*/ 0 60000 65536"/>
                <a:gd name="T7" fmla="*/ 0 60000 65536"/>
                <a:gd name="T8" fmla="*/ 0 60000 65536"/>
                <a:gd name="T9" fmla="*/ 0 w 302"/>
                <a:gd name="T10" fmla="*/ 0 h 580"/>
                <a:gd name="T11" fmla="*/ 302 w 302"/>
                <a:gd name="T12" fmla="*/ 580 h 580"/>
              </a:gdLst>
              <a:ahLst/>
              <a:cxnLst>
                <a:cxn ang="T6">
                  <a:pos x="T0" y="T1"/>
                </a:cxn>
                <a:cxn ang="T7">
                  <a:pos x="T2" y="T3"/>
                </a:cxn>
                <a:cxn ang="T8">
                  <a:pos x="T4" y="T5"/>
                </a:cxn>
              </a:cxnLst>
              <a:rect l="T9" t="T10" r="T11" b="T12"/>
              <a:pathLst>
                <a:path w="302" h="580">
                  <a:moveTo>
                    <a:pt x="0" y="580"/>
                  </a:moveTo>
                  <a:lnTo>
                    <a:pt x="0" y="0"/>
                  </a:lnTo>
                  <a:lnTo>
                    <a:pt x="302" y="0"/>
                  </a:lnTo>
                </a:path>
              </a:pathLst>
            </a:custGeom>
            <a:noFill/>
            <a:ln w="1746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14" name="Freeform 92">
              <a:extLst>
                <a:ext uri="{FF2B5EF4-FFF2-40B4-BE49-F238E27FC236}">
                  <a16:creationId xmlns:a16="http://schemas.microsoft.com/office/drawing/2014/main" id="{09594449-61B9-4424-BB27-2D7EF4B55DE4}"/>
                </a:ext>
              </a:extLst>
            </p:cNvPr>
            <p:cNvSpPr>
              <a:spLocks/>
            </p:cNvSpPr>
            <p:nvPr/>
          </p:nvSpPr>
          <p:spPr bwMode="auto">
            <a:xfrm>
              <a:off x="1150" y="809"/>
              <a:ext cx="3063" cy="290"/>
            </a:xfrm>
            <a:custGeom>
              <a:avLst/>
              <a:gdLst>
                <a:gd name="T0" fmla="*/ 0 w 6126"/>
                <a:gd name="T1" fmla="*/ 0 h 580"/>
                <a:gd name="T2" fmla="*/ 0 w 6126"/>
                <a:gd name="T3" fmla="*/ 1 h 580"/>
                <a:gd name="T4" fmla="*/ 1 w 6126"/>
                <a:gd name="T5" fmla="*/ 1 h 580"/>
                <a:gd name="T6" fmla="*/ 0 60000 65536"/>
                <a:gd name="T7" fmla="*/ 0 60000 65536"/>
                <a:gd name="T8" fmla="*/ 0 60000 65536"/>
                <a:gd name="T9" fmla="*/ 0 w 6126"/>
                <a:gd name="T10" fmla="*/ 0 h 580"/>
                <a:gd name="T11" fmla="*/ 6126 w 6126"/>
                <a:gd name="T12" fmla="*/ 580 h 580"/>
              </a:gdLst>
              <a:ahLst/>
              <a:cxnLst>
                <a:cxn ang="T6">
                  <a:pos x="T0" y="T1"/>
                </a:cxn>
                <a:cxn ang="T7">
                  <a:pos x="T2" y="T3"/>
                </a:cxn>
                <a:cxn ang="T8">
                  <a:pos x="T4" y="T5"/>
                </a:cxn>
              </a:cxnLst>
              <a:rect l="T9" t="T10" r="T11" b="T12"/>
              <a:pathLst>
                <a:path w="6126" h="580">
                  <a:moveTo>
                    <a:pt x="0" y="0"/>
                  </a:moveTo>
                  <a:lnTo>
                    <a:pt x="0" y="580"/>
                  </a:lnTo>
                  <a:lnTo>
                    <a:pt x="6126" y="580"/>
                  </a:lnTo>
                </a:path>
              </a:pathLst>
            </a:custGeom>
            <a:noFill/>
            <a:ln w="1746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15" name="Freeform 93">
              <a:extLst>
                <a:ext uri="{FF2B5EF4-FFF2-40B4-BE49-F238E27FC236}">
                  <a16:creationId xmlns:a16="http://schemas.microsoft.com/office/drawing/2014/main" id="{56473B85-912E-460E-8454-6250C14B43FB}"/>
                </a:ext>
              </a:extLst>
            </p:cNvPr>
            <p:cNvSpPr>
              <a:spLocks/>
            </p:cNvSpPr>
            <p:nvPr/>
          </p:nvSpPr>
          <p:spPr bwMode="auto">
            <a:xfrm>
              <a:off x="1811" y="217"/>
              <a:ext cx="743" cy="290"/>
            </a:xfrm>
            <a:custGeom>
              <a:avLst/>
              <a:gdLst>
                <a:gd name="T0" fmla="*/ 1 w 1485"/>
                <a:gd name="T1" fmla="*/ 0 h 581"/>
                <a:gd name="T2" fmla="*/ 1 w 1485"/>
                <a:gd name="T3" fmla="*/ 0 h 581"/>
                <a:gd name="T4" fmla="*/ 1 w 1485"/>
                <a:gd name="T5" fmla="*/ 0 h 581"/>
                <a:gd name="T6" fmla="*/ 0 w 1485"/>
                <a:gd name="T7" fmla="*/ 0 h 581"/>
                <a:gd name="T8" fmla="*/ 0 w 1485"/>
                <a:gd name="T9" fmla="*/ 0 h 581"/>
                <a:gd name="T10" fmla="*/ 0 60000 65536"/>
                <a:gd name="T11" fmla="*/ 0 60000 65536"/>
                <a:gd name="T12" fmla="*/ 0 60000 65536"/>
                <a:gd name="T13" fmla="*/ 0 60000 65536"/>
                <a:gd name="T14" fmla="*/ 0 60000 65536"/>
                <a:gd name="T15" fmla="*/ 0 w 1485"/>
                <a:gd name="T16" fmla="*/ 0 h 581"/>
                <a:gd name="T17" fmla="*/ 1485 w 1485"/>
                <a:gd name="T18" fmla="*/ 581 h 581"/>
              </a:gdLst>
              <a:ahLst/>
              <a:cxnLst>
                <a:cxn ang="T10">
                  <a:pos x="T0" y="T1"/>
                </a:cxn>
                <a:cxn ang="T11">
                  <a:pos x="T2" y="T3"/>
                </a:cxn>
                <a:cxn ang="T12">
                  <a:pos x="T4" y="T5"/>
                </a:cxn>
                <a:cxn ang="T13">
                  <a:pos x="T6" y="T7"/>
                </a:cxn>
                <a:cxn ang="T14">
                  <a:pos x="T8" y="T9"/>
                </a:cxn>
              </a:cxnLst>
              <a:rect l="T15" t="T16" r="T17" b="T18"/>
              <a:pathLst>
                <a:path w="1485" h="581">
                  <a:moveTo>
                    <a:pt x="1485" y="279"/>
                  </a:moveTo>
                  <a:lnTo>
                    <a:pt x="1322" y="279"/>
                  </a:lnTo>
                  <a:lnTo>
                    <a:pt x="1322" y="0"/>
                  </a:lnTo>
                  <a:lnTo>
                    <a:pt x="0" y="0"/>
                  </a:lnTo>
                  <a:lnTo>
                    <a:pt x="0" y="581"/>
                  </a:lnTo>
                </a:path>
              </a:pathLst>
            </a:custGeom>
            <a:noFill/>
            <a:ln w="1746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16" name="Freeform 94">
              <a:extLst>
                <a:ext uri="{FF2B5EF4-FFF2-40B4-BE49-F238E27FC236}">
                  <a16:creationId xmlns:a16="http://schemas.microsoft.com/office/drawing/2014/main" id="{34362944-C367-46DB-9627-8FC4A5DDBE26}"/>
                </a:ext>
              </a:extLst>
            </p:cNvPr>
            <p:cNvSpPr>
              <a:spLocks/>
            </p:cNvSpPr>
            <p:nvPr/>
          </p:nvSpPr>
          <p:spPr bwMode="auto">
            <a:xfrm>
              <a:off x="2995" y="217"/>
              <a:ext cx="742" cy="221"/>
            </a:xfrm>
            <a:custGeom>
              <a:avLst/>
              <a:gdLst>
                <a:gd name="T0" fmla="*/ 0 w 1485"/>
                <a:gd name="T1" fmla="*/ 1 h 441"/>
                <a:gd name="T2" fmla="*/ 0 w 1485"/>
                <a:gd name="T3" fmla="*/ 1 h 441"/>
                <a:gd name="T4" fmla="*/ 0 w 1485"/>
                <a:gd name="T5" fmla="*/ 0 h 441"/>
                <a:gd name="T6" fmla="*/ 0 w 1485"/>
                <a:gd name="T7" fmla="*/ 0 h 441"/>
                <a:gd name="T8" fmla="*/ 0 w 1485"/>
                <a:gd name="T9" fmla="*/ 1 h 441"/>
                <a:gd name="T10" fmla="*/ 0 w 1485"/>
                <a:gd name="T11" fmla="*/ 1 h 441"/>
                <a:gd name="T12" fmla="*/ 0 60000 65536"/>
                <a:gd name="T13" fmla="*/ 0 60000 65536"/>
                <a:gd name="T14" fmla="*/ 0 60000 65536"/>
                <a:gd name="T15" fmla="*/ 0 60000 65536"/>
                <a:gd name="T16" fmla="*/ 0 60000 65536"/>
                <a:gd name="T17" fmla="*/ 0 60000 65536"/>
                <a:gd name="T18" fmla="*/ 0 w 1485"/>
                <a:gd name="T19" fmla="*/ 0 h 441"/>
                <a:gd name="T20" fmla="*/ 1485 w 1485"/>
                <a:gd name="T21" fmla="*/ 441 h 441"/>
              </a:gdLst>
              <a:ahLst/>
              <a:cxnLst>
                <a:cxn ang="T12">
                  <a:pos x="T0" y="T1"/>
                </a:cxn>
                <a:cxn ang="T13">
                  <a:pos x="T2" y="T3"/>
                </a:cxn>
                <a:cxn ang="T14">
                  <a:pos x="T4" y="T5"/>
                </a:cxn>
                <a:cxn ang="T15">
                  <a:pos x="T6" y="T7"/>
                </a:cxn>
                <a:cxn ang="T16">
                  <a:pos x="T8" y="T9"/>
                </a:cxn>
                <a:cxn ang="T17">
                  <a:pos x="T10" y="T11"/>
                </a:cxn>
              </a:cxnLst>
              <a:rect l="T18" t="T19" r="T20" b="T21"/>
              <a:pathLst>
                <a:path w="1485" h="441">
                  <a:moveTo>
                    <a:pt x="1485" y="279"/>
                  </a:moveTo>
                  <a:lnTo>
                    <a:pt x="1322" y="279"/>
                  </a:lnTo>
                  <a:lnTo>
                    <a:pt x="1322" y="0"/>
                  </a:lnTo>
                  <a:lnTo>
                    <a:pt x="69" y="0"/>
                  </a:lnTo>
                  <a:lnTo>
                    <a:pt x="69" y="441"/>
                  </a:lnTo>
                  <a:lnTo>
                    <a:pt x="0" y="441"/>
                  </a:lnTo>
                </a:path>
              </a:pathLst>
            </a:custGeom>
            <a:noFill/>
            <a:ln w="1746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17" name="Freeform 95">
              <a:extLst>
                <a:ext uri="{FF2B5EF4-FFF2-40B4-BE49-F238E27FC236}">
                  <a16:creationId xmlns:a16="http://schemas.microsoft.com/office/drawing/2014/main" id="{D9A33E28-3C4A-4E24-A491-5BBAF5D867CF}"/>
                </a:ext>
              </a:extLst>
            </p:cNvPr>
            <p:cNvSpPr>
              <a:spLocks/>
            </p:cNvSpPr>
            <p:nvPr/>
          </p:nvSpPr>
          <p:spPr bwMode="auto">
            <a:xfrm>
              <a:off x="4178" y="438"/>
              <a:ext cx="186" cy="69"/>
            </a:xfrm>
            <a:custGeom>
              <a:avLst/>
              <a:gdLst>
                <a:gd name="T0" fmla="*/ 1 w 372"/>
                <a:gd name="T1" fmla="*/ 0 h 140"/>
                <a:gd name="T2" fmla="*/ 1 w 372"/>
                <a:gd name="T3" fmla="*/ 0 h 140"/>
                <a:gd name="T4" fmla="*/ 1 w 372"/>
                <a:gd name="T5" fmla="*/ 0 h 140"/>
                <a:gd name="T6" fmla="*/ 0 w 372"/>
                <a:gd name="T7" fmla="*/ 0 h 140"/>
                <a:gd name="T8" fmla="*/ 0 60000 65536"/>
                <a:gd name="T9" fmla="*/ 0 60000 65536"/>
                <a:gd name="T10" fmla="*/ 0 60000 65536"/>
                <a:gd name="T11" fmla="*/ 0 60000 65536"/>
                <a:gd name="T12" fmla="*/ 0 w 372"/>
                <a:gd name="T13" fmla="*/ 0 h 140"/>
                <a:gd name="T14" fmla="*/ 372 w 372"/>
                <a:gd name="T15" fmla="*/ 140 h 140"/>
              </a:gdLst>
              <a:ahLst/>
              <a:cxnLst>
                <a:cxn ang="T8">
                  <a:pos x="T0" y="T1"/>
                </a:cxn>
                <a:cxn ang="T9">
                  <a:pos x="T2" y="T3"/>
                </a:cxn>
                <a:cxn ang="T10">
                  <a:pos x="T4" y="T5"/>
                </a:cxn>
                <a:cxn ang="T11">
                  <a:pos x="T6" y="T7"/>
                </a:cxn>
              </a:cxnLst>
              <a:rect l="T12" t="T13" r="T14" b="T15"/>
              <a:pathLst>
                <a:path w="372" h="140">
                  <a:moveTo>
                    <a:pt x="372" y="140"/>
                  </a:moveTo>
                  <a:lnTo>
                    <a:pt x="70" y="140"/>
                  </a:lnTo>
                  <a:lnTo>
                    <a:pt x="70" y="0"/>
                  </a:lnTo>
                  <a:lnTo>
                    <a:pt x="0" y="0"/>
                  </a:lnTo>
                </a:path>
              </a:pathLst>
            </a:custGeom>
            <a:noFill/>
            <a:ln w="1746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18" name="Freeform 96">
              <a:extLst>
                <a:ext uri="{FF2B5EF4-FFF2-40B4-BE49-F238E27FC236}">
                  <a16:creationId xmlns:a16="http://schemas.microsoft.com/office/drawing/2014/main" id="{57AC9099-D4B6-4F6C-BF47-B9EA45D83C88}"/>
                </a:ext>
              </a:extLst>
            </p:cNvPr>
            <p:cNvSpPr>
              <a:spLocks/>
            </p:cNvSpPr>
            <p:nvPr/>
          </p:nvSpPr>
          <p:spPr bwMode="auto">
            <a:xfrm>
              <a:off x="3030" y="438"/>
              <a:ext cx="150" cy="69"/>
            </a:xfrm>
            <a:custGeom>
              <a:avLst/>
              <a:gdLst>
                <a:gd name="T0" fmla="*/ 0 w 302"/>
                <a:gd name="T1" fmla="*/ 0 h 140"/>
                <a:gd name="T2" fmla="*/ 0 w 302"/>
                <a:gd name="T3" fmla="*/ 0 h 140"/>
                <a:gd name="T4" fmla="*/ 0 w 302"/>
                <a:gd name="T5" fmla="*/ 0 h 140"/>
                <a:gd name="T6" fmla="*/ 0 60000 65536"/>
                <a:gd name="T7" fmla="*/ 0 60000 65536"/>
                <a:gd name="T8" fmla="*/ 0 60000 65536"/>
                <a:gd name="T9" fmla="*/ 0 w 302"/>
                <a:gd name="T10" fmla="*/ 0 h 140"/>
                <a:gd name="T11" fmla="*/ 302 w 302"/>
                <a:gd name="T12" fmla="*/ 140 h 140"/>
              </a:gdLst>
              <a:ahLst/>
              <a:cxnLst>
                <a:cxn ang="T6">
                  <a:pos x="T0" y="T1"/>
                </a:cxn>
                <a:cxn ang="T7">
                  <a:pos x="T2" y="T3"/>
                </a:cxn>
                <a:cxn ang="T8">
                  <a:pos x="T4" y="T5"/>
                </a:cxn>
              </a:cxnLst>
              <a:rect l="T9" t="T10" r="T11" b="T12"/>
              <a:pathLst>
                <a:path w="302" h="140">
                  <a:moveTo>
                    <a:pt x="302" y="140"/>
                  </a:moveTo>
                  <a:lnTo>
                    <a:pt x="0" y="140"/>
                  </a:lnTo>
                  <a:lnTo>
                    <a:pt x="0" y="0"/>
                  </a:lnTo>
                </a:path>
              </a:pathLst>
            </a:custGeom>
            <a:noFill/>
            <a:ln w="1746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19" name="Freeform 97">
              <a:extLst>
                <a:ext uri="{FF2B5EF4-FFF2-40B4-BE49-F238E27FC236}">
                  <a16:creationId xmlns:a16="http://schemas.microsoft.com/office/drawing/2014/main" id="{E816915B-7E19-4368-BFB6-E4550CEB7599}"/>
                </a:ext>
              </a:extLst>
            </p:cNvPr>
            <p:cNvSpPr>
              <a:spLocks/>
            </p:cNvSpPr>
            <p:nvPr/>
          </p:nvSpPr>
          <p:spPr bwMode="auto">
            <a:xfrm>
              <a:off x="1800" y="496"/>
              <a:ext cx="23" cy="23"/>
            </a:xfrm>
            <a:custGeom>
              <a:avLst/>
              <a:gdLst>
                <a:gd name="T0" fmla="*/ 0 w 46"/>
                <a:gd name="T1" fmla="*/ 0 h 47"/>
                <a:gd name="T2" fmla="*/ 0 w 46"/>
                <a:gd name="T3" fmla="*/ 0 h 47"/>
                <a:gd name="T4" fmla="*/ 1 w 46"/>
                <a:gd name="T5" fmla="*/ 0 h 47"/>
                <a:gd name="T6" fmla="*/ 1 w 46"/>
                <a:gd name="T7" fmla="*/ 0 h 47"/>
                <a:gd name="T8" fmla="*/ 1 w 46"/>
                <a:gd name="T9" fmla="*/ 0 h 47"/>
                <a:gd name="T10" fmla="*/ 1 w 46"/>
                <a:gd name="T11" fmla="*/ 0 h 47"/>
                <a:gd name="T12" fmla="*/ 1 w 46"/>
                <a:gd name="T13" fmla="*/ 0 h 47"/>
                <a:gd name="T14" fmla="*/ 1 w 46"/>
                <a:gd name="T15" fmla="*/ 0 h 47"/>
                <a:gd name="T16" fmla="*/ 1 w 46"/>
                <a:gd name="T17" fmla="*/ 0 h 47"/>
                <a:gd name="T18" fmla="*/ 1 w 46"/>
                <a:gd name="T19" fmla="*/ 0 h 47"/>
                <a:gd name="T20" fmla="*/ 1 w 46"/>
                <a:gd name="T21" fmla="*/ 0 h 47"/>
                <a:gd name="T22" fmla="*/ 1 w 46"/>
                <a:gd name="T23" fmla="*/ 0 h 47"/>
                <a:gd name="T24" fmla="*/ 1 w 46"/>
                <a:gd name="T25" fmla="*/ 0 h 47"/>
                <a:gd name="T26" fmla="*/ 1 w 46"/>
                <a:gd name="T27" fmla="*/ 0 h 47"/>
                <a:gd name="T28" fmla="*/ 1 w 46"/>
                <a:gd name="T29" fmla="*/ 0 h 47"/>
                <a:gd name="T30" fmla="*/ 1 w 46"/>
                <a:gd name="T31" fmla="*/ 0 h 47"/>
                <a:gd name="T32" fmla="*/ 1 w 46"/>
                <a:gd name="T33" fmla="*/ 0 h 47"/>
                <a:gd name="T34" fmla="*/ 1 w 46"/>
                <a:gd name="T35" fmla="*/ 0 h 47"/>
                <a:gd name="T36" fmla="*/ 1 w 46"/>
                <a:gd name="T37" fmla="*/ 0 h 47"/>
                <a:gd name="T38" fmla="*/ 1 w 46"/>
                <a:gd name="T39" fmla="*/ 0 h 47"/>
                <a:gd name="T40" fmla="*/ 1 w 46"/>
                <a:gd name="T41" fmla="*/ 0 h 47"/>
                <a:gd name="T42" fmla="*/ 1 w 46"/>
                <a:gd name="T43" fmla="*/ 0 h 47"/>
                <a:gd name="T44" fmla="*/ 1 w 46"/>
                <a:gd name="T45" fmla="*/ 0 h 47"/>
                <a:gd name="T46" fmla="*/ 1 w 46"/>
                <a:gd name="T47" fmla="*/ 0 h 47"/>
                <a:gd name="T48" fmla="*/ 1 w 46"/>
                <a:gd name="T49" fmla="*/ 0 h 47"/>
                <a:gd name="T50" fmla="*/ 1 w 46"/>
                <a:gd name="T51" fmla="*/ 0 h 47"/>
                <a:gd name="T52" fmla="*/ 1 w 46"/>
                <a:gd name="T53" fmla="*/ 0 h 47"/>
                <a:gd name="T54" fmla="*/ 1 w 46"/>
                <a:gd name="T55" fmla="*/ 0 h 47"/>
                <a:gd name="T56" fmla="*/ 1 w 46"/>
                <a:gd name="T57" fmla="*/ 0 h 47"/>
                <a:gd name="T58" fmla="*/ 1 w 46"/>
                <a:gd name="T59" fmla="*/ 0 h 47"/>
                <a:gd name="T60" fmla="*/ 1 w 46"/>
                <a:gd name="T61" fmla="*/ 0 h 47"/>
                <a:gd name="T62" fmla="*/ 1 w 46"/>
                <a:gd name="T63" fmla="*/ 0 h 47"/>
                <a:gd name="T64" fmla="*/ 1 w 46"/>
                <a:gd name="T65" fmla="*/ 0 h 47"/>
                <a:gd name="T66" fmla="*/ 1 w 46"/>
                <a:gd name="T67" fmla="*/ 0 h 47"/>
                <a:gd name="T68" fmla="*/ 1 w 46"/>
                <a:gd name="T69" fmla="*/ 0 h 47"/>
                <a:gd name="T70" fmla="*/ 1 w 46"/>
                <a:gd name="T71" fmla="*/ 0 h 47"/>
                <a:gd name="T72" fmla="*/ 1 w 46"/>
                <a:gd name="T73" fmla="*/ 0 h 47"/>
                <a:gd name="T74" fmla="*/ 1 w 46"/>
                <a:gd name="T75" fmla="*/ 0 h 47"/>
                <a:gd name="T76" fmla="*/ 1 w 46"/>
                <a:gd name="T77" fmla="*/ 0 h 47"/>
                <a:gd name="T78" fmla="*/ 1 w 46"/>
                <a:gd name="T79" fmla="*/ 0 h 47"/>
                <a:gd name="T80" fmla="*/ 1 w 46"/>
                <a:gd name="T81" fmla="*/ 0 h 47"/>
                <a:gd name="T82" fmla="*/ 1 w 46"/>
                <a:gd name="T83" fmla="*/ 0 h 47"/>
                <a:gd name="T84" fmla="*/ 1 w 46"/>
                <a:gd name="T85" fmla="*/ 0 h 47"/>
                <a:gd name="T86" fmla="*/ 1 w 46"/>
                <a:gd name="T87" fmla="*/ 0 h 47"/>
                <a:gd name="T88" fmla="*/ 1 w 46"/>
                <a:gd name="T89" fmla="*/ 0 h 47"/>
                <a:gd name="T90" fmla="*/ 1 w 46"/>
                <a:gd name="T91" fmla="*/ 0 h 47"/>
                <a:gd name="T92" fmla="*/ 1 w 46"/>
                <a:gd name="T93" fmla="*/ 0 h 47"/>
                <a:gd name="T94" fmla="*/ 1 w 46"/>
                <a:gd name="T95" fmla="*/ 0 h 47"/>
                <a:gd name="T96" fmla="*/ 1 w 46"/>
                <a:gd name="T97" fmla="*/ 0 h 47"/>
                <a:gd name="T98" fmla="*/ 1 w 46"/>
                <a:gd name="T99" fmla="*/ 0 h 47"/>
                <a:gd name="T100" fmla="*/ 1 w 46"/>
                <a:gd name="T101" fmla="*/ 0 h 47"/>
                <a:gd name="T102" fmla="*/ 1 w 46"/>
                <a:gd name="T103" fmla="*/ 0 h 47"/>
                <a:gd name="T104" fmla="*/ 1 w 46"/>
                <a:gd name="T105" fmla="*/ 0 h 47"/>
                <a:gd name="T106" fmla="*/ 1 w 46"/>
                <a:gd name="T107" fmla="*/ 0 h 47"/>
                <a:gd name="T108" fmla="*/ 0 w 46"/>
                <a:gd name="T109" fmla="*/ 0 h 47"/>
                <a:gd name="T110" fmla="*/ 0 w 46"/>
                <a:gd name="T111" fmla="*/ 0 h 4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6"/>
                <a:gd name="T169" fmla="*/ 0 h 47"/>
                <a:gd name="T170" fmla="*/ 46 w 46"/>
                <a:gd name="T171" fmla="*/ 47 h 4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6" h="47">
                  <a:moveTo>
                    <a:pt x="0" y="19"/>
                  </a:moveTo>
                  <a:lnTo>
                    <a:pt x="0" y="29"/>
                  </a:lnTo>
                  <a:lnTo>
                    <a:pt x="0" y="27"/>
                  </a:lnTo>
                  <a:lnTo>
                    <a:pt x="0" y="26"/>
                  </a:lnTo>
                  <a:lnTo>
                    <a:pt x="0" y="25"/>
                  </a:lnTo>
                  <a:lnTo>
                    <a:pt x="0" y="24"/>
                  </a:lnTo>
                  <a:lnTo>
                    <a:pt x="1" y="22"/>
                  </a:lnTo>
                  <a:lnTo>
                    <a:pt x="1" y="21"/>
                  </a:lnTo>
                  <a:lnTo>
                    <a:pt x="1" y="19"/>
                  </a:lnTo>
                  <a:lnTo>
                    <a:pt x="2" y="18"/>
                  </a:lnTo>
                  <a:lnTo>
                    <a:pt x="2" y="17"/>
                  </a:lnTo>
                  <a:lnTo>
                    <a:pt x="3" y="15"/>
                  </a:lnTo>
                  <a:lnTo>
                    <a:pt x="3" y="14"/>
                  </a:lnTo>
                  <a:lnTo>
                    <a:pt x="4" y="13"/>
                  </a:lnTo>
                  <a:lnTo>
                    <a:pt x="5" y="12"/>
                  </a:lnTo>
                  <a:lnTo>
                    <a:pt x="5" y="11"/>
                  </a:lnTo>
                  <a:lnTo>
                    <a:pt x="6" y="10"/>
                  </a:lnTo>
                  <a:lnTo>
                    <a:pt x="8" y="10"/>
                  </a:lnTo>
                  <a:lnTo>
                    <a:pt x="9" y="9"/>
                  </a:lnTo>
                  <a:lnTo>
                    <a:pt x="10" y="7"/>
                  </a:lnTo>
                  <a:lnTo>
                    <a:pt x="11" y="6"/>
                  </a:lnTo>
                  <a:lnTo>
                    <a:pt x="12" y="6"/>
                  </a:lnTo>
                  <a:lnTo>
                    <a:pt x="13" y="5"/>
                  </a:lnTo>
                  <a:lnTo>
                    <a:pt x="15" y="4"/>
                  </a:lnTo>
                  <a:lnTo>
                    <a:pt x="16" y="4"/>
                  </a:lnTo>
                  <a:lnTo>
                    <a:pt x="17" y="3"/>
                  </a:lnTo>
                  <a:lnTo>
                    <a:pt x="18" y="3"/>
                  </a:lnTo>
                  <a:lnTo>
                    <a:pt x="19" y="3"/>
                  </a:lnTo>
                  <a:lnTo>
                    <a:pt x="20" y="2"/>
                  </a:lnTo>
                  <a:lnTo>
                    <a:pt x="22" y="2"/>
                  </a:lnTo>
                  <a:lnTo>
                    <a:pt x="23" y="2"/>
                  </a:lnTo>
                  <a:lnTo>
                    <a:pt x="25" y="2"/>
                  </a:lnTo>
                  <a:lnTo>
                    <a:pt x="26" y="2"/>
                  </a:lnTo>
                  <a:lnTo>
                    <a:pt x="27" y="0"/>
                  </a:lnTo>
                  <a:lnTo>
                    <a:pt x="18" y="0"/>
                  </a:lnTo>
                  <a:lnTo>
                    <a:pt x="19" y="2"/>
                  </a:lnTo>
                  <a:lnTo>
                    <a:pt x="20" y="2"/>
                  </a:lnTo>
                  <a:lnTo>
                    <a:pt x="22" y="2"/>
                  </a:lnTo>
                  <a:lnTo>
                    <a:pt x="24" y="2"/>
                  </a:lnTo>
                  <a:lnTo>
                    <a:pt x="25" y="2"/>
                  </a:lnTo>
                  <a:lnTo>
                    <a:pt x="26" y="3"/>
                  </a:lnTo>
                  <a:lnTo>
                    <a:pt x="27" y="3"/>
                  </a:lnTo>
                  <a:lnTo>
                    <a:pt x="29" y="3"/>
                  </a:lnTo>
                  <a:lnTo>
                    <a:pt x="30" y="4"/>
                  </a:lnTo>
                  <a:lnTo>
                    <a:pt x="31" y="4"/>
                  </a:lnTo>
                  <a:lnTo>
                    <a:pt x="32" y="5"/>
                  </a:lnTo>
                  <a:lnTo>
                    <a:pt x="33" y="6"/>
                  </a:lnTo>
                  <a:lnTo>
                    <a:pt x="34" y="6"/>
                  </a:lnTo>
                  <a:lnTo>
                    <a:pt x="35" y="7"/>
                  </a:lnTo>
                  <a:lnTo>
                    <a:pt x="37" y="9"/>
                  </a:lnTo>
                  <a:lnTo>
                    <a:pt x="38" y="10"/>
                  </a:lnTo>
                  <a:lnTo>
                    <a:pt x="39" y="10"/>
                  </a:lnTo>
                  <a:lnTo>
                    <a:pt x="39" y="11"/>
                  </a:lnTo>
                  <a:lnTo>
                    <a:pt x="40" y="12"/>
                  </a:lnTo>
                  <a:lnTo>
                    <a:pt x="41" y="13"/>
                  </a:lnTo>
                  <a:lnTo>
                    <a:pt x="41" y="14"/>
                  </a:lnTo>
                  <a:lnTo>
                    <a:pt x="42" y="15"/>
                  </a:lnTo>
                  <a:lnTo>
                    <a:pt x="44" y="17"/>
                  </a:lnTo>
                  <a:lnTo>
                    <a:pt x="44" y="18"/>
                  </a:lnTo>
                  <a:lnTo>
                    <a:pt x="44" y="19"/>
                  </a:lnTo>
                  <a:lnTo>
                    <a:pt x="45" y="21"/>
                  </a:lnTo>
                  <a:lnTo>
                    <a:pt x="45" y="22"/>
                  </a:lnTo>
                  <a:lnTo>
                    <a:pt x="45" y="24"/>
                  </a:lnTo>
                  <a:lnTo>
                    <a:pt x="46" y="25"/>
                  </a:lnTo>
                  <a:lnTo>
                    <a:pt x="46" y="26"/>
                  </a:lnTo>
                  <a:lnTo>
                    <a:pt x="46" y="27"/>
                  </a:lnTo>
                  <a:lnTo>
                    <a:pt x="46" y="29"/>
                  </a:lnTo>
                  <a:lnTo>
                    <a:pt x="46" y="19"/>
                  </a:lnTo>
                  <a:lnTo>
                    <a:pt x="46" y="21"/>
                  </a:lnTo>
                  <a:lnTo>
                    <a:pt x="46" y="22"/>
                  </a:lnTo>
                  <a:lnTo>
                    <a:pt x="46" y="24"/>
                  </a:lnTo>
                  <a:lnTo>
                    <a:pt x="45" y="25"/>
                  </a:lnTo>
                  <a:lnTo>
                    <a:pt x="45" y="26"/>
                  </a:lnTo>
                  <a:lnTo>
                    <a:pt x="45" y="27"/>
                  </a:lnTo>
                  <a:lnTo>
                    <a:pt x="44" y="29"/>
                  </a:lnTo>
                  <a:lnTo>
                    <a:pt x="44" y="31"/>
                  </a:lnTo>
                  <a:lnTo>
                    <a:pt x="44" y="32"/>
                  </a:lnTo>
                  <a:lnTo>
                    <a:pt x="42" y="33"/>
                  </a:lnTo>
                  <a:lnTo>
                    <a:pt x="41" y="34"/>
                  </a:lnTo>
                  <a:lnTo>
                    <a:pt x="41" y="35"/>
                  </a:lnTo>
                  <a:lnTo>
                    <a:pt x="40" y="36"/>
                  </a:lnTo>
                  <a:lnTo>
                    <a:pt x="39" y="38"/>
                  </a:lnTo>
                  <a:lnTo>
                    <a:pt x="39" y="39"/>
                  </a:lnTo>
                  <a:lnTo>
                    <a:pt x="38" y="39"/>
                  </a:lnTo>
                  <a:lnTo>
                    <a:pt x="37" y="40"/>
                  </a:lnTo>
                  <a:lnTo>
                    <a:pt x="35" y="41"/>
                  </a:lnTo>
                  <a:lnTo>
                    <a:pt x="34" y="42"/>
                  </a:lnTo>
                  <a:lnTo>
                    <a:pt x="33" y="42"/>
                  </a:lnTo>
                  <a:lnTo>
                    <a:pt x="32" y="43"/>
                  </a:lnTo>
                  <a:lnTo>
                    <a:pt x="31" y="45"/>
                  </a:lnTo>
                  <a:lnTo>
                    <a:pt x="30" y="45"/>
                  </a:lnTo>
                  <a:lnTo>
                    <a:pt x="29" y="46"/>
                  </a:lnTo>
                  <a:lnTo>
                    <a:pt x="27" y="46"/>
                  </a:lnTo>
                  <a:lnTo>
                    <a:pt x="26" y="46"/>
                  </a:lnTo>
                  <a:lnTo>
                    <a:pt x="25" y="47"/>
                  </a:lnTo>
                  <a:lnTo>
                    <a:pt x="24" y="47"/>
                  </a:lnTo>
                  <a:lnTo>
                    <a:pt x="22" y="47"/>
                  </a:lnTo>
                  <a:lnTo>
                    <a:pt x="20" y="47"/>
                  </a:lnTo>
                  <a:lnTo>
                    <a:pt x="19" y="47"/>
                  </a:lnTo>
                  <a:lnTo>
                    <a:pt x="18" y="47"/>
                  </a:lnTo>
                  <a:lnTo>
                    <a:pt x="27" y="47"/>
                  </a:lnTo>
                  <a:lnTo>
                    <a:pt x="26" y="47"/>
                  </a:lnTo>
                  <a:lnTo>
                    <a:pt x="25" y="47"/>
                  </a:lnTo>
                  <a:lnTo>
                    <a:pt x="23" y="47"/>
                  </a:lnTo>
                  <a:lnTo>
                    <a:pt x="22" y="47"/>
                  </a:lnTo>
                  <a:lnTo>
                    <a:pt x="20" y="47"/>
                  </a:lnTo>
                  <a:lnTo>
                    <a:pt x="19" y="46"/>
                  </a:lnTo>
                  <a:lnTo>
                    <a:pt x="18" y="46"/>
                  </a:lnTo>
                  <a:lnTo>
                    <a:pt x="17" y="46"/>
                  </a:lnTo>
                  <a:lnTo>
                    <a:pt x="16" y="45"/>
                  </a:lnTo>
                  <a:lnTo>
                    <a:pt x="15" y="45"/>
                  </a:lnTo>
                  <a:lnTo>
                    <a:pt x="13" y="43"/>
                  </a:lnTo>
                  <a:lnTo>
                    <a:pt x="12" y="42"/>
                  </a:lnTo>
                  <a:lnTo>
                    <a:pt x="11" y="42"/>
                  </a:lnTo>
                  <a:lnTo>
                    <a:pt x="10" y="41"/>
                  </a:lnTo>
                  <a:lnTo>
                    <a:pt x="9" y="40"/>
                  </a:lnTo>
                  <a:lnTo>
                    <a:pt x="8" y="39"/>
                  </a:lnTo>
                  <a:lnTo>
                    <a:pt x="6" y="39"/>
                  </a:lnTo>
                  <a:lnTo>
                    <a:pt x="5" y="38"/>
                  </a:lnTo>
                  <a:lnTo>
                    <a:pt x="5" y="36"/>
                  </a:lnTo>
                  <a:lnTo>
                    <a:pt x="4" y="35"/>
                  </a:lnTo>
                  <a:lnTo>
                    <a:pt x="3" y="34"/>
                  </a:lnTo>
                  <a:lnTo>
                    <a:pt x="3" y="33"/>
                  </a:lnTo>
                  <a:lnTo>
                    <a:pt x="2" y="32"/>
                  </a:lnTo>
                  <a:lnTo>
                    <a:pt x="2" y="31"/>
                  </a:lnTo>
                  <a:lnTo>
                    <a:pt x="1" y="29"/>
                  </a:lnTo>
                  <a:lnTo>
                    <a:pt x="1" y="27"/>
                  </a:lnTo>
                  <a:lnTo>
                    <a:pt x="1" y="26"/>
                  </a:lnTo>
                  <a:lnTo>
                    <a:pt x="0" y="25"/>
                  </a:lnTo>
                  <a:lnTo>
                    <a:pt x="0" y="24"/>
                  </a:lnTo>
                  <a:lnTo>
                    <a:pt x="0" y="22"/>
                  </a:lnTo>
                  <a:lnTo>
                    <a:pt x="0" y="21"/>
                  </a:lnTo>
                  <a:lnTo>
                    <a:pt x="0" y="19"/>
                  </a:lnTo>
                  <a:close/>
                </a:path>
              </a:pathLst>
            </a:custGeom>
            <a:solidFill>
              <a:srgbClr val="000000"/>
            </a:solidFill>
            <a:ln w="17463">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20" name="Freeform 98">
              <a:extLst>
                <a:ext uri="{FF2B5EF4-FFF2-40B4-BE49-F238E27FC236}">
                  <a16:creationId xmlns:a16="http://schemas.microsoft.com/office/drawing/2014/main" id="{B0E37196-941B-4755-8FB8-93647D009DE3}"/>
                </a:ext>
              </a:extLst>
            </p:cNvPr>
            <p:cNvSpPr>
              <a:spLocks/>
            </p:cNvSpPr>
            <p:nvPr/>
          </p:nvSpPr>
          <p:spPr bwMode="auto">
            <a:xfrm>
              <a:off x="3018" y="414"/>
              <a:ext cx="23" cy="35"/>
            </a:xfrm>
            <a:custGeom>
              <a:avLst/>
              <a:gdLst>
                <a:gd name="T0" fmla="*/ 0 w 46"/>
                <a:gd name="T1" fmla="*/ 1 h 70"/>
                <a:gd name="T2" fmla="*/ 0 w 46"/>
                <a:gd name="T3" fmla="*/ 1 h 70"/>
                <a:gd name="T4" fmla="*/ 1 w 46"/>
                <a:gd name="T5" fmla="*/ 1 h 70"/>
                <a:gd name="T6" fmla="*/ 1 w 46"/>
                <a:gd name="T7" fmla="*/ 1 h 70"/>
                <a:gd name="T8" fmla="*/ 1 w 46"/>
                <a:gd name="T9" fmla="*/ 1 h 70"/>
                <a:gd name="T10" fmla="*/ 1 w 46"/>
                <a:gd name="T11" fmla="*/ 1 h 70"/>
                <a:gd name="T12" fmla="*/ 1 w 46"/>
                <a:gd name="T13" fmla="*/ 1 h 70"/>
                <a:gd name="T14" fmla="*/ 1 w 46"/>
                <a:gd name="T15" fmla="*/ 1 h 70"/>
                <a:gd name="T16" fmla="*/ 1 w 46"/>
                <a:gd name="T17" fmla="*/ 1 h 70"/>
                <a:gd name="T18" fmla="*/ 1 w 46"/>
                <a:gd name="T19" fmla="*/ 1 h 70"/>
                <a:gd name="T20" fmla="*/ 1 w 46"/>
                <a:gd name="T21" fmla="*/ 1 h 70"/>
                <a:gd name="T22" fmla="*/ 1 w 46"/>
                <a:gd name="T23" fmla="*/ 0 h 70"/>
                <a:gd name="T24" fmla="*/ 1 w 46"/>
                <a:gd name="T25" fmla="*/ 1 h 70"/>
                <a:gd name="T26" fmla="*/ 1 w 46"/>
                <a:gd name="T27" fmla="*/ 1 h 70"/>
                <a:gd name="T28" fmla="*/ 1 w 46"/>
                <a:gd name="T29" fmla="*/ 1 h 70"/>
                <a:gd name="T30" fmla="*/ 1 w 46"/>
                <a:gd name="T31" fmla="*/ 1 h 70"/>
                <a:gd name="T32" fmla="*/ 1 w 46"/>
                <a:gd name="T33" fmla="*/ 1 h 70"/>
                <a:gd name="T34" fmla="*/ 1 w 46"/>
                <a:gd name="T35" fmla="*/ 1 h 70"/>
                <a:gd name="T36" fmla="*/ 1 w 46"/>
                <a:gd name="T37" fmla="*/ 1 h 70"/>
                <a:gd name="T38" fmla="*/ 1 w 46"/>
                <a:gd name="T39" fmla="*/ 1 h 70"/>
                <a:gd name="T40" fmla="*/ 1 w 46"/>
                <a:gd name="T41" fmla="*/ 1 h 70"/>
                <a:gd name="T42" fmla="*/ 1 w 46"/>
                <a:gd name="T43" fmla="*/ 1 h 70"/>
                <a:gd name="T44" fmla="*/ 1 w 46"/>
                <a:gd name="T45" fmla="*/ 1 h 70"/>
                <a:gd name="T46" fmla="*/ 1 w 46"/>
                <a:gd name="T47" fmla="*/ 1 h 70"/>
                <a:gd name="T48" fmla="*/ 1 w 46"/>
                <a:gd name="T49" fmla="*/ 1 h 70"/>
                <a:gd name="T50" fmla="*/ 1 w 46"/>
                <a:gd name="T51" fmla="*/ 1 h 70"/>
                <a:gd name="T52" fmla="*/ 1 w 46"/>
                <a:gd name="T53" fmla="*/ 1 h 70"/>
                <a:gd name="T54" fmla="*/ 1 w 46"/>
                <a:gd name="T55" fmla="*/ 1 h 70"/>
                <a:gd name="T56" fmla="*/ 1 w 46"/>
                <a:gd name="T57" fmla="*/ 1 h 70"/>
                <a:gd name="T58" fmla="*/ 1 w 46"/>
                <a:gd name="T59" fmla="*/ 1 h 70"/>
                <a:gd name="T60" fmla="*/ 1 w 46"/>
                <a:gd name="T61" fmla="*/ 1 h 70"/>
                <a:gd name="T62" fmla="*/ 1 w 46"/>
                <a:gd name="T63" fmla="*/ 1 h 70"/>
                <a:gd name="T64" fmla="*/ 1 w 46"/>
                <a:gd name="T65" fmla="*/ 1 h 70"/>
                <a:gd name="T66" fmla="*/ 1 w 46"/>
                <a:gd name="T67" fmla="*/ 1 h 70"/>
                <a:gd name="T68" fmla="*/ 1 w 46"/>
                <a:gd name="T69" fmla="*/ 1 h 70"/>
                <a:gd name="T70" fmla="*/ 1 w 46"/>
                <a:gd name="T71" fmla="*/ 1 h 70"/>
                <a:gd name="T72" fmla="*/ 1 w 46"/>
                <a:gd name="T73" fmla="*/ 1 h 70"/>
                <a:gd name="T74" fmla="*/ 1 w 46"/>
                <a:gd name="T75" fmla="*/ 1 h 70"/>
                <a:gd name="T76" fmla="*/ 1 w 46"/>
                <a:gd name="T77" fmla="*/ 1 h 70"/>
                <a:gd name="T78" fmla="*/ 1 w 46"/>
                <a:gd name="T79" fmla="*/ 1 h 70"/>
                <a:gd name="T80" fmla="*/ 1 w 46"/>
                <a:gd name="T81" fmla="*/ 1 h 70"/>
                <a:gd name="T82" fmla="*/ 1 w 46"/>
                <a:gd name="T83" fmla="*/ 1 h 70"/>
                <a:gd name="T84" fmla="*/ 1 w 46"/>
                <a:gd name="T85" fmla="*/ 1 h 70"/>
                <a:gd name="T86" fmla="*/ 1 w 46"/>
                <a:gd name="T87" fmla="*/ 1 h 70"/>
                <a:gd name="T88" fmla="*/ 1 w 46"/>
                <a:gd name="T89" fmla="*/ 1 h 70"/>
                <a:gd name="T90" fmla="*/ 1 w 46"/>
                <a:gd name="T91" fmla="*/ 1 h 70"/>
                <a:gd name="T92" fmla="*/ 1 w 46"/>
                <a:gd name="T93" fmla="*/ 1 h 70"/>
                <a:gd name="T94" fmla="*/ 1 w 46"/>
                <a:gd name="T95" fmla="*/ 1 h 70"/>
                <a:gd name="T96" fmla="*/ 1 w 46"/>
                <a:gd name="T97" fmla="*/ 1 h 70"/>
                <a:gd name="T98" fmla="*/ 1 w 46"/>
                <a:gd name="T99" fmla="*/ 1 h 70"/>
                <a:gd name="T100" fmla="*/ 1 w 46"/>
                <a:gd name="T101" fmla="*/ 1 h 70"/>
                <a:gd name="T102" fmla="*/ 1 w 46"/>
                <a:gd name="T103" fmla="*/ 1 h 70"/>
                <a:gd name="T104" fmla="*/ 1 w 46"/>
                <a:gd name="T105" fmla="*/ 1 h 70"/>
                <a:gd name="T106" fmla="*/ 1 w 46"/>
                <a:gd name="T107" fmla="*/ 1 h 70"/>
                <a:gd name="T108" fmla="*/ 0 w 46"/>
                <a:gd name="T109" fmla="*/ 1 h 70"/>
                <a:gd name="T110" fmla="*/ 0 w 46"/>
                <a:gd name="T111" fmla="*/ 1 h 7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6"/>
                <a:gd name="T169" fmla="*/ 0 h 70"/>
                <a:gd name="T170" fmla="*/ 46 w 46"/>
                <a:gd name="T171" fmla="*/ 70 h 7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6" h="70">
                  <a:moveTo>
                    <a:pt x="0" y="42"/>
                  </a:moveTo>
                  <a:lnTo>
                    <a:pt x="0" y="29"/>
                  </a:lnTo>
                  <a:lnTo>
                    <a:pt x="0" y="27"/>
                  </a:lnTo>
                  <a:lnTo>
                    <a:pt x="0" y="25"/>
                  </a:lnTo>
                  <a:lnTo>
                    <a:pt x="0" y="24"/>
                  </a:lnTo>
                  <a:lnTo>
                    <a:pt x="0" y="23"/>
                  </a:lnTo>
                  <a:lnTo>
                    <a:pt x="1" y="22"/>
                  </a:lnTo>
                  <a:lnTo>
                    <a:pt x="1" y="21"/>
                  </a:lnTo>
                  <a:lnTo>
                    <a:pt x="1" y="19"/>
                  </a:lnTo>
                  <a:lnTo>
                    <a:pt x="2" y="17"/>
                  </a:lnTo>
                  <a:lnTo>
                    <a:pt x="2" y="16"/>
                  </a:lnTo>
                  <a:lnTo>
                    <a:pt x="3" y="15"/>
                  </a:lnTo>
                  <a:lnTo>
                    <a:pt x="3" y="14"/>
                  </a:lnTo>
                  <a:lnTo>
                    <a:pt x="5" y="13"/>
                  </a:lnTo>
                  <a:lnTo>
                    <a:pt x="6" y="12"/>
                  </a:lnTo>
                  <a:lnTo>
                    <a:pt x="6" y="10"/>
                  </a:lnTo>
                  <a:lnTo>
                    <a:pt x="7" y="9"/>
                  </a:lnTo>
                  <a:lnTo>
                    <a:pt x="8" y="9"/>
                  </a:lnTo>
                  <a:lnTo>
                    <a:pt x="9" y="8"/>
                  </a:lnTo>
                  <a:lnTo>
                    <a:pt x="10" y="7"/>
                  </a:lnTo>
                  <a:lnTo>
                    <a:pt x="12" y="6"/>
                  </a:lnTo>
                  <a:lnTo>
                    <a:pt x="13" y="6"/>
                  </a:lnTo>
                  <a:lnTo>
                    <a:pt x="14" y="5"/>
                  </a:lnTo>
                  <a:lnTo>
                    <a:pt x="15" y="3"/>
                  </a:lnTo>
                  <a:lnTo>
                    <a:pt x="16" y="3"/>
                  </a:lnTo>
                  <a:lnTo>
                    <a:pt x="17" y="2"/>
                  </a:lnTo>
                  <a:lnTo>
                    <a:pt x="19" y="2"/>
                  </a:lnTo>
                  <a:lnTo>
                    <a:pt x="20" y="2"/>
                  </a:lnTo>
                  <a:lnTo>
                    <a:pt x="21" y="1"/>
                  </a:lnTo>
                  <a:lnTo>
                    <a:pt x="22" y="1"/>
                  </a:lnTo>
                  <a:lnTo>
                    <a:pt x="23" y="1"/>
                  </a:lnTo>
                  <a:lnTo>
                    <a:pt x="26" y="1"/>
                  </a:lnTo>
                  <a:lnTo>
                    <a:pt x="27" y="1"/>
                  </a:lnTo>
                  <a:lnTo>
                    <a:pt x="28" y="0"/>
                  </a:lnTo>
                  <a:lnTo>
                    <a:pt x="19" y="0"/>
                  </a:lnTo>
                  <a:lnTo>
                    <a:pt x="20" y="1"/>
                  </a:lnTo>
                  <a:lnTo>
                    <a:pt x="21" y="1"/>
                  </a:lnTo>
                  <a:lnTo>
                    <a:pt x="22" y="1"/>
                  </a:lnTo>
                  <a:lnTo>
                    <a:pt x="24" y="1"/>
                  </a:lnTo>
                  <a:lnTo>
                    <a:pt x="26" y="1"/>
                  </a:lnTo>
                  <a:lnTo>
                    <a:pt x="27" y="2"/>
                  </a:lnTo>
                  <a:lnTo>
                    <a:pt x="28" y="2"/>
                  </a:lnTo>
                  <a:lnTo>
                    <a:pt x="29" y="2"/>
                  </a:lnTo>
                  <a:lnTo>
                    <a:pt x="30" y="3"/>
                  </a:lnTo>
                  <a:lnTo>
                    <a:pt x="31" y="3"/>
                  </a:lnTo>
                  <a:lnTo>
                    <a:pt x="32" y="5"/>
                  </a:lnTo>
                  <a:lnTo>
                    <a:pt x="34" y="6"/>
                  </a:lnTo>
                  <a:lnTo>
                    <a:pt x="35" y="6"/>
                  </a:lnTo>
                  <a:lnTo>
                    <a:pt x="36" y="7"/>
                  </a:lnTo>
                  <a:lnTo>
                    <a:pt x="37" y="8"/>
                  </a:lnTo>
                  <a:lnTo>
                    <a:pt x="38" y="9"/>
                  </a:lnTo>
                  <a:lnTo>
                    <a:pt x="39" y="9"/>
                  </a:lnTo>
                  <a:lnTo>
                    <a:pt x="39" y="10"/>
                  </a:lnTo>
                  <a:lnTo>
                    <a:pt x="41" y="12"/>
                  </a:lnTo>
                  <a:lnTo>
                    <a:pt x="42" y="13"/>
                  </a:lnTo>
                  <a:lnTo>
                    <a:pt x="42" y="14"/>
                  </a:lnTo>
                  <a:lnTo>
                    <a:pt x="43" y="15"/>
                  </a:lnTo>
                  <a:lnTo>
                    <a:pt x="43" y="16"/>
                  </a:lnTo>
                  <a:lnTo>
                    <a:pt x="44" y="17"/>
                  </a:lnTo>
                  <a:lnTo>
                    <a:pt x="44" y="19"/>
                  </a:lnTo>
                  <a:lnTo>
                    <a:pt x="45" y="21"/>
                  </a:lnTo>
                  <a:lnTo>
                    <a:pt x="45" y="22"/>
                  </a:lnTo>
                  <a:lnTo>
                    <a:pt x="45" y="23"/>
                  </a:lnTo>
                  <a:lnTo>
                    <a:pt x="46" y="24"/>
                  </a:lnTo>
                  <a:lnTo>
                    <a:pt x="46" y="25"/>
                  </a:lnTo>
                  <a:lnTo>
                    <a:pt x="46" y="27"/>
                  </a:lnTo>
                  <a:lnTo>
                    <a:pt x="46" y="29"/>
                  </a:lnTo>
                  <a:lnTo>
                    <a:pt x="46" y="42"/>
                  </a:lnTo>
                  <a:lnTo>
                    <a:pt x="46" y="44"/>
                  </a:lnTo>
                  <a:lnTo>
                    <a:pt x="46" y="45"/>
                  </a:lnTo>
                  <a:lnTo>
                    <a:pt x="46" y="46"/>
                  </a:lnTo>
                  <a:lnTo>
                    <a:pt x="45" y="48"/>
                  </a:lnTo>
                  <a:lnTo>
                    <a:pt x="45" y="49"/>
                  </a:lnTo>
                  <a:lnTo>
                    <a:pt x="45" y="50"/>
                  </a:lnTo>
                  <a:lnTo>
                    <a:pt x="44" y="52"/>
                  </a:lnTo>
                  <a:lnTo>
                    <a:pt x="44" y="53"/>
                  </a:lnTo>
                  <a:lnTo>
                    <a:pt x="43" y="55"/>
                  </a:lnTo>
                  <a:lnTo>
                    <a:pt x="43" y="56"/>
                  </a:lnTo>
                  <a:lnTo>
                    <a:pt x="42" y="57"/>
                  </a:lnTo>
                  <a:lnTo>
                    <a:pt x="42" y="58"/>
                  </a:lnTo>
                  <a:lnTo>
                    <a:pt x="41" y="59"/>
                  </a:lnTo>
                  <a:lnTo>
                    <a:pt x="39" y="60"/>
                  </a:lnTo>
                  <a:lnTo>
                    <a:pt x="39" y="61"/>
                  </a:lnTo>
                  <a:lnTo>
                    <a:pt x="38" y="61"/>
                  </a:lnTo>
                  <a:lnTo>
                    <a:pt x="37" y="63"/>
                  </a:lnTo>
                  <a:lnTo>
                    <a:pt x="36" y="64"/>
                  </a:lnTo>
                  <a:lnTo>
                    <a:pt x="35" y="65"/>
                  </a:lnTo>
                  <a:lnTo>
                    <a:pt x="34" y="65"/>
                  </a:lnTo>
                  <a:lnTo>
                    <a:pt x="32" y="66"/>
                  </a:lnTo>
                  <a:lnTo>
                    <a:pt x="31" y="67"/>
                  </a:lnTo>
                  <a:lnTo>
                    <a:pt x="30" y="67"/>
                  </a:lnTo>
                  <a:lnTo>
                    <a:pt x="29" y="68"/>
                  </a:lnTo>
                  <a:lnTo>
                    <a:pt x="28" y="68"/>
                  </a:lnTo>
                  <a:lnTo>
                    <a:pt x="27" y="68"/>
                  </a:lnTo>
                  <a:lnTo>
                    <a:pt x="26" y="70"/>
                  </a:lnTo>
                  <a:lnTo>
                    <a:pt x="24" y="70"/>
                  </a:lnTo>
                  <a:lnTo>
                    <a:pt x="22" y="70"/>
                  </a:lnTo>
                  <a:lnTo>
                    <a:pt x="21" y="70"/>
                  </a:lnTo>
                  <a:lnTo>
                    <a:pt x="20" y="70"/>
                  </a:lnTo>
                  <a:lnTo>
                    <a:pt x="19" y="70"/>
                  </a:lnTo>
                  <a:lnTo>
                    <a:pt x="28" y="70"/>
                  </a:lnTo>
                  <a:lnTo>
                    <a:pt x="27" y="70"/>
                  </a:lnTo>
                  <a:lnTo>
                    <a:pt x="26" y="70"/>
                  </a:lnTo>
                  <a:lnTo>
                    <a:pt x="23" y="70"/>
                  </a:lnTo>
                  <a:lnTo>
                    <a:pt x="22" y="70"/>
                  </a:lnTo>
                  <a:lnTo>
                    <a:pt x="21" y="70"/>
                  </a:lnTo>
                  <a:lnTo>
                    <a:pt x="20" y="68"/>
                  </a:lnTo>
                  <a:lnTo>
                    <a:pt x="19" y="68"/>
                  </a:lnTo>
                  <a:lnTo>
                    <a:pt x="17" y="68"/>
                  </a:lnTo>
                  <a:lnTo>
                    <a:pt x="16" y="67"/>
                  </a:lnTo>
                  <a:lnTo>
                    <a:pt x="15" y="67"/>
                  </a:lnTo>
                  <a:lnTo>
                    <a:pt x="14" y="66"/>
                  </a:lnTo>
                  <a:lnTo>
                    <a:pt x="13" y="65"/>
                  </a:lnTo>
                  <a:lnTo>
                    <a:pt x="12" y="65"/>
                  </a:lnTo>
                  <a:lnTo>
                    <a:pt x="10" y="64"/>
                  </a:lnTo>
                  <a:lnTo>
                    <a:pt x="9" y="63"/>
                  </a:lnTo>
                  <a:lnTo>
                    <a:pt x="8" y="61"/>
                  </a:lnTo>
                  <a:lnTo>
                    <a:pt x="7" y="61"/>
                  </a:lnTo>
                  <a:lnTo>
                    <a:pt x="6" y="60"/>
                  </a:lnTo>
                  <a:lnTo>
                    <a:pt x="6" y="59"/>
                  </a:lnTo>
                  <a:lnTo>
                    <a:pt x="5" y="58"/>
                  </a:lnTo>
                  <a:lnTo>
                    <a:pt x="3" y="57"/>
                  </a:lnTo>
                  <a:lnTo>
                    <a:pt x="3" y="56"/>
                  </a:lnTo>
                  <a:lnTo>
                    <a:pt x="2" y="55"/>
                  </a:lnTo>
                  <a:lnTo>
                    <a:pt x="2" y="53"/>
                  </a:lnTo>
                  <a:lnTo>
                    <a:pt x="1" y="52"/>
                  </a:lnTo>
                  <a:lnTo>
                    <a:pt x="1" y="50"/>
                  </a:lnTo>
                  <a:lnTo>
                    <a:pt x="1" y="49"/>
                  </a:lnTo>
                  <a:lnTo>
                    <a:pt x="0" y="48"/>
                  </a:lnTo>
                  <a:lnTo>
                    <a:pt x="0" y="46"/>
                  </a:lnTo>
                  <a:lnTo>
                    <a:pt x="0" y="45"/>
                  </a:lnTo>
                  <a:lnTo>
                    <a:pt x="0" y="44"/>
                  </a:lnTo>
                  <a:lnTo>
                    <a:pt x="0" y="42"/>
                  </a:lnTo>
                  <a:close/>
                </a:path>
              </a:pathLst>
            </a:custGeom>
            <a:solidFill>
              <a:srgbClr val="000000"/>
            </a:solidFill>
            <a:ln w="17463">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21" name="Freeform 99">
              <a:extLst>
                <a:ext uri="{FF2B5EF4-FFF2-40B4-BE49-F238E27FC236}">
                  <a16:creationId xmlns:a16="http://schemas.microsoft.com/office/drawing/2014/main" id="{E00D4AF2-6FB0-4D3E-B2C7-EA711CF56C34}"/>
                </a:ext>
              </a:extLst>
            </p:cNvPr>
            <p:cNvSpPr>
              <a:spLocks/>
            </p:cNvSpPr>
            <p:nvPr/>
          </p:nvSpPr>
          <p:spPr bwMode="auto">
            <a:xfrm>
              <a:off x="3018" y="1087"/>
              <a:ext cx="23" cy="24"/>
            </a:xfrm>
            <a:custGeom>
              <a:avLst/>
              <a:gdLst>
                <a:gd name="T0" fmla="*/ 0 w 46"/>
                <a:gd name="T1" fmla="*/ 1 h 46"/>
                <a:gd name="T2" fmla="*/ 0 w 46"/>
                <a:gd name="T3" fmla="*/ 1 h 46"/>
                <a:gd name="T4" fmla="*/ 1 w 46"/>
                <a:gd name="T5" fmla="*/ 1 h 46"/>
                <a:gd name="T6" fmla="*/ 1 w 46"/>
                <a:gd name="T7" fmla="*/ 1 h 46"/>
                <a:gd name="T8" fmla="*/ 1 w 46"/>
                <a:gd name="T9" fmla="*/ 1 h 46"/>
                <a:gd name="T10" fmla="*/ 1 w 46"/>
                <a:gd name="T11" fmla="*/ 1 h 46"/>
                <a:gd name="T12" fmla="*/ 1 w 46"/>
                <a:gd name="T13" fmla="*/ 1 h 46"/>
                <a:gd name="T14" fmla="*/ 1 w 46"/>
                <a:gd name="T15" fmla="*/ 1 h 46"/>
                <a:gd name="T16" fmla="*/ 1 w 46"/>
                <a:gd name="T17" fmla="*/ 1 h 46"/>
                <a:gd name="T18" fmla="*/ 1 w 46"/>
                <a:gd name="T19" fmla="*/ 1 h 46"/>
                <a:gd name="T20" fmla="*/ 1 w 46"/>
                <a:gd name="T21" fmla="*/ 1 h 46"/>
                <a:gd name="T22" fmla="*/ 1 w 46"/>
                <a:gd name="T23" fmla="*/ 0 h 46"/>
                <a:gd name="T24" fmla="*/ 1 w 46"/>
                <a:gd name="T25" fmla="*/ 1 h 46"/>
                <a:gd name="T26" fmla="*/ 1 w 46"/>
                <a:gd name="T27" fmla="*/ 1 h 46"/>
                <a:gd name="T28" fmla="*/ 1 w 46"/>
                <a:gd name="T29" fmla="*/ 1 h 46"/>
                <a:gd name="T30" fmla="*/ 1 w 46"/>
                <a:gd name="T31" fmla="*/ 1 h 46"/>
                <a:gd name="T32" fmla="*/ 1 w 46"/>
                <a:gd name="T33" fmla="*/ 1 h 46"/>
                <a:gd name="T34" fmla="*/ 1 w 46"/>
                <a:gd name="T35" fmla="*/ 1 h 46"/>
                <a:gd name="T36" fmla="*/ 1 w 46"/>
                <a:gd name="T37" fmla="*/ 1 h 46"/>
                <a:gd name="T38" fmla="*/ 1 w 46"/>
                <a:gd name="T39" fmla="*/ 1 h 46"/>
                <a:gd name="T40" fmla="*/ 1 w 46"/>
                <a:gd name="T41" fmla="*/ 1 h 46"/>
                <a:gd name="T42" fmla="*/ 1 w 46"/>
                <a:gd name="T43" fmla="*/ 1 h 46"/>
                <a:gd name="T44" fmla="*/ 1 w 46"/>
                <a:gd name="T45" fmla="*/ 1 h 46"/>
                <a:gd name="T46" fmla="*/ 1 w 46"/>
                <a:gd name="T47" fmla="*/ 1 h 46"/>
                <a:gd name="T48" fmla="*/ 1 w 46"/>
                <a:gd name="T49" fmla="*/ 1 h 46"/>
                <a:gd name="T50" fmla="*/ 1 w 46"/>
                <a:gd name="T51" fmla="*/ 1 h 46"/>
                <a:gd name="T52" fmla="*/ 1 w 46"/>
                <a:gd name="T53" fmla="*/ 1 h 46"/>
                <a:gd name="T54" fmla="*/ 1 w 46"/>
                <a:gd name="T55" fmla="*/ 1 h 46"/>
                <a:gd name="T56" fmla="*/ 1 w 46"/>
                <a:gd name="T57" fmla="*/ 1 h 46"/>
                <a:gd name="T58" fmla="*/ 1 w 46"/>
                <a:gd name="T59" fmla="*/ 1 h 46"/>
                <a:gd name="T60" fmla="*/ 1 w 46"/>
                <a:gd name="T61" fmla="*/ 1 h 46"/>
                <a:gd name="T62" fmla="*/ 1 w 46"/>
                <a:gd name="T63" fmla="*/ 1 h 46"/>
                <a:gd name="T64" fmla="*/ 1 w 46"/>
                <a:gd name="T65" fmla="*/ 1 h 46"/>
                <a:gd name="T66" fmla="*/ 1 w 46"/>
                <a:gd name="T67" fmla="*/ 1 h 46"/>
                <a:gd name="T68" fmla="*/ 1 w 46"/>
                <a:gd name="T69" fmla="*/ 1 h 46"/>
                <a:gd name="T70" fmla="*/ 1 w 46"/>
                <a:gd name="T71" fmla="*/ 1 h 46"/>
                <a:gd name="T72" fmla="*/ 1 w 46"/>
                <a:gd name="T73" fmla="*/ 1 h 46"/>
                <a:gd name="T74" fmla="*/ 1 w 46"/>
                <a:gd name="T75" fmla="*/ 1 h 46"/>
                <a:gd name="T76" fmla="*/ 1 w 46"/>
                <a:gd name="T77" fmla="*/ 1 h 46"/>
                <a:gd name="T78" fmla="*/ 1 w 46"/>
                <a:gd name="T79" fmla="*/ 1 h 46"/>
                <a:gd name="T80" fmla="*/ 1 w 46"/>
                <a:gd name="T81" fmla="*/ 1 h 46"/>
                <a:gd name="T82" fmla="*/ 1 w 46"/>
                <a:gd name="T83" fmla="*/ 1 h 46"/>
                <a:gd name="T84" fmla="*/ 1 w 46"/>
                <a:gd name="T85" fmla="*/ 1 h 46"/>
                <a:gd name="T86" fmla="*/ 1 w 46"/>
                <a:gd name="T87" fmla="*/ 1 h 46"/>
                <a:gd name="T88" fmla="*/ 1 w 46"/>
                <a:gd name="T89" fmla="*/ 1 h 46"/>
                <a:gd name="T90" fmla="*/ 1 w 46"/>
                <a:gd name="T91" fmla="*/ 1 h 46"/>
                <a:gd name="T92" fmla="*/ 1 w 46"/>
                <a:gd name="T93" fmla="*/ 1 h 46"/>
                <a:gd name="T94" fmla="*/ 1 w 46"/>
                <a:gd name="T95" fmla="*/ 1 h 46"/>
                <a:gd name="T96" fmla="*/ 1 w 46"/>
                <a:gd name="T97" fmla="*/ 1 h 46"/>
                <a:gd name="T98" fmla="*/ 1 w 46"/>
                <a:gd name="T99" fmla="*/ 1 h 46"/>
                <a:gd name="T100" fmla="*/ 1 w 46"/>
                <a:gd name="T101" fmla="*/ 1 h 46"/>
                <a:gd name="T102" fmla="*/ 1 w 46"/>
                <a:gd name="T103" fmla="*/ 1 h 46"/>
                <a:gd name="T104" fmla="*/ 1 w 46"/>
                <a:gd name="T105" fmla="*/ 1 h 46"/>
                <a:gd name="T106" fmla="*/ 1 w 46"/>
                <a:gd name="T107" fmla="*/ 1 h 46"/>
                <a:gd name="T108" fmla="*/ 0 w 46"/>
                <a:gd name="T109" fmla="*/ 1 h 46"/>
                <a:gd name="T110" fmla="*/ 0 w 46"/>
                <a:gd name="T111" fmla="*/ 1 h 4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6"/>
                <a:gd name="T169" fmla="*/ 0 h 46"/>
                <a:gd name="T170" fmla="*/ 46 w 46"/>
                <a:gd name="T171" fmla="*/ 46 h 4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6" h="46">
                  <a:moveTo>
                    <a:pt x="0" y="19"/>
                  </a:moveTo>
                  <a:lnTo>
                    <a:pt x="0" y="29"/>
                  </a:lnTo>
                  <a:lnTo>
                    <a:pt x="0" y="27"/>
                  </a:lnTo>
                  <a:lnTo>
                    <a:pt x="0" y="26"/>
                  </a:lnTo>
                  <a:lnTo>
                    <a:pt x="0" y="24"/>
                  </a:lnTo>
                  <a:lnTo>
                    <a:pt x="0" y="23"/>
                  </a:lnTo>
                  <a:lnTo>
                    <a:pt x="1" y="22"/>
                  </a:lnTo>
                  <a:lnTo>
                    <a:pt x="1" y="21"/>
                  </a:lnTo>
                  <a:lnTo>
                    <a:pt x="1" y="19"/>
                  </a:lnTo>
                  <a:lnTo>
                    <a:pt x="2" y="17"/>
                  </a:lnTo>
                  <a:lnTo>
                    <a:pt x="2" y="16"/>
                  </a:lnTo>
                  <a:lnTo>
                    <a:pt x="3" y="15"/>
                  </a:lnTo>
                  <a:lnTo>
                    <a:pt x="3" y="14"/>
                  </a:lnTo>
                  <a:lnTo>
                    <a:pt x="5" y="13"/>
                  </a:lnTo>
                  <a:lnTo>
                    <a:pt x="6" y="12"/>
                  </a:lnTo>
                  <a:lnTo>
                    <a:pt x="6" y="10"/>
                  </a:lnTo>
                  <a:lnTo>
                    <a:pt x="7" y="9"/>
                  </a:lnTo>
                  <a:lnTo>
                    <a:pt x="8" y="9"/>
                  </a:lnTo>
                  <a:lnTo>
                    <a:pt x="9" y="8"/>
                  </a:lnTo>
                  <a:lnTo>
                    <a:pt x="10" y="7"/>
                  </a:lnTo>
                  <a:lnTo>
                    <a:pt x="12" y="6"/>
                  </a:lnTo>
                  <a:lnTo>
                    <a:pt x="13" y="6"/>
                  </a:lnTo>
                  <a:lnTo>
                    <a:pt x="14" y="5"/>
                  </a:lnTo>
                  <a:lnTo>
                    <a:pt x="15" y="3"/>
                  </a:lnTo>
                  <a:lnTo>
                    <a:pt x="16" y="3"/>
                  </a:lnTo>
                  <a:lnTo>
                    <a:pt x="17" y="2"/>
                  </a:lnTo>
                  <a:lnTo>
                    <a:pt x="19" y="2"/>
                  </a:lnTo>
                  <a:lnTo>
                    <a:pt x="20" y="2"/>
                  </a:lnTo>
                  <a:lnTo>
                    <a:pt x="21" y="1"/>
                  </a:lnTo>
                  <a:lnTo>
                    <a:pt x="22" y="1"/>
                  </a:lnTo>
                  <a:lnTo>
                    <a:pt x="23" y="1"/>
                  </a:lnTo>
                  <a:lnTo>
                    <a:pt x="26" y="1"/>
                  </a:lnTo>
                  <a:lnTo>
                    <a:pt x="27" y="1"/>
                  </a:lnTo>
                  <a:lnTo>
                    <a:pt x="28" y="0"/>
                  </a:lnTo>
                  <a:lnTo>
                    <a:pt x="19" y="0"/>
                  </a:lnTo>
                  <a:lnTo>
                    <a:pt x="20" y="1"/>
                  </a:lnTo>
                  <a:lnTo>
                    <a:pt x="21" y="1"/>
                  </a:lnTo>
                  <a:lnTo>
                    <a:pt x="22" y="1"/>
                  </a:lnTo>
                  <a:lnTo>
                    <a:pt x="24" y="1"/>
                  </a:lnTo>
                  <a:lnTo>
                    <a:pt x="26" y="1"/>
                  </a:lnTo>
                  <a:lnTo>
                    <a:pt x="27" y="2"/>
                  </a:lnTo>
                  <a:lnTo>
                    <a:pt x="28" y="2"/>
                  </a:lnTo>
                  <a:lnTo>
                    <a:pt x="29" y="2"/>
                  </a:lnTo>
                  <a:lnTo>
                    <a:pt x="30" y="3"/>
                  </a:lnTo>
                  <a:lnTo>
                    <a:pt x="31" y="3"/>
                  </a:lnTo>
                  <a:lnTo>
                    <a:pt x="32" y="5"/>
                  </a:lnTo>
                  <a:lnTo>
                    <a:pt x="34" y="6"/>
                  </a:lnTo>
                  <a:lnTo>
                    <a:pt x="35" y="6"/>
                  </a:lnTo>
                  <a:lnTo>
                    <a:pt x="36" y="7"/>
                  </a:lnTo>
                  <a:lnTo>
                    <a:pt x="37" y="8"/>
                  </a:lnTo>
                  <a:lnTo>
                    <a:pt x="38" y="9"/>
                  </a:lnTo>
                  <a:lnTo>
                    <a:pt x="39" y="9"/>
                  </a:lnTo>
                  <a:lnTo>
                    <a:pt x="39" y="10"/>
                  </a:lnTo>
                  <a:lnTo>
                    <a:pt x="41" y="12"/>
                  </a:lnTo>
                  <a:lnTo>
                    <a:pt x="42" y="13"/>
                  </a:lnTo>
                  <a:lnTo>
                    <a:pt x="42" y="14"/>
                  </a:lnTo>
                  <a:lnTo>
                    <a:pt x="43" y="15"/>
                  </a:lnTo>
                  <a:lnTo>
                    <a:pt x="43" y="16"/>
                  </a:lnTo>
                  <a:lnTo>
                    <a:pt x="44" y="17"/>
                  </a:lnTo>
                  <a:lnTo>
                    <a:pt x="44" y="19"/>
                  </a:lnTo>
                  <a:lnTo>
                    <a:pt x="45" y="21"/>
                  </a:lnTo>
                  <a:lnTo>
                    <a:pt x="45" y="22"/>
                  </a:lnTo>
                  <a:lnTo>
                    <a:pt x="45" y="23"/>
                  </a:lnTo>
                  <a:lnTo>
                    <a:pt x="46" y="24"/>
                  </a:lnTo>
                  <a:lnTo>
                    <a:pt x="46" y="26"/>
                  </a:lnTo>
                  <a:lnTo>
                    <a:pt x="46" y="27"/>
                  </a:lnTo>
                  <a:lnTo>
                    <a:pt x="46" y="29"/>
                  </a:lnTo>
                  <a:lnTo>
                    <a:pt x="46" y="19"/>
                  </a:lnTo>
                  <a:lnTo>
                    <a:pt x="46" y="21"/>
                  </a:lnTo>
                  <a:lnTo>
                    <a:pt x="46" y="22"/>
                  </a:lnTo>
                  <a:lnTo>
                    <a:pt x="46" y="23"/>
                  </a:lnTo>
                  <a:lnTo>
                    <a:pt x="45" y="24"/>
                  </a:lnTo>
                  <a:lnTo>
                    <a:pt x="45" y="26"/>
                  </a:lnTo>
                  <a:lnTo>
                    <a:pt x="45" y="27"/>
                  </a:lnTo>
                  <a:lnTo>
                    <a:pt x="44" y="29"/>
                  </a:lnTo>
                  <a:lnTo>
                    <a:pt x="44" y="30"/>
                  </a:lnTo>
                  <a:lnTo>
                    <a:pt x="43" y="31"/>
                  </a:lnTo>
                  <a:lnTo>
                    <a:pt x="43" y="32"/>
                  </a:lnTo>
                  <a:lnTo>
                    <a:pt x="42" y="34"/>
                  </a:lnTo>
                  <a:lnTo>
                    <a:pt x="42" y="35"/>
                  </a:lnTo>
                  <a:lnTo>
                    <a:pt x="41" y="36"/>
                  </a:lnTo>
                  <a:lnTo>
                    <a:pt x="39" y="37"/>
                  </a:lnTo>
                  <a:lnTo>
                    <a:pt x="39" y="38"/>
                  </a:lnTo>
                  <a:lnTo>
                    <a:pt x="38" y="38"/>
                  </a:lnTo>
                  <a:lnTo>
                    <a:pt x="37" y="39"/>
                  </a:lnTo>
                  <a:lnTo>
                    <a:pt x="36" y="41"/>
                  </a:lnTo>
                  <a:lnTo>
                    <a:pt x="35" y="42"/>
                  </a:lnTo>
                  <a:lnTo>
                    <a:pt x="34" y="42"/>
                  </a:lnTo>
                  <a:lnTo>
                    <a:pt x="32" y="43"/>
                  </a:lnTo>
                  <a:lnTo>
                    <a:pt x="31" y="44"/>
                  </a:lnTo>
                  <a:lnTo>
                    <a:pt x="30" y="44"/>
                  </a:lnTo>
                  <a:lnTo>
                    <a:pt x="29" y="45"/>
                  </a:lnTo>
                  <a:lnTo>
                    <a:pt x="28" y="45"/>
                  </a:lnTo>
                  <a:lnTo>
                    <a:pt x="27" y="45"/>
                  </a:lnTo>
                  <a:lnTo>
                    <a:pt x="26" y="46"/>
                  </a:lnTo>
                  <a:lnTo>
                    <a:pt x="24" y="46"/>
                  </a:lnTo>
                  <a:lnTo>
                    <a:pt x="22" y="46"/>
                  </a:lnTo>
                  <a:lnTo>
                    <a:pt x="21" y="46"/>
                  </a:lnTo>
                  <a:lnTo>
                    <a:pt x="20" y="46"/>
                  </a:lnTo>
                  <a:lnTo>
                    <a:pt x="19" y="46"/>
                  </a:lnTo>
                  <a:lnTo>
                    <a:pt x="28" y="46"/>
                  </a:lnTo>
                  <a:lnTo>
                    <a:pt x="27" y="46"/>
                  </a:lnTo>
                  <a:lnTo>
                    <a:pt x="26" y="46"/>
                  </a:lnTo>
                  <a:lnTo>
                    <a:pt x="23" y="46"/>
                  </a:lnTo>
                  <a:lnTo>
                    <a:pt x="22" y="46"/>
                  </a:lnTo>
                  <a:lnTo>
                    <a:pt x="21" y="46"/>
                  </a:lnTo>
                  <a:lnTo>
                    <a:pt x="20" y="45"/>
                  </a:lnTo>
                  <a:lnTo>
                    <a:pt x="19" y="45"/>
                  </a:lnTo>
                  <a:lnTo>
                    <a:pt x="17" y="45"/>
                  </a:lnTo>
                  <a:lnTo>
                    <a:pt x="16" y="44"/>
                  </a:lnTo>
                  <a:lnTo>
                    <a:pt x="15" y="44"/>
                  </a:lnTo>
                  <a:lnTo>
                    <a:pt x="14" y="43"/>
                  </a:lnTo>
                  <a:lnTo>
                    <a:pt x="13" y="42"/>
                  </a:lnTo>
                  <a:lnTo>
                    <a:pt x="12" y="42"/>
                  </a:lnTo>
                  <a:lnTo>
                    <a:pt x="10" y="41"/>
                  </a:lnTo>
                  <a:lnTo>
                    <a:pt x="9" y="39"/>
                  </a:lnTo>
                  <a:lnTo>
                    <a:pt x="8" y="38"/>
                  </a:lnTo>
                  <a:lnTo>
                    <a:pt x="7" y="38"/>
                  </a:lnTo>
                  <a:lnTo>
                    <a:pt x="6" y="37"/>
                  </a:lnTo>
                  <a:lnTo>
                    <a:pt x="6" y="36"/>
                  </a:lnTo>
                  <a:lnTo>
                    <a:pt x="5" y="35"/>
                  </a:lnTo>
                  <a:lnTo>
                    <a:pt x="3" y="34"/>
                  </a:lnTo>
                  <a:lnTo>
                    <a:pt x="3" y="32"/>
                  </a:lnTo>
                  <a:lnTo>
                    <a:pt x="2" y="31"/>
                  </a:lnTo>
                  <a:lnTo>
                    <a:pt x="2" y="30"/>
                  </a:lnTo>
                  <a:lnTo>
                    <a:pt x="1" y="29"/>
                  </a:lnTo>
                  <a:lnTo>
                    <a:pt x="1" y="27"/>
                  </a:lnTo>
                  <a:lnTo>
                    <a:pt x="1" y="26"/>
                  </a:lnTo>
                  <a:lnTo>
                    <a:pt x="0" y="24"/>
                  </a:lnTo>
                  <a:lnTo>
                    <a:pt x="0" y="23"/>
                  </a:lnTo>
                  <a:lnTo>
                    <a:pt x="0" y="22"/>
                  </a:lnTo>
                  <a:lnTo>
                    <a:pt x="0" y="21"/>
                  </a:lnTo>
                  <a:lnTo>
                    <a:pt x="0" y="19"/>
                  </a:lnTo>
                  <a:close/>
                </a:path>
              </a:pathLst>
            </a:custGeom>
            <a:solidFill>
              <a:srgbClr val="000000"/>
            </a:solidFill>
            <a:ln w="17463">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22" name="Freeform 100">
              <a:extLst>
                <a:ext uri="{FF2B5EF4-FFF2-40B4-BE49-F238E27FC236}">
                  <a16:creationId xmlns:a16="http://schemas.microsoft.com/office/drawing/2014/main" id="{21208FA6-41B2-407B-8A66-EEE8CA202E54}"/>
                </a:ext>
              </a:extLst>
            </p:cNvPr>
            <p:cNvSpPr>
              <a:spLocks/>
            </p:cNvSpPr>
            <p:nvPr/>
          </p:nvSpPr>
          <p:spPr bwMode="auto">
            <a:xfrm>
              <a:off x="1800" y="1087"/>
              <a:ext cx="23" cy="24"/>
            </a:xfrm>
            <a:custGeom>
              <a:avLst/>
              <a:gdLst>
                <a:gd name="T0" fmla="*/ 0 w 46"/>
                <a:gd name="T1" fmla="*/ 1 h 46"/>
                <a:gd name="T2" fmla="*/ 0 w 46"/>
                <a:gd name="T3" fmla="*/ 1 h 46"/>
                <a:gd name="T4" fmla="*/ 1 w 46"/>
                <a:gd name="T5" fmla="*/ 1 h 46"/>
                <a:gd name="T6" fmla="*/ 1 w 46"/>
                <a:gd name="T7" fmla="*/ 1 h 46"/>
                <a:gd name="T8" fmla="*/ 1 w 46"/>
                <a:gd name="T9" fmla="*/ 1 h 46"/>
                <a:gd name="T10" fmla="*/ 1 w 46"/>
                <a:gd name="T11" fmla="*/ 1 h 46"/>
                <a:gd name="T12" fmla="*/ 1 w 46"/>
                <a:gd name="T13" fmla="*/ 1 h 46"/>
                <a:gd name="T14" fmla="*/ 1 w 46"/>
                <a:gd name="T15" fmla="*/ 1 h 46"/>
                <a:gd name="T16" fmla="*/ 1 w 46"/>
                <a:gd name="T17" fmla="*/ 1 h 46"/>
                <a:gd name="T18" fmla="*/ 1 w 46"/>
                <a:gd name="T19" fmla="*/ 1 h 46"/>
                <a:gd name="T20" fmla="*/ 1 w 46"/>
                <a:gd name="T21" fmla="*/ 1 h 46"/>
                <a:gd name="T22" fmla="*/ 1 w 46"/>
                <a:gd name="T23" fmla="*/ 0 h 46"/>
                <a:gd name="T24" fmla="*/ 1 w 46"/>
                <a:gd name="T25" fmla="*/ 1 h 46"/>
                <a:gd name="T26" fmla="*/ 1 w 46"/>
                <a:gd name="T27" fmla="*/ 1 h 46"/>
                <a:gd name="T28" fmla="*/ 1 w 46"/>
                <a:gd name="T29" fmla="*/ 1 h 46"/>
                <a:gd name="T30" fmla="*/ 1 w 46"/>
                <a:gd name="T31" fmla="*/ 1 h 46"/>
                <a:gd name="T32" fmla="*/ 1 w 46"/>
                <a:gd name="T33" fmla="*/ 1 h 46"/>
                <a:gd name="T34" fmla="*/ 1 w 46"/>
                <a:gd name="T35" fmla="*/ 1 h 46"/>
                <a:gd name="T36" fmla="*/ 1 w 46"/>
                <a:gd name="T37" fmla="*/ 1 h 46"/>
                <a:gd name="T38" fmla="*/ 1 w 46"/>
                <a:gd name="T39" fmla="*/ 1 h 46"/>
                <a:gd name="T40" fmla="*/ 1 w 46"/>
                <a:gd name="T41" fmla="*/ 1 h 46"/>
                <a:gd name="T42" fmla="*/ 1 w 46"/>
                <a:gd name="T43" fmla="*/ 1 h 46"/>
                <a:gd name="T44" fmla="*/ 1 w 46"/>
                <a:gd name="T45" fmla="*/ 1 h 46"/>
                <a:gd name="T46" fmla="*/ 1 w 46"/>
                <a:gd name="T47" fmla="*/ 1 h 46"/>
                <a:gd name="T48" fmla="*/ 1 w 46"/>
                <a:gd name="T49" fmla="*/ 1 h 46"/>
                <a:gd name="T50" fmla="*/ 1 w 46"/>
                <a:gd name="T51" fmla="*/ 1 h 46"/>
                <a:gd name="T52" fmla="*/ 1 w 46"/>
                <a:gd name="T53" fmla="*/ 1 h 46"/>
                <a:gd name="T54" fmla="*/ 1 w 46"/>
                <a:gd name="T55" fmla="*/ 1 h 46"/>
                <a:gd name="T56" fmla="*/ 1 w 46"/>
                <a:gd name="T57" fmla="*/ 1 h 46"/>
                <a:gd name="T58" fmla="*/ 1 w 46"/>
                <a:gd name="T59" fmla="*/ 1 h 46"/>
                <a:gd name="T60" fmla="*/ 1 w 46"/>
                <a:gd name="T61" fmla="*/ 1 h 46"/>
                <a:gd name="T62" fmla="*/ 1 w 46"/>
                <a:gd name="T63" fmla="*/ 1 h 46"/>
                <a:gd name="T64" fmla="*/ 1 w 46"/>
                <a:gd name="T65" fmla="*/ 1 h 46"/>
                <a:gd name="T66" fmla="*/ 1 w 46"/>
                <a:gd name="T67" fmla="*/ 1 h 46"/>
                <a:gd name="T68" fmla="*/ 1 w 46"/>
                <a:gd name="T69" fmla="*/ 1 h 46"/>
                <a:gd name="T70" fmla="*/ 1 w 46"/>
                <a:gd name="T71" fmla="*/ 1 h 46"/>
                <a:gd name="T72" fmla="*/ 1 w 46"/>
                <a:gd name="T73" fmla="*/ 1 h 46"/>
                <a:gd name="T74" fmla="*/ 1 w 46"/>
                <a:gd name="T75" fmla="*/ 1 h 46"/>
                <a:gd name="T76" fmla="*/ 1 w 46"/>
                <a:gd name="T77" fmla="*/ 1 h 46"/>
                <a:gd name="T78" fmla="*/ 1 w 46"/>
                <a:gd name="T79" fmla="*/ 1 h 46"/>
                <a:gd name="T80" fmla="*/ 1 w 46"/>
                <a:gd name="T81" fmla="*/ 1 h 46"/>
                <a:gd name="T82" fmla="*/ 1 w 46"/>
                <a:gd name="T83" fmla="*/ 1 h 46"/>
                <a:gd name="T84" fmla="*/ 1 w 46"/>
                <a:gd name="T85" fmla="*/ 1 h 46"/>
                <a:gd name="T86" fmla="*/ 1 w 46"/>
                <a:gd name="T87" fmla="*/ 1 h 46"/>
                <a:gd name="T88" fmla="*/ 1 w 46"/>
                <a:gd name="T89" fmla="*/ 1 h 46"/>
                <a:gd name="T90" fmla="*/ 1 w 46"/>
                <a:gd name="T91" fmla="*/ 1 h 46"/>
                <a:gd name="T92" fmla="*/ 1 w 46"/>
                <a:gd name="T93" fmla="*/ 1 h 46"/>
                <a:gd name="T94" fmla="*/ 1 w 46"/>
                <a:gd name="T95" fmla="*/ 1 h 46"/>
                <a:gd name="T96" fmla="*/ 1 w 46"/>
                <a:gd name="T97" fmla="*/ 1 h 46"/>
                <a:gd name="T98" fmla="*/ 1 w 46"/>
                <a:gd name="T99" fmla="*/ 1 h 46"/>
                <a:gd name="T100" fmla="*/ 1 w 46"/>
                <a:gd name="T101" fmla="*/ 1 h 46"/>
                <a:gd name="T102" fmla="*/ 1 w 46"/>
                <a:gd name="T103" fmla="*/ 1 h 46"/>
                <a:gd name="T104" fmla="*/ 1 w 46"/>
                <a:gd name="T105" fmla="*/ 1 h 46"/>
                <a:gd name="T106" fmla="*/ 1 w 46"/>
                <a:gd name="T107" fmla="*/ 1 h 46"/>
                <a:gd name="T108" fmla="*/ 0 w 46"/>
                <a:gd name="T109" fmla="*/ 1 h 46"/>
                <a:gd name="T110" fmla="*/ 0 w 46"/>
                <a:gd name="T111" fmla="*/ 1 h 4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6"/>
                <a:gd name="T169" fmla="*/ 0 h 46"/>
                <a:gd name="T170" fmla="*/ 46 w 46"/>
                <a:gd name="T171" fmla="*/ 46 h 4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6" h="46">
                  <a:moveTo>
                    <a:pt x="0" y="19"/>
                  </a:moveTo>
                  <a:lnTo>
                    <a:pt x="0" y="29"/>
                  </a:lnTo>
                  <a:lnTo>
                    <a:pt x="0" y="27"/>
                  </a:lnTo>
                  <a:lnTo>
                    <a:pt x="0" y="26"/>
                  </a:lnTo>
                  <a:lnTo>
                    <a:pt x="0" y="24"/>
                  </a:lnTo>
                  <a:lnTo>
                    <a:pt x="0" y="23"/>
                  </a:lnTo>
                  <a:lnTo>
                    <a:pt x="1" y="22"/>
                  </a:lnTo>
                  <a:lnTo>
                    <a:pt x="1" y="21"/>
                  </a:lnTo>
                  <a:lnTo>
                    <a:pt x="1" y="19"/>
                  </a:lnTo>
                  <a:lnTo>
                    <a:pt x="2" y="17"/>
                  </a:lnTo>
                  <a:lnTo>
                    <a:pt x="2" y="16"/>
                  </a:lnTo>
                  <a:lnTo>
                    <a:pt x="3" y="15"/>
                  </a:lnTo>
                  <a:lnTo>
                    <a:pt x="3" y="14"/>
                  </a:lnTo>
                  <a:lnTo>
                    <a:pt x="4" y="13"/>
                  </a:lnTo>
                  <a:lnTo>
                    <a:pt x="5" y="12"/>
                  </a:lnTo>
                  <a:lnTo>
                    <a:pt x="5" y="10"/>
                  </a:lnTo>
                  <a:lnTo>
                    <a:pt x="6" y="9"/>
                  </a:lnTo>
                  <a:lnTo>
                    <a:pt x="8" y="9"/>
                  </a:lnTo>
                  <a:lnTo>
                    <a:pt x="9" y="8"/>
                  </a:lnTo>
                  <a:lnTo>
                    <a:pt x="10" y="7"/>
                  </a:lnTo>
                  <a:lnTo>
                    <a:pt x="11" y="6"/>
                  </a:lnTo>
                  <a:lnTo>
                    <a:pt x="12" y="6"/>
                  </a:lnTo>
                  <a:lnTo>
                    <a:pt x="13" y="5"/>
                  </a:lnTo>
                  <a:lnTo>
                    <a:pt x="15" y="3"/>
                  </a:lnTo>
                  <a:lnTo>
                    <a:pt x="16" y="3"/>
                  </a:lnTo>
                  <a:lnTo>
                    <a:pt x="17" y="2"/>
                  </a:lnTo>
                  <a:lnTo>
                    <a:pt x="18" y="2"/>
                  </a:lnTo>
                  <a:lnTo>
                    <a:pt x="19" y="2"/>
                  </a:lnTo>
                  <a:lnTo>
                    <a:pt x="20" y="1"/>
                  </a:lnTo>
                  <a:lnTo>
                    <a:pt x="22" y="1"/>
                  </a:lnTo>
                  <a:lnTo>
                    <a:pt x="23" y="1"/>
                  </a:lnTo>
                  <a:lnTo>
                    <a:pt x="25" y="1"/>
                  </a:lnTo>
                  <a:lnTo>
                    <a:pt x="26" y="1"/>
                  </a:lnTo>
                  <a:lnTo>
                    <a:pt x="27" y="0"/>
                  </a:lnTo>
                  <a:lnTo>
                    <a:pt x="18" y="0"/>
                  </a:lnTo>
                  <a:lnTo>
                    <a:pt x="19" y="1"/>
                  </a:lnTo>
                  <a:lnTo>
                    <a:pt x="20" y="1"/>
                  </a:lnTo>
                  <a:lnTo>
                    <a:pt x="22" y="1"/>
                  </a:lnTo>
                  <a:lnTo>
                    <a:pt x="24" y="1"/>
                  </a:lnTo>
                  <a:lnTo>
                    <a:pt x="25" y="1"/>
                  </a:lnTo>
                  <a:lnTo>
                    <a:pt x="26" y="2"/>
                  </a:lnTo>
                  <a:lnTo>
                    <a:pt x="27" y="2"/>
                  </a:lnTo>
                  <a:lnTo>
                    <a:pt x="29" y="2"/>
                  </a:lnTo>
                  <a:lnTo>
                    <a:pt x="30" y="3"/>
                  </a:lnTo>
                  <a:lnTo>
                    <a:pt x="31" y="3"/>
                  </a:lnTo>
                  <a:lnTo>
                    <a:pt x="32" y="5"/>
                  </a:lnTo>
                  <a:lnTo>
                    <a:pt x="33" y="6"/>
                  </a:lnTo>
                  <a:lnTo>
                    <a:pt x="34" y="6"/>
                  </a:lnTo>
                  <a:lnTo>
                    <a:pt x="35" y="7"/>
                  </a:lnTo>
                  <a:lnTo>
                    <a:pt x="37" y="8"/>
                  </a:lnTo>
                  <a:lnTo>
                    <a:pt x="38" y="9"/>
                  </a:lnTo>
                  <a:lnTo>
                    <a:pt x="39" y="9"/>
                  </a:lnTo>
                  <a:lnTo>
                    <a:pt x="39" y="10"/>
                  </a:lnTo>
                  <a:lnTo>
                    <a:pt x="40" y="12"/>
                  </a:lnTo>
                  <a:lnTo>
                    <a:pt x="41" y="13"/>
                  </a:lnTo>
                  <a:lnTo>
                    <a:pt x="41" y="14"/>
                  </a:lnTo>
                  <a:lnTo>
                    <a:pt x="42" y="15"/>
                  </a:lnTo>
                  <a:lnTo>
                    <a:pt x="44" y="16"/>
                  </a:lnTo>
                  <a:lnTo>
                    <a:pt x="44" y="17"/>
                  </a:lnTo>
                  <a:lnTo>
                    <a:pt x="44" y="19"/>
                  </a:lnTo>
                  <a:lnTo>
                    <a:pt x="45" y="21"/>
                  </a:lnTo>
                  <a:lnTo>
                    <a:pt x="45" y="22"/>
                  </a:lnTo>
                  <a:lnTo>
                    <a:pt x="45" y="23"/>
                  </a:lnTo>
                  <a:lnTo>
                    <a:pt x="46" y="24"/>
                  </a:lnTo>
                  <a:lnTo>
                    <a:pt x="46" y="26"/>
                  </a:lnTo>
                  <a:lnTo>
                    <a:pt x="46" y="27"/>
                  </a:lnTo>
                  <a:lnTo>
                    <a:pt x="46" y="29"/>
                  </a:lnTo>
                  <a:lnTo>
                    <a:pt x="46" y="19"/>
                  </a:lnTo>
                  <a:lnTo>
                    <a:pt x="46" y="21"/>
                  </a:lnTo>
                  <a:lnTo>
                    <a:pt x="46" y="22"/>
                  </a:lnTo>
                  <a:lnTo>
                    <a:pt x="46" y="23"/>
                  </a:lnTo>
                  <a:lnTo>
                    <a:pt x="45" y="24"/>
                  </a:lnTo>
                  <a:lnTo>
                    <a:pt x="45" y="26"/>
                  </a:lnTo>
                  <a:lnTo>
                    <a:pt x="45" y="27"/>
                  </a:lnTo>
                  <a:lnTo>
                    <a:pt x="44" y="29"/>
                  </a:lnTo>
                  <a:lnTo>
                    <a:pt x="44" y="30"/>
                  </a:lnTo>
                  <a:lnTo>
                    <a:pt x="44" y="31"/>
                  </a:lnTo>
                  <a:lnTo>
                    <a:pt x="42" y="32"/>
                  </a:lnTo>
                  <a:lnTo>
                    <a:pt x="41" y="34"/>
                  </a:lnTo>
                  <a:lnTo>
                    <a:pt x="41" y="35"/>
                  </a:lnTo>
                  <a:lnTo>
                    <a:pt x="40" y="36"/>
                  </a:lnTo>
                  <a:lnTo>
                    <a:pt x="39" y="37"/>
                  </a:lnTo>
                  <a:lnTo>
                    <a:pt x="39" y="38"/>
                  </a:lnTo>
                  <a:lnTo>
                    <a:pt x="38" y="38"/>
                  </a:lnTo>
                  <a:lnTo>
                    <a:pt x="37" y="39"/>
                  </a:lnTo>
                  <a:lnTo>
                    <a:pt x="35" y="41"/>
                  </a:lnTo>
                  <a:lnTo>
                    <a:pt x="34" y="42"/>
                  </a:lnTo>
                  <a:lnTo>
                    <a:pt x="33" y="42"/>
                  </a:lnTo>
                  <a:lnTo>
                    <a:pt x="32" y="43"/>
                  </a:lnTo>
                  <a:lnTo>
                    <a:pt x="31" y="44"/>
                  </a:lnTo>
                  <a:lnTo>
                    <a:pt x="30" y="44"/>
                  </a:lnTo>
                  <a:lnTo>
                    <a:pt x="29" y="45"/>
                  </a:lnTo>
                  <a:lnTo>
                    <a:pt x="27" y="45"/>
                  </a:lnTo>
                  <a:lnTo>
                    <a:pt x="26" y="45"/>
                  </a:lnTo>
                  <a:lnTo>
                    <a:pt x="25" y="46"/>
                  </a:lnTo>
                  <a:lnTo>
                    <a:pt x="24" y="46"/>
                  </a:lnTo>
                  <a:lnTo>
                    <a:pt x="22" y="46"/>
                  </a:lnTo>
                  <a:lnTo>
                    <a:pt x="20" y="46"/>
                  </a:lnTo>
                  <a:lnTo>
                    <a:pt x="19" y="46"/>
                  </a:lnTo>
                  <a:lnTo>
                    <a:pt x="18" y="46"/>
                  </a:lnTo>
                  <a:lnTo>
                    <a:pt x="27" y="46"/>
                  </a:lnTo>
                  <a:lnTo>
                    <a:pt x="26" y="46"/>
                  </a:lnTo>
                  <a:lnTo>
                    <a:pt x="25" y="46"/>
                  </a:lnTo>
                  <a:lnTo>
                    <a:pt x="23" y="46"/>
                  </a:lnTo>
                  <a:lnTo>
                    <a:pt x="22" y="46"/>
                  </a:lnTo>
                  <a:lnTo>
                    <a:pt x="20" y="46"/>
                  </a:lnTo>
                  <a:lnTo>
                    <a:pt x="19" y="45"/>
                  </a:lnTo>
                  <a:lnTo>
                    <a:pt x="18" y="45"/>
                  </a:lnTo>
                  <a:lnTo>
                    <a:pt x="17" y="45"/>
                  </a:lnTo>
                  <a:lnTo>
                    <a:pt x="16" y="44"/>
                  </a:lnTo>
                  <a:lnTo>
                    <a:pt x="15" y="44"/>
                  </a:lnTo>
                  <a:lnTo>
                    <a:pt x="13" y="43"/>
                  </a:lnTo>
                  <a:lnTo>
                    <a:pt x="12" y="42"/>
                  </a:lnTo>
                  <a:lnTo>
                    <a:pt x="11" y="42"/>
                  </a:lnTo>
                  <a:lnTo>
                    <a:pt x="10" y="41"/>
                  </a:lnTo>
                  <a:lnTo>
                    <a:pt x="9" y="39"/>
                  </a:lnTo>
                  <a:lnTo>
                    <a:pt x="8" y="38"/>
                  </a:lnTo>
                  <a:lnTo>
                    <a:pt x="6" y="38"/>
                  </a:lnTo>
                  <a:lnTo>
                    <a:pt x="5" y="37"/>
                  </a:lnTo>
                  <a:lnTo>
                    <a:pt x="5" y="36"/>
                  </a:lnTo>
                  <a:lnTo>
                    <a:pt x="4" y="35"/>
                  </a:lnTo>
                  <a:lnTo>
                    <a:pt x="3" y="34"/>
                  </a:lnTo>
                  <a:lnTo>
                    <a:pt x="3" y="32"/>
                  </a:lnTo>
                  <a:lnTo>
                    <a:pt x="2" y="31"/>
                  </a:lnTo>
                  <a:lnTo>
                    <a:pt x="2" y="30"/>
                  </a:lnTo>
                  <a:lnTo>
                    <a:pt x="1" y="29"/>
                  </a:lnTo>
                  <a:lnTo>
                    <a:pt x="1" y="27"/>
                  </a:lnTo>
                  <a:lnTo>
                    <a:pt x="1" y="26"/>
                  </a:lnTo>
                  <a:lnTo>
                    <a:pt x="0" y="24"/>
                  </a:lnTo>
                  <a:lnTo>
                    <a:pt x="0" y="23"/>
                  </a:lnTo>
                  <a:lnTo>
                    <a:pt x="0" y="22"/>
                  </a:lnTo>
                  <a:lnTo>
                    <a:pt x="0" y="21"/>
                  </a:lnTo>
                  <a:lnTo>
                    <a:pt x="0" y="19"/>
                  </a:lnTo>
                  <a:close/>
                </a:path>
              </a:pathLst>
            </a:custGeom>
            <a:solidFill>
              <a:srgbClr val="000000"/>
            </a:solidFill>
            <a:ln w="17463">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23" name="Line 101">
              <a:extLst>
                <a:ext uri="{FF2B5EF4-FFF2-40B4-BE49-F238E27FC236}">
                  <a16:creationId xmlns:a16="http://schemas.microsoft.com/office/drawing/2014/main" id="{4AECE1DB-9E6D-4296-8AE4-0C41DEF12B0D}"/>
                </a:ext>
              </a:extLst>
            </p:cNvPr>
            <p:cNvSpPr>
              <a:spLocks noChangeShapeType="1"/>
            </p:cNvSpPr>
            <p:nvPr/>
          </p:nvSpPr>
          <p:spPr bwMode="auto">
            <a:xfrm flipH="1">
              <a:off x="4735" y="507"/>
              <a:ext cx="232" cy="1"/>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24" name="Rectangle 102">
              <a:extLst>
                <a:ext uri="{FF2B5EF4-FFF2-40B4-BE49-F238E27FC236}">
                  <a16:creationId xmlns:a16="http://schemas.microsoft.com/office/drawing/2014/main" id="{5B1161ED-632A-4034-9338-DCEA5281F533}"/>
                </a:ext>
              </a:extLst>
            </p:cNvPr>
            <p:cNvSpPr>
              <a:spLocks noChangeArrowheads="1"/>
            </p:cNvSpPr>
            <p:nvPr/>
          </p:nvSpPr>
          <p:spPr bwMode="auto">
            <a:xfrm>
              <a:off x="4614" y="747"/>
              <a:ext cx="101"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25" name="Rectangle 103">
              <a:extLst>
                <a:ext uri="{FF2B5EF4-FFF2-40B4-BE49-F238E27FC236}">
                  <a16:creationId xmlns:a16="http://schemas.microsoft.com/office/drawing/2014/main" id="{2713BFEE-9970-46C5-BFA6-4773DFDB0419}"/>
                </a:ext>
              </a:extLst>
            </p:cNvPr>
            <p:cNvSpPr>
              <a:spLocks noChangeArrowheads="1"/>
            </p:cNvSpPr>
            <p:nvPr/>
          </p:nvSpPr>
          <p:spPr bwMode="auto">
            <a:xfrm>
              <a:off x="4816" y="550"/>
              <a:ext cx="101"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26" name="Freeform 104">
              <a:extLst>
                <a:ext uri="{FF2B5EF4-FFF2-40B4-BE49-F238E27FC236}">
                  <a16:creationId xmlns:a16="http://schemas.microsoft.com/office/drawing/2014/main" id="{FEF99421-2225-437D-A571-8675CE8E6365}"/>
                </a:ext>
              </a:extLst>
            </p:cNvPr>
            <p:cNvSpPr>
              <a:spLocks/>
            </p:cNvSpPr>
            <p:nvPr/>
          </p:nvSpPr>
          <p:spPr bwMode="auto">
            <a:xfrm>
              <a:off x="1162" y="1727"/>
              <a:ext cx="220" cy="162"/>
            </a:xfrm>
            <a:custGeom>
              <a:avLst/>
              <a:gdLst>
                <a:gd name="T0" fmla="*/ 0 w 441"/>
                <a:gd name="T1" fmla="*/ 0 h 325"/>
                <a:gd name="T2" fmla="*/ 0 w 441"/>
                <a:gd name="T3" fmla="*/ 0 h 325"/>
                <a:gd name="T4" fmla="*/ 0 w 441"/>
                <a:gd name="T5" fmla="*/ 0 h 325"/>
                <a:gd name="T6" fmla="*/ 0 w 441"/>
                <a:gd name="T7" fmla="*/ 0 h 325"/>
                <a:gd name="T8" fmla="*/ 0 w 441"/>
                <a:gd name="T9" fmla="*/ 0 h 325"/>
                <a:gd name="T10" fmla="*/ 0 60000 65536"/>
                <a:gd name="T11" fmla="*/ 0 60000 65536"/>
                <a:gd name="T12" fmla="*/ 0 60000 65536"/>
                <a:gd name="T13" fmla="*/ 0 60000 65536"/>
                <a:gd name="T14" fmla="*/ 0 60000 65536"/>
                <a:gd name="T15" fmla="*/ 0 w 441"/>
                <a:gd name="T16" fmla="*/ 0 h 325"/>
                <a:gd name="T17" fmla="*/ 441 w 441"/>
                <a:gd name="T18" fmla="*/ 325 h 325"/>
              </a:gdLst>
              <a:ahLst/>
              <a:cxnLst>
                <a:cxn ang="T10">
                  <a:pos x="T0" y="T1"/>
                </a:cxn>
                <a:cxn ang="T11">
                  <a:pos x="T2" y="T3"/>
                </a:cxn>
                <a:cxn ang="T12">
                  <a:pos x="T4" y="T5"/>
                </a:cxn>
                <a:cxn ang="T13">
                  <a:pos x="T6" y="T7"/>
                </a:cxn>
                <a:cxn ang="T14">
                  <a:pos x="T8" y="T9"/>
                </a:cxn>
              </a:cxnLst>
              <a:rect l="T15" t="T16" r="T17" b="T18"/>
              <a:pathLst>
                <a:path w="441" h="325">
                  <a:moveTo>
                    <a:pt x="441" y="325"/>
                  </a:moveTo>
                  <a:lnTo>
                    <a:pt x="441" y="0"/>
                  </a:lnTo>
                  <a:lnTo>
                    <a:pt x="232" y="0"/>
                  </a:lnTo>
                  <a:lnTo>
                    <a:pt x="232" y="325"/>
                  </a:lnTo>
                  <a:lnTo>
                    <a:pt x="0" y="325"/>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27" name="Freeform 105">
              <a:extLst>
                <a:ext uri="{FF2B5EF4-FFF2-40B4-BE49-F238E27FC236}">
                  <a16:creationId xmlns:a16="http://schemas.microsoft.com/office/drawing/2014/main" id="{A4879F83-3425-413F-8721-AF9BE71DD903}"/>
                </a:ext>
              </a:extLst>
            </p:cNvPr>
            <p:cNvSpPr>
              <a:spLocks/>
            </p:cNvSpPr>
            <p:nvPr/>
          </p:nvSpPr>
          <p:spPr bwMode="auto">
            <a:xfrm>
              <a:off x="1382" y="1727"/>
              <a:ext cx="221" cy="162"/>
            </a:xfrm>
            <a:custGeom>
              <a:avLst/>
              <a:gdLst>
                <a:gd name="T0" fmla="*/ 1 w 441"/>
                <a:gd name="T1" fmla="*/ 0 h 325"/>
                <a:gd name="T2" fmla="*/ 1 w 441"/>
                <a:gd name="T3" fmla="*/ 0 h 325"/>
                <a:gd name="T4" fmla="*/ 1 w 441"/>
                <a:gd name="T5" fmla="*/ 0 h 325"/>
                <a:gd name="T6" fmla="*/ 1 w 441"/>
                <a:gd name="T7" fmla="*/ 0 h 325"/>
                <a:gd name="T8" fmla="*/ 0 w 441"/>
                <a:gd name="T9" fmla="*/ 0 h 325"/>
                <a:gd name="T10" fmla="*/ 0 60000 65536"/>
                <a:gd name="T11" fmla="*/ 0 60000 65536"/>
                <a:gd name="T12" fmla="*/ 0 60000 65536"/>
                <a:gd name="T13" fmla="*/ 0 60000 65536"/>
                <a:gd name="T14" fmla="*/ 0 60000 65536"/>
                <a:gd name="T15" fmla="*/ 0 w 441"/>
                <a:gd name="T16" fmla="*/ 0 h 325"/>
                <a:gd name="T17" fmla="*/ 441 w 441"/>
                <a:gd name="T18" fmla="*/ 325 h 325"/>
              </a:gdLst>
              <a:ahLst/>
              <a:cxnLst>
                <a:cxn ang="T10">
                  <a:pos x="T0" y="T1"/>
                </a:cxn>
                <a:cxn ang="T11">
                  <a:pos x="T2" y="T3"/>
                </a:cxn>
                <a:cxn ang="T12">
                  <a:pos x="T4" y="T5"/>
                </a:cxn>
                <a:cxn ang="T13">
                  <a:pos x="T6" y="T7"/>
                </a:cxn>
                <a:cxn ang="T14">
                  <a:pos x="T8" y="T9"/>
                </a:cxn>
              </a:cxnLst>
              <a:rect l="T15" t="T16" r="T17" b="T18"/>
              <a:pathLst>
                <a:path w="441" h="325">
                  <a:moveTo>
                    <a:pt x="441" y="325"/>
                  </a:moveTo>
                  <a:lnTo>
                    <a:pt x="441" y="0"/>
                  </a:lnTo>
                  <a:lnTo>
                    <a:pt x="209" y="0"/>
                  </a:lnTo>
                  <a:lnTo>
                    <a:pt x="209" y="325"/>
                  </a:lnTo>
                  <a:lnTo>
                    <a:pt x="0" y="325"/>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28" name="Freeform 106">
              <a:extLst>
                <a:ext uri="{FF2B5EF4-FFF2-40B4-BE49-F238E27FC236}">
                  <a16:creationId xmlns:a16="http://schemas.microsoft.com/office/drawing/2014/main" id="{63805E21-3E8D-4FF0-B370-E718F6268EB8}"/>
                </a:ext>
              </a:extLst>
            </p:cNvPr>
            <p:cNvSpPr>
              <a:spLocks/>
            </p:cNvSpPr>
            <p:nvPr/>
          </p:nvSpPr>
          <p:spPr bwMode="auto">
            <a:xfrm>
              <a:off x="1603" y="1727"/>
              <a:ext cx="220" cy="162"/>
            </a:xfrm>
            <a:custGeom>
              <a:avLst/>
              <a:gdLst>
                <a:gd name="T0" fmla="*/ 0 w 441"/>
                <a:gd name="T1" fmla="*/ 0 h 325"/>
                <a:gd name="T2" fmla="*/ 0 w 441"/>
                <a:gd name="T3" fmla="*/ 0 h 325"/>
                <a:gd name="T4" fmla="*/ 0 w 441"/>
                <a:gd name="T5" fmla="*/ 0 h 325"/>
                <a:gd name="T6" fmla="*/ 0 w 441"/>
                <a:gd name="T7" fmla="*/ 0 h 325"/>
                <a:gd name="T8" fmla="*/ 0 w 441"/>
                <a:gd name="T9" fmla="*/ 0 h 325"/>
                <a:gd name="T10" fmla="*/ 0 60000 65536"/>
                <a:gd name="T11" fmla="*/ 0 60000 65536"/>
                <a:gd name="T12" fmla="*/ 0 60000 65536"/>
                <a:gd name="T13" fmla="*/ 0 60000 65536"/>
                <a:gd name="T14" fmla="*/ 0 60000 65536"/>
                <a:gd name="T15" fmla="*/ 0 w 441"/>
                <a:gd name="T16" fmla="*/ 0 h 325"/>
                <a:gd name="T17" fmla="*/ 441 w 441"/>
                <a:gd name="T18" fmla="*/ 325 h 325"/>
              </a:gdLst>
              <a:ahLst/>
              <a:cxnLst>
                <a:cxn ang="T10">
                  <a:pos x="T0" y="T1"/>
                </a:cxn>
                <a:cxn ang="T11">
                  <a:pos x="T2" y="T3"/>
                </a:cxn>
                <a:cxn ang="T12">
                  <a:pos x="T4" y="T5"/>
                </a:cxn>
                <a:cxn ang="T13">
                  <a:pos x="T6" y="T7"/>
                </a:cxn>
                <a:cxn ang="T14">
                  <a:pos x="T8" y="T9"/>
                </a:cxn>
              </a:cxnLst>
              <a:rect l="T15" t="T16" r="T17" b="T18"/>
              <a:pathLst>
                <a:path w="441" h="325">
                  <a:moveTo>
                    <a:pt x="441" y="325"/>
                  </a:moveTo>
                  <a:lnTo>
                    <a:pt x="441" y="0"/>
                  </a:lnTo>
                  <a:lnTo>
                    <a:pt x="209" y="0"/>
                  </a:lnTo>
                  <a:lnTo>
                    <a:pt x="209" y="325"/>
                  </a:lnTo>
                  <a:lnTo>
                    <a:pt x="0" y="325"/>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29" name="Freeform 107">
              <a:extLst>
                <a:ext uri="{FF2B5EF4-FFF2-40B4-BE49-F238E27FC236}">
                  <a16:creationId xmlns:a16="http://schemas.microsoft.com/office/drawing/2014/main" id="{9DCBEC95-3FEF-4123-A863-82F6D912CC59}"/>
                </a:ext>
              </a:extLst>
            </p:cNvPr>
            <p:cNvSpPr>
              <a:spLocks/>
            </p:cNvSpPr>
            <p:nvPr/>
          </p:nvSpPr>
          <p:spPr bwMode="auto">
            <a:xfrm>
              <a:off x="1823" y="1727"/>
              <a:ext cx="209" cy="162"/>
            </a:xfrm>
            <a:custGeom>
              <a:avLst/>
              <a:gdLst>
                <a:gd name="T0" fmla="*/ 1 w 418"/>
                <a:gd name="T1" fmla="*/ 0 h 325"/>
                <a:gd name="T2" fmla="*/ 1 w 418"/>
                <a:gd name="T3" fmla="*/ 0 h 325"/>
                <a:gd name="T4" fmla="*/ 1 w 418"/>
                <a:gd name="T5" fmla="*/ 0 h 325"/>
                <a:gd name="T6" fmla="*/ 1 w 418"/>
                <a:gd name="T7" fmla="*/ 0 h 325"/>
                <a:gd name="T8" fmla="*/ 0 w 418"/>
                <a:gd name="T9" fmla="*/ 0 h 325"/>
                <a:gd name="T10" fmla="*/ 0 60000 65536"/>
                <a:gd name="T11" fmla="*/ 0 60000 65536"/>
                <a:gd name="T12" fmla="*/ 0 60000 65536"/>
                <a:gd name="T13" fmla="*/ 0 60000 65536"/>
                <a:gd name="T14" fmla="*/ 0 60000 65536"/>
                <a:gd name="T15" fmla="*/ 0 w 418"/>
                <a:gd name="T16" fmla="*/ 0 h 325"/>
                <a:gd name="T17" fmla="*/ 418 w 418"/>
                <a:gd name="T18" fmla="*/ 325 h 325"/>
              </a:gdLst>
              <a:ahLst/>
              <a:cxnLst>
                <a:cxn ang="T10">
                  <a:pos x="T0" y="T1"/>
                </a:cxn>
                <a:cxn ang="T11">
                  <a:pos x="T2" y="T3"/>
                </a:cxn>
                <a:cxn ang="T12">
                  <a:pos x="T4" y="T5"/>
                </a:cxn>
                <a:cxn ang="T13">
                  <a:pos x="T6" y="T7"/>
                </a:cxn>
                <a:cxn ang="T14">
                  <a:pos x="T8" y="T9"/>
                </a:cxn>
              </a:cxnLst>
              <a:rect l="T15" t="T16" r="T17" b="T18"/>
              <a:pathLst>
                <a:path w="418" h="325">
                  <a:moveTo>
                    <a:pt x="418" y="325"/>
                  </a:moveTo>
                  <a:lnTo>
                    <a:pt x="418" y="0"/>
                  </a:lnTo>
                  <a:lnTo>
                    <a:pt x="209" y="0"/>
                  </a:lnTo>
                  <a:lnTo>
                    <a:pt x="209" y="325"/>
                  </a:lnTo>
                  <a:lnTo>
                    <a:pt x="0" y="325"/>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30" name="Freeform 108">
              <a:extLst>
                <a:ext uri="{FF2B5EF4-FFF2-40B4-BE49-F238E27FC236}">
                  <a16:creationId xmlns:a16="http://schemas.microsoft.com/office/drawing/2014/main" id="{8D96A819-D4F9-4A80-8DFA-17BC419CB392}"/>
                </a:ext>
              </a:extLst>
            </p:cNvPr>
            <p:cNvSpPr>
              <a:spLocks/>
            </p:cNvSpPr>
            <p:nvPr/>
          </p:nvSpPr>
          <p:spPr bwMode="auto">
            <a:xfrm>
              <a:off x="2032" y="1727"/>
              <a:ext cx="220" cy="162"/>
            </a:xfrm>
            <a:custGeom>
              <a:avLst/>
              <a:gdLst>
                <a:gd name="T0" fmla="*/ 1 w 440"/>
                <a:gd name="T1" fmla="*/ 0 h 325"/>
                <a:gd name="T2" fmla="*/ 1 w 440"/>
                <a:gd name="T3" fmla="*/ 0 h 325"/>
                <a:gd name="T4" fmla="*/ 1 w 440"/>
                <a:gd name="T5" fmla="*/ 0 h 325"/>
                <a:gd name="T6" fmla="*/ 1 w 440"/>
                <a:gd name="T7" fmla="*/ 0 h 325"/>
                <a:gd name="T8" fmla="*/ 0 w 440"/>
                <a:gd name="T9" fmla="*/ 0 h 325"/>
                <a:gd name="T10" fmla="*/ 0 60000 65536"/>
                <a:gd name="T11" fmla="*/ 0 60000 65536"/>
                <a:gd name="T12" fmla="*/ 0 60000 65536"/>
                <a:gd name="T13" fmla="*/ 0 60000 65536"/>
                <a:gd name="T14" fmla="*/ 0 60000 65536"/>
                <a:gd name="T15" fmla="*/ 0 w 440"/>
                <a:gd name="T16" fmla="*/ 0 h 325"/>
                <a:gd name="T17" fmla="*/ 440 w 440"/>
                <a:gd name="T18" fmla="*/ 325 h 325"/>
              </a:gdLst>
              <a:ahLst/>
              <a:cxnLst>
                <a:cxn ang="T10">
                  <a:pos x="T0" y="T1"/>
                </a:cxn>
                <a:cxn ang="T11">
                  <a:pos x="T2" y="T3"/>
                </a:cxn>
                <a:cxn ang="T12">
                  <a:pos x="T4" y="T5"/>
                </a:cxn>
                <a:cxn ang="T13">
                  <a:pos x="T6" y="T7"/>
                </a:cxn>
                <a:cxn ang="T14">
                  <a:pos x="T8" y="T9"/>
                </a:cxn>
              </a:cxnLst>
              <a:rect l="T15" t="T16" r="T17" b="T18"/>
              <a:pathLst>
                <a:path w="440" h="325">
                  <a:moveTo>
                    <a:pt x="440" y="325"/>
                  </a:moveTo>
                  <a:lnTo>
                    <a:pt x="440" y="0"/>
                  </a:lnTo>
                  <a:lnTo>
                    <a:pt x="232" y="0"/>
                  </a:lnTo>
                  <a:lnTo>
                    <a:pt x="232" y="325"/>
                  </a:lnTo>
                  <a:lnTo>
                    <a:pt x="0" y="325"/>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31" name="Freeform 109">
              <a:extLst>
                <a:ext uri="{FF2B5EF4-FFF2-40B4-BE49-F238E27FC236}">
                  <a16:creationId xmlns:a16="http://schemas.microsoft.com/office/drawing/2014/main" id="{3406168F-3A84-4A10-B0CF-DE7A27BC2082}"/>
                </a:ext>
              </a:extLst>
            </p:cNvPr>
            <p:cNvSpPr>
              <a:spLocks/>
            </p:cNvSpPr>
            <p:nvPr/>
          </p:nvSpPr>
          <p:spPr bwMode="auto">
            <a:xfrm>
              <a:off x="2252" y="1727"/>
              <a:ext cx="221" cy="162"/>
            </a:xfrm>
            <a:custGeom>
              <a:avLst/>
              <a:gdLst>
                <a:gd name="T0" fmla="*/ 1 w 441"/>
                <a:gd name="T1" fmla="*/ 0 h 325"/>
                <a:gd name="T2" fmla="*/ 1 w 441"/>
                <a:gd name="T3" fmla="*/ 0 h 325"/>
                <a:gd name="T4" fmla="*/ 1 w 441"/>
                <a:gd name="T5" fmla="*/ 0 h 325"/>
                <a:gd name="T6" fmla="*/ 1 w 441"/>
                <a:gd name="T7" fmla="*/ 0 h 325"/>
                <a:gd name="T8" fmla="*/ 0 w 441"/>
                <a:gd name="T9" fmla="*/ 0 h 325"/>
                <a:gd name="T10" fmla="*/ 0 60000 65536"/>
                <a:gd name="T11" fmla="*/ 0 60000 65536"/>
                <a:gd name="T12" fmla="*/ 0 60000 65536"/>
                <a:gd name="T13" fmla="*/ 0 60000 65536"/>
                <a:gd name="T14" fmla="*/ 0 60000 65536"/>
                <a:gd name="T15" fmla="*/ 0 w 441"/>
                <a:gd name="T16" fmla="*/ 0 h 325"/>
                <a:gd name="T17" fmla="*/ 441 w 441"/>
                <a:gd name="T18" fmla="*/ 325 h 325"/>
              </a:gdLst>
              <a:ahLst/>
              <a:cxnLst>
                <a:cxn ang="T10">
                  <a:pos x="T0" y="T1"/>
                </a:cxn>
                <a:cxn ang="T11">
                  <a:pos x="T2" y="T3"/>
                </a:cxn>
                <a:cxn ang="T12">
                  <a:pos x="T4" y="T5"/>
                </a:cxn>
                <a:cxn ang="T13">
                  <a:pos x="T6" y="T7"/>
                </a:cxn>
                <a:cxn ang="T14">
                  <a:pos x="T8" y="T9"/>
                </a:cxn>
              </a:cxnLst>
              <a:rect l="T15" t="T16" r="T17" b="T18"/>
              <a:pathLst>
                <a:path w="441" h="325">
                  <a:moveTo>
                    <a:pt x="441" y="325"/>
                  </a:moveTo>
                  <a:lnTo>
                    <a:pt x="441" y="0"/>
                  </a:lnTo>
                  <a:lnTo>
                    <a:pt x="233" y="0"/>
                  </a:lnTo>
                  <a:lnTo>
                    <a:pt x="233" y="325"/>
                  </a:lnTo>
                  <a:lnTo>
                    <a:pt x="0" y="325"/>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32" name="Freeform 110">
              <a:extLst>
                <a:ext uri="{FF2B5EF4-FFF2-40B4-BE49-F238E27FC236}">
                  <a16:creationId xmlns:a16="http://schemas.microsoft.com/office/drawing/2014/main" id="{CA277140-14B5-4856-81E8-0503282715A7}"/>
                </a:ext>
              </a:extLst>
            </p:cNvPr>
            <p:cNvSpPr>
              <a:spLocks/>
            </p:cNvSpPr>
            <p:nvPr/>
          </p:nvSpPr>
          <p:spPr bwMode="auto">
            <a:xfrm>
              <a:off x="2473" y="1727"/>
              <a:ext cx="220" cy="162"/>
            </a:xfrm>
            <a:custGeom>
              <a:avLst/>
              <a:gdLst>
                <a:gd name="T0" fmla="*/ 0 w 441"/>
                <a:gd name="T1" fmla="*/ 0 h 325"/>
                <a:gd name="T2" fmla="*/ 0 w 441"/>
                <a:gd name="T3" fmla="*/ 0 h 325"/>
                <a:gd name="T4" fmla="*/ 0 w 441"/>
                <a:gd name="T5" fmla="*/ 0 h 325"/>
                <a:gd name="T6" fmla="*/ 0 w 441"/>
                <a:gd name="T7" fmla="*/ 0 h 325"/>
                <a:gd name="T8" fmla="*/ 0 w 441"/>
                <a:gd name="T9" fmla="*/ 0 h 325"/>
                <a:gd name="T10" fmla="*/ 0 60000 65536"/>
                <a:gd name="T11" fmla="*/ 0 60000 65536"/>
                <a:gd name="T12" fmla="*/ 0 60000 65536"/>
                <a:gd name="T13" fmla="*/ 0 60000 65536"/>
                <a:gd name="T14" fmla="*/ 0 60000 65536"/>
                <a:gd name="T15" fmla="*/ 0 w 441"/>
                <a:gd name="T16" fmla="*/ 0 h 325"/>
                <a:gd name="T17" fmla="*/ 441 w 441"/>
                <a:gd name="T18" fmla="*/ 325 h 325"/>
              </a:gdLst>
              <a:ahLst/>
              <a:cxnLst>
                <a:cxn ang="T10">
                  <a:pos x="T0" y="T1"/>
                </a:cxn>
                <a:cxn ang="T11">
                  <a:pos x="T2" y="T3"/>
                </a:cxn>
                <a:cxn ang="T12">
                  <a:pos x="T4" y="T5"/>
                </a:cxn>
                <a:cxn ang="T13">
                  <a:pos x="T6" y="T7"/>
                </a:cxn>
                <a:cxn ang="T14">
                  <a:pos x="T8" y="T9"/>
                </a:cxn>
              </a:cxnLst>
              <a:rect l="T15" t="T16" r="T17" b="T18"/>
              <a:pathLst>
                <a:path w="441" h="325">
                  <a:moveTo>
                    <a:pt x="441" y="325"/>
                  </a:moveTo>
                  <a:lnTo>
                    <a:pt x="441" y="0"/>
                  </a:lnTo>
                  <a:lnTo>
                    <a:pt x="209" y="0"/>
                  </a:lnTo>
                  <a:lnTo>
                    <a:pt x="209" y="325"/>
                  </a:lnTo>
                  <a:lnTo>
                    <a:pt x="0" y="325"/>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33" name="Freeform 111">
              <a:extLst>
                <a:ext uri="{FF2B5EF4-FFF2-40B4-BE49-F238E27FC236}">
                  <a16:creationId xmlns:a16="http://schemas.microsoft.com/office/drawing/2014/main" id="{DE225ADF-5CEC-4D02-8233-76CF2E60D4E8}"/>
                </a:ext>
              </a:extLst>
            </p:cNvPr>
            <p:cNvSpPr>
              <a:spLocks/>
            </p:cNvSpPr>
            <p:nvPr/>
          </p:nvSpPr>
          <p:spPr bwMode="auto">
            <a:xfrm>
              <a:off x="2693" y="1727"/>
              <a:ext cx="221" cy="162"/>
            </a:xfrm>
            <a:custGeom>
              <a:avLst/>
              <a:gdLst>
                <a:gd name="T0" fmla="*/ 1 w 441"/>
                <a:gd name="T1" fmla="*/ 0 h 325"/>
                <a:gd name="T2" fmla="*/ 1 w 441"/>
                <a:gd name="T3" fmla="*/ 0 h 325"/>
                <a:gd name="T4" fmla="*/ 1 w 441"/>
                <a:gd name="T5" fmla="*/ 0 h 325"/>
                <a:gd name="T6" fmla="*/ 1 w 441"/>
                <a:gd name="T7" fmla="*/ 0 h 325"/>
                <a:gd name="T8" fmla="*/ 0 w 441"/>
                <a:gd name="T9" fmla="*/ 0 h 325"/>
                <a:gd name="T10" fmla="*/ 0 60000 65536"/>
                <a:gd name="T11" fmla="*/ 0 60000 65536"/>
                <a:gd name="T12" fmla="*/ 0 60000 65536"/>
                <a:gd name="T13" fmla="*/ 0 60000 65536"/>
                <a:gd name="T14" fmla="*/ 0 60000 65536"/>
                <a:gd name="T15" fmla="*/ 0 w 441"/>
                <a:gd name="T16" fmla="*/ 0 h 325"/>
                <a:gd name="T17" fmla="*/ 441 w 441"/>
                <a:gd name="T18" fmla="*/ 325 h 325"/>
              </a:gdLst>
              <a:ahLst/>
              <a:cxnLst>
                <a:cxn ang="T10">
                  <a:pos x="T0" y="T1"/>
                </a:cxn>
                <a:cxn ang="T11">
                  <a:pos x="T2" y="T3"/>
                </a:cxn>
                <a:cxn ang="T12">
                  <a:pos x="T4" y="T5"/>
                </a:cxn>
                <a:cxn ang="T13">
                  <a:pos x="T6" y="T7"/>
                </a:cxn>
                <a:cxn ang="T14">
                  <a:pos x="T8" y="T9"/>
                </a:cxn>
              </a:cxnLst>
              <a:rect l="T15" t="T16" r="T17" b="T18"/>
              <a:pathLst>
                <a:path w="441" h="325">
                  <a:moveTo>
                    <a:pt x="441" y="325"/>
                  </a:moveTo>
                  <a:lnTo>
                    <a:pt x="441" y="0"/>
                  </a:lnTo>
                  <a:lnTo>
                    <a:pt x="209" y="0"/>
                  </a:lnTo>
                  <a:lnTo>
                    <a:pt x="209" y="325"/>
                  </a:lnTo>
                  <a:lnTo>
                    <a:pt x="0" y="325"/>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34" name="Freeform 112">
              <a:extLst>
                <a:ext uri="{FF2B5EF4-FFF2-40B4-BE49-F238E27FC236}">
                  <a16:creationId xmlns:a16="http://schemas.microsoft.com/office/drawing/2014/main" id="{94F07C46-62E4-464F-B76C-4DD0337D2871}"/>
                </a:ext>
              </a:extLst>
            </p:cNvPr>
            <p:cNvSpPr>
              <a:spLocks/>
            </p:cNvSpPr>
            <p:nvPr/>
          </p:nvSpPr>
          <p:spPr bwMode="auto">
            <a:xfrm>
              <a:off x="2914" y="1727"/>
              <a:ext cx="208" cy="162"/>
            </a:xfrm>
            <a:custGeom>
              <a:avLst/>
              <a:gdLst>
                <a:gd name="T0" fmla="*/ 0 w 418"/>
                <a:gd name="T1" fmla="*/ 0 h 325"/>
                <a:gd name="T2" fmla="*/ 0 w 418"/>
                <a:gd name="T3" fmla="*/ 0 h 325"/>
                <a:gd name="T4" fmla="*/ 0 w 418"/>
                <a:gd name="T5" fmla="*/ 0 h 325"/>
                <a:gd name="T6" fmla="*/ 0 w 418"/>
                <a:gd name="T7" fmla="*/ 0 h 325"/>
                <a:gd name="T8" fmla="*/ 0 w 418"/>
                <a:gd name="T9" fmla="*/ 0 h 325"/>
                <a:gd name="T10" fmla="*/ 0 60000 65536"/>
                <a:gd name="T11" fmla="*/ 0 60000 65536"/>
                <a:gd name="T12" fmla="*/ 0 60000 65536"/>
                <a:gd name="T13" fmla="*/ 0 60000 65536"/>
                <a:gd name="T14" fmla="*/ 0 60000 65536"/>
                <a:gd name="T15" fmla="*/ 0 w 418"/>
                <a:gd name="T16" fmla="*/ 0 h 325"/>
                <a:gd name="T17" fmla="*/ 418 w 418"/>
                <a:gd name="T18" fmla="*/ 325 h 325"/>
              </a:gdLst>
              <a:ahLst/>
              <a:cxnLst>
                <a:cxn ang="T10">
                  <a:pos x="T0" y="T1"/>
                </a:cxn>
                <a:cxn ang="T11">
                  <a:pos x="T2" y="T3"/>
                </a:cxn>
                <a:cxn ang="T12">
                  <a:pos x="T4" y="T5"/>
                </a:cxn>
                <a:cxn ang="T13">
                  <a:pos x="T6" y="T7"/>
                </a:cxn>
                <a:cxn ang="T14">
                  <a:pos x="T8" y="T9"/>
                </a:cxn>
              </a:cxnLst>
              <a:rect l="T15" t="T16" r="T17" b="T18"/>
              <a:pathLst>
                <a:path w="418" h="325">
                  <a:moveTo>
                    <a:pt x="418" y="325"/>
                  </a:moveTo>
                  <a:lnTo>
                    <a:pt x="418" y="0"/>
                  </a:lnTo>
                  <a:lnTo>
                    <a:pt x="209" y="0"/>
                  </a:lnTo>
                  <a:lnTo>
                    <a:pt x="209" y="325"/>
                  </a:lnTo>
                  <a:lnTo>
                    <a:pt x="0" y="325"/>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35" name="Freeform 113">
              <a:extLst>
                <a:ext uri="{FF2B5EF4-FFF2-40B4-BE49-F238E27FC236}">
                  <a16:creationId xmlns:a16="http://schemas.microsoft.com/office/drawing/2014/main" id="{BC83BF05-9568-4EE6-A9AB-40D55ACA2E41}"/>
                </a:ext>
              </a:extLst>
            </p:cNvPr>
            <p:cNvSpPr>
              <a:spLocks/>
            </p:cNvSpPr>
            <p:nvPr/>
          </p:nvSpPr>
          <p:spPr bwMode="auto">
            <a:xfrm>
              <a:off x="3122" y="1727"/>
              <a:ext cx="221" cy="162"/>
            </a:xfrm>
            <a:custGeom>
              <a:avLst/>
              <a:gdLst>
                <a:gd name="T0" fmla="*/ 1 w 441"/>
                <a:gd name="T1" fmla="*/ 0 h 325"/>
                <a:gd name="T2" fmla="*/ 1 w 441"/>
                <a:gd name="T3" fmla="*/ 0 h 325"/>
                <a:gd name="T4" fmla="*/ 1 w 441"/>
                <a:gd name="T5" fmla="*/ 0 h 325"/>
                <a:gd name="T6" fmla="*/ 1 w 441"/>
                <a:gd name="T7" fmla="*/ 0 h 325"/>
                <a:gd name="T8" fmla="*/ 0 w 441"/>
                <a:gd name="T9" fmla="*/ 0 h 325"/>
                <a:gd name="T10" fmla="*/ 0 60000 65536"/>
                <a:gd name="T11" fmla="*/ 0 60000 65536"/>
                <a:gd name="T12" fmla="*/ 0 60000 65536"/>
                <a:gd name="T13" fmla="*/ 0 60000 65536"/>
                <a:gd name="T14" fmla="*/ 0 60000 65536"/>
                <a:gd name="T15" fmla="*/ 0 w 441"/>
                <a:gd name="T16" fmla="*/ 0 h 325"/>
                <a:gd name="T17" fmla="*/ 441 w 441"/>
                <a:gd name="T18" fmla="*/ 325 h 325"/>
              </a:gdLst>
              <a:ahLst/>
              <a:cxnLst>
                <a:cxn ang="T10">
                  <a:pos x="T0" y="T1"/>
                </a:cxn>
                <a:cxn ang="T11">
                  <a:pos x="T2" y="T3"/>
                </a:cxn>
                <a:cxn ang="T12">
                  <a:pos x="T4" y="T5"/>
                </a:cxn>
                <a:cxn ang="T13">
                  <a:pos x="T6" y="T7"/>
                </a:cxn>
                <a:cxn ang="T14">
                  <a:pos x="T8" y="T9"/>
                </a:cxn>
              </a:cxnLst>
              <a:rect l="T15" t="T16" r="T17" b="T18"/>
              <a:pathLst>
                <a:path w="441" h="325">
                  <a:moveTo>
                    <a:pt x="441" y="325"/>
                  </a:moveTo>
                  <a:lnTo>
                    <a:pt x="441" y="0"/>
                  </a:lnTo>
                  <a:lnTo>
                    <a:pt x="232" y="0"/>
                  </a:lnTo>
                  <a:lnTo>
                    <a:pt x="232" y="325"/>
                  </a:lnTo>
                  <a:lnTo>
                    <a:pt x="0" y="325"/>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36" name="Freeform 114">
              <a:extLst>
                <a:ext uri="{FF2B5EF4-FFF2-40B4-BE49-F238E27FC236}">
                  <a16:creationId xmlns:a16="http://schemas.microsoft.com/office/drawing/2014/main" id="{AD8BBDB6-9A1A-4DCC-AEA8-54906388343C}"/>
                </a:ext>
              </a:extLst>
            </p:cNvPr>
            <p:cNvSpPr>
              <a:spLocks/>
            </p:cNvSpPr>
            <p:nvPr/>
          </p:nvSpPr>
          <p:spPr bwMode="auto">
            <a:xfrm>
              <a:off x="3343" y="1727"/>
              <a:ext cx="220" cy="162"/>
            </a:xfrm>
            <a:custGeom>
              <a:avLst/>
              <a:gdLst>
                <a:gd name="T0" fmla="*/ 0 w 441"/>
                <a:gd name="T1" fmla="*/ 0 h 325"/>
                <a:gd name="T2" fmla="*/ 0 w 441"/>
                <a:gd name="T3" fmla="*/ 0 h 325"/>
                <a:gd name="T4" fmla="*/ 0 w 441"/>
                <a:gd name="T5" fmla="*/ 0 h 325"/>
                <a:gd name="T6" fmla="*/ 0 w 441"/>
                <a:gd name="T7" fmla="*/ 0 h 325"/>
                <a:gd name="T8" fmla="*/ 0 w 441"/>
                <a:gd name="T9" fmla="*/ 0 h 325"/>
                <a:gd name="T10" fmla="*/ 0 60000 65536"/>
                <a:gd name="T11" fmla="*/ 0 60000 65536"/>
                <a:gd name="T12" fmla="*/ 0 60000 65536"/>
                <a:gd name="T13" fmla="*/ 0 60000 65536"/>
                <a:gd name="T14" fmla="*/ 0 60000 65536"/>
                <a:gd name="T15" fmla="*/ 0 w 441"/>
                <a:gd name="T16" fmla="*/ 0 h 325"/>
                <a:gd name="T17" fmla="*/ 441 w 441"/>
                <a:gd name="T18" fmla="*/ 325 h 325"/>
              </a:gdLst>
              <a:ahLst/>
              <a:cxnLst>
                <a:cxn ang="T10">
                  <a:pos x="T0" y="T1"/>
                </a:cxn>
                <a:cxn ang="T11">
                  <a:pos x="T2" y="T3"/>
                </a:cxn>
                <a:cxn ang="T12">
                  <a:pos x="T4" y="T5"/>
                </a:cxn>
                <a:cxn ang="T13">
                  <a:pos x="T6" y="T7"/>
                </a:cxn>
                <a:cxn ang="T14">
                  <a:pos x="T8" y="T9"/>
                </a:cxn>
              </a:cxnLst>
              <a:rect l="T15" t="T16" r="T17" b="T18"/>
              <a:pathLst>
                <a:path w="441" h="325">
                  <a:moveTo>
                    <a:pt x="441" y="325"/>
                  </a:moveTo>
                  <a:lnTo>
                    <a:pt x="441" y="0"/>
                  </a:lnTo>
                  <a:lnTo>
                    <a:pt x="232" y="0"/>
                  </a:lnTo>
                  <a:lnTo>
                    <a:pt x="232" y="325"/>
                  </a:lnTo>
                  <a:lnTo>
                    <a:pt x="0" y="325"/>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37" name="Freeform 115">
              <a:extLst>
                <a:ext uri="{FF2B5EF4-FFF2-40B4-BE49-F238E27FC236}">
                  <a16:creationId xmlns:a16="http://schemas.microsoft.com/office/drawing/2014/main" id="{A97C7CC4-3C7C-43DB-A109-FE0DEF5FA055}"/>
                </a:ext>
              </a:extLst>
            </p:cNvPr>
            <p:cNvSpPr>
              <a:spLocks/>
            </p:cNvSpPr>
            <p:nvPr/>
          </p:nvSpPr>
          <p:spPr bwMode="auto">
            <a:xfrm>
              <a:off x="3563" y="1727"/>
              <a:ext cx="221" cy="162"/>
            </a:xfrm>
            <a:custGeom>
              <a:avLst/>
              <a:gdLst>
                <a:gd name="T0" fmla="*/ 1 w 441"/>
                <a:gd name="T1" fmla="*/ 0 h 325"/>
                <a:gd name="T2" fmla="*/ 1 w 441"/>
                <a:gd name="T3" fmla="*/ 0 h 325"/>
                <a:gd name="T4" fmla="*/ 1 w 441"/>
                <a:gd name="T5" fmla="*/ 0 h 325"/>
                <a:gd name="T6" fmla="*/ 1 w 441"/>
                <a:gd name="T7" fmla="*/ 0 h 325"/>
                <a:gd name="T8" fmla="*/ 0 w 441"/>
                <a:gd name="T9" fmla="*/ 0 h 325"/>
                <a:gd name="T10" fmla="*/ 0 60000 65536"/>
                <a:gd name="T11" fmla="*/ 0 60000 65536"/>
                <a:gd name="T12" fmla="*/ 0 60000 65536"/>
                <a:gd name="T13" fmla="*/ 0 60000 65536"/>
                <a:gd name="T14" fmla="*/ 0 60000 65536"/>
                <a:gd name="T15" fmla="*/ 0 w 441"/>
                <a:gd name="T16" fmla="*/ 0 h 325"/>
                <a:gd name="T17" fmla="*/ 441 w 441"/>
                <a:gd name="T18" fmla="*/ 325 h 325"/>
              </a:gdLst>
              <a:ahLst/>
              <a:cxnLst>
                <a:cxn ang="T10">
                  <a:pos x="T0" y="T1"/>
                </a:cxn>
                <a:cxn ang="T11">
                  <a:pos x="T2" y="T3"/>
                </a:cxn>
                <a:cxn ang="T12">
                  <a:pos x="T4" y="T5"/>
                </a:cxn>
                <a:cxn ang="T13">
                  <a:pos x="T6" y="T7"/>
                </a:cxn>
                <a:cxn ang="T14">
                  <a:pos x="T8" y="T9"/>
                </a:cxn>
              </a:cxnLst>
              <a:rect l="T15" t="T16" r="T17" b="T18"/>
              <a:pathLst>
                <a:path w="441" h="325">
                  <a:moveTo>
                    <a:pt x="441" y="325"/>
                  </a:moveTo>
                  <a:lnTo>
                    <a:pt x="441" y="0"/>
                  </a:lnTo>
                  <a:lnTo>
                    <a:pt x="208" y="0"/>
                  </a:lnTo>
                  <a:lnTo>
                    <a:pt x="208" y="325"/>
                  </a:lnTo>
                  <a:lnTo>
                    <a:pt x="0" y="325"/>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38" name="Freeform 116">
              <a:extLst>
                <a:ext uri="{FF2B5EF4-FFF2-40B4-BE49-F238E27FC236}">
                  <a16:creationId xmlns:a16="http://schemas.microsoft.com/office/drawing/2014/main" id="{3ED628DA-DBBC-4E3B-9561-6D6859A0623F}"/>
                </a:ext>
              </a:extLst>
            </p:cNvPr>
            <p:cNvSpPr>
              <a:spLocks/>
            </p:cNvSpPr>
            <p:nvPr/>
          </p:nvSpPr>
          <p:spPr bwMode="auto">
            <a:xfrm>
              <a:off x="3784" y="1727"/>
              <a:ext cx="220" cy="162"/>
            </a:xfrm>
            <a:custGeom>
              <a:avLst/>
              <a:gdLst>
                <a:gd name="T0" fmla="*/ 1 w 440"/>
                <a:gd name="T1" fmla="*/ 0 h 325"/>
                <a:gd name="T2" fmla="*/ 1 w 440"/>
                <a:gd name="T3" fmla="*/ 0 h 325"/>
                <a:gd name="T4" fmla="*/ 1 w 440"/>
                <a:gd name="T5" fmla="*/ 0 h 325"/>
                <a:gd name="T6" fmla="*/ 1 w 440"/>
                <a:gd name="T7" fmla="*/ 0 h 325"/>
                <a:gd name="T8" fmla="*/ 0 w 440"/>
                <a:gd name="T9" fmla="*/ 0 h 325"/>
                <a:gd name="T10" fmla="*/ 0 60000 65536"/>
                <a:gd name="T11" fmla="*/ 0 60000 65536"/>
                <a:gd name="T12" fmla="*/ 0 60000 65536"/>
                <a:gd name="T13" fmla="*/ 0 60000 65536"/>
                <a:gd name="T14" fmla="*/ 0 60000 65536"/>
                <a:gd name="T15" fmla="*/ 0 w 440"/>
                <a:gd name="T16" fmla="*/ 0 h 325"/>
                <a:gd name="T17" fmla="*/ 440 w 440"/>
                <a:gd name="T18" fmla="*/ 325 h 325"/>
              </a:gdLst>
              <a:ahLst/>
              <a:cxnLst>
                <a:cxn ang="T10">
                  <a:pos x="T0" y="T1"/>
                </a:cxn>
                <a:cxn ang="T11">
                  <a:pos x="T2" y="T3"/>
                </a:cxn>
                <a:cxn ang="T12">
                  <a:pos x="T4" y="T5"/>
                </a:cxn>
                <a:cxn ang="T13">
                  <a:pos x="T6" y="T7"/>
                </a:cxn>
                <a:cxn ang="T14">
                  <a:pos x="T8" y="T9"/>
                </a:cxn>
              </a:cxnLst>
              <a:rect l="T15" t="T16" r="T17" b="T18"/>
              <a:pathLst>
                <a:path w="440" h="325">
                  <a:moveTo>
                    <a:pt x="440" y="325"/>
                  </a:moveTo>
                  <a:lnTo>
                    <a:pt x="440" y="0"/>
                  </a:lnTo>
                  <a:lnTo>
                    <a:pt x="208" y="0"/>
                  </a:lnTo>
                  <a:lnTo>
                    <a:pt x="208" y="325"/>
                  </a:lnTo>
                  <a:lnTo>
                    <a:pt x="0" y="325"/>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39" name="Freeform 117">
              <a:extLst>
                <a:ext uri="{FF2B5EF4-FFF2-40B4-BE49-F238E27FC236}">
                  <a16:creationId xmlns:a16="http://schemas.microsoft.com/office/drawing/2014/main" id="{EE435255-42CD-4B2B-A2C9-ED1282873237}"/>
                </a:ext>
              </a:extLst>
            </p:cNvPr>
            <p:cNvSpPr>
              <a:spLocks/>
            </p:cNvSpPr>
            <p:nvPr/>
          </p:nvSpPr>
          <p:spPr bwMode="auto">
            <a:xfrm>
              <a:off x="4004" y="1727"/>
              <a:ext cx="209" cy="162"/>
            </a:xfrm>
            <a:custGeom>
              <a:avLst/>
              <a:gdLst>
                <a:gd name="T0" fmla="*/ 1 w 418"/>
                <a:gd name="T1" fmla="*/ 0 h 325"/>
                <a:gd name="T2" fmla="*/ 1 w 418"/>
                <a:gd name="T3" fmla="*/ 0 h 325"/>
                <a:gd name="T4" fmla="*/ 1 w 418"/>
                <a:gd name="T5" fmla="*/ 0 h 325"/>
                <a:gd name="T6" fmla="*/ 1 w 418"/>
                <a:gd name="T7" fmla="*/ 0 h 325"/>
                <a:gd name="T8" fmla="*/ 0 w 418"/>
                <a:gd name="T9" fmla="*/ 0 h 325"/>
                <a:gd name="T10" fmla="*/ 0 60000 65536"/>
                <a:gd name="T11" fmla="*/ 0 60000 65536"/>
                <a:gd name="T12" fmla="*/ 0 60000 65536"/>
                <a:gd name="T13" fmla="*/ 0 60000 65536"/>
                <a:gd name="T14" fmla="*/ 0 60000 65536"/>
                <a:gd name="T15" fmla="*/ 0 w 418"/>
                <a:gd name="T16" fmla="*/ 0 h 325"/>
                <a:gd name="T17" fmla="*/ 418 w 418"/>
                <a:gd name="T18" fmla="*/ 325 h 325"/>
              </a:gdLst>
              <a:ahLst/>
              <a:cxnLst>
                <a:cxn ang="T10">
                  <a:pos x="T0" y="T1"/>
                </a:cxn>
                <a:cxn ang="T11">
                  <a:pos x="T2" y="T3"/>
                </a:cxn>
                <a:cxn ang="T12">
                  <a:pos x="T4" y="T5"/>
                </a:cxn>
                <a:cxn ang="T13">
                  <a:pos x="T6" y="T7"/>
                </a:cxn>
                <a:cxn ang="T14">
                  <a:pos x="T8" y="T9"/>
                </a:cxn>
              </a:cxnLst>
              <a:rect l="T15" t="T16" r="T17" b="T18"/>
              <a:pathLst>
                <a:path w="418" h="325">
                  <a:moveTo>
                    <a:pt x="418" y="325"/>
                  </a:moveTo>
                  <a:lnTo>
                    <a:pt x="418" y="0"/>
                  </a:lnTo>
                  <a:lnTo>
                    <a:pt x="209" y="0"/>
                  </a:lnTo>
                  <a:lnTo>
                    <a:pt x="209" y="325"/>
                  </a:lnTo>
                  <a:lnTo>
                    <a:pt x="0" y="325"/>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40" name="Freeform 118">
              <a:extLst>
                <a:ext uri="{FF2B5EF4-FFF2-40B4-BE49-F238E27FC236}">
                  <a16:creationId xmlns:a16="http://schemas.microsoft.com/office/drawing/2014/main" id="{EDDCEC5C-654B-495D-A0E8-ADE2F18DF7EC}"/>
                </a:ext>
              </a:extLst>
            </p:cNvPr>
            <p:cNvSpPr>
              <a:spLocks/>
            </p:cNvSpPr>
            <p:nvPr/>
          </p:nvSpPr>
          <p:spPr bwMode="auto">
            <a:xfrm>
              <a:off x="4213" y="1727"/>
              <a:ext cx="220" cy="162"/>
            </a:xfrm>
            <a:custGeom>
              <a:avLst/>
              <a:gdLst>
                <a:gd name="T0" fmla="*/ 0 w 441"/>
                <a:gd name="T1" fmla="*/ 0 h 325"/>
                <a:gd name="T2" fmla="*/ 0 w 441"/>
                <a:gd name="T3" fmla="*/ 0 h 325"/>
                <a:gd name="T4" fmla="*/ 0 w 441"/>
                <a:gd name="T5" fmla="*/ 0 h 325"/>
                <a:gd name="T6" fmla="*/ 0 w 441"/>
                <a:gd name="T7" fmla="*/ 0 h 325"/>
                <a:gd name="T8" fmla="*/ 0 w 441"/>
                <a:gd name="T9" fmla="*/ 0 h 325"/>
                <a:gd name="T10" fmla="*/ 0 60000 65536"/>
                <a:gd name="T11" fmla="*/ 0 60000 65536"/>
                <a:gd name="T12" fmla="*/ 0 60000 65536"/>
                <a:gd name="T13" fmla="*/ 0 60000 65536"/>
                <a:gd name="T14" fmla="*/ 0 60000 65536"/>
                <a:gd name="T15" fmla="*/ 0 w 441"/>
                <a:gd name="T16" fmla="*/ 0 h 325"/>
                <a:gd name="T17" fmla="*/ 441 w 441"/>
                <a:gd name="T18" fmla="*/ 325 h 325"/>
              </a:gdLst>
              <a:ahLst/>
              <a:cxnLst>
                <a:cxn ang="T10">
                  <a:pos x="T0" y="T1"/>
                </a:cxn>
                <a:cxn ang="T11">
                  <a:pos x="T2" y="T3"/>
                </a:cxn>
                <a:cxn ang="T12">
                  <a:pos x="T4" y="T5"/>
                </a:cxn>
                <a:cxn ang="T13">
                  <a:pos x="T6" y="T7"/>
                </a:cxn>
                <a:cxn ang="T14">
                  <a:pos x="T8" y="T9"/>
                </a:cxn>
              </a:cxnLst>
              <a:rect l="T15" t="T16" r="T17" b="T18"/>
              <a:pathLst>
                <a:path w="441" h="325">
                  <a:moveTo>
                    <a:pt x="441" y="325"/>
                  </a:moveTo>
                  <a:lnTo>
                    <a:pt x="441" y="0"/>
                  </a:lnTo>
                  <a:lnTo>
                    <a:pt x="232" y="0"/>
                  </a:lnTo>
                  <a:lnTo>
                    <a:pt x="232" y="325"/>
                  </a:lnTo>
                  <a:lnTo>
                    <a:pt x="0" y="325"/>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41" name="Freeform 119">
              <a:extLst>
                <a:ext uri="{FF2B5EF4-FFF2-40B4-BE49-F238E27FC236}">
                  <a16:creationId xmlns:a16="http://schemas.microsoft.com/office/drawing/2014/main" id="{1B1A2323-8844-420E-B451-F909B5F8E112}"/>
                </a:ext>
              </a:extLst>
            </p:cNvPr>
            <p:cNvSpPr>
              <a:spLocks/>
            </p:cNvSpPr>
            <p:nvPr/>
          </p:nvSpPr>
          <p:spPr bwMode="auto">
            <a:xfrm>
              <a:off x="4433" y="1727"/>
              <a:ext cx="221" cy="162"/>
            </a:xfrm>
            <a:custGeom>
              <a:avLst/>
              <a:gdLst>
                <a:gd name="T0" fmla="*/ 1 w 441"/>
                <a:gd name="T1" fmla="*/ 0 h 325"/>
                <a:gd name="T2" fmla="*/ 1 w 441"/>
                <a:gd name="T3" fmla="*/ 0 h 325"/>
                <a:gd name="T4" fmla="*/ 1 w 441"/>
                <a:gd name="T5" fmla="*/ 0 h 325"/>
                <a:gd name="T6" fmla="*/ 1 w 441"/>
                <a:gd name="T7" fmla="*/ 0 h 325"/>
                <a:gd name="T8" fmla="*/ 0 w 441"/>
                <a:gd name="T9" fmla="*/ 0 h 325"/>
                <a:gd name="T10" fmla="*/ 0 60000 65536"/>
                <a:gd name="T11" fmla="*/ 0 60000 65536"/>
                <a:gd name="T12" fmla="*/ 0 60000 65536"/>
                <a:gd name="T13" fmla="*/ 0 60000 65536"/>
                <a:gd name="T14" fmla="*/ 0 60000 65536"/>
                <a:gd name="T15" fmla="*/ 0 w 441"/>
                <a:gd name="T16" fmla="*/ 0 h 325"/>
                <a:gd name="T17" fmla="*/ 441 w 441"/>
                <a:gd name="T18" fmla="*/ 325 h 325"/>
              </a:gdLst>
              <a:ahLst/>
              <a:cxnLst>
                <a:cxn ang="T10">
                  <a:pos x="T0" y="T1"/>
                </a:cxn>
                <a:cxn ang="T11">
                  <a:pos x="T2" y="T3"/>
                </a:cxn>
                <a:cxn ang="T12">
                  <a:pos x="T4" y="T5"/>
                </a:cxn>
                <a:cxn ang="T13">
                  <a:pos x="T6" y="T7"/>
                </a:cxn>
                <a:cxn ang="T14">
                  <a:pos x="T8" y="T9"/>
                </a:cxn>
              </a:cxnLst>
              <a:rect l="T15" t="T16" r="T17" b="T18"/>
              <a:pathLst>
                <a:path w="441" h="325">
                  <a:moveTo>
                    <a:pt x="441" y="325"/>
                  </a:moveTo>
                  <a:lnTo>
                    <a:pt x="441" y="0"/>
                  </a:lnTo>
                  <a:lnTo>
                    <a:pt x="232" y="0"/>
                  </a:lnTo>
                  <a:lnTo>
                    <a:pt x="232" y="325"/>
                  </a:lnTo>
                  <a:lnTo>
                    <a:pt x="0" y="325"/>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42" name="Freeform 120">
              <a:extLst>
                <a:ext uri="{FF2B5EF4-FFF2-40B4-BE49-F238E27FC236}">
                  <a16:creationId xmlns:a16="http://schemas.microsoft.com/office/drawing/2014/main" id="{7F38C9C5-624B-43A5-8165-B6E122EB0574}"/>
                </a:ext>
              </a:extLst>
            </p:cNvPr>
            <p:cNvSpPr>
              <a:spLocks/>
            </p:cNvSpPr>
            <p:nvPr/>
          </p:nvSpPr>
          <p:spPr bwMode="auto">
            <a:xfrm>
              <a:off x="4654" y="1727"/>
              <a:ext cx="220" cy="162"/>
            </a:xfrm>
            <a:custGeom>
              <a:avLst/>
              <a:gdLst>
                <a:gd name="T0" fmla="*/ 0 w 441"/>
                <a:gd name="T1" fmla="*/ 0 h 325"/>
                <a:gd name="T2" fmla="*/ 0 w 441"/>
                <a:gd name="T3" fmla="*/ 0 h 325"/>
                <a:gd name="T4" fmla="*/ 0 w 441"/>
                <a:gd name="T5" fmla="*/ 0 h 325"/>
                <a:gd name="T6" fmla="*/ 0 w 441"/>
                <a:gd name="T7" fmla="*/ 0 h 325"/>
                <a:gd name="T8" fmla="*/ 0 w 441"/>
                <a:gd name="T9" fmla="*/ 0 h 325"/>
                <a:gd name="T10" fmla="*/ 0 60000 65536"/>
                <a:gd name="T11" fmla="*/ 0 60000 65536"/>
                <a:gd name="T12" fmla="*/ 0 60000 65536"/>
                <a:gd name="T13" fmla="*/ 0 60000 65536"/>
                <a:gd name="T14" fmla="*/ 0 60000 65536"/>
                <a:gd name="T15" fmla="*/ 0 w 441"/>
                <a:gd name="T16" fmla="*/ 0 h 325"/>
                <a:gd name="T17" fmla="*/ 441 w 441"/>
                <a:gd name="T18" fmla="*/ 325 h 325"/>
              </a:gdLst>
              <a:ahLst/>
              <a:cxnLst>
                <a:cxn ang="T10">
                  <a:pos x="T0" y="T1"/>
                </a:cxn>
                <a:cxn ang="T11">
                  <a:pos x="T2" y="T3"/>
                </a:cxn>
                <a:cxn ang="T12">
                  <a:pos x="T4" y="T5"/>
                </a:cxn>
                <a:cxn ang="T13">
                  <a:pos x="T6" y="T7"/>
                </a:cxn>
                <a:cxn ang="T14">
                  <a:pos x="T8" y="T9"/>
                </a:cxn>
              </a:cxnLst>
              <a:rect l="T15" t="T16" r="T17" b="T18"/>
              <a:pathLst>
                <a:path w="441" h="325">
                  <a:moveTo>
                    <a:pt x="441" y="325"/>
                  </a:moveTo>
                  <a:lnTo>
                    <a:pt x="441" y="0"/>
                  </a:lnTo>
                  <a:lnTo>
                    <a:pt x="209" y="0"/>
                  </a:lnTo>
                  <a:lnTo>
                    <a:pt x="209" y="325"/>
                  </a:lnTo>
                  <a:lnTo>
                    <a:pt x="0" y="325"/>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43" name="Line 121">
              <a:extLst>
                <a:ext uri="{FF2B5EF4-FFF2-40B4-BE49-F238E27FC236}">
                  <a16:creationId xmlns:a16="http://schemas.microsoft.com/office/drawing/2014/main" id="{0E33727B-356D-46E4-AA27-7B13B2C4EDE4}"/>
                </a:ext>
              </a:extLst>
            </p:cNvPr>
            <p:cNvSpPr>
              <a:spLocks noChangeShapeType="1"/>
            </p:cNvSpPr>
            <p:nvPr/>
          </p:nvSpPr>
          <p:spPr bwMode="auto">
            <a:xfrm flipH="1">
              <a:off x="4874" y="1889"/>
              <a:ext cx="70" cy="1"/>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44" name="Freeform 122">
              <a:extLst>
                <a:ext uri="{FF2B5EF4-FFF2-40B4-BE49-F238E27FC236}">
                  <a16:creationId xmlns:a16="http://schemas.microsoft.com/office/drawing/2014/main" id="{82CA6299-4B3C-45E4-A499-CEBB887CFB32}"/>
                </a:ext>
              </a:extLst>
            </p:cNvPr>
            <p:cNvSpPr>
              <a:spLocks/>
            </p:cNvSpPr>
            <p:nvPr/>
          </p:nvSpPr>
          <p:spPr bwMode="auto">
            <a:xfrm>
              <a:off x="1162" y="2052"/>
              <a:ext cx="359" cy="162"/>
            </a:xfrm>
            <a:custGeom>
              <a:avLst/>
              <a:gdLst>
                <a:gd name="T0" fmla="*/ 0 w 720"/>
                <a:gd name="T1" fmla="*/ 0 h 325"/>
                <a:gd name="T2" fmla="*/ 0 w 720"/>
                <a:gd name="T3" fmla="*/ 0 h 325"/>
                <a:gd name="T4" fmla="*/ 0 w 720"/>
                <a:gd name="T5" fmla="*/ 0 h 325"/>
                <a:gd name="T6" fmla="*/ 0 w 720"/>
                <a:gd name="T7" fmla="*/ 0 h 325"/>
                <a:gd name="T8" fmla="*/ 0 w 720"/>
                <a:gd name="T9" fmla="*/ 0 h 325"/>
                <a:gd name="T10" fmla="*/ 0 60000 65536"/>
                <a:gd name="T11" fmla="*/ 0 60000 65536"/>
                <a:gd name="T12" fmla="*/ 0 60000 65536"/>
                <a:gd name="T13" fmla="*/ 0 60000 65536"/>
                <a:gd name="T14" fmla="*/ 0 60000 65536"/>
                <a:gd name="T15" fmla="*/ 0 w 720"/>
                <a:gd name="T16" fmla="*/ 0 h 325"/>
                <a:gd name="T17" fmla="*/ 720 w 720"/>
                <a:gd name="T18" fmla="*/ 325 h 325"/>
              </a:gdLst>
              <a:ahLst/>
              <a:cxnLst>
                <a:cxn ang="T10">
                  <a:pos x="T0" y="T1"/>
                </a:cxn>
                <a:cxn ang="T11">
                  <a:pos x="T2" y="T3"/>
                </a:cxn>
                <a:cxn ang="T12">
                  <a:pos x="T4" y="T5"/>
                </a:cxn>
                <a:cxn ang="T13">
                  <a:pos x="T6" y="T7"/>
                </a:cxn>
                <a:cxn ang="T14">
                  <a:pos x="T8" y="T9"/>
                </a:cxn>
              </a:cxnLst>
              <a:rect l="T15" t="T16" r="T17" b="T18"/>
              <a:pathLst>
                <a:path w="720" h="325">
                  <a:moveTo>
                    <a:pt x="720" y="325"/>
                  </a:moveTo>
                  <a:lnTo>
                    <a:pt x="720" y="0"/>
                  </a:lnTo>
                  <a:lnTo>
                    <a:pt x="302" y="0"/>
                  </a:lnTo>
                  <a:lnTo>
                    <a:pt x="302" y="325"/>
                  </a:lnTo>
                  <a:lnTo>
                    <a:pt x="0" y="325"/>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45" name="Freeform 123">
              <a:extLst>
                <a:ext uri="{FF2B5EF4-FFF2-40B4-BE49-F238E27FC236}">
                  <a16:creationId xmlns:a16="http://schemas.microsoft.com/office/drawing/2014/main" id="{5F668E80-BC56-41C6-A3BA-25E89E6CBF1B}"/>
                </a:ext>
              </a:extLst>
            </p:cNvPr>
            <p:cNvSpPr>
              <a:spLocks/>
            </p:cNvSpPr>
            <p:nvPr/>
          </p:nvSpPr>
          <p:spPr bwMode="auto">
            <a:xfrm>
              <a:off x="1521" y="2052"/>
              <a:ext cx="441" cy="162"/>
            </a:xfrm>
            <a:custGeom>
              <a:avLst/>
              <a:gdLst>
                <a:gd name="T0" fmla="*/ 1 w 881"/>
                <a:gd name="T1" fmla="*/ 0 h 325"/>
                <a:gd name="T2" fmla="*/ 1 w 881"/>
                <a:gd name="T3" fmla="*/ 0 h 325"/>
                <a:gd name="T4" fmla="*/ 1 w 881"/>
                <a:gd name="T5" fmla="*/ 0 h 325"/>
                <a:gd name="T6" fmla="*/ 1 w 881"/>
                <a:gd name="T7" fmla="*/ 0 h 325"/>
                <a:gd name="T8" fmla="*/ 0 w 881"/>
                <a:gd name="T9" fmla="*/ 0 h 325"/>
                <a:gd name="T10" fmla="*/ 0 60000 65536"/>
                <a:gd name="T11" fmla="*/ 0 60000 65536"/>
                <a:gd name="T12" fmla="*/ 0 60000 65536"/>
                <a:gd name="T13" fmla="*/ 0 60000 65536"/>
                <a:gd name="T14" fmla="*/ 0 60000 65536"/>
                <a:gd name="T15" fmla="*/ 0 w 881"/>
                <a:gd name="T16" fmla="*/ 0 h 325"/>
                <a:gd name="T17" fmla="*/ 881 w 881"/>
                <a:gd name="T18" fmla="*/ 325 h 325"/>
              </a:gdLst>
              <a:ahLst/>
              <a:cxnLst>
                <a:cxn ang="T10">
                  <a:pos x="T0" y="T1"/>
                </a:cxn>
                <a:cxn ang="T11">
                  <a:pos x="T2" y="T3"/>
                </a:cxn>
                <a:cxn ang="T12">
                  <a:pos x="T4" y="T5"/>
                </a:cxn>
                <a:cxn ang="T13">
                  <a:pos x="T6" y="T7"/>
                </a:cxn>
                <a:cxn ang="T14">
                  <a:pos x="T8" y="T9"/>
                </a:cxn>
              </a:cxnLst>
              <a:rect l="T15" t="T16" r="T17" b="T18"/>
              <a:pathLst>
                <a:path w="881" h="325">
                  <a:moveTo>
                    <a:pt x="881" y="325"/>
                  </a:moveTo>
                  <a:lnTo>
                    <a:pt x="881" y="0"/>
                  </a:lnTo>
                  <a:lnTo>
                    <a:pt x="440" y="0"/>
                  </a:lnTo>
                  <a:lnTo>
                    <a:pt x="440" y="325"/>
                  </a:lnTo>
                  <a:lnTo>
                    <a:pt x="0" y="325"/>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46" name="Freeform 124">
              <a:extLst>
                <a:ext uri="{FF2B5EF4-FFF2-40B4-BE49-F238E27FC236}">
                  <a16:creationId xmlns:a16="http://schemas.microsoft.com/office/drawing/2014/main" id="{34EEBF9D-D2F5-4AA0-B129-982DEAA4158C}"/>
                </a:ext>
              </a:extLst>
            </p:cNvPr>
            <p:cNvSpPr>
              <a:spLocks/>
            </p:cNvSpPr>
            <p:nvPr/>
          </p:nvSpPr>
          <p:spPr bwMode="auto">
            <a:xfrm>
              <a:off x="1962" y="2052"/>
              <a:ext cx="441" cy="162"/>
            </a:xfrm>
            <a:custGeom>
              <a:avLst/>
              <a:gdLst>
                <a:gd name="T0" fmla="*/ 1 w 882"/>
                <a:gd name="T1" fmla="*/ 0 h 325"/>
                <a:gd name="T2" fmla="*/ 1 w 882"/>
                <a:gd name="T3" fmla="*/ 0 h 325"/>
                <a:gd name="T4" fmla="*/ 1 w 882"/>
                <a:gd name="T5" fmla="*/ 0 h 325"/>
                <a:gd name="T6" fmla="*/ 1 w 882"/>
                <a:gd name="T7" fmla="*/ 0 h 325"/>
                <a:gd name="T8" fmla="*/ 0 w 882"/>
                <a:gd name="T9" fmla="*/ 0 h 325"/>
                <a:gd name="T10" fmla="*/ 0 60000 65536"/>
                <a:gd name="T11" fmla="*/ 0 60000 65536"/>
                <a:gd name="T12" fmla="*/ 0 60000 65536"/>
                <a:gd name="T13" fmla="*/ 0 60000 65536"/>
                <a:gd name="T14" fmla="*/ 0 60000 65536"/>
                <a:gd name="T15" fmla="*/ 0 w 882"/>
                <a:gd name="T16" fmla="*/ 0 h 325"/>
                <a:gd name="T17" fmla="*/ 882 w 882"/>
                <a:gd name="T18" fmla="*/ 325 h 325"/>
              </a:gdLst>
              <a:ahLst/>
              <a:cxnLst>
                <a:cxn ang="T10">
                  <a:pos x="T0" y="T1"/>
                </a:cxn>
                <a:cxn ang="T11">
                  <a:pos x="T2" y="T3"/>
                </a:cxn>
                <a:cxn ang="T12">
                  <a:pos x="T4" y="T5"/>
                </a:cxn>
                <a:cxn ang="T13">
                  <a:pos x="T6" y="T7"/>
                </a:cxn>
                <a:cxn ang="T14">
                  <a:pos x="T8" y="T9"/>
                </a:cxn>
              </a:cxnLst>
              <a:rect l="T15" t="T16" r="T17" b="T18"/>
              <a:pathLst>
                <a:path w="882" h="325">
                  <a:moveTo>
                    <a:pt x="882" y="325"/>
                  </a:moveTo>
                  <a:lnTo>
                    <a:pt x="882" y="0"/>
                  </a:lnTo>
                  <a:lnTo>
                    <a:pt x="441" y="0"/>
                  </a:lnTo>
                  <a:lnTo>
                    <a:pt x="441" y="325"/>
                  </a:lnTo>
                  <a:lnTo>
                    <a:pt x="0" y="325"/>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47" name="Freeform 125">
              <a:extLst>
                <a:ext uri="{FF2B5EF4-FFF2-40B4-BE49-F238E27FC236}">
                  <a16:creationId xmlns:a16="http://schemas.microsoft.com/office/drawing/2014/main" id="{C2C9C408-A777-48B2-9AE1-D740AE673AB1}"/>
                </a:ext>
              </a:extLst>
            </p:cNvPr>
            <p:cNvSpPr>
              <a:spLocks/>
            </p:cNvSpPr>
            <p:nvPr/>
          </p:nvSpPr>
          <p:spPr bwMode="auto">
            <a:xfrm>
              <a:off x="2403" y="2052"/>
              <a:ext cx="429" cy="162"/>
            </a:xfrm>
            <a:custGeom>
              <a:avLst/>
              <a:gdLst>
                <a:gd name="T0" fmla="*/ 0 w 859"/>
                <a:gd name="T1" fmla="*/ 0 h 325"/>
                <a:gd name="T2" fmla="*/ 0 w 859"/>
                <a:gd name="T3" fmla="*/ 0 h 325"/>
                <a:gd name="T4" fmla="*/ 0 w 859"/>
                <a:gd name="T5" fmla="*/ 0 h 325"/>
                <a:gd name="T6" fmla="*/ 0 w 859"/>
                <a:gd name="T7" fmla="*/ 0 h 325"/>
                <a:gd name="T8" fmla="*/ 0 w 859"/>
                <a:gd name="T9" fmla="*/ 0 h 325"/>
                <a:gd name="T10" fmla="*/ 0 60000 65536"/>
                <a:gd name="T11" fmla="*/ 0 60000 65536"/>
                <a:gd name="T12" fmla="*/ 0 60000 65536"/>
                <a:gd name="T13" fmla="*/ 0 60000 65536"/>
                <a:gd name="T14" fmla="*/ 0 60000 65536"/>
                <a:gd name="T15" fmla="*/ 0 w 859"/>
                <a:gd name="T16" fmla="*/ 0 h 325"/>
                <a:gd name="T17" fmla="*/ 859 w 859"/>
                <a:gd name="T18" fmla="*/ 325 h 325"/>
              </a:gdLst>
              <a:ahLst/>
              <a:cxnLst>
                <a:cxn ang="T10">
                  <a:pos x="T0" y="T1"/>
                </a:cxn>
                <a:cxn ang="T11">
                  <a:pos x="T2" y="T3"/>
                </a:cxn>
                <a:cxn ang="T12">
                  <a:pos x="T4" y="T5"/>
                </a:cxn>
                <a:cxn ang="T13">
                  <a:pos x="T6" y="T7"/>
                </a:cxn>
                <a:cxn ang="T14">
                  <a:pos x="T8" y="T9"/>
                </a:cxn>
              </a:cxnLst>
              <a:rect l="T15" t="T16" r="T17" b="T18"/>
              <a:pathLst>
                <a:path w="859" h="325">
                  <a:moveTo>
                    <a:pt x="859" y="325"/>
                  </a:moveTo>
                  <a:lnTo>
                    <a:pt x="859" y="0"/>
                  </a:lnTo>
                  <a:lnTo>
                    <a:pt x="418" y="0"/>
                  </a:lnTo>
                  <a:lnTo>
                    <a:pt x="418" y="325"/>
                  </a:lnTo>
                  <a:lnTo>
                    <a:pt x="0" y="325"/>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48" name="Freeform 126">
              <a:extLst>
                <a:ext uri="{FF2B5EF4-FFF2-40B4-BE49-F238E27FC236}">
                  <a16:creationId xmlns:a16="http://schemas.microsoft.com/office/drawing/2014/main" id="{0A9F43F9-21B3-4C65-9BED-0330E4D4902B}"/>
                </a:ext>
              </a:extLst>
            </p:cNvPr>
            <p:cNvSpPr>
              <a:spLocks/>
            </p:cNvSpPr>
            <p:nvPr/>
          </p:nvSpPr>
          <p:spPr bwMode="auto">
            <a:xfrm>
              <a:off x="2832" y="2052"/>
              <a:ext cx="441" cy="162"/>
            </a:xfrm>
            <a:custGeom>
              <a:avLst/>
              <a:gdLst>
                <a:gd name="T0" fmla="*/ 1 w 882"/>
                <a:gd name="T1" fmla="*/ 0 h 325"/>
                <a:gd name="T2" fmla="*/ 1 w 882"/>
                <a:gd name="T3" fmla="*/ 0 h 325"/>
                <a:gd name="T4" fmla="*/ 1 w 882"/>
                <a:gd name="T5" fmla="*/ 0 h 325"/>
                <a:gd name="T6" fmla="*/ 1 w 882"/>
                <a:gd name="T7" fmla="*/ 0 h 325"/>
                <a:gd name="T8" fmla="*/ 0 w 882"/>
                <a:gd name="T9" fmla="*/ 0 h 325"/>
                <a:gd name="T10" fmla="*/ 0 60000 65536"/>
                <a:gd name="T11" fmla="*/ 0 60000 65536"/>
                <a:gd name="T12" fmla="*/ 0 60000 65536"/>
                <a:gd name="T13" fmla="*/ 0 60000 65536"/>
                <a:gd name="T14" fmla="*/ 0 60000 65536"/>
                <a:gd name="T15" fmla="*/ 0 w 882"/>
                <a:gd name="T16" fmla="*/ 0 h 325"/>
                <a:gd name="T17" fmla="*/ 882 w 882"/>
                <a:gd name="T18" fmla="*/ 325 h 325"/>
              </a:gdLst>
              <a:ahLst/>
              <a:cxnLst>
                <a:cxn ang="T10">
                  <a:pos x="T0" y="T1"/>
                </a:cxn>
                <a:cxn ang="T11">
                  <a:pos x="T2" y="T3"/>
                </a:cxn>
                <a:cxn ang="T12">
                  <a:pos x="T4" y="T5"/>
                </a:cxn>
                <a:cxn ang="T13">
                  <a:pos x="T6" y="T7"/>
                </a:cxn>
                <a:cxn ang="T14">
                  <a:pos x="T8" y="T9"/>
                </a:cxn>
              </a:cxnLst>
              <a:rect l="T15" t="T16" r="T17" b="T18"/>
              <a:pathLst>
                <a:path w="882" h="325">
                  <a:moveTo>
                    <a:pt x="882" y="325"/>
                  </a:moveTo>
                  <a:lnTo>
                    <a:pt x="882" y="0"/>
                  </a:lnTo>
                  <a:lnTo>
                    <a:pt x="441" y="0"/>
                  </a:lnTo>
                  <a:lnTo>
                    <a:pt x="441" y="325"/>
                  </a:lnTo>
                  <a:lnTo>
                    <a:pt x="0" y="325"/>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49" name="Freeform 127">
              <a:extLst>
                <a:ext uri="{FF2B5EF4-FFF2-40B4-BE49-F238E27FC236}">
                  <a16:creationId xmlns:a16="http://schemas.microsoft.com/office/drawing/2014/main" id="{7D47038B-E2DD-4CE4-A84F-3095485EE78A}"/>
                </a:ext>
              </a:extLst>
            </p:cNvPr>
            <p:cNvSpPr>
              <a:spLocks/>
            </p:cNvSpPr>
            <p:nvPr/>
          </p:nvSpPr>
          <p:spPr bwMode="auto">
            <a:xfrm>
              <a:off x="3273" y="2052"/>
              <a:ext cx="430" cy="162"/>
            </a:xfrm>
            <a:custGeom>
              <a:avLst/>
              <a:gdLst>
                <a:gd name="T0" fmla="*/ 1 w 858"/>
                <a:gd name="T1" fmla="*/ 0 h 325"/>
                <a:gd name="T2" fmla="*/ 1 w 858"/>
                <a:gd name="T3" fmla="*/ 0 h 325"/>
                <a:gd name="T4" fmla="*/ 1 w 858"/>
                <a:gd name="T5" fmla="*/ 0 h 325"/>
                <a:gd name="T6" fmla="*/ 1 w 858"/>
                <a:gd name="T7" fmla="*/ 0 h 325"/>
                <a:gd name="T8" fmla="*/ 0 w 858"/>
                <a:gd name="T9" fmla="*/ 0 h 325"/>
                <a:gd name="T10" fmla="*/ 0 60000 65536"/>
                <a:gd name="T11" fmla="*/ 0 60000 65536"/>
                <a:gd name="T12" fmla="*/ 0 60000 65536"/>
                <a:gd name="T13" fmla="*/ 0 60000 65536"/>
                <a:gd name="T14" fmla="*/ 0 60000 65536"/>
                <a:gd name="T15" fmla="*/ 0 w 858"/>
                <a:gd name="T16" fmla="*/ 0 h 325"/>
                <a:gd name="T17" fmla="*/ 858 w 858"/>
                <a:gd name="T18" fmla="*/ 325 h 325"/>
              </a:gdLst>
              <a:ahLst/>
              <a:cxnLst>
                <a:cxn ang="T10">
                  <a:pos x="T0" y="T1"/>
                </a:cxn>
                <a:cxn ang="T11">
                  <a:pos x="T2" y="T3"/>
                </a:cxn>
                <a:cxn ang="T12">
                  <a:pos x="T4" y="T5"/>
                </a:cxn>
                <a:cxn ang="T13">
                  <a:pos x="T6" y="T7"/>
                </a:cxn>
                <a:cxn ang="T14">
                  <a:pos x="T8" y="T9"/>
                </a:cxn>
              </a:cxnLst>
              <a:rect l="T15" t="T16" r="T17" b="T18"/>
              <a:pathLst>
                <a:path w="858" h="325">
                  <a:moveTo>
                    <a:pt x="858" y="325"/>
                  </a:moveTo>
                  <a:lnTo>
                    <a:pt x="858" y="0"/>
                  </a:lnTo>
                  <a:lnTo>
                    <a:pt x="440" y="0"/>
                  </a:lnTo>
                  <a:lnTo>
                    <a:pt x="440" y="325"/>
                  </a:lnTo>
                  <a:lnTo>
                    <a:pt x="0" y="325"/>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50" name="Freeform 128">
              <a:extLst>
                <a:ext uri="{FF2B5EF4-FFF2-40B4-BE49-F238E27FC236}">
                  <a16:creationId xmlns:a16="http://schemas.microsoft.com/office/drawing/2014/main" id="{637276D2-CC9A-4B02-91FB-4007FA7544B2}"/>
                </a:ext>
              </a:extLst>
            </p:cNvPr>
            <p:cNvSpPr>
              <a:spLocks/>
            </p:cNvSpPr>
            <p:nvPr/>
          </p:nvSpPr>
          <p:spPr bwMode="auto">
            <a:xfrm>
              <a:off x="3703" y="2052"/>
              <a:ext cx="406" cy="162"/>
            </a:xfrm>
            <a:custGeom>
              <a:avLst/>
              <a:gdLst>
                <a:gd name="T0" fmla="*/ 1 w 812"/>
                <a:gd name="T1" fmla="*/ 0 h 325"/>
                <a:gd name="T2" fmla="*/ 1 w 812"/>
                <a:gd name="T3" fmla="*/ 0 h 325"/>
                <a:gd name="T4" fmla="*/ 1 w 812"/>
                <a:gd name="T5" fmla="*/ 0 h 325"/>
                <a:gd name="T6" fmla="*/ 1 w 812"/>
                <a:gd name="T7" fmla="*/ 0 h 325"/>
                <a:gd name="T8" fmla="*/ 0 w 812"/>
                <a:gd name="T9" fmla="*/ 0 h 325"/>
                <a:gd name="T10" fmla="*/ 0 60000 65536"/>
                <a:gd name="T11" fmla="*/ 0 60000 65536"/>
                <a:gd name="T12" fmla="*/ 0 60000 65536"/>
                <a:gd name="T13" fmla="*/ 0 60000 65536"/>
                <a:gd name="T14" fmla="*/ 0 60000 65536"/>
                <a:gd name="T15" fmla="*/ 0 w 812"/>
                <a:gd name="T16" fmla="*/ 0 h 325"/>
                <a:gd name="T17" fmla="*/ 812 w 812"/>
                <a:gd name="T18" fmla="*/ 325 h 325"/>
              </a:gdLst>
              <a:ahLst/>
              <a:cxnLst>
                <a:cxn ang="T10">
                  <a:pos x="T0" y="T1"/>
                </a:cxn>
                <a:cxn ang="T11">
                  <a:pos x="T2" y="T3"/>
                </a:cxn>
                <a:cxn ang="T12">
                  <a:pos x="T4" y="T5"/>
                </a:cxn>
                <a:cxn ang="T13">
                  <a:pos x="T6" y="T7"/>
                </a:cxn>
                <a:cxn ang="T14">
                  <a:pos x="T8" y="T9"/>
                </a:cxn>
              </a:cxnLst>
              <a:rect l="T15" t="T16" r="T17" b="T18"/>
              <a:pathLst>
                <a:path w="812" h="325">
                  <a:moveTo>
                    <a:pt x="812" y="325"/>
                  </a:moveTo>
                  <a:lnTo>
                    <a:pt x="812" y="0"/>
                  </a:lnTo>
                  <a:lnTo>
                    <a:pt x="371" y="0"/>
                  </a:lnTo>
                  <a:lnTo>
                    <a:pt x="371" y="325"/>
                  </a:lnTo>
                  <a:lnTo>
                    <a:pt x="0" y="325"/>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51" name="Freeform 129">
              <a:extLst>
                <a:ext uri="{FF2B5EF4-FFF2-40B4-BE49-F238E27FC236}">
                  <a16:creationId xmlns:a16="http://schemas.microsoft.com/office/drawing/2014/main" id="{1619EF37-C84F-46F8-A5BD-2EFC4BF45077}"/>
                </a:ext>
              </a:extLst>
            </p:cNvPr>
            <p:cNvSpPr>
              <a:spLocks/>
            </p:cNvSpPr>
            <p:nvPr/>
          </p:nvSpPr>
          <p:spPr bwMode="auto">
            <a:xfrm>
              <a:off x="4109" y="2052"/>
              <a:ext cx="429" cy="162"/>
            </a:xfrm>
            <a:custGeom>
              <a:avLst/>
              <a:gdLst>
                <a:gd name="T0" fmla="*/ 0 w 859"/>
                <a:gd name="T1" fmla="*/ 0 h 325"/>
                <a:gd name="T2" fmla="*/ 0 w 859"/>
                <a:gd name="T3" fmla="*/ 0 h 325"/>
                <a:gd name="T4" fmla="*/ 0 w 859"/>
                <a:gd name="T5" fmla="*/ 0 h 325"/>
                <a:gd name="T6" fmla="*/ 0 w 859"/>
                <a:gd name="T7" fmla="*/ 0 h 325"/>
                <a:gd name="T8" fmla="*/ 0 w 859"/>
                <a:gd name="T9" fmla="*/ 0 h 325"/>
                <a:gd name="T10" fmla="*/ 0 60000 65536"/>
                <a:gd name="T11" fmla="*/ 0 60000 65536"/>
                <a:gd name="T12" fmla="*/ 0 60000 65536"/>
                <a:gd name="T13" fmla="*/ 0 60000 65536"/>
                <a:gd name="T14" fmla="*/ 0 60000 65536"/>
                <a:gd name="T15" fmla="*/ 0 w 859"/>
                <a:gd name="T16" fmla="*/ 0 h 325"/>
                <a:gd name="T17" fmla="*/ 859 w 859"/>
                <a:gd name="T18" fmla="*/ 325 h 325"/>
              </a:gdLst>
              <a:ahLst/>
              <a:cxnLst>
                <a:cxn ang="T10">
                  <a:pos x="T0" y="T1"/>
                </a:cxn>
                <a:cxn ang="T11">
                  <a:pos x="T2" y="T3"/>
                </a:cxn>
                <a:cxn ang="T12">
                  <a:pos x="T4" y="T5"/>
                </a:cxn>
                <a:cxn ang="T13">
                  <a:pos x="T6" y="T7"/>
                </a:cxn>
                <a:cxn ang="T14">
                  <a:pos x="T8" y="T9"/>
                </a:cxn>
              </a:cxnLst>
              <a:rect l="T15" t="T16" r="T17" b="T18"/>
              <a:pathLst>
                <a:path w="859" h="325">
                  <a:moveTo>
                    <a:pt x="859" y="325"/>
                  </a:moveTo>
                  <a:lnTo>
                    <a:pt x="859" y="0"/>
                  </a:lnTo>
                  <a:lnTo>
                    <a:pt x="441" y="0"/>
                  </a:lnTo>
                  <a:lnTo>
                    <a:pt x="441" y="325"/>
                  </a:lnTo>
                  <a:lnTo>
                    <a:pt x="0" y="325"/>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52" name="Freeform 130">
              <a:extLst>
                <a:ext uri="{FF2B5EF4-FFF2-40B4-BE49-F238E27FC236}">
                  <a16:creationId xmlns:a16="http://schemas.microsoft.com/office/drawing/2014/main" id="{5AB216FE-0395-48B8-A641-457C6E0C87AB}"/>
                </a:ext>
              </a:extLst>
            </p:cNvPr>
            <p:cNvSpPr>
              <a:spLocks/>
            </p:cNvSpPr>
            <p:nvPr/>
          </p:nvSpPr>
          <p:spPr bwMode="auto">
            <a:xfrm>
              <a:off x="4538" y="2052"/>
              <a:ext cx="406" cy="162"/>
            </a:xfrm>
            <a:custGeom>
              <a:avLst/>
              <a:gdLst>
                <a:gd name="T0" fmla="*/ 1 w 812"/>
                <a:gd name="T1" fmla="*/ 0 h 325"/>
                <a:gd name="T2" fmla="*/ 1 w 812"/>
                <a:gd name="T3" fmla="*/ 0 h 325"/>
                <a:gd name="T4" fmla="*/ 1 w 812"/>
                <a:gd name="T5" fmla="*/ 0 h 325"/>
                <a:gd name="T6" fmla="*/ 1 w 812"/>
                <a:gd name="T7" fmla="*/ 0 h 325"/>
                <a:gd name="T8" fmla="*/ 0 w 812"/>
                <a:gd name="T9" fmla="*/ 0 h 325"/>
                <a:gd name="T10" fmla="*/ 0 60000 65536"/>
                <a:gd name="T11" fmla="*/ 0 60000 65536"/>
                <a:gd name="T12" fmla="*/ 0 60000 65536"/>
                <a:gd name="T13" fmla="*/ 0 60000 65536"/>
                <a:gd name="T14" fmla="*/ 0 60000 65536"/>
                <a:gd name="T15" fmla="*/ 0 w 812"/>
                <a:gd name="T16" fmla="*/ 0 h 325"/>
                <a:gd name="T17" fmla="*/ 812 w 812"/>
                <a:gd name="T18" fmla="*/ 325 h 325"/>
              </a:gdLst>
              <a:ahLst/>
              <a:cxnLst>
                <a:cxn ang="T10">
                  <a:pos x="T0" y="T1"/>
                </a:cxn>
                <a:cxn ang="T11">
                  <a:pos x="T2" y="T3"/>
                </a:cxn>
                <a:cxn ang="T12">
                  <a:pos x="T4" y="T5"/>
                </a:cxn>
                <a:cxn ang="T13">
                  <a:pos x="T6" y="T7"/>
                </a:cxn>
                <a:cxn ang="T14">
                  <a:pos x="T8" y="T9"/>
                </a:cxn>
              </a:cxnLst>
              <a:rect l="T15" t="T16" r="T17" b="T18"/>
              <a:pathLst>
                <a:path w="812" h="325">
                  <a:moveTo>
                    <a:pt x="812" y="0"/>
                  </a:moveTo>
                  <a:lnTo>
                    <a:pt x="812" y="0"/>
                  </a:lnTo>
                  <a:lnTo>
                    <a:pt x="441" y="0"/>
                  </a:lnTo>
                  <a:lnTo>
                    <a:pt x="441" y="325"/>
                  </a:lnTo>
                  <a:lnTo>
                    <a:pt x="0" y="325"/>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53" name="Freeform 131">
              <a:extLst>
                <a:ext uri="{FF2B5EF4-FFF2-40B4-BE49-F238E27FC236}">
                  <a16:creationId xmlns:a16="http://schemas.microsoft.com/office/drawing/2014/main" id="{C9345A08-2965-4D15-AA0E-8962DCA63BE9}"/>
                </a:ext>
              </a:extLst>
            </p:cNvPr>
            <p:cNvSpPr>
              <a:spLocks/>
            </p:cNvSpPr>
            <p:nvPr/>
          </p:nvSpPr>
          <p:spPr bwMode="auto">
            <a:xfrm>
              <a:off x="1162" y="2377"/>
              <a:ext cx="800" cy="174"/>
            </a:xfrm>
            <a:custGeom>
              <a:avLst/>
              <a:gdLst>
                <a:gd name="T0" fmla="*/ 0 w 1601"/>
                <a:gd name="T1" fmla="*/ 0 h 349"/>
                <a:gd name="T2" fmla="*/ 0 w 1601"/>
                <a:gd name="T3" fmla="*/ 0 h 349"/>
                <a:gd name="T4" fmla="*/ 0 w 1601"/>
                <a:gd name="T5" fmla="*/ 0 h 349"/>
                <a:gd name="T6" fmla="*/ 0 w 1601"/>
                <a:gd name="T7" fmla="*/ 0 h 349"/>
                <a:gd name="T8" fmla="*/ 0 w 1601"/>
                <a:gd name="T9" fmla="*/ 0 h 349"/>
                <a:gd name="T10" fmla="*/ 0 60000 65536"/>
                <a:gd name="T11" fmla="*/ 0 60000 65536"/>
                <a:gd name="T12" fmla="*/ 0 60000 65536"/>
                <a:gd name="T13" fmla="*/ 0 60000 65536"/>
                <a:gd name="T14" fmla="*/ 0 60000 65536"/>
                <a:gd name="T15" fmla="*/ 0 w 1601"/>
                <a:gd name="T16" fmla="*/ 0 h 349"/>
                <a:gd name="T17" fmla="*/ 1601 w 1601"/>
                <a:gd name="T18" fmla="*/ 349 h 349"/>
              </a:gdLst>
              <a:ahLst/>
              <a:cxnLst>
                <a:cxn ang="T10">
                  <a:pos x="T0" y="T1"/>
                </a:cxn>
                <a:cxn ang="T11">
                  <a:pos x="T2" y="T3"/>
                </a:cxn>
                <a:cxn ang="T12">
                  <a:pos x="T4" y="T5"/>
                </a:cxn>
                <a:cxn ang="T13">
                  <a:pos x="T6" y="T7"/>
                </a:cxn>
                <a:cxn ang="T14">
                  <a:pos x="T8" y="T9"/>
                </a:cxn>
              </a:cxnLst>
              <a:rect l="T15" t="T16" r="T17" b="T18"/>
              <a:pathLst>
                <a:path w="1601" h="349">
                  <a:moveTo>
                    <a:pt x="1601" y="349"/>
                  </a:moveTo>
                  <a:lnTo>
                    <a:pt x="1601" y="0"/>
                  </a:lnTo>
                  <a:lnTo>
                    <a:pt x="743" y="0"/>
                  </a:lnTo>
                  <a:lnTo>
                    <a:pt x="743" y="349"/>
                  </a:lnTo>
                  <a:lnTo>
                    <a:pt x="0" y="349"/>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54" name="Freeform 132">
              <a:extLst>
                <a:ext uri="{FF2B5EF4-FFF2-40B4-BE49-F238E27FC236}">
                  <a16:creationId xmlns:a16="http://schemas.microsoft.com/office/drawing/2014/main" id="{541116CA-2928-4F28-9E65-9A3264ADE2D3}"/>
                </a:ext>
              </a:extLst>
            </p:cNvPr>
            <p:cNvSpPr>
              <a:spLocks/>
            </p:cNvSpPr>
            <p:nvPr/>
          </p:nvSpPr>
          <p:spPr bwMode="auto">
            <a:xfrm>
              <a:off x="1962" y="2377"/>
              <a:ext cx="870" cy="174"/>
            </a:xfrm>
            <a:custGeom>
              <a:avLst/>
              <a:gdLst>
                <a:gd name="T0" fmla="*/ 0 w 1741"/>
                <a:gd name="T1" fmla="*/ 0 h 349"/>
                <a:gd name="T2" fmla="*/ 0 w 1741"/>
                <a:gd name="T3" fmla="*/ 0 h 349"/>
                <a:gd name="T4" fmla="*/ 0 w 1741"/>
                <a:gd name="T5" fmla="*/ 0 h 349"/>
                <a:gd name="T6" fmla="*/ 0 w 1741"/>
                <a:gd name="T7" fmla="*/ 0 h 349"/>
                <a:gd name="T8" fmla="*/ 0 w 1741"/>
                <a:gd name="T9" fmla="*/ 0 h 349"/>
                <a:gd name="T10" fmla="*/ 0 60000 65536"/>
                <a:gd name="T11" fmla="*/ 0 60000 65536"/>
                <a:gd name="T12" fmla="*/ 0 60000 65536"/>
                <a:gd name="T13" fmla="*/ 0 60000 65536"/>
                <a:gd name="T14" fmla="*/ 0 60000 65536"/>
                <a:gd name="T15" fmla="*/ 0 w 1741"/>
                <a:gd name="T16" fmla="*/ 0 h 349"/>
                <a:gd name="T17" fmla="*/ 1741 w 1741"/>
                <a:gd name="T18" fmla="*/ 349 h 349"/>
              </a:gdLst>
              <a:ahLst/>
              <a:cxnLst>
                <a:cxn ang="T10">
                  <a:pos x="T0" y="T1"/>
                </a:cxn>
                <a:cxn ang="T11">
                  <a:pos x="T2" y="T3"/>
                </a:cxn>
                <a:cxn ang="T12">
                  <a:pos x="T4" y="T5"/>
                </a:cxn>
                <a:cxn ang="T13">
                  <a:pos x="T6" y="T7"/>
                </a:cxn>
                <a:cxn ang="T14">
                  <a:pos x="T8" y="T9"/>
                </a:cxn>
              </a:cxnLst>
              <a:rect l="T15" t="T16" r="T17" b="T18"/>
              <a:pathLst>
                <a:path w="1741" h="349">
                  <a:moveTo>
                    <a:pt x="1741" y="349"/>
                  </a:moveTo>
                  <a:lnTo>
                    <a:pt x="1741" y="0"/>
                  </a:lnTo>
                  <a:lnTo>
                    <a:pt x="882" y="0"/>
                  </a:lnTo>
                  <a:lnTo>
                    <a:pt x="882" y="349"/>
                  </a:lnTo>
                  <a:lnTo>
                    <a:pt x="0" y="349"/>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55" name="Freeform 133">
              <a:extLst>
                <a:ext uri="{FF2B5EF4-FFF2-40B4-BE49-F238E27FC236}">
                  <a16:creationId xmlns:a16="http://schemas.microsoft.com/office/drawing/2014/main" id="{60FE2042-8466-41CA-A73E-A4814FF27674}"/>
                </a:ext>
              </a:extLst>
            </p:cNvPr>
            <p:cNvSpPr>
              <a:spLocks/>
            </p:cNvSpPr>
            <p:nvPr/>
          </p:nvSpPr>
          <p:spPr bwMode="auto">
            <a:xfrm>
              <a:off x="2832" y="2377"/>
              <a:ext cx="882" cy="174"/>
            </a:xfrm>
            <a:custGeom>
              <a:avLst/>
              <a:gdLst>
                <a:gd name="T0" fmla="*/ 1 w 1763"/>
                <a:gd name="T1" fmla="*/ 0 h 349"/>
                <a:gd name="T2" fmla="*/ 1 w 1763"/>
                <a:gd name="T3" fmla="*/ 0 h 349"/>
                <a:gd name="T4" fmla="*/ 1 w 1763"/>
                <a:gd name="T5" fmla="*/ 0 h 349"/>
                <a:gd name="T6" fmla="*/ 1 w 1763"/>
                <a:gd name="T7" fmla="*/ 0 h 349"/>
                <a:gd name="T8" fmla="*/ 0 w 1763"/>
                <a:gd name="T9" fmla="*/ 0 h 349"/>
                <a:gd name="T10" fmla="*/ 0 60000 65536"/>
                <a:gd name="T11" fmla="*/ 0 60000 65536"/>
                <a:gd name="T12" fmla="*/ 0 60000 65536"/>
                <a:gd name="T13" fmla="*/ 0 60000 65536"/>
                <a:gd name="T14" fmla="*/ 0 60000 65536"/>
                <a:gd name="T15" fmla="*/ 0 w 1763"/>
                <a:gd name="T16" fmla="*/ 0 h 349"/>
                <a:gd name="T17" fmla="*/ 1763 w 1763"/>
                <a:gd name="T18" fmla="*/ 349 h 349"/>
              </a:gdLst>
              <a:ahLst/>
              <a:cxnLst>
                <a:cxn ang="T10">
                  <a:pos x="T0" y="T1"/>
                </a:cxn>
                <a:cxn ang="T11">
                  <a:pos x="T2" y="T3"/>
                </a:cxn>
                <a:cxn ang="T12">
                  <a:pos x="T4" y="T5"/>
                </a:cxn>
                <a:cxn ang="T13">
                  <a:pos x="T6" y="T7"/>
                </a:cxn>
                <a:cxn ang="T14">
                  <a:pos x="T8" y="T9"/>
                </a:cxn>
              </a:cxnLst>
              <a:rect l="T15" t="T16" r="T17" b="T18"/>
              <a:pathLst>
                <a:path w="1763" h="349">
                  <a:moveTo>
                    <a:pt x="1763" y="349"/>
                  </a:moveTo>
                  <a:lnTo>
                    <a:pt x="1763" y="0"/>
                  </a:lnTo>
                  <a:lnTo>
                    <a:pt x="882" y="0"/>
                  </a:lnTo>
                  <a:lnTo>
                    <a:pt x="882" y="349"/>
                  </a:lnTo>
                  <a:lnTo>
                    <a:pt x="0" y="349"/>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56" name="Freeform 134">
              <a:extLst>
                <a:ext uri="{FF2B5EF4-FFF2-40B4-BE49-F238E27FC236}">
                  <a16:creationId xmlns:a16="http://schemas.microsoft.com/office/drawing/2014/main" id="{4C385437-F11F-4220-A5BF-EFBB9F00734B}"/>
                </a:ext>
              </a:extLst>
            </p:cNvPr>
            <p:cNvSpPr>
              <a:spLocks/>
            </p:cNvSpPr>
            <p:nvPr/>
          </p:nvSpPr>
          <p:spPr bwMode="auto">
            <a:xfrm>
              <a:off x="3714" y="2377"/>
              <a:ext cx="870" cy="174"/>
            </a:xfrm>
            <a:custGeom>
              <a:avLst/>
              <a:gdLst>
                <a:gd name="T0" fmla="*/ 0 w 1741"/>
                <a:gd name="T1" fmla="*/ 0 h 349"/>
                <a:gd name="T2" fmla="*/ 0 w 1741"/>
                <a:gd name="T3" fmla="*/ 0 h 349"/>
                <a:gd name="T4" fmla="*/ 0 w 1741"/>
                <a:gd name="T5" fmla="*/ 0 h 349"/>
                <a:gd name="T6" fmla="*/ 0 w 1741"/>
                <a:gd name="T7" fmla="*/ 0 h 349"/>
                <a:gd name="T8" fmla="*/ 0 w 1741"/>
                <a:gd name="T9" fmla="*/ 0 h 349"/>
                <a:gd name="T10" fmla="*/ 0 60000 65536"/>
                <a:gd name="T11" fmla="*/ 0 60000 65536"/>
                <a:gd name="T12" fmla="*/ 0 60000 65536"/>
                <a:gd name="T13" fmla="*/ 0 60000 65536"/>
                <a:gd name="T14" fmla="*/ 0 60000 65536"/>
                <a:gd name="T15" fmla="*/ 0 w 1741"/>
                <a:gd name="T16" fmla="*/ 0 h 349"/>
                <a:gd name="T17" fmla="*/ 1741 w 1741"/>
                <a:gd name="T18" fmla="*/ 349 h 349"/>
              </a:gdLst>
              <a:ahLst/>
              <a:cxnLst>
                <a:cxn ang="T10">
                  <a:pos x="T0" y="T1"/>
                </a:cxn>
                <a:cxn ang="T11">
                  <a:pos x="T2" y="T3"/>
                </a:cxn>
                <a:cxn ang="T12">
                  <a:pos x="T4" y="T5"/>
                </a:cxn>
                <a:cxn ang="T13">
                  <a:pos x="T6" y="T7"/>
                </a:cxn>
                <a:cxn ang="T14">
                  <a:pos x="T8" y="T9"/>
                </a:cxn>
              </a:cxnLst>
              <a:rect l="T15" t="T16" r="T17" b="T18"/>
              <a:pathLst>
                <a:path w="1741" h="349">
                  <a:moveTo>
                    <a:pt x="1741" y="349"/>
                  </a:moveTo>
                  <a:lnTo>
                    <a:pt x="1741" y="0"/>
                  </a:lnTo>
                  <a:lnTo>
                    <a:pt x="859" y="0"/>
                  </a:lnTo>
                  <a:lnTo>
                    <a:pt x="859" y="349"/>
                  </a:lnTo>
                  <a:lnTo>
                    <a:pt x="0" y="349"/>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57" name="Line 135">
              <a:extLst>
                <a:ext uri="{FF2B5EF4-FFF2-40B4-BE49-F238E27FC236}">
                  <a16:creationId xmlns:a16="http://schemas.microsoft.com/office/drawing/2014/main" id="{E82A89AF-C67E-465A-AAEA-42CC8EF6998E}"/>
                </a:ext>
              </a:extLst>
            </p:cNvPr>
            <p:cNvSpPr>
              <a:spLocks noChangeShapeType="1"/>
            </p:cNvSpPr>
            <p:nvPr/>
          </p:nvSpPr>
          <p:spPr bwMode="auto">
            <a:xfrm flipH="1">
              <a:off x="4584" y="2551"/>
              <a:ext cx="360" cy="1"/>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58" name="Freeform 136">
              <a:extLst>
                <a:ext uri="{FF2B5EF4-FFF2-40B4-BE49-F238E27FC236}">
                  <a16:creationId xmlns:a16="http://schemas.microsoft.com/office/drawing/2014/main" id="{D57825C1-85E6-4E8E-96DE-7F092E04503E}"/>
                </a:ext>
              </a:extLst>
            </p:cNvPr>
            <p:cNvSpPr>
              <a:spLocks/>
            </p:cNvSpPr>
            <p:nvPr/>
          </p:nvSpPr>
          <p:spPr bwMode="auto">
            <a:xfrm>
              <a:off x="1162" y="2713"/>
              <a:ext cx="3782" cy="163"/>
            </a:xfrm>
            <a:custGeom>
              <a:avLst/>
              <a:gdLst>
                <a:gd name="T0" fmla="*/ 0 w 7565"/>
                <a:gd name="T1" fmla="*/ 1 h 325"/>
                <a:gd name="T2" fmla="*/ 0 w 7565"/>
                <a:gd name="T3" fmla="*/ 1 h 325"/>
                <a:gd name="T4" fmla="*/ 0 w 7565"/>
                <a:gd name="T5" fmla="*/ 0 h 325"/>
                <a:gd name="T6" fmla="*/ 0 w 7565"/>
                <a:gd name="T7" fmla="*/ 0 h 325"/>
                <a:gd name="T8" fmla="*/ 0 w 7565"/>
                <a:gd name="T9" fmla="*/ 1 h 325"/>
                <a:gd name="T10" fmla="*/ 0 w 7565"/>
                <a:gd name="T11" fmla="*/ 1 h 325"/>
                <a:gd name="T12" fmla="*/ 0 w 7565"/>
                <a:gd name="T13" fmla="*/ 0 h 325"/>
                <a:gd name="T14" fmla="*/ 0 w 7565"/>
                <a:gd name="T15" fmla="*/ 0 h 325"/>
                <a:gd name="T16" fmla="*/ 0 w 7565"/>
                <a:gd name="T17" fmla="*/ 1 h 325"/>
                <a:gd name="T18" fmla="*/ 0 w 7565"/>
                <a:gd name="T19" fmla="*/ 1 h 3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565"/>
                <a:gd name="T31" fmla="*/ 0 h 325"/>
                <a:gd name="T32" fmla="*/ 7565 w 7565"/>
                <a:gd name="T33" fmla="*/ 325 h 3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565" h="325">
                  <a:moveTo>
                    <a:pt x="7565" y="325"/>
                  </a:moveTo>
                  <a:lnTo>
                    <a:pt x="6846" y="325"/>
                  </a:lnTo>
                  <a:lnTo>
                    <a:pt x="6846" y="0"/>
                  </a:lnTo>
                  <a:lnTo>
                    <a:pt x="5105" y="0"/>
                  </a:lnTo>
                  <a:lnTo>
                    <a:pt x="5105" y="325"/>
                  </a:lnTo>
                  <a:lnTo>
                    <a:pt x="3342" y="325"/>
                  </a:lnTo>
                  <a:lnTo>
                    <a:pt x="3342" y="0"/>
                  </a:lnTo>
                  <a:lnTo>
                    <a:pt x="1601" y="0"/>
                  </a:lnTo>
                  <a:lnTo>
                    <a:pt x="1601" y="325"/>
                  </a:lnTo>
                  <a:lnTo>
                    <a:pt x="0" y="325"/>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59" name="Freeform 137">
              <a:extLst>
                <a:ext uri="{FF2B5EF4-FFF2-40B4-BE49-F238E27FC236}">
                  <a16:creationId xmlns:a16="http://schemas.microsoft.com/office/drawing/2014/main" id="{8C113A39-45B0-4D93-B6FF-CC00DF732997}"/>
                </a:ext>
              </a:extLst>
            </p:cNvPr>
            <p:cNvSpPr>
              <a:spLocks/>
            </p:cNvSpPr>
            <p:nvPr/>
          </p:nvSpPr>
          <p:spPr bwMode="auto">
            <a:xfrm>
              <a:off x="1162" y="3038"/>
              <a:ext cx="3782" cy="163"/>
            </a:xfrm>
            <a:custGeom>
              <a:avLst/>
              <a:gdLst>
                <a:gd name="T0" fmla="*/ 0 w 7565"/>
                <a:gd name="T1" fmla="*/ 1 h 325"/>
                <a:gd name="T2" fmla="*/ 0 w 7565"/>
                <a:gd name="T3" fmla="*/ 1 h 325"/>
                <a:gd name="T4" fmla="*/ 0 w 7565"/>
                <a:gd name="T5" fmla="*/ 0 h 325"/>
                <a:gd name="T6" fmla="*/ 0 w 7565"/>
                <a:gd name="T7" fmla="*/ 0 h 325"/>
                <a:gd name="T8" fmla="*/ 0 w 7565"/>
                <a:gd name="T9" fmla="*/ 1 h 325"/>
                <a:gd name="T10" fmla="*/ 0 w 7565"/>
                <a:gd name="T11" fmla="*/ 1 h 325"/>
                <a:gd name="T12" fmla="*/ 0 60000 65536"/>
                <a:gd name="T13" fmla="*/ 0 60000 65536"/>
                <a:gd name="T14" fmla="*/ 0 60000 65536"/>
                <a:gd name="T15" fmla="*/ 0 60000 65536"/>
                <a:gd name="T16" fmla="*/ 0 60000 65536"/>
                <a:gd name="T17" fmla="*/ 0 60000 65536"/>
                <a:gd name="T18" fmla="*/ 0 w 7565"/>
                <a:gd name="T19" fmla="*/ 0 h 325"/>
                <a:gd name="T20" fmla="*/ 7565 w 7565"/>
                <a:gd name="T21" fmla="*/ 325 h 325"/>
              </a:gdLst>
              <a:ahLst/>
              <a:cxnLst>
                <a:cxn ang="T12">
                  <a:pos x="T0" y="T1"/>
                </a:cxn>
                <a:cxn ang="T13">
                  <a:pos x="T2" y="T3"/>
                </a:cxn>
                <a:cxn ang="T14">
                  <a:pos x="T4" y="T5"/>
                </a:cxn>
                <a:cxn ang="T15">
                  <a:pos x="T6" y="T7"/>
                </a:cxn>
                <a:cxn ang="T16">
                  <a:pos x="T8" y="T9"/>
                </a:cxn>
                <a:cxn ang="T17">
                  <a:pos x="T10" y="T11"/>
                </a:cxn>
              </a:cxnLst>
              <a:rect l="T18" t="T19" r="T20" b="T21"/>
              <a:pathLst>
                <a:path w="7565" h="325">
                  <a:moveTo>
                    <a:pt x="7565" y="325"/>
                  </a:moveTo>
                  <a:lnTo>
                    <a:pt x="6846" y="325"/>
                  </a:lnTo>
                  <a:lnTo>
                    <a:pt x="6846" y="0"/>
                  </a:lnTo>
                  <a:lnTo>
                    <a:pt x="3342" y="0"/>
                  </a:lnTo>
                  <a:lnTo>
                    <a:pt x="3342" y="325"/>
                  </a:lnTo>
                  <a:lnTo>
                    <a:pt x="0" y="325"/>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60" name="Rectangle 138">
              <a:extLst>
                <a:ext uri="{FF2B5EF4-FFF2-40B4-BE49-F238E27FC236}">
                  <a16:creationId xmlns:a16="http://schemas.microsoft.com/office/drawing/2014/main" id="{2121402F-9160-49F9-83FE-47BF35688634}"/>
                </a:ext>
              </a:extLst>
            </p:cNvPr>
            <p:cNvSpPr>
              <a:spLocks noChangeArrowheads="1"/>
            </p:cNvSpPr>
            <p:nvPr/>
          </p:nvSpPr>
          <p:spPr bwMode="auto">
            <a:xfrm>
              <a:off x="4895" y="603"/>
              <a:ext cx="60"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3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61" name="Rectangle 139">
              <a:extLst>
                <a:ext uri="{FF2B5EF4-FFF2-40B4-BE49-F238E27FC236}">
                  <a16:creationId xmlns:a16="http://schemas.microsoft.com/office/drawing/2014/main" id="{6095D365-55E7-46BC-B069-D78D8EF7DC41}"/>
                </a:ext>
              </a:extLst>
            </p:cNvPr>
            <p:cNvSpPr>
              <a:spLocks noChangeArrowheads="1"/>
            </p:cNvSpPr>
            <p:nvPr/>
          </p:nvSpPr>
          <p:spPr bwMode="auto">
            <a:xfrm>
              <a:off x="927" y="3053"/>
              <a:ext cx="153"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62" name="Rectangle 140">
              <a:extLst>
                <a:ext uri="{FF2B5EF4-FFF2-40B4-BE49-F238E27FC236}">
                  <a16:creationId xmlns:a16="http://schemas.microsoft.com/office/drawing/2014/main" id="{1FFB3646-36E6-4BF2-B5C8-599C7709A86C}"/>
                </a:ext>
              </a:extLst>
            </p:cNvPr>
            <p:cNvSpPr>
              <a:spLocks noChangeArrowheads="1"/>
            </p:cNvSpPr>
            <p:nvPr/>
          </p:nvSpPr>
          <p:spPr bwMode="auto">
            <a:xfrm>
              <a:off x="1006" y="3105"/>
              <a:ext cx="102" cy="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3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63" name="Rectangle 141">
              <a:extLst>
                <a:ext uri="{FF2B5EF4-FFF2-40B4-BE49-F238E27FC236}">
                  <a16:creationId xmlns:a16="http://schemas.microsoft.com/office/drawing/2014/main" id="{C85C5A9E-22B9-4143-BABE-5CC83A687047}"/>
                </a:ext>
              </a:extLst>
            </p:cNvPr>
            <p:cNvSpPr>
              <a:spLocks noChangeArrowheads="1"/>
            </p:cNvSpPr>
            <p:nvPr/>
          </p:nvSpPr>
          <p:spPr bwMode="auto">
            <a:xfrm>
              <a:off x="2014" y="3354"/>
              <a:ext cx="129"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4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64" name="Rectangle 142">
              <a:extLst>
                <a:ext uri="{FF2B5EF4-FFF2-40B4-BE49-F238E27FC236}">
                  <a16:creationId xmlns:a16="http://schemas.microsoft.com/office/drawing/2014/main" id="{8B2D802A-35F4-4814-BBB0-518C3CC34461}"/>
                </a:ext>
              </a:extLst>
            </p:cNvPr>
            <p:cNvSpPr>
              <a:spLocks noChangeArrowheads="1"/>
            </p:cNvSpPr>
            <p:nvPr/>
          </p:nvSpPr>
          <p:spPr bwMode="auto">
            <a:xfrm>
              <a:off x="2444" y="3354"/>
              <a:ext cx="129"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6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65" name="Rectangle 143">
              <a:extLst>
                <a:ext uri="{FF2B5EF4-FFF2-40B4-BE49-F238E27FC236}">
                  <a16:creationId xmlns:a16="http://schemas.microsoft.com/office/drawing/2014/main" id="{CD443211-D7CD-4CE7-9AA0-FDA893F32B48}"/>
                </a:ext>
              </a:extLst>
            </p:cNvPr>
            <p:cNvSpPr>
              <a:spLocks noChangeArrowheads="1"/>
            </p:cNvSpPr>
            <p:nvPr/>
          </p:nvSpPr>
          <p:spPr bwMode="auto">
            <a:xfrm>
              <a:off x="2880" y="3354"/>
              <a:ext cx="129"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8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66" name="Rectangle 144">
              <a:extLst>
                <a:ext uri="{FF2B5EF4-FFF2-40B4-BE49-F238E27FC236}">
                  <a16:creationId xmlns:a16="http://schemas.microsoft.com/office/drawing/2014/main" id="{76B10662-9811-420D-A791-8F3E80E1EF67}"/>
                </a:ext>
              </a:extLst>
            </p:cNvPr>
            <p:cNvSpPr>
              <a:spLocks noChangeArrowheads="1"/>
            </p:cNvSpPr>
            <p:nvPr/>
          </p:nvSpPr>
          <p:spPr bwMode="auto">
            <a:xfrm>
              <a:off x="2668" y="3354"/>
              <a:ext cx="129"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7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67" name="Rectangle 145">
              <a:extLst>
                <a:ext uri="{FF2B5EF4-FFF2-40B4-BE49-F238E27FC236}">
                  <a16:creationId xmlns:a16="http://schemas.microsoft.com/office/drawing/2014/main" id="{59E7759E-C1D0-4EBA-9D2D-4D897B2E0463}"/>
                </a:ext>
              </a:extLst>
            </p:cNvPr>
            <p:cNvSpPr>
              <a:spLocks noChangeArrowheads="1"/>
            </p:cNvSpPr>
            <p:nvPr/>
          </p:nvSpPr>
          <p:spPr bwMode="auto">
            <a:xfrm>
              <a:off x="3308" y="3354"/>
              <a:ext cx="157"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68" name="Rectangle 146">
              <a:extLst>
                <a:ext uri="{FF2B5EF4-FFF2-40B4-BE49-F238E27FC236}">
                  <a16:creationId xmlns:a16="http://schemas.microsoft.com/office/drawing/2014/main" id="{E42C2F72-C37B-447A-8435-9671A95A9588}"/>
                </a:ext>
              </a:extLst>
            </p:cNvPr>
            <p:cNvSpPr>
              <a:spLocks noChangeArrowheads="1"/>
            </p:cNvSpPr>
            <p:nvPr/>
          </p:nvSpPr>
          <p:spPr bwMode="auto">
            <a:xfrm>
              <a:off x="3517" y="3354"/>
              <a:ext cx="157"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69" name="Rectangle 147">
              <a:extLst>
                <a:ext uri="{FF2B5EF4-FFF2-40B4-BE49-F238E27FC236}">
                  <a16:creationId xmlns:a16="http://schemas.microsoft.com/office/drawing/2014/main" id="{975C2B0B-D344-4B73-A74F-0D9644FC8E3F}"/>
                </a:ext>
              </a:extLst>
            </p:cNvPr>
            <p:cNvSpPr>
              <a:spLocks noChangeArrowheads="1"/>
            </p:cNvSpPr>
            <p:nvPr/>
          </p:nvSpPr>
          <p:spPr bwMode="auto">
            <a:xfrm>
              <a:off x="3943" y="3354"/>
              <a:ext cx="157"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13</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70" name="Rectangle 148">
              <a:extLst>
                <a:ext uri="{FF2B5EF4-FFF2-40B4-BE49-F238E27FC236}">
                  <a16:creationId xmlns:a16="http://schemas.microsoft.com/office/drawing/2014/main" id="{BDA4E551-F0D2-4F68-8FFE-36F0AED0E5DB}"/>
                </a:ext>
              </a:extLst>
            </p:cNvPr>
            <p:cNvSpPr>
              <a:spLocks noChangeArrowheads="1"/>
            </p:cNvSpPr>
            <p:nvPr/>
          </p:nvSpPr>
          <p:spPr bwMode="auto">
            <a:xfrm>
              <a:off x="4379" y="3354"/>
              <a:ext cx="157"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15</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71" name="Rectangle 149">
              <a:extLst>
                <a:ext uri="{FF2B5EF4-FFF2-40B4-BE49-F238E27FC236}">
                  <a16:creationId xmlns:a16="http://schemas.microsoft.com/office/drawing/2014/main" id="{3C810627-AA9C-480A-98FB-47C683C77A62}"/>
                </a:ext>
              </a:extLst>
            </p:cNvPr>
            <p:cNvSpPr>
              <a:spLocks noChangeArrowheads="1"/>
            </p:cNvSpPr>
            <p:nvPr/>
          </p:nvSpPr>
          <p:spPr bwMode="auto">
            <a:xfrm>
              <a:off x="4824" y="3354"/>
              <a:ext cx="129"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72" name="AutoShape 151">
              <a:extLst>
                <a:ext uri="{FF2B5EF4-FFF2-40B4-BE49-F238E27FC236}">
                  <a16:creationId xmlns:a16="http://schemas.microsoft.com/office/drawing/2014/main" id="{C5DC8133-88D3-41E9-BDC0-AB798E00B288}"/>
                </a:ext>
              </a:extLst>
            </p:cNvPr>
            <p:cNvSpPr>
              <a:spLocks noChangeArrowheads="1"/>
            </p:cNvSpPr>
            <p:nvPr/>
          </p:nvSpPr>
          <p:spPr bwMode="auto">
            <a:xfrm>
              <a:off x="2624" y="318"/>
              <a:ext cx="264" cy="244"/>
            </a:xfrm>
            <a:prstGeom prst="flowChartDelay">
              <a:avLst/>
            </a:prstGeom>
            <a:solidFill>
              <a:schemeClr val="bg1"/>
            </a:solidFill>
            <a:ln w="28575">
              <a:solidFill>
                <a:schemeClr val="tx1"/>
              </a:solidFill>
              <a:miter lim="800000"/>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73" name="AutoShape 153">
              <a:extLst>
                <a:ext uri="{FF2B5EF4-FFF2-40B4-BE49-F238E27FC236}">
                  <a16:creationId xmlns:a16="http://schemas.microsoft.com/office/drawing/2014/main" id="{E61AC1DD-6407-4364-9F41-6EF2F1D30601}"/>
                </a:ext>
              </a:extLst>
            </p:cNvPr>
            <p:cNvSpPr>
              <a:spLocks noChangeArrowheads="1"/>
            </p:cNvSpPr>
            <p:nvPr/>
          </p:nvSpPr>
          <p:spPr bwMode="auto">
            <a:xfrm>
              <a:off x="3807" y="318"/>
              <a:ext cx="264" cy="244"/>
            </a:xfrm>
            <a:prstGeom prst="flowChartDelay">
              <a:avLst/>
            </a:prstGeom>
            <a:solidFill>
              <a:schemeClr val="bg1"/>
            </a:solidFill>
            <a:ln w="28575">
              <a:solidFill>
                <a:schemeClr val="tx1"/>
              </a:solidFill>
              <a:miter lim="800000"/>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47" name="TextBox 1">
            <a:extLst>
              <a:ext uri="{FF2B5EF4-FFF2-40B4-BE49-F238E27FC236}">
                <a16:creationId xmlns:a16="http://schemas.microsoft.com/office/drawing/2014/main" id="{03FC5144-D78A-4A3C-B38B-9E643135610E}"/>
              </a:ext>
            </a:extLst>
          </p:cNvPr>
          <p:cNvSpPr txBox="1">
            <a:spLocks noChangeArrowheads="1"/>
          </p:cNvSpPr>
          <p:nvPr/>
        </p:nvSpPr>
        <p:spPr bwMode="auto">
          <a:xfrm>
            <a:off x="7543800" y="1664706"/>
            <a:ext cx="1528763" cy="120015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0000"/>
                </a:solidFill>
                <a:effectLst/>
                <a:uLnTx/>
                <a:uFillTx/>
                <a:latin typeface="Times" panose="02020603050405020304" pitchFamily="18" charset="0"/>
                <a:ea typeface="MS PGothic" panose="020B0600070205080204" pitchFamily="34" charset="-128"/>
                <a:cs typeface="+mn-cs"/>
              </a:rPr>
              <a:t>T</a:t>
            </a:r>
            <a:r>
              <a:rPr kumimoji="0" lang="en-US" altLang="en-US" sz="2400" b="0" i="0" u="none" strike="noStrike" kern="1200" cap="none" spc="0" normalizeH="0" baseline="-25000" noProof="0" dirty="0">
                <a:ln>
                  <a:noFill/>
                </a:ln>
                <a:solidFill>
                  <a:srgbClr val="FF0000"/>
                </a:solidFill>
                <a:effectLst/>
                <a:uLnTx/>
                <a:uFillTx/>
                <a:latin typeface="Times" panose="02020603050405020304" pitchFamily="18" charset="0"/>
                <a:ea typeface="MS PGothic" panose="020B0600070205080204" pitchFamily="34" charset="-128"/>
                <a:cs typeface="+mn-cs"/>
              </a:rPr>
              <a:t>0</a:t>
            </a:r>
            <a:r>
              <a:rPr kumimoji="0" lang="en-US" altLang="en-US" sz="2400" b="0" i="0" u="none" strike="noStrike" kern="1200" cap="none" spc="0" normalizeH="0" baseline="0" noProof="0" dirty="0">
                <a:ln>
                  <a:noFill/>
                </a:ln>
                <a:solidFill>
                  <a:srgbClr val="FF0000"/>
                </a:solidFill>
                <a:effectLst/>
                <a:uLnTx/>
                <a:uFillTx/>
                <a:latin typeface="Times" panose="02020603050405020304" pitchFamily="18" charset="0"/>
                <a:ea typeface="MS PGothic" panose="020B0600070205080204" pitchFamily="34" charset="-128"/>
                <a:cs typeface="+mn-cs"/>
              </a:rPr>
              <a:t>= 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0000"/>
                </a:solidFill>
                <a:effectLst/>
                <a:uLnTx/>
                <a:uFillTx/>
                <a:latin typeface="Times" panose="02020603050405020304" pitchFamily="18" charset="0"/>
                <a:ea typeface="MS PGothic" panose="020B0600070205080204" pitchFamily="34" charset="-128"/>
                <a:cs typeface="+mn-cs"/>
              </a:rPr>
              <a:t>T</a:t>
            </a:r>
            <a:r>
              <a:rPr kumimoji="0" lang="en-US" altLang="en-US" sz="2400" b="0" i="0" u="none" strike="noStrike" kern="1200" cap="none" spc="0" normalizeH="0" baseline="-25000" noProof="0" dirty="0">
                <a:ln>
                  <a:noFill/>
                </a:ln>
                <a:solidFill>
                  <a:srgbClr val="FF0000"/>
                </a:solidFill>
                <a:effectLst/>
                <a:uLnTx/>
                <a:uFillTx/>
                <a:latin typeface="Times" panose="02020603050405020304" pitchFamily="18" charset="0"/>
                <a:ea typeface="MS PGothic" panose="020B0600070205080204" pitchFamily="34" charset="-128"/>
                <a:cs typeface="+mn-cs"/>
              </a:rPr>
              <a:t>1</a:t>
            </a:r>
            <a:r>
              <a:rPr kumimoji="0" lang="en-US" altLang="en-US" sz="2400" b="0" i="0" u="none" strike="noStrike" kern="1200" cap="none" spc="0" normalizeH="0" baseline="0" noProof="0" dirty="0">
                <a:ln>
                  <a:noFill/>
                </a:ln>
                <a:solidFill>
                  <a:srgbClr val="FF0000"/>
                </a:solidFill>
                <a:effectLst/>
                <a:uLnTx/>
                <a:uFillTx/>
                <a:latin typeface="Times" panose="02020603050405020304" pitchFamily="18" charset="0"/>
                <a:ea typeface="MS PGothic" panose="020B0600070205080204" pitchFamily="34" charset="-128"/>
                <a:cs typeface="+mn-cs"/>
              </a:rPr>
              <a:t> = Q</a:t>
            </a:r>
            <a:r>
              <a:rPr kumimoji="0" lang="en-US" altLang="en-US" sz="2400" b="0" i="0" u="none" strike="noStrike" kern="1200" cap="none" spc="0" normalizeH="0" baseline="-25000" noProof="0" dirty="0">
                <a:ln>
                  <a:noFill/>
                </a:ln>
                <a:solidFill>
                  <a:srgbClr val="FF0000"/>
                </a:solidFill>
                <a:effectLst/>
                <a:uLnTx/>
                <a:uFillTx/>
                <a:latin typeface="Times" panose="02020603050405020304" pitchFamily="18" charset="0"/>
                <a:ea typeface="MS PGothic" panose="020B0600070205080204" pitchFamily="34" charset="-128"/>
                <a:cs typeface="+mn-cs"/>
              </a:rPr>
              <a:t>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0000"/>
                </a:solidFill>
                <a:effectLst/>
                <a:uLnTx/>
                <a:uFillTx/>
                <a:latin typeface="Times" panose="02020603050405020304" pitchFamily="18" charset="0"/>
                <a:ea typeface="MS PGothic" panose="020B0600070205080204" pitchFamily="34" charset="-128"/>
                <a:cs typeface="+mn-cs"/>
              </a:rPr>
              <a:t>T</a:t>
            </a:r>
            <a:r>
              <a:rPr kumimoji="0" lang="en-US" altLang="en-US" sz="2400" b="0" i="0" u="none" strike="noStrike" kern="1200" cap="none" spc="0" normalizeH="0" baseline="-25000" noProof="0" dirty="0">
                <a:ln>
                  <a:noFill/>
                </a:ln>
                <a:solidFill>
                  <a:srgbClr val="FF0000"/>
                </a:solidFill>
                <a:effectLst/>
                <a:uLnTx/>
                <a:uFillTx/>
                <a:latin typeface="Times" panose="02020603050405020304" pitchFamily="18" charset="0"/>
                <a:ea typeface="MS PGothic" panose="020B0600070205080204" pitchFamily="34" charset="-128"/>
                <a:cs typeface="+mn-cs"/>
              </a:rPr>
              <a:t>2</a:t>
            </a:r>
            <a:r>
              <a:rPr kumimoji="0" lang="en-US" altLang="en-US" sz="2400" b="0" i="0" u="none" strike="noStrike" kern="1200" cap="none" spc="0" normalizeH="0" baseline="0" noProof="0" dirty="0">
                <a:ln>
                  <a:noFill/>
                </a:ln>
                <a:solidFill>
                  <a:srgbClr val="FF0000"/>
                </a:solidFill>
                <a:effectLst/>
                <a:uLnTx/>
                <a:uFillTx/>
                <a:latin typeface="Times" panose="02020603050405020304" pitchFamily="18" charset="0"/>
                <a:ea typeface="MS PGothic" panose="020B0600070205080204" pitchFamily="34" charset="-128"/>
                <a:cs typeface="+mn-cs"/>
              </a:rPr>
              <a:t> = Q</a:t>
            </a:r>
            <a:r>
              <a:rPr kumimoji="0" lang="en-US" altLang="en-US" sz="2400" b="0" i="0" u="none" strike="noStrike" kern="1200" cap="none" spc="0" normalizeH="0" baseline="-25000" noProof="0" dirty="0">
                <a:ln>
                  <a:noFill/>
                </a:ln>
                <a:solidFill>
                  <a:srgbClr val="FF0000"/>
                </a:solidFill>
                <a:effectLst/>
                <a:uLnTx/>
                <a:uFillTx/>
                <a:latin typeface="Times" panose="02020603050405020304" pitchFamily="18" charset="0"/>
                <a:ea typeface="MS PGothic" panose="020B0600070205080204" pitchFamily="34" charset="-128"/>
                <a:cs typeface="+mn-cs"/>
              </a:rPr>
              <a:t>0</a:t>
            </a:r>
            <a:r>
              <a:rPr kumimoji="0" lang="en-US" altLang="en-US" sz="2400" b="0" i="0" u="none" strike="noStrike" kern="1200" cap="none" spc="0" normalizeH="0" baseline="0" noProof="0" dirty="0">
                <a:ln>
                  <a:noFill/>
                </a:ln>
                <a:solidFill>
                  <a:srgbClr val="FF0000"/>
                </a:solidFill>
                <a:effectLst/>
                <a:uLnTx/>
                <a:uFillTx/>
                <a:latin typeface="Times" panose="02020603050405020304" pitchFamily="18" charset="0"/>
                <a:ea typeface="MS PGothic" panose="020B0600070205080204" pitchFamily="34" charset="-128"/>
                <a:cs typeface="+mn-cs"/>
              </a:rPr>
              <a:t> Q</a:t>
            </a:r>
            <a:r>
              <a:rPr kumimoji="0" lang="en-US" altLang="en-US" sz="2400" b="0" i="0" u="none" strike="noStrike" kern="1200" cap="none" spc="0" normalizeH="0" baseline="-25000" noProof="0" dirty="0">
                <a:ln>
                  <a:noFill/>
                </a:ln>
                <a:solidFill>
                  <a:srgbClr val="FF0000"/>
                </a:solidFill>
                <a:effectLst/>
                <a:uLnTx/>
                <a:uFillTx/>
                <a:latin typeface="Times" panose="02020603050405020304" pitchFamily="18" charset="0"/>
                <a:ea typeface="MS PGothic" panose="020B0600070205080204" pitchFamily="34" charset="-128"/>
                <a:cs typeface="+mn-cs"/>
              </a:rPr>
              <a:t>1</a:t>
            </a: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2" name="Rectangle 2">
            <a:extLst>
              <a:ext uri="{FF2B5EF4-FFF2-40B4-BE49-F238E27FC236}">
                <a16:creationId xmlns:a16="http://schemas.microsoft.com/office/drawing/2014/main" id="{6A3814D8-F21E-554A-882F-E97CF26B0F0B}"/>
              </a:ext>
            </a:extLst>
          </p:cNvPr>
          <p:cNvSpPr>
            <a:spLocks noGrp="1" noChangeArrowheads="1"/>
          </p:cNvSpPr>
          <p:nvPr>
            <p:ph type="title"/>
          </p:nvPr>
        </p:nvSpPr>
        <p:spPr>
          <a:xfrm>
            <a:off x="0" y="3048000"/>
            <a:ext cx="9144000" cy="685800"/>
          </a:xfrm>
        </p:spPr>
        <p:txBody>
          <a:bodyPr/>
          <a:lstStyle/>
          <a:p>
            <a:pPr eaLnBrk="1" hangingPunct="1">
              <a:defRPr/>
            </a:pPr>
            <a:r>
              <a:rPr lang="en-US" dirty="0">
                <a:ea typeface="+mj-ea"/>
                <a:cs typeface="+mj-cs"/>
              </a:rPr>
              <a:t>End of Mini Review</a:t>
            </a: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2" name="Rectangle 2">
            <a:extLst>
              <a:ext uri="{FF2B5EF4-FFF2-40B4-BE49-F238E27FC236}">
                <a16:creationId xmlns:a16="http://schemas.microsoft.com/office/drawing/2014/main" id="{8AD1C7CF-2D82-2541-8482-1F45E5F8A2D3}"/>
              </a:ext>
            </a:extLst>
          </p:cNvPr>
          <p:cNvSpPr>
            <a:spLocks noGrp="1" noChangeArrowheads="1"/>
          </p:cNvSpPr>
          <p:nvPr>
            <p:ph type="title"/>
          </p:nvPr>
        </p:nvSpPr>
        <p:spPr>
          <a:xfrm>
            <a:off x="0" y="2743200"/>
            <a:ext cx="9144000" cy="1143000"/>
          </a:xfrm>
        </p:spPr>
        <p:txBody>
          <a:bodyPr/>
          <a:lstStyle/>
          <a:p>
            <a:pPr eaLnBrk="1" hangingPunct="1">
              <a:defRPr/>
            </a:pPr>
            <a:r>
              <a:rPr lang="en-US" dirty="0">
                <a:ea typeface="+mj-ea"/>
                <a:cs typeface="+mj-cs"/>
              </a:rPr>
              <a:t>Example:</a:t>
            </a:r>
            <a:br>
              <a:rPr lang="en-US" dirty="0">
                <a:ea typeface="+mj-ea"/>
                <a:cs typeface="+mj-cs"/>
              </a:rPr>
            </a:br>
            <a:r>
              <a:rPr lang="en-US" dirty="0">
                <a:ea typeface="+mj-ea"/>
                <a:cs typeface="+mj-cs"/>
              </a:rPr>
              <a:t>Implement a modulo-8 counter</a:t>
            </a:r>
          </a:p>
        </p:txBody>
      </p:sp>
    </p:spTree>
    <p:extLst>
      <p:ext uri="{BB962C8B-B14F-4D97-AF65-F5344CB8AC3E}">
        <p14:creationId xmlns:p14="http://schemas.microsoft.com/office/powerpoint/2010/main" val="937236498"/>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4" name="Rectangle 2">
            <a:extLst>
              <a:ext uri="{FF2B5EF4-FFF2-40B4-BE49-F238E27FC236}">
                <a16:creationId xmlns:a16="http://schemas.microsoft.com/office/drawing/2014/main" id="{E8D3D34A-B9C3-804F-A406-B68CD7A77D10}"/>
              </a:ext>
            </a:extLst>
          </p:cNvPr>
          <p:cNvSpPr>
            <a:spLocks noGrp="1" noChangeArrowheads="1"/>
          </p:cNvSpPr>
          <p:nvPr>
            <p:ph type="title"/>
          </p:nvPr>
        </p:nvSpPr>
        <p:spPr>
          <a:xfrm>
            <a:off x="228600" y="104432"/>
            <a:ext cx="8686800" cy="609600"/>
          </a:xfrm>
        </p:spPr>
        <p:txBody>
          <a:bodyPr/>
          <a:lstStyle/>
          <a:p>
            <a:pPr eaLnBrk="1" hangingPunct="1">
              <a:defRPr/>
            </a:pPr>
            <a:r>
              <a:rPr lang="en-US" dirty="0">
                <a:ea typeface="+mj-ea"/>
                <a:cs typeface="+mj-cs"/>
              </a:rPr>
              <a:t>Goal</a:t>
            </a:r>
          </a:p>
        </p:txBody>
      </p:sp>
      <p:sp>
        <p:nvSpPr>
          <p:cNvPr id="54274" name="Rectangle 3">
            <a:extLst>
              <a:ext uri="{FF2B5EF4-FFF2-40B4-BE49-F238E27FC236}">
                <a16:creationId xmlns:a16="http://schemas.microsoft.com/office/drawing/2014/main" id="{E3953631-79DB-4E72-A9BD-7BDFBC6C8B2F}"/>
              </a:ext>
            </a:extLst>
          </p:cNvPr>
          <p:cNvSpPr>
            <a:spLocks noGrp="1" noChangeArrowheads="1"/>
          </p:cNvSpPr>
          <p:nvPr>
            <p:ph type="body" idx="1"/>
          </p:nvPr>
        </p:nvSpPr>
        <p:spPr>
          <a:xfrm>
            <a:off x="304800" y="784582"/>
            <a:ext cx="8610600" cy="4953000"/>
          </a:xfrm>
        </p:spPr>
        <p:txBody>
          <a:bodyPr/>
          <a:lstStyle/>
          <a:p>
            <a:pPr eaLnBrk="1" hangingPunct="1"/>
            <a:r>
              <a:rPr lang="en-US" altLang="en-US" dirty="0"/>
              <a:t>Implement a </a:t>
            </a:r>
            <a:r>
              <a:rPr lang="en-US" altLang="en-US" dirty="0">
                <a:solidFill>
                  <a:srgbClr val="FF0000"/>
                </a:solidFill>
              </a:rPr>
              <a:t>modulo-8 counter </a:t>
            </a:r>
            <a:r>
              <a:rPr lang="en-US" altLang="en-US" dirty="0"/>
              <a:t>using the sequential circuit approach.</a:t>
            </a:r>
          </a:p>
          <a:p>
            <a:pPr eaLnBrk="1" hangingPunct="1"/>
            <a:endParaRPr lang="en-US" altLang="en-US" dirty="0"/>
          </a:p>
          <a:p>
            <a:pPr eaLnBrk="1" hangingPunct="1"/>
            <a:r>
              <a:rPr lang="en-US" altLang="en-US" dirty="0"/>
              <a:t>In other words, the counting sequence must be</a:t>
            </a:r>
          </a:p>
          <a:p>
            <a:pPr eaLnBrk="1" hangingPunct="1">
              <a:buFontTx/>
              <a:buNone/>
            </a:pPr>
            <a:r>
              <a:rPr lang="en-US" altLang="en-US" dirty="0"/>
              <a:t>	</a:t>
            </a:r>
            <a:r>
              <a:rPr lang="en-US" altLang="en-US" dirty="0">
                <a:solidFill>
                  <a:srgbClr val="0070C0"/>
                </a:solidFill>
              </a:rPr>
              <a:t>0, 1, 2, 3, 4, 5, 6, 7, </a:t>
            </a:r>
            <a:r>
              <a:rPr lang="en-US" altLang="en-US" dirty="0"/>
              <a:t>0, 1, 2, …</a:t>
            </a:r>
          </a:p>
          <a:p>
            <a:pPr eaLnBrk="1" hangingPunct="1"/>
            <a:endParaRPr lang="en-US" altLang="en-US" dirty="0"/>
          </a:p>
          <a:p>
            <a:pPr eaLnBrk="1" hangingPunct="1"/>
            <a:r>
              <a:rPr lang="en-US" altLang="en-US" dirty="0"/>
              <a:t>The count changes based on the input signal w:</a:t>
            </a:r>
          </a:p>
          <a:p>
            <a:pPr lvl="1" eaLnBrk="1" hangingPunct="1"/>
            <a:r>
              <a:rPr lang="en-US" altLang="en-US" dirty="0"/>
              <a:t>If w=0, then the count remains the same.</a:t>
            </a:r>
          </a:p>
          <a:p>
            <a:pPr lvl="1" eaLnBrk="1" hangingPunct="1"/>
            <a:r>
              <a:rPr lang="en-US" altLang="en-US" dirty="0"/>
              <a:t>If w=1, then the count is advanced by one.</a:t>
            </a: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Title 1">
            <a:extLst>
              <a:ext uri="{FF2B5EF4-FFF2-40B4-BE49-F238E27FC236}">
                <a16:creationId xmlns:a16="http://schemas.microsoft.com/office/drawing/2014/main" id="{8757E187-2C10-4DB7-9326-5704B92D3324}"/>
              </a:ext>
            </a:extLst>
          </p:cNvPr>
          <p:cNvSpPr txBox="1">
            <a:spLocks/>
          </p:cNvSpPr>
          <p:nvPr/>
        </p:nvSpPr>
        <p:spPr bwMode="auto">
          <a:xfrm>
            <a:off x="0" y="76200"/>
            <a:ext cx="9144000" cy="567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State diagram for the counter</a:t>
            </a:r>
          </a:p>
        </p:txBody>
      </p:sp>
      <p:sp>
        <p:nvSpPr>
          <p:cNvPr id="55299" name="TextBox 125">
            <a:extLst>
              <a:ext uri="{FF2B5EF4-FFF2-40B4-BE49-F238E27FC236}">
                <a16:creationId xmlns:a16="http://schemas.microsoft.com/office/drawing/2014/main" id="{2AB4C983-89DA-4509-B513-FA6592FC791C}"/>
              </a:ext>
            </a:extLst>
          </p:cNvPr>
          <p:cNvSpPr txBox="1">
            <a:spLocks noChangeArrowheads="1"/>
          </p:cNvSpPr>
          <p:nvPr/>
        </p:nvSpPr>
        <p:spPr bwMode="auto">
          <a:xfrm>
            <a:off x="6451600" y="6477000"/>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6.60 from the textbook ]</a:t>
            </a:r>
          </a:p>
        </p:txBody>
      </p:sp>
      <p:sp>
        <p:nvSpPr>
          <p:cNvPr id="2" name="TextBox 1">
            <a:extLst>
              <a:ext uri="{FF2B5EF4-FFF2-40B4-BE49-F238E27FC236}">
                <a16:creationId xmlns:a16="http://schemas.microsoft.com/office/drawing/2014/main" id="{CBA6AC94-DC5D-4440-98CE-A0AB9D358E98}"/>
              </a:ext>
            </a:extLst>
          </p:cNvPr>
          <p:cNvSpPr txBox="1"/>
          <p:nvPr/>
        </p:nvSpPr>
        <p:spPr>
          <a:xfrm>
            <a:off x="990600" y="1524000"/>
            <a:ext cx="338554" cy="3046988"/>
          </a:xfrm>
          <a:prstGeom prst="rect">
            <a:avLst/>
          </a:prstGeom>
          <a:noFill/>
        </p:spPr>
        <p:txBody>
          <a:bodyPr wrap="none" rtlCol="0">
            <a:spAutoFit/>
          </a:bodyPr>
          <a:lstStyle/>
          <a:p>
            <a:r>
              <a:rPr lang="en-US" b="1" dirty="0"/>
              <a:t>0</a:t>
            </a:r>
          </a:p>
          <a:p>
            <a:r>
              <a:rPr lang="en-US" b="1" dirty="0"/>
              <a:t>1</a:t>
            </a:r>
          </a:p>
          <a:p>
            <a:r>
              <a:rPr lang="en-US" b="1" dirty="0"/>
              <a:t>2</a:t>
            </a:r>
          </a:p>
          <a:p>
            <a:r>
              <a:rPr lang="en-US" b="1" dirty="0"/>
              <a:t>3</a:t>
            </a:r>
          </a:p>
          <a:p>
            <a:r>
              <a:rPr lang="en-US" b="1" dirty="0"/>
              <a:t>4</a:t>
            </a:r>
          </a:p>
          <a:p>
            <a:r>
              <a:rPr lang="en-US" b="1" dirty="0"/>
              <a:t>5</a:t>
            </a:r>
          </a:p>
          <a:p>
            <a:r>
              <a:rPr lang="en-US" b="1" dirty="0"/>
              <a:t>6</a:t>
            </a:r>
          </a:p>
          <a:p>
            <a:r>
              <a:rPr lang="en-US" b="1" dirty="0"/>
              <a:t>7</a:t>
            </a:r>
          </a:p>
        </p:txBody>
      </p:sp>
      <mc:AlternateContent xmlns:mc="http://schemas.openxmlformats.org/markup-compatibility/2006" xmlns:p14="http://schemas.microsoft.com/office/powerpoint/2010/main">
        <mc:Choice Requires="p14">
          <p:contentPart p14:bwMode="auto" r:id="rId2">
            <p14:nvContentPartPr>
              <p14:cNvPr id="3" name="Ink 2">
                <a:extLst>
                  <a:ext uri="{FF2B5EF4-FFF2-40B4-BE49-F238E27FC236}">
                    <a16:creationId xmlns:a16="http://schemas.microsoft.com/office/drawing/2014/main" id="{544B90D8-FBD9-42A1-BCA2-301FFF4623E7}"/>
                  </a:ext>
                </a:extLst>
              </p14:cNvPr>
              <p14:cNvContentPartPr/>
              <p14:nvPr/>
            </p14:nvContentPartPr>
            <p14:xfrm>
              <a:off x="1468800" y="526680"/>
              <a:ext cx="7368840" cy="5810040"/>
            </p14:xfrm>
          </p:contentPart>
        </mc:Choice>
        <mc:Fallback xmlns="">
          <p:pic>
            <p:nvPicPr>
              <p:cNvPr id="3" name="Ink 2">
                <a:extLst>
                  <a:ext uri="{FF2B5EF4-FFF2-40B4-BE49-F238E27FC236}">
                    <a16:creationId xmlns:a16="http://schemas.microsoft.com/office/drawing/2014/main" id="{544B90D8-FBD9-42A1-BCA2-301FFF4623E7}"/>
                  </a:ext>
                </a:extLst>
              </p:cNvPr>
              <p:cNvPicPr/>
              <p:nvPr/>
            </p:nvPicPr>
            <p:blipFill>
              <a:blip r:embed="rId3"/>
              <a:stretch>
                <a:fillRect/>
              </a:stretch>
            </p:blipFill>
            <p:spPr>
              <a:xfrm>
                <a:off x="1459440" y="517320"/>
                <a:ext cx="7387560" cy="5828760"/>
              </a:xfrm>
              <a:prstGeom prst="rect">
                <a:avLst/>
              </a:prstGeom>
            </p:spPr>
          </p:pic>
        </mc:Fallback>
      </mc:AlternateContent>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5297" name="Group 1">
            <a:extLst>
              <a:ext uri="{FF2B5EF4-FFF2-40B4-BE49-F238E27FC236}">
                <a16:creationId xmlns:a16="http://schemas.microsoft.com/office/drawing/2014/main" id="{F1AE18DC-4538-4B2A-A748-FF98F6377329}"/>
              </a:ext>
            </a:extLst>
          </p:cNvPr>
          <p:cNvGrpSpPr>
            <a:grpSpLocks/>
          </p:cNvGrpSpPr>
          <p:nvPr/>
        </p:nvGrpSpPr>
        <p:grpSpPr bwMode="auto">
          <a:xfrm>
            <a:off x="2967037" y="1066800"/>
            <a:ext cx="5872163" cy="3740150"/>
            <a:chOff x="1612900" y="1047750"/>
            <a:chExt cx="5872163" cy="3740150"/>
          </a:xfrm>
        </p:grpSpPr>
        <p:sp>
          <p:nvSpPr>
            <p:cNvPr id="55300" name="Freeform 6">
              <a:extLst>
                <a:ext uri="{FF2B5EF4-FFF2-40B4-BE49-F238E27FC236}">
                  <a16:creationId xmlns:a16="http://schemas.microsoft.com/office/drawing/2014/main" id="{CEF2DE31-1ADA-413A-94B0-5C31DBAC7CC6}"/>
                </a:ext>
              </a:extLst>
            </p:cNvPr>
            <p:cNvSpPr>
              <a:spLocks/>
            </p:cNvSpPr>
            <p:nvPr/>
          </p:nvSpPr>
          <p:spPr bwMode="auto">
            <a:xfrm>
              <a:off x="1976438" y="3946525"/>
              <a:ext cx="128587" cy="107950"/>
            </a:xfrm>
            <a:custGeom>
              <a:avLst/>
              <a:gdLst>
                <a:gd name="T0" fmla="*/ 2147483646 w 81"/>
                <a:gd name="T1" fmla="*/ 2147483646 h 68"/>
                <a:gd name="T2" fmla="*/ 2147483646 w 81"/>
                <a:gd name="T3" fmla="*/ 0 h 68"/>
                <a:gd name="T4" fmla="*/ 0 w 81"/>
                <a:gd name="T5" fmla="*/ 2147483646 h 68"/>
                <a:gd name="T6" fmla="*/ 2147483646 w 81"/>
                <a:gd name="T7" fmla="*/ 2147483646 h 68"/>
                <a:gd name="T8" fmla="*/ 2147483646 w 81"/>
                <a:gd name="T9" fmla="*/ 2147483646 h 68"/>
                <a:gd name="T10" fmla="*/ 0 60000 65536"/>
                <a:gd name="T11" fmla="*/ 0 60000 65536"/>
                <a:gd name="T12" fmla="*/ 0 60000 65536"/>
                <a:gd name="T13" fmla="*/ 0 60000 65536"/>
                <a:gd name="T14" fmla="*/ 0 60000 65536"/>
                <a:gd name="T15" fmla="*/ 0 w 81"/>
                <a:gd name="T16" fmla="*/ 0 h 68"/>
                <a:gd name="T17" fmla="*/ 81 w 81"/>
                <a:gd name="T18" fmla="*/ 68 h 68"/>
              </a:gdLst>
              <a:ahLst/>
              <a:cxnLst>
                <a:cxn ang="T10">
                  <a:pos x="T0" y="T1"/>
                </a:cxn>
                <a:cxn ang="T11">
                  <a:pos x="T2" y="T3"/>
                </a:cxn>
                <a:cxn ang="T12">
                  <a:pos x="T4" y="T5"/>
                </a:cxn>
                <a:cxn ang="T13">
                  <a:pos x="T6" y="T7"/>
                </a:cxn>
                <a:cxn ang="T14">
                  <a:pos x="T8" y="T9"/>
                </a:cxn>
              </a:cxnLst>
              <a:rect l="T15" t="T16" r="T17" b="T18"/>
              <a:pathLst>
                <a:path w="81" h="68">
                  <a:moveTo>
                    <a:pt x="27" y="68"/>
                  </a:moveTo>
                  <a:lnTo>
                    <a:pt x="81" y="0"/>
                  </a:lnTo>
                  <a:lnTo>
                    <a:pt x="0" y="54"/>
                  </a:lnTo>
                  <a:lnTo>
                    <a:pt x="14" y="68"/>
                  </a:lnTo>
                  <a:lnTo>
                    <a:pt x="27" y="68"/>
                  </a:lnTo>
                  <a:close/>
                </a:path>
              </a:pathLst>
            </a:custGeom>
            <a:solidFill>
              <a:srgbClr val="000000"/>
            </a:solidFill>
            <a:ln w="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01" name="Freeform 9">
              <a:extLst>
                <a:ext uri="{FF2B5EF4-FFF2-40B4-BE49-F238E27FC236}">
                  <a16:creationId xmlns:a16="http://schemas.microsoft.com/office/drawing/2014/main" id="{EB3704BE-934C-4BBE-A7BC-66D73847D788}"/>
                </a:ext>
              </a:extLst>
            </p:cNvPr>
            <p:cNvSpPr>
              <a:spLocks/>
            </p:cNvSpPr>
            <p:nvPr/>
          </p:nvSpPr>
          <p:spPr bwMode="auto">
            <a:xfrm>
              <a:off x="1955800" y="3903663"/>
              <a:ext cx="619125" cy="601662"/>
            </a:xfrm>
            <a:custGeom>
              <a:avLst/>
              <a:gdLst>
                <a:gd name="T0" fmla="*/ 0 w 580"/>
                <a:gd name="T1" fmla="*/ 2147483646 h 560"/>
                <a:gd name="T2" fmla="*/ 0 w 580"/>
                <a:gd name="T3" fmla="*/ 2147483646 h 560"/>
                <a:gd name="T4" fmla="*/ 2147483646 w 580"/>
                <a:gd name="T5" fmla="*/ 0 h 560"/>
                <a:gd name="T6" fmla="*/ 2147483646 w 580"/>
                <a:gd name="T7" fmla="*/ 0 h 560"/>
                <a:gd name="T8" fmla="*/ 2147483646 w 580"/>
                <a:gd name="T9" fmla="*/ 2147483646 h 560"/>
                <a:gd name="T10" fmla="*/ 2147483646 w 580"/>
                <a:gd name="T11" fmla="*/ 2147483646 h 560"/>
                <a:gd name="T12" fmla="*/ 2147483646 w 580"/>
                <a:gd name="T13" fmla="*/ 2147483646 h 560"/>
                <a:gd name="T14" fmla="*/ 2147483646 w 580"/>
                <a:gd name="T15" fmla="*/ 2147483646 h 560"/>
                <a:gd name="T16" fmla="*/ 2147483646 w 580"/>
                <a:gd name="T17" fmla="*/ 2147483646 h 560"/>
                <a:gd name="T18" fmla="*/ 0 w 580"/>
                <a:gd name="T19" fmla="*/ 2147483646 h 5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80"/>
                <a:gd name="T31" fmla="*/ 0 h 560"/>
                <a:gd name="T32" fmla="*/ 580 w 580"/>
                <a:gd name="T33" fmla="*/ 560 h 5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80" h="560">
                  <a:moveTo>
                    <a:pt x="0" y="277"/>
                  </a:moveTo>
                  <a:cubicBezTo>
                    <a:pt x="0" y="277"/>
                    <a:pt x="0" y="283"/>
                    <a:pt x="0" y="283"/>
                  </a:cubicBezTo>
                  <a:cubicBezTo>
                    <a:pt x="0" y="127"/>
                    <a:pt x="127" y="0"/>
                    <a:pt x="283" y="0"/>
                  </a:cubicBezTo>
                  <a:cubicBezTo>
                    <a:pt x="283" y="0"/>
                    <a:pt x="296" y="0"/>
                    <a:pt x="296" y="0"/>
                  </a:cubicBezTo>
                  <a:cubicBezTo>
                    <a:pt x="453" y="0"/>
                    <a:pt x="580" y="127"/>
                    <a:pt x="580" y="283"/>
                  </a:cubicBezTo>
                  <a:cubicBezTo>
                    <a:pt x="580" y="283"/>
                    <a:pt x="580" y="277"/>
                    <a:pt x="580" y="277"/>
                  </a:cubicBezTo>
                  <a:cubicBezTo>
                    <a:pt x="580" y="433"/>
                    <a:pt x="453" y="560"/>
                    <a:pt x="296" y="560"/>
                  </a:cubicBezTo>
                  <a:cubicBezTo>
                    <a:pt x="296" y="560"/>
                    <a:pt x="296" y="560"/>
                    <a:pt x="296" y="560"/>
                  </a:cubicBezTo>
                  <a:cubicBezTo>
                    <a:pt x="296" y="560"/>
                    <a:pt x="283" y="560"/>
                    <a:pt x="283" y="560"/>
                  </a:cubicBezTo>
                  <a:cubicBezTo>
                    <a:pt x="127" y="560"/>
                    <a:pt x="0" y="433"/>
                    <a:pt x="0" y="277"/>
                  </a:cubicBez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02" name="Freeform 11">
              <a:extLst>
                <a:ext uri="{FF2B5EF4-FFF2-40B4-BE49-F238E27FC236}">
                  <a16:creationId xmlns:a16="http://schemas.microsoft.com/office/drawing/2014/main" id="{B99A3388-5223-43BC-A6C9-462640AB4AC2}"/>
                </a:ext>
              </a:extLst>
            </p:cNvPr>
            <p:cNvSpPr>
              <a:spLocks/>
            </p:cNvSpPr>
            <p:nvPr/>
          </p:nvSpPr>
          <p:spPr bwMode="auto">
            <a:xfrm>
              <a:off x="1976438" y="1754188"/>
              <a:ext cx="128587" cy="128587"/>
            </a:xfrm>
            <a:custGeom>
              <a:avLst/>
              <a:gdLst>
                <a:gd name="T0" fmla="*/ 0 w 81"/>
                <a:gd name="T1" fmla="*/ 2147483646 h 81"/>
                <a:gd name="T2" fmla="*/ 2147483646 w 81"/>
                <a:gd name="T3" fmla="*/ 2147483646 h 81"/>
                <a:gd name="T4" fmla="*/ 2147483646 w 81"/>
                <a:gd name="T5" fmla="*/ 0 h 81"/>
                <a:gd name="T6" fmla="*/ 2147483646 w 81"/>
                <a:gd name="T7" fmla="*/ 2147483646 h 81"/>
                <a:gd name="T8" fmla="*/ 0 w 81"/>
                <a:gd name="T9" fmla="*/ 2147483646 h 81"/>
                <a:gd name="T10" fmla="*/ 0 60000 65536"/>
                <a:gd name="T11" fmla="*/ 0 60000 65536"/>
                <a:gd name="T12" fmla="*/ 0 60000 65536"/>
                <a:gd name="T13" fmla="*/ 0 60000 65536"/>
                <a:gd name="T14" fmla="*/ 0 60000 65536"/>
                <a:gd name="T15" fmla="*/ 0 w 81"/>
                <a:gd name="T16" fmla="*/ 0 h 81"/>
                <a:gd name="T17" fmla="*/ 81 w 81"/>
                <a:gd name="T18" fmla="*/ 81 h 81"/>
              </a:gdLst>
              <a:ahLst/>
              <a:cxnLst>
                <a:cxn ang="T10">
                  <a:pos x="T0" y="T1"/>
                </a:cxn>
                <a:cxn ang="T11">
                  <a:pos x="T2" y="T3"/>
                </a:cxn>
                <a:cxn ang="T12">
                  <a:pos x="T4" y="T5"/>
                </a:cxn>
                <a:cxn ang="T13">
                  <a:pos x="T6" y="T7"/>
                </a:cxn>
                <a:cxn ang="T14">
                  <a:pos x="T8" y="T9"/>
                </a:cxn>
              </a:cxnLst>
              <a:rect l="T15" t="T16" r="T17" b="T18"/>
              <a:pathLst>
                <a:path w="81" h="81">
                  <a:moveTo>
                    <a:pt x="0" y="27"/>
                  </a:moveTo>
                  <a:lnTo>
                    <a:pt x="81" y="81"/>
                  </a:lnTo>
                  <a:lnTo>
                    <a:pt x="27" y="0"/>
                  </a:lnTo>
                  <a:lnTo>
                    <a:pt x="14" y="13"/>
                  </a:lnTo>
                  <a:lnTo>
                    <a:pt x="0" y="27"/>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03" name="Freeform 14">
              <a:extLst>
                <a:ext uri="{FF2B5EF4-FFF2-40B4-BE49-F238E27FC236}">
                  <a16:creationId xmlns:a16="http://schemas.microsoft.com/office/drawing/2014/main" id="{A9FF5C6C-0222-41E0-AECE-B830B2ABA470}"/>
                </a:ext>
              </a:extLst>
            </p:cNvPr>
            <p:cNvSpPr>
              <a:spLocks/>
            </p:cNvSpPr>
            <p:nvPr/>
          </p:nvSpPr>
          <p:spPr bwMode="auto">
            <a:xfrm>
              <a:off x="1955800" y="1301750"/>
              <a:ext cx="619125" cy="623888"/>
            </a:xfrm>
            <a:custGeom>
              <a:avLst/>
              <a:gdLst>
                <a:gd name="T0" fmla="*/ 0 w 580"/>
                <a:gd name="T1" fmla="*/ 2147483646 h 580"/>
                <a:gd name="T2" fmla="*/ 0 w 580"/>
                <a:gd name="T3" fmla="*/ 2147483646 h 580"/>
                <a:gd name="T4" fmla="*/ 2147483646 w 580"/>
                <a:gd name="T5" fmla="*/ 0 h 580"/>
                <a:gd name="T6" fmla="*/ 2147483646 w 580"/>
                <a:gd name="T7" fmla="*/ 0 h 580"/>
                <a:gd name="T8" fmla="*/ 2147483646 w 580"/>
                <a:gd name="T9" fmla="*/ 2147483646 h 580"/>
                <a:gd name="T10" fmla="*/ 2147483646 w 580"/>
                <a:gd name="T11" fmla="*/ 2147483646 h 580"/>
                <a:gd name="T12" fmla="*/ 2147483646 w 580"/>
                <a:gd name="T13" fmla="*/ 2147483646 h 580"/>
                <a:gd name="T14" fmla="*/ 2147483646 w 580"/>
                <a:gd name="T15" fmla="*/ 2147483646 h 580"/>
                <a:gd name="T16" fmla="*/ 2147483646 w 580"/>
                <a:gd name="T17" fmla="*/ 2147483646 h 580"/>
                <a:gd name="T18" fmla="*/ 0 w 580"/>
                <a:gd name="T19" fmla="*/ 2147483646 h 58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80"/>
                <a:gd name="T31" fmla="*/ 0 h 580"/>
                <a:gd name="T32" fmla="*/ 580 w 580"/>
                <a:gd name="T33" fmla="*/ 580 h 58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80" h="580">
                  <a:moveTo>
                    <a:pt x="0" y="297"/>
                  </a:moveTo>
                  <a:cubicBezTo>
                    <a:pt x="0" y="297"/>
                    <a:pt x="0" y="283"/>
                    <a:pt x="0" y="283"/>
                  </a:cubicBezTo>
                  <a:cubicBezTo>
                    <a:pt x="0" y="127"/>
                    <a:pt x="127" y="0"/>
                    <a:pt x="283" y="0"/>
                  </a:cubicBezTo>
                  <a:cubicBezTo>
                    <a:pt x="283" y="0"/>
                    <a:pt x="296" y="0"/>
                    <a:pt x="296" y="0"/>
                  </a:cubicBezTo>
                  <a:cubicBezTo>
                    <a:pt x="453" y="0"/>
                    <a:pt x="580" y="127"/>
                    <a:pt x="580" y="283"/>
                  </a:cubicBezTo>
                  <a:cubicBezTo>
                    <a:pt x="580" y="283"/>
                    <a:pt x="580" y="297"/>
                    <a:pt x="580" y="297"/>
                  </a:cubicBezTo>
                  <a:cubicBezTo>
                    <a:pt x="580" y="453"/>
                    <a:pt x="453" y="580"/>
                    <a:pt x="296" y="580"/>
                  </a:cubicBezTo>
                  <a:cubicBezTo>
                    <a:pt x="296" y="580"/>
                    <a:pt x="296" y="580"/>
                    <a:pt x="296" y="580"/>
                  </a:cubicBezTo>
                  <a:cubicBezTo>
                    <a:pt x="296" y="580"/>
                    <a:pt x="283" y="580"/>
                    <a:pt x="283" y="580"/>
                  </a:cubicBezTo>
                  <a:cubicBezTo>
                    <a:pt x="127" y="580"/>
                    <a:pt x="0" y="453"/>
                    <a:pt x="0" y="297"/>
                  </a:cubicBez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04" name="Oval 16">
              <a:extLst>
                <a:ext uri="{FF2B5EF4-FFF2-40B4-BE49-F238E27FC236}">
                  <a16:creationId xmlns:a16="http://schemas.microsoft.com/office/drawing/2014/main" id="{51E2C073-9F91-446A-831F-23BFE074FB99}"/>
                </a:ext>
              </a:extLst>
            </p:cNvPr>
            <p:cNvSpPr>
              <a:spLocks noChangeArrowheads="1"/>
            </p:cNvSpPr>
            <p:nvPr/>
          </p:nvSpPr>
          <p:spPr bwMode="auto">
            <a:xfrm>
              <a:off x="1952625" y="1838325"/>
              <a:ext cx="606425" cy="609600"/>
            </a:xfrm>
            <a:prstGeom prst="ellipse">
              <a:avLst/>
            </a:pr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05" name="Oval 17">
              <a:extLst>
                <a:ext uri="{FF2B5EF4-FFF2-40B4-BE49-F238E27FC236}">
                  <a16:creationId xmlns:a16="http://schemas.microsoft.com/office/drawing/2014/main" id="{9DDC3F11-BAF5-41D8-B56B-54FECD4270AD}"/>
                </a:ext>
              </a:extLst>
            </p:cNvPr>
            <p:cNvSpPr>
              <a:spLocks noChangeArrowheads="1"/>
            </p:cNvSpPr>
            <p:nvPr/>
          </p:nvSpPr>
          <p:spPr bwMode="auto">
            <a:xfrm>
              <a:off x="1952625" y="3363913"/>
              <a:ext cx="606425" cy="609600"/>
            </a:xfrm>
            <a:prstGeom prst="ellipse">
              <a:avLst/>
            </a:pr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06" name="Rectangle 18">
              <a:extLst>
                <a:ext uri="{FF2B5EF4-FFF2-40B4-BE49-F238E27FC236}">
                  <a16:creationId xmlns:a16="http://schemas.microsoft.com/office/drawing/2014/main" id="{063CF608-B9A7-45FE-AF3E-BBAC1EF03285}"/>
                </a:ext>
              </a:extLst>
            </p:cNvPr>
            <p:cNvSpPr>
              <a:spLocks noChangeArrowheads="1"/>
            </p:cNvSpPr>
            <p:nvPr/>
          </p:nvSpPr>
          <p:spPr bwMode="auto">
            <a:xfrm>
              <a:off x="2001838" y="1049338"/>
              <a:ext cx="134937"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a:t>
              </a: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07" name="Rectangle 19">
              <a:extLst>
                <a:ext uri="{FF2B5EF4-FFF2-40B4-BE49-F238E27FC236}">
                  <a16:creationId xmlns:a16="http://schemas.microsoft.com/office/drawing/2014/main" id="{C5709ACB-2512-4E3A-B7EC-E30E6F25901F}"/>
                </a:ext>
              </a:extLst>
            </p:cNvPr>
            <p:cNvSpPr>
              <a:spLocks noChangeArrowheads="1"/>
            </p:cNvSpPr>
            <p:nvPr/>
          </p:nvSpPr>
          <p:spPr bwMode="auto">
            <a:xfrm>
              <a:off x="2430463" y="1047750"/>
              <a:ext cx="1016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08" name="Freeform 20">
              <a:extLst>
                <a:ext uri="{FF2B5EF4-FFF2-40B4-BE49-F238E27FC236}">
                  <a16:creationId xmlns:a16="http://schemas.microsoft.com/office/drawing/2014/main" id="{42EA8907-4451-493C-90A2-674D8085DCBE}"/>
                </a:ext>
              </a:extLst>
            </p:cNvPr>
            <p:cNvSpPr>
              <a:spLocks/>
            </p:cNvSpPr>
            <p:nvPr/>
          </p:nvSpPr>
          <p:spPr bwMode="auto">
            <a:xfrm>
              <a:off x="3494088" y="3946525"/>
              <a:ext cx="127000" cy="107950"/>
            </a:xfrm>
            <a:custGeom>
              <a:avLst/>
              <a:gdLst>
                <a:gd name="T0" fmla="*/ 2147483646 w 80"/>
                <a:gd name="T1" fmla="*/ 2147483646 h 68"/>
                <a:gd name="T2" fmla="*/ 2147483646 w 80"/>
                <a:gd name="T3" fmla="*/ 0 h 68"/>
                <a:gd name="T4" fmla="*/ 0 w 80"/>
                <a:gd name="T5" fmla="*/ 2147483646 h 68"/>
                <a:gd name="T6" fmla="*/ 2147483646 w 80"/>
                <a:gd name="T7" fmla="*/ 2147483646 h 68"/>
                <a:gd name="T8" fmla="*/ 2147483646 w 80"/>
                <a:gd name="T9" fmla="*/ 2147483646 h 68"/>
                <a:gd name="T10" fmla="*/ 0 60000 65536"/>
                <a:gd name="T11" fmla="*/ 0 60000 65536"/>
                <a:gd name="T12" fmla="*/ 0 60000 65536"/>
                <a:gd name="T13" fmla="*/ 0 60000 65536"/>
                <a:gd name="T14" fmla="*/ 0 60000 65536"/>
                <a:gd name="T15" fmla="*/ 0 w 80"/>
                <a:gd name="T16" fmla="*/ 0 h 68"/>
                <a:gd name="T17" fmla="*/ 80 w 80"/>
                <a:gd name="T18" fmla="*/ 68 h 68"/>
              </a:gdLst>
              <a:ahLst/>
              <a:cxnLst>
                <a:cxn ang="T10">
                  <a:pos x="T0" y="T1"/>
                </a:cxn>
                <a:cxn ang="T11">
                  <a:pos x="T2" y="T3"/>
                </a:cxn>
                <a:cxn ang="T12">
                  <a:pos x="T4" y="T5"/>
                </a:cxn>
                <a:cxn ang="T13">
                  <a:pos x="T6" y="T7"/>
                </a:cxn>
                <a:cxn ang="T14">
                  <a:pos x="T8" y="T9"/>
                </a:cxn>
              </a:cxnLst>
              <a:rect l="T15" t="T16" r="T17" b="T18"/>
              <a:pathLst>
                <a:path w="80" h="68">
                  <a:moveTo>
                    <a:pt x="27" y="68"/>
                  </a:moveTo>
                  <a:lnTo>
                    <a:pt x="80" y="0"/>
                  </a:lnTo>
                  <a:lnTo>
                    <a:pt x="0" y="54"/>
                  </a:lnTo>
                  <a:lnTo>
                    <a:pt x="13" y="68"/>
                  </a:lnTo>
                  <a:lnTo>
                    <a:pt x="27" y="68"/>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09" name="Freeform 23">
              <a:extLst>
                <a:ext uri="{FF2B5EF4-FFF2-40B4-BE49-F238E27FC236}">
                  <a16:creationId xmlns:a16="http://schemas.microsoft.com/office/drawing/2014/main" id="{1F1DFE4F-37BA-4CCA-ADCC-E0C76BD1FF9F}"/>
                </a:ext>
              </a:extLst>
            </p:cNvPr>
            <p:cNvSpPr>
              <a:spLocks/>
            </p:cNvSpPr>
            <p:nvPr/>
          </p:nvSpPr>
          <p:spPr bwMode="auto">
            <a:xfrm>
              <a:off x="3471863" y="3903663"/>
              <a:ext cx="598487" cy="601662"/>
            </a:xfrm>
            <a:custGeom>
              <a:avLst/>
              <a:gdLst>
                <a:gd name="T0" fmla="*/ 0 w 560"/>
                <a:gd name="T1" fmla="*/ 2147483646 h 560"/>
                <a:gd name="T2" fmla="*/ 0 w 560"/>
                <a:gd name="T3" fmla="*/ 2147483646 h 560"/>
                <a:gd name="T4" fmla="*/ 2147483646 w 560"/>
                <a:gd name="T5" fmla="*/ 0 h 560"/>
                <a:gd name="T6" fmla="*/ 2147483646 w 560"/>
                <a:gd name="T7" fmla="*/ 0 h 560"/>
                <a:gd name="T8" fmla="*/ 2147483646 w 560"/>
                <a:gd name="T9" fmla="*/ 2147483646 h 560"/>
                <a:gd name="T10" fmla="*/ 2147483646 w 560"/>
                <a:gd name="T11" fmla="*/ 2147483646 h 560"/>
                <a:gd name="T12" fmla="*/ 2147483646 w 560"/>
                <a:gd name="T13" fmla="*/ 2147483646 h 560"/>
                <a:gd name="T14" fmla="*/ 2147483646 w 560"/>
                <a:gd name="T15" fmla="*/ 2147483646 h 560"/>
                <a:gd name="T16" fmla="*/ 2147483646 w 560"/>
                <a:gd name="T17" fmla="*/ 2147483646 h 560"/>
                <a:gd name="T18" fmla="*/ 0 w 560"/>
                <a:gd name="T19" fmla="*/ 2147483646 h 5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60"/>
                <a:gd name="T31" fmla="*/ 0 h 560"/>
                <a:gd name="T32" fmla="*/ 560 w 560"/>
                <a:gd name="T33" fmla="*/ 560 h 5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60" h="560">
                  <a:moveTo>
                    <a:pt x="0" y="277"/>
                  </a:moveTo>
                  <a:cubicBezTo>
                    <a:pt x="0" y="277"/>
                    <a:pt x="0" y="283"/>
                    <a:pt x="0" y="283"/>
                  </a:cubicBezTo>
                  <a:cubicBezTo>
                    <a:pt x="0" y="127"/>
                    <a:pt x="127" y="0"/>
                    <a:pt x="283" y="0"/>
                  </a:cubicBezTo>
                  <a:cubicBezTo>
                    <a:pt x="283" y="0"/>
                    <a:pt x="276" y="0"/>
                    <a:pt x="276" y="0"/>
                  </a:cubicBezTo>
                  <a:cubicBezTo>
                    <a:pt x="433" y="0"/>
                    <a:pt x="560" y="127"/>
                    <a:pt x="560" y="283"/>
                  </a:cubicBezTo>
                  <a:cubicBezTo>
                    <a:pt x="560" y="283"/>
                    <a:pt x="560" y="277"/>
                    <a:pt x="560" y="277"/>
                  </a:cubicBezTo>
                  <a:cubicBezTo>
                    <a:pt x="560" y="433"/>
                    <a:pt x="433" y="560"/>
                    <a:pt x="276" y="560"/>
                  </a:cubicBezTo>
                  <a:cubicBezTo>
                    <a:pt x="276" y="560"/>
                    <a:pt x="276" y="560"/>
                    <a:pt x="276" y="560"/>
                  </a:cubicBezTo>
                  <a:cubicBezTo>
                    <a:pt x="276" y="560"/>
                    <a:pt x="283" y="560"/>
                    <a:pt x="283" y="560"/>
                  </a:cubicBezTo>
                  <a:cubicBezTo>
                    <a:pt x="127" y="560"/>
                    <a:pt x="0" y="433"/>
                    <a:pt x="0" y="277"/>
                  </a:cubicBez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10" name="Freeform 25">
              <a:extLst>
                <a:ext uri="{FF2B5EF4-FFF2-40B4-BE49-F238E27FC236}">
                  <a16:creationId xmlns:a16="http://schemas.microsoft.com/office/drawing/2014/main" id="{E21F1B31-D490-45C2-A9D1-0C5FC7D2F286}"/>
                </a:ext>
              </a:extLst>
            </p:cNvPr>
            <p:cNvSpPr>
              <a:spLocks/>
            </p:cNvSpPr>
            <p:nvPr/>
          </p:nvSpPr>
          <p:spPr bwMode="auto">
            <a:xfrm>
              <a:off x="3494088" y="1754188"/>
              <a:ext cx="127000" cy="128587"/>
            </a:xfrm>
            <a:custGeom>
              <a:avLst/>
              <a:gdLst>
                <a:gd name="T0" fmla="*/ 0 w 80"/>
                <a:gd name="T1" fmla="*/ 2147483646 h 81"/>
                <a:gd name="T2" fmla="*/ 2147483646 w 80"/>
                <a:gd name="T3" fmla="*/ 2147483646 h 81"/>
                <a:gd name="T4" fmla="*/ 2147483646 w 80"/>
                <a:gd name="T5" fmla="*/ 0 h 81"/>
                <a:gd name="T6" fmla="*/ 2147483646 w 80"/>
                <a:gd name="T7" fmla="*/ 2147483646 h 81"/>
                <a:gd name="T8" fmla="*/ 0 w 80"/>
                <a:gd name="T9" fmla="*/ 2147483646 h 81"/>
                <a:gd name="T10" fmla="*/ 0 60000 65536"/>
                <a:gd name="T11" fmla="*/ 0 60000 65536"/>
                <a:gd name="T12" fmla="*/ 0 60000 65536"/>
                <a:gd name="T13" fmla="*/ 0 60000 65536"/>
                <a:gd name="T14" fmla="*/ 0 60000 65536"/>
                <a:gd name="T15" fmla="*/ 0 w 80"/>
                <a:gd name="T16" fmla="*/ 0 h 81"/>
                <a:gd name="T17" fmla="*/ 80 w 80"/>
                <a:gd name="T18" fmla="*/ 81 h 81"/>
              </a:gdLst>
              <a:ahLst/>
              <a:cxnLst>
                <a:cxn ang="T10">
                  <a:pos x="T0" y="T1"/>
                </a:cxn>
                <a:cxn ang="T11">
                  <a:pos x="T2" y="T3"/>
                </a:cxn>
                <a:cxn ang="T12">
                  <a:pos x="T4" y="T5"/>
                </a:cxn>
                <a:cxn ang="T13">
                  <a:pos x="T6" y="T7"/>
                </a:cxn>
                <a:cxn ang="T14">
                  <a:pos x="T8" y="T9"/>
                </a:cxn>
              </a:cxnLst>
              <a:rect l="T15" t="T16" r="T17" b="T18"/>
              <a:pathLst>
                <a:path w="80" h="81">
                  <a:moveTo>
                    <a:pt x="0" y="27"/>
                  </a:moveTo>
                  <a:lnTo>
                    <a:pt x="80" y="81"/>
                  </a:lnTo>
                  <a:lnTo>
                    <a:pt x="27" y="0"/>
                  </a:lnTo>
                  <a:lnTo>
                    <a:pt x="13" y="13"/>
                  </a:lnTo>
                  <a:lnTo>
                    <a:pt x="0" y="27"/>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11" name="Freeform 28">
              <a:extLst>
                <a:ext uri="{FF2B5EF4-FFF2-40B4-BE49-F238E27FC236}">
                  <a16:creationId xmlns:a16="http://schemas.microsoft.com/office/drawing/2014/main" id="{721BEC31-0060-461D-9911-701FFFC432B3}"/>
                </a:ext>
              </a:extLst>
            </p:cNvPr>
            <p:cNvSpPr>
              <a:spLocks/>
            </p:cNvSpPr>
            <p:nvPr/>
          </p:nvSpPr>
          <p:spPr bwMode="auto">
            <a:xfrm>
              <a:off x="3471863" y="1301750"/>
              <a:ext cx="598487" cy="623888"/>
            </a:xfrm>
            <a:custGeom>
              <a:avLst/>
              <a:gdLst>
                <a:gd name="T0" fmla="*/ 0 w 560"/>
                <a:gd name="T1" fmla="*/ 2147483646 h 580"/>
                <a:gd name="T2" fmla="*/ 0 w 560"/>
                <a:gd name="T3" fmla="*/ 2147483646 h 580"/>
                <a:gd name="T4" fmla="*/ 2147483646 w 560"/>
                <a:gd name="T5" fmla="*/ 0 h 580"/>
                <a:gd name="T6" fmla="*/ 2147483646 w 560"/>
                <a:gd name="T7" fmla="*/ 0 h 580"/>
                <a:gd name="T8" fmla="*/ 2147483646 w 560"/>
                <a:gd name="T9" fmla="*/ 2147483646 h 580"/>
                <a:gd name="T10" fmla="*/ 2147483646 w 560"/>
                <a:gd name="T11" fmla="*/ 2147483646 h 580"/>
                <a:gd name="T12" fmla="*/ 2147483646 w 560"/>
                <a:gd name="T13" fmla="*/ 2147483646 h 580"/>
                <a:gd name="T14" fmla="*/ 2147483646 w 560"/>
                <a:gd name="T15" fmla="*/ 2147483646 h 580"/>
                <a:gd name="T16" fmla="*/ 2147483646 w 560"/>
                <a:gd name="T17" fmla="*/ 2147483646 h 580"/>
                <a:gd name="T18" fmla="*/ 0 w 560"/>
                <a:gd name="T19" fmla="*/ 2147483646 h 58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60"/>
                <a:gd name="T31" fmla="*/ 0 h 580"/>
                <a:gd name="T32" fmla="*/ 560 w 560"/>
                <a:gd name="T33" fmla="*/ 580 h 58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60" h="580">
                  <a:moveTo>
                    <a:pt x="0" y="297"/>
                  </a:moveTo>
                  <a:cubicBezTo>
                    <a:pt x="0" y="297"/>
                    <a:pt x="0" y="283"/>
                    <a:pt x="0" y="283"/>
                  </a:cubicBezTo>
                  <a:cubicBezTo>
                    <a:pt x="0" y="127"/>
                    <a:pt x="127" y="0"/>
                    <a:pt x="283" y="0"/>
                  </a:cubicBezTo>
                  <a:cubicBezTo>
                    <a:pt x="283" y="0"/>
                    <a:pt x="276" y="0"/>
                    <a:pt x="276" y="0"/>
                  </a:cubicBezTo>
                  <a:cubicBezTo>
                    <a:pt x="433" y="0"/>
                    <a:pt x="560" y="127"/>
                    <a:pt x="560" y="283"/>
                  </a:cubicBezTo>
                  <a:cubicBezTo>
                    <a:pt x="560" y="283"/>
                    <a:pt x="560" y="297"/>
                    <a:pt x="560" y="297"/>
                  </a:cubicBezTo>
                  <a:cubicBezTo>
                    <a:pt x="560" y="453"/>
                    <a:pt x="433" y="580"/>
                    <a:pt x="276" y="580"/>
                  </a:cubicBezTo>
                  <a:cubicBezTo>
                    <a:pt x="276" y="580"/>
                    <a:pt x="276" y="580"/>
                    <a:pt x="276" y="580"/>
                  </a:cubicBezTo>
                  <a:cubicBezTo>
                    <a:pt x="276" y="580"/>
                    <a:pt x="283" y="580"/>
                    <a:pt x="283" y="580"/>
                  </a:cubicBezTo>
                  <a:cubicBezTo>
                    <a:pt x="127" y="580"/>
                    <a:pt x="0" y="453"/>
                    <a:pt x="0" y="297"/>
                  </a:cubicBez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12" name="Oval 30">
              <a:extLst>
                <a:ext uri="{FF2B5EF4-FFF2-40B4-BE49-F238E27FC236}">
                  <a16:creationId xmlns:a16="http://schemas.microsoft.com/office/drawing/2014/main" id="{6B973429-5497-4336-B9CD-B487C0BDA56C}"/>
                </a:ext>
              </a:extLst>
            </p:cNvPr>
            <p:cNvSpPr>
              <a:spLocks noChangeArrowheads="1"/>
            </p:cNvSpPr>
            <p:nvPr/>
          </p:nvSpPr>
          <p:spPr bwMode="auto">
            <a:xfrm>
              <a:off x="3470275" y="1838325"/>
              <a:ext cx="604838" cy="609600"/>
            </a:xfrm>
            <a:prstGeom prst="ellipse">
              <a:avLst/>
            </a:pr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13" name="Oval 31">
              <a:extLst>
                <a:ext uri="{FF2B5EF4-FFF2-40B4-BE49-F238E27FC236}">
                  <a16:creationId xmlns:a16="http://schemas.microsoft.com/office/drawing/2014/main" id="{E9A035BB-0BE7-4C1C-8EDD-2428C335057F}"/>
                </a:ext>
              </a:extLst>
            </p:cNvPr>
            <p:cNvSpPr>
              <a:spLocks noChangeArrowheads="1"/>
            </p:cNvSpPr>
            <p:nvPr/>
          </p:nvSpPr>
          <p:spPr bwMode="auto">
            <a:xfrm>
              <a:off x="3470275" y="3363913"/>
              <a:ext cx="604838" cy="609600"/>
            </a:xfrm>
            <a:prstGeom prst="ellipse">
              <a:avLst/>
            </a:pr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14" name="Freeform 32">
              <a:extLst>
                <a:ext uri="{FF2B5EF4-FFF2-40B4-BE49-F238E27FC236}">
                  <a16:creationId xmlns:a16="http://schemas.microsoft.com/office/drawing/2014/main" id="{293833F5-8530-4F62-8CC1-8F56276D471E}"/>
                </a:ext>
              </a:extLst>
            </p:cNvPr>
            <p:cNvSpPr>
              <a:spLocks/>
            </p:cNvSpPr>
            <p:nvPr/>
          </p:nvSpPr>
          <p:spPr bwMode="auto">
            <a:xfrm>
              <a:off x="5010150" y="3946525"/>
              <a:ext cx="107950" cy="107950"/>
            </a:xfrm>
            <a:custGeom>
              <a:avLst/>
              <a:gdLst>
                <a:gd name="T0" fmla="*/ 2147483646 w 68"/>
                <a:gd name="T1" fmla="*/ 2147483646 h 68"/>
                <a:gd name="T2" fmla="*/ 2147483646 w 68"/>
                <a:gd name="T3" fmla="*/ 0 h 68"/>
                <a:gd name="T4" fmla="*/ 0 w 68"/>
                <a:gd name="T5" fmla="*/ 2147483646 h 68"/>
                <a:gd name="T6" fmla="*/ 2147483646 w 68"/>
                <a:gd name="T7" fmla="*/ 2147483646 h 68"/>
                <a:gd name="T8" fmla="*/ 2147483646 w 68"/>
                <a:gd name="T9" fmla="*/ 2147483646 h 68"/>
                <a:gd name="T10" fmla="*/ 0 60000 65536"/>
                <a:gd name="T11" fmla="*/ 0 60000 65536"/>
                <a:gd name="T12" fmla="*/ 0 60000 65536"/>
                <a:gd name="T13" fmla="*/ 0 60000 65536"/>
                <a:gd name="T14" fmla="*/ 0 60000 65536"/>
                <a:gd name="T15" fmla="*/ 0 w 68"/>
                <a:gd name="T16" fmla="*/ 0 h 68"/>
                <a:gd name="T17" fmla="*/ 68 w 68"/>
                <a:gd name="T18" fmla="*/ 68 h 68"/>
              </a:gdLst>
              <a:ahLst/>
              <a:cxnLst>
                <a:cxn ang="T10">
                  <a:pos x="T0" y="T1"/>
                </a:cxn>
                <a:cxn ang="T11">
                  <a:pos x="T2" y="T3"/>
                </a:cxn>
                <a:cxn ang="T12">
                  <a:pos x="T4" y="T5"/>
                </a:cxn>
                <a:cxn ang="T13">
                  <a:pos x="T6" y="T7"/>
                </a:cxn>
                <a:cxn ang="T14">
                  <a:pos x="T8" y="T9"/>
                </a:cxn>
              </a:cxnLst>
              <a:rect l="T15" t="T16" r="T17" b="T18"/>
              <a:pathLst>
                <a:path w="68" h="68">
                  <a:moveTo>
                    <a:pt x="27" y="68"/>
                  </a:moveTo>
                  <a:lnTo>
                    <a:pt x="68" y="0"/>
                  </a:lnTo>
                  <a:lnTo>
                    <a:pt x="0" y="54"/>
                  </a:lnTo>
                  <a:lnTo>
                    <a:pt x="14" y="68"/>
                  </a:lnTo>
                  <a:lnTo>
                    <a:pt x="27" y="68"/>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15" name="Freeform 35">
              <a:extLst>
                <a:ext uri="{FF2B5EF4-FFF2-40B4-BE49-F238E27FC236}">
                  <a16:creationId xmlns:a16="http://schemas.microsoft.com/office/drawing/2014/main" id="{D68F597B-23CE-41D9-8950-68C4666BDCA0}"/>
                </a:ext>
              </a:extLst>
            </p:cNvPr>
            <p:cNvSpPr>
              <a:spLocks/>
            </p:cNvSpPr>
            <p:nvPr/>
          </p:nvSpPr>
          <p:spPr bwMode="auto">
            <a:xfrm>
              <a:off x="4989513" y="3903663"/>
              <a:ext cx="598487" cy="601662"/>
            </a:xfrm>
            <a:custGeom>
              <a:avLst/>
              <a:gdLst>
                <a:gd name="T0" fmla="*/ 0 w 560"/>
                <a:gd name="T1" fmla="*/ 2147483646 h 560"/>
                <a:gd name="T2" fmla="*/ 0 w 560"/>
                <a:gd name="T3" fmla="*/ 2147483646 h 560"/>
                <a:gd name="T4" fmla="*/ 2147483646 w 560"/>
                <a:gd name="T5" fmla="*/ 0 h 560"/>
                <a:gd name="T6" fmla="*/ 2147483646 w 560"/>
                <a:gd name="T7" fmla="*/ 0 h 560"/>
                <a:gd name="T8" fmla="*/ 2147483646 w 560"/>
                <a:gd name="T9" fmla="*/ 2147483646 h 560"/>
                <a:gd name="T10" fmla="*/ 2147483646 w 560"/>
                <a:gd name="T11" fmla="*/ 2147483646 h 560"/>
                <a:gd name="T12" fmla="*/ 2147483646 w 560"/>
                <a:gd name="T13" fmla="*/ 2147483646 h 560"/>
                <a:gd name="T14" fmla="*/ 2147483646 w 560"/>
                <a:gd name="T15" fmla="*/ 2147483646 h 560"/>
                <a:gd name="T16" fmla="*/ 2147483646 w 560"/>
                <a:gd name="T17" fmla="*/ 2147483646 h 560"/>
                <a:gd name="T18" fmla="*/ 0 w 560"/>
                <a:gd name="T19" fmla="*/ 2147483646 h 5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60"/>
                <a:gd name="T31" fmla="*/ 0 h 560"/>
                <a:gd name="T32" fmla="*/ 560 w 560"/>
                <a:gd name="T33" fmla="*/ 560 h 5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60" h="560">
                  <a:moveTo>
                    <a:pt x="0" y="277"/>
                  </a:moveTo>
                  <a:cubicBezTo>
                    <a:pt x="0" y="277"/>
                    <a:pt x="0" y="283"/>
                    <a:pt x="0" y="283"/>
                  </a:cubicBezTo>
                  <a:cubicBezTo>
                    <a:pt x="0" y="127"/>
                    <a:pt x="127" y="0"/>
                    <a:pt x="283" y="0"/>
                  </a:cubicBezTo>
                  <a:cubicBezTo>
                    <a:pt x="283" y="0"/>
                    <a:pt x="276" y="0"/>
                    <a:pt x="276" y="0"/>
                  </a:cubicBezTo>
                  <a:cubicBezTo>
                    <a:pt x="433" y="0"/>
                    <a:pt x="560" y="127"/>
                    <a:pt x="560" y="283"/>
                  </a:cubicBezTo>
                  <a:cubicBezTo>
                    <a:pt x="560" y="283"/>
                    <a:pt x="560" y="277"/>
                    <a:pt x="560" y="277"/>
                  </a:cubicBezTo>
                  <a:cubicBezTo>
                    <a:pt x="560" y="433"/>
                    <a:pt x="433" y="560"/>
                    <a:pt x="276" y="560"/>
                  </a:cubicBezTo>
                  <a:cubicBezTo>
                    <a:pt x="276" y="560"/>
                    <a:pt x="276" y="560"/>
                    <a:pt x="276" y="560"/>
                  </a:cubicBezTo>
                  <a:cubicBezTo>
                    <a:pt x="276" y="560"/>
                    <a:pt x="283" y="560"/>
                    <a:pt x="283" y="560"/>
                  </a:cubicBezTo>
                  <a:cubicBezTo>
                    <a:pt x="127" y="560"/>
                    <a:pt x="0" y="433"/>
                    <a:pt x="0" y="277"/>
                  </a:cubicBez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16" name="Freeform 37">
              <a:extLst>
                <a:ext uri="{FF2B5EF4-FFF2-40B4-BE49-F238E27FC236}">
                  <a16:creationId xmlns:a16="http://schemas.microsoft.com/office/drawing/2014/main" id="{434B1943-E4A7-4F13-97D9-694DB3B6579B}"/>
                </a:ext>
              </a:extLst>
            </p:cNvPr>
            <p:cNvSpPr>
              <a:spLocks/>
            </p:cNvSpPr>
            <p:nvPr/>
          </p:nvSpPr>
          <p:spPr bwMode="auto">
            <a:xfrm>
              <a:off x="5010150" y="1754188"/>
              <a:ext cx="107950" cy="128587"/>
            </a:xfrm>
            <a:custGeom>
              <a:avLst/>
              <a:gdLst>
                <a:gd name="T0" fmla="*/ 0 w 68"/>
                <a:gd name="T1" fmla="*/ 2147483646 h 81"/>
                <a:gd name="T2" fmla="*/ 2147483646 w 68"/>
                <a:gd name="T3" fmla="*/ 2147483646 h 81"/>
                <a:gd name="T4" fmla="*/ 2147483646 w 68"/>
                <a:gd name="T5" fmla="*/ 0 h 81"/>
                <a:gd name="T6" fmla="*/ 2147483646 w 68"/>
                <a:gd name="T7" fmla="*/ 2147483646 h 81"/>
                <a:gd name="T8" fmla="*/ 0 w 68"/>
                <a:gd name="T9" fmla="*/ 2147483646 h 81"/>
                <a:gd name="T10" fmla="*/ 0 60000 65536"/>
                <a:gd name="T11" fmla="*/ 0 60000 65536"/>
                <a:gd name="T12" fmla="*/ 0 60000 65536"/>
                <a:gd name="T13" fmla="*/ 0 60000 65536"/>
                <a:gd name="T14" fmla="*/ 0 60000 65536"/>
                <a:gd name="T15" fmla="*/ 0 w 68"/>
                <a:gd name="T16" fmla="*/ 0 h 81"/>
                <a:gd name="T17" fmla="*/ 68 w 68"/>
                <a:gd name="T18" fmla="*/ 81 h 81"/>
              </a:gdLst>
              <a:ahLst/>
              <a:cxnLst>
                <a:cxn ang="T10">
                  <a:pos x="T0" y="T1"/>
                </a:cxn>
                <a:cxn ang="T11">
                  <a:pos x="T2" y="T3"/>
                </a:cxn>
                <a:cxn ang="T12">
                  <a:pos x="T4" y="T5"/>
                </a:cxn>
                <a:cxn ang="T13">
                  <a:pos x="T6" y="T7"/>
                </a:cxn>
                <a:cxn ang="T14">
                  <a:pos x="T8" y="T9"/>
                </a:cxn>
              </a:cxnLst>
              <a:rect l="T15" t="T16" r="T17" b="T18"/>
              <a:pathLst>
                <a:path w="68" h="81">
                  <a:moveTo>
                    <a:pt x="0" y="27"/>
                  </a:moveTo>
                  <a:lnTo>
                    <a:pt x="68" y="81"/>
                  </a:lnTo>
                  <a:lnTo>
                    <a:pt x="27" y="0"/>
                  </a:lnTo>
                  <a:lnTo>
                    <a:pt x="14" y="13"/>
                  </a:lnTo>
                  <a:lnTo>
                    <a:pt x="0" y="27"/>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17" name="Freeform 40">
              <a:extLst>
                <a:ext uri="{FF2B5EF4-FFF2-40B4-BE49-F238E27FC236}">
                  <a16:creationId xmlns:a16="http://schemas.microsoft.com/office/drawing/2014/main" id="{43681E6B-B0F6-4A56-A6A7-BEA82F045D8F}"/>
                </a:ext>
              </a:extLst>
            </p:cNvPr>
            <p:cNvSpPr>
              <a:spLocks/>
            </p:cNvSpPr>
            <p:nvPr/>
          </p:nvSpPr>
          <p:spPr bwMode="auto">
            <a:xfrm>
              <a:off x="4989513" y="1301750"/>
              <a:ext cx="598487" cy="623888"/>
            </a:xfrm>
            <a:custGeom>
              <a:avLst/>
              <a:gdLst>
                <a:gd name="T0" fmla="*/ 0 w 560"/>
                <a:gd name="T1" fmla="*/ 2147483646 h 580"/>
                <a:gd name="T2" fmla="*/ 0 w 560"/>
                <a:gd name="T3" fmla="*/ 2147483646 h 580"/>
                <a:gd name="T4" fmla="*/ 2147483646 w 560"/>
                <a:gd name="T5" fmla="*/ 0 h 580"/>
                <a:gd name="T6" fmla="*/ 2147483646 w 560"/>
                <a:gd name="T7" fmla="*/ 0 h 580"/>
                <a:gd name="T8" fmla="*/ 2147483646 w 560"/>
                <a:gd name="T9" fmla="*/ 2147483646 h 580"/>
                <a:gd name="T10" fmla="*/ 2147483646 w 560"/>
                <a:gd name="T11" fmla="*/ 2147483646 h 580"/>
                <a:gd name="T12" fmla="*/ 2147483646 w 560"/>
                <a:gd name="T13" fmla="*/ 2147483646 h 580"/>
                <a:gd name="T14" fmla="*/ 2147483646 w 560"/>
                <a:gd name="T15" fmla="*/ 2147483646 h 580"/>
                <a:gd name="T16" fmla="*/ 2147483646 w 560"/>
                <a:gd name="T17" fmla="*/ 2147483646 h 580"/>
                <a:gd name="T18" fmla="*/ 0 w 560"/>
                <a:gd name="T19" fmla="*/ 2147483646 h 58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60"/>
                <a:gd name="T31" fmla="*/ 0 h 580"/>
                <a:gd name="T32" fmla="*/ 560 w 560"/>
                <a:gd name="T33" fmla="*/ 580 h 58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60" h="580">
                  <a:moveTo>
                    <a:pt x="0" y="297"/>
                  </a:moveTo>
                  <a:cubicBezTo>
                    <a:pt x="0" y="297"/>
                    <a:pt x="0" y="283"/>
                    <a:pt x="0" y="283"/>
                  </a:cubicBezTo>
                  <a:cubicBezTo>
                    <a:pt x="0" y="127"/>
                    <a:pt x="127" y="0"/>
                    <a:pt x="283" y="0"/>
                  </a:cubicBezTo>
                  <a:cubicBezTo>
                    <a:pt x="283" y="0"/>
                    <a:pt x="276" y="0"/>
                    <a:pt x="276" y="0"/>
                  </a:cubicBezTo>
                  <a:cubicBezTo>
                    <a:pt x="433" y="0"/>
                    <a:pt x="560" y="127"/>
                    <a:pt x="560" y="283"/>
                  </a:cubicBezTo>
                  <a:cubicBezTo>
                    <a:pt x="560" y="283"/>
                    <a:pt x="560" y="297"/>
                    <a:pt x="560" y="297"/>
                  </a:cubicBezTo>
                  <a:cubicBezTo>
                    <a:pt x="560" y="453"/>
                    <a:pt x="433" y="580"/>
                    <a:pt x="276" y="580"/>
                  </a:cubicBezTo>
                  <a:cubicBezTo>
                    <a:pt x="276" y="580"/>
                    <a:pt x="276" y="580"/>
                    <a:pt x="276" y="580"/>
                  </a:cubicBezTo>
                  <a:cubicBezTo>
                    <a:pt x="276" y="580"/>
                    <a:pt x="283" y="580"/>
                    <a:pt x="283" y="580"/>
                  </a:cubicBezTo>
                  <a:cubicBezTo>
                    <a:pt x="127" y="580"/>
                    <a:pt x="0" y="453"/>
                    <a:pt x="0" y="297"/>
                  </a:cubicBez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18" name="Oval 42">
              <a:extLst>
                <a:ext uri="{FF2B5EF4-FFF2-40B4-BE49-F238E27FC236}">
                  <a16:creationId xmlns:a16="http://schemas.microsoft.com/office/drawing/2014/main" id="{0542326E-8228-4505-99BB-462879A58D91}"/>
                </a:ext>
              </a:extLst>
            </p:cNvPr>
            <p:cNvSpPr>
              <a:spLocks noChangeArrowheads="1"/>
            </p:cNvSpPr>
            <p:nvPr/>
          </p:nvSpPr>
          <p:spPr bwMode="auto">
            <a:xfrm>
              <a:off x="4987925" y="1838325"/>
              <a:ext cx="604838" cy="609600"/>
            </a:xfrm>
            <a:prstGeom prst="ellipse">
              <a:avLst/>
            </a:pr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19" name="Oval 43">
              <a:extLst>
                <a:ext uri="{FF2B5EF4-FFF2-40B4-BE49-F238E27FC236}">
                  <a16:creationId xmlns:a16="http://schemas.microsoft.com/office/drawing/2014/main" id="{A5B5ED6B-8599-42BB-859A-843F1D1F99A3}"/>
                </a:ext>
              </a:extLst>
            </p:cNvPr>
            <p:cNvSpPr>
              <a:spLocks noChangeArrowheads="1"/>
            </p:cNvSpPr>
            <p:nvPr/>
          </p:nvSpPr>
          <p:spPr bwMode="auto">
            <a:xfrm>
              <a:off x="4987925" y="3363913"/>
              <a:ext cx="604838" cy="609600"/>
            </a:xfrm>
            <a:prstGeom prst="ellipse">
              <a:avLst/>
            </a:pr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20" name="Freeform 44">
              <a:extLst>
                <a:ext uri="{FF2B5EF4-FFF2-40B4-BE49-F238E27FC236}">
                  <a16:creationId xmlns:a16="http://schemas.microsoft.com/office/drawing/2014/main" id="{982AD074-E0F6-4A2E-85D0-3A0DE486C142}"/>
                </a:ext>
              </a:extLst>
            </p:cNvPr>
            <p:cNvSpPr>
              <a:spLocks/>
            </p:cNvSpPr>
            <p:nvPr/>
          </p:nvSpPr>
          <p:spPr bwMode="auto">
            <a:xfrm>
              <a:off x="6527800" y="3946525"/>
              <a:ext cx="106363" cy="107950"/>
            </a:xfrm>
            <a:custGeom>
              <a:avLst/>
              <a:gdLst>
                <a:gd name="T0" fmla="*/ 2147483646 w 67"/>
                <a:gd name="T1" fmla="*/ 2147483646 h 68"/>
                <a:gd name="T2" fmla="*/ 2147483646 w 67"/>
                <a:gd name="T3" fmla="*/ 0 h 68"/>
                <a:gd name="T4" fmla="*/ 0 w 67"/>
                <a:gd name="T5" fmla="*/ 2147483646 h 68"/>
                <a:gd name="T6" fmla="*/ 2147483646 w 67"/>
                <a:gd name="T7" fmla="*/ 2147483646 h 68"/>
                <a:gd name="T8" fmla="*/ 2147483646 w 67"/>
                <a:gd name="T9" fmla="*/ 2147483646 h 68"/>
                <a:gd name="T10" fmla="*/ 0 60000 65536"/>
                <a:gd name="T11" fmla="*/ 0 60000 65536"/>
                <a:gd name="T12" fmla="*/ 0 60000 65536"/>
                <a:gd name="T13" fmla="*/ 0 60000 65536"/>
                <a:gd name="T14" fmla="*/ 0 60000 65536"/>
                <a:gd name="T15" fmla="*/ 0 w 67"/>
                <a:gd name="T16" fmla="*/ 0 h 68"/>
                <a:gd name="T17" fmla="*/ 67 w 67"/>
                <a:gd name="T18" fmla="*/ 68 h 68"/>
              </a:gdLst>
              <a:ahLst/>
              <a:cxnLst>
                <a:cxn ang="T10">
                  <a:pos x="T0" y="T1"/>
                </a:cxn>
                <a:cxn ang="T11">
                  <a:pos x="T2" y="T3"/>
                </a:cxn>
                <a:cxn ang="T12">
                  <a:pos x="T4" y="T5"/>
                </a:cxn>
                <a:cxn ang="T13">
                  <a:pos x="T6" y="T7"/>
                </a:cxn>
                <a:cxn ang="T14">
                  <a:pos x="T8" y="T9"/>
                </a:cxn>
              </a:cxnLst>
              <a:rect l="T15" t="T16" r="T17" b="T18"/>
              <a:pathLst>
                <a:path w="67" h="68">
                  <a:moveTo>
                    <a:pt x="27" y="68"/>
                  </a:moveTo>
                  <a:lnTo>
                    <a:pt x="67" y="0"/>
                  </a:lnTo>
                  <a:lnTo>
                    <a:pt x="0" y="54"/>
                  </a:lnTo>
                  <a:lnTo>
                    <a:pt x="13" y="68"/>
                  </a:lnTo>
                  <a:lnTo>
                    <a:pt x="27" y="68"/>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21" name="Freeform 47">
              <a:extLst>
                <a:ext uri="{FF2B5EF4-FFF2-40B4-BE49-F238E27FC236}">
                  <a16:creationId xmlns:a16="http://schemas.microsoft.com/office/drawing/2014/main" id="{0BF02545-4EBF-488E-80C9-3018144EBA3F}"/>
                </a:ext>
              </a:extLst>
            </p:cNvPr>
            <p:cNvSpPr>
              <a:spLocks/>
            </p:cNvSpPr>
            <p:nvPr/>
          </p:nvSpPr>
          <p:spPr bwMode="auto">
            <a:xfrm>
              <a:off x="6505575" y="3903663"/>
              <a:ext cx="598488" cy="601662"/>
            </a:xfrm>
            <a:custGeom>
              <a:avLst/>
              <a:gdLst>
                <a:gd name="T0" fmla="*/ 0 w 560"/>
                <a:gd name="T1" fmla="*/ 2147483646 h 560"/>
                <a:gd name="T2" fmla="*/ 0 w 560"/>
                <a:gd name="T3" fmla="*/ 2147483646 h 560"/>
                <a:gd name="T4" fmla="*/ 2147483646 w 560"/>
                <a:gd name="T5" fmla="*/ 0 h 560"/>
                <a:gd name="T6" fmla="*/ 2147483646 w 560"/>
                <a:gd name="T7" fmla="*/ 0 h 560"/>
                <a:gd name="T8" fmla="*/ 2147483646 w 560"/>
                <a:gd name="T9" fmla="*/ 2147483646 h 560"/>
                <a:gd name="T10" fmla="*/ 2147483646 w 560"/>
                <a:gd name="T11" fmla="*/ 2147483646 h 560"/>
                <a:gd name="T12" fmla="*/ 2147483646 w 560"/>
                <a:gd name="T13" fmla="*/ 2147483646 h 560"/>
                <a:gd name="T14" fmla="*/ 2147483646 w 560"/>
                <a:gd name="T15" fmla="*/ 2147483646 h 560"/>
                <a:gd name="T16" fmla="*/ 2147483646 w 560"/>
                <a:gd name="T17" fmla="*/ 2147483646 h 560"/>
                <a:gd name="T18" fmla="*/ 0 w 560"/>
                <a:gd name="T19" fmla="*/ 2147483646 h 5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60"/>
                <a:gd name="T31" fmla="*/ 0 h 560"/>
                <a:gd name="T32" fmla="*/ 560 w 560"/>
                <a:gd name="T33" fmla="*/ 560 h 5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60" h="560">
                  <a:moveTo>
                    <a:pt x="0" y="277"/>
                  </a:moveTo>
                  <a:cubicBezTo>
                    <a:pt x="0" y="277"/>
                    <a:pt x="0" y="283"/>
                    <a:pt x="0" y="283"/>
                  </a:cubicBezTo>
                  <a:cubicBezTo>
                    <a:pt x="0" y="127"/>
                    <a:pt x="127" y="0"/>
                    <a:pt x="283" y="0"/>
                  </a:cubicBezTo>
                  <a:cubicBezTo>
                    <a:pt x="283" y="0"/>
                    <a:pt x="276" y="0"/>
                    <a:pt x="276" y="0"/>
                  </a:cubicBezTo>
                  <a:cubicBezTo>
                    <a:pt x="433" y="0"/>
                    <a:pt x="560" y="127"/>
                    <a:pt x="560" y="283"/>
                  </a:cubicBezTo>
                  <a:cubicBezTo>
                    <a:pt x="560" y="283"/>
                    <a:pt x="560" y="277"/>
                    <a:pt x="560" y="277"/>
                  </a:cubicBezTo>
                  <a:cubicBezTo>
                    <a:pt x="560" y="433"/>
                    <a:pt x="433" y="560"/>
                    <a:pt x="276" y="560"/>
                  </a:cubicBezTo>
                  <a:cubicBezTo>
                    <a:pt x="276" y="560"/>
                    <a:pt x="276" y="560"/>
                    <a:pt x="276" y="560"/>
                  </a:cubicBezTo>
                  <a:cubicBezTo>
                    <a:pt x="276" y="560"/>
                    <a:pt x="283" y="560"/>
                    <a:pt x="283" y="560"/>
                  </a:cubicBezTo>
                  <a:cubicBezTo>
                    <a:pt x="127" y="560"/>
                    <a:pt x="0" y="433"/>
                    <a:pt x="0" y="277"/>
                  </a:cubicBez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22" name="Freeform 49">
              <a:extLst>
                <a:ext uri="{FF2B5EF4-FFF2-40B4-BE49-F238E27FC236}">
                  <a16:creationId xmlns:a16="http://schemas.microsoft.com/office/drawing/2014/main" id="{20600762-AF14-42D9-AED9-0FFA1040F7A5}"/>
                </a:ext>
              </a:extLst>
            </p:cNvPr>
            <p:cNvSpPr>
              <a:spLocks/>
            </p:cNvSpPr>
            <p:nvPr/>
          </p:nvSpPr>
          <p:spPr bwMode="auto">
            <a:xfrm>
              <a:off x="6527800" y="1754188"/>
              <a:ext cx="106363" cy="128587"/>
            </a:xfrm>
            <a:custGeom>
              <a:avLst/>
              <a:gdLst>
                <a:gd name="T0" fmla="*/ 0 w 67"/>
                <a:gd name="T1" fmla="*/ 2147483646 h 81"/>
                <a:gd name="T2" fmla="*/ 2147483646 w 67"/>
                <a:gd name="T3" fmla="*/ 2147483646 h 81"/>
                <a:gd name="T4" fmla="*/ 2147483646 w 67"/>
                <a:gd name="T5" fmla="*/ 0 h 81"/>
                <a:gd name="T6" fmla="*/ 2147483646 w 67"/>
                <a:gd name="T7" fmla="*/ 2147483646 h 81"/>
                <a:gd name="T8" fmla="*/ 0 w 67"/>
                <a:gd name="T9" fmla="*/ 2147483646 h 81"/>
                <a:gd name="T10" fmla="*/ 0 60000 65536"/>
                <a:gd name="T11" fmla="*/ 0 60000 65536"/>
                <a:gd name="T12" fmla="*/ 0 60000 65536"/>
                <a:gd name="T13" fmla="*/ 0 60000 65536"/>
                <a:gd name="T14" fmla="*/ 0 60000 65536"/>
                <a:gd name="T15" fmla="*/ 0 w 67"/>
                <a:gd name="T16" fmla="*/ 0 h 81"/>
                <a:gd name="T17" fmla="*/ 67 w 67"/>
                <a:gd name="T18" fmla="*/ 81 h 81"/>
              </a:gdLst>
              <a:ahLst/>
              <a:cxnLst>
                <a:cxn ang="T10">
                  <a:pos x="T0" y="T1"/>
                </a:cxn>
                <a:cxn ang="T11">
                  <a:pos x="T2" y="T3"/>
                </a:cxn>
                <a:cxn ang="T12">
                  <a:pos x="T4" y="T5"/>
                </a:cxn>
                <a:cxn ang="T13">
                  <a:pos x="T6" y="T7"/>
                </a:cxn>
                <a:cxn ang="T14">
                  <a:pos x="T8" y="T9"/>
                </a:cxn>
              </a:cxnLst>
              <a:rect l="T15" t="T16" r="T17" b="T18"/>
              <a:pathLst>
                <a:path w="67" h="81">
                  <a:moveTo>
                    <a:pt x="0" y="27"/>
                  </a:moveTo>
                  <a:lnTo>
                    <a:pt x="67" y="81"/>
                  </a:lnTo>
                  <a:lnTo>
                    <a:pt x="27" y="0"/>
                  </a:lnTo>
                  <a:lnTo>
                    <a:pt x="13" y="13"/>
                  </a:lnTo>
                  <a:lnTo>
                    <a:pt x="0" y="27"/>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23" name="Freeform 52">
              <a:extLst>
                <a:ext uri="{FF2B5EF4-FFF2-40B4-BE49-F238E27FC236}">
                  <a16:creationId xmlns:a16="http://schemas.microsoft.com/office/drawing/2014/main" id="{607B1ADB-4D93-4BB5-B1F1-AE3BBAD5CBF1}"/>
                </a:ext>
              </a:extLst>
            </p:cNvPr>
            <p:cNvSpPr>
              <a:spLocks/>
            </p:cNvSpPr>
            <p:nvPr/>
          </p:nvSpPr>
          <p:spPr bwMode="auto">
            <a:xfrm>
              <a:off x="6505575" y="1301750"/>
              <a:ext cx="598488" cy="623888"/>
            </a:xfrm>
            <a:custGeom>
              <a:avLst/>
              <a:gdLst>
                <a:gd name="T0" fmla="*/ 0 w 560"/>
                <a:gd name="T1" fmla="*/ 2147483646 h 580"/>
                <a:gd name="T2" fmla="*/ 0 w 560"/>
                <a:gd name="T3" fmla="*/ 2147483646 h 580"/>
                <a:gd name="T4" fmla="*/ 2147483646 w 560"/>
                <a:gd name="T5" fmla="*/ 0 h 580"/>
                <a:gd name="T6" fmla="*/ 2147483646 w 560"/>
                <a:gd name="T7" fmla="*/ 0 h 580"/>
                <a:gd name="T8" fmla="*/ 2147483646 w 560"/>
                <a:gd name="T9" fmla="*/ 2147483646 h 580"/>
                <a:gd name="T10" fmla="*/ 2147483646 w 560"/>
                <a:gd name="T11" fmla="*/ 2147483646 h 580"/>
                <a:gd name="T12" fmla="*/ 2147483646 w 560"/>
                <a:gd name="T13" fmla="*/ 2147483646 h 580"/>
                <a:gd name="T14" fmla="*/ 2147483646 w 560"/>
                <a:gd name="T15" fmla="*/ 2147483646 h 580"/>
                <a:gd name="T16" fmla="*/ 2147483646 w 560"/>
                <a:gd name="T17" fmla="*/ 2147483646 h 580"/>
                <a:gd name="T18" fmla="*/ 0 w 560"/>
                <a:gd name="T19" fmla="*/ 2147483646 h 58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60"/>
                <a:gd name="T31" fmla="*/ 0 h 580"/>
                <a:gd name="T32" fmla="*/ 560 w 560"/>
                <a:gd name="T33" fmla="*/ 580 h 58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60" h="580">
                  <a:moveTo>
                    <a:pt x="0" y="297"/>
                  </a:moveTo>
                  <a:cubicBezTo>
                    <a:pt x="0" y="297"/>
                    <a:pt x="0" y="283"/>
                    <a:pt x="0" y="283"/>
                  </a:cubicBezTo>
                  <a:cubicBezTo>
                    <a:pt x="0" y="127"/>
                    <a:pt x="127" y="0"/>
                    <a:pt x="283" y="0"/>
                  </a:cubicBezTo>
                  <a:cubicBezTo>
                    <a:pt x="283" y="0"/>
                    <a:pt x="276" y="0"/>
                    <a:pt x="276" y="0"/>
                  </a:cubicBezTo>
                  <a:cubicBezTo>
                    <a:pt x="433" y="0"/>
                    <a:pt x="560" y="127"/>
                    <a:pt x="560" y="283"/>
                  </a:cubicBezTo>
                  <a:cubicBezTo>
                    <a:pt x="560" y="283"/>
                    <a:pt x="560" y="297"/>
                    <a:pt x="560" y="297"/>
                  </a:cubicBezTo>
                  <a:cubicBezTo>
                    <a:pt x="560" y="453"/>
                    <a:pt x="433" y="580"/>
                    <a:pt x="276" y="580"/>
                  </a:cubicBezTo>
                  <a:cubicBezTo>
                    <a:pt x="276" y="580"/>
                    <a:pt x="276" y="580"/>
                    <a:pt x="276" y="580"/>
                  </a:cubicBezTo>
                  <a:cubicBezTo>
                    <a:pt x="276" y="580"/>
                    <a:pt x="283" y="580"/>
                    <a:pt x="283" y="580"/>
                  </a:cubicBezTo>
                  <a:cubicBezTo>
                    <a:pt x="127" y="580"/>
                    <a:pt x="0" y="453"/>
                    <a:pt x="0" y="297"/>
                  </a:cubicBez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24" name="Oval 54">
              <a:extLst>
                <a:ext uri="{FF2B5EF4-FFF2-40B4-BE49-F238E27FC236}">
                  <a16:creationId xmlns:a16="http://schemas.microsoft.com/office/drawing/2014/main" id="{9EB89383-8323-4C44-B6B9-E54FFE2F0753}"/>
                </a:ext>
              </a:extLst>
            </p:cNvPr>
            <p:cNvSpPr>
              <a:spLocks noChangeArrowheads="1"/>
            </p:cNvSpPr>
            <p:nvPr/>
          </p:nvSpPr>
          <p:spPr bwMode="auto">
            <a:xfrm>
              <a:off x="6503988" y="1838325"/>
              <a:ext cx="606425" cy="609600"/>
            </a:xfrm>
            <a:prstGeom prst="ellipse">
              <a:avLst/>
            </a:pr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25" name="Oval 55">
              <a:extLst>
                <a:ext uri="{FF2B5EF4-FFF2-40B4-BE49-F238E27FC236}">
                  <a16:creationId xmlns:a16="http://schemas.microsoft.com/office/drawing/2014/main" id="{31FE0362-9D6B-4849-9EB7-57D785AF3C6C}"/>
                </a:ext>
              </a:extLst>
            </p:cNvPr>
            <p:cNvSpPr>
              <a:spLocks noChangeArrowheads="1"/>
            </p:cNvSpPr>
            <p:nvPr/>
          </p:nvSpPr>
          <p:spPr bwMode="auto">
            <a:xfrm>
              <a:off x="6503988" y="3363913"/>
              <a:ext cx="606425" cy="609600"/>
            </a:xfrm>
            <a:prstGeom prst="ellipse">
              <a:avLst/>
            </a:pr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26" name="Freeform 56">
              <a:extLst>
                <a:ext uri="{FF2B5EF4-FFF2-40B4-BE49-F238E27FC236}">
                  <a16:creationId xmlns:a16="http://schemas.microsoft.com/office/drawing/2014/main" id="{A83CD0C1-76A1-4CA3-AF95-118B2A65FC26}"/>
                </a:ext>
              </a:extLst>
            </p:cNvPr>
            <p:cNvSpPr>
              <a:spLocks/>
            </p:cNvSpPr>
            <p:nvPr/>
          </p:nvSpPr>
          <p:spPr bwMode="auto">
            <a:xfrm>
              <a:off x="3322638" y="2119313"/>
              <a:ext cx="128587" cy="65087"/>
            </a:xfrm>
            <a:custGeom>
              <a:avLst/>
              <a:gdLst>
                <a:gd name="T0" fmla="*/ 0 w 81"/>
                <a:gd name="T1" fmla="*/ 2147483646 h 41"/>
                <a:gd name="T2" fmla="*/ 2147483646 w 81"/>
                <a:gd name="T3" fmla="*/ 2147483646 h 41"/>
                <a:gd name="T4" fmla="*/ 0 w 81"/>
                <a:gd name="T5" fmla="*/ 0 h 41"/>
                <a:gd name="T6" fmla="*/ 0 w 81"/>
                <a:gd name="T7" fmla="*/ 2147483646 h 41"/>
                <a:gd name="T8" fmla="*/ 0 w 81"/>
                <a:gd name="T9" fmla="*/ 2147483646 h 41"/>
                <a:gd name="T10" fmla="*/ 0 60000 65536"/>
                <a:gd name="T11" fmla="*/ 0 60000 65536"/>
                <a:gd name="T12" fmla="*/ 0 60000 65536"/>
                <a:gd name="T13" fmla="*/ 0 60000 65536"/>
                <a:gd name="T14" fmla="*/ 0 60000 65536"/>
                <a:gd name="T15" fmla="*/ 0 w 81"/>
                <a:gd name="T16" fmla="*/ 0 h 41"/>
                <a:gd name="T17" fmla="*/ 81 w 81"/>
                <a:gd name="T18" fmla="*/ 41 h 41"/>
              </a:gdLst>
              <a:ahLst/>
              <a:cxnLst>
                <a:cxn ang="T10">
                  <a:pos x="T0" y="T1"/>
                </a:cxn>
                <a:cxn ang="T11">
                  <a:pos x="T2" y="T3"/>
                </a:cxn>
                <a:cxn ang="T12">
                  <a:pos x="T4" y="T5"/>
                </a:cxn>
                <a:cxn ang="T13">
                  <a:pos x="T6" y="T7"/>
                </a:cxn>
                <a:cxn ang="T14">
                  <a:pos x="T8" y="T9"/>
                </a:cxn>
              </a:cxnLst>
              <a:rect l="T15" t="T16" r="T17" b="T18"/>
              <a:pathLst>
                <a:path w="81" h="41">
                  <a:moveTo>
                    <a:pt x="0" y="41"/>
                  </a:moveTo>
                  <a:lnTo>
                    <a:pt x="81" y="14"/>
                  </a:lnTo>
                  <a:lnTo>
                    <a:pt x="0" y="0"/>
                  </a:lnTo>
                  <a:lnTo>
                    <a:pt x="0" y="14"/>
                  </a:lnTo>
                  <a:lnTo>
                    <a:pt x="0" y="41"/>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27" name="Line 57">
              <a:extLst>
                <a:ext uri="{FF2B5EF4-FFF2-40B4-BE49-F238E27FC236}">
                  <a16:creationId xmlns:a16="http://schemas.microsoft.com/office/drawing/2014/main" id="{E5C20EA0-FE9A-4950-A525-15E7E5519FA0}"/>
                </a:ext>
              </a:extLst>
            </p:cNvPr>
            <p:cNvSpPr>
              <a:spLocks noChangeShapeType="1"/>
            </p:cNvSpPr>
            <p:nvPr/>
          </p:nvSpPr>
          <p:spPr bwMode="auto">
            <a:xfrm flipH="1">
              <a:off x="2574925" y="2141538"/>
              <a:ext cx="727075"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28" name="Freeform 58">
              <a:extLst>
                <a:ext uri="{FF2B5EF4-FFF2-40B4-BE49-F238E27FC236}">
                  <a16:creationId xmlns:a16="http://schemas.microsoft.com/office/drawing/2014/main" id="{8B9A51A1-B291-41EB-A49D-2E91657A36CE}"/>
                </a:ext>
              </a:extLst>
            </p:cNvPr>
            <p:cNvSpPr>
              <a:spLocks/>
            </p:cNvSpPr>
            <p:nvPr/>
          </p:nvSpPr>
          <p:spPr bwMode="auto">
            <a:xfrm>
              <a:off x="4818063" y="2119313"/>
              <a:ext cx="149225" cy="65087"/>
            </a:xfrm>
            <a:custGeom>
              <a:avLst/>
              <a:gdLst>
                <a:gd name="T0" fmla="*/ 0 w 94"/>
                <a:gd name="T1" fmla="*/ 2147483646 h 41"/>
                <a:gd name="T2" fmla="*/ 2147483646 w 94"/>
                <a:gd name="T3" fmla="*/ 2147483646 h 41"/>
                <a:gd name="T4" fmla="*/ 0 w 94"/>
                <a:gd name="T5" fmla="*/ 0 h 41"/>
                <a:gd name="T6" fmla="*/ 0 w 94"/>
                <a:gd name="T7" fmla="*/ 2147483646 h 41"/>
                <a:gd name="T8" fmla="*/ 0 w 94"/>
                <a:gd name="T9" fmla="*/ 2147483646 h 41"/>
                <a:gd name="T10" fmla="*/ 0 60000 65536"/>
                <a:gd name="T11" fmla="*/ 0 60000 65536"/>
                <a:gd name="T12" fmla="*/ 0 60000 65536"/>
                <a:gd name="T13" fmla="*/ 0 60000 65536"/>
                <a:gd name="T14" fmla="*/ 0 60000 65536"/>
                <a:gd name="T15" fmla="*/ 0 w 94"/>
                <a:gd name="T16" fmla="*/ 0 h 41"/>
                <a:gd name="T17" fmla="*/ 94 w 94"/>
                <a:gd name="T18" fmla="*/ 41 h 41"/>
              </a:gdLst>
              <a:ahLst/>
              <a:cxnLst>
                <a:cxn ang="T10">
                  <a:pos x="T0" y="T1"/>
                </a:cxn>
                <a:cxn ang="T11">
                  <a:pos x="T2" y="T3"/>
                </a:cxn>
                <a:cxn ang="T12">
                  <a:pos x="T4" y="T5"/>
                </a:cxn>
                <a:cxn ang="T13">
                  <a:pos x="T6" y="T7"/>
                </a:cxn>
                <a:cxn ang="T14">
                  <a:pos x="T8" y="T9"/>
                </a:cxn>
              </a:cxnLst>
              <a:rect l="T15" t="T16" r="T17" b="T18"/>
              <a:pathLst>
                <a:path w="94" h="41">
                  <a:moveTo>
                    <a:pt x="0" y="41"/>
                  </a:moveTo>
                  <a:lnTo>
                    <a:pt x="94" y="14"/>
                  </a:lnTo>
                  <a:lnTo>
                    <a:pt x="0" y="0"/>
                  </a:lnTo>
                  <a:lnTo>
                    <a:pt x="0" y="14"/>
                  </a:lnTo>
                  <a:lnTo>
                    <a:pt x="0" y="41"/>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29" name="Line 59">
              <a:extLst>
                <a:ext uri="{FF2B5EF4-FFF2-40B4-BE49-F238E27FC236}">
                  <a16:creationId xmlns:a16="http://schemas.microsoft.com/office/drawing/2014/main" id="{D5559149-E854-493F-81C8-39944B0833E2}"/>
                </a:ext>
              </a:extLst>
            </p:cNvPr>
            <p:cNvSpPr>
              <a:spLocks noChangeShapeType="1"/>
            </p:cNvSpPr>
            <p:nvPr/>
          </p:nvSpPr>
          <p:spPr bwMode="auto">
            <a:xfrm flipH="1">
              <a:off x="4070350" y="2141538"/>
              <a:ext cx="747713"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30" name="Freeform 60">
              <a:extLst>
                <a:ext uri="{FF2B5EF4-FFF2-40B4-BE49-F238E27FC236}">
                  <a16:creationId xmlns:a16="http://schemas.microsoft.com/office/drawing/2014/main" id="{8D6FA12D-9C4A-4AF3-8185-78ED451EF46B}"/>
                </a:ext>
              </a:extLst>
            </p:cNvPr>
            <p:cNvSpPr>
              <a:spLocks/>
            </p:cNvSpPr>
            <p:nvPr/>
          </p:nvSpPr>
          <p:spPr bwMode="auto">
            <a:xfrm>
              <a:off x="6335713" y="2119313"/>
              <a:ext cx="128587" cy="65087"/>
            </a:xfrm>
            <a:custGeom>
              <a:avLst/>
              <a:gdLst>
                <a:gd name="T0" fmla="*/ 0 w 81"/>
                <a:gd name="T1" fmla="*/ 2147483646 h 41"/>
                <a:gd name="T2" fmla="*/ 2147483646 w 81"/>
                <a:gd name="T3" fmla="*/ 2147483646 h 41"/>
                <a:gd name="T4" fmla="*/ 0 w 81"/>
                <a:gd name="T5" fmla="*/ 0 h 41"/>
                <a:gd name="T6" fmla="*/ 0 w 81"/>
                <a:gd name="T7" fmla="*/ 2147483646 h 41"/>
                <a:gd name="T8" fmla="*/ 0 w 81"/>
                <a:gd name="T9" fmla="*/ 2147483646 h 41"/>
                <a:gd name="T10" fmla="*/ 0 60000 65536"/>
                <a:gd name="T11" fmla="*/ 0 60000 65536"/>
                <a:gd name="T12" fmla="*/ 0 60000 65536"/>
                <a:gd name="T13" fmla="*/ 0 60000 65536"/>
                <a:gd name="T14" fmla="*/ 0 60000 65536"/>
                <a:gd name="T15" fmla="*/ 0 w 81"/>
                <a:gd name="T16" fmla="*/ 0 h 41"/>
                <a:gd name="T17" fmla="*/ 81 w 81"/>
                <a:gd name="T18" fmla="*/ 41 h 41"/>
              </a:gdLst>
              <a:ahLst/>
              <a:cxnLst>
                <a:cxn ang="T10">
                  <a:pos x="T0" y="T1"/>
                </a:cxn>
                <a:cxn ang="T11">
                  <a:pos x="T2" y="T3"/>
                </a:cxn>
                <a:cxn ang="T12">
                  <a:pos x="T4" y="T5"/>
                </a:cxn>
                <a:cxn ang="T13">
                  <a:pos x="T6" y="T7"/>
                </a:cxn>
                <a:cxn ang="T14">
                  <a:pos x="T8" y="T9"/>
                </a:cxn>
              </a:cxnLst>
              <a:rect l="T15" t="T16" r="T17" b="T18"/>
              <a:pathLst>
                <a:path w="81" h="41">
                  <a:moveTo>
                    <a:pt x="0" y="41"/>
                  </a:moveTo>
                  <a:lnTo>
                    <a:pt x="81" y="14"/>
                  </a:lnTo>
                  <a:lnTo>
                    <a:pt x="0" y="0"/>
                  </a:lnTo>
                  <a:lnTo>
                    <a:pt x="0" y="14"/>
                  </a:lnTo>
                  <a:lnTo>
                    <a:pt x="0" y="41"/>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31" name="Line 61">
              <a:extLst>
                <a:ext uri="{FF2B5EF4-FFF2-40B4-BE49-F238E27FC236}">
                  <a16:creationId xmlns:a16="http://schemas.microsoft.com/office/drawing/2014/main" id="{A0DF4227-D589-48B6-A8E6-937205328948}"/>
                </a:ext>
              </a:extLst>
            </p:cNvPr>
            <p:cNvSpPr>
              <a:spLocks noChangeShapeType="1"/>
            </p:cNvSpPr>
            <p:nvPr/>
          </p:nvSpPr>
          <p:spPr bwMode="auto">
            <a:xfrm flipH="1">
              <a:off x="5588000" y="2141538"/>
              <a:ext cx="747713"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32" name="Freeform 62">
              <a:extLst>
                <a:ext uri="{FF2B5EF4-FFF2-40B4-BE49-F238E27FC236}">
                  <a16:creationId xmlns:a16="http://schemas.microsoft.com/office/drawing/2014/main" id="{C02229F0-F6FE-4261-8DDB-3651DB5B1E47}"/>
                </a:ext>
              </a:extLst>
            </p:cNvPr>
            <p:cNvSpPr>
              <a:spLocks/>
            </p:cNvSpPr>
            <p:nvPr/>
          </p:nvSpPr>
          <p:spPr bwMode="auto">
            <a:xfrm>
              <a:off x="6783388" y="3216275"/>
              <a:ext cx="42862" cy="128588"/>
            </a:xfrm>
            <a:custGeom>
              <a:avLst/>
              <a:gdLst>
                <a:gd name="T0" fmla="*/ 0 w 27"/>
                <a:gd name="T1" fmla="*/ 0 h 81"/>
                <a:gd name="T2" fmla="*/ 2147483646 w 27"/>
                <a:gd name="T3" fmla="*/ 2147483646 h 81"/>
                <a:gd name="T4" fmla="*/ 2147483646 w 27"/>
                <a:gd name="T5" fmla="*/ 0 h 81"/>
                <a:gd name="T6" fmla="*/ 2147483646 w 27"/>
                <a:gd name="T7" fmla="*/ 0 h 81"/>
                <a:gd name="T8" fmla="*/ 0 w 27"/>
                <a:gd name="T9" fmla="*/ 0 h 81"/>
                <a:gd name="T10" fmla="*/ 0 60000 65536"/>
                <a:gd name="T11" fmla="*/ 0 60000 65536"/>
                <a:gd name="T12" fmla="*/ 0 60000 65536"/>
                <a:gd name="T13" fmla="*/ 0 60000 65536"/>
                <a:gd name="T14" fmla="*/ 0 60000 65536"/>
                <a:gd name="T15" fmla="*/ 0 w 27"/>
                <a:gd name="T16" fmla="*/ 0 h 81"/>
                <a:gd name="T17" fmla="*/ 27 w 27"/>
                <a:gd name="T18" fmla="*/ 81 h 81"/>
              </a:gdLst>
              <a:ahLst/>
              <a:cxnLst>
                <a:cxn ang="T10">
                  <a:pos x="T0" y="T1"/>
                </a:cxn>
                <a:cxn ang="T11">
                  <a:pos x="T2" y="T3"/>
                </a:cxn>
                <a:cxn ang="T12">
                  <a:pos x="T4" y="T5"/>
                </a:cxn>
                <a:cxn ang="T13">
                  <a:pos x="T6" y="T7"/>
                </a:cxn>
                <a:cxn ang="T14">
                  <a:pos x="T8" y="T9"/>
                </a:cxn>
              </a:cxnLst>
              <a:rect l="T15" t="T16" r="T17" b="T18"/>
              <a:pathLst>
                <a:path w="27" h="81">
                  <a:moveTo>
                    <a:pt x="0" y="0"/>
                  </a:moveTo>
                  <a:lnTo>
                    <a:pt x="14" y="81"/>
                  </a:lnTo>
                  <a:lnTo>
                    <a:pt x="27" y="0"/>
                  </a:lnTo>
                  <a:lnTo>
                    <a:pt x="14" y="0"/>
                  </a:lnTo>
                  <a:lnTo>
                    <a:pt x="0" y="0"/>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33" name="Line 63">
              <a:extLst>
                <a:ext uri="{FF2B5EF4-FFF2-40B4-BE49-F238E27FC236}">
                  <a16:creationId xmlns:a16="http://schemas.microsoft.com/office/drawing/2014/main" id="{9FA95030-B245-45DF-A59D-AAAF39493A55}"/>
                </a:ext>
              </a:extLst>
            </p:cNvPr>
            <p:cNvSpPr>
              <a:spLocks noChangeShapeType="1"/>
            </p:cNvSpPr>
            <p:nvPr/>
          </p:nvSpPr>
          <p:spPr bwMode="auto">
            <a:xfrm flipV="1">
              <a:off x="6805613" y="2463800"/>
              <a:ext cx="1587" cy="7302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34" name="Freeform 64">
              <a:extLst>
                <a:ext uri="{FF2B5EF4-FFF2-40B4-BE49-F238E27FC236}">
                  <a16:creationId xmlns:a16="http://schemas.microsoft.com/office/drawing/2014/main" id="{7BCFE28B-2DC6-41F2-9061-672AD1C0BC52}"/>
                </a:ext>
              </a:extLst>
            </p:cNvPr>
            <p:cNvSpPr>
              <a:spLocks/>
            </p:cNvSpPr>
            <p:nvPr/>
          </p:nvSpPr>
          <p:spPr bwMode="auto">
            <a:xfrm>
              <a:off x="5630863" y="3646488"/>
              <a:ext cx="127000" cy="63500"/>
            </a:xfrm>
            <a:custGeom>
              <a:avLst/>
              <a:gdLst>
                <a:gd name="T0" fmla="*/ 2147483646 w 80"/>
                <a:gd name="T1" fmla="*/ 0 h 40"/>
                <a:gd name="T2" fmla="*/ 0 w 80"/>
                <a:gd name="T3" fmla="*/ 2147483646 h 40"/>
                <a:gd name="T4" fmla="*/ 2147483646 w 80"/>
                <a:gd name="T5" fmla="*/ 2147483646 h 40"/>
                <a:gd name="T6" fmla="*/ 2147483646 w 80"/>
                <a:gd name="T7" fmla="*/ 2147483646 h 40"/>
                <a:gd name="T8" fmla="*/ 2147483646 w 80"/>
                <a:gd name="T9" fmla="*/ 0 h 40"/>
                <a:gd name="T10" fmla="*/ 0 60000 65536"/>
                <a:gd name="T11" fmla="*/ 0 60000 65536"/>
                <a:gd name="T12" fmla="*/ 0 60000 65536"/>
                <a:gd name="T13" fmla="*/ 0 60000 65536"/>
                <a:gd name="T14" fmla="*/ 0 60000 65536"/>
                <a:gd name="T15" fmla="*/ 0 w 80"/>
                <a:gd name="T16" fmla="*/ 0 h 40"/>
                <a:gd name="T17" fmla="*/ 80 w 80"/>
                <a:gd name="T18" fmla="*/ 40 h 40"/>
              </a:gdLst>
              <a:ahLst/>
              <a:cxnLst>
                <a:cxn ang="T10">
                  <a:pos x="T0" y="T1"/>
                </a:cxn>
                <a:cxn ang="T11">
                  <a:pos x="T2" y="T3"/>
                </a:cxn>
                <a:cxn ang="T12">
                  <a:pos x="T4" y="T5"/>
                </a:cxn>
                <a:cxn ang="T13">
                  <a:pos x="T6" y="T7"/>
                </a:cxn>
                <a:cxn ang="T14">
                  <a:pos x="T8" y="T9"/>
                </a:cxn>
              </a:cxnLst>
              <a:rect l="T15" t="T16" r="T17" b="T18"/>
              <a:pathLst>
                <a:path w="80" h="40">
                  <a:moveTo>
                    <a:pt x="80" y="0"/>
                  </a:moveTo>
                  <a:lnTo>
                    <a:pt x="0" y="13"/>
                  </a:lnTo>
                  <a:lnTo>
                    <a:pt x="80" y="40"/>
                  </a:lnTo>
                  <a:lnTo>
                    <a:pt x="80" y="13"/>
                  </a:lnTo>
                  <a:lnTo>
                    <a:pt x="80" y="0"/>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35" name="Line 65">
              <a:extLst>
                <a:ext uri="{FF2B5EF4-FFF2-40B4-BE49-F238E27FC236}">
                  <a16:creationId xmlns:a16="http://schemas.microsoft.com/office/drawing/2014/main" id="{DF414B03-2A64-45AF-9FE4-0AD66866B3E0}"/>
                </a:ext>
              </a:extLst>
            </p:cNvPr>
            <p:cNvSpPr>
              <a:spLocks noChangeShapeType="1"/>
            </p:cNvSpPr>
            <p:nvPr/>
          </p:nvSpPr>
          <p:spPr bwMode="auto">
            <a:xfrm>
              <a:off x="5757863" y="3667125"/>
              <a:ext cx="747712"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36" name="Freeform 66">
              <a:extLst>
                <a:ext uri="{FF2B5EF4-FFF2-40B4-BE49-F238E27FC236}">
                  <a16:creationId xmlns:a16="http://schemas.microsoft.com/office/drawing/2014/main" id="{DBDA018A-D02E-43D5-9591-098587D3B235}"/>
                </a:ext>
              </a:extLst>
            </p:cNvPr>
            <p:cNvSpPr>
              <a:spLocks/>
            </p:cNvSpPr>
            <p:nvPr/>
          </p:nvSpPr>
          <p:spPr bwMode="auto">
            <a:xfrm>
              <a:off x="4113213" y="3646488"/>
              <a:ext cx="128587" cy="63500"/>
            </a:xfrm>
            <a:custGeom>
              <a:avLst/>
              <a:gdLst>
                <a:gd name="T0" fmla="*/ 2147483646 w 81"/>
                <a:gd name="T1" fmla="*/ 0 h 40"/>
                <a:gd name="T2" fmla="*/ 0 w 81"/>
                <a:gd name="T3" fmla="*/ 2147483646 h 40"/>
                <a:gd name="T4" fmla="*/ 2147483646 w 81"/>
                <a:gd name="T5" fmla="*/ 2147483646 h 40"/>
                <a:gd name="T6" fmla="*/ 2147483646 w 81"/>
                <a:gd name="T7" fmla="*/ 2147483646 h 40"/>
                <a:gd name="T8" fmla="*/ 2147483646 w 81"/>
                <a:gd name="T9" fmla="*/ 0 h 40"/>
                <a:gd name="T10" fmla="*/ 0 60000 65536"/>
                <a:gd name="T11" fmla="*/ 0 60000 65536"/>
                <a:gd name="T12" fmla="*/ 0 60000 65536"/>
                <a:gd name="T13" fmla="*/ 0 60000 65536"/>
                <a:gd name="T14" fmla="*/ 0 60000 65536"/>
                <a:gd name="T15" fmla="*/ 0 w 81"/>
                <a:gd name="T16" fmla="*/ 0 h 40"/>
                <a:gd name="T17" fmla="*/ 81 w 81"/>
                <a:gd name="T18" fmla="*/ 40 h 40"/>
              </a:gdLst>
              <a:ahLst/>
              <a:cxnLst>
                <a:cxn ang="T10">
                  <a:pos x="T0" y="T1"/>
                </a:cxn>
                <a:cxn ang="T11">
                  <a:pos x="T2" y="T3"/>
                </a:cxn>
                <a:cxn ang="T12">
                  <a:pos x="T4" y="T5"/>
                </a:cxn>
                <a:cxn ang="T13">
                  <a:pos x="T6" y="T7"/>
                </a:cxn>
                <a:cxn ang="T14">
                  <a:pos x="T8" y="T9"/>
                </a:cxn>
              </a:cxnLst>
              <a:rect l="T15" t="T16" r="T17" b="T18"/>
              <a:pathLst>
                <a:path w="81" h="40">
                  <a:moveTo>
                    <a:pt x="81" y="0"/>
                  </a:moveTo>
                  <a:lnTo>
                    <a:pt x="0" y="13"/>
                  </a:lnTo>
                  <a:lnTo>
                    <a:pt x="81" y="40"/>
                  </a:lnTo>
                  <a:lnTo>
                    <a:pt x="81" y="13"/>
                  </a:lnTo>
                  <a:lnTo>
                    <a:pt x="81" y="0"/>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37" name="Line 67">
              <a:extLst>
                <a:ext uri="{FF2B5EF4-FFF2-40B4-BE49-F238E27FC236}">
                  <a16:creationId xmlns:a16="http://schemas.microsoft.com/office/drawing/2014/main" id="{9F760949-5762-4230-853D-76E047089B16}"/>
                </a:ext>
              </a:extLst>
            </p:cNvPr>
            <p:cNvSpPr>
              <a:spLocks noChangeShapeType="1"/>
            </p:cNvSpPr>
            <p:nvPr/>
          </p:nvSpPr>
          <p:spPr bwMode="auto">
            <a:xfrm>
              <a:off x="4241800" y="3667125"/>
              <a:ext cx="747713"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38" name="Freeform 68">
              <a:extLst>
                <a:ext uri="{FF2B5EF4-FFF2-40B4-BE49-F238E27FC236}">
                  <a16:creationId xmlns:a16="http://schemas.microsoft.com/office/drawing/2014/main" id="{AA822539-A6E4-4B89-918C-B38B165A0D32}"/>
                </a:ext>
              </a:extLst>
            </p:cNvPr>
            <p:cNvSpPr>
              <a:spLocks/>
            </p:cNvSpPr>
            <p:nvPr/>
          </p:nvSpPr>
          <p:spPr bwMode="auto">
            <a:xfrm>
              <a:off x="2595563" y="3646488"/>
              <a:ext cx="128587" cy="63500"/>
            </a:xfrm>
            <a:custGeom>
              <a:avLst/>
              <a:gdLst>
                <a:gd name="T0" fmla="*/ 2147483646 w 81"/>
                <a:gd name="T1" fmla="*/ 0 h 40"/>
                <a:gd name="T2" fmla="*/ 0 w 81"/>
                <a:gd name="T3" fmla="*/ 2147483646 h 40"/>
                <a:gd name="T4" fmla="*/ 2147483646 w 81"/>
                <a:gd name="T5" fmla="*/ 2147483646 h 40"/>
                <a:gd name="T6" fmla="*/ 2147483646 w 81"/>
                <a:gd name="T7" fmla="*/ 2147483646 h 40"/>
                <a:gd name="T8" fmla="*/ 2147483646 w 81"/>
                <a:gd name="T9" fmla="*/ 0 h 40"/>
                <a:gd name="T10" fmla="*/ 0 60000 65536"/>
                <a:gd name="T11" fmla="*/ 0 60000 65536"/>
                <a:gd name="T12" fmla="*/ 0 60000 65536"/>
                <a:gd name="T13" fmla="*/ 0 60000 65536"/>
                <a:gd name="T14" fmla="*/ 0 60000 65536"/>
                <a:gd name="T15" fmla="*/ 0 w 81"/>
                <a:gd name="T16" fmla="*/ 0 h 40"/>
                <a:gd name="T17" fmla="*/ 81 w 81"/>
                <a:gd name="T18" fmla="*/ 40 h 40"/>
              </a:gdLst>
              <a:ahLst/>
              <a:cxnLst>
                <a:cxn ang="T10">
                  <a:pos x="T0" y="T1"/>
                </a:cxn>
                <a:cxn ang="T11">
                  <a:pos x="T2" y="T3"/>
                </a:cxn>
                <a:cxn ang="T12">
                  <a:pos x="T4" y="T5"/>
                </a:cxn>
                <a:cxn ang="T13">
                  <a:pos x="T6" y="T7"/>
                </a:cxn>
                <a:cxn ang="T14">
                  <a:pos x="T8" y="T9"/>
                </a:cxn>
              </a:cxnLst>
              <a:rect l="T15" t="T16" r="T17" b="T18"/>
              <a:pathLst>
                <a:path w="81" h="40">
                  <a:moveTo>
                    <a:pt x="81" y="0"/>
                  </a:moveTo>
                  <a:lnTo>
                    <a:pt x="0" y="13"/>
                  </a:lnTo>
                  <a:lnTo>
                    <a:pt x="81" y="40"/>
                  </a:lnTo>
                  <a:lnTo>
                    <a:pt x="81" y="13"/>
                  </a:lnTo>
                  <a:lnTo>
                    <a:pt x="81" y="0"/>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39" name="Line 69">
              <a:extLst>
                <a:ext uri="{FF2B5EF4-FFF2-40B4-BE49-F238E27FC236}">
                  <a16:creationId xmlns:a16="http://schemas.microsoft.com/office/drawing/2014/main" id="{F3949DCA-8B60-44B4-BCCB-193D97FE68D2}"/>
                </a:ext>
              </a:extLst>
            </p:cNvPr>
            <p:cNvSpPr>
              <a:spLocks noChangeShapeType="1"/>
            </p:cNvSpPr>
            <p:nvPr/>
          </p:nvSpPr>
          <p:spPr bwMode="auto">
            <a:xfrm>
              <a:off x="2724150" y="3667125"/>
              <a:ext cx="747713"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40" name="Freeform 70">
              <a:extLst>
                <a:ext uri="{FF2B5EF4-FFF2-40B4-BE49-F238E27FC236}">
                  <a16:creationId xmlns:a16="http://schemas.microsoft.com/office/drawing/2014/main" id="{E77DB3ED-29C1-4F87-ADA7-81CB08C8F426}"/>
                </a:ext>
              </a:extLst>
            </p:cNvPr>
            <p:cNvSpPr>
              <a:spLocks/>
            </p:cNvSpPr>
            <p:nvPr/>
          </p:nvSpPr>
          <p:spPr bwMode="auto">
            <a:xfrm>
              <a:off x="2233613" y="2484438"/>
              <a:ext cx="63500" cy="128587"/>
            </a:xfrm>
            <a:custGeom>
              <a:avLst/>
              <a:gdLst>
                <a:gd name="T0" fmla="*/ 2147483646 w 40"/>
                <a:gd name="T1" fmla="*/ 2147483646 h 81"/>
                <a:gd name="T2" fmla="*/ 2147483646 w 40"/>
                <a:gd name="T3" fmla="*/ 0 h 81"/>
                <a:gd name="T4" fmla="*/ 0 w 40"/>
                <a:gd name="T5" fmla="*/ 2147483646 h 81"/>
                <a:gd name="T6" fmla="*/ 2147483646 w 40"/>
                <a:gd name="T7" fmla="*/ 2147483646 h 81"/>
                <a:gd name="T8" fmla="*/ 2147483646 w 40"/>
                <a:gd name="T9" fmla="*/ 2147483646 h 81"/>
                <a:gd name="T10" fmla="*/ 0 60000 65536"/>
                <a:gd name="T11" fmla="*/ 0 60000 65536"/>
                <a:gd name="T12" fmla="*/ 0 60000 65536"/>
                <a:gd name="T13" fmla="*/ 0 60000 65536"/>
                <a:gd name="T14" fmla="*/ 0 60000 65536"/>
                <a:gd name="T15" fmla="*/ 0 w 40"/>
                <a:gd name="T16" fmla="*/ 0 h 81"/>
                <a:gd name="T17" fmla="*/ 40 w 40"/>
                <a:gd name="T18" fmla="*/ 81 h 81"/>
              </a:gdLst>
              <a:ahLst/>
              <a:cxnLst>
                <a:cxn ang="T10">
                  <a:pos x="T0" y="T1"/>
                </a:cxn>
                <a:cxn ang="T11">
                  <a:pos x="T2" y="T3"/>
                </a:cxn>
                <a:cxn ang="T12">
                  <a:pos x="T4" y="T5"/>
                </a:cxn>
                <a:cxn ang="T13">
                  <a:pos x="T6" y="T7"/>
                </a:cxn>
                <a:cxn ang="T14">
                  <a:pos x="T8" y="T9"/>
                </a:cxn>
              </a:cxnLst>
              <a:rect l="T15" t="T16" r="T17" b="T18"/>
              <a:pathLst>
                <a:path w="40" h="81">
                  <a:moveTo>
                    <a:pt x="40" y="81"/>
                  </a:moveTo>
                  <a:lnTo>
                    <a:pt x="13" y="0"/>
                  </a:lnTo>
                  <a:lnTo>
                    <a:pt x="0" y="81"/>
                  </a:lnTo>
                  <a:lnTo>
                    <a:pt x="13" y="81"/>
                  </a:lnTo>
                  <a:lnTo>
                    <a:pt x="40" y="81"/>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41" name="Line 71">
              <a:extLst>
                <a:ext uri="{FF2B5EF4-FFF2-40B4-BE49-F238E27FC236}">
                  <a16:creationId xmlns:a16="http://schemas.microsoft.com/office/drawing/2014/main" id="{EA299065-E13F-4993-B4B2-3CD899F792C0}"/>
                </a:ext>
              </a:extLst>
            </p:cNvPr>
            <p:cNvSpPr>
              <a:spLocks noChangeShapeType="1"/>
            </p:cNvSpPr>
            <p:nvPr/>
          </p:nvSpPr>
          <p:spPr bwMode="auto">
            <a:xfrm>
              <a:off x="2254250" y="2613025"/>
              <a:ext cx="1588" cy="7524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42" name="Rectangle 72">
              <a:extLst>
                <a:ext uri="{FF2B5EF4-FFF2-40B4-BE49-F238E27FC236}">
                  <a16:creationId xmlns:a16="http://schemas.microsoft.com/office/drawing/2014/main" id="{31C54252-FF49-4051-B065-9D5A9200B858}"/>
                </a:ext>
              </a:extLst>
            </p:cNvPr>
            <p:cNvSpPr>
              <a:spLocks noChangeArrowheads="1"/>
            </p:cNvSpPr>
            <p:nvPr/>
          </p:nvSpPr>
          <p:spPr bwMode="auto">
            <a:xfrm>
              <a:off x="2227263" y="1047750"/>
              <a:ext cx="1143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43" name="Rectangle 73">
              <a:extLst>
                <a:ext uri="{FF2B5EF4-FFF2-40B4-BE49-F238E27FC236}">
                  <a16:creationId xmlns:a16="http://schemas.microsoft.com/office/drawing/2014/main" id="{7A5D0AC6-FA4D-4667-A53C-314279CC5154}"/>
                </a:ext>
              </a:extLst>
            </p:cNvPr>
            <p:cNvSpPr>
              <a:spLocks noChangeArrowheads="1"/>
            </p:cNvSpPr>
            <p:nvPr/>
          </p:nvSpPr>
          <p:spPr bwMode="auto">
            <a:xfrm>
              <a:off x="2759075" y="1876425"/>
              <a:ext cx="134938"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44" name="Rectangle 74">
              <a:extLst>
                <a:ext uri="{FF2B5EF4-FFF2-40B4-BE49-F238E27FC236}">
                  <a16:creationId xmlns:a16="http://schemas.microsoft.com/office/drawing/2014/main" id="{9E58811E-944E-42C5-937E-7E9A270E5A20}"/>
                </a:ext>
              </a:extLst>
            </p:cNvPr>
            <p:cNvSpPr>
              <a:spLocks noChangeArrowheads="1"/>
            </p:cNvSpPr>
            <p:nvPr/>
          </p:nvSpPr>
          <p:spPr bwMode="auto">
            <a:xfrm>
              <a:off x="3187700" y="1874838"/>
              <a:ext cx="1016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45" name="Rectangle 75">
              <a:extLst>
                <a:ext uri="{FF2B5EF4-FFF2-40B4-BE49-F238E27FC236}">
                  <a16:creationId xmlns:a16="http://schemas.microsoft.com/office/drawing/2014/main" id="{B21761F8-580A-484F-AB75-541E9C0602D7}"/>
                </a:ext>
              </a:extLst>
            </p:cNvPr>
            <p:cNvSpPr>
              <a:spLocks noChangeArrowheads="1"/>
            </p:cNvSpPr>
            <p:nvPr/>
          </p:nvSpPr>
          <p:spPr bwMode="auto">
            <a:xfrm>
              <a:off x="2982913" y="1874838"/>
              <a:ext cx="1143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46" name="Rectangle 76">
              <a:extLst>
                <a:ext uri="{FF2B5EF4-FFF2-40B4-BE49-F238E27FC236}">
                  <a16:creationId xmlns:a16="http://schemas.microsoft.com/office/drawing/2014/main" id="{628B66DF-9678-4EB9-A742-7F1FF37704CF}"/>
                </a:ext>
              </a:extLst>
            </p:cNvPr>
            <p:cNvSpPr>
              <a:spLocks noChangeArrowheads="1"/>
            </p:cNvSpPr>
            <p:nvPr/>
          </p:nvSpPr>
          <p:spPr bwMode="auto">
            <a:xfrm>
              <a:off x="3521075" y="1049338"/>
              <a:ext cx="134938"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47" name="Rectangle 77">
              <a:extLst>
                <a:ext uri="{FF2B5EF4-FFF2-40B4-BE49-F238E27FC236}">
                  <a16:creationId xmlns:a16="http://schemas.microsoft.com/office/drawing/2014/main" id="{1A362DDA-B36A-4F79-8E02-4D6E5DB17871}"/>
                </a:ext>
              </a:extLst>
            </p:cNvPr>
            <p:cNvSpPr>
              <a:spLocks noChangeArrowheads="1"/>
            </p:cNvSpPr>
            <p:nvPr/>
          </p:nvSpPr>
          <p:spPr bwMode="auto">
            <a:xfrm>
              <a:off x="3948113" y="1047750"/>
              <a:ext cx="1016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48" name="Rectangle 78">
              <a:extLst>
                <a:ext uri="{FF2B5EF4-FFF2-40B4-BE49-F238E27FC236}">
                  <a16:creationId xmlns:a16="http://schemas.microsoft.com/office/drawing/2014/main" id="{6D358E46-6E97-4EA0-A58B-192578743100}"/>
                </a:ext>
              </a:extLst>
            </p:cNvPr>
            <p:cNvSpPr>
              <a:spLocks noChangeArrowheads="1"/>
            </p:cNvSpPr>
            <p:nvPr/>
          </p:nvSpPr>
          <p:spPr bwMode="auto">
            <a:xfrm>
              <a:off x="3744913" y="1047750"/>
              <a:ext cx="1143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49" name="Rectangle 79">
              <a:extLst>
                <a:ext uri="{FF2B5EF4-FFF2-40B4-BE49-F238E27FC236}">
                  <a16:creationId xmlns:a16="http://schemas.microsoft.com/office/drawing/2014/main" id="{39225779-0D00-49D2-81BF-753FE9065FC7}"/>
                </a:ext>
              </a:extLst>
            </p:cNvPr>
            <p:cNvSpPr>
              <a:spLocks noChangeArrowheads="1"/>
            </p:cNvSpPr>
            <p:nvPr/>
          </p:nvSpPr>
          <p:spPr bwMode="auto">
            <a:xfrm>
              <a:off x="4276725" y="1876425"/>
              <a:ext cx="134938"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50" name="Rectangle 80">
              <a:extLst>
                <a:ext uri="{FF2B5EF4-FFF2-40B4-BE49-F238E27FC236}">
                  <a16:creationId xmlns:a16="http://schemas.microsoft.com/office/drawing/2014/main" id="{B6FE2FDF-3C8D-4ACC-ACC0-261DCDE11F8B}"/>
                </a:ext>
              </a:extLst>
            </p:cNvPr>
            <p:cNvSpPr>
              <a:spLocks noChangeArrowheads="1"/>
            </p:cNvSpPr>
            <p:nvPr/>
          </p:nvSpPr>
          <p:spPr bwMode="auto">
            <a:xfrm>
              <a:off x="4705350" y="1874838"/>
              <a:ext cx="1016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51" name="Rectangle 81">
              <a:extLst>
                <a:ext uri="{FF2B5EF4-FFF2-40B4-BE49-F238E27FC236}">
                  <a16:creationId xmlns:a16="http://schemas.microsoft.com/office/drawing/2014/main" id="{FD2F2B8D-82F9-4651-B420-F254EFC87F8C}"/>
                </a:ext>
              </a:extLst>
            </p:cNvPr>
            <p:cNvSpPr>
              <a:spLocks noChangeArrowheads="1"/>
            </p:cNvSpPr>
            <p:nvPr/>
          </p:nvSpPr>
          <p:spPr bwMode="auto">
            <a:xfrm>
              <a:off x="4500563" y="1874838"/>
              <a:ext cx="1143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52" name="Rectangle 82">
              <a:extLst>
                <a:ext uri="{FF2B5EF4-FFF2-40B4-BE49-F238E27FC236}">
                  <a16:creationId xmlns:a16="http://schemas.microsoft.com/office/drawing/2014/main" id="{7418A1F1-1F96-4A86-A01C-0137240CFB8B}"/>
                </a:ext>
              </a:extLst>
            </p:cNvPr>
            <p:cNvSpPr>
              <a:spLocks noChangeArrowheads="1"/>
            </p:cNvSpPr>
            <p:nvPr/>
          </p:nvSpPr>
          <p:spPr bwMode="auto">
            <a:xfrm>
              <a:off x="5033963" y="1049338"/>
              <a:ext cx="134937"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53" name="Rectangle 83">
              <a:extLst>
                <a:ext uri="{FF2B5EF4-FFF2-40B4-BE49-F238E27FC236}">
                  <a16:creationId xmlns:a16="http://schemas.microsoft.com/office/drawing/2014/main" id="{9FA0657C-98E3-4D07-9BE6-069296C1F91F}"/>
                </a:ext>
              </a:extLst>
            </p:cNvPr>
            <p:cNvSpPr>
              <a:spLocks noChangeArrowheads="1"/>
            </p:cNvSpPr>
            <p:nvPr/>
          </p:nvSpPr>
          <p:spPr bwMode="auto">
            <a:xfrm>
              <a:off x="5464175" y="1047750"/>
              <a:ext cx="1016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54" name="Rectangle 84">
              <a:extLst>
                <a:ext uri="{FF2B5EF4-FFF2-40B4-BE49-F238E27FC236}">
                  <a16:creationId xmlns:a16="http://schemas.microsoft.com/office/drawing/2014/main" id="{4B299D73-E0FD-467B-96A3-41D3807FEE37}"/>
                </a:ext>
              </a:extLst>
            </p:cNvPr>
            <p:cNvSpPr>
              <a:spLocks noChangeArrowheads="1"/>
            </p:cNvSpPr>
            <p:nvPr/>
          </p:nvSpPr>
          <p:spPr bwMode="auto">
            <a:xfrm>
              <a:off x="5257800" y="1047750"/>
              <a:ext cx="1143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55" name="Rectangle 85">
              <a:extLst>
                <a:ext uri="{FF2B5EF4-FFF2-40B4-BE49-F238E27FC236}">
                  <a16:creationId xmlns:a16="http://schemas.microsoft.com/office/drawing/2014/main" id="{7F343466-EFBB-4EAA-891A-CF4D50CB74EB}"/>
                </a:ext>
              </a:extLst>
            </p:cNvPr>
            <p:cNvSpPr>
              <a:spLocks noChangeArrowheads="1"/>
            </p:cNvSpPr>
            <p:nvPr/>
          </p:nvSpPr>
          <p:spPr bwMode="auto">
            <a:xfrm>
              <a:off x="5791200" y="1876425"/>
              <a:ext cx="134938"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56" name="Rectangle 86">
              <a:extLst>
                <a:ext uri="{FF2B5EF4-FFF2-40B4-BE49-F238E27FC236}">
                  <a16:creationId xmlns:a16="http://schemas.microsoft.com/office/drawing/2014/main" id="{9A08313C-714A-4184-84A7-A73DBAA73E0A}"/>
                </a:ext>
              </a:extLst>
            </p:cNvPr>
            <p:cNvSpPr>
              <a:spLocks noChangeArrowheads="1"/>
            </p:cNvSpPr>
            <p:nvPr/>
          </p:nvSpPr>
          <p:spPr bwMode="auto">
            <a:xfrm>
              <a:off x="6219825" y="1874838"/>
              <a:ext cx="1016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57" name="Rectangle 87">
              <a:extLst>
                <a:ext uri="{FF2B5EF4-FFF2-40B4-BE49-F238E27FC236}">
                  <a16:creationId xmlns:a16="http://schemas.microsoft.com/office/drawing/2014/main" id="{A1ECEB6C-9804-4D0F-BB43-3F1A74C0A669}"/>
                </a:ext>
              </a:extLst>
            </p:cNvPr>
            <p:cNvSpPr>
              <a:spLocks noChangeArrowheads="1"/>
            </p:cNvSpPr>
            <p:nvPr/>
          </p:nvSpPr>
          <p:spPr bwMode="auto">
            <a:xfrm>
              <a:off x="6015038" y="1874838"/>
              <a:ext cx="1143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58" name="Rectangle 88">
              <a:extLst>
                <a:ext uri="{FF2B5EF4-FFF2-40B4-BE49-F238E27FC236}">
                  <a16:creationId xmlns:a16="http://schemas.microsoft.com/office/drawing/2014/main" id="{CA9BAEF9-63C1-449B-9412-02E8CD3D0074}"/>
                </a:ext>
              </a:extLst>
            </p:cNvPr>
            <p:cNvSpPr>
              <a:spLocks noChangeArrowheads="1"/>
            </p:cNvSpPr>
            <p:nvPr/>
          </p:nvSpPr>
          <p:spPr bwMode="auto">
            <a:xfrm>
              <a:off x="6548438" y="1052513"/>
              <a:ext cx="134937"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59" name="Rectangle 89">
              <a:extLst>
                <a:ext uri="{FF2B5EF4-FFF2-40B4-BE49-F238E27FC236}">
                  <a16:creationId xmlns:a16="http://schemas.microsoft.com/office/drawing/2014/main" id="{5DB6CA87-A65F-408E-871A-5F1D818A6109}"/>
                </a:ext>
              </a:extLst>
            </p:cNvPr>
            <p:cNvSpPr>
              <a:spLocks noChangeArrowheads="1"/>
            </p:cNvSpPr>
            <p:nvPr/>
          </p:nvSpPr>
          <p:spPr bwMode="auto">
            <a:xfrm>
              <a:off x="6977063" y="1050925"/>
              <a:ext cx="1016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60" name="Rectangle 90">
              <a:extLst>
                <a:ext uri="{FF2B5EF4-FFF2-40B4-BE49-F238E27FC236}">
                  <a16:creationId xmlns:a16="http://schemas.microsoft.com/office/drawing/2014/main" id="{859E64B2-9157-4077-8115-FEC5515706DE}"/>
                </a:ext>
              </a:extLst>
            </p:cNvPr>
            <p:cNvSpPr>
              <a:spLocks noChangeArrowheads="1"/>
            </p:cNvSpPr>
            <p:nvPr/>
          </p:nvSpPr>
          <p:spPr bwMode="auto">
            <a:xfrm>
              <a:off x="6772275" y="1050925"/>
              <a:ext cx="1143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61" name="Rectangle 91">
              <a:extLst>
                <a:ext uri="{FF2B5EF4-FFF2-40B4-BE49-F238E27FC236}">
                  <a16:creationId xmlns:a16="http://schemas.microsoft.com/office/drawing/2014/main" id="{D8AA377F-C804-4417-AACA-AC2C11CCA7A2}"/>
                </a:ext>
              </a:extLst>
            </p:cNvPr>
            <p:cNvSpPr>
              <a:spLocks noChangeArrowheads="1"/>
            </p:cNvSpPr>
            <p:nvPr/>
          </p:nvSpPr>
          <p:spPr bwMode="auto">
            <a:xfrm>
              <a:off x="6954838" y="2805113"/>
              <a:ext cx="134937"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62" name="Rectangle 92">
              <a:extLst>
                <a:ext uri="{FF2B5EF4-FFF2-40B4-BE49-F238E27FC236}">
                  <a16:creationId xmlns:a16="http://schemas.microsoft.com/office/drawing/2014/main" id="{6B48571E-C055-4996-B685-1412B130A30C}"/>
                </a:ext>
              </a:extLst>
            </p:cNvPr>
            <p:cNvSpPr>
              <a:spLocks noChangeArrowheads="1"/>
            </p:cNvSpPr>
            <p:nvPr/>
          </p:nvSpPr>
          <p:spPr bwMode="auto">
            <a:xfrm>
              <a:off x="7383463" y="2803525"/>
              <a:ext cx="1016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63" name="Rectangle 93">
              <a:extLst>
                <a:ext uri="{FF2B5EF4-FFF2-40B4-BE49-F238E27FC236}">
                  <a16:creationId xmlns:a16="http://schemas.microsoft.com/office/drawing/2014/main" id="{57019B66-ED55-41E2-83EB-C75E331ACB2A}"/>
                </a:ext>
              </a:extLst>
            </p:cNvPr>
            <p:cNvSpPr>
              <a:spLocks noChangeArrowheads="1"/>
            </p:cNvSpPr>
            <p:nvPr/>
          </p:nvSpPr>
          <p:spPr bwMode="auto">
            <a:xfrm>
              <a:off x="7178675" y="2803525"/>
              <a:ext cx="1143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64" name="Rectangle 94">
              <a:extLst>
                <a:ext uri="{FF2B5EF4-FFF2-40B4-BE49-F238E27FC236}">
                  <a16:creationId xmlns:a16="http://schemas.microsoft.com/office/drawing/2014/main" id="{6114BFA8-40A5-42C3-A9F5-DC1A828E37A1}"/>
                </a:ext>
              </a:extLst>
            </p:cNvPr>
            <p:cNvSpPr>
              <a:spLocks noChangeArrowheads="1"/>
            </p:cNvSpPr>
            <p:nvPr/>
          </p:nvSpPr>
          <p:spPr bwMode="auto">
            <a:xfrm>
              <a:off x="6550025" y="4543425"/>
              <a:ext cx="134938"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65" name="Rectangle 95">
              <a:extLst>
                <a:ext uri="{FF2B5EF4-FFF2-40B4-BE49-F238E27FC236}">
                  <a16:creationId xmlns:a16="http://schemas.microsoft.com/office/drawing/2014/main" id="{1F5A75C3-F4F7-49E4-A2E2-B266C91E1362}"/>
                </a:ext>
              </a:extLst>
            </p:cNvPr>
            <p:cNvSpPr>
              <a:spLocks noChangeArrowheads="1"/>
            </p:cNvSpPr>
            <p:nvPr/>
          </p:nvSpPr>
          <p:spPr bwMode="auto">
            <a:xfrm>
              <a:off x="6978650" y="4541838"/>
              <a:ext cx="1016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66" name="Rectangle 96">
              <a:extLst>
                <a:ext uri="{FF2B5EF4-FFF2-40B4-BE49-F238E27FC236}">
                  <a16:creationId xmlns:a16="http://schemas.microsoft.com/office/drawing/2014/main" id="{B2A98E55-60E1-4BF1-877E-538F424B362E}"/>
                </a:ext>
              </a:extLst>
            </p:cNvPr>
            <p:cNvSpPr>
              <a:spLocks noChangeArrowheads="1"/>
            </p:cNvSpPr>
            <p:nvPr/>
          </p:nvSpPr>
          <p:spPr bwMode="auto">
            <a:xfrm>
              <a:off x="6773863" y="4541838"/>
              <a:ext cx="1143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67" name="Rectangle 97">
              <a:extLst>
                <a:ext uri="{FF2B5EF4-FFF2-40B4-BE49-F238E27FC236}">
                  <a16:creationId xmlns:a16="http://schemas.microsoft.com/office/drawing/2014/main" id="{E8798A84-0785-4B20-8C82-556496605A14}"/>
                </a:ext>
              </a:extLst>
            </p:cNvPr>
            <p:cNvSpPr>
              <a:spLocks noChangeArrowheads="1"/>
            </p:cNvSpPr>
            <p:nvPr/>
          </p:nvSpPr>
          <p:spPr bwMode="auto">
            <a:xfrm>
              <a:off x="5792788" y="3748088"/>
              <a:ext cx="134937"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68" name="Rectangle 98">
              <a:extLst>
                <a:ext uri="{FF2B5EF4-FFF2-40B4-BE49-F238E27FC236}">
                  <a16:creationId xmlns:a16="http://schemas.microsoft.com/office/drawing/2014/main" id="{2C074BD3-396D-40D2-8992-5C2D73CADB19}"/>
                </a:ext>
              </a:extLst>
            </p:cNvPr>
            <p:cNvSpPr>
              <a:spLocks noChangeArrowheads="1"/>
            </p:cNvSpPr>
            <p:nvPr/>
          </p:nvSpPr>
          <p:spPr bwMode="auto">
            <a:xfrm>
              <a:off x="6221413" y="3746500"/>
              <a:ext cx="1016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69" name="Rectangle 99">
              <a:extLst>
                <a:ext uri="{FF2B5EF4-FFF2-40B4-BE49-F238E27FC236}">
                  <a16:creationId xmlns:a16="http://schemas.microsoft.com/office/drawing/2014/main" id="{BCB9AA9C-4FC9-4207-BFBA-74E85057B66E}"/>
                </a:ext>
              </a:extLst>
            </p:cNvPr>
            <p:cNvSpPr>
              <a:spLocks noChangeArrowheads="1"/>
            </p:cNvSpPr>
            <p:nvPr/>
          </p:nvSpPr>
          <p:spPr bwMode="auto">
            <a:xfrm>
              <a:off x="6016625" y="3746500"/>
              <a:ext cx="1143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70" name="Rectangle 100">
              <a:extLst>
                <a:ext uri="{FF2B5EF4-FFF2-40B4-BE49-F238E27FC236}">
                  <a16:creationId xmlns:a16="http://schemas.microsoft.com/office/drawing/2014/main" id="{BBE50DCB-3CEB-468B-B41B-4DCF38894198}"/>
                </a:ext>
              </a:extLst>
            </p:cNvPr>
            <p:cNvSpPr>
              <a:spLocks noChangeArrowheads="1"/>
            </p:cNvSpPr>
            <p:nvPr/>
          </p:nvSpPr>
          <p:spPr bwMode="auto">
            <a:xfrm>
              <a:off x="5035550" y="4543425"/>
              <a:ext cx="134938"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71" name="Rectangle 101">
              <a:extLst>
                <a:ext uri="{FF2B5EF4-FFF2-40B4-BE49-F238E27FC236}">
                  <a16:creationId xmlns:a16="http://schemas.microsoft.com/office/drawing/2014/main" id="{BF1A16BC-AE1C-43AB-8C05-1F95A79228F3}"/>
                </a:ext>
              </a:extLst>
            </p:cNvPr>
            <p:cNvSpPr>
              <a:spLocks noChangeArrowheads="1"/>
            </p:cNvSpPr>
            <p:nvPr/>
          </p:nvSpPr>
          <p:spPr bwMode="auto">
            <a:xfrm>
              <a:off x="5464175" y="4541838"/>
              <a:ext cx="1016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72" name="Rectangle 102">
              <a:extLst>
                <a:ext uri="{FF2B5EF4-FFF2-40B4-BE49-F238E27FC236}">
                  <a16:creationId xmlns:a16="http://schemas.microsoft.com/office/drawing/2014/main" id="{11422F46-E6D1-4E0B-8BD8-D1F34B367519}"/>
                </a:ext>
              </a:extLst>
            </p:cNvPr>
            <p:cNvSpPr>
              <a:spLocks noChangeArrowheads="1"/>
            </p:cNvSpPr>
            <p:nvPr/>
          </p:nvSpPr>
          <p:spPr bwMode="auto">
            <a:xfrm>
              <a:off x="5260975" y="4541838"/>
              <a:ext cx="1143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73" name="Rectangle 103">
              <a:extLst>
                <a:ext uri="{FF2B5EF4-FFF2-40B4-BE49-F238E27FC236}">
                  <a16:creationId xmlns:a16="http://schemas.microsoft.com/office/drawing/2014/main" id="{C437E127-42E8-49FB-BEC3-E49E82B3A53B}"/>
                </a:ext>
              </a:extLst>
            </p:cNvPr>
            <p:cNvSpPr>
              <a:spLocks noChangeArrowheads="1"/>
            </p:cNvSpPr>
            <p:nvPr/>
          </p:nvSpPr>
          <p:spPr bwMode="auto">
            <a:xfrm>
              <a:off x="4278313" y="3748088"/>
              <a:ext cx="134937"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74" name="Rectangle 104">
              <a:extLst>
                <a:ext uri="{FF2B5EF4-FFF2-40B4-BE49-F238E27FC236}">
                  <a16:creationId xmlns:a16="http://schemas.microsoft.com/office/drawing/2014/main" id="{300CF7E9-06F2-4B9D-9BBB-D496D5F1A303}"/>
                </a:ext>
              </a:extLst>
            </p:cNvPr>
            <p:cNvSpPr>
              <a:spLocks noChangeArrowheads="1"/>
            </p:cNvSpPr>
            <p:nvPr/>
          </p:nvSpPr>
          <p:spPr bwMode="auto">
            <a:xfrm>
              <a:off x="4706938" y="3746500"/>
              <a:ext cx="1016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75" name="Rectangle 105">
              <a:extLst>
                <a:ext uri="{FF2B5EF4-FFF2-40B4-BE49-F238E27FC236}">
                  <a16:creationId xmlns:a16="http://schemas.microsoft.com/office/drawing/2014/main" id="{20D0507B-9AF2-47F8-BB7B-F4BBABA74A9E}"/>
                </a:ext>
              </a:extLst>
            </p:cNvPr>
            <p:cNvSpPr>
              <a:spLocks noChangeArrowheads="1"/>
            </p:cNvSpPr>
            <p:nvPr/>
          </p:nvSpPr>
          <p:spPr bwMode="auto">
            <a:xfrm>
              <a:off x="4503738" y="3746500"/>
              <a:ext cx="1143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76" name="Rectangle 106">
              <a:extLst>
                <a:ext uri="{FF2B5EF4-FFF2-40B4-BE49-F238E27FC236}">
                  <a16:creationId xmlns:a16="http://schemas.microsoft.com/office/drawing/2014/main" id="{D33A77A8-3CBC-473E-ABC8-F66A6FAF1552}"/>
                </a:ext>
              </a:extLst>
            </p:cNvPr>
            <p:cNvSpPr>
              <a:spLocks noChangeArrowheads="1"/>
            </p:cNvSpPr>
            <p:nvPr/>
          </p:nvSpPr>
          <p:spPr bwMode="auto">
            <a:xfrm>
              <a:off x="3521075" y="4543425"/>
              <a:ext cx="134938"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77" name="Rectangle 107">
              <a:extLst>
                <a:ext uri="{FF2B5EF4-FFF2-40B4-BE49-F238E27FC236}">
                  <a16:creationId xmlns:a16="http://schemas.microsoft.com/office/drawing/2014/main" id="{454BCC54-C51D-45AC-90CF-1FC9B1C166D9}"/>
                </a:ext>
              </a:extLst>
            </p:cNvPr>
            <p:cNvSpPr>
              <a:spLocks noChangeArrowheads="1"/>
            </p:cNvSpPr>
            <p:nvPr/>
          </p:nvSpPr>
          <p:spPr bwMode="auto">
            <a:xfrm>
              <a:off x="3951288" y="4541838"/>
              <a:ext cx="1016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78" name="Rectangle 108">
              <a:extLst>
                <a:ext uri="{FF2B5EF4-FFF2-40B4-BE49-F238E27FC236}">
                  <a16:creationId xmlns:a16="http://schemas.microsoft.com/office/drawing/2014/main" id="{5F74D456-BACA-4ECF-A060-A53091ADC091}"/>
                </a:ext>
              </a:extLst>
            </p:cNvPr>
            <p:cNvSpPr>
              <a:spLocks noChangeArrowheads="1"/>
            </p:cNvSpPr>
            <p:nvPr/>
          </p:nvSpPr>
          <p:spPr bwMode="auto">
            <a:xfrm>
              <a:off x="3746500" y="4541838"/>
              <a:ext cx="1143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79" name="Rectangle 109">
              <a:extLst>
                <a:ext uri="{FF2B5EF4-FFF2-40B4-BE49-F238E27FC236}">
                  <a16:creationId xmlns:a16="http://schemas.microsoft.com/office/drawing/2014/main" id="{001931CB-0B8D-42B2-A0B4-0784EFE021A6}"/>
                </a:ext>
              </a:extLst>
            </p:cNvPr>
            <p:cNvSpPr>
              <a:spLocks noChangeArrowheads="1"/>
            </p:cNvSpPr>
            <p:nvPr/>
          </p:nvSpPr>
          <p:spPr bwMode="auto">
            <a:xfrm>
              <a:off x="2765425" y="3748088"/>
              <a:ext cx="134938"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80" name="Rectangle 110">
              <a:extLst>
                <a:ext uri="{FF2B5EF4-FFF2-40B4-BE49-F238E27FC236}">
                  <a16:creationId xmlns:a16="http://schemas.microsoft.com/office/drawing/2014/main" id="{F594CFD9-F53B-46C8-95B1-514A04A2D267}"/>
                </a:ext>
              </a:extLst>
            </p:cNvPr>
            <p:cNvSpPr>
              <a:spLocks noChangeArrowheads="1"/>
            </p:cNvSpPr>
            <p:nvPr/>
          </p:nvSpPr>
          <p:spPr bwMode="auto">
            <a:xfrm>
              <a:off x="3194050" y="3746500"/>
              <a:ext cx="1016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81" name="Rectangle 111">
              <a:extLst>
                <a:ext uri="{FF2B5EF4-FFF2-40B4-BE49-F238E27FC236}">
                  <a16:creationId xmlns:a16="http://schemas.microsoft.com/office/drawing/2014/main" id="{8DF45836-7A9C-4105-B558-B129AC2CC5DF}"/>
                </a:ext>
              </a:extLst>
            </p:cNvPr>
            <p:cNvSpPr>
              <a:spLocks noChangeArrowheads="1"/>
            </p:cNvSpPr>
            <p:nvPr/>
          </p:nvSpPr>
          <p:spPr bwMode="auto">
            <a:xfrm>
              <a:off x="2989263" y="3746500"/>
              <a:ext cx="1143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82" name="Rectangle 112">
              <a:extLst>
                <a:ext uri="{FF2B5EF4-FFF2-40B4-BE49-F238E27FC236}">
                  <a16:creationId xmlns:a16="http://schemas.microsoft.com/office/drawing/2014/main" id="{169649A0-B80E-40B8-91A3-925C225E07F6}"/>
                </a:ext>
              </a:extLst>
            </p:cNvPr>
            <p:cNvSpPr>
              <a:spLocks noChangeArrowheads="1"/>
            </p:cNvSpPr>
            <p:nvPr/>
          </p:nvSpPr>
          <p:spPr bwMode="auto">
            <a:xfrm>
              <a:off x="2003425" y="4543425"/>
              <a:ext cx="134938"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83" name="Rectangle 113">
              <a:extLst>
                <a:ext uri="{FF2B5EF4-FFF2-40B4-BE49-F238E27FC236}">
                  <a16:creationId xmlns:a16="http://schemas.microsoft.com/office/drawing/2014/main" id="{3E6CF95C-0579-4575-96C9-403B9A8BE053}"/>
                </a:ext>
              </a:extLst>
            </p:cNvPr>
            <p:cNvSpPr>
              <a:spLocks noChangeArrowheads="1"/>
            </p:cNvSpPr>
            <p:nvPr/>
          </p:nvSpPr>
          <p:spPr bwMode="auto">
            <a:xfrm>
              <a:off x="2432050" y="4541838"/>
              <a:ext cx="1016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84" name="Rectangle 114">
              <a:extLst>
                <a:ext uri="{FF2B5EF4-FFF2-40B4-BE49-F238E27FC236}">
                  <a16:creationId xmlns:a16="http://schemas.microsoft.com/office/drawing/2014/main" id="{BD54F7D6-E02B-4E69-9B25-1F5AAA5D3F83}"/>
                </a:ext>
              </a:extLst>
            </p:cNvPr>
            <p:cNvSpPr>
              <a:spLocks noChangeArrowheads="1"/>
            </p:cNvSpPr>
            <p:nvPr/>
          </p:nvSpPr>
          <p:spPr bwMode="auto">
            <a:xfrm>
              <a:off x="2227263" y="4541838"/>
              <a:ext cx="1143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85" name="Rectangle 115">
              <a:extLst>
                <a:ext uri="{FF2B5EF4-FFF2-40B4-BE49-F238E27FC236}">
                  <a16:creationId xmlns:a16="http://schemas.microsoft.com/office/drawing/2014/main" id="{0A228D24-961C-4732-BAAB-11DF1384B645}"/>
                </a:ext>
              </a:extLst>
            </p:cNvPr>
            <p:cNvSpPr>
              <a:spLocks noChangeArrowheads="1"/>
            </p:cNvSpPr>
            <p:nvPr/>
          </p:nvSpPr>
          <p:spPr bwMode="auto">
            <a:xfrm>
              <a:off x="1612900" y="2805113"/>
              <a:ext cx="134938"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86" name="Rectangle 116">
              <a:extLst>
                <a:ext uri="{FF2B5EF4-FFF2-40B4-BE49-F238E27FC236}">
                  <a16:creationId xmlns:a16="http://schemas.microsoft.com/office/drawing/2014/main" id="{AE701207-C072-4935-82EE-0E8680928A9F}"/>
                </a:ext>
              </a:extLst>
            </p:cNvPr>
            <p:cNvSpPr>
              <a:spLocks noChangeArrowheads="1"/>
            </p:cNvSpPr>
            <p:nvPr/>
          </p:nvSpPr>
          <p:spPr bwMode="auto">
            <a:xfrm>
              <a:off x="2041525" y="2803525"/>
              <a:ext cx="1016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87" name="Rectangle 117">
              <a:extLst>
                <a:ext uri="{FF2B5EF4-FFF2-40B4-BE49-F238E27FC236}">
                  <a16:creationId xmlns:a16="http://schemas.microsoft.com/office/drawing/2014/main" id="{83D43FDD-2AB9-4DC8-9DA0-24BAE21CEDF8}"/>
                </a:ext>
              </a:extLst>
            </p:cNvPr>
            <p:cNvSpPr>
              <a:spLocks noChangeArrowheads="1"/>
            </p:cNvSpPr>
            <p:nvPr/>
          </p:nvSpPr>
          <p:spPr bwMode="auto">
            <a:xfrm>
              <a:off x="1836738" y="2803525"/>
              <a:ext cx="1143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88" name="Rectangle 118">
              <a:extLst>
                <a:ext uri="{FF2B5EF4-FFF2-40B4-BE49-F238E27FC236}">
                  <a16:creationId xmlns:a16="http://schemas.microsoft.com/office/drawing/2014/main" id="{AF91A779-6B01-4AB8-82DC-B069C3351A9E}"/>
                </a:ext>
              </a:extLst>
            </p:cNvPr>
            <p:cNvSpPr>
              <a:spLocks noChangeArrowheads="1"/>
            </p:cNvSpPr>
            <p:nvPr/>
          </p:nvSpPr>
          <p:spPr bwMode="auto">
            <a:xfrm>
              <a:off x="2101850" y="2028825"/>
              <a:ext cx="304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A/0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89" name="Rectangle 120">
              <a:extLst>
                <a:ext uri="{FF2B5EF4-FFF2-40B4-BE49-F238E27FC236}">
                  <a16:creationId xmlns:a16="http://schemas.microsoft.com/office/drawing/2014/main" id="{4EFD5D2B-39C7-48A8-BA90-26677DEA241A}"/>
                </a:ext>
              </a:extLst>
            </p:cNvPr>
            <p:cNvSpPr>
              <a:spLocks noChangeArrowheads="1"/>
            </p:cNvSpPr>
            <p:nvPr/>
          </p:nvSpPr>
          <p:spPr bwMode="auto">
            <a:xfrm>
              <a:off x="3622675" y="2028825"/>
              <a:ext cx="293688"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B/1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90" name="Rectangle 122">
              <a:extLst>
                <a:ext uri="{FF2B5EF4-FFF2-40B4-BE49-F238E27FC236}">
                  <a16:creationId xmlns:a16="http://schemas.microsoft.com/office/drawing/2014/main" id="{78F344CE-F6C4-4805-B592-F4C5534B2E3C}"/>
                </a:ext>
              </a:extLst>
            </p:cNvPr>
            <p:cNvSpPr>
              <a:spLocks noChangeArrowheads="1"/>
            </p:cNvSpPr>
            <p:nvPr/>
          </p:nvSpPr>
          <p:spPr bwMode="auto">
            <a:xfrm>
              <a:off x="5137150" y="2028825"/>
              <a:ext cx="293688"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Times-Roman" charset="0"/>
                  <a:ea typeface="MS PGothic" panose="020B0600070205080204" pitchFamily="34" charset="-128"/>
                  <a:cs typeface="+mn-cs"/>
                </a:rPr>
                <a:t>C/2</a:t>
              </a:r>
              <a:endParaRPr kumimoji="0" lang="en-US" alt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91" name="Rectangle 124">
              <a:extLst>
                <a:ext uri="{FF2B5EF4-FFF2-40B4-BE49-F238E27FC236}">
                  <a16:creationId xmlns:a16="http://schemas.microsoft.com/office/drawing/2014/main" id="{A8B3141F-735C-4C13-BE59-DCE541F85355}"/>
                </a:ext>
              </a:extLst>
            </p:cNvPr>
            <p:cNvSpPr>
              <a:spLocks noChangeArrowheads="1"/>
            </p:cNvSpPr>
            <p:nvPr/>
          </p:nvSpPr>
          <p:spPr bwMode="auto">
            <a:xfrm>
              <a:off x="6645275" y="2028825"/>
              <a:ext cx="304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D/3</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92" name="Rectangle 126">
              <a:extLst>
                <a:ext uri="{FF2B5EF4-FFF2-40B4-BE49-F238E27FC236}">
                  <a16:creationId xmlns:a16="http://schemas.microsoft.com/office/drawing/2014/main" id="{8F9DF8B3-5819-4A0B-9AFC-3E7A9E502D4E}"/>
                </a:ext>
              </a:extLst>
            </p:cNvPr>
            <p:cNvSpPr>
              <a:spLocks noChangeArrowheads="1"/>
            </p:cNvSpPr>
            <p:nvPr/>
          </p:nvSpPr>
          <p:spPr bwMode="auto">
            <a:xfrm>
              <a:off x="6656388" y="3551238"/>
              <a:ext cx="282575"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E/4</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93" name="Rectangle 128">
              <a:extLst>
                <a:ext uri="{FF2B5EF4-FFF2-40B4-BE49-F238E27FC236}">
                  <a16:creationId xmlns:a16="http://schemas.microsoft.com/office/drawing/2014/main" id="{8C590BFC-3252-4608-AAFB-8F3CB15BB2D6}"/>
                </a:ext>
              </a:extLst>
            </p:cNvPr>
            <p:cNvSpPr>
              <a:spLocks noChangeArrowheads="1"/>
            </p:cNvSpPr>
            <p:nvPr/>
          </p:nvSpPr>
          <p:spPr bwMode="auto">
            <a:xfrm>
              <a:off x="5146675" y="3551238"/>
              <a:ext cx="271463"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F/5</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94" name="Rectangle 130">
              <a:extLst>
                <a:ext uri="{FF2B5EF4-FFF2-40B4-BE49-F238E27FC236}">
                  <a16:creationId xmlns:a16="http://schemas.microsoft.com/office/drawing/2014/main" id="{122739CD-E93E-48BB-9D8B-3F984B412D56}"/>
                </a:ext>
              </a:extLst>
            </p:cNvPr>
            <p:cNvSpPr>
              <a:spLocks noChangeArrowheads="1"/>
            </p:cNvSpPr>
            <p:nvPr/>
          </p:nvSpPr>
          <p:spPr bwMode="auto">
            <a:xfrm>
              <a:off x="3617913" y="3551238"/>
              <a:ext cx="304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G/6</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95" name="Rectangle 132">
              <a:extLst>
                <a:ext uri="{FF2B5EF4-FFF2-40B4-BE49-F238E27FC236}">
                  <a16:creationId xmlns:a16="http://schemas.microsoft.com/office/drawing/2014/main" id="{CD78A6AF-EEE1-428C-8F7A-EDAA02B635C1}"/>
                </a:ext>
              </a:extLst>
            </p:cNvPr>
            <p:cNvSpPr>
              <a:spLocks noChangeArrowheads="1"/>
            </p:cNvSpPr>
            <p:nvPr/>
          </p:nvSpPr>
          <p:spPr bwMode="auto">
            <a:xfrm>
              <a:off x="2101850" y="3551238"/>
              <a:ext cx="304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H/7</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55298" name="Title 1">
            <a:extLst>
              <a:ext uri="{FF2B5EF4-FFF2-40B4-BE49-F238E27FC236}">
                <a16:creationId xmlns:a16="http://schemas.microsoft.com/office/drawing/2014/main" id="{8757E187-2C10-4DB7-9326-5704B92D3324}"/>
              </a:ext>
            </a:extLst>
          </p:cNvPr>
          <p:cNvSpPr txBox="1">
            <a:spLocks/>
          </p:cNvSpPr>
          <p:nvPr/>
        </p:nvSpPr>
        <p:spPr bwMode="auto">
          <a:xfrm>
            <a:off x="0" y="76200"/>
            <a:ext cx="9144000" cy="604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State diagram for the counter</a:t>
            </a:r>
          </a:p>
        </p:txBody>
      </p:sp>
      <p:sp>
        <p:nvSpPr>
          <p:cNvPr id="55299" name="TextBox 125">
            <a:extLst>
              <a:ext uri="{FF2B5EF4-FFF2-40B4-BE49-F238E27FC236}">
                <a16:creationId xmlns:a16="http://schemas.microsoft.com/office/drawing/2014/main" id="{2AB4C983-89DA-4509-B513-FA6592FC791C}"/>
              </a:ext>
            </a:extLst>
          </p:cNvPr>
          <p:cNvSpPr txBox="1">
            <a:spLocks noChangeArrowheads="1"/>
          </p:cNvSpPr>
          <p:nvPr/>
        </p:nvSpPr>
        <p:spPr bwMode="auto">
          <a:xfrm>
            <a:off x="6451600" y="6477000"/>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6.60 from the textbook ]</a:t>
            </a:r>
          </a:p>
        </p:txBody>
      </p:sp>
      <p:sp>
        <p:nvSpPr>
          <p:cNvPr id="2" name="TextBox 1">
            <a:extLst>
              <a:ext uri="{FF2B5EF4-FFF2-40B4-BE49-F238E27FC236}">
                <a16:creationId xmlns:a16="http://schemas.microsoft.com/office/drawing/2014/main" id="{CBA6AC94-DC5D-4440-98CE-A0AB9D358E98}"/>
              </a:ext>
            </a:extLst>
          </p:cNvPr>
          <p:cNvSpPr txBox="1"/>
          <p:nvPr/>
        </p:nvSpPr>
        <p:spPr>
          <a:xfrm>
            <a:off x="990600" y="1524000"/>
            <a:ext cx="338554" cy="3046988"/>
          </a:xfrm>
          <a:prstGeom prst="rect">
            <a:avLst/>
          </a:prstGeom>
          <a:noFill/>
        </p:spPr>
        <p:txBody>
          <a:bodyPr wrap="none" rtlCol="0">
            <a:spAutoFit/>
          </a:bodyPr>
          <a:lstStyle/>
          <a:p>
            <a:r>
              <a:rPr lang="en-US" b="1" dirty="0"/>
              <a:t>0</a:t>
            </a:r>
          </a:p>
          <a:p>
            <a:r>
              <a:rPr lang="en-US" b="1" dirty="0"/>
              <a:t>1</a:t>
            </a:r>
          </a:p>
          <a:p>
            <a:r>
              <a:rPr lang="en-US" b="1" dirty="0"/>
              <a:t>2</a:t>
            </a:r>
          </a:p>
          <a:p>
            <a:r>
              <a:rPr lang="en-US" b="1" dirty="0"/>
              <a:t>3</a:t>
            </a:r>
          </a:p>
          <a:p>
            <a:r>
              <a:rPr lang="en-US" b="1" dirty="0"/>
              <a:t>4</a:t>
            </a:r>
          </a:p>
          <a:p>
            <a:r>
              <a:rPr lang="en-US" b="1" dirty="0"/>
              <a:t>5</a:t>
            </a:r>
          </a:p>
          <a:p>
            <a:r>
              <a:rPr lang="en-US" b="1" dirty="0"/>
              <a:t>6</a:t>
            </a:r>
          </a:p>
          <a:p>
            <a:r>
              <a:rPr lang="en-US" b="1" dirty="0"/>
              <a:t>7</a:t>
            </a:r>
          </a:p>
        </p:txBody>
      </p:sp>
      <mc:AlternateContent xmlns:mc="http://schemas.openxmlformats.org/markup-compatibility/2006" xmlns:p14="http://schemas.microsoft.com/office/powerpoint/2010/main">
        <mc:Choice Requires="p14">
          <p:contentPart p14:bwMode="auto" r:id="rId2">
            <p14:nvContentPartPr>
              <p14:cNvPr id="3" name="Ink 2">
                <a:extLst>
                  <a:ext uri="{FF2B5EF4-FFF2-40B4-BE49-F238E27FC236}">
                    <a16:creationId xmlns:a16="http://schemas.microsoft.com/office/drawing/2014/main" id="{4A26F348-6950-4A62-BB15-0448B078CC84}"/>
                  </a:ext>
                </a:extLst>
              </p14:cNvPr>
              <p14:cNvContentPartPr/>
              <p14:nvPr/>
            </p14:nvContentPartPr>
            <p14:xfrm>
              <a:off x="2712960" y="2092680"/>
              <a:ext cx="591840" cy="349200"/>
            </p14:xfrm>
          </p:contentPart>
        </mc:Choice>
        <mc:Fallback xmlns="">
          <p:pic>
            <p:nvPicPr>
              <p:cNvPr id="3" name="Ink 2">
                <a:extLst>
                  <a:ext uri="{FF2B5EF4-FFF2-40B4-BE49-F238E27FC236}">
                    <a16:creationId xmlns:a16="http://schemas.microsoft.com/office/drawing/2014/main" id="{4A26F348-6950-4A62-BB15-0448B078CC84}"/>
                  </a:ext>
                </a:extLst>
              </p:cNvPr>
              <p:cNvPicPr/>
              <p:nvPr/>
            </p:nvPicPr>
            <p:blipFill>
              <a:blip r:embed="rId3"/>
              <a:stretch>
                <a:fillRect/>
              </a:stretch>
            </p:blipFill>
            <p:spPr>
              <a:xfrm>
                <a:off x="2703600" y="2083320"/>
                <a:ext cx="610560" cy="367920"/>
              </a:xfrm>
              <a:prstGeom prst="rect">
                <a:avLst/>
              </a:prstGeom>
            </p:spPr>
          </p:pic>
        </mc:Fallback>
      </mc:AlternateContent>
    </p:spTree>
    <p:extLst>
      <p:ext uri="{BB962C8B-B14F-4D97-AF65-F5344CB8AC3E}">
        <p14:creationId xmlns:p14="http://schemas.microsoft.com/office/powerpoint/2010/main" val="2569690311"/>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6321" name="Group 1">
            <a:extLst>
              <a:ext uri="{FF2B5EF4-FFF2-40B4-BE49-F238E27FC236}">
                <a16:creationId xmlns:a16="http://schemas.microsoft.com/office/drawing/2014/main" id="{0345900B-BF1D-4EF8-9D97-8C5A24ED6BB4}"/>
              </a:ext>
            </a:extLst>
          </p:cNvPr>
          <p:cNvGrpSpPr>
            <a:grpSpLocks/>
          </p:cNvGrpSpPr>
          <p:nvPr/>
        </p:nvGrpSpPr>
        <p:grpSpPr bwMode="auto">
          <a:xfrm>
            <a:off x="5041081" y="1255889"/>
            <a:ext cx="4003675" cy="3597275"/>
            <a:chOff x="2495550" y="1098550"/>
            <a:chExt cx="4003675" cy="3597275"/>
          </a:xfrm>
        </p:grpSpPr>
        <p:sp>
          <p:nvSpPr>
            <p:cNvPr id="56324" name="Rectangle 10">
              <a:extLst>
                <a:ext uri="{FF2B5EF4-FFF2-40B4-BE49-F238E27FC236}">
                  <a16:creationId xmlns:a16="http://schemas.microsoft.com/office/drawing/2014/main" id="{1BE3B935-D0BF-4789-80B9-4EE52C58E218}"/>
                </a:ext>
              </a:extLst>
            </p:cNvPr>
            <p:cNvSpPr>
              <a:spLocks noChangeArrowheads="1"/>
            </p:cNvSpPr>
            <p:nvPr/>
          </p:nvSpPr>
          <p:spPr bwMode="auto">
            <a:xfrm>
              <a:off x="6486525" y="1122363"/>
              <a:ext cx="12700" cy="5222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25" name="Rectangle 22">
              <a:extLst>
                <a:ext uri="{FF2B5EF4-FFF2-40B4-BE49-F238E27FC236}">
                  <a16:creationId xmlns:a16="http://schemas.microsoft.com/office/drawing/2014/main" id="{EDFE7158-034A-4B91-9C08-085A890FC27A}"/>
                </a:ext>
              </a:extLst>
            </p:cNvPr>
            <p:cNvSpPr>
              <a:spLocks noChangeArrowheads="1"/>
            </p:cNvSpPr>
            <p:nvPr/>
          </p:nvSpPr>
          <p:spPr bwMode="auto">
            <a:xfrm>
              <a:off x="6486525" y="1644650"/>
              <a:ext cx="12700" cy="4572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26" name="Rectangle 31">
              <a:extLst>
                <a:ext uri="{FF2B5EF4-FFF2-40B4-BE49-F238E27FC236}">
                  <a16:creationId xmlns:a16="http://schemas.microsoft.com/office/drawing/2014/main" id="{744B4091-30EA-43AC-BEE6-362690DFE151}"/>
                </a:ext>
              </a:extLst>
            </p:cNvPr>
            <p:cNvSpPr>
              <a:spLocks noChangeArrowheads="1"/>
            </p:cNvSpPr>
            <p:nvPr/>
          </p:nvSpPr>
          <p:spPr bwMode="auto">
            <a:xfrm>
              <a:off x="6486525" y="2105025"/>
              <a:ext cx="12700" cy="4032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27" name="Rectangle 39">
              <a:extLst>
                <a:ext uri="{FF2B5EF4-FFF2-40B4-BE49-F238E27FC236}">
                  <a16:creationId xmlns:a16="http://schemas.microsoft.com/office/drawing/2014/main" id="{41704C5E-4770-4A4A-BF23-A56F02D8E588}"/>
                </a:ext>
              </a:extLst>
            </p:cNvPr>
            <p:cNvSpPr>
              <a:spLocks noChangeArrowheads="1"/>
            </p:cNvSpPr>
            <p:nvPr/>
          </p:nvSpPr>
          <p:spPr bwMode="auto">
            <a:xfrm>
              <a:off x="6486525" y="2508250"/>
              <a:ext cx="12700" cy="3063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28" name="Rectangle 47">
              <a:extLst>
                <a:ext uri="{FF2B5EF4-FFF2-40B4-BE49-F238E27FC236}">
                  <a16:creationId xmlns:a16="http://schemas.microsoft.com/office/drawing/2014/main" id="{289D7E75-6E96-4C12-93F4-F461BC5DFC2E}"/>
                </a:ext>
              </a:extLst>
            </p:cNvPr>
            <p:cNvSpPr>
              <a:spLocks noChangeArrowheads="1"/>
            </p:cNvSpPr>
            <p:nvPr/>
          </p:nvSpPr>
          <p:spPr bwMode="auto">
            <a:xfrm>
              <a:off x="6486525" y="2814638"/>
              <a:ext cx="12700" cy="3048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29" name="Rectangle 55">
              <a:extLst>
                <a:ext uri="{FF2B5EF4-FFF2-40B4-BE49-F238E27FC236}">
                  <a16:creationId xmlns:a16="http://schemas.microsoft.com/office/drawing/2014/main" id="{5A634BD1-B7DE-4AEB-B43A-5A8E3B86E75A}"/>
                </a:ext>
              </a:extLst>
            </p:cNvPr>
            <p:cNvSpPr>
              <a:spLocks noChangeArrowheads="1"/>
            </p:cNvSpPr>
            <p:nvPr/>
          </p:nvSpPr>
          <p:spPr bwMode="auto">
            <a:xfrm>
              <a:off x="6486525" y="3119438"/>
              <a:ext cx="12700" cy="3048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30" name="Rectangle 63">
              <a:extLst>
                <a:ext uri="{FF2B5EF4-FFF2-40B4-BE49-F238E27FC236}">
                  <a16:creationId xmlns:a16="http://schemas.microsoft.com/office/drawing/2014/main" id="{1BEE83F3-F5E7-4B08-A1A3-C7F533CDF768}"/>
                </a:ext>
              </a:extLst>
            </p:cNvPr>
            <p:cNvSpPr>
              <a:spLocks noChangeArrowheads="1"/>
            </p:cNvSpPr>
            <p:nvPr/>
          </p:nvSpPr>
          <p:spPr bwMode="auto">
            <a:xfrm>
              <a:off x="6486525" y="3424238"/>
              <a:ext cx="12700" cy="3048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31" name="Rectangle 71">
              <a:extLst>
                <a:ext uri="{FF2B5EF4-FFF2-40B4-BE49-F238E27FC236}">
                  <a16:creationId xmlns:a16="http://schemas.microsoft.com/office/drawing/2014/main" id="{C76C43E3-CC94-4334-B672-F7FF110E528B}"/>
                </a:ext>
              </a:extLst>
            </p:cNvPr>
            <p:cNvSpPr>
              <a:spLocks noChangeArrowheads="1"/>
            </p:cNvSpPr>
            <p:nvPr/>
          </p:nvSpPr>
          <p:spPr bwMode="auto">
            <a:xfrm>
              <a:off x="6486525" y="3729038"/>
              <a:ext cx="12700" cy="3048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32" name="Rectangle 79">
              <a:extLst>
                <a:ext uri="{FF2B5EF4-FFF2-40B4-BE49-F238E27FC236}">
                  <a16:creationId xmlns:a16="http://schemas.microsoft.com/office/drawing/2014/main" id="{57EAF52F-88AF-4DF7-B633-E5D0FF837E71}"/>
                </a:ext>
              </a:extLst>
            </p:cNvPr>
            <p:cNvSpPr>
              <a:spLocks noChangeArrowheads="1"/>
            </p:cNvSpPr>
            <p:nvPr/>
          </p:nvSpPr>
          <p:spPr bwMode="auto">
            <a:xfrm>
              <a:off x="6486525" y="4033838"/>
              <a:ext cx="12700" cy="3063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33" name="Rectangle 87">
              <a:extLst>
                <a:ext uri="{FF2B5EF4-FFF2-40B4-BE49-F238E27FC236}">
                  <a16:creationId xmlns:a16="http://schemas.microsoft.com/office/drawing/2014/main" id="{97B0E784-839F-4506-AB31-89ACDCFA686E}"/>
                </a:ext>
              </a:extLst>
            </p:cNvPr>
            <p:cNvSpPr>
              <a:spLocks noChangeArrowheads="1"/>
            </p:cNvSpPr>
            <p:nvPr/>
          </p:nvSpPr>
          <p:spPr bwMode="auto">
            <a:xfrm>
              <a:off x="6486525" y="4319588"/>
              <a:ext cx="12700" cy="3508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34" name="Rectangle 4">
              <a:extLst>
                <a:ext uri="{FF2B5EF4-FFF2-40B4-BE49-F238E27FC236}">
                  <a16:creationId xmlns:a16="http://schemas.microsoft.com/office/drawing/2014/main" id="{6EC09642-FF30-40CE-9629-981254F7DFB2}"/>
                </a:ext>
              </a:extLst>
            </p:cNvPr>
            <p:cNvSpPr>
              <a:spLocks noChangeArrowheads="1"/>
            </p:cNvSpPr>
            <p:nvPr/>
          </p:nvSpPr>
          <p:spPr bwMode="auto">
            <a:xfrm>
              <a:off x="2520950" y="1098550"/>
              <a:ext cx="3971925" cy="11113"/>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35" name="Rectangle 5">
              <a:extLst>
                <a:ext uri="{FF2B5EF4-FFF2-40B4-BE49-F238E27FC236}">
                  <a16:creationId xmlns:a16="http://schemas.microsoft.com/office/drawing/2014/main" id="{D2DD7E52-4D63-4CC4-BCA5-B4B78511C6D4}"/>
                </a:ext>
              </a:extLst>
            </p:cNvPr>
            <p:cNvSpPr>
              <a:spLocks noChangeArrowheads="1"/>
            </p:cNvSpPr>
            <p:nvPr/>
          </p:nvSpPr>
          <p:spPr bwMode="auto">
            <a:xfrm>
              <a:off x="2495550" y="1122363"/>
              <a:ext cx="11113" cy="52228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36" name="Rectangle 6">
              <a:extLst>
                <a:ext uri="{FF2B5EF4-FFF2-40B4-BE49-F238E27FC236}">
                  <a16:creationId xmlns:a16="http://schemas.microsoft.com/office/drawing/2014/main" id="{6DC3297B-7908-4DEB-B2C1-69AFC3052DED}"/>
                </a:ext>
              </a:extLst>
            </p:cNvPr>
            <p:cNvSpPr>
              <a:spLocks noChangeArrowheads="1"/>
            </p:cNvSpPr>
            <p:nvPr/>
          </p:nvSpPr>
          <p:spPr bwMode="auto">
            <a:xfrm>
              <a:off x="3562350" y="1122363"/>
              <a:ext cx="12700" cy="52228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37" name="Rectangle 7">
              <a:extLst>
                <a:ext uri="{FF2B5EF4-FFF2-40B4-BE49-F238E27FC236}">
                  <a16:creationId xmlns:a16="http://schemas.microsoft.com/office/drawing/2014/main" id="{F4937069-182E-474B-ABE6-12EC0A82F74C}"/>
                </a:ext>
              </a:extLst>
            </p:cNvPr>
            <p:cNvSpPr>
              <a:spLocks noChangeArrowheads="1"/>
            </p:cNvSpPr>
            <p:nvPr/>
          </p:nvSpPr>
          <p:spPr bwMode="auto">
            <a:xfrm>
              <a:off x="2665413" y="1317625"/>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38" name="Rectangle 8">
              <a:extLst>
                <a:ext uri="{FF2B5EF4-FFF2-40B4-BE49-F238E27FC236}">
                  <a16:creationId xmlns:a16="http://schemas.microsoft.com/office/drawing/2014/main" id="{6A48EEE2-98E2-4581-839E-88CAE042CDAF}"/>
                </a:ext>
              </a:extLst>
            </p:cNvPr>
            <p:cNvSpPr>
              <a:spLocks noChangeArrowheads="1"/>
            </p:cNvSpPr>
            <p:nvPr/>
          </p:nvSpPr>
          <p:spPr bwMode="auto">
            <a:xfrm>
              <a:off x="5468938" y="1122363"/>
              <a:ext cx="12700" cy="52228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39" name="Rectangle 9">
              <a:extLst>
                <a:ext uri="{FF2B5EF4-FFF2-40B4-BE49-F238E27FC236}">
                  <a16:creationId xmlns:a16="http://schemas.microsoft.com/office/drawing/2014/main" id="{1B24991F-07BB-49A5-8104-7E8FC6B9B531}"/>
                </a:ext>
              </a:extLst>
            </p:cNvPr>
            <p:cNvSpPr>
              <a:spLocks noChangeArrowheads="1"/>
            </p:cNvSpPr>
            <p:nvPr/>
          </p:nvSpPr>
          <p:spPr bwMode="auto">
            <a:xfrm>
              <a:off x="4011613" y="1225550"/>
              <a:ext cx="10842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 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40" name="Rectangle 11">
              <a:extLst>
                <a:ext uri="{FF2B5EF4-FFF2-40B4-BE49-F238E27FC236}">
                  <a16:creationId xmlns:a16="http://schemas.microsoft.com/office/drawing/2014/main" id="{A5358119-D8E5-487A-BABC-2E2E8C325E9E}"/>
                </a:ext>
              </a:extLst>
            </p:cNvPr>
            <p:cNvSpPr>
              <a:spLocks noChangeArrowheads="1"/>
            </p:cNvSpPr>
            <p:nvPr/>
          </p:nvSpPr>
          <p:spPr bwMode="auto">
            <a:xfrm>
              <a:off x="3562350" y="1631950"/>
              <a:ext cx="1917700" cy="127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41" name="Rectangle 12">
              <a:extLst>
                <a:ext uri="{FF2B5EF4-FFF2-40B4-BE49-F238E27FC236}">
                  <a16:creationId xmlns:a16="http://schemas.microsoft.com/office/drawing/2014/main" id="{191D76B7-5D81-469C-B8F7-755C4178D8C7}"/>
                </a:ext>
              </a:extLst>
            </p:cNvPr>
            <p:cNvSpPr>
              <a:spLocks noChangeArrowheads="1"/>
            </p:cNvSpPr>
            <p:nvPr/>
          </p:nvSpPr>
          <p:spPr bwMode="auto">
            <a:xfrm>
              <a:off x="2495550" y="1644650"/>
              <a:ext cx="11113"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42" name="Rectangle 13">
              <a:extLst>
                <a:ext uri="{FF2B5EF4-FFF2-40B4-BE49-F238E27FC236}">
                  <a16:creationId xmlns:a16="http://schemas.microsoft.com/office/drawing/2014/main" id="{B688858A-75C5-48E7-8C6E-D5A1754B1E6A}"/>
                </a:ext>
              </a:extLst>
            </p:cNvPr>
            <p:cNvSpPr>
              <a:spLocks noChangeArrowheads="1"/>
            </p:cNvSpPr>
            <p:nvPr/>
          </p:nvSpPr>
          <p:spPr bwMode="auto">
            <a:xfrm>
              <a:off x="5627688" y="1373188"/>
              <a:ext cx="704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Output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43" name="Rectangle 14">
              <a:extLst>
                <a:ext uri="{FF2B5EF4-FFF2-40B4-BE49-F238E27FC236}">
                  <a16:creationId xmlns:a16="http://schemas.microsoft.com/office/drawing/2014/main" id="{8BC18710-B59E-4AFC-BEE3-8B6EE9B9F25C}"/>
                </a:ext>
              </a:extLst>
            </p:cNvPr>
            <p:cNvSpPr>
              <a:spLocks noChangeArrowheads="1"/>
            </p:cNvSpPr>
            <p:nvPr/>
          </p:nvSpPr>
          <p:spPr bwMode="auto">
            <a:xfrm>
              <a:off x="3562350" y="1644650"/>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44" name="Rectangle 15">
              <a:extLst>
                <a:ext uri="{FF2B5EF4-FFF2-40B4-BE49-F238E27FC236}">
                  <a16:creationId xmlns:a16="http://schemas.microsoft.com/office/drawing/2014/main" id="{D351A344-1CF7-436C-A568-5A8AD15CB118}"/>
                </a:ext>
              </a:extLst>
            </p:cNvPr>
            <p:cNvSpPr>
              <a:spLocks noChangeArrowheads="1"/>
            </p:cNvSpPr>
            <p:nvPr/>
          </p:nvSpPr>
          <p:spPr bwMode="auto">
            <a:xfrm>
              <a:off x="2805113" y="1652588"/>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45" name="Rectangle 16">
              <a:extLst>
                <a:ext uri="{FF2B5EF4-FFF2-40B4-BE49-F238E27FC236}">
                  <a16:creationId xmlns:a16="http://schemas.microsoft.com/office/drawing/2014/main" id="{F5A0F92D-EFCC-4E5B-81A4-852789E09FB1}"/>
                </a:ext>
              </a:extLst>
            </p:cNvPr>
            <p:cNvSpPr>
              <a:spLocks noChangeArrowheads="1"/>
            </p:cNvSpPr>
            <p:nvPr/>
          </p:nvSpPr>
          <p:spPr bwMode="auto">
            <a:xfrm>
              <a:off x="3714750" y="1743075"/>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46" name="Rectangle 17">
              <a:extLst>
                <a:ext uri="{FF2B5EF4-FFF2-40B4-BE49-F238E27FC236}">
                  <a16:creationId xmlns:a16="http://schemas.microsoft.com/office/drawing/2014/main" id="{3DAACE20-897B-4740-9468-795FEBA5A9F6}"/>
                </a:ext>
              </a:extLst>
            </p:cNvPr>
            <p:cNvSpPr>
              <a:spLocks noChangeArrowheads="1"/>
            </p:cNvSpPr>
            <p:nvPr/>
          </p:nvSpPr>
          <p:spPr bwMode="auto">
            <a:xfrm>
              <a:off x="3976688" y="1743075"/>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47" name="Rectangle 18">
              <a:extLst>
                <a:ext uri="{FF2B5EF4-FFF2-40B4-BE49-F238E27FC236}">
                  <a16:creationId xmlns:a16="http://schemas.microsoft.com/office/drawing/2014/main" id="{7D8067D8-06BB-4821-B4F3-01308594ACF8}"/>
                </a:ext>
              </a:extLst>
            </p:cNvPr>
            <p:cNvSpPr>
              <a:spLocks noChangeArrowheads="1"/>
            </p:cNvSpPr>
            <p:nvPr/>
          </p:nvSpPr>
          <p:spPr bwMode="auto">
            <a:xfrm>
              <a:off x="4243388" y="17430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48" name="Rectangle 19">
              <a:extLst>
                <a:ext uri="{FF2B5EF4-FFF2-40B4-BE49-F238E27FC236}">
                  <a16:creationId xmlns:a16="http://schemas.microsoft.com/office/drawing/2014/main" id="{F9CA9A4A-4947-46AB-A544-701301E111E9}"/>
                </a:ext>
              </a:extLst>
            </p:cNvPr>
            <p:cNvSpPr>
              <a:spLocks noChangeArrowheads="1"/>
            </p:cNvSpPr>
            <p:nvPr/>
          </p:nvSpPr>
          <p:spPr bwMode="auto">
            <a:xfrm>
              <a:off x="4672013" y="1743075"/>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49" name="Rectangle 20">
              <a:extLst>
                <a:ext uri="{FF2B5EF4-FFF2-40B4-BE49-F238E27FC236}">
                  <a16:creationId xmlns:a16="http://schemas.microsoft.com/office/drawing/2014/main" id="{3AD95897-3447-485F-9AEC-717BCC99CD36}"/>
                </a:ext>
              </a:extLst>
            </p:cNvPr>
            <p:cNvSpPr>
              <a:spLocks noChangeArrowheads="1"/>
            </p:cNvSpPr>
            <p:nvPr/>
          </p:nvSpPr>
          <p:spPr bwMode="auto">
            <a:xfrm>
              <a:off x="4930775" y="1743075"/>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50" name="Rectangle 21">
              <a:extLst>
                <a:ext uri="{FF2B5EF4-FFF2-40B4-BE49-F238E27FC236}">
                  <a16:creationId xmlns:a16="http://schemas.microsoft.com/office/drawing/2014/main" id="{34A79890-44BA-4052-8542-3DA739D72A91}"/>
                </a:ext>
              </a:extLst>
            </p:cNvPr>
            <p:cNvSpPr>
              <a:spLocks noChangeArrowheads="1"/>
            </p:cNvSpPr>
            <p:nvPr/>
          </p:nvSpPr>
          <p:spPr bwMode="auto">
            <a:xfrm>
              <a:off x="5468938" y="1644650"/>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51" name="Rectangle 23">
              <a:extLst>
                <a:ext uri="{FF2B5EF4-FFF2-40B4-BE49-F238E27FC236}">
                  <a16:creationId xmlns:a16="http://schemas.microsoft.com/office/drawing/2014/main" id="{3F83A99A-7AD1-4F34-938D-E5C00A4872C1}"/>
                </a:ext>
              </a:extLst>
            </p:cNvPr>
            <p:cNvSpPr>
              <a:spLocks noChangeArrowheads="1"/>
            </p:cNvSpPr>
            <p:nvPr/>
          </p:nvSpPr>
          <p:spPr bwMode="auto">
            <a:xfrm>
              <a:off x="2520950" y="2089150"/>
              <a:ext cx="3971925" cy="127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52" name="Rectangle 24">
              <a:extLst>
                <a:ext uri="{FF2B5EF4-FFF2-40B4-BE49-F238E27FC236}">
                  <a16:creationId xmlns:a16="http://schemas.microsoft.com/office/drawing/2014/main" id="{BE4473D1-F9C1-47E0-820F-485DA85BAC81}"/>
                </a:ext>
              </a:extLst>
            </p:cNvPr>
            <p:cNvSpPr>
              <a:spLocks noChangeArrowheads="1"/>
            </p:cNvSpPr>
            <p:nvPr/>
          </p:nvSpPr>
          <p:spPr bwMode="auto">
            <a:xfrm>
              <a:off x="2495550" y="2105025"/>
              <a:ext cx="11113" cy="403225"/>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53" name="Rectangle 25">
              <a:extLst>
                <a:ext uri="{FF2B5EF4-FFF2-40B4-BE49-F238E27FC236}">
                  <a16:creationId xmlns:a16="http://schemas.microsoft.com/office/drawing/2014/main" id="{C2F70A65-A6A8-4005-BD3E-2DEC0E6E564C}"/>
                </a:ext>
              </a:extLst>
            </p:cNvPr>
            <p:cNvSpPr>
              <a:spLocks noChangeArrowheads="1"/>
            </p:cNvSpPr>
            <p:nvPr/>
          </p:nvSpPr>
          <p:spPr bwMode="auto">
            <a:xfrm>
              <a:off x="5197475" y="17430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54" name="Rectangle 26">
              <a:extLst>
                <a:ext uri="{FF2B5EF4-FFF2-40B4-BE49-F238E27FC236}">
                  <a16:creationId xmlns:a16="http://schemas.microsoft.com/office/drawing/2014/main" id="{9DB230C4-FC64-4789-8572-170F352BA6A1}"/>
                </a:ext>
              </a:extLst>
            </p:cNvPr>
            <p:cNvSpPr>
              <a:spLocks noChangeArrowheads="1"/>
            </p:cNvSpPr>
            <p:nvPr/>
          </p:nvSpPr>
          <p:spPr bwMode="auto">
            <a:xfrm>
              <a:off x="3562350" y="2105025"/>
              <a:ext cx="12700" cy="403225"/>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55" name="Rectangle 27">
              <a:extLst>
                <a:ext uri="{FF2B5EF4-FFF2-40B4-BE49-F238E27FC236}">
                  <a16:creationId xmlns:a16="http://schemas.microsoft.com/office/drawing/2014/main" id="{EA832548-980F-49EE-9032-2FD3FE84A550}"/>
                </a:ext>
              </a:extLst>
            </p:cNvPr>
            <p:cNvSpPr>
              <a:spLocks noChangeArrowheads="1"/>
            </p:cNvSpPr>
            <p:nvPr/>
          </p:nvSpPr>
          <p:spPr bwMode="auto">
            <a:xfrm>
              <a:off x="2946400" y="2205038"/>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56" name="Rectangle 28">
              <a:extLst>
                <a:ext uri="{FF2B5EF4-FFF2-40B4-BE49-F238E27FC236}">
                  <a16:creationId xmlns:a16="http://schemas.microsoft.com/office/drawing/2014/main" id="{F1012980-8CE3-40F6-9F6E-F1B78D02141B}"/>
                </a:ext>
              </a:extLst>
            </p:cNvPr>
            <p:cNvSpPr>
              <a:spLocks noChangeArrowheads="1"/>
            </p:cNvSpPr>
            <p:nvPr/>
          </p:nvSpPr>
          <p:spPr bwMode="auto">
            <a:xfrm>
              <a:off x="3949700" y="2205038"/>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57" name="Rectangle 29">
              <a:extLst>
                <a:ext uri="{FF2B5EF4-FFF2-40B4-BE49-F238E27FC236}">
                  <a16:creationId xmlns:a16="http://schemas.microsoft.com/office/drawing/2014/main" id="{25026B22-DBD2-4DE3-AA2A-4FE1A0373922}"/>
                </a:ext>
              </a:extLst>
            </p:cNvPr>
            <p:cNvSpPr>
              <a:spLocks noChangeArrowheads="1"/>
            </p:cNvSpPr>
            <p:nvPr/>
          </p:nvSpPr>
          <p:spPr bwMode="auto">
            <a:xfrm>
              <a:off x="5468938" y="2105025"/>
              <a:ext cx="12700" cy="403225"/>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58" name="Rectangle 30">
              <a:extLst>
                <a:ext uri="{FF2B5EF4-FFF2-40B4-BE49-F238E27FC236}">
                  <a16:creationId xmlns:a16="http://schemas.microsoft.com/office/drawing/2014/main" id="{26F8C796-A0C8-4D17-899B-34FF1079B67D}"/>
                </a:ext>
              </a:extLst>
            </p:cNvPr>
            <p:cNvSpPr>
              <a:spLocks noChangeArrowheads="1"/>
            </p:cNvSpPr>
            <p:nvPr/>
          </p:nvSpPr>
          <p:spPr bwMode="auto">
            <a:xfrm>
              <a:off x="4913313" y="2205038"/>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59" name="Rectangle 32">
              <a:extLst>
                <a:ext uri="{FF2B5EF4-FFF2-40B4-BE49-F238E27FC236}">
                  <a16:creationId xmlns:a16="http://schemas.microsoft.com/office/drawing/2014/main" id="{AC1EF7FB-2C90-459F-96D3-4F81BECD372E}"/>
                </a:ext>
              </a:extLst>
            </p:cNvPr>
            <p:cNvSpPr>
              <a:spLocks noChangeArrowheads="1"/>
            </p:cNvSpPr>
            <p:nvPr/>
          </p:nvSpPr>
          <p:spPr bwMode="auto">
            <a:xfrm>
              <a:off x="2495550" y="2508250"/>
              <a:ext cx="11113" cy="3063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60" name="Rectangle 33">
              <a:extLst>
                <a:ext uri="{FF2B5EF4-FFF2-40B4-BE49-F238E27FC236}">
                  <a16:creationId xmlns:a16="http://schemas.microsoft.com/office/drawing/2014/main" id="{62BE9C54-31BB-457F-9A13-28DF06D741AD}"/>
                </a:ext>
              </a:extLst>
            </p:cNvPr>
            <p:cNvSpPr>
              <a:spLocks noChangeArrowheads="1"/>
            </p:cNvSpPr>
            <p:nvPr/>
          </p:nvSpPr>
          <p:spPr bwMode="auto">
            <a:xfrm>
              <a:off x="5919788" y="220503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61" name="Rectangle 34">
              <a:extLst>
                <a:ext uri="{FF2B5EF4-FFF2-40B4-BE49-F238E27FC236}">
                  <a16:creationId xmlns:a16="http://schemas.microsoft.com/office/drawing/2014/main" id="{CFD300E6-E3B8-402C-9558-B32A64E58F41}"/>
                </a:ext>
              </a:extLst>
            </p:cNvPr>
            <p:cNvSpPr>
              <a:spLocks noChangeArrowheads="1"/>
            </p:cNvSpPr>
            <p:nvPr/>
          </p:nvSpPr>
          <p:spPr bwMode="auto">
            <a:xfrm>
              <a:off x="3562350" y="2508250"/>
              <a:ext cx="12700" cy="3063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62" name="Rectangle 35">
              <a:extLst>
                <a:ext uri="{FF2B5EF4-FFF2-40B4-BE49-F238E27FC236}">
                  <a16:creationId xmlns:a16="http://schemas.microsoft.com/office/drawing/2014/main" id="{BA2C97CB-1353-4A35-81FC-03BA0C1121B6}"/>
                </a:ext>
              </a:extLst>
            </p:cNvPr>
            <p:cNvSpPr>
              <a:spLocks noChangeArrowheads="1"/>
            </p:cNvSpPr>
            <p:nvPr/>
          </p:nvSpPr>
          <p:spPr bwMode="auto">
            <a:xfrm>
              <a:off x="2955925" y="2506663"/>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63" name="Rectangle 36">
              <a:extLst>
                <a:ext uri="{FF2B5EF4-FFF2-40B4-BE49-F238E27FC236}">
                  <a16:creationId xmlns:a16="http://schemas.microsoft.com/office/drawing/2014/main" id="{577EF6DF-3AD0-4510-8D28-07E2AF404E3B}"/>
                </a:ext>
              </a:extLst>
            </p:cNvPr>
            <p:cNvSpPr>
              <a:spLocks noChangeArrowheads="1"/>
            </p:cNvSpPr>
            <p:nvPr/>
          </p:nvSpPr>
          <p:spPr bwMode="auto">
            <a:xfrm>
              <a:off x="3957638" y="2506663"/>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64" name="Rectangle 37">
              <a:extLst>
                <a:ext uri="{FF2B5EF4-FFF2-40B4-BE49-F238E27FC236}">
                  <a16:creationId xmlns:a16="http://schemas.microsoft.com/office/drawing/2014/main" id="{E6202077-7DBE-411C-A0B8-5172E5E913B7}"/>
                </a:ext>
              </a:extLst>
            </p:cNvPr>
            <p:cNvSpPr>
              <a:spLocks noChangeArrowheads="1"/>
            </p:cNvSpPr>
            <p:nvPr/>
          </p:nvSpPr>
          <p:spPr bwMode="auto">
            <a:xfrm>
              <a:off x="5468938" y="2508250"/>
              <a:ext cx="12700" cy="3063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65" name="Rectangle 38">
              <a:extLst>
                <a:ext uri="{FF2B5EF4-FFF2-40B4-BE49-F238E27FC236}">
                  <a16:creationId xmlns:a16="http://schemas.microsoft.com/office/drawing/2014/main" id="{EA7CD843-A0E5-4258-B3F9-68AB93E72F4D}"/>
                </a:ext>
              </a:extLst>
            </p:cNvPr>
            <p:cNvSpPr>
              <a:spLocks noChangeArrowheads="1"/>
            </p:cNvSpPr>
            <p:nvPr/>
          </p:nvSpPr>
          <p:spPr bwMode="auto">
            <a:xfrm>
              <a:off x="4918075" y="2506663"/>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66" name="Rectangle 40">
              <a:extLst>
                <a:ext uri="{FF2B5EF4-FFF2-40B4-BE49-F238E27FC236}">
                  <a16:creationId xmlns:a16="http://schemas.microsoft.com/office/drawing/2014/main" id="{B720022A-91B8-411D-B05C-ADD7849A4FFF}"/>
                </a:ext>
              </a:extLst>
            </p:cNvPr>
            <p:cNvSpPr>
              <a:spLocks noChangeArrowheads="1"/>
            </p:cNvSpPr>
            <p:nvPr/>
          </p:nvSpPr>
          <p:spPr bwMode="auto">
            <a:xfrm>
              <a:off x="2495550" y="2814638"/>
              <a:ext cx="11113"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67" name="Rectangle 41">
              <a:extLst>
                <a:ext uri="{FF2B5EF4-FFF2-40B4-BE49-F238E27FC236}">
                  <a16:creationId xmlns:a16="http://schemas.microsoft.com/office/drawing/2014/main" id="{C9ED8F8A-268E-4669-A00C-2AE0AFF67463}"/>
                </a:ext>
              </a:extLst>
            </p:cNvPr>
            <p:cNvSpPr>
              <a:spLocks noChangeArrowheads="1"/>
            </p:cNvSpPr>
            <p:nvPr/>
          </p:nvSpPr>
          <p:spPr bwMode="auto">
            <a:xfrm>
              <a:off x="5921375" y="25066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68" name="Rectangle 42">
              <a:extLst>
                <a:ext uri="{FF2B5EF4-FFF2-40B4-BE49-F238E27FC236}">
                  <a16:creationId xmlns:a16="http://schemas.microsoft.com/office/drawing/2014/main" id="{35AE2F1D-7BCD-4E0F-A8B1-A2FEC328A902}"/>
                </a:ext>
              </a:extLst>
            </p:cNvPr>
            <p:cNvSpPr>
              <a:spLocks noChangeArrowheads="1"/>
            </p:cNvSpPr>
            <p:nvPr/>
          </p:nvSpPr>
          <p:spPr bwMode="auto">
            <a:xfrm>
              <a:off x="3562350" y="2814638"/>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69" name="Rectangle 43">
              <a:extLst>
                <a:ext uri="{FF2B5EF4-FFF2-40B4-BE49-F238E27FC236}">
                  <a16:creationId xmlns:a16="http://schemas.microsoft.com/office/drawing/2014/main" id="{4B994F5F-8035-4DB0-9084-B2CA2166C61F}"/>
                </a:ext>
              </a:extLst>
            </p:cNvPr>
            <p:cNvSpPr>
              <a:spLocks noChangeArrowheads="1"/>
            </p:cNvSpPr>
            <p:nvPr/>
          </p:nvSpPr>
          <p:spPr bwMode="auto">
            <a:xfrm>
              <a:off x="2955925" y="2811463"/>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70" name="Rectangle 44">
              <a:extLst>
                <a:ext uri="{FF2B5EF4-FFF2-40B4-BE49-F238E27FC236}">
                  <a16:creationId xmlns:a16="http://schemas.microsoft.com/office/drawing/2014/main" id="{2C546BA8-75C6-40EA-B3A6-20CF660A1174}"/>
                </a:ext>
              </a:extLst>
            </p:cNvPr>
            <p:cNvSpPr>
              <a:spLocks noChangeArrowheads="1"/>
            </p:cNvSpPr>
            <p:nvPr/>
          </p:nvSpPr>
          <p:spPr bwMode="auto">
            <a:xfrm>
              <a:off x="3957638" y="2811463"/>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71" name="Rectangle 45">
              <a:extLst>
                <a:ext uri="{FF2B5EF4-FFF2-40B4-BE49-F238E27FC236}">
                  <a16:creationId xmlns:a16="http://schemas.microsoft.com/office/drawing/2014/main" id="{D801D00B-F5B1-4606-B32B-097FBCF48D7C}"/>
                </a:ext>
              </a:extLst>
            </p:cNvPr>
            <p:cNvSpPr>
              <a:spLocks noChangeArrowheads="1"/>
            </p:cNvSpPr>
            <p:nvPr/>
          </p:nvSpPr>
          <p:spPr bwMode="auto">
            <a:xfrm>
              <a:off x="5468938" y="2814638"/>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72" name="Rectangle 46">
              <a:extLst>
                <a:ext uri="{FF2B5EF4-FFF2-40B4-BE49-F238E27FC236}">
                  <a16:creationId xmlns:a16="http://schemas.microsoft.com/office/drawing/2014/main" id="{08ED9ECF-A6C8-494A-BC62-BF644B592110}"/>
                </a:ext>
              </a:extLst>
            </p:cNvPr>
            <p:cNvSpPr>
              <a:spLocks noChangeArrowheads="1"/>
            </p:cNvSpPr>
            <p:nvPr/>
          </p:nvSpPr>
          <p:spPr bwMode="auto">
            <a:xfrm>
              <a:off x="4911725" y="2811463"/>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73" name="Rectangle 48">
              <a:extLst>
                <a:ext uri="{FF2B5EF4-FFF2-40B4-BE49-F238E27FC236}">
                  <a16:creationId xmlns:a16="http://schemas.microsoft.com/office/drawing/2014/main" id="{34B450FF-86E2-4168-865C-4A5480EBBAD8}"/>
                </a:ext>
              </a:extLst>
            </p:cNvPr>
            <p:cNvSpPr>
              <a:spLocks noChangeArrowheads="1"/>
            </p:cNvSpPr>
            <p:nvPr/>
          </p:nvSpPr>
          <p:spPr bwMode="auto">
            <a:xfrm>
              <a:off x="2495550" y="3119438"/>
              <a:ext cx="11113"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74" name="Rectangle 49">
              <a:extLst>
                <a:ext uri="{FF2B5EF4-FFF2-40B4-BE49-F238E27FC236}">
                  <a16:creationId xmlns:a16="http://schemas.microsoft.com/office/drawing/2014/main" id="{72B88B2E-02D1-4BC9-963C-3B373C3C33AD}"/>
                </a:ext>
              </a:extLst>
            </p:cNvPr>
            <p:cNvSpPr>
              <a:spLocks noChangeArrowheads="1"/>
            </p:cNvSpPr>
            <p:nvPr/>
          </p:nvSpPr>
          <p:spPr bwMode="auto">
            <a:xfrm>
              <a:off x="5921375" y="28114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75" name="Rectangle 50">
              <a:extLst>
                <a:ext uri="{FF2B5EF4-FFF2-40B4-BE49-F238E27FC236}">
                  <a16:creationId xmlns:a16="http://schemas.microsoft.com/office/drawing/2014/main" id="{807BFAE8-EBEA-4303-A92C-EAABE8356899}"/>
                </a:ext>
              </a:extLst>
            </p:cNvPr>
            <p:cNvSpPr>
              <a:spLocks noChangeArrowheads="1"/>
            </p:cNvSpPr>
            <p:nvPr/>
          </p:nvSpPr>
          <p:spPr bwMode="auto">
            <a:xfrm>
              <a:off x="3562350" y="3119438"/>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76" name="Rectangle 51">
              <a:extLst>
                <a:ext uri="{FF2B5EF4-FFF2-40B4-BE49-F238E27FC236}">
                  <a16:creationId xmlns:a16="http://schemas.microsoft.com/office/drawing/2014/main" id="{38691501-85EB-45B0-856A-E100E2DA4B7B}"/>
                </a:ext>
              </a:extLst>
            </p:cNvPr>
            <p:cNvSpPr>
              <a:spLocks noChangeArrowheads="1"/>
            </p:cNvSpPr>
            <p:nvPr/>
          </p:nvSpPr>
          <p:spPr bwMode="auto">
            <a:xfrm>
              <a:off x="2946400" y="311785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77" name="Rectangle 52">
              <a:extLst>
                <a:ext uri="{FF2B5EF4-FFF2-40B4-BE49-F238E27FC236}">
                  <a16:creationId xmlns:a16="http://schemas.microsoft.com/office/drawing/2014/main" id="{44292957-749A-4AE7-B0BB-034C590C8BC7}"/>
                </a:ext>
              </a:extLst>
            </p:cNvPr>
            <p:cNvSpPr>
              <a:spLocks noChangeArrowheads="1"/>
            </p:cNvSpPr>
            <p:nvPr/>
          </p:nvSpPr>
          <p:spPr bwMode="auto">
            <a:xfrm>
              <a:off x="3949700" y="311785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78" name="Rectangle 53">
              <a:extLst>
                <a:ext uri="{FF2B5EF4-FFF2-40B4-BE49-F238E27FC236}">
                  <a16:creationId xmlns:a16="http://schemas.microsoft.com/office/drawing/2014/main" id="{8CABE42C-D7B2-4122-8C11-B48D4BAA57A3}"/>
                </a:ext>
              </a:extLst>
            </p:cNvPr>
            <p:cNvSpPr>
              <a:spLocks noChangeArrowheads="1"/>
            </p:cNvSpPr>
            <p:nvPr/>
          </p:nvSpPr>
          <p:spPr bwMode="auto">
            <a:xfrm>
              <a:off x="5468938" y="3119438"/>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79" name="Rectangle 54">
              <a:extLst>
                <a:ext uri="{FF2B5EF4-FFF2-40B4-BE49-F238E27FC236}">
                  <a16:creationId xmlns:a16="http://schemas.microsoft.com/office/drawing/2014/main" id="{0C98E4C0-A650-4FA3-AA65-4616D0A11FAB}"/>
                </a:ext>
              </a:extLst>
            </p:cNvPr>
            <p:cNvSpPr>
              <a:spLocks noChangeArrowheads="1"/>
            </p:cNvSpPr>
            <p:nvPr/>
          </p:nvSpPr>
          <p:spPr bwMode="auto">
            <a:xfrm>
              <a:off x="4919663" y="3117850"/>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80" name="Rectangle 56">
              <a:extLst>
                <a:ext uri="{FF2B5EF4-FFF2-40B4-BE49-F238E27FC236}">
                  <a16:creationId xmlns:a16="http://schemas.microsoft.com/office/drawing/2014/main" id="{CA3EC0D8-2EF2-47D3-9315-FC3B172E839C}"/>
                </a:ext>
              </a:extLst>
            </p:cNvPr>
            <p:cNvSpPr>
              <a:spLocks noChangeArrowheads="1"/>
            </p:cNvSpPr>
            <p:nvPr/>
          </p:nvSpPr>
          <p:spPr bwMode="auto">
            <a:xfrm>
              <a:off x="2495550" y="3424238"/>
              <a:ext cx="11113"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81" name="Rectangle 57">
              <a:extLst>
                <a:ext uri="{FF2B5EF4-FFF2-40B4-BE49-F238E27FC236}">
                  <a16:creationId xmlns:a16="http://schemas.microsoft.com/office/drawing/2014/main" id="{618F2182-9830-43CB-A3B6-77BA39495B9D}"/>
                </a:ext>
              </a:extLst>
            </p:cNvPr>
            <p:cNvSpPr>
              <a:spLocks noChangeArrowheads="1"/>
            </p:cNvSpPr>
            <p:nvPr/>
          </p:nvSpPr>
          <p:spPr bwMode="auto">
            <a:xfrm>
              <a:off x="5916613" y="311785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3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82" name="Rectangle 58">
              <a:extLst>
                <a:ext uri="{FF2B5EF4-FFF2-40B4-BE49-F238E27FC236}">
                  <a16:creationId xmlns:a16="http://schemas.microsoft.com/office/drawing/2014/main" id="{295624CB-7E44-4CFF-A585-33CCDAE9C779}"/>
                </a:ext>
              </a:extLst>
            </p:cNvPr>
            <p:cNvSpPr>
              <a:spLocks noChangeArrowheads="1"/>
            </p:cNvSpPr>
            <p:nvPr/>
          </p:nvSpPr>
          <p:spPr bwMode="auto">
            <a:xfrm>
              <a:off x="3562350" y="3424238"/>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83" name="Rectangle 59">
              <a:extLst>
                <a:ext uri="{FF2B5EF4-FFF2-40B4-BE49-F238E27FC236}">
                  <a16:creationId xmlns:a16="http://schemas.microsoft.com/office/drawing/2014/main" id="{E9142D40-2F9B-4D61-95D8-93010ABCC382}"/>
                </a:ext>
              </a:extLst>
            </p:cNvPr>
            <p:cNvSpPr>
              <a:spLocks noChangeArrowheads="1"/>
            </p:cNvSpPr>
            <p:nvPr/>
          </p:nvSpPr>
          <p:spPr bwMode="auto">
            <a:xfrm>
              <a:off x="2962275" y="3419475"/>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84" name="Rectangle 60">
              <a:extLst>
                <a:ext uri="{FF2B5EF4-FFF2-40B4-BE49-F238E27FC236}">
                  <a16:creationId xmlns:a16="http://schemas.microsoft.com/office/drawing/2014/main" id="{B0DD2F41-7420-434B-B190-A2A159F16C41}"/>
                </a:ext>
              </a:extLst>
            </p:cNvPr>
            <p:cNvSpPr>
              <a:spLocks noChangeArrowheads="1"/>
            </p:cNvSpPr>
            <p:nvPr/>
          </p:nvSpPr>
          <p:spPr bwMode="auto">
            <a:xfrm>
              <a:off x="3965575" y="3419475"/>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85" name="Rectangle 61">
              <a:extLst>
                <a:ext uri="{FF2B5EF4-FFF2-40B4-BE49-F238E27FC236}">
                  <a16:creationId xmlns:a16="http://schemas.microsoft.com/office/drawing/2014/main" id="{FBDC1F11-C0BC-4208-A7B3-E57E414BD6CE}"/>
                </a:ext>
              </a:extLst>
            </p:cNvPr>
            <p:cNvSpPr>
              <a:spLocks noChangeArrowheads="1"/>
            </p:cNvSpPr>
            <p:nvPr/>
          </p:nvSpPr>
          <p:spPr bwMode="auto">
            <a:xfrm>
              <a:off x="5468938" y="3424238"/>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86" name="Rectangle 62">
              <a:extLst>
                <a:ext uri="{FF2B5EF4-FFF2-40B4-BE49-F238E27FC236}">
                  <a16:creationId xmlns:a16="http://schemas.microsoft.com/office/drawing/2014/main" id="{73533DD2-0644-43B4-8CBF-091CFB09D067}"/>
                </a:ext>
              </a:extLst>
            </p:cNvPr>
            <p:cNvSpPr>
              <a:spLocks noChangeArrowheads="1"/>
            </p:cNvSpPr>
            <p:nvPr/>
          </p:nvSpPr>
          <p:spPr bwMode="auto">
            <a:xfrm>
              <a:off x="4927600" y="341947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87" name="Rectangle 64">
              <a:extLst>
                <a:ext uri="{FF2B5EF4-FFF2-40B4-BE49-F238E27FC236}">
                  <a16:creationId xmlns:a16="http://schemas.microsoft.com/office/drawing/2014/main" id="{6EB992F6-0301-4290-8428-CA73F60C6CBA}"/>
                </a:ext>
              </a:extLst>
            </p:cNvPr>
            <p:cNvSpPr>
              <a:spLocks noChangeArrowheads="1"/>
            </p:cNvSpPr>
            <p:nvPr/>
          </p:nvSpPr>
          <p:spPr bwMode="auto">
            <a:xfrm>
              <a:off x="2495550" y="3729038"/>
              <a:ext cx="11113"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88" name="Rectangle 65">
              <a:extLst>
                <a:ext uri="{FF2B5EF4-FFF2-40B4-BE49-F238E27FC236}">
                  <a16:creationId xmlns:a16="http://schemas.microsoft.com/office/drawing/2014/main" id="{3CFA58A9-D1FB-4158-BF6E-323C8ADF195E}"/>
                </a:ext>
              </a:extLst>
            </p:cNvPr>
            <p:cNvSpPr>
              <a:spLocks noChangeArrowheads="1"/>
            </p:cNvSpPr>
            <p:nvPr/>
          </p:nvSpPr>
          <p:spPr bwMode="auto">
            <a:xfrm>
              <a:off x="5916613" y="34194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4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89" name="Rectangle 66">
              <a:extLst>
                <a:ext uri="{FF2B5EF4-FFF2-40B4-BE49-F238E27FC236}">
                  <a16:creationId xmlns:a16="http://schemas.microsoft.com/office/drawing/2014/main" id="{1D389B18-DC7E-443A-98A2-619A4E7ED0EA}"/>
                </a:ext>
              </a:extLst>
            </p:cNvPr>
            <p:cNvSpPr>
              <a:spLocks noChangeArrowheads="1"/>
            </p:cNvSpPr>
            <p:nvPr/>
          </p:nvSpPr>
          <p:spPr bwMode="auto">
            <a:xfrm>
              <a:off x="3562350" y="3729038"/>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90" name="Rectangle 67">
              <a:extLst>
                <a:ext uri="{FF2B5EF4-FFF2-40B4-BE49-F238E27FC236}">
                  <a16:creationId xmlns:a16="http://schemas.microsoft.com/office/drawing/2014/main" id="{E9190194-4994-4EDA-AF87-B25990E712F4}"/>
                </a:ext>
              </a:extLst>
            </p:cNvPr>
            <p:cNvSpPr>
              <a:spLocks noChangeArrowheads="1"/>
            </p:cNvSpPr>
            <p:nvPr/>
          </p:nvSpPr>
          <p:spPr bwMode="auto">
            <a:xfrm>
              <a:off x="2967038" y="3725863"/>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91" name="Rectangle 68">
              <a:extLst>
                <a:ext uri="{FF2B5EF4-FFF2-40B4-BE49-F238E27FC236}">
                  <a16:creationId xmlns:a16="http://schemas.microsoft.com/office/drawing/2014/main" id="{B96ABBAC-6661-4A08-8A30-B156EA9D421D}"/>
                </a:ext>
              </a:extLst>
            </p:cNvPr>
            <p:cNvSpPr>
              <a:spLocks noChangeArrowheads="1"/>
            </p:cNvSpPr>
            <p:nvPr/>
          </p:nvSpPr>
          <p:spPr bwMode="auto">
            <a:xfrm>
              <a:off x="3971925" y="3725863"/>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92" name="Rectangle 69">
              <a:extLst>
                <a:ext uri="{FF2B5EF4-FFF2-40B4-BE49-F238E27FC236}">
                  <a16:creationId xmlns:a16="http://schemas.microsoft.com/office/drawing/2014/main" id="{47B32463-E6ED-4D6B-B826-7FEDBED0CFC6}"/>
                </a:ext>
              </a:extLst>
            </p:cNvPr>
            <p:cNvSpPr>
              <a:spLocks noChangeArrowheads="1"/>
            </p:cNvSpPr>
            <p:nvPr/>
          </p:nvSpPr>
          <p:spPr bwMode="auto">
            <a:xfrm>
              <a:off x="5468938" y="3729038"/>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93" name="Rectangle 70">
              <a:extLst>
                <a:ext uri="{FF2B5EF4-FFF2-40B4-BE49-F238E27FC236}">
                  <a16:creationId xmlns:a16="http://schemas.microsoft.com/office/drawing/2014/main" id="{B3D69A9D-D2FF-4955-9DBB-0FAF7DA0B0CF}"/>
                </a:ext>
              </a:extLst>
            </p:cNvPr>
            <p:cNvSpPr>
              <a:spLocks noChangeArrowheads="1"/>
            </p:cNvSpPr>
            <p:nvPr/>
          </p:nvSpPr>
          <p:spPr bwMode="auto">
            <a:xfrm>
              <a:off x="4910138" y="3725863"/>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94" name="Rectangle 72">
              <a:extLst>
                <a:ext uri="{FF2B5EF4-FFF2-40B4-BE49-F238E27FC236}">
                  <a16:creationId xmlns:a16="http://schemas.microsoft.com/office/drawing/2014/main" id="{0B139FE6-8DEF-4827-B53D-2BA2CA5ED9C3}"/>
                </a:ext>
              </a:extLst>
            </p:cNvPr>
            <p:cNvSpPr>
              <a:spLocks noChangeArrowheads="1"/>
            </p:cNvSpPr>
            <p:nvPr/>
          </p:nvSpPr>
          <p:spPr bwMode="auto">
            <a:xfrm>
              <a:off x="2495550" y="4033838"/>
              <a:ext cx="11113" cy="30638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95" name="Rectangle 73">
              <a:extLst>
                <a:ext uri="{FF2B5EF4-FFF2-40B4-BE49-F238E27FC236}">
                  <a16:creationId xmlns:a16="http://schemas.microsoft.com/office/drawing/2014/main" id="{F068495A-3F79-4B28-A328-4019FFA18EB1}"/>
                </a:ext>
              </a:extLst>
            </p:cNvPr>
            <p:cNvSpPr>
              <a:spLocks noChangeArrowheads="1"/>
            </p:cNvSpPr>
            <p:nvPr/>
          </p:nvSpPr>
          <p:spPr bwMode="auto">
            <a:xfrm>
              <a:off x="5919788" y="37258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5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96" name="Rectangle 74">
              <a:extLst>
                <a:ext uri="{FF2B5EF4-FFF2-40B4-BE49-F238E27FC236}">
                  <a16:creationId xmlns:a16="http://schemas.microsoft.com/office/drawing/2014/main" id="{EE9DC1F5-DDB9-45F0-A65F-35F75D169CFD}"/>
                </a:ext>
              </a:extLst>
            </p:cNvPr>
            <p:cNvSpPr>
              <a:spLocks noChangeArrowheads="1"/>
            </p:cNvSpPr>
            <p:nvPr/>
          </p:nvSpPr>
          <p:spPr bwMode="auto">
            <a:xfrm>
              <a:off x="3562350" y="4033838"/>
              <a:ext cx="12700" cy="30638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97" name="Rectangle 75">
              <a:extLst>
                <a:ext uri="{FF2B5EF4-FFF2-40B4-BE49-F238E27FC236}">
                  <a16:creationId xmlns:a16="http://schemas.microsoft.com/office/drawing/2014/main" id="{2332E01D-B05E-4CC6-BC30-553DC0345AE2}"/>
                </a:ext>
              </a:extLst>
            </p:cNvPr>
            <p:cNvSpPr>
              <a:spLocks noChangeArrowheads="1"/>
            </p:cNvSpPr>
            <p:nvPr/>
          </p:nvSpPr>
          <p:spPr bwMode="auto">
            <a:xfrm>
              <a:off x="2946400" y="4030663"/>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98" name="Rectangle 76">
              <a:extLst>
                <a:ext uri="{FF2B5EF4-FFF2-40B4-BE49-F238E27FC236}">
                  <a16:creationId xmlns:a16="http://schemas.microsoft.com/office/drawing/2014/main" id="{3764D77F-C6E2-4EAA-AA96-898E540C25C3}"/>
                </a:ext>
              </a:extLst>
            </p:cNvPr>
            <p:cNvSpPr>
              <a:spLocks noChangeArrowheads="1"/>
            </p:cNvSpPr>
            <p:nvPr/>
          </p:nvSpPr>
          <p:spPr bwMode="auto">
            <a:xfrm>
              <a:off x="3949700" y="4030663"/>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399" name="Rectangle 77">
              <a:extLst>
                <a:ext uri="{FF2B5EF4-FFF2-40B4-BE49-F238E27FC236}">
                  <a16:creationId xmlns:a16="http://schemas.microsoft.com/office/drawing/2014/main" id="{69BDC28E-E4DB-436A-B10E-200C60D613C3}"/>
                </a:ext>
              </a:extLst>
            </p:cNvPr>
            <p:cNvSpPr>
              <a:spLocks noChangeArrowheads="1"/>
            </p:cNvSpPr>
            <p:nvPr/>
          </p:nvSpPr>
          <p:spPr bwMode="auto">
            <a:xfrm>
              <a:off x="5468938" y="4033838"/>
              <a:ext cx="12700" cy="30638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400" name="Rectangle 78">
              <a:extLst>
                <a:ext uri="{FF2B5EF4-FFF2-40B4-BE49-F238E27FC236}">
                  <a16:creationId xmlns:a16="http://schemas.microsoft.com/office/drawing/2014/main" id="{9EE100D3-7754-44F5-AEBF-8F22180B5B69}"/>
                </a:ext>
              </a:extLst>
            </p:cNvPr>
            <p:cNvSpPr>
              <a:spLocks noChangeArrowheads="1"/>
            </p:cNvSpPr>
            <p:nvPr/>
          </p:nvSpPr>
          <p:spPr bwMode="auto">
            <a:xfrm>
              <a:off x="4908550" y="4030663"/>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H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401" name="Rectangle 80">
              <a:extLst>
                <a:ext uri="{FF2B5EF4-FFF2-40B4-BE49-F238E27FC236}">
                  <a16:creationId xmlns:a16="http://schemas.microsoft.com/office/drawing/2014/main" id="{1617FD97-B1A3-4B0C-A174-8C6301FE0B9C}"/>
                </a:ext>
              </a:extLst>
            </p:cNvPr>
            <p:cNvSpPr>
              <a:spLocks noChangeArrowheads="1"/>
            </p:cNvSpPr>
            <p:nvPr/>
          </p:nvSpPr>
          <p:spPr bwMode="auto">
            <a:xfrm>
              <a:off x="2495550" y="4319588"/>
              <a:ext cx="11113" cy="3508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402" name="Rectangle 81">
              <a:extLst>
                <a:ext uri="{FF2B5EF4-FFF2-40B4-BE49-F238E27FC236}">
                  <a16:creationId xmlns:a16="http://schemas.microsoft.com/office/drawing/2014/main" id="{A9B72355-3FD8-4B13-964A-613A758E8DAC}"/>
                </a:ext>
              </a:extLst>
            </p:cNvPr>
            <p:cNvSpPr>
              <a:spLocks noChangeArrowheads="1"/>
            </p:cNvSpPr>
            <p:nvPr/>
          </p:nvSpPr>
          <p:spPr bwMode="auto">
            <a:xfrm>
              <a:off x="5918200" y="40306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6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403" name="Rectangle 82">
              <a:extLst>
                <a:ext uri="{FF2B5EF4-FFF2-40B4-BE49-F238E27FC236}">
                  <a16:creationId xmlns:a16="http://schemas.microsoft.com/office/drawing/2014/main" id="{FC884C45-67AF-481A-8773-E52A94689849}"/>
                </a:ext>
              </a:extLst>
            </p:cNvPr>
            <p:cNvSpPr>
              <a:spLocks noChangeArrowheads="1"/>
            </p:cNvSpPr>
            <p:nvPr/>
          </p:nvSpPr>
          <p:spPr bwMode="auto">
            <a:xfrm>
              <a:off x="3562350" y="4319588"/>
              <a:ext cx="12700" cy="3508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404" name="Rectangle 83">
              <a:extLst>
                <a:ext uri="{FF2B5EF4-FFF2-40B4-BE49-F238E27FC236}">
                  <a16:creationId xmlns:a16="http://schemas.microsoft.com/office/drawing/2014/main" id="{5735162B-320D-4099-A90F-970D480EDEC6}"/>
                </a:ext>
              </a:extLst>
            </p:cNvPr>
            <p:cNvSpPr>
              <a:spLocks noChangeArrowheads="1"/>
            </p:cNvSpPr>
            <p:nvPr/>
          </p:nvSpPr>
          <p:spPr bwMode="auto">
            <a:xfrm>
              <a:off x="2946400" y="4332288"/>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H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405" name="Rectangle 84">
              <a:extLst>
                <a:ext uri="{FF2B5EF4-FFF2-40B4-BE49-F238E27FC236}">
                  <a16:creationId xmlns:a16="http://schemas.microsoft.com/office/drawing/2014/main" id="{49689DCA-7AE2-4E76-9921-2653A8EDB308}"/>
                </a:ext>
              </a:extLst>
            </p:cNvPr>
            <p:cNvSpPr>
              <a:spLocks noChangeArrowheads="1"/>
            </p:cNvSpPr>
            <p:nvPr/>
          </p:nvSpPr>
          <p:spPr bwMode="auto">
            <a:xfrm>
              <a:off x="3949700" y="4332288"/>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H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406" name="Rectangle 85">
              <a:extLst>
                <a:ext uri="{FF2B5EF4-FFF2-40B4-BE49-F238E27FC236}">
                  <a16:creationId xmlns:a16="http://schemas.microsoft.com/office/drawing/2014/main" id="{B79165BF-2C2C-4403-AC74-EC48176CE4E4}"/>
                </a:ext>
              </a:extLst>
            </p:cNvPr>
            <p:cNvSpPr>
              <a:spLocks noChangeArrowheads="1"/>
            </p:cNvSpPr>
            <p:nvPr/>
          </p:nvSpPr>
          <p:spPr bwMode="auto">
            <a:xfrm>
              <a:off x="5468938" y="4319588"/>
              <a:ext cx="12700" cy="3508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407" name="Rectangle 86">
              <a:extLst>
                <a:ext uri="{FF2B5EF4-FFF2-40B4-BE49-F238E27FC236}">
                  <a16:creationId xmlns:a16="http://schemas.microsoft.com/office/drawing/2014/main" id="{1FCC306F-524E-4F88-A3B7-83893A9B35A0}"/>
                </a:ext>
              </a:extLst>
            </p:cNvPr>
            <p:cNvSpPr>
              <a:spLocks noChangeArrowheads="1"/>
            </p:cNvSpPr>
            <p:nvPr/>
          </p:nvSpPr>
          <p:spPr bwMode="auto">
            <a:xfrm>
              <a:off x="4908550" y="4332288"/>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408" name="Rectangle 88">
              <a:extLst>
                <a:ext uri="{FF2B5EF4-FFF2-40B4-BE49-F238E27FC236}">
                  <a16:creationId xmlns:a16="http://schemas.microsoft.com/office/drawing/2014/main" id="{8A7DA654-FE77-495F-B26C-C53692E357AB}"/>
                </a:ext>
              </a:extLst>
            </p:cNvPr>
            <p:cNvSpPr>
              <a:spLocks noChangeArrowheads="1"/>
            </p:cNvSpPr>
            <p:nvPr/>
          </p:nvSpPr>
          <p:spPr bwMode="auto">
            <a:xfrm>
              <a:off x="2520950" y="4683125"/>
              <a:ext cx="3971925" cy="127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409" name="Rectangle 89">
              <a:extLst>
                <a:ext uri="{FF2B5EF4-FFF2-40B4-BE49-F238E27FC236}">
                  <a16:creationId xmlns:a16="http://schemas.microsoft.com/office/drawing/2014/main" id="{815B0F29-E7D8-4FF0-A333-213AA794E1A2}"/>
                </a:ext>
              </a:extLst>
            </p:cNvPr>
            <p:cNvSpPr>
              <a:spLocks noChangeArrowheads="1"/>
            </p:cNvSpPr>
            <p:nvPr/>
          </p:nvSpPr>
          <p:spPr bwMode="auto">
            <a:xfrm>
              <a:off x="5918200" y="43322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7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56322" name="TextBox 125">
            <a:extLst>
              <a:ext uri="{FF2B5EF4-FFF2-40B4-BE49-F238E27FC236}">
                <a16:creationId xmlns:a16="http://schemas.microsoft.com/office/drawing/2014/main" id="{0A6116AB-DE7A-4BD2-AA99-63055DC65180}"/>
              </a:ext>
            </a:extLst>
          </p:cNvPr>
          <p:cNvSpPr txBox="1">
            <a:spLocks noChangeArrowheads="1"/>
          </p:cNvSpPr>
          <p:nvPr/>
        </p:nvSpPr>
        <p:spPr bwMode="auto">
          <a:xfrm>
            <a:off x="6451600" y="6477000"/>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6.61 from the textbook ]</a:t>
            </a:r>
          </a:p>
        </p:txBody>
      </p:sp>
      <p:sp>
        <p:nvSpPr>
          <p:cNvPr id="56323" name="Title 1">
            <a:extLst>
              <a:ext uri="{FF2B5EF4-FFF2-40B4-BE49-F238E27FC236}">
                <a16:creationId xmlns:a16="http://schemas.microsoft.com/office/drawing/2014/main" id="{55286844-B30B-4729-940F-2DFC39AE250A}"/>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State table for the counter</a:t>
            </a:r>
          </a:p>
        </p:txBody>
      </p:sp>
      <p:pic>
        <p:nvPicPr>
          <p:cNvPr id="2" name="Picture 1">
            <a:extLst>
              <a:ext uri="{FF2B5EF4-FFF2-40B4-BE49-F238E27FC236}">
                <a16:creationId xmlns:a16="http://schemas.microsoft.com/office/drawing/2014/main" id="{01A89AE0-176D-4B17-A90E-1EE81D1EFF5A}"/>
              </a:ext>
            </a:extLst>
          </p:cNvPr>
          <p:cNvPicPr>
            <a:picLocks noChangeAspect="1"/>
          </p:cNvPicPr>
          <p:nvPr/>
        </p:nvPicPr>
        <p:blipFill>
          <a:blip r:embed="rId2"/>
          <a:stretch>
            <a:fillRect/>
          </a:stretch>
        </p:blipFill>
        <p:spPr>
          <a:xfrm>
            <a:off x="5644" y="1237633"/>
            <a:ext cx="4927525" cy="3157538"/>
          </a:xfrm>
          <a:prstGeom prst="rect">
            <a:avLst/>
          </a:prstGeom>
        </p:spPr>
      </p:pic>
      <mc:AlternateContent xmlns:mc="http://schemas.openxmlformats.org/markup-compatibility/2006" xmlns:p14="http://schemas.microsoft.com/office/powerpoint/2010/main">
        <mc:Choice Requires="p14">
          <p:contentPart p14:bwMode="auto" r:id="rId3">
            <p14:nvContentPartPr>
              <p14:cNvPr id="3" name="Ink 2">
                <a:extLst>
                  <a:ext uri="{FF2B5EF4-FFF2-40B4-BE49-F238E27FC236}">
                    <a16:creationId xmlns:a16="http://schemas.microsoft.com/office/drawing/2014/main" id="{3C277611-99D6-45DA-87FD-0F37178F1EB0}"/>
                  </a:ext>
                </a:extLst>
              </p14:cNvPr>
              <p14:cNvContentPartPr/>
              <p14:nvPr/>
            </p14:nvContentPartPr>
            <p14:xfrm>
              <a:off x="7643520" y="651600"/>
              <a:ext cx="796320" cy="261360"/>
            </p14:xfrm>
          </p:contentPart>
        </mc:Choice>
        <mc:Fallback xmlns="">
          <p:pic>
            <p:nvPicPr>
              <p:cNvPr id="3" name="Ink 2">
                <a:extLst>
                  <a:ext uri="{FF2B5EF4-FFF2-40B4-BE49-F238E27FC236}">
                    <a16:creationId xmlns:a16="http://schemas.microsoft.com/office/drawing/2014/main" id="{3C277611-99D6-45DA-87FD-0F37178F1EB0}"/>
                  </a:ext>
                </a:extLst>
              </p:cNvPr>
              <p:cNvPicPr/>
              <p:nvPr/>
            </p:nvPicPr>
            <p:blipFill>
              <a:blip r:embed="rId4"/>
              <a:stretch>
                <a:fillRect/>
              </a:stretch>
            </p:blipFill>
            <p:spPr>
              <a:xfrm>
                <a:off x="7634160" y="642240"/>
                <a:ext cx="815040" cy="280080"/>
              </a:xfrm>
              <a:prstGeom prst="rect">
                <a:avLst/>
              </a:prstGeom>
            </p:spPr>
          </p:pic>
        </mc:Fallback>
      </mc:AlternateContent>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7345" name="Group 1">
            <a:extLst>
              <a:ext uri="{FF2B5EF4-FFF2-40B4-BE49-F238E27FC236}">
                <a16:creationId xmlns:a16="http://schemas.microsoft.com/office/drawing/2014/main" id="{677B422A-156F-43B8-A49C-2EEDA5ADD4E8}"/>
              </a:ext>
            </a:extLst>
          </p:cNvPr>
          <p:cNvGrpSpPr>
            <a:grpSpLocks/>
          </p:cNvGrpSpPr>
          <p:nvPr/>
        </p:nvGrpSpPr>
        <p:grpSpPr bwMode="auto">
          <a:xfrm>
            <a:off x="4414126" y="1589088"/>
            <a:ext cx="4557712" cy="3973512"/>
            <a:chOff x="2274888" y="1057275"/>
            <a:chExt cx="4557712" cy="3973513"/>
          </a:xfrm>
        </p:grpSpPr>
        <p:sp>
          <p:nvSpPr>
            <p:cNvPr id="57348" name="Rectangle 4">
              <a:extLst>
                <a:ext uri="{FF2B5EF4-FFF2-40B4-BE49-F238E27FC236}">
                  <a16:creationId xmlns:a16="http://schemas.microsoft.com/office/drawing/2014/main" id="{58DEE582-5F78-4457-A4C1-E119C32ABC9B}"/>
                </a:ext>
              </a:extLst>
            </p:cNvPr>
            <p:cNvSpPr>
              <a:spLocks noChangeArrowheads="1"/>
            </p:cNvSpPr>
            <p:nvPr/>
          </p:nvSpPr>
          <p:spPr bwMode="auto">
            <a:xfrm>
              <a:off x="2600325" y="1057275"/>
              <a:ext cx="4222750"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49" name="Rectangle 5">
              <a:extLst>
                <a:ext uri="{FF2B5EF4-FFF2-40B4-BE49-F238E27FC236}">
                  <a16:creationId xmlns:a16="http://schemas.microsoft.com/office/drawing/2014/main" id="{ED22A5B5-A59F-4197-8935-2790FD144EE9}"/>
                </a:ext>
              </a:extLst>
            </p:cNvPr>
            <p:cNvSpPr>
              <a:spLocks noChangeArrowheads="1"/>
            </p:cNvSpPr>
            <p:nvPr/>
          </p:nvSpPr>
          <p:spPr bwMode="auto">
            <a:xfrm>
              <a:off x="2600325"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50" name="Rectangle 6">
              <a:extLst>
                <a:ext uri="{FF2B5EF4-FFF2-40B4-BE49-F238E27FC236}">
                  <a16:creationId xmlns:a16="http://schemas.microsoft.com/office/drawing/2014/main" id="{CC87B352-4344-46AB-82AF-D34C72447262}"/>
                </a:ext>
              </a:extLst>
            </p:cNvPr>
            <p:cNvSpPr>
              <a:spLocks noChangeArrowheads="1"/>
            </p:cNvSpPr>
            <p:nvPr/>
          </p:nvSpPr>
          <p:spPr bwMode="auto">
            <a:xfrm>
              <a:off x="3668713"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51" name="Rectangle 7">
              <a:extLst>
                <a:ext uri="{FF2B5EF4-FFF2-40B4-BE49-F238E27FC236}">
                  <a16:creationId xmlns:a16="http://schemas.microsoft.com/office/drawing/2014/main" id="{1C9BDF25-1454-4DB2-BA40-DD8C59A11A7F}"/>
                </a:ext>
              </a:extLst>
            </p:cNvPr>
            <p:cNvSpPr>
              <a:spLocks noChangeArrowheads="1"/>
            </p:cNvSpPr>
            <p:nvPr/>
          </p:nvSpPr>
          <p:spPr bwMode="auto">
            <a:xfrm>
              <a:off x="2763838" y="1317625"/>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52" name="Rectangle 8">
              <a:extLst>
                <a:ext uri="{FF2B5EF4-FFF2-40B4-BE49-F238E27FC236}">
                  <a16:creationId xmlns:a16="http://schemas.microsoft.com/office/drawing/2014/main" id="{3AA50332-E4D3-47CF-BD0A-9DCA1D165347}"/>
                </a:ext>
              </a:extLst>
            </p:cNvPr>
            <p:cNvSpPr>
              <a:spLocks noChangeArrowheads="1"/>
            </p:cNvSpPr>
            <p:nvPr/>
          </p:nvSpPr>
          <p:spPr bwMode="auto">
            <a:xfrm>
              <a:off x="5829300"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53" name="Rectangle 9">
              <a:extLst>
                <a:ext uri="{FF2B5EF4-FFF2-40B4-BE49-F238E27FC236}">
                  <a16:creationId xmlns:a16="http://schemas.microsoft.com/office/drawing/2014/main" id="{142AAFEF-4225-4098-830D-11ACAC390600}"/>
                </a:ext>
              </a:extLst>
            </p:cNvPr>
            <p:cNvSpPr>
              <a:spLocks noChangeArrowheads="1"/>
            </p:cNvSpPr>
            <p:nvPr/>
          </p:nvSpPr>
          <p:spPr bwMode="auto">
            <a:xfrm>
              <a:off x="6819900"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54" name="Rectangle 10">
              <a:extLst>
                <a:ext uri="{FF2B5EF4-FFF2-40B4-BE49-F238E27FC236}">
                  <a16:creationId xmlns:a16="http://schemas.microsoft.com/office/drawing/2014/main" id="{089A020D-B3FC-4A58-BD85-7236FA56420E}"/>
                </a:ext>
              </a:extLst>
            </p:cNvPr>
            <p:cNvSpPr>
              <a:spLocks noChangeArrowheads="1"/>
            </p:cNvSpPr>
            <p:nvPr/>
          </p:nvSpPr>
          <p:spPr bwMode="auto">
            <a:xfrm>
              <a:off x="3668713" y="1538288"/>
              <a:ext cx="217170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55" name="Rectangle 11">
              <a:extLst>
                <a:ext uri="{FF2B5EF4-FFF2-40B4-BE49-F238E27FC236}">
                  <a16:creationId xmlns:a16="http://schemas.microsoft.com/office/drawing/2014/main" id="{F478C695-00D6-4388-A762-9A3542A900B1}"/>
                </a:ext>
              </a:extLst>
            </p:cNvPr>
            <p:cNvSpPr>
              <a:spLocks noChangeArrowheads="1"/>
            </p:cNvSpPr>
            <p:nvPr/>
          </p:nvSpPr>
          <p:spPr bwMode="auto">
            <a:xfrm>
              <a:off x="2600325"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56" name="Rectangle 12">
              <a:extLst>
                <a:ext uri="{FF2B5EF4-FFF2-40B4-BE49-F238E27FC236}">
                  <a16:creationId xmlns:a16="http://schemas.microsoft.com/office/drawing/2014/main" id="{F4FD62DE-216B-4CC3-A6B0-AB4EBABE523B}"/>
                </a:ext>
              </a:extLst>
            </p:cNvPr>
            <p:cNvSpPr>
              <a:spLocks noChangeArrowheads="1"/>
            </p:cNvSpPr>
            <p:nvPr/>
          </p:nvSpPr>
          <p:spPr bwMode="auto">
            <a:xfrm>
              <a:off x="4240213" y="1171575"/>
              <a:ext cx="10842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 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57" name="Rectangle 13">
              <a:extLst>
                <a:ext uri="{FF2B5EF4-FFF2-40B4-BE49-F238E27FC236}">
                  <a16:creationId xmlns:a16="http://schemas.microsoft.com/office/drawing/2014/main" id="{95BCD3E5-5B1F-4683-9DEB-F71D08A93E85}"/>
                </a:ext>
              </a:extLst>
            </p:cNvPr>
            <p:cNvSpPr>
              <a:spLocks noChangeArrowheads="1"/>
            </p:cNvSpPr>
            <p:nvPr/>
          </p:nvSpPr>
          <p:spPr bwMode="auto">
            <a:xfrm>
              <a:off x="3668713"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58" name="Rectangle 14">
              <a:extLst>
                <a:ext uri="{FF2B5EF4-FFF2-40B4-BE49-F238E27FC236}">
                  <a16:creationId xmlns:a16="http://schemas.microsoft.com/office/drawing/2014/main" id="{3751D583-2DA5-43FF-AE1C-C6399065905E}"/>
                </a:ext>
              </a:extLst>
            </p:cNvPr>
            <p:cNvSpPr>
              <a:spLocks noChangeArrowheads="1"/>
            </p:cNvSpPr>
            <p:nvPr/>
          </p:nvSpPr>
          <p:spPr bwMode="auto">
            <a:xfrm>
              <a:off x="2903538" y="1641475"/>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59" name="Rectangle 15">
              <a:extLst>
                <a:ext uri="{FF2B5EF4-FFF2-40B4-BE49-F238E27FC236}">
                  <a16:creationId xmlns:a16="http://schemas.microsoft.com/office/drawing/2014/main" id="{53637D0B-2618-4482-80B9-D7F63B563BDF}"/>
                </a:ext>
              </a:extLst>
            </p:cNvPr>
            <p:cNvSpPr>
              <a:spLocks noChangeArrowheads="1"/>
            </p:cNvSpPr>
            <p:nvPr/>
          </p:nvSpPr>
          <p:spPr bwMode="auto">
            <a:xfrm>
              <a:off x="3878263" y="1641475"/>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60" name="Rectangle 16">
              <a:extLst>
                <a:ext uri="{FF2B5EF4-FFF2-40B4-BE49-F238E27FC236}">
                  <a16:creationId xmlns:a16="http://schemas.microsoft.com/office/drawing/2014/main" id="{51E96BC4-9D2F-44EA-B8DC-5458BD374693}"/>
                </a:ext>
              </a:extLst>
            </p:cNvPr>
            <p:cNvSpPr>
              <a:spLocks noChangeArrowheads="1"/>
            </p:cNvSpPr>
            <p:nvPr/>
          </p:nvSpPr>
          <p:spPr bwMode="auto">
            <a:xfrm>
              <a:off x="4138613" y="1641475"/>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61" name="Rectangle 17">
              <a:extLst>
                <a:ext uri="{FF2B5EF4-FFF2-40B4-BE49-F238E27FC236}">
                  <a16:creationId xmlns:a16="http://schemas.microsoft.com/office/drawing/2014/main" id="{49B14CBE-8CFE-45CA-81F9-E7A29DB55E48}"/>
                </a:ext>
              </a:extLst>
            </p:cNvPr>
            <p:cNvSpPr>
              <a:spLocks noChangeArrowheads="1"/>
            </p:cNvSpPr>
            <p:nvPr/>
          </p:nvSpPr>
          <p:spPr bwMode="auto">
            <a:xfrm>
              <a:off x="4405313" y="16414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62" name="Rectangle 18">
              <a:extLst>
                <a:ext uri="{FF2B5EF4-FFF2-40B4-BE49-F238E27FC236}">
                  <a16:creationId xmlns:a16="http://schemas.microsoft.com/office/drawing/2014/main" id="{D7FF139C-EA18-4D7C-9F09-BBDB0895376A}"/>
                </a:ext>
              </a:extLst>
            </p:cNvPr>
            <p:cNvSpPr>
              <a:spLocks noChangeArrowheads="1"/>
            </p:cNvSpPr>
            <p:nvPr/>
          </p:nvSpPr>
          <p:spPr bwMode="auto">
            <a:xfrm>
              <a:off x="4962525" y="1641475"/>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63" name="Rectangle 19">
              <a:extLst>
                <a:ext uri="{FF2B5EF4-FFF2-40B4-BE49-F238E27FC236}">
                  <a16:creationId xmlns:a16="http://schemas.microsoft.com/office/drawing/2014/main" id="{80F22C65-B0AD-4300-89F8-23844AA58161}"/>
                </a:ext>
              </a:extLst>
            </p:cNvPr>
            <p:cNvSpPr>
              <a:spLocks noChangeArrowheads="1"/>
            </p:cNvSpPr>
            <p:nvPr/>
          </p:nvSpPr>
          <p:spPr bwMode="auto">
            <a:xfrm>
              <a:off x="5222875" y="1641475"/>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64" name="Rectangle 20">
              <a:extLst>
                <a:ext uri="{FF2B5EF4-FFF2-40B4-BE49-F238E27FC236}">
                  <a16:creationId xmlns:a16="http://schemas.microsoft.com/office/drawing/2014/main" id="{19BFFEB7-4787-4FE3-B2F3-020323D8FD93}"/>
                </a:ext>
              </a:extLst>
            </p:cNvPr>
            <p:cNvSpPr>
              <a:spLocks noChangeArrowheads="1"/>
            </p:cNvSpPr>
            <p:nvPr/>
          </p:nvSpPr>
          <p:spPr bwMode="auto">
            <a:xfrm>
              <a:off x="5829300"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65" name="Rectangle 21">
              <a:extLst>
                <a:ext uri="{FF2B5EF4-FFF2-40B4-BE49-F238E27FC236}">
                  <a16:creationId xmlns:a16="http://schemas.microsoft.com/office/drawing/2014/main" id="{7DFFA919-5E3A-46FC-B7EA-AB1417F49317}"/>
                </a:ext>
              </a:extLst>
            </p:cNvPr>
            <p:cNvSpPr>
              <a:spLocks noChangeArrowheads="1"/>
            </p:cNvSpPr>
            <p:nvPr/>
          </p:nvSpPr>
          <p:spPr bwMode="auto">
            <a:xfrm>
              <a:off x="5489575" y="16414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66" name="Rectangle 22">
              <a:extLst>
                <a:ext uri="{FF2B5EF4-FFF2-40B4-BE49-F238E27FC236}">
                  <a16:creationId xmlns:a16="http://schemas.microsoft.com/office/drawing/2014/main" id="{AF61E872-E4CA-4505-B922-DAAAA072DBE1}"/>
                </a:ext>
              </a:extLst>
            </p:cNvPr>
            <p:cNvSpPr>
              <a:spLocks noChangeArrowheads="1"/>
            </p:cNvSpPr>
            <p:nvPr/>
          </p:nvSpPr>
          <p:spPr bwMode="auto">
            <a:xfrm>
              <a:off x="6819900"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67" name="Rectangle 23">
              <a:extLst>
                <a:ext uri="{FF2B5EF4-FFF2-40B4-BE49-F238E27FC236}">
                  <a16:creationId xmlns:a16="http://schemas.microsoft.com/office/drawing/2014/main" id="{1A7E7487-B220-4C9A-A0E2-5686B922FC9E}"/>
                </a:ext>
              </a:extLst>
            </p:cNvPr>
            <p:cNvSpPr>
              <a:spLocks noChangeArrowheads="1"/>
            </p:cNvSpPr>
            <p:nvPr/>
          </p:nvSpPr>
          <p:spPr bwMode="auto">
            <a:xfrm>
              <a:off x="3668713" y="1995488"/>
              <a:ext cx="217170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68" name="Rectangle 24">
              <a:extLst>
                <a:ext uri="{FF2B5EF4-FFF2-40B4-BE49-F238E27FC236}">
                  <a16:creationId xmlns:a16="http://schemas.microsoft.com/office/drawing/2014/main" id="{A2173455-3F52-4BA2-9989-9F38A167E0B4}"/>
                </a:ext>
              </a:extLst>
            </p:cNvPr>
            <p:cNvSpPr>
              <a:spLocks noChangeArrowheads="1"/>
            </p:cNvSpPr>
            <p:nvPr/>
          </p:nvSpPr>
          <p:spPr bwMode="auto">
            <a:xfrm>
              <a:off x="2600325"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69" name="Rectangle 25">
              <a:extLst>
                <a:ext uri="{FF2B5EF4-FFF2-40B4-BE49-F238E27FC236}">
                  <a16:creationId xmlns:a16="http://schemas.microsoft.com/office/drawing/2014/main" id="{019D97E9-104D-4911-B156-84C9FCA54028}"/>
                </a:ext>
              </a:extLst>
            </p:cNvPr>
            <p:cNvSpPr>
              <a:spLocks noChangeArrowheads="1"/>
            </p:cNvSpPr>
            <p:nvPr/>
          </p:nvSpPr>
          <p:spPr bwMode="auto">
            <a:xfrm>
              <a:off x="6021388" y="1495425"/>
              <a:ext cx="684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Count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70" name="Rectangle 26">
              <a:extLst>
                <a:ext uri="{FF2B5EF4-FFF2-40B4-BE49-F238E27FC236}">
                  <a16:creationId xmlns:a16="http://schemas.microsoft.com/office/drawing/2014/main" id="{96A0FAE6-3B01-45E7-A340-DD8D6C8C8D0B}"/>
                </a:ext>
              </a:extLst>
            </p:cNvPr>
            <p:cNvSpPr>
              <a:spLocks noChangeArrowheads="1"/>
            </p:cNvSpPr>
            <p:nvPr/>
          </p:nvSpPr>
          <p:spPr bwMode="auto">
            <a:xfrm>
              <a:off x="2778125" y="1914525"/>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71" name="Rectangle 27">
              <a:extLst>
                <a:ext uri="{FF2B5EF4-FFF2-40B4-BE49-F238E27FC236}">
                  <a16:creationId xmlns:a16="http://schemas.microsoft.com/office/drawing/2014/main" id="{C6BE2235-EA13-41DB-8875-EC225D71C420}"/>
                </a:ext>
              </a:extLst>
            </p:cNvPr>
            <p:cNvSpPr>
              <a:spLocks noChangeArrowheads="1"/>
            </p:cNvSpPr>
            <p:nvPr/>
          </p:nvSpPr>
          <p:spPr bwMode="auto">
            <a:xfrm>
              <a:off x="2903538"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72" name="Rectangle 28">
              <a:extLst>
                <a:ext uri="{FF2B5EF4-FFF2-40B4-BE49-F238E27FC236}">
                  <a16:creationId xmlns:a16="http://schemas.microsoft.com/office/drawing/2014/main" id="{2240EF78-BC89-4E05-99D8-DECABDB455E3}"/>
                </a:ext>
              </a:extLst>
            </p:cNvPr>
            <p:cNvSpPr>
              <a:spLocks noChangeArrowheads="1"/>
            </p:cNvSpPr>
            <p:nvPr/>
          </p:nvSpPr>
          <p:spPr bwMode="auto">
            <a:xfrm>
              <a:off x="3017838" y="1914525"/>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73" name="Rectangle 29">
              <a:extLst>
                <a:ext uri="{FF2B5EF4-FFF2-40B4-BE49-F238E27FC236}">
                  <a16:creationId xmlns:a16="http://schemas.microsoft.com/office/drawing/2014/main" id="{2675A2C7-9285-4AEA-830A-E374D27D7768}"/>
                </a:ext>
              </a:extLst>
            </p:cNvPr>
            <p:cNvSpPr>
              <a:spLocks noChangeArrowheads="1"/>
            </p:cNvSpPr>
            <p:nvPr/>
          </p:nvSpPr>
          <p:spPr bwMode="auto">
            <a:xfrm>
              <a:off x="3141663"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74" name="Rectangle 30">
              <a:extLst>
                <a:ext uri="{FF2B5EF4-FFF2-40B4-BE49-F238E27FC236}">
                  <a16:creationId xmlns:a16="http://schemas.microsoft.com/office/drawing/2014/main" id="{EB4172C6-8BC2-4EE2-9107-53470F064EA2}"/>
                </a:ext>
              </a:extLst>
            </p:cNvPr>
            <p:cNvSpPr>
              <a:spLocks noChangeArrowheads="1"/>
            </p:cNvSpPr>
            <p:nvPr/>
          </p:nvSpPr>
          <p:spPr bwMode="auto">
            <a:xfrm>
              <a:off x="3254375" y="1914525"/>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75" name="Rectangle 31">
              <a:extLst>
                <a:ext uri="{FF2B5EF4-FFF2-40B4-BE49-F238E27FC236}">
                  <a16:creationId xmlns:a16="http://schemas.microsoft.com/office/drawing/2014/main" id="{7F619DA4-417B-4ED4-A12B-39D6610B5802}"/>
                </a:ext>
              </a:extLst>
            </p:cNvPr>
            <p:cNvSpPr>
              <a:spLocks noChangeArrowheads="1"/>
            </p:cNvSpPr>
            <p:nvPr/>
          </p:nvSpPr>
          <p:spPr bwMode="auto">
            <a:xfrm>
              <a:off x="3668713"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76" name="Rectangle 32">
              <a:extLst>
                <a:ext uri="{FF2B5EF4-FFF2-40B4-BE49-F238E27FC236}">
                  <a16:creationId xmlns:a16="http://schemas.microsoft.com/office/drawing/2014/main" id="{3F0CD8E2-F93F-4638-8074-44A09242312C}"/>
                </a:ext>
              </a:extLst>
            </p:cNvPr>
            <p:cNvSpPr>
              <a:spLocks noChangeArrowheads="1"/>
            </p:cNvSpPr>
            <p:nvPr/>
          </p:nvSpPr>
          <p:spPr bwMode="auto">
            <a:xfrm>
              <a:off x="3379788"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77" name="Rectangle 33">
              <a:extLst>
                <a:ext uri="{FF2B5EF4-FFF2-40B4-BE49-F238E27FC236}">
                  <a16:creationId xmlns:a16="http://schemas.microsoft.com/office/drawing/2014/main" id="{D2CEDF64-A561-4FE3-AF35-8C6F9476D955}"/>
                </a:ext>
              </a:extLst>
            </p:cNvPr>
            <p:cNvSpPr>
              <a:spLocks noChangeArrowheads="1"/>
            </p:cNvSpPr>
            <p:nvPr/>
          </p:nvSpPr>
          <p:spPr bwMode="auto">
            <a:xfrm>
              <a:off x="3813175" y="209867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78" name="Rectangle 34">
              <a:extLst>
                <a:ext uri="{FF2B5EF4-FFF2-40B4-BE49-F238E27FC236}">
                  <a16:creationId xmlns:a16="http://schemas.microsoft.com/office/drawing/2014/main" id="{1984DDB5-FE76-4AA5-8123-1C1886DE1488}"/>
                </a:ext>
              </a:extLst>
            </p:cNvPr>
            <p:cNvSpPr>
              <a:spLocks noChangeArrowheads="1"/>
            </p:cNvSpPr>
            <p:nvPr/>
          </p:nvSpPr>
          <p:spPr bwMode="auto">
            <a:xfrm>
              <a:off x="3959225"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79" name="Rectangle 35">
              <a:extLst>
                <a:ext uri="{FF2B5EF4-FFF2-40B4-BE49-F238E27FC236}">
                  <a16:creationId xmlns:a16="http://schemas.microsoft.com/office/drawing/2014/main" id="{52FA14CA-ECC1-4AE6-92D1-03E2DF57212C}"/>
                </a:ext>
              </a:extLst>
            </p:cNvPr>
            <p:cNvSpPr>
              <a:spLocks noChangeArrowheads="1"/>
            </p:cNvSpPr>
            <p:nvPr/>
          </p:nvSpPr>
          <p:spPr bwMode="auto">
            <a:xfrm>
              <a:off x="4075113" y="209867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80" name="Rectangle 36">
              <a:extLst>
                <a:ext uri="{FF2B5EF4-FFF2-40B4-BE49-F238E27FC236}">
                  <a16:creationId xmlns:a16="http://schemas.microsoft.com/office/drawing/2014/main" id="{6CB92285-0BC0-4970-8EA2-7C634C560DA6}"/>
                </a:ext>
              </a:extLst>
            </p:cNvPr>
            <p:cNvSpPr>
              <a:spLocks noChangeArrowheads="1"/>
            </p:cNvSpPr>
            <p:nvPr/>
          </p:nvSpPr>
          <p:spPr bwMode="auto">
            <a:xfrm>
              <a:off x="4222750"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81" name="Rectangle 37">
              <a:extLst>
                <a:ext uri="{FF2B5EF4-FFF2-40B4-BE49-F238E27FC236}">
                  <a16:creationId xmlns:a16="http://schemas.microsoft.com/office/drawing/2014/main" id="{1F124710-B8D3-44B1-8AD8-3086CEE1E24D}"/>
                </a:ext>
              </a:extLst>
            </p:cNvPr>
            <p:cNvSpPr>
              <a:spLocks noChangeArrowheads="1"/>
            </p:cNvSpPr>
            <p:nvPr/>
          </p:nvSpPr>
          <p:spPr bwMode="auto">
            <a:xfrm>
              <a:off x="4333875" y="209867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82" name="Rectangle 38">
              <a:extLst>
                <a:ext uri="{FF2B5EF4-FFF2-40B4-BE49-F238E27FC236}">
                  <a16:creationId xmlns:a16="http://schemas.microsoft.com/office/drawing/2014/main" id="{1E18DF45-C0B2-4B1E-A525-84CF0FD3AA31}"/>
                </a:ext>
              </a:extLst>
            </p:cNvPr>
            <p:cNvSpPr>
              <a:spLocks noChangeArrowheads="1"/>
            </p:cNvSpPr>
            <p:nvPr/>
          </p:nvSpPr>
          <p:spPr bwMode="auto">
            <a:xfrm>
              <a:off x="4481513"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83" name="Rectangle 39">
              <a:extLst>
                <a:ext uri="{FF2B5EF4-FFF2-40B4-BE49-F238E27FC236}">
                  <a16:creationId xmlns:a16="http://schemas.microsoft.com/office/drawing/2014/main" id="{F7B026D8-A926-4E17-A685-6B36B5DCA45F}"/>
                </a:ext>
              </a:extLst>
            </p:cNvPr>
            <p:cNvSpPr>
              <a:spLocks noChangeArrowheads="1"/>
            </p:cNvSpPr>
            <p:nvPr/>
          </p:nvSpPr>
          <p:spPr bwMode="auto">
            <a:xfrm>
              <a:off x="4899025" y="209867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84" name="Rectangle 40">
              <a:extLst>
                <a:ext uri="{FF2B5EF4-FFF2-40B4-BE49-F238E27FC236}">
                  <a16:creationId xmlns:a16="http://schemas.microsoft.com/office/drawing/2014/main" id="{E472F82B-FBA0-4CBF-9D1A-FB168D52F1DE}"/>
                </a:ext>
              </a:extLst>
            </p:cNvPr>
            <p:cNvSpPr>
              <a:spLocks noChangeArrowheads="1"/>
            </p:cNvSpPr>
            <p:nvPr/>
          </p:nvSpPr>
          <p:spPr bwMode="auto">
            <a:xfrm>
              <a:off x="5045075"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85" name="Rectangle 41">
              <a:extLst>
                <a:ext uri="{FF2B5EF4-FFF2-40B4-BE49-F238E27FC236}">
                  <a16:creationId xmlns:a16="http://schemas.microsoft.com/office/drawing/2014/main" id="{4810E372-8C2D-4AB6-8D3E-89C2B74DD3FB}"/>
                </a:ext>
              </a:extLst>
            </p:cNvPr>
            <p:cNvSpPr>
              <a:spLocks noChangeArrowheads="1"/>
            </p:cNvSpPr>
            <p:nvPr/>
          </p:nvSpPr>
          <p:spPr bwMode="auto">
            <a:xfrm>
              <a:off x="5157788" y="209867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86" name="Rectangle 42">
              <a:extLst>
                <a:ext uri="{FF2B5EF4-FFF2-40B4-BE49-F238E27FC236}">
                  <a16:creationId xmlns:a16="http://schemas.microsoft.com/office/drawing/2014/main" id="{3D0ECECB-FBDE-46E8-B9D9-3BA8CD5067E3}"/>
                </a:ext>
              </a:extLst>
            </p:cNvPr>
            <p:cNvSpPr>
              <a:spLocks noChangeArrowheads="1"/>
            </p:cNvSpPr>
            <p:nvPr/>
          </p:nvSpPr>
          <p:spPr bwMode="auto">
            <a:xfrm>
              <a:off x="5305425"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87" name="Rectangle 43">
              <a:extLst>
                <a:ext uri="{FF2B5EF4-FFF2-40B4-BE49-F238E27FC236}">
                  <a16:creationId xmlns:a16="http://schemas.microsoft.com/office/drawing/2014/main" id="{86A3AC7F-D40A-4FA1-B988-10FC2B29B47B}"/>
                </a:ext>
              </a:extLst>
            </p:cNvPr>
            <p:cNvSpPr>
              <a:spLocks noChangeArrowheads="1"/>
            </p:cNvSpPr>
            <p:nvPr/>
          </p:nvSpPr>
          <p:spPr bwMode="auto">
            <a:xfrm>
              <a:off x="5421313" y="209867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88" name="Rectangle 44">
              <a:extLst>
                <a:ext uri="{FF2B5EF4-FFF2-40B4-BE49-F238E27FC236}">
                  <a16:creationId xmlns:a16="http://schemas.microsoft.com/office/drawing/2014/main" id="{A52EE353-DA37-4DFF-B626-75349E8CDBEA}"/>
                </a:ext>
              </a:extLst>
            </p:cNvPr>
            <p:cNvSpPr>
              <a:spLocks noChangeArrowheads="1"/>
            </p:cNvSpPr>
            <p:nvPr/>
          </p:nvSpPr>
          <p:spPr bwMode="auto">
            <a:xfrm>
              <a:off x="5829300"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89" name="Rectangle 45">
              <a:extLst>
                <a:ext uri="{FF2B5EF4-FFF2-40B4-BE49-F238E27FC236}">
                  <a16:creationId xmlns:a16="http://schemas.microsoft.com/office/drawing/2014/main" id="{23037420-FA37-4D64-9FD4-AEB051A8D8FB}"/>
                </a:ext>
              </a:extLst>
            </p:cNvPr>
            <p:cNvSpPr>
              <a:spLocks noChangeArrowheads="1"/>
            </p:cNvSpPr>
            <p:nvPr/>
          </p:nvSpPr>
          <p:spPr bwMode="auto">
            <a:xfrm>
              <a:off x="5567363"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90" name="Rectangle 46">
              <a:extLst>
                <a:ext uri="{FF2B5EF4-FFF2-40B4-BE49-F238E27FC236}">
                  <a16:creationId xmlns:a16="http://schemas.microsoft.com/office/drawing/2014/main" id="{51F42505-FBAC-4097-8FEC-6C8629D37651}"/>
                </a:ext>
              </a:extLst>
            </p:cNvPr>
            <p:cNvSpPr>
              <a:spLocks noChangeArrowheads="1"/>
            </p:cNvSpPr>
            <p:nvPr/>
          </p:nvSpPr>
          <p:spPr bwMode="auto">
            <a:xfrm>
              <a:off x="5984875" y="1914525"/>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91" name="Rectangle 47">
              <a:extLst>
                <a:ext uri="{FF2B5EF4-FFF2-40B4-BE49-F238E27FC236}">
                  <a16:creationId xmlns:a16="http://schemas.microsoft.com/office/drawing/2014/main" id="{D34AB313-B0A1-4436-9552-AD99386DCDE6}"/>
                </a:ext>
              </a:extLst>
            </p:cNvPr>
            <p:cNvSpPr>
              <a:spLocks noChangeArrowheads="1"/>
            </p:cNvSpPr>
            <p:nvPr/>
          </p:nvSpPr>
          <p:spPr bwMode="auto">
            <a:xfrm>
              <a:off x="6102350"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92" name="Rectangle 48">
              <a:extLst>
                <a:ext uri="{FF2B5EF4-FFF2-40B4-BE49-F238E27FC236}">
                  <a16:creationId xmlns:a16="http://schemas.microsoft.com/office/drawing/2014/main" id="{2BB0FBC7-D547-4809-A9A8-21AE76D9D7D2}"/>
                </a:ext>
              </a:extLst>
            </p:cNvPr>
            <p:cNvSpPr>
              <a:spLocks noChangeArrowheads="1"/>
            </p:cNvSpPr>
            <p:nvPr/>
          </p:nvSpPr>
          <p:spPr bwMode="auto">
            <a:xfrm>
              <a:off x="6216650" y="1914525"/>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93" name="Rectangle 49">
              <a:extLst>
                <a:ext uri="{FF2B5EF4-FFF2-40B4-BE49-F238E27FC236}">
                  <a16:creationId xmlns:a16="http://schemas.microsoft.com/office/drawing/2014/main" id="{8DCDD005-B3BF-4D36-A332-AA51C0C7CBF8}"/>
                </a:ext>
              </a:extLst>
            </p:cNvPr>
            <p:cNvSpPr>
              <a:spLocks noChangeArrowheads="1"/>
            </p:cNvSpPr>
            <p:nvPr/>
          </p:nvSpPr>
          <p:spPr bwMode="auto">
            <a:xfrm>
              <a:off x="6335713"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94" name="Rectangle 50">
              <a:extLst>
                <a:ext uri="{FF2B5EF4-FFF2-40B4-BE49-F238E27FC236}">
                  <a16:creationId xmlns:a16="http://schemas.microsoft.com/office/drawing/2014/main" id="{7EDCBD7C-15E5-4AD7-9B37-48B178B4CC17}"/>
                </a:ext>
              </a:extLst>
            </p:cNvPr>
            <p:cNvSpPr>
              <a:spLocks noChangeArrowheads="1"/>
            </p:cNvSpPr>
            <p:nvPr/>
          </p:nvSpPr>
          <p:spPr bwMode="auto">
            <a:xfrm>
              <a:off x="6448425" y="1914525"/>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95" name="Rectangle 51">
              <a:extLst>
                <a:ext uri="{FF2B5EF4-FFF2-40B4-BE49-F238E27FC236}">
                  <a16:creationId xmlns:a16="http://schemas.microsoft.com/office/drawing/2014/main" id="{4D30A223-3990-457E-B71F-2772A0619F09}"/>
                </a:ext>
              </a:extLst>
            </p:cNvPr>
            <p:cNvSpPr>
              <a:spLocks noChangeArrowheads="1"/>
            </p:cNvSpPr>
            <p:nvPr/>
          </p:nvSpPr>
          <p:spPr bwMode="auto">
            <a:xfrm>
              <a:off x="6819900"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96" name="Rectangle 52">
              <a:extLst>
                <a:ext uri="{FF2B5EF4-FFF2-40B4-BE49-F238E27FC236}">
                  <a16:creationId xmlns:a16="http://schemas.microsoft.com/office/drawing/2014/main" id="{9BBDBEB5-3995-4F86-AA6E-507CF0BBB29D}"/>
                </a:ext>
              </a:extLst>
            </p:cNvPr>
            <p:cNvSpPr>
              <a:spLocks noChangeArrowheads="1"/>
            </p:cNvSpPr>
            <p:nvPr/>
          </p:nvSpPr>
          <p:spPr bwMode="auto">
            <a:xfrm>
              <a:off x="2600325" y="2452688"/>
              <a:ext cx="422275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97" name="Rectangle 53">
              <a:extLst>
                <a:ext uri="{FF2B5EF4-FFF2-40B4-BE49-F238E27FC236}">
                  <a16:creationId xmlns:a16="http://schemas.microsoft.com/office/drawing/2014/main" id="{A51573D4-7849-4993-AFC2-FFB4C36BAF4D}"/>
                </a:ext>
              </a:extLst>
            </p:cNvPr>
            <p:cNvSpPr>
              <a:spLocks noChangeArrowheads="1"/>
            </p:cNvSpPr>
            <p:nvPr/>
          </p:nvSpPr>
          <p:spPr bwMode="auto">
            <a:xfrm>
              <a:off x="6567488"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98" name="Rectangle 54">
              <a:extLst>
                <a:ext uri="{FF2B5EF4-FFF2-40B4-BE49-F238E27FC236}">
                  <a16:creationId xmlns:a16="http://schemas.microsoft.com/office/drawing/2014/main" id="{F1235D5C-97D6-48D6-85A5-9B5820B50D7E}"/>
                </a:ext>
              </a:extLst>
            </p:cNvPr>
            <p:cNvSpPr>
              <a:spLocks noChangeArrowheads="1"/>
            </p:cNvSpPr>
            <p:nvPr/>
          </p:nvSpPr>
          <p:spPr bwMode="auto">
            <a:xfrm>
              <a:off x="2600325"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399" name="Rectangle 55">
              <a:extLst>
                <a:ext uri="{FF2B5EF4-FFF2-40B4-BE49-F238E27FC236}">
                  <a16:creationId xmlns:a16="http://schemas.microsoft.com/office/drawing/2014/main" id="{7102A5AE-00E7-46B6-A6D7-815A44874760}"/>
                </a:ext>
              </a:extLst>
            </p:cNvPr>
            <p:cNvSpPr>
              <a:spLocks noChangeArrowheads="1"/>
            </p:cNvSpPr>
            <p:nvPr/>
          </p:nvSpPr>
          <p:spPr bwMode="auto">
            <a:xfrm>
              <a:off x="2274888" y="254635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00" name="Rectangle 56">
              <a:extLst>
                <a:ext uri="{FF2B5EF4-FFF2-40B4-BE49-F238E27FC236}">
                  <a16:creationId xmlns:a16="http://schemas.microsoft.com/office/drawing/2014/main" id="{106C19EC-6B8A-4E4B-BB40-BE0941539B89}"/>
                </a:ext>
              </a:extLst>
            </p:cNvPr>
            <p:cNvSpPr>
              <a:spLocks noChangeArrowheads="1"/>
            </p:cNvSpPr>
            <p:nvPr/>
          </p:nvSpPr>
          <p:spPr bwMode="auto">
            <a:xfrm>
              <a:off x="3668713"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01" name="Rectangle 57">
              <a:extLst>
                <a:ext uri="{FF2B5EF4-FFF2-40B4-BE49-F238E27FC236}">
                  <a16:creationId xmlns:a16="http://schemas.microsoft.com/office/drawing/2014/main" id="{1306CF0A-7CB1-4E46-BA00-A7B8D513D6D8}"/>
                </a:ext>
              </a:extLst>
            </p:cNvPr>
            <p:cNvSpPr>
              <a:spLocks noChangeArrowheads="1"/>
            </p:cNvSpPr>
            <p:nvPr/>
          </p:nvSpPr>
          <p:spPr bwMode="auto">
            <a:xfrm>
              <a:off x="2946400"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02" name="Rectangle 58">
              <a:extLst>
                <a:ext uri="{FF2B5EF4-FFF2-40B4-BE49-F238E27FC236}">
                  <a16:creationId xmlns:a16="http://schemas.microsoft.com/office/drawing/2014/main" id="{22787ACE-9756-4EB0-8461-68600F9B2C84}"/>
                </a:ext>
              </a:extLst>
            </p:cNvPr>
            <p:cNvSpPr>
              <a:spLocks noChangeArrowheads="1"/>
            </p:cNvSpPr>
            <p:nvPr/>
          </p:nvSpPr>
          <p:spPr bwMode="auto">
            <a:xfrm>
              <a:off x="4010025"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03" name="Rectangle 59">
              <a:extLst>
                <a:ext uri="{FF2B5EF4-FFF2-40B4-BE49-F238E27FC236}">
                  <a16:creationId xmlns:a16="http://schemas.microsoft.com/office/drawing/2014/main" id="{533F916F-8307-4331-A22C-596A8E0D030B}"/>
                </a:ext>
              </a:extLst>
            </p:cNvPr>
            <p:cNvSpPr>
              <a:spLocks noChangeArrowheads="1"/>
            </p:cNvSpPr>
            <p:nvPr/>
          </p:nvSpPr>
          <p:spPr bwMode="auto">
            <a:xfrm>
              <a:off x="5829300"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04" name="Rectangle 60">
              <a:extLst>
                <a:ext uri="{FF2B5EF4-FFF2-40B4-BE49-F238E27FC236}">
                  <a16:creationId xmlns:a16="http://schemas.microsoft.com/office/drawing/2014/main" id="{9D2A6977-8514-4D31-A44C-DB09FDCF0AFF}"/>
                </a:ext>
              </a:extLst>
            </p:cNvPr>
            <p:cNvSpPr>
              <a:spLocks noChangeArrowheads="1"/>
            </p:cNvSpPr>
            <p:nvPr/>
          </p:nvSpPr>
          <p:spPr bwMode="auto">
            <a:xfrm>
              <a:off x="5091113"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05" name="Rectangle 61">
              <a:extLst>
                <a:ext uri="{FF2B5EF4-FFF2-40B4-BE49-F238E27FC236}">
                  <a16:creationId xmlns:a16="http://schemas.microsoft.com/office/drawing/2014/main" id="{771A38FC-D693-4019-93B1-B0915A0EA7CD}"/>
                </a:ext>
              </a:extLst>
            </p:cNvPr>
            <p:cNvSpPr>
              <a:spLocks noChangeArrowheads="1"/>
            </p:cNvSpPr>
            <p:nvPr/>
          </p:nvSpPr>
          <p:spPr bwMode="auto">
            <a:xfrm>
              <a:off x="6819900"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06" name="Rectangle 62">
              <a:extLst>
                <a:ext uri="{FF2B5EF4-FFF2-40B4-BE49-F238E27FC236}">
                  <a16:creationId xmlns:a16="http://schemas.microsoft.com/office/drawing/2014/main" id="{1DC0EFF4-17E9-42D7-B963-882D9E4AB86D}"/>
                </a:ext>
              </a:extLst>
            </p:cNvPr>
            <p:cNvSpPr>
              <a:spLocks noChangeArrowheads="1"/>
            </p:cNvSpPr>
            <p:nvPr/>
          </p:nvSpPr>
          <p:spPr bwMode="auto">
            <a:xfrm>
              <a:off x="6126163"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07" name="Rectangle 63">
              <a:extLst>
                <a:ext uri="{FF2B5EF4-FFF2-40B4-BE49-F238E27FC236}">
                  <a16:creationId xmlns:a16="http://schemas.microsoft.com/office/drawing/2014/main" id="{F1797804-DEFC-4591-BF79-B8E27E8D6F69}"/>
                </a:ext>
              </a:extLst>
            </p:cNvPr>
            <p:cNvSpPr>
              <a:spLocks noChangeArrowheads="1"/>
            </p:cNvSpPr>
            <p:nvPr/>
          </p:nvSpPr>
          <p:spPr bwMode="auto">
            <a:xfrm>
              <a:off x="2600325"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08" name="Rectangle 64">
              <a:extLst>
                <a:ext uri="{FF2B5EF4-FFF2-40B4-BE49-F238E27FC236}">
                  <a16:creationId xmlns:a16="http://schemas.microsoft.com/office/drawing/2014/main" id="{FD8AB4B4-D863-449A-AA14-48F73116D56E}"/>
                </a:ext>
              </a:extLst>
            </p:cNvPr>
            <p:cNvSpPr>
              <a:spLocks noChangeArrowheads="1"/>
            </p:cNvSpPr>
            <p:nvPr/>
          </p:nvSpPr>
          <p:spPr bwMode="auto">
            <a:xfrm>
              <a:off x="2274888" y="2851150"/>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09" name="Rectangle 65">
              <a:extLst>
                <a:ext uri="{FF2B5EF4-FFF2-40B4-BE49-F238E27FC236}">
                  <a16:creationId xmlns:a16="http://schemas.microsoft.com/office/drawing/2014/main" id="{ED23B04C-6F5C-4660-BCB4-A0AC7AE9FA11}"/>
                </a:ext>
              </a:extLst>
            </p:cNvPr>
            <p:cNvSpPr>
              <a:spLocks noChangeArrowheads="1"/>
            </p:cNvSpPr>
            <p:nvPr/>
          </p:nvSpPr>
          <p:spPr bwMode="auto">
            <a:xfrm>
              <a:off x="3668713"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10" name="Rectangle 66">
              <a:extLst>
                <a:ext uri="{FF2B5EF4-FFF2-40B4-BE49-F238E27FC236}">
                  <a16:creationId xmlns:a16="http://schemas.microsoft.com/office/drawing/2014/main" id="{CB3EA4EE-9F37-49E5-87C0-D9476C7B8645}"/>
                </a:ext>
              </a:extLst>
            </p:cNvPr>
            <p:cNvSpPr>
              <a:spLocks noChangeArrowheads="1"/>
            </p:cNvSpPr>
            <p:nvPr/>
          </p:nvSpPr>
          <p:spPr bwMode="auto">
            <a:xfrm>
              <a:off x="2947988"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11" name="Rectangle 67">
              <a:extLst>
                <a:ext uri="{FF2B5EF4-FFF2-40B4-BE49-F238E27FC236}">
                  <a16:creationId xmlns:a16="http://schemas.microsoft.com/office/drawing/2014/main" id="{B1F114AF-7149-46CC-BCD9-19E8EFF379F8}"/>
                </a:ext>
              </a:extLst>
            </p:cNvPr>
            <p:cNvSpPr>
              <a:spLocks noChangeArrowheads="1"/>
            </p:cNvSpPr>
            <p:nvPr/>
          </p:nvSpPr>
          <p:spPr bwMode="auto">
            <a:xfrm>
              <a:off x="4011613"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12" name="Rectangle 68">
              <a:extLst>
                <a:ext uri="{FF2B5EF4-FFF2-40B4-BE49-F238E27FC236}">
                  <a16:creationId xmlns:a16="http://schemas.microsoft.com/office/drawing/2014/main" id="{EB62AB3B-80A7-44AC-A577-EDD02CDC509B}"/>
                </a:ext>
              </a:extLst>
            </p:cNvPr>
            <p:cNvSpPr>
              <a:spLocks noChangeArrowheads="1"/>
            </p:cNvSpPr>
            <p:nvPr/>
          </p:nvSpPr>
          <p:spPr bwMode="auto">
            <a:xfrm>
              <a:off x="5829300"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13" name="Rectangle 69">
              <a:extLst>
                <a:ext uri="{FF2B5EF4-FFF2-40B4-BE49-F238E27FC236}">
                  <a16:creationId xmlns:a16="http://schemas.microsoft.com/office/drawing/2014/main" id="{5998727F-96B3-4C27-945B-597EAE76E8C2}"/>
                </a:ext>
              </a:extLst>
            </p:cNvPr>
            <p:cNvSpPr>
              <a:spLocks noChangeArrowheads="1"/>
            </p:cNvSpPr>
            <p:nvPr/>
          </p:nvSpPr>
          <p:spPr bwMode="auto">
            <a:xfrm>
              <a:off x="5092700"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14" name="Rectangle 70">
              <a:extLst>
                <a:ext uri="{FF2B5EF4-FFF2-40B4-BE49-F238E27FC236}">
                  <a16:creationId xmlns:a16="http://schemas.microsoft.com/office/drawing/2014/main" id="{E6955606-3BE7-4CC1-9B7D-CF9D37018483}"/>
                </a:ext>
              </a:extLst>
            </p:cNvPr>
            <p:cNvSpPr>
              <a:spLocks noChangeArrowheads="1"/>
            </p:cNvSpPr>
            <p:nvPr/>
          </p:nvSpPr>
          <p:spPr bwMode="auto">
            <a:xfrm>
              <a:off x="6819900"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15" name="Rectangle 71">
              <a:extLst>
                <a:ext uri="{FF2B5EF4-FFF2-40B4-BE49-F238E27FC236}">
                  <a16:creationId xmlns:a16="http://schemas.microsoft.com/office/drawing/2014/main" id="{E62B3F73-3EF8-463E-9097-6E816CE7BF43}"/>
                </a:ext>
              </a:extLst>
            </p:cNvPr>
            <p:cNvSpPr>
              <a:spLocks noChangeArrowheads="1"/>
            </p:cNvSpPr>
            <p:nvPr/>
          </p:nvSpPr>
          <p:spPr bwMode="auto">
            <a:xfrm>
              <a:off x="6127750"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16" name="Rectangle 72">
              <a:extLst>
                <a:ext uri="{FF2B5EF4-FFF2-40B4-BE49-F238E27FC236}">
                  <a16:creationId xmlns:a16="http://schemas.microsoft.com/office/drawing/2014/main" id="{F92FA6B0-9EFC-422E-8704-61E28B45F712}"/>
                </a:ext>
              </a:extLst>
            </p:cNvPr>
            <p:cNvSpPr>
              <a:spLocks noChangeArrowheads="1"/>
            </p:cNvSpPr>
            <p:nvPr/>
          </p:nvSpPr>
          <p:spPr bwMode="auto">
            <a:xfrm>
              <a:off x="2600325"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17" name="Rectangle 73">
              <a:extLst>
                <a:ext uri="{FF2B5EF4-FFF2-40B4-BE49-F238E27FC236}">
                  <a16:creationId xmlns:a16="http://schemas.microsoft.com/office/drawing/2014/main" id="{5BD4C30F-F6A2-423A-A3FF-CCD86EA19B5D}"/>
                </a:ext>
              </a:extLst>
            </p:cNvPr>
            <p:cNvSpPr>
              <a:spLocks noChangeArrowheads="1"/>
            </p:cNvSpPr>
            <p:nvPr/>
          </p:nvSpPr>
          <p:spPr bwMode="auto">
            <a:xfrm>
              <a:off x="2274888" y="3152775"/>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18" name="Rectangle 74">
              <a:extLst>
                <a:ext uri="{FF2B5EF4-FFF2-40B4-BE49-F238E27FC236}">
                  <a16:creationId xmlns:a16="http://schemas.microsoft.com/office/drawing/2014/main" id="{F477B32A-A3C4-4AA8-A8BE-8767F2467E94}"/>
                </a:ext>
              </a:extLst>
            </p:cNvPr>
            <p:cNvSpPr>
              <a:spLocks noChangeArrowheads="1"/>
            </p:cNvSpPr>
            <p:nvPr/>
          </p:nvSpPr>
          <p:spPr bwMode="auto">
            <a:xfrm>
              <a:off x="3668713"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19" name="Rectangle 75">
              <a:extLst>
                <a:ext uri="{FF2B5EF4-FFF2-40B4-BE49-F238E27FC236}">
                  <a16:creationId xmlns:a16="http://schemas.microsoft.com/office/drawing/2014/main" id="{FC569DD7-A88A-4134-9C79-66FFCA10B914}"/>
                </a:ext>
              </a:extLst>
            </p:cNvPr>
            <p:cNvSpPr>
              <a:spLocks noChangeArrowheads="1"/>
            </p:cNvSpPr>
            <p:nvPr/>
          </p:nvSpPr>
          <p:spPr bwMode="auto">
            <a:xfrm>
              <a:off x="2947988"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20" name="Rectangle 76">
              <a:extLst>
                <a:ext uri="{FF2B5EF4-FFF2-40B4-BE49-F238E27FC236}">
                  <a16:creationId xmlns:a16="http://schemas.microsoft.com/office/drawing/2014/main" id="{E08CBCE7-EC6E-48D6-AECB-5AA734F00097}"/>
                </a:ext>
              </a:extLst>
            </p:cNvPr>
            <p:cNvSpPr>
              <a:spLocks noChangeArrowheads="1"/>
            </p:cNvSpPr>
            <p:nvPr/>
          </p:nvSpPr>
          <p:spPr bwMode="auto">
            <a:xfrm>
              <a:off x="4011613"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21" name="Rectangle 77">
              <a:extLst>
                <a:ext uri="{FF2B5EF4-FFF2-40B4-BE49-F238E27FC236}">
                  <a16:creationId xmlns:a16="http://schemas.microsoft.com/office/drawing/2014/main" id="{7EF79431-EEC1-4F7C-AC2F-B913B79D404B}"/>
                </a:ext>
              </a:extLst>
            </p:cNvPr>
            <p:cNvSpPr>
              <a:spLocks noChangeArrowheads="1"/>
            </p:cNvSpPr>
            <p:nvPr/>
          </p:nvSpPr>
          <p:spPr bwMode="auto">
            <a:xfrm>
              <a:off x="5829300"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22" name="Rectangle 78">
              <a:extLst>
                <a:ext uri="{FF2B5EF4-FFF2-40B4-BE49-F238E27FC236}">
                  <a16:creationId xmlns:a16="http://schemas.microsoft.com/office/drawing/2014/main" id="{370F02ED-83BE-46A0-A16D-489709951B75}"/>
                </a:ext>
              </a:extLst>
            </p:cNvPr>
            <p:cNvSpPr>
              <a:spLocks noChangeArrowheads="1"/>
            </p:cNvSpPr>
            <p:nvPr/>
          </p:nvSpPr>
          <p:spPr bwMode="auto">
            <a:xfrm>
              <a:off x="5092700"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23" name="Rectangle 79">
              <a:extLst>
                <a:ext uri="{FF2B5EF4-FFF2-40B4-BE49-F238E27FC236}">
                  <a16:creationId xmlns:a16="http://schemas.microsoft.com/office/drawing/2014/main" id="{556AF8A7-ECE4-4C33-82AE-44F61A34F4C6}"/>
                </a:ext>
              </a:extLst>
            </p:cNvPr>
            <p:cNvSpPr>
              <a:spLocks noChangeArrowheads="1"/>
            </p:cNvSpPr>
            <p:nvPr/>
          </p:nvSpPr>
          <p:spPr bwMode="auto">
            <a:xfrm>
              <a:off x="6819900"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24" name="Rectangle 80">
              <a:extLst>
                <a:ext uri="{FF2B5EF4-FFF2-40B4-BE49-F238E27FC236}">
                  <a16:creationId xmlns:a16="http://schemas.microsoft.com/office/drawing/2014/main" id="{C9CA8CAE-B742-4302-8A06-93AA82F0F18C}"/>
                </a:ext>
              </a:extLst>
            </p:cNvPr>
            <p:cNvSpPr>
              <a:spLocks noChangeArrowheads="1"/>
            </p:cNvSpPr>
            <p:nvPr/>
          </p:nvSpPr>
          <p:spPr bwMode="auto">
            <a:xfrm>
              <a:off x="6127750"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25" name="Rectangle 81">
              <a:extLst>
                <a:ext uri="{FF2B5EF4-FFF2-40B4-BE49-F238E27FC236}">
                  <a16:creationId xmlns:a16="http://schemas.microsoft.com/office/drawing/2014/main" id="{7F6E67BC-14D0-4CED-AD60-7870DB402C7E}"/>
                </a:ext>
              </a:extLst>
            </p:cNvPr>
            <p:cNvSpPr>
              <a:spLocks noChangeArrowheads="1"/>
            </p:cNvSpPr>
            <p:nvPr/>
          </p:nvSpPr>
          <p:spPr bwMode="auto">
            <a:xfrm>
              <a:off x="2600325"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26" name="Rectangle 82">
              <a:extLst>
                <a:ext uri="{FF2B5EF4-FFF2-40B4-BE49-F238E27FC236}">
                  <a16:creationId xmlns:a16="http://schemas.microsoft.com/office/drawing/2014/main" id="{9B257EA8-6D86-4D28-A2AF-E2E4CDB265B9}"/>
                </a:ext>
              </a:extLst>
            </p:cNvPr>
            <p:cNvSpPr>
              <a:spLocks noChangeArrowheads="1"/>
            </p:cNvSpPr>
            <p:nvPr/>
          </p:nvSpPr>
          <p:spPr bwMode="auto">
            <a:xfrm>
              <a:off x="2274888" y="345757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27" name="Rectangle 83">
              <a:extLst>
                <a:ext uri="{FF2B5EF4-FFF2-40B4-BE49-F238E27FC236}">
                  <a16:creationId xmlns:a16="http://schemas.microsoft.com/office/drawing/2014/main" id="{EB17637D-A537-4477-9654-FC9EBA69C36E}"/>
                </a:ext>
              </a:extLst>
            </p:cNvPr>
            <p:cNvSpPr>
              <a:spLocks noChangeArrowheads="1"/>
            </p:cNvSpPr>
            <p:nvPr/>
          </p:nvSpPr>
          <p:spPr bwMode="auto">
            <a:xfrm>
              <a:off x="3668713"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28" name="Rectangle 84">
              <a:extLst>
                <a:ext uri="{FF2B5EF4-FFF2-40B4-BE49-F238E27FC236}">
                  <a16:creationId xmlns:a16="http://schemas.microsoft.com/office/drawing/2014/main" id="{DA9E811B-88F4-4404-AC36-534B9AE3E46C}"/>
                </a:ext>
              </a:extLst>
            </p:cNvPr>
            <p:cNvSpPr>
              <a:spLocks noChangeArrowheads="1"/>
            </p:cNvSpPr>
            <p:nvPr/>
          </p:nvSpPr>
          <p:spPr bwMode="auto">
            <a:xfrm>
              <a:off x="2946400"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29" name="Rectangle 85">
              <a:extLst>
                <a:ext uri="{FF2B5EF4-FFF2-40B4-BE49-F238E27FC236}">
                  <a16:creationId xmlns:a16="http://schemas.microsoft.com/office/drawing/2014/main" id="{6F8AF385-B467-4834-A93A-696EAA23696B}"/>
                </a:ext>
              </a:extLst>
            </p:cNvPr>
            <p:cNvSpPr>
              <a:spLocks noChangeArrowheads="1"/>
            </p:cNvSpPr>
            <p:nvPr/>
          </p:nvSpPr>
          <p:spPr bwMode="auto">
            <a:xfrm>
              <a:off x="4010025"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30" name="Rectangle 86">
              <a:extLst>
                <a:ext uri="{FF2B5EF4-FFF2-40B4-BE49-F238E27FC236}">
                  <a16:creationId xmlns:a16="http://schemas.microsoft.com/office/drawing/2014/main" id="{35DC35D7-1D9E-497A-8B47-A383A36C1377}"/>
                </a:ext>
              </a:extLst>
            </p:cNvPr>
            <p:cNvSpPr>
              <a:spLocks noChangeArrowheads="1"/>
            </p:cNvSpPr>
            <p:nvPr/>
          </p:nvSpPr>
          <p:spPr bwMode="auto">
            <a:xfrm>
              <a:off x="5829300"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31" name="Rectangle 87">
              <a:extLst>
                <a:ext uri="{FF2B5EF4-FFF2-40B4-BE49-F238E27FC236}">
                  <a16:creationId xmlns:a16="http://schemas.microsoft.com/office/drawing/2014/main" id="{3C81FA5F-B388-47DF-97B7-BB9D34614D9B}"/>
                </a:ext>
              </a:extLst>
            </p:cNvPr>
            <p:cNvSpPr>
              <a:spLocks noChangeArrowheads="1"/>
            </p:cNvSpPr>
            <p:nvPr/>
          </p:nvSpPr>
          <p:spPr bwMode="auto">
            <a:xfrm>
              <a:off x="5091113"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32" name="Rectangle 88">
              <a:extLst>
                <a:ext uri="{FF2B5EF4-FFF2-40B4-BE49-F238E27FC236}">
                  <a16:creationId xmlns:a16="http://schemas.microsoft.com/office/drawing/2014/main" id="{84B0087E-0622-48AE-94CC-AD14692F8F63}"/>
                </a:ext>
              </a:extLst>
            </p:cNvPr>
            <p:cNvSpPr>
              <a:spLocks noChangeArrowheads="1"/>
            </p:cNvSpPr>
            <p:nvPr/>
          </p:nvSpPr>
          <p:spPr bwMode="auto">
            <a:xfrm>
              <a:off x="6819900"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33" name="Rectangle 89">
              <a:extLst>
                <a:ext uri="{FF2B5EF4-FFF2-40B4-BE49-F238E27FC236}">
                  <a16:creationId xmlns:a16="http://schemas.microsoft.com/office/drawing/2014/main" id="{D50E9F60-5C23-4BC5-885F-5145B8D2234C}"/>
                </a:ext>
              </a:extLst>
            </p:cNvPr>
            <p:cNvSpPr>
              <a:spLocks noChangeArrowheads="1"/>
            </p:cNvSpPr>
            <p:nvPr/>
          </p:nvSpPr>
          <p:spPr bwMode="auto">
            <a:xfrm>
              <a:off x="6126163"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34" name="Rectangle 90">
              <a:extLst>
                <a:ext uri="{FF2B5EF4-FFF2-40B4-BE49-F238E27FC236}">
                  <a16:creationId xmlns:a16="http://schemas.microsoft.com/office/drawing/2014/main" id="{E2C711C3-0CD9-4D76-BEDD-A1FB86C1A4C3}"/>
                </a:ext>
              </a:extLst>
            </p:cNvPr>
            <p:cNvSpPr>
              <a:spLocks noChangeArrowheads="1"/>
            </p:cNvSpPr>
            <p:nvPr/>
          </p:nvSpPr>
          <p:spPr bwMode="auto">
            <a:xfrm>
              <a:off x="2600325"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35" name="Rectangle 91">
              <a:extLst>
                <a:ext uri="{FF2B5EF4-FFF2-40B4-BE49-F238E27FC236}">
                  <a16:creationId xmlns:a16="http://schemas.microsoft.com/office/drawing/2014/main" id="{5AAE1745-2545-404D-A55C-861A8F28C45B}"/>
                </a:ext>
              </a:extLst>
            </p:cNvPr>
            <p:cNvSpPr>
              <a:spLocks noChangeArrowheads="1"/>
            </p:cNvSpPr>
            <p:nvPr/>
          </p:nvSpPr>
          <p:spPr bwMode="auto">
            <a:xfrm>
              <a:off x="2274888" y="3762375"/>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36" name="Rectangle 92">
              <a:extLst>
                <a:ext uri="{FF2B5EF4-FFF2-40B4-BE49-F238E27FC236}">
                  <a16:creationId xmlns:a16="http://schemas.microsoft.com/office/drawing/2014/main" id="{82C34F99-D3AB-465C-8C02-35760FC3C53E}"/>
                </a:ext>
              </a:extLst>
            </p:cNvPr>
            <p:cNvSpPr>
              <a:spLocks noChangeArrowheads="1"/>
            </p:cNvSpPr>
            <p:nvPr/>
          </p:nvSpPr>
          <p:spPr bwMode="auto">
            <a:xfrm>
              <a:off x="3668713"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37" name="Rectangle 93">
              <a:extLst>
                <a:ext uri="{FF2B5EF4-FFF2-40B4-BE49-F238E27FC236}">
                  <a16:creationId xmlns:a16="http://schemas.microsoft.com/office/drawing/2014/main" id="{AC1488E8-D866-4191-A419-19B89E0AFA70}"/>
                </a:ext>
              </a:extLst>
            </p:cNvPr>
            <p:cNvSpPr>
              <a:spLocks noChangeArrowheads="1"/>
            </p:cNvSpPr>
            <p:nvPr/>
          </p:nvSpPr>
          <p:spPr bwMode="auto">
            <a:xfrm>
              <a:off x="2946400"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38" name="Rectangle 94">
              <a:extLst>
                <a:ext uri="{FF2B5EF4-FFF2-40B4-BE49-F238E27FC236}">
                  <a16:creationId xmlns:a16="http://schemas.microsoft.com/office/drawing/2014/main" id="{B098E147-4790-48AE-9488-3A18CFA7FCD7}"/>
                </a:ext>
              </a:extLst>
            </p:cNvPr>
            <p:cNvSpPr>
              <a:spLocks noChangeArrowheads="1"/>
            </p:cNvSpPr>
            <p:nvPr/>
          </p:nvSpPr>
          <p:spPr bwMode="auto">
            <a:xfrm>
              <a:off x="4008438"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39" name="Rectangle 95">
              <a:extLst>
                <a:ext uri="{FF2B5EF4-FFF2-40B4-BE49-F238E27FC236}">
                  <a16:creationId xmlns:a16="http://schemas.microsoft.com/office/drawing/2014/main" id="{51039CA1-03C8-4622-8097-CEC4A94AB4AE}"/>
                </a:ext>
              </a:extLst>
            </p:cNvPr>
            <p:cNvSpPr>
              <a:spLocks noChangeArrowheads="1"/>
            </p:cNvSpPr>
            <p:nvPr/>
          </p:nvSpPr>
          <p:spPr bwMode="auto">
            <a:xfrm>
              <a:off x="5829300"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40" name="Rectangle 96">
              <a:extLst>
                <a:ext uri="{FF2B5EF4-FFF2-40B4-BE49-F238E27FC236}">
                  <a16:creationId xmlns:a16="http://schemas.microsoft.com/office/drawing/2014/main" id="{7A9E46FB-33D0-4FBB-B096-8E023F43387F}"/>
                </a:ext>
              </a:extLst>
            </p:cNvPr>
            <p:cNvSpPr>
              <a:spLocks noChangeArrowheads="1"/>
            </p:cNvSpPr>
            <p:nvPr/>
          </p:nvSpPr>
          <p:spPr bwMode="auto">
            <a:xfrm>
              <a:off x="5089525"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41" name="Rectangle 97">
              <a:extLst>
                <a:ext uri="{FF2B5EF4-FFF2-40B4-BE49-F238E27FC236}">
                  <a16:creationId xmlns:a16="http://schemas.microsoft.com/office/drawing/2014/main" id="{97FB9C71-79CB-457F-BD99-31889CABFCD8}"/>
                </a:ext>
              </a:extLst>
            </p:cNvPr>
            <p:cNvSpPr>
              <a:spLocks noChangeArrowheads="1"/>
            </p:cNvSpPr>
            <p:nvPr/>
          </p:nvSpPr>
          <p:spPr bwMode="auto">
            <a:xfrm>
              <a:off x="6819900"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42" name="Rectangle 98">
              <a:extLst>
                <a:ext uri="{FF2B5EF4-FFF2-40B4-BE49-F238E27FC236}">
                  <a16:creationId xmlns:a16="http://schemas.microsoft.com/office/drawing/2014/main" id="{E7C24451-8CBA-43E3-A2B0-C5D0AF927E44}"/>
                </a:ext>
              </a:extLst>
            </p:cNvPr>
            <p:cNvSpPr>
              <a:spLocks noChangeArrowheads="1"/>
            </p:cNvSpPr>
            <p:nvPr/>
          </p:nvSpPr>
          <p:spPr bwMode="auto">
            <a:xfrm>
              <a:off x="6126163"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43" name="Rectangle 99">
              <a:extLst>
                <a:ext uri="{FF2B5EF4-FFF2-40B4-BE49-F238E27FC236}">
                  <a16:creationId xmlns:a16="http://schemas.microsoft.com/office/drawing/2014/main" id="{15598E92-FA47-4349-B56A-5135945C8843}"/>
                </a:ext>
              </a:extLst>
            </p:cNvPr>
            <p:cNvSpPr>
              <a:spLocks noChangeArrowheads="1"/>
            </p:cNvSpPr>
            <p:nvPr/>
          </p:nvSpPr>
          <p:spPr bwMode="auto">
            <a:xfrm>
              <a:off x="2600325"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44" name="Rectangle 100">
              <a:extLst>
                <a:ext uri="{FF2B5EF4-FFF2-40B4-BE49-F238E27FC236}">
                  <a16:creationId xmlns:a16="http://schemas.microsoft.com/office/drawing/2014/main" id="{6CDC939D-E8AD-4521-8924-A3143ADB08A4}"/>
                </a:ext>
              </a:extLst>
            </p:cNvPr>
            <p:cNvSpPr>
              <a:spLocks noChangeArrowheads="1"/>
            </p:cNvSpPr>
            <p:nvPr/>
          </p:nvSpPr>
          <p:spPr bwMode="auto">
            <a:xfrm>
              <a:off x="2274888" y="4064000"/>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45" name="Rectangle 101">
              <a:extLst>
                <a:ext uri="{FF2B5EF4-FFF2-40B4-BE49-F238E27FC236}">
                  <a16:creationId xmlns:a16="http://schemas.microsoft.com/office/drawing/2014/main" id="{D408AFBB-DEE6-486F-B263-1B159CEB4BC4}"/>
                </a:ext>
              </a:extLst>
            </p:cNvPr>
            <p:cNvSpPr>
              <a:spLocks noChangeArrowheads="1"/>
            </p:cNvSpPr>
            <p:nvPr/>
          </p:nvSpPr>
          <p:spPr bwMode="auto">
            <a:xfrm>
              <a:off x="3668713"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46" name="Rectangle 102">
              <a:extLst>
                <a:ext uri="{FF2B5EF4-FFF2-40B4-BE49-F238E27FC236}">
                  <a16:creationId xmlns:a16="http://schemas.microsoft.com/office/drawing/2014/main" id="{2BE541AA-0963-4898-BE5B-BBADB510BEF7}"/>
                </a:ext>
              </a:extLst>
            </p:cNvPr>
            <p:cNvSpPr>
              <a:spLocks noChangeArrowheads="1"/>
            </p:cNvSpPr>
            <p:nvPr/>
          </p:nvSpPr>
          <p:spPr bwMode="auto">
            <a:xfrm>
              <a:off x="2947988"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47" name="Rectangle 103">
              <a:extLst>
                <a:ext uri="{FF2B5EF4-FFF2-40B4-BE49-F238E27FC236}">
                  <a16:creationId xmlns:a16="http://schemas.microsoft.com/office/drawing/2014/main" id="{4CC2B37F-E90B-43DC-A4D9-1CD9882187DC}"/>
                </a:ext>
              </a:extLst>
            </p:cNvPr>
            <p:cNvSpPr>
              <a:spLocks noChangeArrowheads="1"/>
            </p:cNvSpPr>
            <p:nvPr/>
          </p:nvSpPr>
          <p:spPr bwMode="auto">
            <a:xfrm>
              <a:off x="4010025"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48" name="Rectangle 104">
              <a:extLst>
                <a:ext uri="{FF2B5EF4-FFF2-40B4-BE49-F238E27FC236}">
                  <a16:creationId xmlns:a16="http://schemas.microsoft.com/office/drawing/2014/main" id="{945DCFFA-56EC-4BA2-930B-8821677E737F}"/>
                </a:ext>
              </a:extLst>
            </p:cNvPr>
            <p:cNvSpPr>
              <a:spLocks noChangeArrowheads="1"/>
            </p:cNvSpPr>
            <p:nvPr/>
          </p:nvSpPr>
          <p:spPr bwMode="auto">
            <a:xfrm>
              <a:off x="5829300"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49" name="Rectangle 105">
              <a:extLst>
                <a:ext uri="{FF2B5EF4-FFF2-40B4-BE49-F238E27FC236}">
                  <a16:creationId xmlns:a16="http://schemas.microsoft.com/office/drawing/2014/main" id="{22851C14-80EB-413A-9137-61C20D5CA35C}"/>
                </a:ext>
              </a:extLst>
            </p:cNvPr>
            <p:cNvSpPr>
              <a:spLocks noChangeArrowheads="1"/>
            </p:cNvSpPr>
            <p:nvPr/>
          </p:nvSpPr>
          <p:spPr bwMode="auto">
            <a:xfrm>
              <a:off x="5091113"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50" name="Rectangle 106">
              <a:extLst>
                <a:ext uri="{FF2B5EF4-FFF2-40B4-BE49-F238E27FC236}">
                  <a16:creationId xmlns:a16="http://schemas.microsoft.com/office/drawing/2014/main" id="{487EB089-490A-4EF9-AC10-D790C32776A4}"/>
                </a:ext>
              </a:extLst>
            </p:cNvPr>
            <p:cNvSpPr>
              <a:spLocks noChangeArrowheads="1"/>
            </p:cNvSpPr>
            <p:nvPr/>
          </p:nvSpPr>
          <p:spPr bwMode="auto">
            <a:xfrm>
              <a:off x="6819900"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51" name="Rectangle 107">
              <a:extLst>
                <a:ext uri="{FF2B5EF4-FFF2-40B4-BE49-F238E27FC236}">
                  <a16:creationId xmlns:a16="http://schemas.microsoft.com/office/drawing/2014/main" id="{9A7FE34D-8761-480D-89CA-584DF6A0DFAE}"/>
                </a:ext>
              </a:extLst>
            </p:cNvPr>
            <p:cNvSpPr>
              <a:spLocks noChangeArrowheads="1"/>
            </p:cNvSpPr>
            <p:nvPr/>
          </p:nvSpPr>
          <p:spPr bwMode="auto">
            <a:xfrm>
              <a:off x="6127750"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52" name="Rectangle 108">
              <a:extLst>
                <a:ext uri="{FF2B5EF4-FFF2-40B4-BE49-F238E27FC236}">
                  <a16:creationId xmlns:a16="http://schemas.microsoft.com/office/drawing/2014/main" id="{7905D9C5-9E97-4D66-8C89-077CE460E3FB}"/>
                </a:ext>
              </a:extLst>
            </p:cNvPr>
            <p:cNvSpPr>
              <a:spLocks noChangeArrowheads="1"/>
            </p:cNvSpPr>
            <p:nvPr/>
          </p:nvSpPr>
          <p:spPr bwMode="auto">
            <a:xfrm>
              <a:off x="2600325"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53" name="Rectangle 109">
              <a:extLst>
                <a:ext uri="{FF2B5EF4-FFF2-40B4-BE49-F238E27FC236}">
                  <a16:creationId xmlns:a16="http://schemas.microsoft.com/office/drawing/2014/main" id="{FD843E8B-AB9C-466C-BEFD-AE99DB097D72}"/>
                </a:ext>
              </a:extLst>
            </p:cNvPr>
            <p:cNvSpPr>
              <a:spLocks noChangeArrowheads="1"/>
            </p:cNvSpPr>
            <p:nvPr/>
          </p:nvSpPr>
          <p:spPr bwMode="auto">
            <a:xfrm>
              <a:off x="2274888" y="43688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54" name="Rectangle 110">
              <a:extLst>
                <a:ext uri="{FF2B5EF4-FFF2-40B4-BE49-F238E27FC236}">
                  <a16:creationId xmlns:a16="http://schemas.microsoft.com/office/drawing/2014/main" id="{DDD79849-B3E3-4816-A209-E3F0CCAADE7A}"/>
                </a:ext>
              </a:extLst>
            </p:cNvPr>
            <p:cNvSpPr>
              <a:spLocks noChangeArrowheads="1"/>
            </p:cNvSpPr>
            <p:nvPr/>
          </p:nvSpPr>
          <p:spPr bwMode="auto">
            <a:xfrm>
              <a:off x="3668713"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55" name="Rectangle 111">
              <a:extLst>
                <a:ext uri="{FF2B5EF4-FFF2-40B4-BE49-F238E27FC236}">
                  <a16:creationId xmlns:a16="http://schemas.microsoft.com/office/drawing/2014/main" id="{2F65C0B8-4F70-4BBB-917F-8ACCE3EA916C}"/>
                </a:ext>
              </a:extLst>
            </p:cNvPr>
            <p:cNvSpPr>
              <a:spLocks noChangeArrowheads="1"/>
            </p:cNvSpPr>
            <p:nvPr/>
          </p:nvSpPr>
          <p:spPr bwMode="auto">
            <a:xfrm>
              <a:off x="2946400"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56" name="Rectangle 112">
              <a:extLst>
                <a:ext uri="{FF2B5EF4-FFF2-40B4-BE49-F238E27FC236}">
                  <a16:creationId xmlns:a16="http://schemas.microsoft.com/office/drawing/2014/main" id="{F4B1E891-52A3-461C-9BB2-31F233CCE8B6}"/>
                </a:ext>
              </a:extLst>
            </p:cNvPr>
            <p:cNvSpPr>
              <a:spLocks noChangeArrowheads="1"/>
            </p:cNvSpPr>
            <p:nvPr/>
          </p:nvSpPr>
          <p:spPr bwMode="auto">
            <a:xfrm>
              <a:off x="4010025"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57" name="Rectangle 113">
              <a:extLst>
                <a:ext uri="{FF2B5EF4-FFF2-40B4-BE49-F238E27FC236}">
                  <a16:creationId xmlns:a16="http://schemas.microsoft.com/office/drawing/2014/main" id="{AA75DB3A-AFC9-4AF1-A31C-D9E20FD4FE9A}"/>
                </a:ext>
              </a:extLst>
            </p:cNvPr>
            <p:cNvSpPr>
              <a:spLocks noChangeArrowheads="1"/>
            </p:cNvSpPr>
            <p:nvPr/>
          </p:nvSpPr>
          <p:spPr bwMode="auto">
            <a:xfrm>
              <a:off x="5829300"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58" name="Rectangle 114">
              <a:extLst>
                <a:ext uri="{FF2B5EF4-FFF2-40B4-BE49-F238E27FC236}">
                  <a16:creationId xmlns:a16="http://schemas.microsoft.com/office/drawing/2014/main" id="{CBC45879-4C43-4539-B206-C9BE28DE778D}"/>
                </a:ext>
              </a:extLst>
            </p:cNvPr>
            <p:cNvSpPr>
              <a:spLocks noChangeArrowheads="1"/>
            </p:cNvSpPr>
            <p:nvPr/>
          </p:nvSpPr>
          <p:spPr bwMode="auto">
            <a:xfrm>
              <a:off x="5091113"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59" name="Rectangle 115">
              <a:extLst>
                <a:ext uri="{FF2B5EF4-FFF2-40B4-BE49-F238E27FC236}">
                  <a16:creationId xmlns:a16="http://schemas.microsoft.com/office/drawing/2014/main" id="{1B0F6719-89B8-41CE-AE86-2AA6ADEA5980}"/>
                </a:ext>
              </a:extLst>
            </p:cNvPr>
            <p:cNvSpPr>
              <a:spLocks noChangeArrowheads="1"/>
            </p:cNvSpPr>
            <p:nvPr/>
          </p:nvSpPr>
          <p:spPr bwMode="auto">
            <a:xfrm>
              <a:off x="6819900"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60" name="Rectangle 116">
              <a:extLst>
                <a:ext uri="{FF2B5EF4-FFF2-40B4-BE49-F238E27FC236}">
                  <a16:creationId xmlns:a16="http://schemas.microsoft.com/office/drawing/2014/main" id="{2EB8E26F-9124-4525-94CF-2C185F947FB7}"/>
                </a:ext>
              </a:extLst>
            </p:cNvPr>
            <p:cNvSpPr>
              <a:spLocks noChangeArrowheads="1"/>
            </p:cNvSpPr>
            <p:nvPr/>
          </p:nvSpPr>
          <p:spPr bwMode="auto">
            <a:xfrm>
              <a:off x="6126163"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61" name="Rectangle 117">
              <a:extLst>
                <a:ext uri="{FF2B5EF4-FFF2-40B4-BE49-F238E27FC236}">
                  <a16:creationId xmlns:a16="http://schemas.microsoft.com/office/drawing/2014/main" id="{490B6081-5348-4B27-996A-59DAD9C7BC09}"/>
                </a:ext>
              </a:extLst>
            </p:cNvPr>
            <p:cNvSpPr>
              <a:spLocks noChangeArrowheads="1"/>
            </p:cNvSpPr>
            <p:nvPr/>
          </p:nvSpPr>
          <p:spPr bwMode="auto">
            <a:xfrm>
              <a:off x="2600325"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62" name="Rectangle 118">
              <a:extLst>
                <a:ext uri="{FF2B5EF4-FFF2-40B4-BE49-F238E27FC236}">
                  <a16:creationId xmlns:a16="http://schemas.microsoft.com/office/drawing/2014/main" id="{1A35431E-61AA-4BA0-962A-2BD94D411A30}"/>
                </a:ext>
              </a:extLst>
            </p:cNvPr>
            <p:cNvSpPr>
              <a:spLocks noChangeArrowheads="1"/>
            </p:cNvSpPr>
            <p:nvPr/>
          </p:nvSpPr>
          <p:spPr bwMode="auto">
            <a:xfrm>
              <a:off x="2274888" y="46736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H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63" name="Rectangle 119">
              <a:extLst>
                <a:ext uri="{FF2B5EF4-FFF2-40B4-BE49-F238E27FC236}">
                  <a16:creationId xmlns:a16="http://schemas.microsoft.com/office/drawing/2014/main" id="{7C295DF6-6B7A-43D0-9D52-DBCE733C40C7}"/>
                </a:ext>
              </a:extLst>
            </p:cNvPr>
            <p:cNvSpPr>
              <a:spLocks noChangeArrowheads="1"/>
            </p:cNvSpPr>
            <p:nvPr/>
          </p:nvSpPr>
          <p:spPr bwMode="auto">
            <a:xfrm>
              <a:off x="3668713"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64" name="Rectangle 120">
              <a:extLst>
                <a:ext uri="{FF2B5EF4-FFF2-40B4-BE49-F238E27FC236}">
                  <a16:creationId xmlns:a16="http://schemas.microsoft.com/office/drawing/2014/main" id="{E7C9FFA8-BBF3-4D67-9D0E-4E136B456EE3}"/>
                </a:ext>
              </a:extLst>
            </p:cNvPr>
            <p:cNvSpPr>
              <a:spLocks noChangeArrowheads="1"/>
            </p:cNvSpPr>
            <p:nvPr/>
          </p:nvSpPr>
          <p:spPr bwMode="auto">
            <a:xfrm>
              <a:off x="2946400"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65" name="Rectangle 121">
              <a:extLst>
                <a:ext uri="{FF2B5EF4-FFF2-40B4-BE49-F238E27FC236}">
                  <a16:creationId xmlns:a16="http://schemas.microsoft.com/office/drawing/2014/main" id="{3DBDF5CF-1B8A-43AF-9DC0-173B50DE2C18}"/>
                </a:ext>
              </a:extLst>
            </p:cNvPr>
            <p:cNvSpPr>
              <a:spLocks noChangeArrowheads="1"/>
            </p:cNvSpPr>
            <p:nvPr/>
          </p:nvSpPr>
          <p:spPr bwMode="auto">
            <a:xfrm>
              <a:off x="4010025"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66" name="Rectangle 122">
              <a:extLst>
                <a:ext uri="{FF2B5EF4-FFF2-40B4-BE49-F238E27FC236}">
                  <a16:creationId xmlns:a16="http://schemas.microsoft.com/office/drawing/2014/main" id="{524D6677-EB70-4CE0-8249-797856318C31}"/>
                </a:ext>
              </a:extLst>
            </p:cNvPr>
            <p:cNvSpPr>
              <a:spLocks noChangeArrowheads="1"/>
            </p:cNvSpPr>
            <p:nvPr/>
          </p:nvSpPr>
          <p:spPr bwMode="auto">
            <a:xfrm>
              <a:off x="5829300"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67" name="Rectangle 123">
              <a:extLst>
                <a:ext uri="{FF2B5EF4-FFF2-40B4-BE49-F238E27FC236}">
                  <a16:creationId xmlns:a16="http://schemas.microsoft.com/office/drawing/2014/main" id="{FECB469F-ECE1-4C9A-8D02-104A1D004CC2}"/>
                </a:ext>
              </a:extLst>
            </p:cNvPr>
            <p:cNvSpPr>
              <a:spLocks noChangeArrowheads="1"/>
            </p:cNvSpPr>
            <p:nvPr/>
          </p:nvSpPr>
          <p:spPr bwMode="auto">
            <a:xfrm>
              <a:off x="5091113"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68" name="Rectangle 124">
              <a:extLst>
                <a:ext uri="{FF2B5EF4-FFF2-40B4-BE49-F238E27FC236}">
                  <a16:creationId xmlns:a16="http://schemas.microsoft.com/office/drawing/2014/main" id="{AE3BC885-8D94-4BC9-AFA7-4B3DFFA3B7B3}"/>
                </a:ext>
              </a:extLst>
            </p:cNvPr>
            <p:cNvSpPr>
              <a:spLocks noChangeArrowheads="1"/>
            </p:cNvSpPr>
            <p:nvPr/>
          </p:nvSpPr>
          <p:spPr bwMode="auto">
            <a:xfrm>
              <a:off x="6819900"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69" name="Rectangle 125">
              <a:extLst>
                <a:ext uri="{FF2B5EF4-FFF2-40B4-BE49-F238E27FC236}">
                  <a16:creationId xmlns:a16="http://schemas.microsoft.com/office/drawing/2014/main" id="{17E31CF7-C9B3-4465-BD35-CEFE79006CA8}"/>
                </a:ext>
              </a:extLst>
            </p:cNvPr>
            <p:cNvSpPr>
              <a:spLocks noChangeArrowheads="1"/>
            </p:cNvSpPr>
            <p:nvPr/>
          </p:nvSpPr>
          <p:spPr bwMode="auto">
            <a:xfrm>
              <a:off x="2600325" y="5018088"/>
              <a:ext cx="422275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470" name="Rectangle 126">
              <a:extLst>
                <a:ext uri="{FF2B5EF4-FFF2-40B4-BE49-F238E27FC236}">
                  <a16:creationId xmlns:a16="http://schemas.microsoft.com/office/drawing/2014/main" id="{2D97DEA9-FA01-4771-8E4A-861544E65030}"/>
                </a:ext>
              </a:extLst>
            </p:cNvPr>
            <p:cNvSpPr>
              <a:spLocks noChangeArrowheads="1"/>
            </p:cNvSpPr>
            <p:nvPr/>
          </p:nvSpPr>
          <p:spPr bwMode="auto">
            <a:xfrm>
              <a:off x="6126163"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57346" name="TextBox 125">
            <a:extLst>
              <a:ext uri="{FF2B5EF4-FFF2-40B4-BE49-F238E27FC236}">
                <a16:creationId xmlns:a16="http://schemas.microsoft.com/office/drawing/2014/main" id="{748EAA5A-1163-4B32-A1DA-519A1588295B}"/>
              </a:ext>
            </a:extLst>
          </p:cNvPr>
          <p:cNvSpPr txBox="1">
            <a:spLocks noChangeArrowheads="1"/>
          </p:cNvSpPr>
          <p:nvPr/>
        </p:nvSpPr>
        <p:spPr bwMode="auto">
          <a:xfrm>
            <a:off x="6451600" y="6477000"/>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6.62 from the textbook ]</a:t>
            </a:r>
          </a:p>
        </p:txBody>
      </p:sp>
      <p:sp>
        <p:nvSpPr>
          <p:cNvPr id="57347" name="Title 1">
            <a:extLst>
              <a:ext uri="{FF2B5EF4-FFF2-40B4-BE49-F238E27FC236}">
                <a16:creationId xmlns:a16="http://schemas.microsoft.com/office/drawing/2014/main" id="{DD015C84-1390-46CF-8C20-9C06D1B038B5}"/>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State-assigned table for the counter</a:t>
            </a:r>
          </a:p>
        </p:txBody>
      </p:sp>
      <p:grpSp>
        <p:nvGrpSpPr>
          <p:cNvPr id="128" name="Group 1">
            <a:extLst>
              <a:ext uri="{FF2B5EF4-FFF2-40B4-BE49-F238E27FC236}">
                <a16:creationId xmlns:a16="http://schemas.microsoft.com/office/drawing/2014/main" id="{F72705B8-2A15-4194-9748-86665A65FEBC}"/>
              </a:ext>
            </a:extLst>
          </p:cNvPr>
          <p:cNvGrpSpPr>
            <a:grpSpLocks/>
          </p:cNvGrpSpPr>
          <p:nvPr/>
        </p:nvGrpSpPr>
        <p:grpSpPr bwMode="auto">
          <a:xfrm>
            <a:off x="94539" y="1956154"/>
            <a:ext cx="4003675" cy="3597275"/>
            <a:chOff x="2495550" y="1098550"/>
            <a:chExt cx="4003675" cy="3597275"/>
          </a:xfrm>
        </p:grpSpPr>
        <p:sp>
          <p:nvSpPr>
            <p:cNvPr id="129" name="Rectangle 10">
              <a:extLst>
                <a:ext uri="{FF2B5EF4-FFF2-40B4-BE49-F238E27FC236}">
                  <a16:creationId xmlns:a16="http://schemas.microsoft.com/office/drawing/2014/main" id="{2466D7E9-C861-49E7-9F9D-923A88A2B5B0}"/>
                </a:ext>
              </a:extLst>
            </p:cNvPr>
            <p:cNvSpPr>
              <a:spLocks noChangeArrowheads="1"/>
            </p:cNvSpPr>
            <p:nvPr/>
          </p:nvSpPr>
          <p:spPr bwMode="auto">
            <a:xfrm>
              <a:off x="6486525" y="1122363"/>
              <a:ext cx="12700" cy="5222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0" name="Rectangle 22">
              <a:extLst>
                <a:ext uri="{FF2B5EF4-FFF2-40B4-BE49-F238E27FC236}">
                  <a16:creationId xmlns:a16="http://schemas.microsoft.com/office/drawing/2014/main" id="{85763B74-0AD1-4073-A858-472FFF0297CD}"/>
                </a:ext>
              </a:extLst>
            </p:cNvPr>
            <p:cNvSpPr>
              <a:spLocks noChangeArrowheads="1"/>
            </p:cNvSpPr>
            <p:nvPr/>
          </p:nvSpPr>
          <p:spPr bwMode="auto">
            <a:xfrm>
              <a:off x="6486525" y="1644650"/>
              <a:ext cx="12700" cy="4572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1" name="Rectangle 31">
              <a:extLst>
                <a:ext uri="{FF2B5EF4-FFF2-40B4-BE49-F238E27FC236}">
                  <a16:creationId xmlns:a16="http://schemas.microsoft.com/office/drawing/2014/main" id="{A5758633-FA46-4668-BE2B-FA4FAF08D68A}"/>
                </a:ext>
              </a:extLst>
            </p:cNvPr>
            <p:cNvSpPr>
              <a:spLocks noChangeArrowheads="1"/>
            </p:cNvSpPr>
            <p:nvPr/>
          </p:nvSpPr>
          <p:spPr bwMode="auto">
            <a:xfrm>
              <a:off x="6486525" y="2105025"/>
              <a:ext cx="12700" cy="4032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2" name="Rectangle 39">
              <a:extLst>
                <a:ext uri="{FF2B5EF4-FFF2-40B4-BE49-F238E27FC236}">
                  <a16:creationId xmlns:a16="http://schemas.microsoft.com/office/drawing/2014/main" id="{FD3DB4F2-7CB0-4349-AC59-CDAAF35383BA}"/>
                </a:ext>
              </a:extLst>
            </p:cNvPr>
            <p:cNvSpPr>
              <a:spLocks noChangeArrowheads="1"/>
            </p:cNvSpPr>
            <p:nvPr/>
          </p:nvSpPr>
          <p:spPr bwMode="auto">
            <a:xfrm>
              <a:off x="6486525" y="2508250"/>
              <a:ext cx="12700" cy="3063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3" name="Rectangle 47">
              <a:extLst>
                <a:ext uri="{FF2B5EF4-FFF2-40B4-BE49-F238E27FC236}">
                  <a16:creationId xmlns:a16="http://schemas.microsoft.com/office/drawing/2014/main" id="{93E2D99E-DDEE-448C-8F50-D0184653D94C}"/>
                </a:ext>
              </a:extLst>
            </p:cNvPr>
            <p:cNvSpPr>
              <a:spLocks noChangeArrowheads="1"/>
            </p:cNvSpPr>
            <p:nvPr/>
          </p:nvSpPr>
          <p:spPr bwMode="auto">
            <a:xfrm>
              <a:off x="6486525" y="2814638"/>
              <a:ext cx="12700" cy="3048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4" name="Rectangle 55">
              <a:extLst>
                <a:ext uri="{FF2B5EF4-FFF2-40B4-BE49-F238E27FC236}">
                  <a16:creationId xmlns:a16="http://schemas.microsoft.com/office/drawing/2014/main" id="{40BFF73B-2E81-4D46-8790-AB3307928E0E}"/>
                </a:ext>
              </a:extLst>
            </p:cNvPr>
            <p:cNvSpPr>
              <a:spLocks noChangeArrowheads="1"/>
            </p:cNvSpPr>
            <p:nvPr/>
          </p:nvSpPr>
          <p:spPr bwMode="auto">
            <a:xfrm>
              <a:off x="6486525" y="3119438"/>
              <a:ext cx="12700" cy="3048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5" name="Rectangle 63">
              <a:extLst>
                <a:ext uri="{FF2B5EF4-FFF2-40B4-BE49-F238E27FC236}">
                  <a16:creationId xmlns:a16="http://schemas.microsoft.com/office/drawing/2014/main" id="{C742EB09-7F2B-4630-B24D-C7D9512CA7E5}"/>
                </a:ext>
              </a:extLst>
            </p:cNvPr>
            <p:cNvSpPr>
              <a:spLocks noChangeArrowheads="1"/>
            </p:cNvSpPr>
            <p:nvPr/>
          </p:nvSpPr>
          <p:spPr bwMode="auto">
            <a:xfrm>
              <a:off x="6486525" y="3424238"/>
              <a:ext cx="12700" cy="3048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6" name="Rectangle 71">
              <a:extLst>
                <a:ext uri="{FF2B5EF4-FFF2-40B4-BE49-F238E27FC236}">
                  <a16:creationId xmlns:a16="http://schemas.microsoft.com/office/drawing/2014/main" id="{860D5C6B-6C08-4CBD-B1C9-45BAED27BF9B}"/>
                </a:ext>
              </a:extLst>
            </p:cNvPr>
            <p:cNvSpPr>
              <a:spLocks noChangeArrowheads="1"/>
            </p:cNvSpPr>
            <p:nvPr/>
          </p:nvSpPr>
          <p:spPr bwMode="auto">
            <a:xfrm>
              <a:off x="6486525" y="3729038"/>
              <a:ext cx="12700" cy="3048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7" name="Rectangle 79">
              <a:extLst>
                <a:ext uri="{FF2B5EF4-FFF2-40B4-BE49-F238E27FC236}">
                  <a16:creationId xmlns:a16="http://schemas.microsoft.com/office/drawing/2014/main" id="{FF8C20B2-F543-4538-8056-97C68C014E58}"/>
                </a:ext>
              </a:extLst>
            </p:cNvPr>
            <p:cNvSpPr>
              <a:spLocks noChangeArrowheads="1"/>
            </p:cNvSpPr>
            <p:nvPr/>
          </p:nvSpPr>
          <p:spPr bwMode="auto">
            <a:xfrm>
              <a:off x="6486525" y="4033838"/>
              <a:ext cx="12700" cy="3063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8" name="Rectangle 87">
              <a:extLst>
                <a:ext uri="{FF2B5EF4-FFF2-40B4-BE49-F238E27FC236}">
                  <a16:creationId xmlns:a16="http://schemas.microsoft.com/office/drawing/2014/main" id="{B5F3F6BB-492F-4B95-8D1A-B1A06FC102CE}"/>
                </a:ext>
              </a:extLst>
            </p:cNvPr>
            <p:cNvSpPr>
              <a:spLocks noChangeArrowheads="1"/>
            </p:cNvSpPr>
            <p:nvPr/>
          </p:nvSpPr>
          <p:spPr bwMode="auto">
            <a:xfrm>
              <a:off x="6486525" y="4319588"/>
              <a:ext cx="12700" cy="3508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9" name="Rectangle 4">
              <a:extLst>
                <a:ext uri="{FF2B5EF4-FFF2-40B4-BE49-F238E27FC236}">
                  <a16:creationId xmlns:a16="http://schemas.microsoft.com/office/drawing/2014/main" id="{BE97BAF5-9F43-4E41-B8AA-99CC47B8413E}"/>
                </a:ext>
              </a:extLst>
            </p:cNvPr>
            <p:cNvSpPr>
              <a:spLocks noChangeArrowheads="1"/>
            </p:cNvSpPr>
            <p:nvPr/>
          </p:nvSpPr>
          <p:spPr bwMode="auto">
            <a:xfrm>
              <a:off x="2520950" y="1098550"/>
              <a:ext cx="3971925" cy="11113"/>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0" name="Rectangle 5">
              <a:extLst>
                <a:ext uri="{FF2B5EF4-FFF2-40B4-BE49-F238E27FC236}">
                  <a16:creationId xmlns:a16="http://schemas.microsoft.com/office/drawing/2014/main" id="{73789902-DF4E-40B1-8267-2E357DE89569}"/>
                </a:ext>
              </a:extLst>
            </p:cNvPr>
            <p:cNvSpPr>
              <a:spLocks noChangeArrowheads="1"/>
            </p:cNvSpPr>
            <p:nvPr/>
          </p:nvSpPr>
          <p:spPr bwMode="auto">
            <a:xfrm>
              <a:off x="2495550" y="1122363"/>
              <a:ext cx="11113" cy="52228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 name="Rectangle 6">
              <a:extLst>
                <a:ext uri="{FF2B5EF4-FFF2-40B4-BE49-F238E27FC236}">
                  <a16:creationId xmlns:a16="http://schemas.microsoft.com/office/drawing/2014/main" id="{2E99C309-A8B5-4153-9A71-7F7960EF3CF3}"/>
                </a:ext>
              </a:extLst>
            </p:cNvPr>
            <p:cNvSpPr>
              <a:spLocks noChangeArrowheads="1"/>
            </p:cNvSpPr>
            <p:nvPr/>
          </p:nvSpPr>
          <p:spPr bwMode="auto">
            <a:xfrm>
              <a:off x="3562350" y="1122363"/>
              <a:ext cx="12700" cy="52228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 name="Rectangle 7">
              <a:extLst>
                <a:ext uri="{FF2B5EF4-FFF2-40B4-BE49-F238E27FC236}">
                  <a16:creationId xmlns:a16="http://schemas.microsoft.com/office/drawing/2014/main" id="{F5FC5DAC-9B27-49DB-851A-1C7457468AC8}"/>
                </a:ext>
              </a:extLst>
            </p:cNvPr>
            <p:cNvSpPr>
              <a:spLocks noChangeArrowheads="1"/>
            </p:cNvSpPr>
            <p:nvPr/>
          </p:nvSpPr>
          <p:spPr bwMode="auto">
            <a:xfrm>
              <a:off x="2665413" y="1317625"/>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 name="Rectangle 8">
              <a:extLst>
                <a:ext uri="{FF2B5EF4-FFF2-40B4-BE49-F238E27FC236}">
                  <a16:creationId xmlns:a16="http://schemas.microsoft.com/office/drawing/2014/main" id="{7E3B3BDD-5891-4520-8D21-FA978D3F76AA}"/>
                </a:ext>
              </a:extLst>
            </p:cNvPr>
            <p:cNvSpPr>
              <a:spLocks noChangeArrowheads="1"/>
            </p:cNvSpPr>
            <p:nvPr/>
          </p:nvSpPr>
          <p:spPr bwMode="auto">
            <a:xfrm>
              <a:off x="5468938" y="1122363"/>
              <a:ext cx="12700" cy="52228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 name="Rectangle 9">
              <a:extLst>
                <a:ext uri="{FF2B5EF4-FFF2-40B4-BE49-F238E27FC236}">
                  <a16:creationId xmlns:a16="http://schemas.microsoft.com/office/drawing/2014/main" id="{8A1E526B-DF4E-40BE-8B35-037F99A1F735}"/>
                </a:ext>
              </a:extLst>
            </p:cNvPr>
            <p:cNvSpPr>
              <a:spLocks noChangeArrowheads="1"/>
            </p:cNvSpPr>
            <p:nvPr/>
          </p:nvSpPr>
          <p:spPr bwMode="auto">
            <a:xfrm>
              <a:off x="4011613" y="1225550"/>
              <a:ext cx="10842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 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 name="Rectangle 11">
              <a:extLst>
                <a:ext uri="{FF2B5EF4-FFF2-40B4-BE49-F238E27FC236}">
                  <a16:creationId xmlns:a16="http://schemas.microsoft.com/office/drawing/2014/main" id="{74A6A270-99B8-43E7-8E84-EAC0F9220927}"/>
                </a:ext>
              </a:extLst>
            </p:cNvPr>
            <p:cNvSpPr>
              <a:spLocks noChangeArrowheads="1"/>
            </p:cNvSpPr>
            <p:nvPr/>
          </p:nvSpPr>
          <p:spPr bwMode="auto">
            <a:xfrm>
              <a:off x="3562350" y="1631950"/>
              <a:ext cx="1917700" cy="127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6" name="Rectangle 12">
              <a:extLst>
                <a:ext uri="{FF2B5EF4-FFF2-40B4-BE49-F238E27FC236}">
                  <a16:creationId xmlns:a16="http://schemas.microsoft.com/office/drawing/2014/main" id="{C6B06FA3-06F7-4FAC-A3D4-C56AEB4E067F}"/>
                </a:ext>
              </a:extLst>
            </p:cNvPr>
            <p:cNvSpPr>
              <a:spLocks noChangeArrowheads="1"/>
            </p:cNvSpPr>
            <p:nvPr/>
          </p:nvSpPr>
          <p:spPr bwMode="auto">
            <a:xfrm>
              <a:off x="2495550" y="1644650"/>
              <a:ext cx="11113"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7" name="Rectangle 13">
              <a:extLst>
                <a:ext uri="{FF2B5EF4-FFF2-40B4-BE49-F238E27FC236}">
                  <a16:creationId xmlns:a16="http://schemas.microsoft.com/office/drawing/2014/main" id="{7FC109A8-42DD-4C11-9357-E87340C45080}"/>
                </a:ext>
              </a:extLst>
            </p:cNvPr>
            <p:cNvSpPr>
              <a:spLocks noChangeArrowheads="1"/>
            </p:cNvSpPr>
            <p:nvPr/>
          </p:nvSpPr>
          <p:spPr bwMode="auto">
            <a:xfrm>
              <a:off x="5627688" y="1373188"/>
              <a:ext cx="704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Output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8" name="Rectangle 14">
              <a:extLst>
                <a:ext uri="{FF2B5EF4-FFF2-40B4-BE49-F238E27FC236}">
                  <a16:creationId xmlns:a16="http://schemas.microsoft.com/office/drawing/2014/main" id="{D708F072-0731-4702-8BC9-723BAD3E6082}"/>
                </a:ext>
              </a:extLst>
            </p:cNvPr>
            <p:cNvSpPr>
              <a:spLocks noChangeArrowheads="1"/>
            </p:cNvSpPr>
            <p:nvPr/>
          </p:nvSpPr>
          <p:spPr bwMode="auto">
            <a:xfrm>
              <a:off x="3562350" y="1644650"/>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9" name="Rectangle 15">
              <a:extLst>
                <a:ext uri="{FF2B5EF4-FFF2-40B4-BE49-F238E27FC236}">
                  <a16:creationId xmlns:a16="http://schemas.microsoft.com/office/drawing/2014/main" id="{B9A18BD3-9AD2-459B-82D6-0CC63CEFEF3E}"/>
                </a:ext>
              </a:extLst>
            </p:cNvPr>
            <p:cNvSpPr>
              <a:spLocks noChangeArrowheads="1"/>
            </p:cNvSpPr>
            <p:nvPr/>
          </p:nvSpPr>
          <p:spPr bwMode="auto">
            <a:xfrm>
              <a:off x="2805113" y="1652588"/>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0" name="Rectangle 16">
              <a:extLst>
                <a:ext uri="{FF2B5EF4-FFF2-40B4-BE49-F238E27FC236}">
                  <a16:creationId xmlns:a16="http://schemas.microsoft.com/office/drawing/2014/main" id="{261DC49A-6209-4088-BE88-77DE9D11AA69}"/>
                </a:ext>
              </a:extLst>
            </p:cNvPr>
            <p:cNvSpPr>
              <a:spLocks noChangeArrowheads="1"/>
            </p:cNvSpPr>
            <p:nvPr/>
          </p:nvSpPr>
          <p:spPr bwMode="auto">
            <a:xfrm>
              <a:off x="3714750" y="1743075"/>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1" name="Rectangle 17">
              <a:extLst>
                <a:ext uri="{FF2B5EF4-FFF2-40B4-BE49-F238E27FC236}">
                  <a16:creationId xmlns:a16="http://schemas.microsoft.com/office/drawing/2014/main" id="{1C31FCEB-3E93-4CFC-85FC-ECF33E86C63A}"/>
                </a:ext>
              </a:extLst>
            </p:cNvPr>
            <p:cNvSpPr>
              <a:spLocks noChangeArrowheads="1"/>
            </p:cNvSpPr>
            <p:nvPr/>
          </p:nvSpPr>
          <p:spPr bwMode="auto">
            <a:xfrm>
              <a:off x="3976688" y="1743075"/>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2" name="Rectangle 18">
              <a:extLst>
                <a:ext uri="{FF2B5EF4-FFF2-40B4-BE49-F238E27FC236}">
                  <a16:creationId xmlns:a16="http://schemas.microsoft.com/office/drawing/2014/main" id="{D6597C0C-4451-44D8-A934-67D05EE4214C}"/>
                </a:ext>
              </a:extLst>
            </p:cNvPr>
            <p:cNvSpPr>
              <a:spLocks noChangeArrowheads="1"/>
            </p:cNvSpPr>
            <p:nvPr/>
          </p:nvSpPr>
          <p:spPr bwMode="auto">
            <a:xfrm>
              <a:off x="4243388" y="17430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3" name="Rectangle 19">
              <a:extLst>
                <a:ext uri="{FF2B5EF4-FFF2-40B4-BE49-F238E27FC236}">
                  <a16:creationId xmlns:a16="http://schemas.microsoft.com/office/drawing/2014/main" id="{9EAEF7F8-587F-4D01-9BB1-61354FAEAA41}"/>
                </a:ext>
              </a:extLst>
            </p:cNvPr>
            <p:cNvSpPr>
              <a:spLocks noChangeArrowheads="1"/>
            </p:cNvSpPr>
            <p:nvPr/>
          </p:nvSpPr>
          <p:spPr bwMode="auto">
            <a:xfrm>
              <a:off x="4672013" y="1743075"/>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4" name="Rectangle 20">
              <a:extLst>
                <a:ext uri="{FF2B5EF4-FFF2-40B4-BE49-F238E27FC236}">
                  <a16:creationId xmlns:a16="http://schemas.microsoft.com/office/drawing/2014/main" id="{5C0B4033-FCCE-46C1-9301-4291304FE834}"/>
                </a:ext>
              </a:extLst>
            </p:cNvPr>
            <p:cNvSpPr>
              <a:spLocks noChangeArrowheads="1"/>
            </p:cNvSpPr>
            <p:nvPr/>
          </p:nvSpPr>
          <p:spPr bwMode="auto">
            <a:xfrm>
              <a:off x="4930775" y="1743075"/>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5" name="Rectangle 21">
              <a:extLst>
                <a:ext uri="{FF2B5EF4-FFF2-40B4-BE49-F238E27FC236}">
                  <a16:creationId xmlns:a16="http://schemas.microsoft.com/office/drawing/2014/main" id="{669984D6-4B71-45AA-B17C-747C2E7D08A8}"/>
                </a:ext>
              </a:extLst>
            </p:cNvPr>
            <p:cNvSpPr>
              <a:spLocks noChangeArrowheads="1"/>
            </p:cNvSpPr>
            <p:nvPr/>
          </p:nvSpPr>
          <p:spPr bwMode="auto">
            <a:xfrm>
              <a:off x="5468938" y="1644650"/>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6" name="Rectangle 23">
              <a:extLst>
                <a:ext uri="{FF2B5EF4-FFF2-40B4-BE49-F238E27FC236}">
                  <a16:creationId xmlns:a16="http://schemas.microsoft.com/office/drawing/2014/main" id="{1F913638-47F1-4C72-92DE-6E6E1BBB3D15}"/>
                </a:ext>
              </a:extLst>
            </p:cNvPr>
            <p:cNvSpPr>
              <a:spLocks noChangeArrowheads="1"/>
            </p:cNvSpPr>
            <p:nvPr/>
          </p:nvSpPr>
          <p:spPr bwMode="auto">
            <a:xfrm>
              <a:off x="2520950" y="2089150"/>
              <a:ext cx="3971925" cy="127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7" name="Rectangle 24">
              <a:extLst>
                <a:ext uri="{FF2B5EF4-FFF2-40B4-BE49-F238E27FC236}">
                  <a16:creationId xmlns:a16="http://schemas.microsoft.com/office/drawing/2014/main" id="{F3D7E460-5392-44A5-B21E-22F53F58AE7B}"/>
                </a:ext>
              </a:extLst>
            </p:cNvPr>
            <p:cNvSpPr>
              <a:spLocks noChangeArrowheads="1"/>
            </p:cNvSpPr>
            <p:nvPr/>
          </p:nvSpPr>
          <p:spPr bwMode="auto">
            <a:xfrm>
              <a:off x="2495550" y="2105025"/>
              <a:ext cx="11113" cy="403225"/>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8" name="Rectangle 25">
              <a:extLst>
                <a:ext uri="{FF2B5EF4-FFF2-40B4-BE49-F238E27FC236}">
                  <a16:creationId xmlns:a16="http://schemas.microsoft.com/office/drawing/2014/main" id="{6F92FD43-DF2F-4403-8D8C-8368C12B8E4A}"/>
                </a:ext>
              </a:extLst>
            </p:cNvPr>
            <p:cNvSpPr>
              <a:spLocks noChangeArrowheads="1"/>
            </p:cNvSpPr>
            <p:nvPr/>
          </p:nvSpPr>
          <p:spPr bwMode="auto">
            <a:xfrm>
              <a:off x="5197475" y="17430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9" name="Rectangle 26">
              <a:extLst>
                <a:ext uri="{FF2B5EF4-FFF2-40B4-BE49-F238E27FC236}">
                  <a16:creationId xmlns:a16="http://schemas.microsoft.com/office/drawing/2014/main" id="{C7351827-0CFC-40BC-BBB5-F6EB197D0407}"/>
                </a:ext>
              </a:extLst>
            </p:cNvPr>
            <p:cNvSpPr>
              <a:spLocks noChangeArrowheads="1"/>
            </p:cNvSpPr>
            <p:nvPr/>
          </p:nvSpPr>
          <p:spPr bwMode="auto">
            <a:xfrm>
              <a:off x="3562350" y="2105025"/>
              <a:ext cx="12700" cy="403225"/>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0" name="Rectangle 27">
              <a:extLst>
                <a:ext uri="{FF2B5EF4-FFF2-40B4-BE49-F238E27FC236}">
                  <a16:creationId xmlns:a16="http://schemas.microsoft.com/office/drawing/2014/main" id="{68C84CC2-FA27-4F3C-A02D-76C9FE025CE6}"/>
                </a:ext>
              </a:extLst>
            </p:cNvPr>
            <p:cNvSpPr>
              <a:spLocks noChangeArrowheads="1"/>
            </p:cNvSpPr>
            <p:nvPr/>
          </p:nvSpPr>
          <p:spPr bwMode="auto">
            <a:xfrm>
              <a:off x="2946400" y="2205038"/>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1" name="Rectangle 28">
              <a:extLst>
                <a:ext uri="{FF2B5EF4-FFF2-40B4-BE49-F238E27FC236}">
                  <a16:creationId xmlns:a16="http://schemas.microsoft.com/office/drawing/2014/main" id="{6BF7C977-9C44-4CD6-8430-1D782C127DEF}"/>
                </a:ext>
              </a:extLst>
            </p:cNvPr>
            <p:cNvSpPr>
              <a:spLocks noChangeArrowheads="1"/>
            </p:cNvSpPr>
            <p:nvPr/>
          </p:nvSpPr>
          <p:spPr bwMode="auto">
            <a:xfrm>
              <a:off x="3949700" y="2205038"/>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2" name="Rectangle 29">
              <a:extLst>
                <a:ext uri="{FF2B5EF4-FFF2-40B4-BE49-F238E27FC236}">
                  <a16:creationId xmlns:a16="http://schemas.microsoft.com/office/drawing/2014/main" id="{E70C5BA4-9E90-42E2-A1F2-814C7C24988E}"/>
                </a:ext>
              </a:extLst>
            </p:cNvPr>
            <p:cNvSpPr>
              <a:spLocks noChangeArrowheads="1"/>
            </p:cNvSpPr>
            <p:nvPr/>
          </p:nvSpPr>
          <p:spPr bwMode="auto">
            <a:xfrm>
              <a:off x="5468938" y="2105025"/>
              <a:ext cx="12700" cy="403225"/>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3" name="Rectangle 30">
              <a:extLst>
                <a:ext uri="{FF2B5EF4-FFF2-40B4-BE49-F238E27FC236}">
                  <a16:creationId xmlns:a16="http://schemas.microsoft.com/office/drawing/2014/main" id="{BF0F1360-7F65-4DB7-8362-4AB8DC203CEF}"/>
                </a:ext>
              </a:extLst>
            </p:cNvPr>
            <p:cNvSpPr>
              <a:spLocks noChangeArrowheads="1"/>
            </p:cNvSpPr>
            <p:nvPr/>
          </p:nvSpPr>
          <p:spPr bwMode="auto">
            <a:xfrm>
              <a:off x="4913313" y="2205038"/>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4" name="Rectangle 32">
              <a:extLst>
                <a:ext uri="{FF2B5EF4-FFF2-40B4-BE49-F238E27FC236}">
                  <a16:creationId xmlns:a16="http://schemas.microsoft.com/office/drawing/2014/main" id="{7ACCA307-5EB7-42B0-B862-C12C37E2B9FF}"/>
                </a:ext>
              </a:extLst>
            </p:cNvPr>
            <p:cNvSpPr>
              <a:spLocks noChangeArrowheads="1"/>
            </p:cNvSpPr>
            <p:nvPr/>
          </p:nvSpPr>
          <p:spPr bwMode="auto">
            <a:xfrm>
              <a:off x="2495550" y="2508250"/>
              <a:ext cx="11113" cy="3063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5" name="Rectangle 33">
              <a:extLst>
                <a:ext uri="{FF2B5EF4-FFF2-40B4-BE49-F238E27FC236}">
                  <a16:creationId xmlns:a16="http://schemas.microsoft.com/office/drawing/2014/main" id="{44838067-FB51-4A91-9996-85B66B537600}"/>
                </a:ext>
              </a:extLst>
            </p:cNvPr>
            <p:cNvSpPr>
              <a:spLocks noChangeArrowheads="1"/>
            </p:cNvSpPr>
            <p:nvPr/>
          </p:nvSpPr>
          <p:spPr bwMode="auto">
            <a:xfrm>
              <a:off x="5919788" y="220503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6" name="Rectangle 34">
              <a:extLst>
                <a:ext uri="{FF2B5EF4-FFF2-40B4-BE49-F238E27FC236}">
                  <a16:creationId xmlns:a16="http://schemas.microsoft.com/office/drawing/2014/main" id="{E1ED498F-B4CE-4A0A-946D-3F1F134D45C5}"/>
                </a:ext>
              </a:extLst>
            </p:cNvPr>
            <p:cNvSpPr>
              <a:spLocks noChangeArrowheads="1"/>
            </p:cNvSpPr>
            <p:nvPr/>
          </p:nvSpPr>
          <p:spPr bwMode="auto">
            <a:xfrm>
              <a:off x="3562350" y="2508250"/>
              <a:ext cx="12700" cy="3063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7" name="Rectangle 35">
              <a:extLst>
                <a:ext uri="{FF2B5EF4-FFF2-40B4-BE49-F238E27FC236}">
                  <a16:creationId xmlns:a16="http://schemas.microsoft.com/office/drawing/2014/main" id="{89836E46-40DF-4E20-A6C2-1998F1D34836}"/>
                </a:ext>
              </a:extLst>
            </p:cNvPr>
            <p:cNvSpPr>
              <a:spLocks noChangeArrowheads="1"/>
            </p:cNvSpPr>
            <p:nvPr/>
          </p:nvSpPr>
          <p:spPr bwMode="auto">
            <a:xfrm>
              <a:off x="2955925" y="2506663"/>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8" name="Rectangle 36">
              <a:extLst>
                <a:ext uri="{FF2B5EF4-FFF2-40B4-BE49-F238E27FC236}">
                  <a16:creationId xmlns:a16="http://schemas.microsoft.com/office/drawing/2014/main" id="{BC1C3ACE-57ED-4AB9-A38D-EC4AC4C323F3}"/>
                </a:ext>
              </a:extLst>
            </p:cNvPr>
            <p:cNvSpPr>
              <a:spLocks noChangeArrowheads="1"/>
            </p:cNvSpPr>
            <p:nvPr/>
          </p:nvSpPr>
          <p:spPr bwMode="auto">
            <a:xfrm>
              <a:off x="3957638" y="2506663"/>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9" name="Rectangle 37">
              <a:extLst>
                <a:ext uri="{FF2B5EF4-FFF2-40B4-BE49-F238E27FC236}">
                  <a16:creationId xmlns:a16="http://schemas.microsoft.com/office/drawing/2014/main" id="{2AD202A9-C775-4FBD-9C4F-6D1506FAB33C}"/>
                </a:ext>
              </a:extLst>
            </p:cNvPr>
            <p:cNvSpPr>
              <a:spLocks noChangeArrowheads="1"/>
            </p:cNvSpPr>
            <p:nvPr/>
          </p:nvSpPr>
          <p:spPr bwMode="auto">
            <a:xfrm>
              <a:off x="5468938" y="2508250"/>
              <a:ext cx="12700" cy="3063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0" name="Rectangle 38">
              <a:extLst>
                <a:ext uri="{FF2B5EF4-FFF2-40B4-BE49-F238E27FC236}">
                  <a16:creationId xmlns:a16="http://schemas.microsoft.com/office/drawing/2014/main" id="{AA5A691D-68FA-4ECA-A95D-5A8FC96DCA25}"/>
                </a:ext>
              </a:extLst>
            </p:cNvPr>
            <p:cNvSpPr>
              <a:spLocks noChangeArrowheads="1"/>
            </p:cNvSpPr>
            <p:nvPr/>
          </p:nvSpPr>
          <p:spPr bwMode="auto">
            <a:xfrm>
              <a:off x="4918075" y="2506663"/>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1" name="Rectangle 40">
              <a:extLst>
                <a:ext uri="{FF2B5EF4-FFF2-40B4-BE49-F238E27FC236}">
                  <a16:creationId xmlns:a16="http://schemas.microsoft.com/office/drawing/2014/main" id="{68608505-5437-41CD-A2C4-B3A538CCF25E}"/>
                </a:ext>
              </a:extLst>
            </p:cNvPr>
            <p:cNvSpPr>
              <a:spLocks noChangeArrowheads="1"/>
            </p:cNvSpPr>
            <p:nvPr/>
          </p:nvSpPr>
          <p:spPr bwMode="auto">
            <a:xfrm>
              <a:off x="2495550" y="2814638"/>
              <a:ext cx="11113"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2" name="Rectangle 41">
              <a:extLst>
                <a:ext uri="{FF2B5EF4-FFF2-40B4-BE49-F238E27FC236}">
                  <a16:creationId xmlns:a16="http://schemas.microsoft.com/office/drawing/2014/main" id="{751092BB-8D4A-40EE-B4A5-9896200BEFFC}"/>
                </a:ext>
              </a:extLst>
            </p:cNvPr>
            <p:cNvSpPr>
              <a:spLocks noChangeArrowheads="1"/>
            </p:cNvSpPr>
            <p:nvPr/>
          </p:nvSpPr>
          <p:spPr bwMode="auto">
            <a:xfrm>
              <a:off x="5921375" y="25066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3" name="Rectangle 42">
              <a:extLst>
                <a:ext uri="{FF2B5EF4-FFF2-40B4-BE49-F238E27FC236}">
                  <a16:creationId xmlns:a16="http://schemas.microsoft.com/office/drawing/2014/main" id="{B2E8DC25-513F-433C-8193-4822219F75E7}"/>
                </a:ext>
              </a:extLst>
            </p:cNvPr>
            <p:cNvSpPr>
              <a:spLocks noChangeArrowheads="1"/>
            </p:cNvSpPr>
            <p:nvPr/>
          </p:nvSpPr>
          <p:spPr bwMode="auto">
            <a:xfrm>
              <a:off x="3562350" y="2814638"/>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4" name="Rectangle 43">
              <a:extLst>
                <a:ext uri="{FF2B5EF4-FFF2-40B4-BE49-F238E27FC236}">
                  <a16:creationId xmlns:a16="http://schemas.microsoft.com/office/drawing/2014/main" id="{6650CFDC-40CC-4E89-B675-19E189F5741D}"/>
                </a:ext>
              </a:extLst>
            </p:cNvPr>
            <p:cNvSpPr>
              <a:spLocks noChangeArrowheads="1"/>
            </p:cNvSpPr>
            <p:nvPr/>
          </p:nvSpPr>
          <p:spPr bwMode="auto">
            <a:xfrm>
              <a:off x="2955925" y="2811463"/>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5" name="Rectangle 44">
              <a:extLst>
                <a:ext uri="{FF2B5EF4-FFF2-40B4-BE49-F238E27FC236}">
                  <a16:creationId xmlns:a16="http://schemas.microsoft.com/office/drawing/2014/main" id="{3B8C9A66-D0D8-4C0E-9A6E-F8C98EDE7F4B}"/>
                </a:ext>
              </a:extLst>
            </p:cNvPr>
            <p:cNvSpPr>
              <a:spLocks noChangeArrowheads="1"/>
            </p:cNvSpPr>
            <p:nvPr/>
          </p:nvSpPr>
          <p:spPr bwMode="auto">
            <a:xfrm>
              <a:off x="3957638" y="2811463"/>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6" name="Rectangle 45">
              <a:extLst>
                <a:ext uri="{FF2B5EF4-FFF2-40B4-BE49-F238E27FC236}">
                  <a16:creationId xmlns:a16="http://schemas.microsoft.com/office/drawing/2014/main" id="{6C2FC4A0-BF1C-455A-9058-F3137BEB12C9}"/>
                </a:ext>
              </a:extLst>
            </p:cNvPr>
            <p:cNvSpPr>
              <a:spLocks noChangeArrowheads="1"/>
            </p:cNvSpPr>
            <p:nvPr/>
          </p:nvSpPr>
          <p:spPr bwMode="auto">
            <a:xfrm>
              <a:off x="5468938" y="2814638"/>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7" name="Rectangle 46">
              <a:extLst>
                <a:ext uri="{FF2B5EF4-FFF2-40B4-BE49-F238E27FC236}">
                  <a16:creationId xmlns:a16="http://schemas.microsoft.com/office/drawing/2014/main" id="{344ABE53-2E18-4056-8958-490378BD889C}"/>
                </a:ext>
              </a:extLst>
            </p:cNvPr>
            <p:cNvSpPr>
              <a:spLocks noChangeArrowheads="1"/>
            </p:cNvSpPr>
            <p:nvPr/>
          </p:nvSpPr>
          <p:spPr bwMode="auto">
            <a:xfrm>
              <a:off x="4911725" y="2811463"/>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8" name="Rectangle 48">
              <a:extLst>
                <a:ext uri="{FF2B5EF4-FFF2-40B4-BE49-F238E27FC236}">
                  <a16:creationId xmlns:a16="http://schemas.microsoft.com/office/drawing/2014/main" id="{72C57B34-A5D2-429A-BE53-1CA7433AEF83}"/>
                </a:ext>
              </a:extLst>
            </p:cNvPr>
            <p:cNvSpPr>
              <a:spLocks noChangeArrowheads="1"/>
            </p:cNvSpPr>
            <p:nvPr/>
          </p:nvSpPr>
          <p:spPr bwMode="auto">
            <a:xfrm>
              <a:off x="2495550" y="3119438"/>
              <a:ext cx="11113"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9" name="Rectangle 49">
              <a:extLst>
                <a:ext uri="{FF2B5EF4-FFF2-40B4-BE49-F238E27FC236}">
                  <a16:creationId xmlns:a16="http://schemas.microsoft.com/office/drawing/2014/main" id="{DC62E995-7DD0-485A-AFA2-59A79AC918A3}"/>
                </a:ext>
              </a:extLst>
            </p:cNvPr>
            <p:cNvSpPr>
              <a:spLocks noChangeArrowheads="1"/>
            </p:cNvSpPr>
            <p:nvPr/>
          </p:nvSpPr>
          <p:spPr bwMode="auto">
            <a:xfrm>
              <a:off x="5921375" y="28114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0" name="Rectangle 50">
              <a:extLst>
                <a:ext uri="{FF2B5EF4-FFF2-40B4-BE49-F238E27FC236}">
                  <a16:creationId xmlns:a16="http://schemas.microsoft.com/office/drawing/2014/main" id="{5593DB00-CAFF-42E6-834C-B5BE2C61DB50}"/>
                </a:ext>
              </a:extLst>
            </p:cNvPr>
            <p:cNvSpPr>
              <a:spLocks noChangeArrowheads="1"/>
            </p:cNvSpPr>
            <p:nvPr/>
          </p:nvSpPr>
          <p:spPr bwMode="auto">
            <a:xfrm>
              <a:off x="3562350" y="3119438"/>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1" name="Rectangle 51">
              <a:extLst>
                <a:ext uri="{FF2B5EF4-FFF2-40B4-BE49-F238E27FC236}">
                  <a16:creationId xmlns:a16="http://schemas.microsoft.com/office/drawing/2014/main" id="{45F86E36-A548-4588-B381-89BC5D6ADBB9}"/>
                </a:ext>
              </a:extLst>
            </p:cNvPr>
            <p:cNvSpPr>
              <a:spLocks noChangeArrowheads="1"/>
            </p:cNvSpPr>
            <p:nvPr/>
          </p:nvSpPr>
          <p:spPr bwMode="auto">
            <a:xfrm>
              <a:off x="2946400" y="311785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2" name="Rectangle 52">
              <a:extLst>
                <a:ext uri="{FF2B5EF4-FFF2-40B4-BE49-F238E27FC236}">
                  <a16:creationId xmlns:a16="http://schemas.microsoft.com/office/drawing/2014/main" id="{240BCAE9-F6D7-4898-B63C-9FC3AD87A619}"/>
                </a:ext>
              </a:extLst>
            </p:cNvPr>
            <p:cNvSpPr>
              <a:spLocks noChangeArrowheads="1"/>
            </p:cNvSpPr>
            <p:nvPr/>
          </p:nvSpPr>
          <p:spPr bwMode="auto">
            <a:xfrm>
              <a:off x="3949700" y="311785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3" name="Rectangle 53">
              <a:extLst>
                <a:ext uri="{FF2B5EF4-FFF2-40B4-BE49-F238E27FC236}">
                  <a16:creationId xmlns:a16="http://schemas.microsoft.com/office/drawing/2014/main" id="{485A081A-DB33-466D-AD1F-B93A9F2EA56D}"/>
                </a:ext>
              </a:extLst>
            </p:cNvPr>
            <p:cNvSpPr>
              <a:spLocks noChangeArrowheads="1"/>
            </p:cNvSpPr>
            <p:nvPr/>
          </p:nvSpPr>
          <p:spPr bwMode="auto">
            <a:xfrm>
              <a:off x="5468938" y="3119438"/>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4" name="Rectangle 54">
              <a:extLst>
                <a:ext uri="{FF2B5EF4-FFF2-40B4-BE49-F238E27FC236}">
                  <a16:creationId xmlns:a16="http://schemas.microsoft.com/office/drawing/2014/main" id="{676260E6-A6C1-41A0-87C3-8D06A1EBDFCC}"/>
                </a:ext>
              </a:extLst>
            </p:cNvPr>
            <p:cNvSpPr>
              <a:spLocks noChangeArrowheads="1"/>
            </p:cNvSpPr>
            <p:nvPr/>
          </p:nvSpPr>
          <p:spPr bwMode="auto">
            <a:xfrm>
              <a:off x="4919663" y="3117850"/>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5" name="Rectangle 56">
              <a:extLst>
                <a:ext uri="{FF2B5EF4-FFF2-40B4-BE49-F238E27FC236}">
                  <a16:creationId xmlns:a16="http://schemas.microsoft.com/office/drawing/2014/main" id="{FEC3F6A8-60D4-4F7E-A42B-D505EC2FA0AD}"/>
                </a:ext>
              </a:extLst>
            </p:cNvPr>
            <p:cNvSpPr>
              <a:spLocks noChangeArrowheads="1"/>
            </p:cNvSpPr>
            <p:nvPr/>
          </p:nvSpPr>
          <p:spPr bwMode="auto">
            <a:xfrm>
              <a:off x="2495550" y="3424238"/>
              <a:ext cx="11113"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6" name="Rectangle 57">
              <a:extLst>
                <a:ext uri="{FF2B5EF4-FFF2-40B4-BE49-F238E27FC236}">
                  <a16:creationId xmlns:a16="http://schemas.microsoft.com/office/drawing/2014/main" id="{9A4292C9-9C75-4367-A69F-9A4330C8B7B0}"/>
                </a:ext>
              </a:extLst>
            </p:cNvPr>
            <p:cNvSpPr>
              <a:spLocks noChangeArrowheads="1"/>
            </p:cNvSpPr>
            <p:nvPr/>
          </p:nvSpPr>
          <p:spPr bwMode="auto">
            <a:xfrm>
              <a:off x="5916613" y="311785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3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7" name="Rectangle 58">
              <a:extLst>
                <a:ext uri="{FF2B5EF4-FFF2-40B4-BE49-F238E27FC236}">
                  <a16:creationId xmlns:a16="http://schemas.microsoft.com/office/drawing/2014/main" id="{21143898-7D3A-4078-B571-1F1ABDFC5FF3}"/>
                </a:ext>
              </a:extLst>
            </p:cNvPr>
            <p:cNvSpPr>
              <a:spLocks noChangeArrowheads="1"/>
            </p:cNvSpPr>
            <p:nvPr/>
          </p:nvSpPr>
          <p:spPr bwMode="auto">
            <a:xfrm>
              <a:off x="3562350" y="3424238"/>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8" name="Rectangle 59">
              <a:extLst>
                <a:ext uri="{FF2B5EF4-FFF2-40B4-BE49-F238E27FC236}">
                  <a16:creationId xmlns:a16="http://schemas.microsoft.com/office/drawing/2014/main" id="{2BFE3319-B295-4352-8D8E-81A0FBEF8687}"/>
                </a:ext>
              </a:extLst>
            </p:cNvPr>
            <p:cNvSpPr>
              <a:spLocks noChangeArrowheads="1"/>
            </p:cNvSpPr>
            <p:nvPr/>
          </p:nvSpPr>
          <p:spPr bwMode="auto">
            <a:xfrm>
              <a:off x="2962275" y="3419475"/>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9" name="Rectangle 60">
              <a:extLst>
                <a:ext uri="{FF2B5EF4-FFF2-40B4-BE49-F238E27FC236}">
                  <a16:creationId xmlns:a16="http://schemas.microsoft.com/office/drawing/2014/main" id="{C391BB01-04BB-4604-819C-A173A46DF0DB}"/>
                </a:ext>
              </a:extLst>
            </p:cNvPr>
            <p:cNvSpPr>
              <a:spLocks noChangeArrowheads="1"/>
            </p:cNvSpPr>
            <p:nvPr/>
          </p:nvSpPr>
          <p:spPr bwMode="auto">
            <a:xfrm>
              <a:off x="3965575" y="3419475"/>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90" name="Rectangle 61">
              <a:extLst>
                <a:ext uri="{FF2B5EF4-FFF2-40B4-BE49-F238E27FC236}">
                  <a16:creationId xmlns:a16="http://schemas.microsoft.com/office/drawing/2014/main" id="{FAECB8D8-C8DD-4948-BA1A-769516EFA8FF}"/>
                </a:ext>
              </a:extLst>
            </p:cNvPr>
            <p:cNvSpPr>
              <a:spLocks noChangeArrowheads="1"/>
            </p:cNvSpPr>
            <p:nvPr/>
          </p:nvSpPr>
          <p:spPr bwMode="auto">
            <a:xfrm>
              <a:off x="5468938" y="3424238"/>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91" name="Rectangle 62">
              <a:extLst>
                <a:ext uri="{FF2B5EF4-FFF2-40B4-BE49-F238E27FC236}">
                  <a16:creationId xmlns:a16="http://schemas.microsoft.com/office/drawing/2014/main" id="{15112D22-4537-4757-8AEE-BF4963B80238}"/>
                </a:ext>
              </a:extLst>
            </p:cNvPr>
            <p:cNvSpPr>
              <a:spLocks noChangeArrowheads="1"/>
            </p:cNvSpPr>
            <p:nvPr/>
          </p:nvSpPr>
          <p:spPr bwMode="auto">
            <a:xfrm>
              <a:off x="4927600" y="341947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92" name="Rectangle 64">
              <a:extLst>
                <a:ext uri="{FF2B5EF4-FFF2-40B4-BE49-F238E27FC236}">
                  <a16:creationId xmlns:a16="http://schemas.microsoft.com/office/drawing/2014/main" id="{AB4CE6D7-9FCE-4556-8A20-0DC74315B177}"/>
                </a:ext>
              </a:extLst>
            </p:cNvPr>
            <p:cNvSpPr>
              <a:spLocks noChangeArrowheads="1"/>
            </p:cNvSpPr>
            <p:nvPr/>
          </p:nvSpPr>
          <p:spPr bwMode="auto">
            <a:xfrm>
              <a:off x="2495550" y="3729038"/>
              <a:ext cx="11113"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93" name="Rectangle 65">
              <a:extLst>
                <a:ext uri="{FF2B5EF4-FFF2-40B4-BE49-F238E27FC236}">
                  <a16:creationId xmlns:a16="http://schemas.microsoft.com/office/drawing/2014/main" id="{7E10420A-BD72-4957-AEA0-A9065F5DDC76}"/>
                </a:ext>
              </a:extLst>
            </p:cNvPr>
            <p:cNvSpPr>
              <a:spLocks noChangeArrowheads="1"/>
            </p:cNvSpPr>
            <p:nvPr/>
          </p:nvSpPr>
          <p:spPr bwMode="auto">
            <a:xfrm>
              <a:off x="5916613" y="34194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4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94" name="Rectangle 66">
              <a:extLst>
                <a:ext uri="{FF2B5EF4-FFF2-40B4-BE49-F238E27FC236}">
                  <a16:creationId xmlns:a16="http://schemas.microsoft.com/office/drawing/2014/main" id="{8C475FD9-C133-4D43-B24E-3CDB2870B50C}"/>
                </a:ext>
              </a:extLst>
            </p:cNvPr>
            <p:cNvSpPr>
              <a:spLocks noChangeArrowheads="1"/>
            </p:cNvSpPr>
            <p:nvPr/>
          </p:nvSpPr>
          <p:spPr bwMode="auto">
            <a:xfrm>
              <a:off x="3562350" y="3729038"/>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95" name="Rectangle 67">
              <a:extLst>
                <a:ext uri="{FF2B5EF4-FFF2-40B4-BE49-F238E27FC236}">
                  <a16:creationId xmlns:a16="http://schemas.microsoft.com/office/drawing/2014/main" id="{C2C1068D-6D22-47B4-8BC7-A3FC19FFA308}"/>
                </a:ext>
              </a:extLst>
            </p:cNvPr>
            <p:cNvSpPr>
              <a:spLocks noChangeArrowheads="1"/>
            </p:cNvSpPr>
            <p:nvPr/>
          </p:nvSpPr>
          <p:spPr bwMode="auto">
            <a:xfrm>
              <a:off x="2967038" y="3725863"/>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96" name="Rectangle 68">
              <a:extLst>
                <a:ext uri="{FF2B5EF4-FFF2-40B4-BE49-F238E27FC236}">
                  <a16:creationId xmlns:a16="http://schemas.microsoft.com/office/drawing/2014/main" id="{225E1752-7675-499F-B527-D9F215510ACD}"/>
                </a:ext>
              </a:extLst>
            </p:cNvPr>
            <p:cNvSpPr>
              <a:spLocks noChangeArrowheads="1"/>
            </p:cNvSpPr>
            <p:nvPr/>
          </p:nvSpPr>
          <p:spPr bwMode="auto">
            <a:xfrm>
              <a:off x="3971925" y="3725863"/>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97" name="Rectangle 69">
              <a:extLst>
                <a:ext uri="{FF2B5EF4-FFF2-40B4-BE49-F238E27FC236}">
                  <a16:creationId xmlns:a16="http://schemas.microsoft.com/office/drawing/2014/main" id="{BE7829C8-D973-4818-857C-3943FD2639DE}"/>
                </a:ext>
              </a:extLst>
            </p:cNvPr>
            <p:cNvSpPr>
              <a:spLocks noChangeArrowheads="1"/>
            </p:cNvSpPr>
            <p:nvPr/>
          </p:nvSpPr>
          <p:spPr bwMode="auto">
            <a:xfrm>
              <a:off x="5468938" y="3729038"/>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98" name="Rectangle 70">
              <a:extLst>
                <a:ext uri="{FF2B5EF4-FFF2-40B4-BE49-F238E27FC236}">
                  <a16:creationId xmlns:a16="http://schemas.microsoft.com/office/drawing/2014/main" id="{1A33FB53-19AE-476D-9BD7-6FCF440EE4A4}"/>
                </a:ext>
              </a:extLst>
            </p:cNvPr>
            <p:cNvSpPr>
              <a:spLocks noChangeArrowheads="1"/>
            </p:cNvSpPr>
            <p:nvPr/>
          </p:nvSpPr>
          <p:spPr bwMode="auto">
            <a:xfrm>
              <a:off x="4910138" y="3725863"/>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99" name="Rectangle 72">
              <a:extLst>
                <a:ext uri="{FF2B5EF4-FFF2-40B4-BE49-F238E27FC236}">
                  <a16:creationId xmlns:a16="http://schemas.microsoft.com/office/drawing/2014/main" id="{BDEF900B-FD9B-4473-8B05-93AFD66D8524}"/>
                </a:ext>
              </a:extLst>
            </p:cNvPr>
            <p:cNvSpPr>
              <a:spLocks noChangeArrowheads="1"/>
            </p:cNvSpPr>
            <p:nvPr/>
          </p:nvSpPr>
          <p:spPr bwMode="auto">
            <a:xfrm>
              <a:off x="2495550" y="4033838"/>
              <a:ext cx="11113" cy="30638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00" name="Rectangle 73">
              <a:extLst>
                <a:ext uri="{FF2B5EF4-FFF2-40B4-BE49-F238E27FC236}">
                  <a16:creationId xmlns:a16="http://schemas.microsoft.com/office/drawing/2014/main" id="{A6E6ED91-7411-408C-85D0-6D8C1AA30ADE}"/>
                </a:ext>
              </a:extLst>
            </p:cNvPr>
            <p:cNvSpPr>
              <a:spLocks noChangeArrowheads="1"/>
            </p:cNvSpPr>
            <p:nvPr/>
          </p:nvSpPr>
          <p:spPr bwMode="auto">
            <a:xfrm>
              <a:off x="5919788" y="37258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5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01" name="Rectangle 74">
              <a:extLst>
                <a:ext uri="{FF2B5EF4-FFF2-40B4-BE49-F238E27FC236}">
                  <a16:creationId xmlns:a16="http://schemas.microsoft.com/office/drawing/2014/main" id="{1CCF60AD-E2D3-4300-9642-51168BA3C76C}"/>
                </a:ext>
              </a:extLst>
            </p:cNvPr>
            <p:cNvSpPr>
              <a:spLocks noChangeArrowheads="1"/>
            </p:cNvSpPr>
            <p:nvPr/>
          </p:nvSpPr>
          <p:spPr bwMode="auto">
            <a:xfrm>
              <a:off x="3562350" y="4033838"/>
              <a:ext cx="12700" cy="30638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02" name="Rectangle 75">
              <a:extLst>
                <a:ext uri="{FF2B5EF4-FFF2-40B4-BE49-F238E27FC236}">
                  <a16:creationId xmlns:a16="http://schemas.microsoft.com/office/drawing/2014/main" id="{6513FE8B-58A8-4BD9-AF2E-A33DAE464B2E}"/>
                </a:ext>
              </a:extLst>
            </p:cNvPr>
            <p:cNvSpPr>
              <a:spLocks noChangeArrowheads="1"/>
            </p:cNvSpPr>
            <p:nvPr/>
          </p:nvSpPr>
          <p:spPr bwMode="auto">
            <a:xfrm>
              <a:off x="2946400" y="4030663"/>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03" name="Rectangle 76">
              <a:extLst>
                <a:ext uri="{FF2B5EF4-FFF2-40B4-BE49-F238E27FC236}">
                  <a16:creationId xmlns:a16="http://schemas.microsoft.com/office/drawing/2014/main" id="{25078B0C-093F-4A94-B6F7-C412082534FE}"/>
                </a:ext>
              </a:extLst>
            </p:cNvPr>
            <p:cNvSpPr>
              <a:spLocks noChangeArrowheads="1"/>
            </p:cNvSpPr>
            <p:nvPr/>
          </p:nvSpPr>
          <p:spPr bwMode="auto">
            <a:xfrm>
              <a:off x="3949700" y="4030663"/>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04" name="Rectangle 77">
              <a:extLst>
                <a:ext uri="{FF2B5EF4-FFF2-40B4-BE49-F238E27FC236}">
                  <a16:creationId xmlns:a16="http://schemas.microsoft.com/office/drawing/2014/main" id="{E79AF107-C60E-4D05-A673-75DF0D29D27F}"/>
                </a:ext>
              </a:extLst>
            </p:cNvPr>
            <p:cNvSpPr>
              <a:spLocks noChangeArrowheads="1"/>
            </p:cNvSpPr>
            <p:nvPr/>
          </p:nvSpPr>
          <p:spPr bwMode="auto">
            <a:xfrm>
              <a:off x="5468938" y="4033838"/>
              <a:ext cx="12700" cy="30638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05" name="Rectangle 78">
              <a:extLst>
                <a:ext uri="{FF2B5EF4-FFF2-40B4-BE49-F238E27FC236}">
                  <a16:creationId xmlns:a16="http://schemas.microsoft.com/office/drawing/2014/main" id="{2E3096F3-6CC2-46B5-9B57-EAC0D14791F0}"/>
                </a:ext>
              </a:extLst>
            </p:cNvPr>
            <p:cNvSpPr>
              <a:spLocks noChangeArrowheads="1"/>
            </p:cNvSpPr>
            <p:nvPr/>
          </p:nvSpPr>
          <p:spPr bwMode="auto">
            <a:xfrm>
              <a:off x="4908550" y="4030663"/>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H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06" name="Rectangle 80">
              <a:extLst>
                <a:ext uri="{FF2B5EF4-FFF2-40B4-BE49-F238E27FC236}">
                  <a16:creationId xmlns:a16="http://schemas.microsoft.com/office/drawing/2014/main" id="{4FBEC965-4EB3-42E2-A5AF-F939E386A942}"/>
                </a:ext>
              </a:extLst>
            </p:cNvPr>
            <p:cNvSpPr>
              <a:spLocks noChangeArrowheads="1"/>
            </p:cNvSpPr>
            <p:nvPr/>
          </p:nvSpPr>
          <p:spPr bwMode="auto">
            <a:xfrm>
              <a:off x="2495550" y="4319588"/>
              <a:ext cx="11113" cy="3508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07" name="Rectangle 81">
              <a:extLst>
                <a:ext uri="{FF2B5EF4-FFF2-40B4-BE49-F238E27FC236}">
                  <a16:creationId xmlns:a16="http://schemas.microsoft.com/office/drawing/2014/main" id="{09B06563-C38F-47C6-A117-784C600D08F0}"/>
                </a:ext>
              </a:extLst>
            </p:cNvPr>
            <p:cNvSpPr>
              <a:spLocks noChangeArrowheads="1"/>
            </p:cNvSpPr>
            <p:nvPr/>
          </p:nvSpPr>
          <p:spPr bwMode="auto">
            <a:xfrm>
              <a:off x="5918200" y="40306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6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08" name="Rectangle 82">
              <a:extLst>
                <a:ext uri="{FF2B5EF4-FFF2-40B4-BE49-F238E27FC236}">
                  <a16:creationId xmlns:a16="http://schemas.microsoft.com/office/drawing/2014/main" id="{71E0B870-C679-474B-A9E9-56154291E6B6}"/>
                </a:ext>
              </a:extLst>
            </p:cNvPr>
            <p:cNvSpPr>
              <a:spLocks noChangeArrowheads="1"/>
            </p:cNvSpPr>
            <p:nvPr/>
          </p:nvSpPr>
          <p:spPr bwMode="auto">
            <a:xfrm>
              <a:off x="3562350" y="4319588"/>
              <a:ext cx="12700" cy="3508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09" name="Rectangle 83">
              <a:extLst>
                <a:ext uri="{FF2B5EF4-FFF2-40B4-BE49-F238E27FC236}">
                  <a16:creationId xmlns:a16="http://schemas.microsoft.com/office/drawing/2014/main" id="{F3767FEE-FEF2-4D5E-9576-E2143CE2BFA9}"/>
                </a:ext>
              </a:extLst>
            </p:cNvPr>
            <p:cNvSpPr>
              <a:spLocks noChangeArrowheads="1"/>
            </p:cNvSpPr>
            <p:nvPr/>
          </p:nvSpPr>
          <p:spPr bwMode="auto">
            <a:xfrm>
              <a:off x="2946400" y="4332288"/>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H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10" name="Rectangle 84">
              <a:extLst>
                <a:ext uri="{FF2B5EF4-FFF2-40B4-BE49-F238E27FC236}">
                  <a16:creationId xmlns:a16="http://schemas.microsoft.com/office/drawing/2014/main" id="{4C526025-8A8D-44AF-B5F6-82F24276AC78}"/>
                </a:ext>
              </a:extLst>
            </p:cNvPr>
            <p:cNvSpPr>
              <a:spLocks noChangeArrowheads="1"/>
            </p:cNvSpPr>
            <p:nvPr/>
          </p:nvSpPr>
          <p:spPr bwMode="auto">
            <a:xfrm>
              <a:off x="3949700" y="4332288"/>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H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11" name="Rectangle 85">
              <a:extLst>
                <a:ext uri="{FF2B5EF4-FFF2-40B4-BE49-F238E27FC236}">
                  <a16:creationId xmlns:a16="http://schemas.microsoft.com/office/drawing/2014/main" id="{0211A79A-C6D2-450E-96B1-49D5456BBE3A}"/>
                </a:ext>
              </a:extLst>
            </p:cNvPr>
            <p:cNvSpPr>
              <a:spLocks noChangeArrowheads="1"/>
            </p:cNvSpPr>
            <p:nvPr/>
          </p:nvSpPr>
          <p:spPr bwMode="auto">
            <a:xfrm>
              <a:off x="5468938" y="4319588"/>
              <a:ext cx="12700" cy="3508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12" name="Rectangle 86">
              <a:extLst>
                <a:ext uri="{FF2B5EF4-FFF2-40B4-BE49-F238E27FC236}">
                  <a16:creationId xmlns:a16="http://schemas.microsoft.com/office/drawing/2014/main" id="{E9FAAF65-7002-44EF-AA05-B4098E6ADDC4}"/>
                </a:ext>
              </a:extLst>
            </p:cNvPr>
            <p:cNvSpPr>
              <a:spLocks noChangeArrowheads="1"/>
            </p:cNvSpPr>
            <p:nvPr/>
          </p:nvSpPr>
          <p:spPr bwMode="auto">
            <a:xfrm>
              <a:off x="4908550" y="4332288"/>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13" name="Rectangle 88">
              <a:extLst>
                <a:ext uri="{FF2B5EF4-FFF2-40B4-BE49-F238E27FC236}">
                  <a16:creationId xmlns:a16="http://schemas.microsoft.com/office/drawing/2014/main" id="{E0995A81-AF70-489B-9C47-CB0EAECE96FD}"/>
                </a:ext>
              </a:extLst>
            </p:cNvPr>
            <p:cNvSpPr>
              <a:spLocks noChangeArrowheads="1"/>
            </p:cNvSpPr>
            <p:nvPr/>
          </p:nvSpPr>
          <p:spPr bwMode="auto">
            <a:xfrm>
              <a:off x="2520950" y="4683125"/>
              <a:ext cx="3971925" cy="127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14" name="Rectangle 89">
              <a:extLst>
                <a:ext uri="{FF2B5EF4-FFF2-40B4-BE49-F238E27FC236}">
                  <a16:creationId xmlns:a16="http://schemas.microsoft.com/office/drawing/2014/main" id="{29D108DA-1886-491C-9A7F-C288F5E3C1A5}"/>
                </a:ext>
              </a:extLst>
            </p:cNvPr>
            <p:cNvSpPr>
              <a:spLocks noChangeArrowheads="1"/>
            </p:cNvSpPr>
            <p:nvPr/>
          </p:nvSpPr>
          <p:spPr bwMode="auto">
            <a:xfrm>
              <a:off x="5918200" y="43322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7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216" name="TextBox 215">
            <a:extLst>
              <a:ext uri="{FF2B5EF4-FFF2-40B4-BE49-F238E27FC236}">
                <a16:creationId xmlns:a16="http://schemas.microsoft.com/office/drawing/2014/main" id="{A875B5F5-8B19-4BF4-AD9A-88BFC564B1D5}"/>
              </a:ext>
            </a:extLst>
          </p:cNvPr>
          <p:cNvSpPr txBox="1"/>
          <p:nvPr/>
        </p:nvSpPr>
        <p:spPr>
          <a:xfrm>
            <a:off x="5236356" y="986284"/>
            <a:ext cx="3256938" cy="461665"/>
          </a:xfrm>
          <a:prstGeom prst="rect">
            <a:avLst/>
          </a:prstGeom>
          <a:noFill/>
        </p:spPr>
        <p:txBody>
          <a:bodyPr wrap="square">
            <a:spAutoFit/>
          </a:bodyPr>
          <a:lstStyle/>
          <a:p>
            <a:r>
              <a:rPr kumimoji="0" lang="en-US" altLang="en-US" sz="24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State-assigned table </a:t>
            </a:r>
            <a:endParaRPr lang="en-US" dirty="0"/>
          </a:p>
        </p:txBody>
      </p:sp>
      <p:sp>
        <p:nvSpPr>
          <p:cNvPr id="217" name="TextBox 216">
            <a:extLst>
              <a:ext uri="{FF2B5EF4-FFF2-40B4-BE49-F238E27FC236}">
                <a16:creationId xmlns:a16="http://schemas.microsoft.com/office/drawing/2014/main" id="{410D75F2-45BE-4345-A91C-0EB7A3E99937}"/>
              </a:ext>
            </a:extLst>
          </p:cNvPr>
          <p:cNvSpPr txBox="1"/>
          <p:nvPr/>
        </p:nvSpPr>
        <p:spPr>
          <a:xfrm>
            <a:off x="5231942" y="986284"/>
            <a:ext cx="3256938" cy="461665"/>
          </a:xfrm>
          <a:prstGeom prst="rect">
            <a:avLst/>
          </a:prstGeom>
          <a:noFill/>
        </p:spPr>
        <p:txBody>
          <a:bodyPr wrap="square">
            <a:spAutoFit/>
          </a:bodyPr>
          <a:lstStyle/>
          <a:p>
            <a:r>
              <a:rPr kumimoji="0" lang="en-US" altLang="en-US" sz="24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State-assigned table </a:t>
            </a:r>
            <a:endParaRPr lang="en-US" dirty="0"/>
          </a:p>
        </p:txBody>
      </p:sp>
      <p:sp>
        <p:nvSpPr>
          <p:cNvPr id="218" name="TextBox 217">
            <a:extLst>
              <a:ext uri="{FF2B5EF4-FFF2-40B4-BE49-F238E27FC236}">
                <a16:creationId xmlns:a16="http://schemas.microsoft.com/office/drawing/2014/main" id="{9CDC2DAC-111C-4FF5-8C8B-1BF14BCFA0FE}"/>
              </a:ext>
            </a:extLst>
          </p:cNvPr>
          <p:cNvSpPr txBox="1"/>
          <p:nvPr/>
        </p:nvSpPr>
        <p:spPr>
          <a:xfrm>
            <a:off x="770814" y="1449361"/>
            <a:ext cx="3256938" cy="461665"/>
          </a:xfrm>
          <a:prstGeom prst="rect">
            <a:avLst/>
          </a:prstGeom>
          <a:noFill/>
        </p:spPr>
        <p:txBody>
          <a:bodyPr wrap="square">
            <a:spAutoFit/>
          </a:bodyPr>
          <a:lstStyle/>
          <a:p>
            <a:r>
              <a:rPr kumimoji="0" lang="en-US" altLang="en-US" sz="24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State table </a:t>
            </a:r>
            <a:endParaRPr lang="en-US" dirty="0"/>
          </a:p>
        </p:txBody>
      </p:sp>
      <mc:AlternateContent xmlns:mc="http://schemas.openxmlformats.org/markup-compatibility/2006" xmlns:p14="http://schemas.microsoft.com/office/powerpoint/2010/main">
        <mc:Choice Requires="p14">
          <p:contentPart p14:bwMode="auto" r:id="rId2">
            <p14:nvContentPartPr>
              <p14:cNvPr id="2" name="Ink 1">
                <a:extLst>
                  <a:ext uri="{FF2B5EF4-FFF2-40B4-BE49-F238E27FC236}">
                    <a16:creationId xmlns:a16="http://schemas.microsoft.com/office/drawing/2014/main" id="{54E6BB25-0EED-4CFD-AF5A-98A6B141D4A1}"/>
                  </a:ext>
                </a:extLst>
              </p14:cNvPr>
              <p14:cNvContentPartPr/>
              <p14:nvPr/>
            </p14:nvContentPartPr>
            <p14:xfrm>
              <a:off x="5164920" y="1741320"/>
              <a:ext cx="3835440" cy="1278720"/>
            </p14:xfrm>
          </p:contentPart>
        </mc:Choice>
        <mc:Fallback xmlns="">
          <p:pic>
            <p:nvPicPr>
              <p:cNvPr id="2" name="Ink 1">
                <a:extLst>
                  <a:ext uri="{FF2B5EF4-FFF2-40B4-BE49-F238E27FC236}">
                    <a16:creationId xmlns:a16="http://schemas.microsoft.com/office/drawing/2014/main" id="{54E6BB25-0EED-4CFD-AF5A-98A6B141D4A1}"/>
                  </a:ext>
                </a:extLst>
              </p:cNvPr>
              <p:cNvPicPr/>
              <p:nvPr/>
            </p:nvPicPr>
            <p:blipFill>
              <a:blip r:embed="rId3"/>
              <a:stretch>
                <a:fillRect/>
              </a:stretch>
            </p:blipFill>
            <p:spPr>
              <a:xfrm>
                <a:off x="5155560" y="1731960"/>
                <a:ext cx="3854160" cy="1297440"/>
              </a:xfrm>
              <a:prstGeom prst="rect">
                <a:avLst/>
              </a:prstGeom>
            </p:spPr>
          </p:pic>
        </mc:Fallback>
      </mc:AlternateContent>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8369" name="Group 1">
            <a:extLst>
              <a:ext uri="{FF2B5EF4-FFF2-40B4-BE49-F238E27FC236}">
                <a16:creationId xmlns:a16="http://schemas.microsoft.com/office/drawing/2014/main" id="{C13F4A6E-9F68-429F-AB69-3635B742F2CD}"/>
              </a:ext>
            </a:extLst>
          </p:cNvPr>
          <p:cNvGrpSpPr>
            <a:grpSpLocks/>
          </p:cNvGrpSpPr>
          <p:nvPr/>
        </p:nvGrpSpPr>
        <p:grpSpPr bwMode="auto">
          <a:xfrm>
            <a:off x="381000" y="1665288"/>
            <a:ext cx="4557713" cy="3973512"/>
            <a:chOff x="2274888" y="1057275"/>
            <a:chExt cx="4557712" cy="3973513"/>
          </a:xfrm>
        </p:grpSpPr>
        <p:sp>
          <p:nvSpPr>
            <p:cNvPr id="58403" name="Rectangle 4">
              <a:extLst>
                <a:ext uri="{FF2B5EF4-FFF2-40B4-BE49-F238E27FC236}">
                  <a16:creationId xmlns:a16="http://schemas.microsoft.com/office/drawing/2014/main" id="{B74E63D0-EEAE-4717-9B7E-BF744308065A}"/>
                </a:ext>
              </a:extLst>
            </p:cNvPr>
            <p:cNvSpPr>
              <a:spLocks noChangeArrowheads="1"/>
            </p:cNvSpPr>
            <p:nvPr/>
          </p:nvSpPr>
          <p:spPr bwMode="auto">
            <a:xfrm>
              <a:off x="2600325" y="1057275"/>
              <a:ext cx="4222750"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04" name="Rectangle 5">
              <a:extLst>
                <a:ext uri="{FF2B5EF4-FFF2-40B4-BE49-F238E27FC236}">
                  <a16:creationId xmlns:a16="http://schemas.microsoft.com/office/drawing/2014/main" id="{955382D6-47AB-4D06-9C15-8318BF858FAA}"/>
                </a:ext>
              </a:extLst>
            </p:cNvPr>
            <p:cNvSpPr>
              <a:spLocks noChangeArrowheads="1"/>
            </p:cNvSpPr>
            <p:nvPr/>
          </p:nvSpPr>
          <p:spPr bwMode="auto">
            <a:xfrm>
              <a:off x="2600325"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05" name="Rectangle 6">
              <a:extLst>
                <a:ext uri="{FF2B5EF4-FFF2-40B4-BE49-F238E27FC236}">
                  <a16:creationId xmlns:a16="http://schemas.microsoft.com/office/drawing/2014/main" id="{E120BEC4-BC2E-4F41-B9EA-ABB3F5EDA471}"/>
                </a:ext>
              </a:extLst>
            </p:cNvPr>
            <p:cNvSpPr>
              <a:spLocks noChangeArrowheads="1"/>
            </p:cNvSpPr>
            <p:nvPr/>
          </p:nvSpPr>
          <p:spPr bwMode="auto">
            <a:xfrm>
              <a:off x="3668713"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06" name="Rectangle 7">
              <a:extLst>
                <a:ext uri="{FF2B5EF4-FFF2-40B4-BE49-F238E27FC236}">
                  <a16:creationId xmlns:a16="http://schemas.microsoft.com/office/drawing/2014/main" id="{B80F0608-5E9C-4383-8F94-967F1899B4E3}"/>
                </a:ext>
              </a:extLst>
            </p:cNvPr>
            <p:cNvSpPr>
              <a:spLocks noChangeArrowheads="1"/>
            </p:cNvSpPr>
            <p:nvPr/>
          </p:nvSpPr>
          <p:spPr bwMode="auto">
            <a:xfrm>
              <a:off x="2763838" y="1317625"/>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07" name="Rectangle 8">
              <a:extLst>
                <a:ext uri="{FF2B5EF4-FFF2-40B4-BE49-F238E27FC236}">
                  <a16:creationId xmlns:a16="http://schemas.microsoft.com/office/drawing/2014/main" id="{96DAC249-5686-4ACC-B89F-F4E3F9D6EC59}"/>
                </a:ext>
              </a:extLst>
            </p:cNvPr>
            <p:cNvSpPr>
              <a:spLocks noChangeArrowheads="1"/>
            </p:cNvSpPr>
            <p:nvPr/>
          </p:nvSpPr>
          <p:spPr bwMode="auto">
            <a:xfrm>
              <a:off x="5829300"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08" name="Rectangle 9">
              <a:extLst>
                <a:ext uri="{FF2B5EF4-FFF2-40B4-BE49-F238E27FC236}">
                  <a16:creationId xmlns:a16="http://schemas.microsoft.com/office/drawing/2014/main" id="{3B269037-EA00-4DEA-8675-9D0D643DD596}"/>
                </a:ext>
              </a:extLst>
            </p:cNvPr>
            <p:cNvSpPr>
              <a:spLocks noChangeArrowheads="1"/>
            </p:cNvSpPr>
            <p:nvPr/>
          </p:nvSpPr>
          <p:spPr bwMode="auto">
            <a:xfrm>
              <a:off x="6819900"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09" name="Rectangle 10">
              <a:extLst>
                <a:ext uri="{FF2B5EF4-FFF2-40B4-BE49-F238E27FC236}">
                  <a16:creationId xmlns:a16="http://schemas.microsoft.com/office/drawing/2014/main" id="{2CF92B3E-DEFB-445C-8D67-7FE5F880D0F5}"/>
                </a:ext>
              </a:extLst>
            </p:cNvPr>
            <p:cNvSpPr>
              <a:spLocks noChangeArrowheads="1"/>
            </p:cNvSpPr>
            <p:nvPr/>
          </p:nvSpPr>
          <p:spPr bwMode="auto">
            <a:xfrm>
              <a:off x="3668713" y="1538288"/>
              <a:ext cx="217170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10" name="Rectangle 11">
              <a:extLst>
                <a:ext uri="{FF2B5EF4-FFF2-40B4-BE49-F238E27FC236}">
                  <a16:creationId xmlns:a16="http://schemas.microsoft.com/office/drawing/2014/main" id="{7BE722CA-874C-4BFA-8D0C-4518945EFF6E}"/>
                </a:ext>
              </a:extLst>
            </p:cNvPr>
            <p:cNvSpPr>
              <a:spLocks noChangeArrowheads="1"/>
            </p:cNvSpPr>
            <p:nvPr/>
          </p:nvSpPr>
          <p:spPr bwMode="auto">
            <a:xfrm>
              <a:off x="2600325"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11" name="Rectangle 12">
              <a:extLst>
                <a:ext uri="{FF2B5EF4-FFF2-40B4-BE49-F238E27FC236}">
                  <a16:creationId xmlns:a16="http://schemas.microsoft.com/office/drawing/2014/main" id="{28BAA5CE-CFC3-4B8C-AE60-BAA32137E357}"/>
                </a:ext>
              </a:extLst>
            </p:cNvPr>
            <p:cNvSpPr>
              <a:spLocks noChangeArrowheads="1"/>
            </p:cNvSpPr>
            <p:nvPr/>
          </p:nvSpPr>
          <p:spPr bwMode="auto">
            <a:xfrm>
              <a:off x="4240213" y="1171575"/>
              <a:ext cx="10842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 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12" name="Rectangle 13">
              <a:extLst>
                <a:ext uri="{FF2B5EF4-FFF2-40B4-BE49-F238E27FC236}">
                  <a16:creationId xmlns:a16="http://schemas.microsoft.com/office/drawing/2014/main" id="{B19066DF-F799-4EA2-98EB-A48BC6A776BB}"/>
                </a:ext>
              </a:extLst>
            </p:cNvPr>
            <p:cNvSpPr>
              <a:spLocks noChangeArrowheads="1"/>
            </p:cNvSpPr>
            <p:nvPr/>
          </p:nvSpPr>
          <p:spPr bwMode="auto">
            <a:xfrm>
              <a:off x="3668713"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13" name="Rectangle 14">
              <a:extLst>
                <a:ext uri="{FF2B5EF4-FFF2-40B4-BE49-F238E27FC236}">
                  <a16:creationId xmlns:a16="http://schemas.microsoft.com/office/drawing/2014/main" id="{9D19FED1-D893-49F8-8948-486CD9EF0747}"/>
                </a:ext>
              </a:extLst>
            </p:cNvPr>
            <p:cNvSpPr>
              <a:spLocks noChangeArrowheads="1"/>
            </p:cNvSpPr>
            <p:nvPr/>
          </p:nvSpPr>
          <p:spPr bwMode="auto">
            <a:xfrm>
              <a:off x="2903538" y="1641475"/>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14" name="Rectangle 15">
              <a:extLst>
                <a:ext uri="{FF2B5EF4-FFF2-40B4-BE49-F238E27FC236}">
                  <a16:creationId xmlns:a16="http://schemas.microsoft.com/office/drawing/2014/main" id="{D09F78C5-14A9-4A32-832A-4CA0C784E9E1}"/>
                </a:ext>
              </a:extLst>
            </p:cNvPr>
            <p:cNvSpPr>
              <a:spLocks noChangeArrowheads="1"/>
            </p:cNvSpPr>
            <p:nvPr/>
          </p:nvSpPr>
          <p:spPr bwMode="auto">
            <a:xfrm>
              <a:off x="3878263" y="1641475"/>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15" name="Rectangle 16">
              <a:extLst>
                <a:ext uri="{FF2B5EF4-FFF2-40B4-BE49-F238E27FC236}">
                  <a16:creationId xmlns:a16="http://schemas.microsoft.com/office/drawing/2014/main" id="{8766CA23-5BDF-4AC7-B87B-DB7D0C97B312}"/>
                </a:ext>
              </a:extLst>
            </p:cNvPr>
            <p:cNvSpPr>
              <a:spLocks noChangeArrowheads="1"/>
            </p:cNvSpPr>
            <p:nvPr/>
          </p:nvSpPr>
          <p:spPr bwMode="auto">
            <a:xfrm>
              <a:off x="4138613" y="1641475"/>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16" name="Rectangle 17">
              <a:extLst>
                <a:ext uri="{FF2B5EF4-FFF2-40B4-BE49-F238E27FC236}">
                  <a16:creationId xmlns:a16="http://schemas.microsoft.com/office/drawing/2014/main" id="{783830A8-7021-4251-A988-4E8D7AA8BC7D}"/>
                </a:ext>
              </a:extLst>
            </p:cNvPr>
            <p:cNvSpPr>
              <a:spLocks noChangeArrowheads="1"/>
            </p:cNvSpPr>
            <p:nvPr/>
          </p:nvSpPr>
          <p:spPr bwMode="auto">
            <a:xfrm>
              <a:off x="4405313" y="16414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17" name="Rectangle 18">
              <a:extLst>
                <a:ext uri="{FF2B5EF4-FFF2-40B4-BE49-F238E27FC236}">
                  <a16:creationId xmlns:a16="http://schemas.microsoft.com/office/drawing/2014/main" id="{8497E652-20E3-4F4C-8FE2-763528BA3580}"/>
                </a:ext>
              </a:extLst>
            </p:cNvPr>
            <p:cNvSpPr>
              <a:spLocks noChangeArrowheads="1"/>
            </p:cNvSpPr>
            <p:nvPr/>
          </p:nvSpPr>
          <p:spPr bwMode="auto">
            <a:xfrm>
              <a:off x="4962525" y="1641475"/>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18" name="Rectangle 19">
              <a:extLst>
                <a:ext uri="{FF2B5EF4-FFF2-40B4-BE49-F238E27FC236}">
                  <a16:creationId xmlns:a16="http://schemas.microsoft.com/office/drawing/2014/main" id="{3ECE653F-B28C-476C-8BED-0716F4CEF505}"/>
                </a:ext>
              </a:extLst>
            </p:cNvPr>
            <p:cNvSpPr>
              <a:spLocks noChangeArrowheads="1"/>
            </p:cNvSpPr>
            <p:nvPr/>
          </p:nvSpPr>
          <p:spPr bwMode="auto">
            <a:xfrm>
              <a:off x="5222875" y="1641475"/>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19" name="Rectangle 20">
              <a:extLst>
                <a:ext uri="{FF2B5EF4-FFF2-40B4-BE49-F238E27FC236}">
                  <a16:creationId xmlns:a16="http://schemas.microsoft.com/office/drawing/2014/main" id="{0AA07E9C-12FC-419E-A74B-5430E2ED5BB9}"/>
                </a:ext>
              </a:extLst>
            </p:cNvPr>
            <p:cNvSpPr>
              <a:spLocks noChangeArrowheads="1"/>
            </p:cNvSpPr>
            <p:nvPr/>
          </p:nvSpPr>
          <p:spPr bwMode="auto">
            <a:xfrm>
              <a:off x="5829300"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20" name="Rectangle 21">
              <a:extLst>
                <a:ext uri="{FF2B5EF4-FFF2-40B4-BE49-F238E27FC236}">
                  <a16:creationId xmlns:a16="http://schemas.microsoft.com/office/drawing/2014/main" id="{EF22021F-7E77-46F1-AA7D-D8077361F06F}"/>
                </a:ext>
              </a:extLst>
            </p:cNvPr>
            <p:cNvSpPr>
              <a:spLocks noChangeArrowheads="1"/>
            </p:cNvSpPr>
            <p:nvPr/>
          </p:nvSpPr>
          <p:spPr bwMode="auto">
            <a:xfrm>
              <a:off x="5489575" y="16414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21" name="Rectangle 22">
              <a:extLst>
                <a:ext uri="{FF2B5EF4-FFF2-40B4-BE49-F238E27FC236}">
                  <a16:creationId xmlns:a16="http://schemas.microsoft.com/office/drawing/2014/main" id="{FA6AB004-B448-4669-81C0-741B3813142B}"/>
                </a:ext>
              </a:extLst>
            </p:cNvPr>
            <p:cNvSpPr>
              <a:spLocks noChangeArrowheads="1"/>
            </p:cNvSpPr>
            <p:nvPr/>
          </p:nvSpPr>
          <p:spPr bwMode="auto">
            <a:xfrm>
              <a:off x="6819900"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22" name="Rectangle 23">
              <a:extLst>
                <a:ext uri="{FF2B5EF4-FFF2-40B4-BE49-F238E27FC236}">
                  <a16:creationId xmlns:a16="http://schemas.microsoft.com/office/drawing/2014/main" id="{8D32863A-6E0B-4626-8F49-7C73CD1AC928}"/>
                </a:ext>
              </a:extLst>
            </p:cNvPr>
            <p:cNvSpPr>
              <a:spLocks noChangeArrowheads="1"/>
            </p:cNvSpPr>
            <p:nvPr/>
          </p:nvSpPr>
          <p:spPr bwMode="auto">
            <a:xfrm>
              <a:off x="3668713" y="1995488"/>
              <a:ext cx="217170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23" name="Rectangle 24">
              <a:extLst>
                <a:ext uri="{FF2B5EF4-FFF2-40B4-BE49-F238E27FC236}">
                  <a16:creationId xmlns:a16="http://schemas.microsoft.com/office/drawing/2014/main" id="{38BC45B3-1527-49C1-A642-BEC9AD04ACDC}"/>
                </a:ext>
              </a:extLst>
            </p:cNvPr>
            <p:cNvSpPr>
              <a:spLocks noChangeArrowheads="1"/>
            </p:cNvSpPr>
            <p:nvPr/>
          </p:nvSpPr>
          <p:spPr bwMode="auto">
            <a:xfrm>
              <a:off x="2600325"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24" name="Rectangle 25">
              <a:extLst>
                <a:ext uri="{FF2B5EF4-FFF2-40B4-BE49-F238E27FC236}">
                  <a16:creationId xmlns:a16="http://schemas.microsoft.com/office/drawing/2014/main" id="{E14F6E24-B9E6-4C6A-AD42-AE4BBD847E3F}"/>
                </a:ext>
              </a:extLst>
            </p:cNvPr>
            <p:cNvSpPr>
              <a:spLocks noChangeArrowheads="1"/>
            </p:cNvSpPr>
            <p:nvPr/>
          </p:nvSpPr>
          <p:spPr bwMode="auto">
            <a:xfrm>
              <a:off x="6021388" y="1495425"/>
              <a:ext cx="684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Count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25" name="Rectangle 26">
              <a:extLst>
                <a:ext uri="{FF2B5EF4-FFF2-40B4-BE49-F238E27FC236}">
                  <a16:creationId xmlns:a16="http://schemas.microsoft.com/office/drawing/2014/main" id="{980820CF-C529-4699-B1BC-9F4AC0959E45}"/>
                </a:ext>
              </a:extLst>
            </p:cNvPr>
            <p:cNvSpPr>
              <a:spLocks noChangeArrowheads="1"/>
            </p:cNvSpPr>
            <p:nvPr/>
          </p:nvSpPr>
          <p:spPr bwMode="auto">
            <a:xfrm>
              <a:off x="2778125" y="1914525"/>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26" name="Rectangle 27">
              <a:extLst>
                <a:ext uri="{FF2B5EF4-FFF2-40B4-BE49-F238E27FC236}">
                  <a16:creationId xmlns:a16="http://schemas.microsoft.com/office/drawing/2014/main" id="{D4998A4E-5D09-4326-9B11-773FBC9C30E0}"/>
                </a:ext>
              </a:extLst>
            </p:cNvPr>
            <p:cNvSpPr>
              <a:spLocks noChangeArrowheads="1"/>
            </p:cNvSpPr>
            <p:nvPr/>
          </p:nvSpPr>
          <p:spPr bwMode="auto">
            <a:xfrm>
              <a:off x="2903538"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27" name="Rectangle 28">
              <a:extLst>
                <a:ext uri="{FF2B5EF4-FFF2-40B4-BE49-F238E27FC236}">
                  <a16:creationId xmlns:a16="http://schemas.microsoft.com/office/drawing/2014/main" id="{64E9CE63-2C07-499C-8F63-1E5114A0D099}"/>
                </a:ext>
              </a:extLst>
            </p:cNvPr>
            <p:cNvSpPr>
              <a:spLocks noChangeArrowheads="1"/>
            </p:cNvSpPr>
            <p:nvPr/>
          </p:nvSpPr>
          <p:spPr bwMode="auto">
            <a:xfrm>
              <a:off x="3017838" y="1914525"/>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28" name="Rectangle 29">
              <a:extLst>
                <a:ext uri="{FF2B5EF4-FFF2-40B4-BE49-F238E27FC236}">
                  <a16:creationId xmlns:a16="http://schemas.microsoft.com/office/drawing/2014/main" id="{949C0262-9449-4175-A81D-795D51D925E8}"/>
                </a:ext>
              </a:extLst>
            </p:cNvPr>
            <p:cNvSpPr>
              <a:spLocks noChangeArrowheads="1"/>
            </p:cNvSpPr>
            <p:nvPr/>
          </p:nvSpPr>
          <p:spPr bwMode="auto">
            <a:xfrm>
              <a:off x="3141663"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29" name="Rectangle 30">
              <a:extLst>
                <a:ext uri="{FF2B5EF4-FFF2-40B4-BE49-F238E27FC236}">
                  <a16:creationId xmlns:a16="http://schemas.microsoft.com/office/drawing/2014/main" id="{0B063AF0-3773-4DBA-9343-D5778FD7C9C9}"/>
                </a:ext>
              </a:extLst>
            </p:cNvPr>
            <p:cNvSpPr>
              <a:spLocks noChangeArrowheads="1"/>
            </p:cNvSpPr>
            <p:nvPr/>
          </p:nvSpPr>
          <p:spPr bwMode="auto">
            <a:xfrm>
              <a:off x="3254375" y="1914525"/>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30" name="Rectangle 31">
              <a:extLst>
                <a:ext uri="{FF2B5EF4-FFF2-40B4-BE49-F238E27FC236}">
                  <a16:creationId xmlns:a16="http://schemas.microsoft.com/office/drawing/2014/main" id="{8E8E6011-F3D6-4343-A551-41A209C0718C}"/>
                </a:ext>
              </a:extLst>
            </p:cNvPr>
            <p:cNvSpPr>
              <a:spLocks noChangeArrowheads="1"/>
            </p:cNvSpPr>
            <p:nvPr/>
          </p:nvSpPr>
          <p:spPr bwMode="auto">
            <a:xfrm>
              <a:off x="3668713"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31" name="Rectangle 32">
              <a:extLst>
                <a:ext uri="{FF2B5EF4-FFF2-40B4-BE49-F238E27FC236}">
                  <a16:creationId xmlns:a16="http://schemas.microsoft.com/office/drawing/2014/main" id="{8A17F0CB-C727-4D85-A85C-9A1D9EE518F3}"/>
                </a:ext>
              </a:extLst>
            </p:cNvPr>
            <p:cNvSpPr>
              <a:spLocks noChangeArrowheads="1"/>
            </p:cNvSpPr>
            <p:nvPr/>
          </p:nvSpPr>
          <p:spPr bwMode="auto">
            <a:xfrm>
              <a:off x="3379788"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32" name="Rectangle 33">
              <a:extLst>
                <a:ext uri="{FF2B5EF4-FFF2-40B4-BE49-F238E27FC236}">
                  <a16:creationId xmlns:a16="http://schemas.microsoft.com/office/drawing/2014/main" id="{02A4C163-F467-4A89-9626-27A875F3EBA4}"/>
                </a:ext>
              </a:extLst>
            </p:cNvPr>
            <p:cNvSpPr>
              <a:spLocks noChangeArrowheads="1"/>
            </p:cNvSpPr>
            <p:nvPr/>
          </p:nvSpPr>
          <p:spPr bwMode="auto">
            <a:xfrm>
              <a:off x="3813175" y="209867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33" name="Rectangle 34">
              <a:extLst>
                <a:ext uri="{FF2B5EF4-FFF2-40B4-BE49-F238E27FC236}">
                  <a16:creationId xmlns:a16="http://schemas.microsoft.com/office/drawing/2014/main" id="{88707A51-B2AF-4589-8263-A293C442080B}"/>
                </a:ext>
              </a:extLst>
            </p:cNvPr>
            <p:cNvSpPr>
              <a:spLocks noChangeArrowheads="1"/>
            </p:cNvSpPr>
            <p:nvPr/>
          </p:nvSpPr>
          <p:spPr bwMode="auto">
            <a:xfrm>
              <a:off x="3959225"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34" name="Rectangle 35">
              <a:extLst>
                <a:ext uri="{FF2B5EF4-FFF2-40B4-BE49-F238E27FC236}">
                  <a16:creationId xmlns:a16="http://schemas.microsoft.com/office/drawing/2014/main" id="{2A669ACC-E15D-4018-AEF2-15CE5F9B0F8E}"/>
                </a:ext>
              </a:extLst>
            </p:cNvPr>
            <p:cNvSpPr>
              <a:spLocks noChangeArrowheads="1"/>
            </p:cNvSpPr>
            <p:nvPr/>
          </p:nvSpPr>
          <p:spPr bwMode="auto">
            <a:xfrm>
              <a:off x="4075113" y="209867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35" name="Rectangle 36">
              <a:extLst>
                <a:ext uri="{FF2B5EF4-FFF2-40B4-BE49-F238E27FC236}">
                  <a16:creationId xmlns:a16="http://schemas.microsoft.com/office/drawing/2014/main" id="{171A7239-1E29-4991-A9F3-F9746B19AD60}"/>
                </a:ext>
              </a:extLst>
            </p:cNvPr>
            <p:cNvSpPr>
              <a:spLocks noChangeArrowheads="1"/>
            </p:cNvSpPr>
            <p:nvPr/>
          </p:nvSpPr>
          <p:spPr bwMode="auto">
            <a:xfrm>
              <a:off x="4222750"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36" name="Rectangle 37">
              <a:extLst>
                <a:ext uri="{FF2B5EF4-FFF2-40B4-BE49-F238E27FC236}">
                  <a16:creationId xmlns:a16="http://schemas.microsoft.com/office/drawing/2014/main" id="{DCF1879D-5CFB-439F-B532-798E3867171E}"/>
                </a:ext>
              </a:extLst>
            </p:cNvPr>
            <p:cNvSpPr>
              <a:spLocks noChangeArrowheads="1"/>
            </p:cNvSpPr>
            <p:nvPr/>
          </p:nvSpPr>
          <p:spPr bwMode="auto">
            <a:xfrm>
              <a:off x="4333875" y="209867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37" name="Rectangle 38">
              <a:extLst>
                <a:ext uri="{FF2B5EF4-FFF2-40B4-BE49-F238E27FC236}">
                  <a16:creationId xmlns:a16="http://schemas.microsoft.com/office/drawing/2014/main" id="{329B4C01-63B3-4405-B7BF-C5067B092B65}"/>
                </a:ext>
              </a:extLst>
            </p:cNvPr>
            <p:cNvSpPr>
              <a:spLocks noChangeArrowheads="1"/>
            </p:cNvSpPr>
            <p:nvPr/>
          </p:nvSpPr>
          <p:spPr bwMode="auto">
            <a:xfrm>
              <a:off x="4481513"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38" name="Rectangle 39">
              <a:extLst>
                <a:ext uri="{FF2B5EF4-FFF2-40B4-BE49-F238E27FC236}">
                  <a16:creationId xmlns:a16="http://schemas.microsoft.com/office/drawing/2014/main" id="{C86EA2C3-066C-4BAB-BD42-47C50F0A1270}"/>
                </a:ext>
              </a:extLst>
            </p:cNvPr>
            <p:cNvSpPr>
              <a:spLocks noChangeArrowheads="1"/>
            </p:cNvSpPr>
            <p:nvPr/>
          </p:nvSpPr>
          <p:spPr bwMode="auto">
            <a:xfrm>
              <a:off x="4899025" y="209867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39" name="Rectangle 40">
              <a:extLst>
                <a:ext uri="{FF2B5EF4-FFF2-40B4-BE49-F238E27FC236}">
                  <a16:creationId xmlns:a16="http://schemas.microsoft.com/office/drawing/2014/main" id="{8EEE5CCC-4628-4034-97E0-2C166D0FDC36}"/>
                </a:ext>
              </a:extLst>
            </p:cNvPr>
            <p:cNvSpPr>
              <a:spLocks noChangeArrowheads="1"/>
            </p:cNvSpPr>
            <p:nvPr/>
          </p:nvSpPr>
          <p:spPr bwMode="auto">
            <a:xfrm>
              <a:off x="5045075"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40" name="Rectangle 41">
              <a:extLst>
                <a:ext uri="{FF2B5EF4-FFF2-40B4-BE49-F238E27FC236}">
                  <a16:creationId xmlns:a16="http://schemas.microsoft.com/office/drawing/2014/main" id="{DDB0CC8A-0899-4AB7-B785-A2169B229452}"/>
                </a:ext>
              </a:extLst>
            </p:cNvPr>
            <p:cNvSpPr>
              <a:spLocks noChangeArrowheads="1"/>
            </p:cNvSpPr>
            <p:nvPr/>
          </p:nvSpPr>
          <p:spPr bwMode="auto">
            <a:xfrm>
              <a:off x="5157788" y="209867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41" name="Rectangle 42">
              <a:extLst>
                <a:ext uri="{FF2B5EF4-FFF2-40B4-BE49-F238E27FC236}">
                  <a16:creationId xmlns:a16="http://schemas.microsoft.com/office/drawing/2014/main" id="{B1708B86-D1D3-402E-9A0B-135380B24BBD}"/>
                </a:ext>
              </a:extLst>
            </p:cNvPr>
            <p:cNvSpPr>
              <a:spLocks noChangeArrowheads="1"/>
            </p:cNvSpPr>
            <p:nvPr/>
          </p:nvSpPr>
          <p:spPr bwMode="auto">
            <a:xfrm>
              <a:off x="5305425"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42" name="Rectangle 43">
              <a:extLst>
                <a:ext uri="{FF2B5EF4-FFF2-40B4-BE49-F238E27FC236}">
                  <a16:creationId xmlns:a16="http://schemas.microsoft.com/office/drawing/2014/main" id="{A98491A6-0EFA-4D79-A270-276D7B17CE3B}"/>
                </a:ext>
              </a:extLst>
            </p:cNvPr>
            <p:cNvSpPr>
              <a:spLocks noChangeArrowheads="1"/>
            </p:cNvSpPr>
            <p:nvPr/>
          </p:nvSpPr>
          <p:spPr bwMode="auto">
            <a:xfrm>
              <a:off x="5421313" y="209867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43" name="Rectangle 44">
              <a:extLst>
                <a:ext uri="{FF2B5EF4-FFF2-40B4-BE49-F238E27FC236}">
                  <a16:creationId xmlns:a16="http://schemas.microsoft.com/office/drawing/2014/main" id="{9C0D31BC-42F9-46AB-BD16-3E30D656F1AF}"/>
                </a:ext>
              </a:extLst>
            </p:cNvPr>
            <p:cNvSpPr>
              <a:spLocks noChangeArrowheads="1"/>
            </p:cNvSpPr>
            <p:nvPr/>
          </p:nvSpPr>
          <p:spPr bwMode="auto">
            <a:xfrm>
              <a:off x="5829300"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44" name="Rectangle 45">
              <a:extLst>
                <a:ext uri="{FF2B5EF4-FFF2-40B4-BE49-F238E27FC236}">
                  <a16:creationId xmlns:a16="http://schemas.microsoft.com/office/drawing/2014/main" id="{26F19C4B-74C3-4B0F-BAF5-FC4D1F7CAD15}"/>
                </a:ext>
              </a:extLst>
            </p:cNvPr>
            <p:cNvSpPr>
              <a:spLocks noChangeArrowheads="1"/>
            </p:cNvSpPr>
            <p:nvPr/>
          </p:nvSpPr>
          <p:spPr bwMode="auto">
            <a:xfrm>
              <a:off x="5567363"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45" name="Rectangle 46">
              <a:extLst>
                <a:ext uri="{FF2B5EF4-FFF2-40B4-BE49-F238E27FC236}">
                  <a16:creationId xmlns:a16="http://schemas.microsoft.com/office/drawing/2014/main" id="{F28D7428-61FB-4623-93CF-35EF809852DD}"/>
                </a:ext>
              </a:extLst>
            </p:cNvPr>
            <p:cNvSpPr>
              <a:spLocks noChangeArrowheads="1"/>
            </p:cNvSpPr>
            <p:nvPr/>
          </p:nvSpPr>
          <p:spPr bwMode="auto">
            <a:xfrm>
              <a:off x="5984875" y="1914525"/>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46" name="Rectangle 47">
              <a:extLst>
                <a:ext uri="{FF2B5EF4-FFF2-40B4-BE49-F238E27FC236}">
                  <a16:creationId xmlns:a16="http://schemas.microsoft.com/office/drawing/2014/main" id="{87322477-EC9E-4A1D-B601-7C2B0BA1DDDF}"/>
                </a:ext>
              </a:extLst>
            </p:cNvPr>
            <p:cNvSpPr>
              <a:spLocks noChangeArrowheads="1"/>
            </p:cNvSpPr>
            <p:nvPr/>
          </p:nvSpPr>
          <p:spPr bwMode="auto">
            <a:xfrm>
              <a:off x="6102350"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47" name="Rectangle 48">
              <a:extLst>
                <a:ext uri="{FF2B5EF4-FFF2-40B4-BE49-F238E27FC236}">
                  <a16:creationId xmlns:a16="http://schemas.microsoft.com/office/drawing/2014/main" id="{53749FD9-7AF9-458F-9E19-FFC314127CF0}"/>
                </a:ext>
              </a:extLst>
            </p:cNvPr>
            <p:cNvSpPr>
              <a:spLocks noChangeArrowheads="1"/>
            </p:cNvSpPr>
            <p:nvPr/>
          </p:nvSpPr>
          <p:spPr bwMode="auto">
            <a:xfrm>
              <a:off x="6216650" y="1914525"/>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48" name="Rectangle 49">
              <a:extLst>
                <a:ext uri="{FF2B5EF4-FFF2-40B4-BE49-F238E27FC236}">
                  <a16:creationId xmlns:a16="http://schemas.microsoft.com/office/drawing/2014/main" id="{DAA387D5-9FEB-463F-8906-E75483EBEA56}"/>
                </a:ext>
              </a:extLst>
            </p:cNvPr>
            <p:cNvSpPr>
              <a:spLocks noChangeArrowheads="1"/>
            </p:cNvSpPr>
            <p:nvPr/>
          </p:nvSpPr>
          <p:spPr bwMode="auto">
            <a:xfrm>
              <a:off x="6335713"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49" name="Rectangle 50">
              <a:extLst>
                <a:ext uri="{FF2B5EF4-FFF2-40B4-BE49-F238E27FC236}">
                  <a16:creationId xmlns:a16="http://schemas.microsoft.com/office/drawing/2014/main" id="{AA6E769E-8CE9-42A7-A3E5-E4138BFCB51D}"/>
                </a:ext>
              </a:extLst>
            </p:cNvPr>
            <p:cNvSpPr>
              <a:spLocks noChangeArrowheads="1"/>
            </p:cNvSpPr>
            <p:nvPr/>
          </p:nvSpPr>
          <p:spPr bwMode="auto">
            <a:xfrm>
              <a:off x="6448425" y="1914525"/>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50" name="Rectangle 51">
              <a:extLst>
                <a:ext uri="{FF2B5EF4-FFF2-40B4-BE49-F238E27FC236}">
                  <a16:creationId xmlns:a16="http://schemas.microsoft.com/office/drawing/2014/main" id="{A33AF9D1-7F09-4033-B110-120229F7C3D8}"/>
                </a:ext>
              </a:extLst>
            </p:cNvPr>
            <p:cNvSpPr>
              <a:spLocks noChangeArrowheads="1"/>
            </p:cNvSpPr>
            <p:nvPr/>
          </p:nvSpPr>
          <p:spPr bwMode="auto">
            <a:xfrm>
              <a:off x="6819900"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51" name="Rectangle 52">
              <a:extLst>
                <a:ext uri="{FF2B5EF4-FFF2-40B4-BE49-F238E27FC236}">
                  <a16:creationId xmlns:a16="http://schemas.microsoft.com/office/drawing/2014/main" id="{54105806-8D0E-4B7D-93A3-3E048D3E66EA}"/>
                </a:ext>
              </a:extLst>
            </p:cNvPr>
            <p:cNvSpPr>
              <a:spLocks noChangeArrowheads="1"/>
            </p:cNvSpPr>
            <p:nvPr/>
          </p:nvSpPr>
          <p:spPr bwMode="auto">
            <a:xfrm>
              <a:off x="2600325" y="2452688"/>
              <a:ext cx="422275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52" name="Rectangle 53">
              <a:extLst>
                <a:ext uri="{FF2B5EF4-FFF2-40B4-BE49-F238E27FC236}">
                  <a16:creationId xmlns:a16="http://schemas.microsoft.com/office/drawing/2014/main" id="{51004CF5-8DA4-4B17-81C6-66F64FDA3416}"/>
                </a:ext>
              </a:extLst>
            </p:cNvPr>
            <p:cNvSpPr>
              <a:spLocks noChangeArrowheads="1"/>
            </p:cNvSpPr>
            <p:nvPr/>
          </p:nvSpPr>
          <p:spPr bwMode="auto">
            <a:xfrm>
              <a:off x="6567488"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53" name="Rectangle 54">
              <a:extLst>
                <a:ext uri="{FF2B5EF4-FFF2-40B4-BE49-F238E27FC236}">
                  <a16:creationId xmlns:a16="http://schemas.microsoft.com/office/drawing/2014/main" id="{8C5A9C41-50BE-4A34-B355-BF7B26B04A58}"/>
                </a:ext>
              </a:extLst>
            </p:cNvPr>
            <p:cNvSpPr>
              <a:spLocks noChangeArrowheads="1"/>
            </p:cNvSpPr>
            <p:nvPr/>
          </p:nvSpPr>
          <p:spPr bwMode="auto">
            <a:xfrm>
              <a:off x="2600325"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54" name="Rectangle 55">
              <a:extLst>
                <a:ext uri="{FF2B5EF4-FFF2-40B4-BE49-F238E27FC236}">
                  <a16:creationId xmlns:a16="http://schemas.microsoft.com/office/drawing/2014/main" id="{F5F9B2CB-2602-406C-8C75-2BF86285352C}"/>
                </a:ext>
              </a:extLst>
            </p:cNvPr>
            <p:cNvSpPr>
              <a:spLocks noChangeArrowheads="1"/>
            </p:cNvSpPr>
            <p:nvPr/>
          </p:nvSpPr>
          <p:spPr bwMode="auto">
            <a:xfrm>
              <a:off x="2274888" y="254635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55" name="Rectangle 56">
              <a:extLst>
                <a:ext uri="{FF2B5EF4-FFF2-40B4-BE49-F238E27FC236}">
                  <a16:creationId xmlns:a16="http://schemas.microsoft.com/office/drawing/2014/main" id="{C5D391EE-F9A0-44AC-AE59-BE2F4C5E25D0}"/>
                </a:ext>
              </a:extLst>
            </p:cNvPr>
            <p:cNvSpPr>
              <a:spLocks noChangeArrowheads="1"/>
            </p:cNvSpPr>
            <p:nvPr/>
          </p:nvSpPr>
          <p:spPr bwMode="auto">
            <a:xfrm>
              <a:off x="3668713"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56" name="Rectangle 57">
              <a:extLst>
                <a:ext uri="{FF2B5EF4-FFF2-40B4-BE49-F238E27FC236}">
                  <a16:creationId xmlns:a16="http://schemas.microsoft.com/office/drawing/2014/main" id="{B1A97482-A9A8-49E3-BA49-443A8AC83A97}"/>
                </a:ext>
              </a:extLst>
            </p:cNvPr>
            <p:cNvSpPr>
              <a:spLocks noChangeArrowheads="1"/>
            </p:cNvSpPr>
            <p:nvPr/>
          </p:nvSpPr>
          <p:spPr bwMode="auto">
            <a:xfrm>
              <a:off x="2946400"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57" name="Rectangle 58">
              <a:extLst>
                <a:ext uri="{FF2B5EF4-FFF2-40B4-BE49-F238E27FC236}">
                  <a16:creationId xmlns:a16="http://schemas.microsoft.com/office/drawing/2014/main" id="{367A4951-D1A4-4965-B2E9-2ED700AAFC07}"/>
                </a:ext>
              </a:extLst>
            </p:cNvPr>
            <p:cNvSpPr>
              <a:spLocks noChangeArrowheads="1"/>
            </p:cNvSpPr>
            <p:nvPr/>
          </p:nvSpPr>
          <p:spPr bwMode="auto">
            <a:xfrm>
              <a:off x="4010025"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58" name="Rectangle 59">
              <a:extLst>
                <a:ext uri="{FF2B5EF4-FFF2-40B4-BE49-F238E27FC236}">
                  <a16:creationId xmlns:a16="http://schemas.microsoft.com/office/drawing/2014/main" id="{04D45030-4B35-4870-B405-2532F3F734DD}"/>
                </a:ext>
              </a:extLst>
            </p:cNvPr>
            <p:cNvSpPr>
              <a:spLocks noChangeArrowheads="1"/>
            </p:cNvSpPr>
            <p:nvPr/>
          </p:nvSpPr>
          <p:spPr bwMode="auto">
            <a:xfrm>
              <a:off x="5829300"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59" name="Rectangle 60">
              <a:extLst>
                <a:ext uri="{FF2B5EF4-FFF2-40B4-BE49-F238E27FC236}">
                  <a16:creationId xmlns:a16="http://schemas.microsoft.com/office/drawing/2014/main" id="{33FBD11A-69E2-4F64-9CCB-48DB45890EA9}"/>
                </a:ext>
              </a:extLst>
            </p:cNvPr>
            <p:cNvSpPr>
              <a:spLocks noChangeArrowheads="1"/>
            </p:cNvSpPr>
            <p:nvPr/>
          </p:nvSpPr>
          <p:spPr bwMode="auto">
            <a:xfrm>
              <a:off x="5091113"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60" name="Rectangle 61">
              <a:extLst>
                <a:ext uri="{FF2B5EF4-FFF2-40B4-BE49-F238E27FC236}">
                  <a16:creationId xmlns:a16="http://schemas.microsoft.com/office/drawing/2014/main" id="{782163F6-0704-4B84-B8F5-9A68DCEB1C2A}"/>
                </a:ext>
              </a:extLst>
            </p:cNvPr>
            <p:cNvSpPr>
              <a:spLocks noChangeArrowheads="1"/>
            </p:cNvSpPr>
            <p:nvPr/>
          </p:nvSpPr>
          <p:spPr bwMode="auto">
            <a:xfrm>
              <a:off x="6819900"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61" name="Rectangle 62">
              <a:extLst>
                <a:ext uri="{FF2B5EF4-FFF2-40B4-BE49-F238E27FC236}">
                  <a16:creationId xmlns:a16="http://schemas.microsoft.com/office/drawing/2014/main" id="{B7D407B0-DB98-46DF-A4E5-9C0298B22322}"/>
                </a:ext>
              </a:extLst>
            </p:cNvPr>
            <p:cNvSpPr>
              <a:spLocks noChangeArrowheads="1"/>
            </p:cNvSpPr>
            <p:nvPr/>
          </p:nvSpPr>
          <p:spPr bwMode="auto">
            <a:xfrm>
              <a:off x="6126163"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62" name="Rectangle 63">
              <a:extLst>
                <a:ext uri="{FF2B5EF4-FFF2-40B4-BE49-F238E27FC236}">
                  <a16:creationId xmlns:a16="http://schemas.microsoft.com/office/drawing/2014/main" id="{1100B99A-4162-4BFF-84AC-B00E16F83968}"/>
                </a:ext>
              </a:extLst>
            </p:cNvPr>
            <p:cNvSpPr>
              <a:spLocks noChangeArrowheads="1"/>
            </p:cNvSpPr>
            <p:nvPr/>
          </p:nvSpPr>
          <p:spPr bwMode="auto">
            <a:xfrm>
              <a:off x="2600325"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63" name="Rectangle 64">
              <a:extLst>
                <a:ext uri="{FF2B5EF4-FFF2-40B4-BE49-F238E27FC236}">
                  <a16:creationId xmlns:a16="http://schemas.microsoft.com/office/drawing/2014/main" id="{8B5BB320-121A-4CFD-BD82-109DE17C9162}"/>
                </a:ext>
              </a:extLst>
            </p:cNvPr>
            <p:cNvSpPr>
              <a:spLocks noChangeArrowheads="1"/>
            </p:cNvSpPr>
            <p:nvPr/>
          </p:nvSpPr>
          <p:spPr bwMode="auto">
            <a:xfrm>
              <a:off x="2274888" y="2851150"/>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64" name="Rectangle 65">
              <a:extLst>
                <a:ext uri="{FF2B5EF4-FFF2-40B4-BE49-F238E27FC236}">
                  <a16:creationId xmlns:a16="http://schemas.microsoft.com/office/drawing/2014/main" id="{3AB938B9-101D-4853-830C-8E5263AA62A8}"/>
                </a:ext>
              </a:extLst>
            </p:cNvPr>
            <p:cNvSpPr>
              <a:spLocks noChangeArrowheads="1"/>
            </p:cNvSpPr>
            <p:nvPr/>
          </p:nvSpPr>
          <p:spPr bwMode="auto">
            <a:xfrm>
              <a:off x="3668713"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65" name="Rectangle 66">
              <a:extLst>
                <a:ext uri="{FF2B5EF4-FFF2-40B4-BE49-F238E27FC236}">
                  <a16:creationId xmlns:a16="http://schemas.microsoft.com/office/drawing/2014/main" id="{FBF60F99-BB5D-425D-BC35-FCE9B26A42EE}"/>
                </a:ext>
              </a:extLst>
            </p:cNvPr>
            <p:cNvSpPr>
              <a:spLocks noChangeArrowheads="1"/>
            </p:cNvSpPr>
            <p:nvPr/>
          </p:nvSpPr>
          <p:spPr bwMode="auto">
            <a:xfrm>
              <a:off x="2947988"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66" name="Rectangle 67">
              <a:extLst>
                <a:ext uri="{FF2B5EF4-FFF2-40B4-BE49-F238E27FC236}">
                  <a16:creationId xmlns:a16="http://schemas.microsoft.com/office/drawing/2014/main" id="{44AF2F4E-4921-4D3D-8744-1DEE14CFCEC5}"/>
                </a:ext>
              </a:extLst>
            </p:cNvPr>
            <p:cNvSpPr>
              <a:spLocks noChangeArrowheads="1"/>
            </p:cNvSpPr>
            <p:nvPr/>
          </p:nvSpPr>
          <p:spPr bwMode="auto">
            <a:xfrm>
              <a:off x="4011613"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67" name="Rectangle 68">
              <a:extLst>
                <a:ext uri="{FF2B5EF4-FFF2-40B4-BE49-F238E27FC236}">
                  <a16:creationId xmlns:a16="http://schemas.microsoft.com/office/drawing/2014/main" id="{CDCCE752-8789-48B3-9680-EC56C764C907}"/>
                </a:ext>
              </a:extLst>
            </p:cNvPr>
            <p:cNvSpPr>
              <a:spLocks noChangeArrowheads="1"/>
            </p:cNvSpPr>
            <p:nvPr/>
          </p:nvSpPr>
          <p:spPr bwMode="auto">
            <a:xfrm>
              <a:off x="5829300"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68" name="Rectangle 69">
              <a:extLst>
                <a:ext uri="{FF2B5EF4-FFF2-40B4-BE49-F238E27FC236}">
                  <a16:creationId xmlns:a16="http://schemas.microsoft.com/office/drawing/2014/main" id="{D76ABD9C-9629-4A67-9BD3-417930CECBE7}"/>
                </a:ext>
              </a:extLst>
            </p:cNvPr>
            <p:cNvSpPr>
              <a:spLocks noChangeArrowheads="1"/>
            </p:cNvSpPr>
            <p:nvPr/>
          </p:nvSpPr>
          <p:spPr bwMode="auto">
            <a:xfrm>
              <a:off x="5092700"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69" name="Rectangle 70">
              <a:extLst>
                <a:ext uri="{FF2B5EF4-FFF2-40B4-BE49-F238E27FC236}">
                  <a16:creationId xmlns:a16="http://schemas.microsoft.com/office/drawing/2014/main" id="{B49BBC00-EC1A-4A7B-ABD5-ED6950155E72}"/>
                </a:ext>
              </a:extLst>
            </p:cNvPr>
            <p:cNvSpPr>
              <a:spLocks noChangeArrowheads="1"/>
            </p:cNvSpPr>
            <p:nvPr/>
          </p:nvSpPr>
          <p:spPr bwMode="auto">
            <a:xfrm>
              <a:off x="6819900"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70" name="Rectangle 71">
              <a:extLst>
                <a:ext uri="{FF2B5EF4-FFF2-40B4-BE49-F238E27FC236}">
                  <a16:creationId xmlns:a16="http://schemas.microsoft.com/office/drawing/2014/main" id="{7428D9F3-4B21-426E-A222-5D34BB4BB916}"/>
                </a:ext>
              </a:extLst>
            </p:cNvPr>
            <p:cNvSpPr>
              <a:spLocks noChangeArrowheads="1"/>
            </p:cNvSpPr>
            <p:nvPr/>
          </p:nvSpPr>
          <p:spPr bwMode="auto">
            <a:xfrm>
              <a:off x="6127750"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71" name="Rectangle 72">
              <a:extLst>
                <a:ext uri="{FF2B5EF4-FFF2-40B4-BE49-F238E27FC236}">
                  <a16:creationId xmlns:a16="http://schemas.microsoft.com/office/drawing/2014/main" id="{0EBA8054-940F-40DC-BE3C-E17835BF329D}"/>
                </a:ext>
              </a:extLst>
            </p:cNvPr>
            <p:cNvSpPr>
              <a:spLocks noChangeArrowheads="1"/>
            </p:cNvSpPr>
            <p:nvPr/>
          </p:nvSpPr>
          <p:spPr bwMode="auto">
            <a:xfrm>
              <a:off x="2600325"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72" name="Rectangle 73">
              <a:extLst>
                <a:ext uri="{FF2B5EF4-FFF2-40B4-BE49-F238E27FC236}">
                  <a16:creationId xmlns:a16="http://schemas.microsoft.com/office/drawing/2014/main" id="{8B1CD445-19AC-42B2-A8AA-1813C31E613B}"/>
                </a:ext>
              </a:extLst>
            </p:cNvPr>
            <p:cNvSpPr>
              <a:spLocks noChangeArrowheads="1"/>
            </p:cNvSpPr>
            <p:nvPr/>
          </p:nvSpPr>
          <p:spPr bwMode="auto">
            <a:xfrm>
              <a:off x="2274888" y="3152775"/>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73" name="Rectangle 74">
              <a:extLst>
                <a:ext uri="{FF2B5EF4-FFF2-40B4-BE49-F238E27FC236}">
                  <a16:creationId xmlns:a16="http://schemas.microsoft.com/office/drawing/2014/main" id="{8E3F9DA0-5729-47BD-A0C7-FE7B6671D659}"/>
                </a:ext>
              </a:extLst>
            </p:cNvPr>
            <p:cNvSpPr>
              <a:spLocks noChangeArrowheads="1"/>
            </p:cNvSpPr>
            <p:nvPr/>
          </p:nvSpPr>
          <p:spPr bwMode="auto">
            <a:xfrm>
              <a:off x="3668713"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74" name="Rectangle 75">
              <a:extLst>
                <a:ext uri="{FF2B5EF4-FFF2-40B4-BE49-F238E27FC236}">
                  <a16:creationId xmlns:a16="http://schemas.microsoft.com/office/drawing/2014/main" id="{4AFC428D-1943-4CAC-86C5-709231410491}"/>
                </a:ext>
              </a:extLst>
            </p:cNvPr>
            <p:cNvSpPr>
              <a:spLocks noChangeArrowheads="1"/>
            </p:cNvSpPr>
            <p:nvPr/>
          </p:nvSpPr>
          <p:spPr bwMode="auto">
            <a:xfrm>
              <a:off x="2947988"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75" name="Rectangle 76">
              <a:extLst>
                <a:ext uri="{FF2B5EF4-FFF2-40B4-BE49-F238E27FC236}">
                  <a16:creationId xmlns:a16="http://schemas.microsoft.com/office/drawing/2014/main" id="{5D94F03B-38A5-4986-9510-E154BD0EB586}"/>
                </a:ext>
              </a:extLst>
            </p:cNvPr>
            <p:cNvSpPr>
              <a:spLocks noChangeArrowheads="1"/>
            </p:cNvSpPr>
            <p:nvPr/>
          </p:nvSpPr>
          <p:spPr bwMode="auto">
            <a:xfrm>
              <a:off x="4011613"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76" name="Rectangle 77">
              <a:extLst>
                <a:ext uri="{FF2B5EF4-FFF2-40B4-BE49-F238E27FC236}">
                  <a16:creationId xmlns:a16="http://schemas.microsoft.com/office/drawing/2014/main" id="{2AFC2269-B16B-4C4B-8C06-CC0C6098B4D8}"/>
                </a:ext>
              </a:extLst>
            </p:cNvPr>
            <p:cNvSpPr>
              <a:spLocks noChangeArrowheads="1"/>
            </p:cNvSpPr>
            <p:nvPr/>
          </p:nvSpPr>
          <p:spPr bwMode="auto">
            <a:xfrm>
              <a:off x="5829300"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77" name="Rectangle 78">
              <a:extLst>
                <a:ext uri="{FF2B5EF4-FFF2-40B4-BE49-F238E27FC236}">
                  <a16:creationId xmlns:a16="http://schemas.microsoft.com/office/drawing/2014/main" id="{78404846-CE71-4200-A3F0-F79FF700BF0B}"/>
                </a:ext>
              </a:extLst>
            </p:cNvPr>
            <p:cNvSpPr>
              <a:spLocks noChangeArrowheads="1"/>
            </p:cNvSpPr>
            <p:nvPr/>
          </p:nvSpPr>
          <p:spPr bwMode="auto">
            <a:xfrm>
              <a:off x="5092700"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78" name="Rectangle 79">
              <a:extLst>
                <a:ext uri="{FF2B5EF4-FFF2-40B4-BE49-F238E27FC236}">
                  <a16:creationId xmlns:a16="http://schemas.microsoft.com/office/drawing/2014/main" id="{628CF15C-D5E6-49AA-A5C0-DA3EA228C0DC}"/>
                </a:ext>
              </a:extLst>
            </p:cNvPr>
            <p:cNvSpPr>
              <a:spLocks noChangeArrowheads="1"/>
            </p:cNvSpPr>
            <p:nvPr/>
          </p:nvSpPr>
          <p:spPr bwMode="auto">
            <a:xfrm>
              <a:off x="6819900"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79" name="Rectangle 80">
              <a:extLst>
                <a:ext uri="{FF2B5EF4-FFF2-40B4-BE49-F238E27FC236}">
                  <a16:creationId xmlns:a16="http://schemas.microsoft.com/office/drawing/2014/main" id="{3A417D07-9A94-408C-8AC7-71BB4E05B0E8}"/>
                </a:ext>
              </a:extLst>
            </p:cNvPr>
            <p:cNvSpPr>
              <a:spLocks noChangeArrowheads="1"/>
            </p:cNvSpPr>
            <p:nvPr/>
          </p:nvSpPr>
          <p:spPr bwMode="auto">
            <a:xfrm>
              <a:off x="6127750"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80" name="Rectangle 81">
              <a:extLst>
                <a:ext uri="{FF2B5EF4-FFF2-40B4-BE49-F238E27FC236}">
                  <a16:creationId xmlns:a16="http://schemas.microsoft.com/office/drawing/2014/main" id="{09D2B3B3-5864-4A20-A598-0AA50F55CDC6}"/>
                </a:ext>
              </a:extLst>
            </p:cNvPr>
            <p:cNvSpPr>
              <a:spLocks noChangeArrowheads="1"/>
            </p:cNvSpPr>
            <p:nvPr/>
          </p:nvSpPr>
          <p:spPr bwMode="auto">
            <a:xfrm>
              <a:off x="2600325"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81" name="Rectangle 82">
              <a:extLst>
                <a:ext uri="{FF2B5EF4-FFF2-40B4-BE49-F238E27FC236}">
                  <a16:creationId xmlns:a16="http://schemas.microsoft.com/office/drawing/2014/main" id="{C71E04A7-93BD-40F5-9677-4BFAFC279E63}"/>
                </a:ext>
              </a:extLst>
            </p:cNvPr>
            <p:cNvSpPr>
              <a:spLocks noChangeArrowheads="1"/>
            </p:cNvSpPr>
            <p:nvPr/>
          </p:nvSpPr>
          <p:spPr bwMode="auto">
            <a:xfrm>
              <a:off x="2274888" y="345757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82" name="Rectangle 83">
              <a:extLst>
                <a:ext uri="{FF2B5EF4-FFF2-40B4-BE49-F238E27FC236}">
                  <a16:creationId xmlns:a16="http://schemas.microsoft.com/office/drawing/2014/main" id="{3FE3BA10-857B-4476-A341-15CA715BC34A}"/>
                </a:ext>
              </a:extLst>
            </p:cNvPr>
            <p:cNvSpPr>
              <a:spLocks noChangeArrowheads="1"/>
            </p:cNvSpPr>
            <p:nvPr/>
          </p:nvSpPr>
          <p:spPr bwMode="auto">
            <a:xfrm>
              <a:off x="3668713"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83" name="Rectangle 84">
              <a:extLst>
                <a:ext uri="{FF2B5EF4-FFF2-40B4-BE49-F238E27FC236}">
                  <a16:creationId xmlns:a16="http://schemas.microsoft.com/office/drawing/2014/main" id="{7825FC89-7BB7-409C-AF7F-DF421C55ECAD}"/>
                </a:ext>
              </a:extLst>
            </p:cNvPr>
            <p:cNvSpPr>
              <a:spLocks noChangeArrowheads="1"/>
            </p:cNvSpPr>
            <p:nvPr/>
          </p:nvSpPr>
          <p:spPr bwMode="auto">
            <a:xfrm>
              <a:off x="2946400"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84" name="Rectangle 85">
              <a:extLst>
                <a:ext uri="{FF2B5EF4-FFF2-40B4-BE49-F238E27FC236}">
                  <a16:creationId xmlns:a16="http://schemas.microsoft.com/office/drawing/2014/main" id="{0B6555D7-0A32-4631-ABDE-6C65AC8548BE}"/>
                </a:ext>
              </a:extLst>
            </p:cNvPr>
            <p:cNvSpPr>
              <a:spLocks noChangeArrowheads="1"/>
            </p:cNvSpPr>
            <p:nvPr/>
          </p:nvSpPr>
          <p:spPr bwMode="auto">
            <a:xfrm>
              <a:off x="4010025"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85" name="Rectangle 86">
              <a:extLst>
                <a:ext uri="{FF2B5EF4-FFF2-40B4-BE49-F238E27FC236}">
                  <a16:creationId xmlns:a16="http://schemas.microsoft.com/office/drawing/2014/main" id="{0769174A-6D94-4AAC-9EB4-D6C00B6E8F15}"/>
                </a:ext>
              </a:extLst>
            </p:cNvPr>
            <p:cNvSpPr>
              <a:spLocks noChangeArrowheads="1"/>
            </p:cNvSpPr>
            <p:nvPr/>
          </p:nvSpPr>
          <p:spPr bwMode="auto">
            <a:xfrm>
              <a:off x="5829300"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86" name="Rectangle 87">
              <a:extLst>
                <a:ext uri="{FF2B5EF4-FFF2-40B4-BE49-F238E27FC236}">
                  <a16:creationId xmlns:a16="http://schemas.microsoft.com/office/drawing/2014/main" id="{AB0F1B8F-BC07-413D-B2AD-AB26FDB2A54B}"/>
                </a:ext>
              </a:extLst>
            </p:cNvPr>
            <p:cNvSpPr>
              <a:spLocks noChangeArrowheads="1"/>
            </p:cNvSpPr>
            <p:nvPr/>
          </p:nvSpPr>
          <p:spPr bwMode="auto">
            <a:xfrm>
              <a:off x="5091113"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87" name="Rectangle 88">
              <a:extLst>
                <a:ext uri="{FF2B5EF4-FFF2-40B4-BE49-F238E27FC236}">
                  <a16:creationId xmlns:a16="http://schemas.microsoft.com/office/drawing/2014/main" id="{62646882-15F2-4EA5-B828-77B8AF43B585}"/>
                </a:ext>
              </a:extLst>
            </p:cNvPr>
            <p:cNvSpPr>
              <a:spLocks noChangeArrowheads="1"/>
            </p:cNvSpPr>
            <p:nvPr/>
          </p:nvSpPr>
          <p:spPr bwMode="auto">
            <a:xfrm>
              <a:off x="6819900"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88" name="Rectangle 89">
              <a:extLst>
                <a:ext uri="{FF2B5EF4-FFF2-40B4-BE49-F238E27FC236}">
                  <a16:creationId xmlns:a16="http://schemas.microsoft.com/office/drawing/2014/main" id="{D0ABC64A-2AA3-4F42-9914-94DBA50D3A13}"/>
                </a:ext>
              </a:extLst>
            </p:cNvPr>
            <p:cNvSpPr>
              <a:spLocks noChangeArrowheads="1"/>
            </p:cNvSpPr>
            <p:nvPr/>
          </p:nvSpPr>
          <p:spPr bwMode="auto">
            <a:xfrm>
              <a:off x="6126163"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89" name="Rectangle 90">
              <a:extLst>
                <a:ext uri="{FF2B5EF4-FFF2-40B4-BE49-F238E27FC236}">
                  <a16:creationId xmlns:a16="http://schemas.microsoft.com/office/drawing/2014/main" id="{ED2FFFBE-1EA2-4F9C-9691-6C5D7C07CDB1}"/>
                </a:ext>
              </a:extLst>
            </p:cNvPr>
            <p:cNvSpPr>
              <a:spLocks noChangeArrowheads="1"/>
            </p:cNvSpPr>
            <p:nvPr/>
          </p:nvSpPr>
          <p:spPr bwMode="auto">
            <a:xfrm>
              <a:off x="2600325"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90" name="Rectangle 91">
              <a:extLst>
                <a:ext uri="{FF2B5EF4-FFF2-40B4-BE49-F238E27FC236}">
                  <a16:creationId xmlns:a16="http://schemas.microsoft.com/office/drawing/2014/main" id="{6680B3CA-F8B1-4FB4-9934-F17BE3564ED7}"/>
                </a:ext>
              </a:extLst>
            </p:cNvPr>
            <p:cNvSpPr>
              <a:spLocks noChangeArrowheads="1"/>
            </p:cNvSpPr>
            <p:nvPr/>
          </p:nvSpPr>
          <p:spPr bwMode="auto">
            <a:xfrm>
              <a:off x="2274888" y="3762375"/>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91" name="Rectangle 92">
              <a:extLst>
                <a:ext uri="{FF2B5EF4-FFF2-40B4-BE49-F238E27FC236}">
                  <a16:creationId xmlns:a16="http://schemas.microsoft.com/office/drawing/2014/main" id="{D1C90702-9C3B-4DD5-8264-C3C2532CD282}"/>
                </a:ext>
              </a:extLst>
            </p:cNvPr>
            <p:cNvSpPr>
              <a:spLocks noChangeArrowheads="1"/>
            </p:cNvSpPr>
            <p:nvPr/>
          </p:nvSpPr>
          <p:spPr bwMode="auto">
            <a:xfrm>
              <a:off x="3668713"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92" name="Rectangle 93">
              <a:extLst>
                <a:ext uri="{FF2B5EF4-FFF2-40B4-BE49-F238E27FC236}">
                  <a16:creationId xmlns:a16="http://schemas.microsoft.com/office/drawing/2014/main" id="{68044620-D328-4EA4-9E5D-B51A37B777AE}"/>
                </a:ext>
              </a:extLst>
            </p:cNvPr>
            <p:cNvSpPr>
              <a:spLocks noChangeArrowheads="1"/>
            </p:cNvSpPr>
            <p:nvPr/>
          </p:nvSpPr>
          <p:spPr bwMode="auto">
            <a:xfrm>
              <a:off x="2946400"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93" name="Rectangle 94">
              <a:extLst>
                <a:ext uri="{FF2B5EF4-FFF2-40B4-BE49-F238E27FC236}">
                  <a16:creationId xmlns:a16="http://schemas.microsoft.com/office/drawing/2014/main" id="{E91CC03D-BE60-4F3C-96B4-E10119EEEE1F}"/>
                </a:ext>
              </a:extLst>
            </p:cNvPr>
            <p:cNvSpPr>
              <a:spLocks noChangeArrowheads="1"/>
            </p:cNvSpPr>
            <p:nvPr/>
          </p:nvSpPr>
          <p:spPr bwMode="auto">
            <a:xfrm>
              <a:off x="4008438"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94" name="Rectangle 95">
              <a:extLst>
                <a:ext uri="{FF2B5EF4-FFF2-40B4-BE49-F238E27FC236}">
                  <a16:creationId xmlns:a16="http://schemas.microsoft.com/office/drawing/2014/main" id="{637CCC0B-C295-46A8-98E1-2E2D7918AC54}"/>
                </a:ext>
              </a:extLst>
            </p:cNvPr>
            <p:cNvSpPr>
              <a:spLocks noChangeArrowheads="1"/>
            </p:cNvSpPr>
            <p:nvPr/>
          </p:nvSpPr>
          <p:spPr bwMode="auto">
            <a:xfrm>
              <a:off x="5829300"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95" name="Rectangle 96">
              <a:extLst>
                <a:ext uri="{FF2B5EF4-FFF2-40B4-BE49-F238E27FC236}">
                  <a16:creationId xmlns:a16="http://schemas.microsoft.com/office/drawing/2014/main" id="{09315855-B49E-446C-A1BA-5392B622178A}"/>
                </a:ext>
              </a:extLst>
            </p:cNvPr>
            <p:cNvSpPr>
              <a:spLocks noChangeArrowheads="1"/>
            </p:cNvSpPr>
            <p:nvPr/>
          </p:nvSpPr>
          <p:spPr bwMode="auto">
            <a:xfrm>
              <a:off x="5089525"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96" name="Rectangle 97">
              <a:extLst>
                <a:ext uri="{FF2B5EF4-FFF2-40B4-BE49-F238E27FC236}">
                  <a16:creationId xmlns:a16="http://schemas.microsoft.com/office/drawing/2014/main" id="{9CB723AF-BE9B-4387-AC82-CCB89F158319}"/>
                </a:ext>
              </a:extLst>
            </p:cNvPr>
            <p:cNvSpPr>
              <a:spLocks noChangeArrowheads="1"/>
            </p:cNvSpPr>
            <p:nvPr/>
          </p:nvSpPr>
          <p:spPr bwMode="auto">
            <a:xfrm>
              <a:off x="6819900"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97" name="Rectangle 98">
              <a:extLst>
                <a:ext uri="{FF2B5EF4-FFF2-40B4-BE49-F238E27FC236}">
                  <a16:creationId xmlns:a16="http://schemas.microsoft.com/office/drawing/2014/main" id="{12A20CAE-0148-4984-973B-55465CB0DB58}"/>
                </a:ext>
              </a:extLst>
            </p:cNvPr>
            <p:cNvSpPr>
              <a:spLocks noChangeArrowheads="1"/>
            </p:cNvSpPr>
            <p:nvPr/>
          </p:nvSpPr>
          <p:spPr bwMode="auto">
            <a:xfrm>
              <a:off x="6126163"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98" name="Rectangle 99">
              <a:extLst>
                <a:ext uri="{FF2B5EF4-FFF2-40B4-BE49-F238E27FC236}">
                  <a16:creationId xmlns:a16="http://schemas.microsoft.com/office/drawing/2014/main" id="{8E296FE0-8C81-4358-9BDE-AA14F45D438A}"/>
                </a:ext>
              </a:extLst>
            </p:cNvPr>
            <p:cNvSpPr>
              <a:spLocks noChangeArrowheads="1"/>
            </p:cNvSpPr>
            <p:nvPr/>
          </p:nvSpPr>
          <p:spPr bwMode="auto">
            <a:xfrm>
              <a:off x="2600325"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99" name="Rectangle 100">
              <a:extLst>
                <a:ext uri="{FF2B5EF4-FFF2-40B4-BE49-F238E27FC236}">
                  <a16:creationId xmlns:a16="http://schemas.microsoft.com/office/drawing/2014/main" id="{538750F5-441C-4E84-97C1-A6B8B5040CEC}"/>
                </a:ext>
              </a:extLst>
            </p:cNvPr>
            <p:cNvSpPr>
              <a:spLocks noChangeArrowheads="1"/>
            </p:cNvSpPr>
            <p:nvPr/>
          </p:nvSpPr>
          <p:spPr bwMode="auto">
            <a:xfrm>
              <a:off x="2274888" y="4064000"/>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500" name="Rectangle 101">
              <a:extLst>
                <a:ext uri="{FF2B5EF4-FFF2-40B4-BE49-F238E27FC236}">
                  <a16:creationId xmlns:a16="http://schemas.microsoft.com/office/drawing/2014/main" id="{67164B0F-BC59-47B1-9AA5-D50BE002A32B}"/>
                </a:ext>
              </a:extLst>
            </p:cNvPr>
            <p:cNvSpPr>
              <a:spLocks noChangeArrowheads="1"/>
            </p:cNvSpPr>
            <p:nvPr/>
          </p:nvSpPr>
          <p:spPr bwMode="auto">
            <a:xfrm>
              <a:off x="3668713"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501" name="Rectangle 102">
              <a:extLst>
                <a:ext uri="{FF2B5EF4-FFF2-40B4-BE49-F238E27FC236}">
                  <a16:creationId xmlns:a16="http://schemas.microsoft.com/office/drawing/2014/main" id="{02AC6252-9755-41E5-9ED4-74D63A78E1CA}"/>
                </a:ext>
              </a:extLst>
            </p:cNvPr>
            <p:cNvSpPr>
              <a:spLocks noChangeArrowheads="1"/>
            </p:cNvSpPr>
            <p:nvPr/>
          </p:nvSpPr>
          <p:spPr bwMode="auto">
            <a:xfrm>
              <a:off x="2947988"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502" name="Rectangle 103">
              <a:extLst>
                <a:ext uri="{FF2B5EF4-FFF2-40B4-BE49-F238E27FC236}">
                  <a16:creationId xmlns:a16="http://schemas.microsoft.com/office/drawing/2014/main" id="{79EA399D-2283-480D-A751-35334B191EA5}"/>
                </a:ext>
              </a:extLst>
            </p:cNvPr>
            <p:cNvSpPr>
              <a:spLocks noChangeArrowheads="1"/>
            </p:cNvSpPr>
            <p:nvPr/>
          </p:nvSpPr>
          <p:spPr bwMode="auto">
            <a:xfrm>
              <a:off x="4010025"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503" name="Rectangle 104">
              <a:extLst>
                <a:ext uri="{FF2B5EF4-FFF2-40B4-BE49-F238E27FC236}">
                  <a16:creationId xmlns:a16="http://schemas.microsoft.com/office/drawing/2014/main" id="{1A5658F1-4A12-4AC5-ABF3-7EA6BF2FE377}"/>
                </a:ext>
              </a:extLst>
            </p:cNvPr>
            <p:cNvSpPr>
              <a:spLocks noChangeArrowheads="1"/>
            </p:cNvSpPr>
            <p:nvPr/>
          </p:nvSpPr>
          <p:spPr bwMode="auto">
            <a:xfrm>
              <a:off x="5829300"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504" name="Rectangle 105">
              <a:extLst>
                <a:ext uri="{FF2B5EF4-FFF2-40B4-BE49-F238E27FC236}">
                  <a16:creationId xmlns:a16="http://schemas.microsoft.com/office/drawing/2014/main" id="{EA46E697-D355-4117-B546-E910E46EA5F0}"/>
                </a:ext>
              </a:extLst>
            </p:cNvPr>
            <p:cNvSpPr>
              <a:spLocks noChangeArrowheads="1"/>
            </p:cNvSpPr>
            <p:nvPr/>
          </p:nvSpPr>
          <p:spPr bwMode="auto">
            <a:xfrm>
              <a:off x="5091113"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505" name="Rectangle 106">
              <a:extLst>
                <a:ext uri="{FF2B5EF4-FFF2-40B4-BE49-F238E27FC236}">
                  <a16:creationId xmlns:a16="http://schemas.microsoft.com/office/drawing/2014/main" id="{893D0697-73F0-45B0-B621-311A8BC350EF}"/>
                </a:ext>
              </a:extLst>
            </p:cNvPr>
            <p:cNvSpPr>
              <a:spLocks noChangeArrowheads="1"/>
            </p:cNvSpPr>
            <p:nvPr/>
          </p:nvSpPr>
          <p:spPr bwMode="auto">
            <a:xfrm>
              <a:off x="6819900"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506" name="Rectangle 107">
              <a:extLst>
                <a:ext uri="{FF2B5EF4-FFF2-40B4-BE49-F238E27FC236}">
                  <a16:creationId xmlns:a16="http://schemas.microsoft.com/office/drawing/2014/main" id="{41080FCC-55C3-4EB0-BB2D-20051AC3E22B}"/>
                </a:ext>
              </a:extLst>
            </p:cNvPr>
            <p:cNvSpPr>
              <a:spLocks noChangeArrowheads="1"/>
            </p:cNvSpPr>
            <p:nvPr/>
          </p:nvSpPr>
          <p:spPr bwMode="auto">
            <a:xfrm>
              <a:off x="6127750"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507" name="Rectangle 108">
              <a:extLst>
                <a:ext uri="{FF2B5EF4-FFF2-40B4-BE49-F238E27FC236}">
                  <a16:creationId xmlns:a16="http://schemas.microsoft.com/office/drawing/2014/main" id="{8E063E45-1129-4EBF-BBBE-0952827476DE}"/>
                </a:ext>
              </a:extLst>
            </p:cNvPr>
            <p:cNvSpPr>
              <a:spLocks noChangeArrowheads="1"/>
            </p:cNvSpPr>
            <p:nvPr/>
          </p:nvSpPr>
          <p:spPr bwMode="auto">
            <a:xfrm>
              <a:off x="2600325"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508" name="Rectangle 109">
              <a:extLst>
                <a:ext uri="{FF2B5EF4-FFF2-40B4-BE49-F238E27FC236}">
                  <a16:creationId xmlns:a16="http://schemas.microsoft.com/office/drawing/2014/main" id="{C20743E2-7C10-4992-B2C6-39796953AB91}"/>
                </a:ext>
              </a:extLst>
            </p:cNvPr>
            <p:cNvSpPr>
              <a:spLocks noChangeArrowheads="1"/>
            </p:cNvSpPr>
            <p:nvPr/>
          </p:nvSpPr>
          <p:spPr bwMode="auto">
            <a:xfrm>
              <a:off x="2274888" y="43688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509" name="Rectangle 110">
              <a:extLst>
                <a:ext uri="{FF2B5EF4-FFF2-40B4-BE49-F238E27FC236}">
                  <a16:creationId xmlns:a16="http://schemas.microsoft.com/office/drawing/2014/main" id="{43468595-0A79-49AB-AA38-ADFC5AD1304D}"/>
                </a:ext>
              </a:extLst>
            </p:cNvPr>
            <p:cNvSpPr>
              <a:spLocks noChangeArrowheads="1"/>
            </p:cNvSpPr>
            <p:nvPr/>
          </p:nvSpPr>
          <p:spPr bwMode="auto">
            <a:xfrm>
              <a:off x="3668713"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510" name="Rectangle 111">
              <a:extLst>
                <a:ext uri="{FF2B5EF4-FFF2-40B4-BE49-F238E27FC236}">
                  <a16:creationId xmlns:a16="http://schemas.microsoft.com/office/drawing/2014/main" id="{107D31DC-6888-4E07-833B-9778835DBCAE}"/>
                </a:ext>
              </a:extLst>
            </p:cNvPr>
            <p:cNvSpPr>
              <a:spLocks noChangeArrowheads="1"/>
            </p:cNvSpPr>
            <p:nvPr/>
          </p:nvSpPr>
          <p:spPr bwMode="auto">
            <a:xfrm>
              <a:off x="2946400"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511" name="Rectangle 112">
              <a:extLst>
                <a:ext uri="{FF2B5EF4-FFF2-40B4-BE49-F238E27FC236}">
                  <a16:creationId xmlns:a16="http://schemas.microsoft.com/office/drawing/2014/main" id="{CE2F8BE2-67DB-4783-A4DA-152D2352BDBD}"/>
                </a:ext>
              </a:extLst>
            </p:cNvPr>
            <p:cNvSpPr>
              <a:spLocks noChangeArrowheads="1"/>
            </p:cNvSpPr>
            <p:nvPr/>
          </p:nvSpPr>
          <p:spPr bwMode="auto">
            <a:xfrm>
              <a:off x="4010025"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512" name="Rectangle 113">
              <a:extLst>
                <a:ext uri="{FF2B5EF4-FFF2-40B4-BE49-F238E27FC236}">
                  <a16:creationId xmlns:a16="http://schemas.microsoft.com/office/drawing/2014/main" id="{7E7E1739-FB53-4349-BFA4-6964EB707F68}"/>
                </a:ext>
              </a:extLst>
            </p:cNvPr>
            <p:cNvSpPr>
              <a:spLocks noChangeArrowheads="1"/>
            </p:cNvSpPr>
            <p:nvPr/>
          </p:nvSpPr>
          <p:spPr bwMode="auto">
            <a:xfrm>
              <a:off x="5829300"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513" name="Rectangle 114">
              <a:extLst>
                <a:ext uri="{FF2B5EF4-FFF2-40B4-BE49-F238E27FC236}">
                  <a16:creationId xmlns:a16="http://schemas.microsoft.com/office/drawing/2014/main" id="{BAD66F4F-6E40-4778-A00E-F4FA9D66D1F7}"/>
                </a:ext>
              </a:extLst>
            </p:cNvPr>
            <p:cNvSpPr>
              <a:spLocks noChangeArrowheads="1"/>
            </p:cNvSpPr>
            <p:nvPr/>
          </p:nvSpPr>
          <p:spPr bwMode="auto">
            <a:xfrm>
              <a:off x="5091113"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514" name="Rectangle 115">
              <a:extLst>
                <a:ext uri="{FF2B5EF4-FFF2-40B4-BE49-F238E27FC236}">
                  <a16:creationId xmlns:a16="http://schemas.microsoft.com/office/drawing/2014/main" id="{2A7C2A58-7DD3-4EEF-B69B-8AFC423EBF9F}"/>
                </a:ext>
              </a:extLst>
            </p:cNvPr>
            <p:cNvSpPr>
              <a:spLocks noChangeArrowheads="1"/>
            </p:cNvSpPr>
            <p:nvPr/>
          </p:nvSpPr>
          <p:spPr bwMode="auto">
            <a:xfrm>
              <a:off x="6819900"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515" name="Rectangle 116">
              <a:extLst>
                <a:ext uri="{FF2B5EF4-FFF2-40B4-BE49-F238E27FC236}">
                  <a16:creationId xmlns:a16="http://schemas.microsoft.com/office/drawing/2014/main" id="{E9F4F2AF-12C7-495C-8436-63E5DAE00439}"/>
                </a:ext>
              </a:extLst>
            </p:cNvPr>
            <p:cNvSpPr>
              <a:spLocks noChangeArrowheads="1"/>
            </p:cNvSpPr>
            <p:nvPr/>
          </p:nvSpPr>
          <p:spPr bwMode="auto">
            <a:xfrm>
              <a:off x="6126163"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516" name="Rectangle 117">
              <a:extLst>
                <a:ext uri="{FF2B5EF4-FFF2-40B4-BE49-F238E27FC236}">
                  <a16:creationId xmlns:a16="http://schemas.microsoft.com/office/drawing/2014/main" id="{2B3DFA27-CD51-4E5E-BAC3-415E65DCDBEA}"/>
                </a:ext>
              </a:extLst>
            </p:cNvPr>
            <p:cNvSpPr>
              <a:spLocks noChangeArrowheads="1"/>
            </p:cNvSpPr>
            <p:nvPr/>
          </p:nvSpPr>
          <p:spPr bwMode="auto">
            <a:xfrm>
              <a:off x="2600325"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517" name="Rectangle 118">
              <a:extLst>
                <a:ext uri="{FF2B5EF4-FFF2-40B4-BE49-F238E27FC236}">
                  <a16:creationId xmlns:a16="http://schemas.microsoft.com/office/drawing/2014/main" id="{28CE35D8-8EE9-4DD5-8221-342A4C233FB6}"/>
                </a:ext>
              </a:extLst>
            </p:cNvPr>
            <p:cNvSpPr>
              <a:spLocks noChangeArrowheads="1"/>
            </p:cNvSpPr>
            <p:nvPr/>
          </p:nvSpPr>
          <p:spPr bwMode="auto">
            <a:xfrm>
              <a:off x="2274888" y="46736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H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518" name="Rectangle 119">
              <a:extLst>
                <a:ext uri="{FF2B5EF4-FFF2-40B4-BE49-F238E27FC236}">
                  <a16:creationId xmlns:a16="http://schemas.microsoft.com/office/drawing/2014/main" id="{1C28AA6C-1250-4D59-B453-F50BD5F7BB10}"/>
                </a:ext>
              </a:extLst>
            </p:cNvPr>
            <p:cNvSpPr>
              <a:spLocks noChangeArrowheads="1"/>
            </p:cNvSpPr>
            <p:nvPr/>
          </p:nvSpPr>
          <p:spPr bwMode="auto">
            <a:xfrm>
              <a:off x="3668713"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519" name="Rectangle 120">
              <a:extLst>
                <a:ext uri="{FF2B5EF4-FFF2-40B4-BE49-F238E27FC236}">
                  <a16:creationId xmlns:a16="http://schemas.microsoft.com/office/drawing/2014/main" id="{647BBE56-19FE-4ABF-A3C3-FA8097388D5F}"/>
                </a:ext>
              </a:extLst>
            </p:cNvPr>
            <p:cNvSpPr>
              <a:spLocks noChangeArrowheads="1"/>
            </p:cNvSpPr>
            <p:nvPr/>
          </p:nvSpPr>
          <p:spPr bwMode="auto">
            <a:xfrm>
              <a:off x="2946400"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520" name="Rectangle 121">
              <a:extLst>
                <a:ext uri="{FF2B5EF4-FFF2-40B4-BE49-F238E27FC236}">
                  <a16:creationId xmlns:a16="http://schemas.microsoft.com/office/drawing/2014/main" id="{54909062-D9B9-4990-9423-E7F4C00A48A7}"/>
                </a:ext>
              </a:extLst>
            </p:cNvPr>
            <p:cNvSpPr>
              <a:spLocks noChangeArrowheads="1"/>
            </p:cNvSpPr>
            <p:nvPr/>
          </p:nvSpPr>
          <p:spPr bwMode="auto">
            <a:xfrm>
              <a:off x="4010025"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521" name="Rectangle 122">
              <a:extLst>
                <a:ext uri="{FF2B5EF4-FFF2-40B4-BE49-F238E27FC236}">
                  <a16:creationId xmlns:a16="http://schemas.microsoft.com/office/drawing/2014/main" id="{B364A862-1439-4359-91BE-4EBE29B1629E}"/>
                </a:ext>
              </a:extLst>
            </p:cNvPr>
            <p:cNvSpPr>
              <a:spLocks noChangeArrowheads="1"/>
            </p:cNvSpPr>
            <p:nvPr/>
          </p:nvSpPr>
          <p:spPr bwMode="auto">
            <a:xfrm>
              <a:off x="5829300"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522" name="Rectangle 123">
              <a:extLst>
                <a:ext uri="{FF2B5EF4-FFF2-40B4-BE49-F238E27FC236}">
                  <a16:creationId xmlns:a16="http://schemas.microsoft.com/office/drawing/2014/main" id="{FADF4C83-4FEF-4C7E-B51D-FC7E7CB4EA2B}"/>
                </a:ext>
              </a:extLst>
            </p:cNvPr>
            <p:cNvSpPr>
              <a:spLocks noChangeArrowheads="1"/>
            </p:cNvSpPr>
            <p:nvPr/>
          </p:nvSpPr>
          <p:spPr bwMode="auto">
            <a:xfrm>
              <a:off x="5091113"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523" name="Rectangle 124">
              <a:extLst>
                <a:ext uri="{FF2B5EF4-FFF2-40B4-BE49-F238E27FC236}">
                  <a16:creationId xmlns:a16="http://schemas.microsoft.com/office/drawing/2014/main" id="{B025DAE5-E7B2-40E6-A09F-60E4747205B2}"/>
                </a:ext>
              </a:extLst>
            </p:cNvPr>
            <p:cNvSpPr>
              <a:spLocks noChangeArrowheads="1"/>
            </p:cNvSpPr>
            <p:nvPr/>
          </p:nvSpPr>
          <p:spPr bwMode="auto">
            <a:xfrm>
              <a:off x="6819900"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524" name="Rectangle 125">
              <a:extLst>
                <a:ext uri="{FF2B5EF4-FFF2-40B4-BE49-F238E27FC236}">
                  <a16:creationId xmlns:a16="http://schemas.microsoft.com/office/drawing/2014/main" id="{91A946DF-25A7-46F6-A93D-11A8D6939B1D}"/>
                </a:ext>
              </a:extLst>
            </p:cNvPr>
            <p:cNvSpPr>
              <a:spLocks noChangeArrowheads="1"/>
            </p:cNvSpPr>
            <p:nvPr/>
          </p:nvSpPr>
          <p:spPr bwMode="auto">
            <a:xfrm>
              <a:off x="2600325" y="5018088"/>
              <a:ext cx="422275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525" name="Rectangle 126">
              <a:extLst>
                <a:ext uri="{FF2B5EF4-FFF2-40B4-BE49-F238E27FC236}">
                  <a16:creationId xmlns:a16="http://schemas.microsoft.com/office/drawing/2014/main" id="{9527C11A-80A3-481E-98A5-52246D94677D}"/>
                </a:ext>
              </a:extLst>
            </p:cNvPr>
            <p:cNvSpPr>
              <a:spLocks noChangeArrowheads="1"/>
            </p:cNvSpPr>
            <p:nvPr/>
          </p:nvSpPr>
          <p:spPr bwMode="auto">
            <a:xfrm>
              <a:off x="6126163"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58370" name="Title 1">
            <a:extLst>
              <a:ext uri="{FF2B5EF4-FFF2-40B4-BE49-F238E27FC236}">
                <a16:creationId xmlns:a16="http://schemas.microsoft.com/office/drawing/2014/main" id="{3177D6E6-7AFC-471F-8E3F-53F87383FF34}"/>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K-map for Y</a:t>
            </a:r>
            <a:r>
              <a:rPr kumimoji="0" lang="en-US" altLang="en-US" sz="3600" b="1" i="0" u="none" strike="noStrike" kern="120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cs typeface="+mn-cs"/>
              </a:rPr>
              <a:t>0</a:t>
            </a:r>
          </a:p>
        </p:txBody>
      </p:sp>
      <p:grpSp>
        <p:nvGrpSpPr>
          <p:cNvPr id="58371" name="Group 127">
            <a:extLst>
              <a:ext uri="{FF2B5EF4-FFF2-40B4-BE49-F238E27FC236}">
                <a16:creationId xmlns:a16="http://schemas.microsoft.com/office/drawing/2014/main" id="{F49F43F9-CA82-4E87-9C74-AED709A65A1B}"/>
              </a:ext>
            </a:extLst>
          </p:cNvPr>
          <p:cNvGrpSpPr>
            <a:grpSpLocks/>
          </p:cNvGrpSpPr>
          <p:nvPr/>
        </p:nvGrpSpPr>
        <p:grpSpPr bwMode="auto">
          <a:xfrm>
            <a:off x="5651500" y="2214563"/>
            <a:ext cx="2284413" cy="2754312"/>
            <a:chOff x="1295400" y="838200"/>
            <a:chExt cx="2284413" cy="2753757"/>
          </a:xfrm>
        </p:grpSpPr>
        <p:sp>
          <p:nvSpPr>
            <p:cNvPr id="58372" name="Rectangle 4">
              <a:extLst>
                <a:ext uri="{FF2B5EF4-FFF2-40B4-BE49-F238E27FC236}">
                  <a16:creationId xmlns:a16="http://schemas.microsoft.com/office/drawing/2014/main" id="{D53D118D-E515-4525-9EB2-0BD18E2BC787}"/>
                </a:ext>
              </a:extLst>
            </p:cNvPr>
            <p:cNvSpPr>
              <a:spLocks noChangeArrowheads="1"/>
            </p:cNvSpPr>
            <p:nvPr/>
          </p:nvSpPr>
          <p:spPr bwMode="auto">
            <a:xfrm>
              <a:off x="1957388" y="1446212"/>
              <a:ext cx="820737" cy="819150"/>
            </a:xfrm>
            <a:prstGeom prst="rect">
              <a:avLst/>
            </a:prstGeom>
            <a:solidFill>
              <a:srgbClr val="FFFFFF"/>
            </a:solidFill>
            <a:ln w="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73" name="Line 5">
              <a:extLst>
                <a:ext uri="{FF2B5EF4-FFF2-40B4-BE49-F238E27FC236}">
                  <a16:creationId xmlns:a16="http://schemas.microsoft.com/office/drawing/2014/main" id="{7170DB2F-157C-4DF4-A51D-875B6E171743}"/>
                </a:ext>
              </a:extLst>
            </p:cNvPr>
            <p:cNvSpPr>
              <a:spLocks noChangeShapeType="1"/>
            </p:cNvSpPr>
            <p:nvPr/>
          </p:nvSpPr>
          <p:spPr bwMode="auto">
            <a:xfrm flipH="1">
              <a:off x="1957388" y="1865312"/>
              <a:ext cx="820737"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74" name="Line 6">
              <a:extLst>
                <a:ext uri="{FF2B5EF4-FFF2-40B4-BE49-F238E27FC236}">
                  <a16:creationId xmlns:a16="http://schemas.microsoft.com/office/drawing/2014/main" id="{EA05644B-5F7E-4118-B204-C01630F88F44}"/>
                </a:ext>
              </a:extLst>
            </p:cNvPr>
            <p:cNvSpPr>
              <a:spLocks noChangeShapeType="1"/>
            </p:cNvSpPr>
            <p:nvPr/>
          </p:nvSpPr>
          <p:spPr bwMode="auto">
            <a:xfrm flipV="1">
              <a:off x="2378075" y="1446212"/>
              <a:ext cx="1588" cy="8191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75" name="Line 7">
              <a:extLst>
                <a:ext uri="{FF2B5EF4-FFF2-40B4-BE49-F238E27FC236}">
                  <a16:creationId xmlns:a16="http://schemas.microsoft.com/office/drawing/2014/main" id="{B5F8ADF1-FA03-4E82-B85A-BCA58139D697}"/>
                </a:ext>
              </a:extLst>
            </p:cNvPr>
            <p:cNvSpPr>
              <a:spLocks noChangeShapeType="1"/>
            </p:cNvSpPr>
            <p:nvPr/>
          </p:nvSpPr>
          <p:spPr bwMode="auto">
            <a:xfrm>
              <a:off x="1557338" y="1044575"/>
              <a:ext cx="400050" cy="40163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76" name="Rectangle 8">
              <a:extLst>
                <a:ext uri="{FF2B5EF4-FFF2-40B4-BE49-F238E27FC236}">
                  <a16:creationId xmlns:a16="http://schemas.microsoft.com/office/drawing/2014/main" id="{BED5B0E4-02DE-4C87-AE0E-BA6BD5AD9C2F}"/>
                </a:ext>
              </a:extLst>
            </p:cNvPr>
            <p:cNvSpPr>
              <a:spLocks noChangeArrowheads="1"/>
            </p:cNvSpPr>
            <p:nvPr/>
          </p:nvSpPr>
          <p:spPr bwMode="auto">
            <a:xfrm>
              <a:off x="2778125" y="1446212"/>
              <a:ext cx="801688" cy="819150"/>
            </a:xfrm>
            <a:prstGeom prst="rect">
              <a:avLst/>
            </a:prstGeom>
            <a:solidFill>
              <a:srgbClr val="FFFFFF"/>
            </a:solidFill>
            <a:ln w="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77" name="Line 9">
              <a:extLst>
                <a:ext uri="{FF2B5EF4-FFF2-40B4-BE49-F238E27FC236}">
                  <a16:creationId xmlns:a16="http://schemas.microsoft.com/office/drawing/2014/main" id="{ADD1B717-2234-427F-ACFA-A0C239C75799}"/>
                </a:ext>
              </a:extLst>
            </p:cNvPr>
            <p:cNvSpPr>
              <a:spLocks noChangeShapeType="1"/>
            </p:cNvSpPr>
            <p:nvPr/>
          </p:nvSpPr>
          <p:spPr bwMode="auto">
            <a:xfrm flipH="1">
              <a:off x="2778125" y="1865312"/>
              <a:ext cx="801688"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78" name="Line 10">
              <a:extLst>
                <a:ext uri="{FF2B5EF4-FFF2-40B4-BE49-F238E27FC236}">
                  <a16:creationId xmlns:a16="http://schemas.microsoft.com/office/drawing/2014/main" id="{067B168F-929F-400A-BEF3-AE68E2AAF4ED}"/>
                </a:ext>
              </a:extLst>
            </p:cNvPr>
            <p:cNvSpPr>
              <a:spLocks noChangeShapeType="1"/>
            </p:cNvSpPr>
            <p:nvPr/>
          </p:nvSpPr>
          <p:spPr bwMode="auto">
            <a:xfrm flipV="1">
              <a:off x="3179763" y="1446212"/>
              <a:ext cx="1587" cy="8191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79" name="Rectangle 11">
              <a:extLst>
                <a:ext uri="{FF2B5EF4-FFF2-40B4-BE49-F238E27FC236}">
                  <a16:creationId xmlns:a16="http://schemas.microsoft.com/office/drawing/2014/main" id="{1FB6D0C5-711D-4BD4-AD3A-464A37571478}"/>
                </a:ext>
              </a:extLst>
            </p:cNvPr>
            <p:cNvSpPr>
              <a:spLocks noChangeArrowheads="1"/>
            </p:cNvSpPr>
            <p:nvPr/>
          </p:nvSpPr>
          <p:spPr bwMode="auto">
            <a:xfrm>
              <a:off x="2079625" y="122396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80" name="Rectangle 12">
              <a:extLst>
                <a:ext uri="{FF2B5EF4-FFF2-40B4-BE49-F238E27FC236}">
                  <a16:creationId xmlns:a16="http://schemas.microsoft.com/office/drawing/2014/main" id="{AC20359F-31DD-4D45-B531-AC5C011A64D4}"/>
                </a:ext>
              </a:extLst>
            </p:cNvPr>
            <p:cNvSpPr>
              <a:spLocks noChangeArrowheads="1"/>
            </p:cNvSpPr>
            <p:nvPr/>
          </p:nvSpPr>
          <p:spPr bwMode="auto">
            <a:xfrm>
              <a:off x="2486025" y="122396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81" name="Rectangle 13">
              <a:extLst>
                <a:ext uri="{FF2B5EF4-FFF2-40B4-BE49-F238E27FC236}">
                  <a16:creationId xmlns:a16="http://schemas.microsoft.com/office/drawing/2014/main" id="{8380F882-9FB6-4ADD-BC22-E4ABC584EBCC}"/>
                </a:ext>
              </a:extLst>
            </p:cNvPr>
            <p:cNvSpPr>
              <a:spLocks noChangeArrowheads="1"/>
            </p:cNvSpPr>
            <p:nvPr/>
          </p:nvSpPr>
          <p:spPr bwMode="auto">
            <a:xfrm>
              <a:off x="2890838" y="1223962"/>
              <a:ext cx="24923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82" name="Rectangle 14">
              <a:extLst>
                <a:ext uri="{FF2B5EF4-FFF2-40B4-BE49-F238E27FC236}">
                  <a16:creationId xmlns:a16="http://schemas.microsoft.com/office/drawing/2014/main" id="{E6ECD7E3-A0CF-4360-A411-28312B28C3A1}"/>
                </a:ext>
              </a:extLst>
            </p:cNvPr>
            <p:cNvSpPr>
              <a:spLocks noChangeArrowheads="1"/>
            </p:cNvSpPr>
            <p:nvPr/>
          </p:nvSpPr>
          <p:spPr bwMode="auto">
            <a:xfrm>
              <a:off x="3297238" y="1223962"/>
              <a:ext cx="24923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83" name="Rectangle 15">
              <a:extLst>
                <a:ext uri="{FF2B5EF4-FFF2-40B4-BE49-F238E27FC236}">
                  <a16:creationId xmlns:a16="http://schemas.microsoft.com/office/drawing/2014/main" id="{48125347-257F-4936-A126-FEA1A75FC85B}"/>
                </a:ext>
              </a:extLst>
            </p:cNvPr>
            <p:cNvSpPr>
              <a:spLocks noChangeArrowheads="1"/>
            </p:cNvSpPr>
            <p:nvPr/>
          </p:nvSpPr>
          <p:spPr bwMode="auto">
            <a:xfrm>
              <a:off x="1708150" y="156051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84" name="Rectangle 16">
              <a:extLst>
                <a:ext uri="{FF2B5EF4-FFF2-40B4-BE49-F238E27FC236}">
                  <a16:creationId xmlns:a16="http://schemas.microsoft.com/office/drawing/2014/main" id="{7C6CE596-5D5B-4DB0-B093-627FC278B238}"/>
                </a:ext>
              </a:extLst>
            </p:cNvPr>
            <p:cNvSpPr>
              <a:spLocks noChangeArrowheads="1"/>
            </p:cNvSpPr>
            <p:nvPr/>
          </p:nvSpPr>
          <p:spPr bwMode="auto">
            <a:xfrm>
              <a:off x="1698625" y="196691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85" name="Rectangle 17">
              <a:extLst>
                <a:ext uri="{FF2B5EF4-FFF2-40B4-BE49-F238E27FC236}">
                  <a16:creationId xmlns:a16="http://schemas.microsoft.com/office/drawing/2014/main" id="{9ECBA420-7CC9-460C-B93C-89D996A280D5}"/>
                </a:ext>
              </a:extLst>
            </p:cNvPr>
            <p:cNvSpPr>
              <a:spLocks noChangeArrowheads="1"/>
            </p:cNvSpPr>
            <p:nvPr/>
          </p:nvSpPr>
          <p:spPr bwMode="auto">
            <a:xfrm>
              <a:off x="2532063" y="1570037"/>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86" name="Rectangle 24">
              <a:extLst>
                <a:ext uri="{FF2B5EF4-FFF2-40B4-BE49-F238E27FC236}">
                  <a16:creationId xmlns:a16="http://schemas.microsoft.com/office/drawing/2014/main" id="{6B136CB7-61A9-4F5E-ADD5-32C3E7A5C125}"/>
                </a:ext>
              </a:extLst>
            </p:cNvPr>
            <p:cNvSpPr>
              <a:spLocks noChangeArrowheads="1"/>
            </p:cNvSpPr>
            <p:nvPr/>
          </p:nvSpPr>
          <p:spPr bwMode="auto">
            <a:xfrm>
              <a:off x="1957388" y="2265362"/>
              <a:ext cx="820737" cy="801688"/>
            </a:xfrm>
            <a:prstGeom prst="rect">
              <a:avLst/>
            </a:prstGeom>
            <a:solidFill>
              <a:srgbClr val="FFFFFF"/>
            </a:solidFill>
            <a:ln w="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87" name="Line 25">
              <a:extLst>
                <a:ext uri="{FF2B5EF4-FFF2-40B4-BE49-F238E27FC236}">
                  <a16:creationId xmlns:a16="http://schemas.microsoft.com/office/drawing/2014/main" id="{06AD98D7-64A9-44E7-8762-E90A47E912D9}"/>
                </a:ext>
              </a:extLst>
            </p:cNvPr>
            <p:cNvSpPr>
              <a:spLocks noChangeShapeType="1"/>
            </p:cNvSpPr>
            <p:nvPr/>
          </p:nvSpPr>
          <p:spPr bwMode="auto">
            <a:xfrm flipH="1">
              <a:off x="1957388" y="2667000"/>
              <a:ext cx="820737"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88" name="Line 26">
              <a:extLst>
                <a:ext uri="{FF2B5EF4-FFF2-40B4-BE49-F238E27FC236}">
                  <a16:creationId xmlns:a16="http://schemas.microsoft.com/office/drawing/2014/main" id="{A4AF849C-54BC-41F8-A8CC-373B95A49B73}"/>
                </a:ext>
              </a:extLst>
            </p:cNvPr>
            <p:cNvSpPr>
              <a:spLocks noChangeShapeType="1"/>
            </p:cNvSpPr>
            <p:nvPr/>
          </p:nvSpPr>
          <p:spPr bwMode="auto">
            <a:xfrm flipV="1">
              <a:off x="2378075" y="2265362"/>
              <a:ext cx="1588" cy="8016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89" name="Rectangle 27">
              <a:extLst>
                <a:ext uri="{FF2B5EF4-FFF2-40B4-BE49-F238E27FC236}">
                  <a16:creationId xmlns:a16="http://schemas.microsoft.com/office/drawing/2014/main" id="{A70794AD-AE88-4031-B096-202C9A5F354F}"/>
                </a:ext>
              </a:extLst>
            </p:cNvPr>
            <p:cNvSpPr>
              <a:spLocks noChangeArrowheads="1"/>
            </p:cNvSpPr>
            <p:nvPr/>
          </p:nvSpPr>
          <p:spPr bwMode="auto">
            <a:xfrm>
              <a:off x="2778125" y="2265362"/>
              <a:ext cx="801688" cy="801688"/>
            </a:xfrm>
            <a:prstGeom prst="rect">
              <a:avLst/>
            </a:prstGeom>
            <a:solidFill>
              <a:srgbClr val="FFFFFF"/>
            </a:solidFill>
            <a:ln w="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90" name="Line 28">
              <a:extLst>
                <a:ext uri="{FF2B5EF4-FFF2-40B4-BE49-F238E27FC236}">
                  <a16:creationId xmlns:a16="http://schemas.microsoft.com/office/drawing/2014/main" id="{F6BC4896-CB31-41D9-8BC1-4B3A7EAB9DA3}"/>
                </a:ext>
              </a:extLst>
            </p:cNvPr>
            <p:cNvSpPr>
              <a:spLocks noChangeShapeType="1"/>
            </p:cNvSpPr>
            <p:nvPr/>
          </p:nvSpPr>
          <p:spPr bwMode="auto">
            <a:xfrm flipH="1">
              <a:off x="2778125" y="2667000"/>
              <a:ext cx="801688"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91" name="Line 29">
              <a:extLst>
                <a:ext uri="{FF2B5EF4-FFF2-40B4-BE49-F238E27FC236}">
                  <a16:creationId xmlns:a16="http://schemas.microsoft.com/office/drawing/2014/main" id="{5084B332-DFD3-4276-80D3-C8D7D5B9E874}"/>
                </a:ext>
              </a:extLst>
            </p:cNvPr>
            <p:cNvSpPr>
              <a:spLocks noChangeShapeType="1"/>
            </p:cNvSpPr>
            <p:nvPr/>
          </p:nvSpPr>
          <p:spPr bwMode="auto">
            <a:xfrm flipV="1">
              <a:off x="3179763" y="2265362"/>
              <a:ext cx="1587" cy="8016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92" name="Rectangle 30">
              <a:extLst>
                <a:ext uri="{FF2B5EF4-FFF2-40B4-BE49-F238E27FC236}">
                  <a16:creationId xmlns:a16="http://schemas.microsoft.com/office/drawing/2014/main" id="{1891C6C1-2F13-4931-A2CC-704FC73C39BD}"/>
                </a:ext>
              </a:extLst>
            </p:cNvPr>
            <p:cNvSpPr>
              <a:spLocks noChangeArrowheads="1"/>
            </p:cNvSpPr>
            <p:nvPr/>
          </p:nvSpPr>
          <p:spPr bwMode="auto">
            <a:xfrm>
              <a:off x="2122488" y="1570037"/>
              <a:ext cx="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93" name="Rectangle 39">
              <a:extLst>
                <a:ext uri="{FF2B5EF4-FFF2-40B4-BE49-F238E27FC236}">
                  <a16:creationId xmlns:a16="http://schemas.microsoft.com/office/drawing/2014/main" id="{3BD8A9D7-885B-44CC-A624-4C7CCED23C82}"/>
                </a:ext>
              </a:extLst>
            </p:cNvPr>
            <p:cNvSpPr>
              <a:spLocks noChangeArrowheads="1"/>
            </p:cNvSpPr>
            <p:nvPr/>
          </p:nvSpPr>
          <p:spPr bwMode="auto">
            <a:xfrm>
              <a:off x="1698625" y="2381250"/>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94" name="Rectangle 40">
              <a:extLst>
                <a:ext uri="{FF2B5EF4-FFF2-40B4-BE49-F238E27FC236}">
                  <a16:creationId xmlns:a16="http://schemas.microsoft.com/office/drawing/2014/main" id="{29AEB32F-51C3-4CE1-AA32-8A4F252D47E5}"/>
                </a:ext>
              </a:extLst>
            </p:cNvPr>
            <p:cNvSpPr>
              <a:spLocks noChangeArrowheads="1"/>
            </p:cNvSpPr>
            <p:nvPr/>
          </p:nvSpPr>
          <p:spPr bwMode="auto">
            <a:xfrm>
              <a:off x="1698625" y="278606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95" name="Rectangle 41">
              <a:extLst>
                <a:ext uri="{FF2B5EF4-FFF2-40B4-BE49-F238E27FC236}">
                  <a16:creationId xmlns:a16="http://schemas.microsoft.com/office/drawing/2014/main" id="{FDB76E04-7424-4499-9CC6-5D37E8B93EFB}"/>
                </a:ext>
              </a:extLst>
            </p:cNvPr>
            <p:cNvSpPr>
              <a:spLocks noChangeArrowheads="1"/>
            </p:cNvSpPr>
            <p:nvPr/>
          </p:nvSpPr>
          <p:spPr bwMode="auto">
            <a:xfrm>
              <a:off x="1695450" y="838200"/>
              <a:ext cx="195263"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96" name="Rectangle 42">
              <a:extLst>
                <a:ext uri="{FF2B5EF4-FFF2-40B4-BE49-F238E27FC236}">
                  <a16:creationId xmlns:a16="http://schemas.microsoft.com/office/drawing/2014/main" id="{13662444-8B78-4145-8667-1DA9039D960A}"/>
                </a:ext>
              </a:extLst>
            </p:cNvPr>
            <p:cNvSpPr>
              <a:spLocks noChangeArrowheads="1"/>
            </p:cNvSpPr>
            <p:nvPr/>
          </p:nvSpPr>
          <p:spPr bwMode="auto">
            <a:xfrm>
              <a:off x="1778000" y="925512"/>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97" name="Rectangle 43">
              <a:extLst>
                <a:ext uri="{FF2B5EF4-FFF2-40B4-BE49-F238E27FC236}">
                  <a16:creationId xmlns:a16="http://schemas.microsoft.com/office/drawing/2014/main" id="{26574B75-745D-4E1B-A26D-16584DD62207}"/>
                </a:ext>
              </a:extLst>
            </p:cNvPr>
            <p:cNvSpPr>
              <a:spLocks noChangeArrowheads="1"/>
            </p:cNvSpPr>
            <p:nvPr/>
          </p:nvSpPr>
          <p:spPr bwMode="auto">
            <a:xfrm>
              <a:off x="1858963" y="838200"/>
              <a:ext cx="195262"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98" name="Rectangle 44">
              <a:extLst>
                <a:ext uri="{FF2B5EF4-FFF2-40B4-BE49-F238E27FC236}">
                  <a16:creationId xmlns:a16="http://schemas.microsoft.com/office/drawing/2014/main" id="{CA021297-B967-4772-BB4E-ADF8D26697BF}"/>
                </a:ext>
              </a:extLst>
            </p:cNvPr>
            <p:cNvSpPr>
              <a:spLocks noChangeArrowheads="1"/>
            </p:cNvSpPr>
            <p:nvPr/>
          </p:nvSpPr>
          <p:spPr bwMode="auto">
            <a:xfrm>
              <a:off x="1941513" y="925512"/>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99" name="Rectangle 45">
              <a:extLst>
                <a:ext uri="{FF2B5EF4-FFF2-40B4-BE49-F238E27FC236}">
                  <a16:creationId xmlns:a16="http://schemas.microsoft.com/office/drawing/2014/main" id="{B9047473-990D-4933-ADC0-B33F8D3CA895}"/>
                </a:ext>
              </a:extLst>
            </p:cNvPr>
            <p:cNvSpPr>
              <a:spLocks noChangeArrowheads="1"/>
            </p:cNvSpPr>
            <p:nvPr/>
          </p:nvSpPr>
          <p:spPr bwMode="auto">
            <a:xfrm>
              <a:off x="1295400" y="1084262"/>
              <a:ext cx="198438"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00" name="Rectangle 54">
              <a:extLst>
                <a:ext uri="{FF2B5EF4-FFF2-40B4-BE49-F238E27FC236}">
                  <a16:creationId xmlns:a16="http://schemas.microsoft.com/office/drawing/2014/main" id="{07F28564-22E8-48C3-9D04-D772BB647388}"/>
                </a:ext>
              </a:extLst>
            </p:cNvPr>
            <p:cNvSpPr>
              <a:spLocks noChangeArrowheads="1"/>
            </p:cNvSpPr>
            <p:nvPr/>
          </p:nvSpPr>
          <p:spPr bwMode="auto">
            <a:xfrm>
              <a:off x="1506538" y="1171575"/>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01" name="Rectangle 164">
              <a:extLst>
                <a:ext uri="{FF2B5EF4-FFF2-40B4-BE49-F238E27FC236}">
                  <a16:creationId xmlns:a16="http://schemas.microsoft.com/office/drawing/2014/main" id="{9D58AB84-A66D-4C4F-92D6-CD6DA3ADE0A3}"/>
                </a:ext>
              </a:extLst>
            </p:cNvPr>
            <p:cNvSpPr>
              <a:spLocks noChangeArrowheads="1"/>
            </p:cNvSpPr>
            <p:nvPr/>
          </p:nvSpPr>
          <p:spPr bwMode="auto">
            <a:xfrm>
              <a:off x="2284413" y="3309937"/>
              <a:ext cx="0"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02" name="Rectangle 169">
              <a:extLst>
                <a:ext uri="{FF2B5EF4-FFF2-40B4-BE49-F238E27FC236}">
                  <a16:creationId xmlns:a16="http://schemas.microsoft.com/office/drawing/2014/main" id="{8010DF2E-9863-4890-9450-AA84BF715DEA}"/>
                </a:ext>
              </a:extLst>
            </p:cNvPr>
            <p:cNvSpPr>
              <a:spLocks noChangeArrowheads="1"/>
            </p:cNvSpPr>
            <p:nvPr/>
          </p:nvSpPr>
          <p:spPr bwMode="auto">
            <a:xfrm>
              <a:off x="2941638" y="3222625"/>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mc:AlternateContent xmlns:mc="http://schemas.openxmlformats.org/markup-compatibility/2006" xmlns:p14="http://schemas.microsoft.com/office/powerpoint/2010/main">
        <mc:Choice Requires="p14">
          <p:contentPart p14:bwMode="auto" r:id="rId2">
            <p14:nvContentPartPr>
              <p14:cNvPr id="2" name="Ink 1">
                <a:extLst>
                  <a:ext uri="{FF2B5EF4-FFF2-40B4-BE49-F238E27FC236}">
                    <a16:creationId xmlns:a16="http://schemas.microsoft.com/office/drawing/2014/main" id="{2196B6FE-788F-47D1-B736-C37859C2D599}"/>
                  </a:ext>
                </a:extLst>
              </p14:cNvPr>
              <p14:cNvContentPartPr/>
              <p14:nvPr/>
            </p14:nvContentPartPr>
            <p14:xfrm>
              <a:off x="2409840" y="2869200"/>
              <a:ext cx="5685120" cy="2736000"/>
            </p14:xfrm>
          </p:contentPart>
        </mc:Choice>
        <mc:Fallback xmlns="">
          <p:pic>
            <p:nvPicPr>
              <p:cNvPr id="2" name="Ink 1">
                <a:extLst>
                  <a:ext uri="{FF2B5EF4-FFF2-40B4-BE49-F238E27FC236}">
                    <a16:creationId xmlns:a16="http://schemas.microsoft.com/office/drawing/2014/main" id="{2196B6FE-788F-47D1-B736-C37859C2D599}"/>
                  </a:ext>
                </a:extLst>
              </p:cNvPr>
              <p:cNvPicPr/>
              <p:nvPr/>
            </p:nvPicPr>
            <p:blipFill>
              <a:blip r:embed="rId3"/>
              <a:stretch>
                <a:fillRect/>
              </a:stretch>
            </p:blipFill>
            <p:spPr>
              <a:xfrm>
                <a:off x="2400480" y="2859840"/>
                <a:ext cx="5703840" cy="2754720"/>
              </a:xfrm>
              <a:prstGeom prst="rect">
                <a:avLst/>
              </a:prstGeom>
            </p:spPr>
          </p:pic>
        </mc:Fallback>
      </mc:AlternateContent>
      <mc:AlternateContent xmlns:mc="http://schemas.openxmlformats.org/markup-compatibility/2006">
        <mc:Choice xmlns:p14="http://schemas.microsoft.com/office/powerpoint/2010/main" Requires="p14">
          <p:contentPart p14:bwMode="auto" r:id="rId4">
            <p14:nvContentPartPr>
              <p14:cNvPr id="4" name="Ink 3">
                <a:extLst>
                  <a:ext uri="{FF2B5EF4-FFF2-40B4-BE49-F238E27FC236}">
                    <a16:creationId xmlns:a16="http://schemas.microsoft.com/office/drawing/2014/main" id="{7AE4F8F2-89FB-46CA-ABC9-E9E16CAE1658}"/>
                  </a:ext>
                </a:extLst>
              </p14:cNvPr>
              <p14:cNvContentPartPr/>
              <p14:nvPr/>
            </p14:nvContentPartPr>
            <p14:xfrm>
              <a:off x="2344935" y="3236249"/>
              <a:ext cx="182520" cy="1145160"/>
            </p14:xfrm>
          </p:contentPart>
        </mc:Choice>
        <mc:Fallback>
          <p:pic>
            <p:nvPicPr>
              <p:cNvPr id="4" name="Ink 3">
                <a:extLst>
                  <a:ext uri="{FF2B5EF4-FFF2-40B4-BE49-F238E27FC236}">
                    <a16:creationId xmlns:a16="http://schemas.microsoft.com/office/drawing/2014/main" id="{7AE4F8F2-89FB-46CA-ABC9-E9E16CAE1658}"/>
                  </a:ext>
                </a:extLst>
              </p:cNvPr>
              <p:cNvPicPr/>
              <p:nvPr/>
            </p:nvPicPr>
            <p:blipFill>
              <a:blip r:embed="rId5"/>
              <a:stretch>
                <a:fillRect/>
              </a:stretch>
            </p:blipFill>
            <p:spPr>
              <a:xfrm>
                <a:off x="2340615" y="3231929"/>
                <a:ext cx="191160" cy="1153800"/>
              </a:xfrm>
              <a:prstGeom prst="rect">
                <a:avLst/>
              </a:prstGeom>
            </p:spPr>
          </p:pic>
        </mc:Fallback>
      </mc:AlternateContent>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9393" name="Group 1">
            <a:extLst>
              <a:ext uri="{FF2B5EF4-FFF2-40B4-BE49-F238E27FC236}">
                <a16:creationId xmlns:a16="http://schemas.microsoft.com/office/drawing/2014/main" id="{BB2BD7B7-1078-4820-9A98-5CCA8787F50E}"/>
              </a:ext>
            </a:extLst>
          </p:cNvPr>
          <p:cNvGrpSpPr>
            <a:grpSpLocks/>
          </p:cNvGrpSpPr>
          <p:nvPr/>
        </p:nvGrpSpPr>
        <p:grpSpPr bwMode="auto">
          <a:xfrm>
            <a:off x="381000" y="1665288"/>
            <a:ext cx="4557713" cy="3973512"/>
            <a:chOff x="2274888" y="1057275"/>
            <a:chExt cx="4557712" cy="3973513"/>
          </a:xfrm>
        </p:grpSpPr>
        <p:sp>
          <p:nvSpPr>
            <p:cNvPr id="59429" name="Rectangle 4">
              <a:extLst>
                <a:ext uri="{FF2B5EF4-FFF2-40B4-BE49-F238E27FC236}">
                  <a16:creationId xmlns:a16="http://schemas.microsoft.com/office/drawing/2014/main" id="{F83B1E85-3429-41EC-A400-338C03915A96}"/>
                </a:ext>
              </a:extLst>
            </p:cNvPr>
            <p:cNvSpPr>
              <a:spLocks noChangeArrowheads="1"/>
            </p:cNvSpPr>
            <p:nvPr/>
          </p:nvSpPr>
          <p:spPr bwMode="auto">
            <a:xfrm>
              <a:off x="2600325" y="1057275"/>
              <a:ext cx="4222750"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30" name="Rectangle 5">
              <a:extLst>
                <a:ext uri="{FF2B5EF4-FFF2-40B4-BE49-F238E27FC236}">
                  <a16:creationId xmlns:a16="http://schemas.microsoft.com/office/drawing/2014/main" id="{DCBAF2E2-268F-4F97-A801-7E1F5DA070C8}"/>
                </a:ext>
              </a:extLst>
            </p:cNvPr>
            <p:cNvSpPr>
              <a:spLocks noChangeArrowheads="1"/>
            </p:cNvSpPr>
            <p:nvPr/>
          </p:nvSpPr>
          <p:spPr bwMode="auto">
            <a:xfrm>
              <a:off x="2600325"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31" name="Rectangle 6">
              <a:extLst>
                <a:ext uri="{FF2B5EF4-FFF2-40B4-BE49-F238E27FC236}">
                  <a16:creationId xmlns:a16="http://schemas.microsoft.com/office/drawing/2014/main" id="{F3D31D1D-903B-43E5-81FE-B0ED4238E362}"/>
                </a:ext>
              </a:extLst>
            </p:cNvPr>
            <p:cNvSpPr>
              <a:spLocks noChangeArrowheads="1"/>
            </p:cNvSpPr>
            <p:nvPr/>
          </p:nvSpPr>
          <p:spPr bwMode="auto">
            <a:xfrm>
              <a:off x="3668713"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32" name="Rectangle 7">
              <a:extLst>
                <a:ext uri="{FF2B5EF4-FFF2-40B4-BE49-F238E27FC236}">
                  <a16:creationId xmlns:a16="http://schemas.microsoft.com/office/drawing/2014/main" id="{05221042-1619-4793-ACA7-A4FFF577F311}"/>
                </a:ext>
              </a:extLst>
            </p:cNvPr>
            <p:cNvSpPr>
              <a:spLocks noChangeArrowheads="1"/>
            </p:cNvSpPr>
            <p:nvPr/>
          </p:nvSpPr>
          <p:spPr bwMode="auto">
            <a:xfrm>
              <a:off x="2763838" y="1317625"/>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33" name="Rectangle 8">
              <a:extLst>
                <a:ext uri="{FF2B5EF4-FFF2-40B4-BE49-F238E27FC236}">
                  <a16:creationId xmlns:a16="http://schemas.microsoft.com/office/drawing/2014/main" id="{189DB7CF-5AA1-40C6-A7C6-375FB22C60B8}"/>
                </a:ext>
              </a:extLst>
            </p:cNvPr>
            <p:cNvSpPr>
              <a:spLocks noChangeArrowheads="1"/>
            </p:cNvSpPr>
            <p:nvPr/>
          </p:nvSpPr>
          <p:spPr bwMode="auto">
            <a:xfrm>
              <a:off x="5829300"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34" name="Rectangle 9">
              <a:extLst>
                <a:ext uri="{FF2B5EF4-FFF2-40B4-BE49-F238E27FC236}">
                  <a16:creationId xmlns:a16="http://schemas.microsoft.com/office/drawing/2014/main" id="{A7161C4F-1AD9-4C48-B551-966F6FF3A32C}"/>
                </a:ext>
              </a:extLst>
            </p:cNvPr>
            <p:cNvSpPr>
              <a:spLocks noChangeArrowheads="1"/>
            </p:cNvSpPr>
            <p:nvPr/>
          </p:nvSpPr>
          <p:spPr bwMode="auto">
            <a:xfrm>
              <a:off x="6819900"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35" name="Rectangle 10">
              <a:extLst>
                <a:ext uri="{FF2B5EF4-FFF2-40B4-BE49-F238E27FC236}">
                  <a16:creationId xmlns:a16="http://schemas.microsoft.com/office/drawing/2014/main" id="{2BDCB8E3-475C-4690-B0F0-A8DF00784562}"/>
                </a:ext>
              </a:extLst>
            </p:cNvPr>
            <p:cNvSpPr>
              <a:spLocks noChangeArrowheads="1"/>
            </p:cNvSpPr>
            <p:nvPr/>
          </p:nvSpPr>
          <p:spPr bwMode="auto">
            <a:xfrm>
              <a:off x="3668713" y="1538288"/>
              <a:ext cx="217170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36" name="Rectangle 11">
              <a:extLst>
                <a:ext uri="{FF2B5EF4-FFF2-40B4-BE49-F238E27FC236}">
                  <a16:creationId xmlns:a16="http://schemas.microsoft.com/office/drawing/2014/main" id="{A083328E-FE69-42FB-990C-FDB57DB65A0D}"/>
                </a:ext>
              </a:extLst>
            </p:cNvPr>
            <p:cNvSpPr>
              <a:spLocks noChangeArrowheads="1"/>
            </p:cNvSpPr>
            <p:nvPr/>
          </p:nvSpPr>
          <p:spPr bwMode="auto">
            <a:xfrm>
              <a:off x="2600325"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37" name="Rectangle 12">
              <a:extLst>
                <a:ext uri="{FF2B5EF4-FFF2-40B4-BE49-F238E27FC236}">
                  <a16:creationId xmlns:a16="http://schemas.microsoft.com/office/drawing/2014/main" id="{2BBC876D-8E9A-4AE7-A2F6-191A6E080EEF}"/>
                </a:ext>
              </a:extLst>
            </p:cNvPr>
            <p:cNvSpPr>
              <a:spLocks noChangeArrowheads="1"/>
            </p:cNvSpPr>
            <p:nvPr/>
          </p:nvSpPr>
          <p:spPr bwMode="auto">
            <a:xfrm>
              <a:off x="4240213" y="1171575"/>
              <a:ext cx="10842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 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38" name="Rectangle 13">
              <a:extLst>
                <a:ext uri="{FF2B5EF4-FFF2-40B4-BE49-F238E27FC236}">
                  <a16:creationId xmlns:a16="http://schemas.microsoft.com/office/drawing/2014/main" id="{20121D19-C951-4164-B439-96662E489A83}"/>
                </a:ext>
              </a:extLst>
            </p:cNvPr>
            <p:cNvSpPr>
              <a:spLocks noChangeArrowheads="1"/>
            </p:cNvSpPr>
            <p:nvPr/>
          </p:nvSpPr>
          <p:spPr bwMode="auto">
            <a:xfrm>
              <a:off x="3668713"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39" name="Rectangle 14">
              <a:extLst>
                <a:ext uri="{FF2B5EF4-FFF2-40B4-BE49-F238E27FC236}">
                  <a16:creationId xmlns:a16="http://schemas.microsoft.com/office/drawing/2014/main" id="{01027373-7D25-4296-A1B6-51E83A83AC92}"/>
                </a:ext>
              </a:extLst>
            </p:cNvPr>
            <p:cNvSpPr>
              <a:spLocks noChangeArrowheads="1"/>
            </p:cNvSpPr>
            <p:nvPr/>
          </p:nvSpPr>
          <p:spPr bwMode="auto">
            <a:xfrm>
              <a:off x="2903538" y="1641475"/>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40" name="Rectangle 15">
              <a:extLst>
                <a:ext uri="{FF2B5EF4-FFF2-40B4-BE49-F238E27FC236}">
                  <a16:creationId xmlns:a16="http://schemas.microsoft.com/office/drawing/2014/main" id="{0F248E4B-8747-410B-9E78-DD74F3F473D5}"/>
                </a:ext>
              </a:extLst>
            </p:cNvPr>
            <p:cNvSpPr>
              <a:spLocks noChangeArrowheads="1"/>
            </p:cNvSpPr>
            <p:nvPr/>
          </p:nvSpPr>
          <p:spPr bwMode="auto">
            <a:xfrm>
              <a:off x="3878263" y="1641475"/>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41" name="Rectangle 16">
              <a:extLst>
                <a:ext uri="{FF2B5EF4-FFF2-40B4-BE49-F238E27FC236}">
                  <a16:creationId xmlns:a16="http://schemas.microsoft.com/office/drawing/2014/main" id="{A6BEEDE7-A124-47E0-8B1F-4B6DE668D67C}"/>
                </a:ext>
              </a:extLst>
            </p:cNvPr>
            <p:cNvSpPr>
              <a:spLocks noChangeArrowheads="1"/>
            </p:cNvSpPr>
            <p:nvPr/>
          </p:nvSpPr>
          <p:spPr bwMode="auto">
            <a:xfrm>
              <a:off x="4138613" y="1641475"/>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42" name="Rectangle 17">
              <a:extLst>
                <a:ext uri="{FF2B5EF4-FFF2-40B4-BE49-F238E27FC236}">
                  <a16:creationId xmlns:a16="http://schemas.microsoft.com/office/drawing/2014/main" id="{671CB25E-3C41-4757-A7FC-F6475B62C8F2}"/>
                </a:ext>
              </a:extLst>
            </p:cNvPr>
            <p:cNvSpPr>
              <a:spLocks noChangeArrowheads="1"/>
            </p:cNvSpPr>
            <p:nvPr/>
          </p:nvSpPr>
          <p:spPr bwMode="auto">
            <a:xfrm>
              <a:off x="4405313" y="16414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43" name="Rectangle 18">
              <a:extLst>
                <a:ext uri="{FF2B5EF4-FFF2-40B4-BE49-F238E27FC236}">
                  <a16:creationId xmlns:a16="http://schemas.microsoft.com/office/drawing/2014/main" id="{22A5796C-F858-483D-8959-2D9719DEE2F3}"/>
                </a:ext>
              </a:extLst>
            </p:cNvPr>
            <p:cNvSpPr>
              <a:spLocks noChangeArrowheads="1"/>
            </p:cNvSpPr>
            <p:nvPr/>
          </p:nvSpPr>
          <p:spPr bwMode="auto">
            <a:xfrm>
              <a:off x="4962525" y="1641475"/>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44" name="Rectangle 19">
              <a:extLst>
                <a:ext uri="{FF2B5EF4-FFF2-40B4-BE49-F238E27FC236}">
                  <a16:creationId xmlns:a16="http://schemas.microsoft.com/office/drawing/2014/main" id="{87F0ED6A-2E87-4A11-AB8D-7084BA9CEB01}"/>
                </a:ext>
              </a:extLst>
            </p:cNvPr>
            <p:cNvSpPr>
              <a:spLocks noChangeArrowheads="1"/>
            </p:cNvSpPr>
            <p:nvPr/>
          </p:nvSpPr>
          <p:spPr bwMode="auto">
            <a:xfrm>
              <a:off x="5222875" y="1641475"/>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45" name="Rectangle 20">
              <a:extLst>
                <a:ext uri="{FF2B5EF4-FFF2-40B4-BE49-F238E27FC236}">
                  <a16:creationId xmlns:a16="http://schemas.microsoft.com/office/drawing/2014/main" id="{81B10197-00D2-48B1-9EE8-652B857F96A0}"/>
                </a:ext>
              </a:extLst>
            </p:cNvPr>
            <p:cNvSpPr>
              <a:spLocks noChangeArrowheads="1"/>
            </p:cNvSpPr>
            <p:nvPr/>
          </p:nvSpPr>
          <p:spPr bwMode="auto">
            <a:xfrm>
              <a:off x="5829300"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46" name="Rectangle 21">
              <a:extLst>
                <a:ext uri="{FF2B5EF4-FFF2-40B4-BE49-F238E27FC236}">
                  <a16:creationId xmlns:a16="http://schemas.microsoft.com/office/drawing/2014/main" id="{23CF2130-6495-43C0-8DAA-274DA9CBEC36}"/>
                </a:ext>
              </a:extLst>
            </p:cNvPr>
            <p:cNvSpPr>
              <a:spLocks noChangeArrowheads="1"/>
            </p:cNvSpPr>
            <p:nvPr/>
          </p:nvSpPr>
          <p:spPr bwMode="auto">
            <a:xfrm>
              <a:off x="5489575" y="16414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47" name="Rectangle 22">
              <a:extLst>
                <a:ext uri="{FF2B5EF4-FFF2-40B4-BE49-F238E27FC236}">
                  <a16:creationId xmlns:a16="http://schemas.microsoft.com/office/drawing/2014/main" id="{90BD1763-C6B8-4043-8E0E-3B17A85EED95}"/>
                </a:ext>
              </a:extLst>
            </p:cNvPr>
            <p:cNvSpPr>
              <a:spLocks noChangeArrowheads="1"/>
            </p:cNvSpPr>
            <p:nvPr/>
          </p:nvSpPr>
          <p:spPr bwMode="auto">
            <a:xfrm>
              <a:off x="6819900"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48" name="Rectangle 23">
              <a:extLst>
                <a:ext uri="{FF2B5EF4-FFF2-40B4-BE49-F238E27FC236}">
                  <a16:creationId xmlns:a16="http://schemas.microsoft.com/office/drawing/2014/main" id="{176E3E2B-8890-4963-B00D-ECD10947B019}"/>
                </a:ext>
              </a:extLst>
            </p:cNvPr>
            <p:cNvSpPr>
              <a:spLocks noChangeArrowheads="1"/>
            </p:cNvSpPr>
            <p:nvPr/>
          </p:nvSpPr>
          <p:spPr bwMode="auto">
            <a:xfrm>
              <a:off x="3668713" y="1995488"/>
              <a:ext cx="217170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49" name="Rectangle 24">
              <a:extLst>
                <a:ext uri="{FF2B5EF4-FFF2-40B4-BE49-F238E27FC236}">
                  <a16:creationId xmlns:a16="http://schemas.microsoft.com/office/drawing/2014/main" id="{F4D8B41C-9D1A-4509-9096-A78D06F75F26}"/>
                </a:ext>
              </a:extLst>
            </p:cNvPr>
            <p:cNvSpPr>
              <a:spLocks noChangeArrowheads="1"/>
            </p:cNvSpPr>
            <p:nvPr/>
          </p:nvSpPr>
          <p:spPr bwMode="auto">
            <a:xfrm>
              <a:off x="2600325"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50" name="Rectangle 25">
              <a:extLst>
                <a:ext uri="{FF2B5EF4-FFF2-40B4-BE49-F238E27FC236}">
                  <a16:creationId xmlns:a16="http://schemas.microsoft.com/office/drawing/2014/main" id="{708204B5-EB0A-4897-B6D8-0586E08A3876}"/>
                </a:ext>
              </a:extLst>
            </p:cNvPr>
            <p:cNvSpPr>
              <a:spLocks noChangeArrowheads="1"/>
            </p:cNvSpPr>
            <p:nvPr/>
          </p:nvSpPr>
          <p:spPr bwMode="auto">
            <a:xfrm>
              <a:off x="6021388" y="1495425"/>
              <a:ext cx="684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Count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51" name="Rectangle 26">
              <a:extLst>
                <a:ext uri="{FF2B5EF4-FFF2-40B4-BE49-F238E27FC236}">
                  <a16:creationId xmlns:a16="http://schemas.microsoft.com/office/drawing/2014/main" id="{5E0F5724-0950-4BD5-9A11-AC1F6CAE5222}"/>
                </a:ext>
              </a:extLst>
            </p:cNvPr>
            <p:cNvSpPr>
              <a:spLocks noChangeArrowheads="1"/>
            </p:cNvSpPr>
            <p:nvPr/>
          </p:nvSpPr>
          <p:spPr bwMode="auto">
            <a:xfrm>
              <a:off x="2778125" y="1914525"/>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52" name="Rectangle 27">
              <a:extLst>
                <a:ext uri="{FF2B5EF4-FFF2-40B4-BE49-F238E27FC236}">
                  <a16:creationId xmlns:a16="http://schemas.microsoft.com/office/drawing/2014/main" id="{ABB7EF97-6ADD-422E-AFAF-9F4D140088AD}"/>
                </a:ext>
              </a:extLst>
            </p:cNvPr>
            <p:cNvSpPr>
              <a:spLocks noChangeArrowheads="1"/>
            </p:cNvSpPr>
            <p:nvPr/>
          </p:nvSpPr>
          <p:spPr bwMode="auto">
            <a:xfrm>
              <a:off x="2903538"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53" name="Rectangle 28">
              <a:extLst>
                <a:ext uri="{FF2B5EF4-FFF2-40B4-BE49-F238E27FC236}">
                  <a16:creationId xmlns:a16="http://schemas.microsoft.com/office/drawing/2014/main" id="{42B003FF-42D8-4ACC-8634-1F885E610EA3}"/>
                </a:ext>
              </a:extLst>
            </p:cNvPr>
            <p:cNvSpPr>
              <a:spLocks noChangeArrowheads="1"/>
            </p:cNvSpPr>
            <p:nvPr/>
          </p:nvSpPr>
          <p:spPr bwMode="auto">
            <a:xfrm>
              <a:off x="3017838" y="1914525"/>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54" name="Rectangle 29">
              <a:extLst>
                <a:ext uri="{FF2B5EF4-FFF2-40B4-BE49-F238E27FC236}">
                  <a16:creationId xmlns:a16="http://schemas.microsoft.com/office/drawing/2014/main" id="{1FD050A7-6362-414D-8BCE-74F888D08DE9}"/>
                </a:ext>
              </a:extLst>
            </p:cNvPr>
            <p:cNvSpPr>
              <a:spLocks noChangeArrowheads="1"/>
            </p:cNvSpPr>
            <p:nvPr/>
          </p:nvSpPr>
          <p:spPr bwMode="auto">
            <a:xfrm>
              <a:off x="3141663"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55" name="Rectangle 30">
              <a:extLst>
                <a:ext uri="{FF2B5EF4-FFF2-40B4-BE49-F238E27FC236}">
                  <a16:creationId xmlns:a16="http://schemas.microsoft.com/office/drawing/2014/main" id="{86160A22-E647-484F-9B11-F25D403713A1}"/>
                </a:ext>
              </a:extLst>
            </p:cNvPr>
            <p:cNvSpPr>
              <a:spLocks noChangeArrowheads="1"/>
            </p:cNvSpPr>
            <p:nvPr/>
          </p:nvSpPr>
          <p:spPr bwMode="auto">
            <a:xfrm>
              <a:off x="3254375" y="1914525"/>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56" name="Rectangle 31">
              <a:extLst>
                <a:ext uri="{FF2B5EF4-FFF2-40B4-BE49-F238E27FC236}">
                  <a16:creationId xmlns:a16="http://schemas.microsoft.com/office/drawing/2014/main" id="{71E63FA1-0F54-4D4C-AD6A-DA79FB55DE2B}"/>
                </a:ext>
              </a:extLst>
            </p:cNvPr>
            <p:cNvSpPr>
              <a:spLocks noChangeArrowheads="1"/>
            </p:cNvSpPr>
            <p:nvPr/>
          </p:nvSpPr>
          <p:spPr bwMode="auto">
            <a:xfrm>
              <a:off x="3668713"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57" name="Rectangle 32">
              <a:extLst>
                <a:ext uri="{FF2B5EF4-FFF2-40B4-BE49-F238E27FC236}">
                  <a16:creationId xmlns:a16="http://schemas.microsoft.com/office/drawing/2014/main" id="{E4D0F090-AAA8-47A5-A449-29E4E9F216A6}"/>
                </a:ext>
              </a:extLst>
            </p:cNvPr>
            <p:cNvSpPr>
              <a:spLocks noChangeArrowheads="1"/>
            </p:cNvSpPr>
            <p:nvPr/>
          </p:nvSpPr>
          <p:spPr bwMode="auto">
            <a:xfrm>
              <a:off x="3379788"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58" name="Rectangle 33">
              <a:extLst>
                <a:ext uri="{FF2B5EF4-FFF2-40B4-BE49-F238E27FC236}">
                  <a16:creationId xmlns:a16="http://schemas.microsoft.com/office/drawing/2014/main" id="{E0A0FD79-D11C-4CA1-A564-B9884C351BA5}"/>
                </a:ext>
              </a:extLst>
            </p:cNvPr>
            <p:cNvSpPr>
              <a:spLocks noChangeArrowheads="1"/>
            </p:cNvSpPr>
            <p:nvPr/>
          </p:nvSpPr>
          <p:spPr bwMode="auto">
            <a:xfrm>
              <a:off x="3813175" y="209867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59" name="Rectangle 34">
              <a:extLst>
                <a:ext uri="{FF2B5EF4-FFF2-40B4-BE49-F238E27FC236}">
                  <a16:creationId xmlns:a16="http://schemas.microsoft.com/office/drawing/2014/main" id="{7F0FF17F-4002-475A-A05B-0D9254E35DC5}"/>
                </a:ext>
              </a:extLst>
            </p:cNvPr>
            <p:cNvSpPr>
              <a:spLocks noChangeArrowheads="1"/>
            </p:cNvSpPr>
            <p:nvPr/>
          </p:nvSpPr>
          <p:spPr bwMode="auto">
            <a:xfrm>
              <a:off x="3959225"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60" name="Rectangle 35">
              <a:extLst>
                <a:ext uri="{FF2B5EF4-FFF2-40B4-BE49-F238E27FC236}">
                  <a16:creationId xmlns:a16="http://schemas.microsoft.com/office/drawing/2014/main" id="{F8C2CD29-3C0F-4383-836A-512CFB926E35}"/>
                </a:ext>
              </a:extLst>
            </p:cNvPr>
            <p:cNvSpPr>
              <a:spLocks noChangeArrowheads="1"/>
            </p:cNvSpPr>
            <p:nvPr/>
          </p:nvSpPr>
          <p:spPr bwMode="auto">
            <a:xfrm>
              <a:off x="4075113" y="209867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61" name="Rectangle 36">
              <a:extLst>
                <a:ext uri="{FF2B5EF4-FFF2-40B4-BE49-F238E27FC236}">
                  <a16:creationId xmlns:a16="http://schemas.microsoft.com/office/drawing/2014/main" id="{A468BD96-1664-4C6E-A5E8-5B02D6786A14}"/>
                </a:ext>
              </a:extLst>
            </p:cNvPr>
            <p:cNvSpPr>
              <a:spLocks noChangeArrowheads="1"/>
            </p:cNvSpPr>
            <p:nvPr/>
          </p:nvSpPr>
          <p:spPr bwMode="auto">
            <a:xfrm>
              <a:off x="4222750"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62" name="Rectangle 37">
              <a:extLst>
                <a:ext uri="{FF2B5EF4-FFF2-40B4-BE49-F238E27FC236}">
                  <a16:creationId xmlns:a16="http://schemas.microsoft.com/office/drawing/2014/main" id="{25811B77-DA2A-4C0C-B19A-2149E4061377}"/>
                </a:ext>
              </a:extLst>
            </p:cNvPr>
            <p:cNvSpPr>
              <a:spLocks noChangeArrowheads="1"/>
            </p:cNvSpPr>
            <p:nvPr/>
          </p:nvSpPr>
          <p:spPr bwMode="auto">
            <a:xfrm>
              <a:off x="4333875" y="209867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63" name="Rectangle 38">
              <a:extLst>
                <a:ext uri="{FF2B5EF4-FFF2-40B4-BE49-F238E27FC236}">
                  <a16:creationId xmlns:a16="http://schemas.microsoft.com/office/drawing/2014/main" id="{0A0C0A2C-8D26-4C22-B127-30EEB263DBF9}"/>
                </a:ext>
              </a:extLst>
            </p:cNvPr>
            <p:cNvSpPr>
              <a:spLocks noChangeArrowheads="1"/>
            </p:cNvSpPr>
            <p:nvPr/>
          </p:nvSpPr>
          <p:spPr bwMode="auto">
            <a:xfrm>
              <a:off x="4481513"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64" name="Rectangle 39">
              <a:extLst>
                <a:ext uri="{FF2B5EF4-FFF2-40B4-BE49-F238E27FC236}">
                  <a16:creationId xmlns:a16="http://schemas.microsoft.com/office/drawing/2014/main" id="{EBAAEAFB-53B7-4C89-BF78-F4CC9B763BA5}"/>
                </a:ext>
              </a:extLst>
            </p:cNvPr>
            <p:cNvSpPr>
              <a:spLocks noChangeArrowheads="1"/>
            </p:cNvSpPr>
            <p:nvPr/>
          </p:nvSpPr>
          <p:spPr bwMode="auto">
            <a:xfrm>
              <a:off x="4899025" y="209867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65" name="Rectangle 40">
              <a:extLst>
                <a:ext uri="{FF2B5EF4-FFF2-40B4-BE49-F238E27FC236}">
                  <a16:creationId xmlns:a16="http://schemas.microsoft.com/office/drawing/2014/main" id="{B5FA52CC-2CF1-45C6-BCE6-9805F2426056}"/>
                </a:ext>
              </a:extLst>
            </p:cNvPr>
            <p:cNvSpPr>
              <a:spLocks noChangeArrowheads="1"/>
            </p:cNvSpPr>
            <p:nvPr/>
          </p:nvSpPr>
          <p:spPr bwMode="auto">
            <a:xfrm>
              <a:off x="5045075"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66" name="Rectangle 41">
              <a:extLst>
                <a:ext uri="{FF2B5EF4-FFF2-40B4-BE49-F238E27FC236}">
                  <a16:creationId xmlns:a16="http://schemas.microsoft.com/office/drawing/2014/main" id="{D68D7AB3-0099-4D12-9231-847719572730}"/>
                </a:ext>
              </a:extLst>
            </p:cNvPr>
            <p:cNvSpPr>
              <a:spLocks noChangeArrowheads="1"/>
            </p:cNvSpPr>
            <p:nvPr/>
          </p:nvSpPr>
          <p:spPr bwMode="auto">
            <a:xfrm>
              <a:off x="5157788" y="209867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67" name="Rectangle 42">
              <a:extLst>
                <a:ext uri="{FF2B5EF4-FFF2-40B4-BE49-F238E27FC236}">
                  <a16:creationId xmlns:a16="http://schemas.microsoft.com/office/drawing/2014/main" id="{3A6AE001-9FE2-4280-A7A7-D0EF9F3D39AC}"/>
                </a:ext>
              </a:extLst>
            </p:cNvPr>
            <p:cNvSpPr>
              <a:spLocks noChangeArrowheads="1"/>
            </p:cNvSpPr>
            <p:nvPr/>
          </p:nvSpPr>
          <p:spPr bwMode="auto">
            <a:xfrm>
              <a:off x="5305425"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68" name="Rectangle 43">
              <a:extLst>
                <a:ext uri="{FF2B5EF4-FFF2-40B4-BE49-F238E27FC236}">
                  <a16:creationId xmlns:a16="http://schemas.microsoft.com/office/drawing/2014/main" id="{421A86A0-40D4-40CF-9D99-45B11F01EE2F}"/>
                </a:ext>
              </a:extLst>
            </p:cNvPr>
            <p:cNvSpPr>
              <a:spLocks noChangeArrowheads="1"/>
            </p:cNvSpPr>
            <p:nvPr/>
          </p:nvSpPr>
          <p:spPr bwMode="auto">
            <a:xfrm>
              <a:off x="5421313" y="209867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69" name="Rectangle 44">
              <a:extLst>
                <a:ext uri="{FF2B5EF4-FFF2-40B4-BE49-F238E27FC236}">
                  <a16:creationId xmlns:a16="http://schemas.microsoft.com/office/drawing/2014/main" id="{93EB17C4-C471-44D4-97FF-D58A1B30DA1A}"/>
                </a:ext>
              </a:extLst>
            </p:cNvPr>
            <p:cNvSpPr>
              <a:spLocks noChangeArrowheads="1"/>
            </p:cNvSpPr>
            <p:nvPr/>
          </p:nvSpPr>
          <p:spPr bwMode="auto">
            <a:xfrm>
              <a:off x="5829300"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70" name="Rectangle 45">
              <a:extLst>
                <a:ext uri="{FF2B5EF4-FFF2-40B4-BE49-F238E27FC236}">
                  <a16:creationId xmlns:a16="http://schemas.microsoft.com/office/drawing/2014/main" id="{62BD7347-E202-41A8-B3F7-CD4EA7D8A8D5}"/>
                </a:ext>
              </a:extLst>
            </p:cNvPr>
            <p:cNvSpPr>
              <a:spLocks noChangeArrowheads="1"/>
            </p:cNvSpPr>
            <p:nvPr/>
          </p:nvSpPr>
          <p:spPr bwMode="auto">
            <a:xfrm>
              <a:off x="5567363"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71" name="Rectangle 46">
              <a:extLst>
                <a:ext uri="{FF2B5EF4-FFF2-40B4-BE49-F238E27FC236}">
                  <a16:creationId xmlns:a16="http://schemas.microsoft.com/office/drawing/2014/main" id="{BA886576-09A6-4FD9-8D52-15F28E6C8EDC}"/>
                </a:ext>
              </a:extLst>
            </p:cNvPr>
            <p:cNvSpPr>
              <a:spLocks noChangeArrowheads="1"/>
            </p:cNvSpPr>
            <p:nvPr/>
          </p:nvSpPr>
          <p:spPr bwMode="auto">
            <a:xfrm>
              <a:off x="5984875" y="1914525"/>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72" name="Rectangle 47">
              <a:extLst>
                <a:ext uri="{FF2B5EF4-FFF2-40B4-BE49-F238E27FC236}">
                  <a16:creationId xmlns:a16="http://schemas.microsoft.com/office/drawing/2014/main" id="{948BCD89-5A37-4859-92A9-23889EA4D276}"/>
                </a:ext>
              </a:extLst>
            </p:cNvPr>
            <p:cNvSpPr>
              <a:spLocks noChangeArrowheads="1"/>
            </p:cNvSpPr>
            <p:nvPr/>
          </p:nvSpPr>
          <p:spPr bwMode="auto">
            <a:xfrm>
              <a:off x="6102350"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73" name="Rectangle 48">
              <a:extLst>
                <a:ext uri="{FF2B5EF4-FFF2-40B4-BE49-F238E27FC236}">
                  <a16:creationId xmlns:a16="http://schemas.microsoft.com/office/drawing/2014/main" id="{4E7ECFD3-7627-45B1-ACC6-61054F6B15D6}"/>
                </a:ext>
              </a:extLst>
            </p:cNvPr>
            <p:cNvSpPr>
              <a:spLocks noChangeArrowheads="1"/>
            </p:cNvSpPr>
            <p:nvPr/>
          </p:nvSpPr>
          <p:spPr bwMode="auto">
            <a:xfrm>
              <a:off x="6216650" y="1914525"/>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74" name="Rectangle 49">
              <a:extLst>
                <a:ext uri="{FF2B5EF4-FFF2-40B4-BE49-F238E27FC236}">
                  <a16:creationId xmlns:a16="http://schemas.microsoft.com/office/drawing/2014/main" id="{6796249F-B06E-4086-8666-75D7C620F6C6}"/>
                </a:ext>
              </a:extLst>
            </p:cNvPr>
            <p:cNvSpPr>
              <a:spLocks noChangeArrowheads="1"/>
            </p:cNvSpPr>
            <p:nvPr/>
          </p:nvSpPr>
          <p:spPr bwMode="auto">
            <a:xfrm>
              <a:off x="6335713"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75" name="Rectangle 50">
              <a:extLst>
                <a:ext uri="{FF2B5EF4-FFF2-40B4-BE49-F238E27FC236}">
                  <a16:creationId xmlns:a16="http://schemas.microsoft.com/office/drawing/2014/main" id="{8333978F-ABA2-47D8-A49C-D9997064C981}"/>
                </a:ext>
              </a:extLst>
            </p:cNvPr>
            <p:cNvSpPr>
              <a:spLocks noChangeArrowheads="1"/>
            </p:cNvSpPr>
            <p:nvPr/>
          </p:nvSpPr>
          <p:spPr bwMode="auto">
            <a:xfrm>
              <a:off x="6448425" y="1914525"/>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76" name="Rectangle 51">
              <a:extLst>
                <a:ext uri="{FF2B5EF4-FFF2-40B4-BE49-F238E27FC236}">
                  <a16:creationId xmlns:a16="http://schemas.microsoft.com/office/drawing/2014/main" id="{37B2FC7A-7B81-4440-AB76-A1C5D821A91C}"/>
                </a:ext>
              </a:extLst>
            </p:cNvPr>
            <p:cNvSpPr>
              <a:spLocks noChangeArrowheads="1"/>
            </p:cNvSpPr>
            <p:nvPr/>
          </p:nvSpPr>
          <p:spPr bwMode="auto">
            <a:xfrm>
              <a:off x="6819900"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77" name="Rectangle 52">
              <a:extLst>
                <a:ext uri="{FF2B5EF4-FFF2-40B4-BE49-F238E27FC236}">
                  <a16:creationId xmlns:a16="http://schemas.microsoft.com/office/drawing/2014/main" id="{96FC8350-22AA-4EBE-913D-D6D6226C4572}"/>
                </a:ext>
              </a:extLst>
            </p:cNvPr>
            <p:cNvSpPr>
              <a:spLocks noChangeArrowheads="1"/>
            </p:cNvSpPr>
            <p:nvPr/>
          </p:nvSpPr>
          <p:spPr bwMode="auto">
            <a:xfrm>
              <a:off x="2600325" y="2452688"/>
              <a:ext cx="422275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78" name="Rectangle 53">
              <a:extLst>
                <a:ext uri="{FF2B5EF4-FFF2-40B4-BE49-F238E27FC236}">
                  <a16:creationId xmlns:a16="http://schemas.microsoft.com/office/drawing/2014/main" id="{D327952A-44FE-452E-9944-DF1CB941A631}"/>
                </a:ext>
              </a:extLst>
            </p:cNvPr>
            <p:cNvSpPr>
              <a:spLocks noChangeArrowheads="1"/>
            </p:cNvSpPr>
            <p:nvPr/>
          </p:nvSpPr>
          <p:spPr bwMode="auto">
            <a:xfrm>
              <a:off x="6567488"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79" name="Rectangle 54">
              <a:extLst>
                <a:ext uri="{FF2B5EF4-FFF2-40B4-BE49-F238E27FC236}">
                  <a16:creationId xmlns:a16="http://schemas.microsoft.com/office/drawing/2014/main" id="{83B851E7-F7C4-42FF-A63E-226D4FCA75AA}"/>
                </a:ext>
              </a:extLst>
            </p:cNvPr>
            <p:cNvSpPr>
              <a:spLocks noChangeArrowheads="1"/>
            </p:cNvSpPr>
            <p:nvPr/>
          </p:nvSpPr>
          <p:spPr bwMode="auto">
            <a:xfrm>
              <a:off x="2600325"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80" name="Rectangle 55">
              <a:extLst>
                <a:ext uri="{FF2B5EF4-FFF2-40B4-BE49-F238E27FC236}">
                  <a16:creationId xmlns:a16="http://schemas.microsoft.com/office/drawing/2014/main" id="{09F33BA5-8E81-4172-A456-20EE6CF5928C}"/>
                </a:ext>
              </a:extLst>
            </p:cNvPr>
            <p:cNvSpPr>
              <a:spLocks noChangeArrowheads="1"/>
            </p:cNvSpPr>
            <p:nvPr/>
          </p:nvSpPr>
          <p:spPr bwMode="auto">
            <a:xfrm>
              <a:off x="2274888" y="254635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81" name="Rectangle 56">
              <a:extLst>
                <a:ext uri="{FF2B5EF4-FFF2-40B4-BE49-F238E27FC236}">
                  <a16:creationId xmlns:a16="http://schemas.microsoft.com/office/drawing/2014/main" id="{93800FB3-370D-46AF-8B3D-0128FC4E33D5}"/>
                </a:ext>
              </a:extLst>
            </p:cNvPr>
            <p:cNvSpPr>
              <a:spLocks noChangeArrowheads="1"/>
            </p:cNvSpPr>
            <p:nvPr/>
          </p:nvSpPr>
          <p:spPr bwMode="auto">
            <a:xfrm>
              <a:off x="3668713"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82" name="Rectangle 57">
              <a:extLst>
                <a:ext uri="{FF2B5EF4-FFF2-40B4-BE49-F238E27FC236}">
                  <a16:creationId xmlns:a16="http://schemas.microsoft.com/office/drawing/2014/main" id="{48C3B124-0C36-40A0-A184-190B800260B6}"/>
                </a:ext>
              </a:extLst>
            </p:cNvPr>
            <p:cNvSpPr>
              <a:spLocks noChangeArrowheads="1"/>
            </p:cNvSpPr>
            <p:nvPr/>
          </p:nvSpPr>
          <p:spPr bwMode="auto">
            <a:xfrm>
              <a:off x="2946400"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83" name="Rectangle 58">
              <a:extLst>
                <a:ext uri="{FF2B5EF4-FFF2-40B4-BE49-F238E27FC236}">
                  <a16:creationId xmlns:a16="http://schemas.microsoft.com/office/drawing/2014/main" id="{77860E17-1E54-4C65-B7B8-77F92E753557}"/>
                </a:ext>
              </a:extLst>
            </p:cNvPr>
            <p:cNvSpPr>
              <a:spLocks noChangeArrowheads="1"/>
            </p:cNvSpPr>
            <p:nvPr/>
          </p:nvSpPr>
          <p:spPr bwMode="auto">
            <a:xfrm>
              <a:off x="4010025"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84" name="Rectangle 59">
              <a:extLst>
                <a:ext uri="{FF2B5EF4-FFF2-40B4-BE49-F238E27FC236}">
                  <a16:creationId xmlns:a16="http://schemas.microsoft.com/office/drawing/2014/main" id="{6110F67A-86EF-40CA-A40C-3F321B966215}"/>
                </a:ext>
              </a:extLst>
            </p:cNvPr>
            <p:cNvSpPr>
              <a:spLocks noChangeArrowheads="1"/>
            </p:cNvSpPr>
            <p:nvPr/>
          </p:nvSpPr>
          <p:spPr bwMode="auto">
            <a:xfrm>
              <a:off x="5829300"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85" name="Rectangle 60">
              <a:extLst>
                <a:ext uri="{FF2B5EF4-FFF2-40B4-BE49-F238E27FC236}">
                  <a16:creationId xmlns:a16="http://schemas.microsoft.com/office/drawing/2014/main" id="{89AC0323-DB0B-4D1C-B1C4-197FFE3DD1F4}"/>
                </a:ext>
              </a:extLst>
            </p:cNvPr>
            <p:cNvSpPr>
              <a:spLocks noChangeArrowheads="1"/>
            </p:cNvSpPr>
            <p:nvPr/>
          </p:nvSpPr>
          <p:spPr bwMode="auto">
            <a:xfrm>
              <a:off x="5091113"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86" name="Rectangle 61">
              <a:extLst>
                <a:ext uri="{FF2B5EF4-FFF2-40B4-BE49-F238E27FC236}">
                  <a16:creationId xmlns:a16="http://schemas.microsoft.com/office/drawing/2014/main" id="{9DA02800-56BD-428A-9695-19638A5E055D}"/>
                </a:ext>
              </a:extLst>
            </p:cNvPr>
            <p:cNvSpPr>
              <a:spLocks noChangeArrowheads="1"/>
            </p:cNvSpPr>
            <p:nvPr/>
          </p:nvSpPr>
          <p:spPr bwMode="auto">
            <a:xfrm>
              <a:off x="6819900"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87" name="Rectangle 62">
              <a:extLst>
                <a:ext uri="{FF2B5EF4-FFF2-40B4-BE49-F238E27FC236}">
                  <a16:creationId xmlns:a16="http://schemas.microsoft.com/office/drawing/2014/main" id="{D4D0EB3D-EBA7-4042-BA18-5E63B80FA929}"/>
                </a:ext>
              </a:extLst>
            </p:cNvPr>
            <p:cNvSpPr>
              <a:spLocks noChangeArrowheads="1"/>
            </p:cNvSpPr>
            <p:nvPr/>
          </p:nvSpPr>
          <p:spPr bwMode="auto">
            <a:xfrm>
              <a:off x="6126163"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88" name="Rectangle 63">
              <a:extLst>
                <a:ext uri="{FF2B5EF4-FFF2-40B4-BE49-F238E27FC236}">
                  <a16:creationId xmlns:a16="http://schemas.microsoft.com/office/drawing/2014/main" id="{54D2A992-0ED3-4A0F-B7BF-69A99F5E2AF3}"/>
                </a:ext>
              </a:extLst>
            </p:cNvPr>
            <p:cNvSpPr>
              <a:spLocks noChangeArrowheads="1"/>
            </p:cNvSpPr>
            <p:nvPr/>
          </p:nvSpPr>
          <p:spPr bwMode="auto">
            <a:xfrm>
              <a:off x="2600325"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89" name="Rectangle 64">
              <a:extLst>
                <a:ext uri="{FF2B5EF4-FFF2-40B4-BE49-F238E27FC236}">
                  <a16:creationId xmlns:a16="http://schemas.microsoft.com/office/drawing/2014/main" id="{F32981D2-6895-42BC-81CC-1A55DB56F354}"/>
                </a:ext>
              </a:extLst>
            </p:cNvPr>
            <p:cNvSpPr>
              <a:spLocks noChangeArrowheads="1"/>
            </p:cNvSpPr>
            <p:nvPr/>
          </p:nvSpPr>
          <p:spPr bwMode="auto">
            <a:xfrm>
              <a:off x="2274888" y="2851150"/>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90" name="Rectangle 65">
              <a:extLst>
                <a:ext uri="{FF2B5EF4-FFF2-40B4-BE49-F238E27FC236}">
                  <a16:creationId xmlns:a16="http://schemas.microsoft.com/office/drawing/2014/main" id="{47B231B7-80AE-4B0F-AC06-1B958EAB6628}"/>
                </a:ext>
              </a:extLst>
            </p:cNvPr>
            <p:cNvSpPr>
              <a:spLocks noChangeArrowheads="1"/>
            </p:cNvSpPr>
            <p:nvPr/>
          </p:nvSpPr>
          <p:spPr bwMode="auto">
            <a:xfrm>
              <a:off x="3668713"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91" name="Rectangle 66">
              <a:extLst>
                <a:ext uri="{FF2B5EF4-FFF2-40B4-BE49-F238E27FC236}">
                  <a16:creationId xmlns:a16="http://schemas.microsoft.com/office/drawing/2014/main" id="{A8872188-CB49-4F88-ADB9-F6AACA14C755}"/>
                </a:ext>
              </a:extLst>
            </p:cNvPr>
            <p:cNvSpPr>
              <a:spLocks noChangeArrowheads="1"/>
            </p:cNvSpPr>
            <p:nvPr/>
          </p:nvSpPr>
          <p:spPr bwMode="auto">
            <a:xfrm>
              <a:off x="2947988"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92" name="Rectangle 67">
              <a:extLst>
                <a:ext uri="{FF2B5EF4-FFF2-40B4-BE49-F238E27FC236}">
                  <a16:creationId xmlns:a16="http://schemas.microsoft.com/office/drawing/2014/main" id="{2A740B92-4D92-4C82-9E66-EE9F3654BE1D}"/>
                </a:ext>
              </a:extLst>
            </p:cNvPr>
            <p:cNvSpPr>
              <a:spLocks noChangeArrowheads="1"/>
            </p:cNvSpPr>
            <p:nvPr/>
          </p:nvSpPr>
          <p:spPr bwMode="auto">
            <a:xfrm>
              <a:off x="4011613"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93" name="Rectangle 68">
              <a:extLst>
                <a:ext uri="{FF2B5EF4-FFF2-40B4-BE49-F238E27FC236}">
                  <a16:creationId xmlns:a16="http://schemas.microsoft.com/office/drawing/2014/main" id="{2531A3F1-85BC-4976-A3CC-1F58B9E74DBE}"/>
                </a:ext>
              </a:extLst>
            </p:cNvPr>
            <p:cNvSpPr>
              <a:spLocks noChangeArrowheads="1"/>
            </p:cNvSpPr>
            <p:nvPr/>
          </p:nvSpPr>
          <p:spPr bwMode="auto">
            <a:xfrm>
              <a:off x="5829300"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94" name="Rectangle 69">
              <a:extLst>
                <a:ext uri="{FF2B5EF4-FFF2-40B4-BE49-F238E27FC236}">
                  <a16:creationId xmlns:a16="http://schemas.microsoft.com/office/drawing/2014/main" id="{B21A5931-81E6-441F-AE33-0B3A5A9FB3AB}"/>
                </a:ext>
              </a:extLst>
            </p:cNvPr>
            <p:cNvSpPr>
              <a:spLocks noChangeArrowheads="1"/>
            </p:cNvSpPr>
            <p:nvPr/>
          </p:nvSpPr>
          <p:spPr bwMode="auto">
            <a:xfrm>
              <a:off x="5092700"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95" name="Rectangle 70">
              <a:extLst>
                <a:ext uri="{FF2B5EF4-FFF2-40B4-BE49-F238E27FC236}">
                  <a16:creationId xmlns:a16="http://schemas.microsoft.com/office/drawing/2014/main" id="{C71F5912-E252-4D8D-AABD-DF70B348FBAA}"/>
                </a:ext>
              </a:extLst>
            </p:cNvPr>
            <p:cNvSpPr>
              <a:spLocks noChangeArrowheads="1"/>
            </p:cNvSpPr>
            <p:nvPr/>
          </p:nvSpPr>
          <p:spPr bwMode="auto">
            <a:xfrm>
              <a:off x="6819900"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96" name="Rectangle 71">
              <a:extLst>
                <a:ext uri="{FF2B5EF4-FFF2-40B4-BE49-F238E27FC236}">
                  <a16:creationId xmlns:a16="http://schemas.microsoft.com/office/drawing/2014/main" id="{A726B3E3-221D-4A73-8374-9E513A593462}"/>
                </a:ext>
              </a:extLst>
            </p:cNvPr>
            <p:cNvSpPr>
              <a:spLocks noChangeArrowheads="1"/>
            </p:cNvSpPr>
            <p:nvPr/>
          </p:nvSpPr>
          <p:spPr bwMode="auto">
            <a:xfrm>
              <a:off x="6127750"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97" name="Rectangle 72">
              <a:extLst>
                <a:ext uri="{FF2B5EF4-FFF2-40B4-BE49-F238E27FC236}">
                  <a16:creationId xmlns:a16="http://schemas.microsoft.com/office/drawing/2014/main" id="{C8B8D05F-3335-465F-B89C-ED8F4D197B71}"/>
                </a:ext>
              </a:extLst>
            </p:cNvPr>
            <p:cNvSpPr>
              <a:spLocks noChangeArrowheads="1"/>
            </p:cNvSpPr>
            <p:nvPr/>
          </p:nvSpPr>
          <p:spPr bwMode="auto">
            <a:xfrm>
              <a:off x="2600325"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98" name="Rectangle 73">
              <a:extLst>
                <a:ext uri="{FF2B5EF4-FFF2-40B4-BE49-F238E27FC236}">
                  <a16:creationId xmlns:a16="http://schemas.microsoft.com/office/drawing/2014/main" id="{B09E2F0A-DC5B-496C-B1A2-AB7800241D49}"/>
                </a:ext>
              </a:extLst>
            </p:cNvPr>
            <p:cNvSpPr>
              <a:spLocks noChangeArrowheads="1"/>
            </p:cNvSpPr>
            <p:nvPr/>
          </p:nvSpPr>
          <p:spPr bwMode="auto">
            <a:xfrm>
              <a:off x="2274888" y="3152775"/>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99" name="Rectangle 74">
              <a:extLst>
                <a:ext uri="{FF2B5EF4-FFF2-40B4-BE49-F238E27FC236}">
                  <a16:creationId xmlns:a16="http://schemas.microsoft.com/office/drawing/2014/main" id="{0BBA6570-42AD-4787-8E12-CF7D1F52B9E4}"/>
                </a:ext>
              </a:extLst>
            </p:cNvPr>
            <p:cNvSpPr>
              <a:spLocks noChangeArrowheads="1"/>
            </p:cNvSpPr>
            <p:nvPr/>
          </p:nvSpPr>
          <p:spPr bwMode="auto">
            <a:xfrm>
              <a:off x="3668713"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00" name="Rectangle 75">
              <a:extLst>
                <a:ext uri="{FF2B5EF4-FFF2-40B4-BE49-F238E27FC236}">
                  <a16:creationId xmlns:a16="http://schemas.microsoft.com/office/drawing/2014/main" id="{19B36E30-D95F-4145-9AF9-7ECD7D23C243}"/>
                </a:ext>
              </a:extLst>
            </p:cNvPr>
            <p:cNvSpPr>
              <a:spLocks noChangeArrowheads="1"/>
            </p:cNvSpPr>
            <p:nvPr/>
          </p:nvSpPr>
          <p:spPr bwMode="auto">
            <a:xfrm>
              <a:off x="2947988"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01" name="Rectangle 76">
              <a:extLst>
                <a:ext uri="{FF2B5EF4-FFF2-40B4-BE49-F238E27FC236}">
                  <a16:creationId xmlns:a16="http://schemas.microsoft.com/office/drawing/2014/main" id="{359C348B-33D6-49CF-B1E0-4CCBF0F3A6C4}"/>
                </a:ext>
              </a:extLst>
            </p:cNvPr>
            <p:cNvSpPr>
              <a:spLocks noChangeArrowheads="1"/>
            </p:cNvSpPr>
            <p:nvPr/>
          </p:nvSpPr>
          <p:spPr bwMode="auto">
            <a:xfrm>
              <a:off x="4011613"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02" name="Rectangle 77">
              <a:extLst>
                <a:ext uri="{FF2B5EF4-FFF2-40B4-BE49-F238E27FC236}">
                  <a16:creationId xmlns:a16="http://schemas.microsoft.com/office/drawing/2014/main" id="{BB5F6B53-0980-45A9-9872-2476B05C3B4C}"/>
                </a:ext>
              </a:extLst>
            </p:cNvPr>
            <p:cNvSpPr>
              <a:spLocks noChangeArrowheads="1"/>
            </p:cNvSpPr>
            <p:nvPr/>
          </p:nvSpPr>
          <p:spPr bwMode="auto">
            <a:xfrm>
              <a:off x="5829300"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03" name="Rectangle 78">
              <a:extLst>
                <a:ext uri="{FF2B5EF4-FFF2-40B4-BE49-F238E27FC236}">
                  <a16:creationId xmlns:a16="http://schemas.microsoft.com/office/drawing/2014/main" id="{CFC33BC8-DBFA-4DFA-9055-683C2F043AE5}"/>
                </a:ext>
              </a:extLst>
            </p:cNvPr>
            <p:cNvSpPr>
              <a:spLocks noChangeArrowheads="1"/>
            </p:cNvSpPr>
            <p:nvPr/>
          </p:nvSpPr>
          <p:spPr bwMode="auto">
            <a:xfrm>
              <a:off x="5092700"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04" name="Rectangle 79">
              <a:extLst>
                <a:ext uri="{FF2B5EF4-FFF2-40B4-BE49-F238E27FC236}">
                  <a16:creationId xmlns:a16="http://schemas.microsoft.com/office/drawing/2014/main" id="{25D00823-92B8-421D-B6C4-52BB4F67BB9B}"/>
                </a:ext>
              </a:extLst>
            </p:cNvPr>
            <p:cNvSpPr>
              <a:spLocks noChangeArrowheads="1"/>
            </p:cNvSpPr>
            <p:nvPr/>
          </p:nvSpPr>
          <p:spPr bwMode="auto">
            <a:xfrm>
              <a:off x="6819900"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05" name="Rectangle 80">
              <a:extLst>
                <a:ext uri="{FF2B5EF4-FFF2-40B4-BE49-F238E27FC236}">
                  <a16:creationId xmlns:a16="http://schemas.microsoft.com/office/drawing/2014/main" id="{DEA3E0C8-7E99-48E8-880D-8E1B9984FCF2}"/>
                </a:ext>
              </a:extLst>
            </p:cNvPr>
            <p:cNvSpPr>
              <a:spLocks noChangeArrowheads="1"/>
            </p:cNvSpPr>
            <p:nvPr/>
          </p:nvSpPr>
          <p:spPr bwMode="auto">
            <a:xfrm>
              <a:off x="6127750"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06" name="Rectangle 81">
              <a:extLst>
                <a:ext uri="{FF2B5EF4-FFF2-40B4-BE49-F238E27FC236}">
                  <a16:creationId xmlns:a16="http://schemas.microsoft.com/office/drawing/2014/main" id="{72A3F495-ED48-4006-9C5A-D0A270D11BB8}"/>
                </a:ext>
              </a:extLst>
            </p:cNvPr>
            <p:cNvSpPr>
              <a:spLocks noChangeArrowheads="1"/>
            </p:cNvSpPr>
            <p:nvPr/>
          </p:nvSpPr>
          <p:spPr bwMode="auto">
            <a:xfrm>
              <a:off x="2600325"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07" name="Rectangle 82">
              <a:extLst>
                <a:ext uri="{FF2B5EF4-FFF2-40B4-BE49-F238E27FC236}">
                  <a16:creationId xmlns:a16="http://schemas.microsoft.com/office/drawing/2014/main" id="{EC7F354D-DAB9-4001-B05F-EE0C7E727101}"/>
                </a:ext>
              </a:extLst>
            </p:cNvPr>
            <p:cNvSpPr>
              <a:spLocks noChangeArrowheads="1"/>
            </p:cNvSpPr>
            <p:nvPr/>
          </p:nvSpPr>
          <p:spPr bwMode="auto">
            <a:xfrm>
              <a:off x="2274888" y="345757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08" name="Rectangle 83">
              <a:extLst>
                <a:ext uri="{FF2B5EF4-FFF2-40B4-BE49-F238E27FC236}">
                  <a16:creationId xmlns:a16="http://schemas.microsoft.com/office/drawing/2014/main" id="{ABF37DBE-BEB7-450E-B10B-FC30BA7763A6}"/>
                </a:ext>
              </a:extLst>
            </p:cNvPr>
            <p:cNvSpPr>
              <a:spLocks noChangeArrowheads="1"/>
            </p:cNvSpPr>
            <p:nvPr/>
          </p:nvSpPr>
          <p:spPr bwMode="auto">
            <a:xfrm>
              <a:off x="3668713"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09" name="Rectangle 84">
              <a:extLst>
                <a:ext uri="{FF2B5EF4-FFF2-40B4-BE49-F238E27FC236}">
                  <a16:creationId xmlns:a16="http://schemas.microsoft.com/office/drawing/2014/main" id="{4F37C68A-5B4E-4372-9D53-194EFE0B52A4}"/>
                </a:ext>
              </a:extLst>
            </p:cNvPr>
            <p:cNvSpPr>
              <a:spLocks noChangeArrowheads="1"/>
            </p:cNvSpPr>
            <p:nvPr/>
          </p:nvSpPr>
          <p:spPr bwMode="auto">
            <a:xfrm>
              <a:off x="2946400"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10" name="Rectangle 85">
              <a:extLst>
                <a:ext uri="{FF2B5EF4-FFF2-40B4-BE49-F238E27FC236}">
                  <a16:creationId xmlns:a16="http://schemas.microsoft.com/office/drawing/2014/main" id="{986B1275-BCCF-4926-A1E6-2CA7C16FD16B}"/>
                </a:ext>
              </a:extLst>
            </p:cNvPr>
            <p:cNvSpPr>
              <a:spLocks noChangeArrowheads="1"/>
            </p:cNvSpPr>
            <p:nvPr/>
          </p:nvSpPr>
          <p:spPr bwMode="auto">
            <a:xfrm>
              <a:off x="4010025"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11" name="Rectangle 86">
              <a:extLst>
                <a:ext uri="{FF2B5EF4-FFF2-40B4-BE49-F238E27FC236}">
                  <a16:creationId xmlns:a16="http://schemas.microsoft.com/office/drawing/2014/main" id="{53CBBB34-A6E4-424E-93B4-123A63C574DA}"/>
                </a:ext>
              </a:extLst>
            </p:cNvPr>
            <p:cNvSpPr>
              <a:spLocks noChangeArrowheads="1"/>
            </p:cNvSpPr>
            <p:nvPr/>
          </p:nvSpPr>
          <p:spPr bwMode="auto">
            <a:xfrm>
              <a:off x="5829300"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12" name="Rectangle 87">
              <a:extLst>
                <a:ext uri="{FF2B5EF4-FFF2-40B4-BE49-F238E27FC236}">
                  <a16:creationId xmlns:a16="http://schemas.microsoft.com/office/drawing/2014/main" id="{392FDFB7-79E1-4C63-8348-1C02A6DA75AF}"/>
                </a:ext>
              </a:extLst>
            </p:cNvPr>
            <p:cNvSpPr>
              <a:spLocks noChangeArrowheads="1"/>
            </p:cNvSpPr>
            <p:nvPr/>
          </p:nvSpPr>
          <p:spPr bwMode="auto">
            <a:xfrm>
              <a:off x="5091113"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13" name="Rectangle 88">
              <a:extLst>
                <a:ext uri="{FF2B5EF4-FFF2-40B4-BE49-F238E27FC236}">
                  <a16:creationId xmlns:a16="http://schemas.microsoft.com/office/drawing/2014/main" id="{8229EB9F-BC92-4CCF-BC91-21149F0109B8}"/>
                </a:ext>
              </a:extLst>
            </p:cNvPr>
            <p:cNvSpPr>
              <a:spLocks noChangeArrowheads="1"/>
            </p:cNvSpPr>
            <p:nvPr/>
          </p:nvSpPr>
          <p:spPr bwMode="auto">
            <a:xfrm>
              <a:off x="6819900"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14" name="Rectangle 89">
              <a:extLst>
                <a:ext uri="{FF2B5EF4-FFF2-40B4-BE49-F238E27FC236}">
                  <a16:creationId xmlns:a16="http://schemas.microsoft.com/office/drawing/2014/main" id="{B70A2FCE-5455-4BD3-91B6-2794A29CBBB3}"/>
                </a:ext>
              </a:extLst>
            </p:cNvPr>
            <p:cNvSpPr>
              <a:spLocks noChangeArrowheads="1"/>
            </p:cNvSpPr>
            <p:nvPr/>
          </p:nvSpPr>
          <p:spPr bwMode="auto">
            <a:xfrm>
              <a:off x="6126163"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15" name="Rectangle 90">
              <a:extLst>
                <a:ext uri="{FF2B5EF4-FFF2-40B4-BE49-F238E27FC236}">
                  <a16:creationId xmlns:a16="http://schemas.microsoft.com/office/drawing/2014/main" id="{C8B8C071-F3DB-4AD1-A108-16A52D93D83C}"/>
                </a:ext>
              </a:extLst>
            </p:cNvPr>
            <p:cNvSpPr>
              <a:spLocks noChangeArrowheads="1"/>
            </p:cNvSpPr>
            <p:nvPr/>
          </p:nvSpPr>
          <p:spPr bwMode="auto">
            <a:xfrm>
              <a:off x="2600325"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16" name="Rectangle 91">
              <a:extLst>
                <a:ext uri="{FF2B5EF4-FFF2-40B4-BE49-F238E27FC236}">
                  <a16:creationId xmlns:a16="http://schemas.microsoft.com/office/drawing/2014/main" id="{836A192A-A943-4006-A8D3-D7426FC4F7CD}"/>
                </a:ext>
              </a:extLst>
            </p:cNvPr>
            <p:cNvSpPr>
              <a:spLocks noChangeArrowheads="1"/>
            </p:cNvSpPr>
            <p:nvPr/>
          </p:nvSpPr>
          <p:spPr bwMode="auto">
            <a:xfrm>
              <a:off x="2274888" y="3762375"/>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17" name="Rectangle 92">
              <a:extLst>
                <a:ext uri="{FF2B5EF4-FFF2-40B4-BE49-F238E27FC236}">
                  <a16:creationId xmlns:a16="http://schemas.microsoft.com/office/drawing/2014/main" id="{2C328848-75B7-4DC7-B88C-C9C630253F19}"/>
                </a:ext>
              </a:extLst>
            </p:cNvPr>
            <p:cNvSpPr>
              <a:spLocks noChangeArrowheads="1"/>
            </p:cNvSpPr>
            <p:nvPr/>
          </p:nvSpPr>
          <p:spPr bwMode="auto">
            <a:xfrm>
              <a:off x="3668713"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18" name="Rectangle 93">
              <a:extLst>
                <a:ext uri="{FF2B5EF4-FFF2-40B4-BE49-F238E27FC236}">
                  <a16:creationId xmlns:a16="http://schemas.microsoft.com/office/drawing/2014/main" id="{EEB021AA-7FAB-443B-9EDA-CCDDE351D21C}"/>
                </a:ext>
              </a:extLst>
            </p:cNvPr>
            <p:cNvSpPr>
              <a:spLocks noChangeArrowheads="1"/>
            </p:cNvSpPr>
            <p:nvPr/>
          </p:nvSpPr>
          <p:spPr bwMode="auto">
            <a:xfrm>
              <a:off x="2946400"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19" name="Rectangle 94">
              <a:extLst>
                <a:ext uri="{FF2B5EF4-FFF2-40B4-BE49-F238E27FC236}">
                  <a16:creationId xmlns:a16="http://schemas.microsoft.com/office/drawing/2014/main" id="{804A26DA-F5DC-478B-A839-D6B853936F59}"/>
                </a:ext>
              </a:extLst>
            </p:cNvPr>
            <p:cNvSpPr>
              <a:spLocks noChangeArrowheads="1"/>
            </p:cNvSpPr>
            <p:nvPr/>
          </p:nvSpPr>
          <p:spPr bwMode="auto">
            <a:xfrm>
              <a:off x="4008438"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20" name="Rectangle 95">
              <a:extLst>
                <a:ext uri="{FF2B5EF4-FFF2-40B4-BE49-F238E27FC236}">
                  <a16:creationId xmlns:a16="http://schemas.microsoft.com/office/drawing/2014/main" id="{D166F511-8746-42B1-9565-FFEB09C1FED1}"/>
                </a:ext>
              </a:extLst>
            </p:cNvPr>
            <p:cNvSpPr>
              <a:spLocks noChangeArrowheads="1"/>
            </p:cNvSpPr>
            <p:nvPr/>
          </p:nvSpPr>
          <p:spPr bwMode="auto">
            <a:xfrm>
              <a:off x="5829300"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21" name="Rectangle 96">
              <a:extLst>
                <a:ext uri="{FF2B5EF4-FFF2-40B4-BE49-F238E27FC236}">
                  <a16:creationId xmlns:a16="http://schemas.microsoft.com/office/drawing/2014/main" id="{43A561C1-6A36-4B6E-80D3-C77D05D92929}"/>
                </a:ext>
              </a:extLst>
            </p:cNvPr>
            <p:cNvSpPr>
              <a:spLocks noChangeArrowheads="1"/>
            </p:cNvSpPr>
            <p:nvPr/>
          </p:nvSpPr>
          <p:spPr bwMode="auto">
            <a:xfrm>
              <a:off x="5089525"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22" name="Rectangle 97">
              <a:extLst>
                <a:ext uri="{FF2B5EF4-FFF2-40B4-BE49-F238E27FC236}">
                  <a16:creationId xmlns:a16="http://schemas.microsoft.com/office/drawing/2014/main" id="{D92B4C80-BAB8-4C49-8703-8D55BBC3C14E}"/>
                </a:ext>
              </a:extLst>
            </p:cNvPr>
            <p:cNvSpPr>
              <a:spLocks noChangeArrowheads="1"/>
            </p:cNvSpPr>
            <p:nvPr/>
          </p:nvSpPr>
          <p:spPr bwMode="auto">
            <a:xfrm>
              <a:off x="6819900"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23" name="Rectangle 98">
              <a:extLst>
                <a:ext uri="{FF2B5EF4-FFF2-40B4-BE49-F238E27FC236}">
                  <a16:creationId xmlns:a16="http://schemas.microsoft.com/office/drawing/2014/main" id="{4C7E4E79-597A-454E-BD24-B72F7643624E}"/>
                </a:ext>
              </a:extLst>
            </p:cNvPr>
            <p:cNvSpPr>
              <a:spLocks noChangeArrowheads="1"/>
            </p:cNvSpPr>
            <p:nvPr/>
          </p:nvSpPr>
          <p:spPr bwMode="auto">
            <a:xfrm>
              <a:off x="6126163"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24" name="Rectangle 99">
              <a:extLst>
                <a:ext uri="{FF2B5EF4-FFF2-40B4-BE49-F238E27FC236}">
                  <a16:creationId xmlns:a16="http://schemas.microsoft.com/office/drawing/2014/main" id="{020A498C-D0A0-47CB-A0B7-BBD26D3CA7FB}"/>
                </a:ext>
              </a:extLst>
            </p:cNvPr>
            <p:cNvSpPr>
              <a:spLocks noChangeArrowheads="1"/>
            </p:cNvSpPr>
            <p:nvPr/>
          </p:nvSpPr>
          <p:spPr bwMode="auto">
            <a:xfrm>
              <a:off x="2600325"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25" name="Rectangle 100">
              <a:extLst>
                <a:ext uri="{FF2B5EF4-FFF2-40B4-BE49-F238E27FC236}">
                  <a16:creationId xmlns:a16="http://schemas.microsoft.com/office/drawing/2014/main" id="{1C75C114-016A-48F0-B712-4A2D6DFD53BF}"/>
                </a:ext>
              </a:extLst>
            </p:cNvPr>
            <p:cNvSpPr>
              <a:spLocks noChangeArrowheads="1"/>
            </p:cNvSpPr>
            <p:nvPr/>
          </p:nvSpPr>
          <p:spPr bwMode="auto">
            <a:xfrm>
              <a:off x="2274888" y="4064000"/>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26" name="Rectangle 101">
              <a:extLst>
                <a:ext uri="{FF2B5EF4-FFF2-40B4-BE49-F238E27FC236}">
                  <a16:creationId xmlns:a16="http://schemas.microsoft.com/office/drawing/2014/main" id="{003C7515-A22D-435D-B4BC-D4AA9CE4D913}"/>
                </a:ext>
              </a:extLst>
            </p:cNvPr>
            <p:cNvSpPr>
              <a:spLocks noChangeArrowheads="1"/>
            </p:cNvSpPr>
            <p:nvPr/>
          </p:nvSpPr>
          <p:spPr bwMode="auto">
            <a:xfrm>
              <a:off x="3668713"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27" name="Rectangle 102">
              <a:extLst>
                <a:ext uri="{FF2B5EF4-FFF2-40B4-BE49-F238E27FC236}">
                  <a16:creationId xmlns:a16="http://schemas.microsoft.com/office/drawing/2014/main" id="{DAF623A9-6CC8-41F8-B950-66C15FE2A50B}"/>
                </a:ext>
              </a:extLst>
            </p:cNvPr>
            <p:cNvSpPr>
              <a:spLocks noChangeArrowheads="1"/>
            </p:cNvSpPr>
            <p:nvPr/>
          </p:nvSpPr>
          <p:spPr bwMode="auto">
            <a:xfrm>
              <a:off x="2947988"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28" name="Rectangle 103">
              <a:extLst>
                <a:ext uri="{FF2B5EF4-FFF2-40B4-BE49-F238E27FC236}">
                  <a16:creationId xmlns:a16="http://schemas.microsoft.com/office/drawing/2014/main" id="{B6215FFF-E473-4241-B082-0433C1487680}"/>
                </a:ext>
              </a:extLst>
            </p:cNvPr>
            <p:cNvSpPr>
              <a:spLocks noChangeArrowheads="1"/>
            </p:cNvSpPr>
            <p:nvPr/>
          </p:nvSpPr>
          <p:spPr bwMode="auto">
            <a:xfrm>
              <a:off x="4010025"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29" name="Rectangle 104">
              <a:extLst>
                <a:ext uri="{FF2B5EF4-FFF2-40B4-BE49-F238E27FC236}">
                  <a16:creationId xmlns:a16="http://schemas.microsoft.com/office/drawing/2014/main" id="{1D7656E6-A4E5-4067-99A2-6C5A132A60A5}"/>
                </a:ext>
              </a:extLst>
            </p:cNvPr>
            <p:cNvSpPr>
              <a:spLocks noChangeArrowheads="1"/>
            </p:cNvSpPr>
            <p:nvPr/>
          </p:nvSpPr>
          <p:spPr bwMode="auto">
            <a:xfrm>
              <a:off x="5829300"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30" name="Rectangle 105">
              <a:extLst>
                <a:ext uri="{FF2B5EF4-FFF2-40B4-BE49-F238E27FC236}">
                  <a16:creationId xmlns:a16="http://schemas.microsoft.com/office/drawing/2014/main" id="{1BC4B2F3-56C7-4269-91EF-8D7FB58B717C}"/>
                </a:ext>
              </a:extLst>
            </p:cNvPr>
            <p:cNvSpPr>
              <a:spLocks noChangeArrowheads="1"/>
            </p:cNvSpPr>
            <p:nvPr/>
          </p:nvSpPr>
          <p:spPr bwMode="auto">
            <a:xfrm>
              <a:off x="5091113"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31" name="Rectangle 106">
              <a:extLst>
                <a:ext uri="{FF2B5EF4-FFF2-40B4-BE49-F238E27FC236}">
                  <a16:creationId xmlns:a16="http://schemas.microsoft.com/office/drawing/2014/main" id="{0C26D9D7-90EE-498E-A5B4-73DB9E060C7F}"/>
                </a:ext>
              </a:extLst>
            </p:cNvPr>
            <p:cNvSpPr>
              <a:spLocks noChangeArrowheads="1"/>
            </p:cNvSpPr>
            <p:nvPr/>
          </p:nvSpPr>
          <p:spPr bwMode="auto">
            <a:xfrm>
              <a:off x="6819900"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32" name="Rectangle 107">
              <a:extLst>
                <a:ext uri="{FF2B5EF4-FFF2-40B4-BE49-F238E27FC236}">
                  <a16:creationId xmlns:a16="http://schemas.microsoft.com/office/drawing/2014/main" id="{A559BD8F-6968-42EA-B08F-0CF6B44D3D76}"/>
                </a:ext>
              </a:extLst>
            </p:cNvPr>
            <p:cNvSpPr>
              <a:spLocks noChangeArrowheads="1"/>
            </p:cNvSpPr>
            <p:nvPr/>
          </p:nvSpPr>
          <p:spPr bwMode="auto">
            <a:xfrm>
              <a:off x="6127750"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33" name="Rectangle 108">
              <a:extLst>
                <a:ext uri="{FF2B5EF4-FFF2-40B4-BE49-F238E27FC236}">
                  <a16:creationId xmlns:a16="http://schemas.microsoft.com/office/drawing/2014/main" id="{869FFF2C-D4D3-491D-A1D5-4AA9267210A9}"/>
                </a:ext>
              </a:extLst>
            </p:cNvPr>
            <p:cNvSpPr>
              <a:spLocks noChangeArrowheads="1"/>
            </p:cNvSpPr>
            <p:nvPr/>
          </p:nvSpPr>
          <p:spPr bwMode="auto">
            <a:xfrm>
              <a:off x="2600325"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34" name="Rectangle 109">
              <a:extLst>
                <a:ext uri="{FF2B5EF4-FFF2-40B4-BE49-F238E27FC236}">
                  <a16:creationId xmlns:a16="http://schemas.microsoft.com/office/drawing/2014/main" id="{A6374ACB-C7F9-47BE-A595-402EEDAE1BA9}"/>
                </a:ext>
              </a:extLst>
            </p:cNvPr>
            <p:cNvSpPr>
              <a:spLocks noChangeArrowheads="1"/>
            </p:cNvSpPr>
            <p:nvPr/>
          </p:nvSpPr>
          <p:spPr bwMode="auto">
            <a:xfrm>
              <a:off x="2274888" y="43688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35" name="Rectangle 110">
              <a:extLst>
                <a:ext uri="{FF2B5EF4-FFF2-40B4-BE49-F238E27FC236}">
                  <a16:creationId xmlns:a16="http://schemas.microsoft.com/office/drawing/2014/main" id="{0B0DC4BF-F817-4924-9E61-3691B6BAF249}"/>
                </a:ext>
              </a:extLst>
            </p:cNvPr>
            <p:cNvSpPr>
              <a:spLocks noChangeArrowheads="1"/>
            </p:cNvSpPr>
            <p:nvPr/>
          </p:nvSpPr>
          <p:spPr bwMode="auto">
            <a:xfrm>
              <a:off x="3668713"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36" name="Rectangle 111">
              <a:extLst>
                <a:ext uri="{FF2B5EF4-FFF2-40B4-BE49-F238E27FC236}">
                  <a16:creationId xmlns:a16="http://schemas.microsoft.com/office/drawing/2014/main" id="{1DDEAB36-7348-42D6-8935-46EA4C833FD0}"/>
                </a:ext>
              </a:extLst>
            </p:cNvPr>
            <p:cNvSpPr>
              <a:spLocks noChangeArrowheads="1"/>
            </p:cNvSpPr>
            <p:nvPr/>
          </p:nvSpPr>
          <p:spPr bwMode="auto">
            <a:xfrm>
              <a:off x="2946400"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37" name="Rectangle 112">
              <a:extLst>
                <a:ext uri="{FF2B5EF4-FFF2-40B4-BE49-F238E27FC236}">
                  <a16:creationId xmlns:a16="http://schemas.microsoft.com/office/drawing/2014/main" id="{1D8EC449-FD02-4578-A647-B977ED10AB01}"/>
                </a:ext>
              </a:extLst>
            </p:cNvPr>
            <p:cNvSpPr>
              <a:spLocks noChangeArrowheads="1"/>
            </p:cNvSpPr>
            <p:nvPr/>
          </p:nvSpPr>
          <p:spPr bwMode="auto">
            <a:xfrm>
              <a:off x="4010025"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38" name="Rectangle 113">
              <a:extLst>
                <a:ext uri="{FF2B5EF4-FFF2-40B4-BE49-F238E27FC236}">
                  <a16:creationId xmlns:a16="http://schemas.microsoft.com/office/drawing/2014/main" id="{CAEB9134-0179-42BD-A3A3-16A88D46262F}"/>
                </a:ext>
              </a:extLst>
            </p:cNvPr>
            <p:cNvSpPr>
              <a:spLocks noChangeArrowheads="1"/>
            </p:cNvSpPr>
            <p:nvPr/>
          </p:nvSpPr>
          <p:spPr bwMode="auto">
            <a:xfrm>
              <a:off x="5829300"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39" name="Rectangle 114">
              <a:extLst>
                <a:ext uri="{FF2B5EF4-FFF2-40B4-BE49-F238E27FC236}">
                  <a16:creationId xmlns:a16="http://schemas.microsoft.com/office/drawing/2014/main" id="{2009FB07-2C67-46B6-92ED-137FA3CFD2F9}"/>
                </a:ext>
              </a:extLst>
            </p:cNvPr>
            <p:cNvSpPr>
              <a:spLocks noChangeArrowheads="1"/>
            </p:cNvSpPr>
            <p:nvPr/>
          </p:nvSpPr>
          <p:spPr bwMode="auto">
            <a:xfrm>
              <a:off x="5091113"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40" name="Rectangle 115">
              <a:extLst>
                <a:ext uri="{FF2B5EF4-FFF2-40B4-BE49-F238E27FC236}">
                  <a16:creationId xmlns:a16="http://schemas.microsoft.com/office/drawing/2014/main" id="{CA8B67BC-5A03-4273-AA75-0BCD6E9FB798}"/>
                </a:ext>
              </a:extLst>
            </p:cNvPr>
            <p:cNvSpPr>
              <a:spLocks noChangeArrowheads="1"/>
            </p:cNvSpPr>
            <p:nvPr/>
          </p:nvSpPr>
          <p:spPr bwMode="auto">
            <a:xfrm>
              <a:off x="6819900"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41" name="Rectangle 116">
              <a:extLst>
                <a:ext uri="{FF2B5EF4-FFF2-40B4-BE49-F238E27FC236}">
                  <a16:creationId xmlns:a16="http://schemas.microsoft.com/office/drawing/2014/main" id="{28383404-78C5-4FCB-942C-EFE05C9A1A07}"/>
                </a:ext>
              </a:extLst>
            </p:cNvPr>
            <p:cNvSpPr>
              <a:spLocks noChangeArrowheads="1"/>
            </p:cNvSpPr>
            <p:nvPr/>
          </p:nvSpPr>
          <p:spPr bwMode="auto">
            <a:xfrm>
              <a:off x="6126163"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42" name="Rectangle 117">
              <a:extLst>
                <a:ext uri="{FF2B5EF4-FFF2-40B4-BE49-F238E27FC236}">
                  <a16:creationId xmlns:a16="http://schemas.microsoft.com/office/drawing/2014/main" id="{D884D4CA-78E6-49C5-92F5-28C6EB09206F}"/>
                </a:ext>
              </a:extLst>
            </p:cNvPr>
            <p:cNvSpPr>
              <a:spLocks noChangeArrowheads="1"/>
            </p:cNvSpPr>
            <p:nvPr/>
          </p:nvSpPr>
          <p:spPr bwMode="auto">
            <a:xfrm>
              <a:off x="2600325"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43" name="Rectangle 118">
              <a:extLst>
                <a:ext uri="{FF2B5EF4-FFF2-40B4-BE49-F238E27FC236}">
                  <a16:creationId xmlns:a16="http://schemas.microsoft.com/office/drawing/2014/main" id="{3F74DC17-13ED-4A25-B6CC-C85F876039E1}"/>
                </a:ext>
              </a:extLst>
            </p:cNvPr>
            <p:cNvSpPr>
              <a:spLocks noChangeArrowheads="1"/>
            </p:cNvSpPr>
            <p:nvPr/>
          </p:nvSpPr>
          <p:spPr bwMode="auto">
            <a:xfrm>
              <a:off x="2274888" y="46736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H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44" name="Rectangle 119">
              <a:extLst>
                <a:ext uri="{FF2B5EF4-FFF2-40B4-BE49-F238E27FC236}">
                  <a16:creationId xmlns:a16="http://schemas.microsoft.com/office/drawing/2014/main" id="{F72919E9-1A44-4421-AF44-8C02967F0421}"/>
                </a:ext>
              </a:extLst>
            </p:cNvPr>
            <p:cNvSpPr>
              <a:spLocks noChangeArrowheads="1"/>
            </p:cNvSpPr>
            <p:nvPr/>
          </p:nvSpPr>
          <p:spPr bwMode="auto">
            <a:xfrm>
              <a:off x="3668713"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45" name="Rectangle 120">
              <a:extLst>
                <a:ext uri="{FF2B5EF4-FFF2-40B4-BE49-F238E27FC236}">
                  <a16:creationId xmlns:a16="http://schemas.microsoft.com/office/drawing/2014/main" id="{087CB896-388B-4FFE-8270-B0DE8A5C5EF7}"/>
                </a:ext>
              </a:extLst>
            </p:cNvPr>
            <p:cNvSpPr>
              <a:spLocks noChangeArrowheads="1"/>
            </p:cNvSpPr>
            <p:nvPr/>
          </p:nvSpPr>
          <p:spPr bwMode="auto">
            <a:xfrm>
              <a:off x="2946400"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46" name="Rectangle 121">
              <a:extLst>
                <a:ext uri="{FF2B5EF4-FFF2-40B4-BE49-F238E27FC236}">
                  <a16:creationId xmlns:a16="http://schemas.microsoft.com/office/drawing/2014/main" id="{44D1DD94-E8E7-4EC3-B810-D48608F0D73A}"/>
                </a:ext>
              </a:extLst>
            </p:cNvPr>
            <p:cNvSpPr>
              <a:spLocks noChangeArrowheads="1"/>
            </p:cNvSpPr>
            <p:nvPr/>
          </p:nvSpPr>
          <p:spPr bwMode="auto">
            <a:xfrm>
              <a:off x="4010025"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47" name="Rectangle 122">
              <a:extLst>
                <a:ext uri="{FF2B5EF4-FFF2-40B4-BE49-F238E27FC236}">
                  <a16:creationId xmlns:a16="http://schemas.microsoft.com/office/drawing/2014/main" id="{27F4A9F6-36DC-4740-AC47-70F738B67421}"/>
                </a:ext>
              </a:extLst>
            </p:cNvPr>
            <p:cNvSpPr>
              <a:spLocks noChangeArrowheads="1"/>
            </p:cNvSpPr>
            <p:nvPr/>
          </p:nvSpPr>
          <p:spPr bwMode="auto">
            <a:xfrm>
              <a:off x="5829300"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48" name="Rectangle 123">
              <a:extLst>
                <a:ext uri="{FF2B5EF4-FFF2-40B4-BE49-F238E27FC236}">
                  <a16:creationId xmlns:a16="http://schemas.microsoft.com/office/drawing/2014/main" id="{7419408F-B1F6-41CD-9288-C123C0161257}"/>
                </a:ext>
              </a:extLst>
            </p:cNvPr>
            <p:cNvSpPr>
              <a:spLocks noChangeArrowheads="1"/>
            </p:cNvSpPr>
            <p:nvPr/>
          </p:nvSpPr>
          <p:spPr bwMode="auto">
            <a:xfrm>
              <a:off x="5091113"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49" name="Rectangle 124">
              <a:extLst>
                <a:ext uri="{FF2B5EF4-FFF2-40B4-BE49-F238E27FC236}">
                  <a16:creationId xmlns:a16="http://schemas.microsoft.com/office/drawing/2014/main" id="{C4B93502-A674-442F-9CF7-0D4F588B9154}"/>
                </a:ext>
              </a:extLst>
            </p:cNvPr>
            <p:cNvSpPr>
              <a:spLocks noChangeArrowheads="1"/>
            </p:cNvSpPr>
            <p:nvPr/>
          </p:nvSpPr>
          <p:spPr bwMode="auto">
            <a:xfrm>
              <a:off x="6819900"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50" name="Rectangle 125">
              <a:extLst>
                <a:ext uri="{FF2B5EF4-FFF2-40B4-BE49-F238E27FC236}">
                  <a16:creationId xmlns:a16="http://schemas.microsoft.com/office/drawing/2014/main" id="{BCE22262-9265-41C2-9A42-2742E797A4E3}"/>
                </a:ext>
              </a:extLst>
            </p:cNvPr>
            <p:cNvSpPr>
              <a:spLocks noChangeArrowheads="1"/>
            </p:cNvSpPr>
            <p:nvPr/>
          </p:nvSpPr>
          <p:spPr bwMode="auto">
            <a:xfrm>
              <a:off x="2600325" y="5018088"/>
              <a:ext cx="422275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551" name="Rectangle 126">
              <a:extLst>
                <a:ext uri="{FF2B5EF4-FFF2-40B4-BE49-F238E27FC236}">
                  <a16:creationId xmlns:a16="http://schemas.microsoft.com/office/drawing/2014/main" id="{E12F71E3-851D-4378-8EAB-D822C34EB79F}"/>
                </a:ext>
              </a:extLst>
            </p:cNvPr>
            <p:cNvSpPr>
              <a:spLocks noChangeArrowheads="1"/>
            </p:cNvSpPr>
            <p:nvPr/>
          </p:nvSpPr>
          <p:spPr bwMode="auto">
            <a:xfrm>
              <a:off x="6126163"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59394" name="Title 1">
            <a:extLst>
              <a:ext uri="{FF2B5EF4-FFF2-40B4-BE49-F238E27FC236}">
                <a16:creationId xmlns:a16="http://schemas.microsoft.com/office/drawing/2014/main" id="{3612D8FE-A043-4453-880A-6DB5A6C6F9CE}"/>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K-map for Y</a:t>
            </a:r>
            <a:r>
              <a:rPr kumimoji="0" lang="en-US" altLang="en-US" sz="3600" b="1" i="0" u="none" strike="noStrike" kern="120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cs typeface="+mn-cs"/>
              </a:rPr>
              <a:t>0</a:t>
            </a:r>
          </a:p>
        </p:txBody>
      </p:sp>
      <p:grpSp>
        <p:nvGrpSpPr>
          <p:cNvPr id="59395" name="Group 127">
            <a:extLst>
              <a:ext uri="{FF2B5EF4-FFF2-40B4-BE49-F238E27FC236}">
                <a16:creationId xmlns:a16="http://schemas.microsoft.com/office/drawing/2014/main" id="{25B397C3-1C99-48EE-94F7-0D0F1A997F1B}"/>
              </a:ext>
            </a:extLst>
          </p:cNvPr>
          <p:cNvGrpSpPr>
            <a:grpSpLocks/>
          </p:cNvGrpSpPr>
          <p:nvPr/>
        </p:nvGrpSpPr>
        <p:grpSpPr bwMode="auto">
          <a:xfrm>
            <a:off x="5651500" y="2214563"/>
            <a:ext cx="2284413" cy="2754312"/>
            <a:chOff x="1295400" y="838200"/>
            <a:chExt cx="2284413" cy="2753757"/>
          </a:xfrm>
        </p:grpSpPr>
        <p:sp>
          <p:nvSpPr>
            <p:cNvPr id="59398" name="Rectangle 4">
              <a:extLst>
                <a:ext uri="{FF2B5EF4-FFF2-40B4-BE49-F238E27FC236}">
                  <a16:creationId xmlns:a16="http://schemas.microsoft.com/office/drawing/2014/main" id="{32BC217E-9728-4F60-A5C5-02AE5157A44B}"/>
                </a:ext>
              </a:extLst>
            </p:cNvPr>
            <p:cNvSpPr>
              <a:spLocks noChangeArrowheads="1"/>
            </p:cNvSpPr>
            <p:nvPr/>
          </p:nvSpPr>
          <p:spPr bwMode="auto">
            <a:xfrm>
              <a:off x="1957388" y="1446212"/>
              <a:ext cx="820737" cy="819150"/>
            </a:xfrm>
            <a:prstGeom prst="rect">
              <a:avLst/>
            </a:prstGeom>
            <a:solidFill>
              <a:srgbClr val="FFFFFF"/>
            </a:solidFill>
            <a:ln w="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399" name="Line 5">
              <a:extLst>
                <a:ext uri="{FF2B5EF4-FFF2-40B4-BE49-F238E27FC236}">
                  <a16:creationId xmlns:a16="http://schemas.microsoft.com/office/drawing/2014/main" id="{3281853E-2DDC-4D74-A07C-C20FF2D82C5D}"/>
                </a:ext>
              </a:extLst>
            </p:cNvPr>
            <p:cNvSpPr>
              <a:spLocks noChangeShapeType="1"/>
            </p:cNvSpPr>
            <p:nvPr/>
          </p:nvSpPr>
          <p:spPr bwMode="auto">
            <a:xfrm flipH="1">
              <a:off x="1957388" y="1865312"/>
              <a:ext cx="820737"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00" name="Line 6">
              <a:extLst>
                <a:ext uri="{FF2B5EF4-FFF2-40B4-BE49-F238E27FC236}">
                  <a16:creationId xmlns:a16="http://schemas.microsoft.com/office/drawing/2014/main" id="{8E741936-8083-45B9-8DE9-AF55DD26D21F}"/>
                </a:ext>
              </a:extLst>
            </p:cNvPr>
            <p:cNvSpPr>
              <a:spLocks noChangeShapeType="1"/>
            </p:cNvSpPr>
            <p:nvPr/>
          </p:nvSpPr>
          <p:spPr bwMode="auto">
            <a:xfrm flipV="1">
              <a:off x="2378075" y="1446212"/>
              <a:ext cx="1588" cy="8191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01" name="Line 7">
              <a:extLst>
                <a:ext uri="{FF2B5EF4-FFF2-40B4-BE49-F238E27FC236}">
                  <a16:creationId xmlns:a16="http://schemas.microsoft.com/office/drawing/2014/main" id="{6C8977FD-D210-42A4-848D-07637D044F4D}"/>
                </a:ext>
              </a:extLst>
            </p:cNvPr>
            <p:cNvSpPr>
              <a:spLocks noChangeShapeType="1"/>
            </p:cNvSpPr>
            <p:nvPr/>
          </p:nvSpPr>
          <p:spPr bwMode="auto">
            <a:xfrm>
              <a:off x="1557338" y="1044575"/>
              <a:ext cx="400050" cy="40163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02" name="Rectangle 8">
              <a:extLst>
                <a:ext uri="{FF2B5EF4-FFF2-40B4-BE49-F238E27FC236}">
                  <a16:creationId xmlns:a16="http://schemas.microsoft.com/office/drawing/2014/main" id="{8C65ACAD-F65A-4A46-BD5A-EBA2AF235D79}"/>
                </a:ext>
              </a:extLst>
            </p:cNvPr>
            <p:cNvSpPr>
              <a:spLocks noChangeArrowheads="1"/>
            </p:cNvSpPr>
            <p:nvPr/>
          </p:nvSpPr>
          <p:spPr bwMode="auto">
            <a:xfrm>
              <a:off x="2778125" y="1446212"/>
              <a:ext cx="801688" cy="819150"/>
            </a:xfrm>
            <a:prstGeom prst="rect">
              <a:avLst/>
            </a:prstGeom>
            <a:solidFill>
              <a:srgbClr val="FFFFFF"/>
            </a:solidFill>
            <a:ln w="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03" name="Line 9">
              <a:extLst>
                <a:ext uri="{FF2B5EF4-FFF2-40B4-BE49-F238E27FC236}">
                  <a16:creationId xmlns:a16="http://schemas.microsoft.com/office/drawing/2014/main" id="{4A2F4B94-1EDF-440D-932A-517018B5BDD4}"/>
                </a:ext>
              </a:extLst>
            </p:cNvPr>
            <p:cNvSpPr>
              <a:spLocks noChangeShapeType="1"/>
            </p:cNvSpPr>
            <p:nvPr/>
          </p:nvSpPr>
          <p:spPr bwMode="auto">
            <a:xfrm flipH="1">
              <a:off x="2778125" y="1865312"/>
              <a:ext cx="801688"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04" name="Line 10">
              <a:extLst>
                <a:ext uri="{FF2B5EF4-FFF2-40B4-BE49-F238E27FC236}">
                  <a16:creationId xmlns:a16="http://schemas.microsoft.com/office/drawing/2014/main" id="{B31B1908-402A-46FE-97F9-E69CC992F089}"/>
                </a:ext>
              </a:extLst>
            </p:cNvPr>
            <p:cNvSpPr>
              <a:spLocks noChangeShapeType="1"/>
            </p:cNvSpPr>
            <p:nvPr/>
          </p:nvSpPr>
          <p:spPr bwMode="auto">
            <a:xfrm flipV="1">
              <a:off x="3179763" y="1446212"/>
              <a:ext cx="1587" cy="8191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05" name="Rectangle 11">
              <a:extLst>
                <a:ext uri="{FF2B5EF4-FFF2-40B4-BE49-F238E27FC236}">
                  <a16:creationId xmlns:a16="http://schemas.microsoft.com/office/drawing/2014/main" id="{AFC563B0-B125-4EAE-A514-268838206672}"/>
                </a:ext>
              </a:extLst>
            </p:cNvPr>
            <p:cNvSpPr>
              <a:spLocks noChangeArrowheads="1"/>
            </p:cNvSpPr>
            <p:nvPr/>
          </p:nvSpPr>
          <p:spPr bwMode="auto">
            <a:xfrm>
              <a:off x="2079625" y="122396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06" name="Rectangle 12">
              <a:extLst>
                <a:ext uri="{FF2B5EF4-FFF2-40B4-BE49-F238E27FC236}">
                  <a16:creationId xmlns:a16="http://schemas.microsoft.com/office/drawing/2014/main" id="{12836D5C-9E04-4D62-BF84-A3EBC8CD0E85}"/>
                </a:ext>
              </a:extLst>
            </p:cNvPr>
            <p:cNvSpPr>
              <a:spLocks noChangeArrowheads="1"/>
            </p:cNvSpPr>
            <p:nvPr/>
          </p:nvSpPr>
          <p:spPr bwMode="auto">
            <a:xfrm>
              <a:off x="2486025" y="122396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07" name="Rectangle 13">
              <a:extLst>
                <a:ext uri="{FF2B5EF4-FFF2-40B4-BE49-F238E27FC236}">
                  <a16:creationId xmlns:a16="http://schemas.microsoft.com/office/drawing/2014/main" id="{5B58D7B2-40B8-4E11-8C33-1D8BDEBB589B}"/>
                </a:ext>
              </a:extLst>
            </p:cNvPr>
            <p:cNvSpPr>
              <a:spLocks noChangeArrowheads="1"/>
            </p:cNvSpPr>
            <p:nvPr/>
          </p:nvSpPr>
          <p:spPr bwMode="auto">
            <a:xfrm>
              <a:off x="2890838" y="1223962"/>
              <a:ext cx="24923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08" name="Rectangle 14">
              <a:extLst>
                <a:ext uri="{FF2B5EF4-FFF2-40B4-BE49-F238E27FC236}">
                  <a16:creationId xmlns:a16="http://schemas.microsoft.com/office/drawing/2014/main" id="{C5757D68-BB09-4E4E-92DE-2B509780F432}"/>
                </a:ext>
              </a:extLst>
            </p:cNvPr>
            <p:cNvSpPr>
              <a:spLocks noChangeArrowheads="1"/>
            </p:cNvSpPr>
            <p:nvPr/>
          </p:nvSpPr>
          <p:spPr bwMode="auto">
            <a:xfrm>
              <a:off x="3297238" y="1223962"/>
              <a:ext cx="24923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09" name="Rectangle 15">
              <a:extLst>
                <a:ext uri="{FF2B5EF4-FFF2-40B4-BE49-F238E27FC236}">
                  <a16:creationId xmlns:a16="http://schemas.microsoft.com/office/drawing/2014/main" id="{84FCEC51-8581-4B76-B0F7-D090B2C0AC7B}"/>
                </a:ext>
              </a:extLst>
            </p:cNvPr>
            <p:cNvSpPr>
              <a:spLocks noChangeArrowheads="1"/>
            </p:cNvSpPr>
            <p:nvPr/>
          </p:nvSpPr>
          <p:spPr bwMode="auto">
            <a:xfrm>
              <a:off x="1708150" y="156051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10" name="Rectangle 16">
              <a:extLst>
                <a:ext uri="{FF2B5EF4-FFF2-40B4-BE49-F238E27FC236}">
                  <a16:creationId xmlns:a16="http://schemas.microsoft.com/office/drawing/2014/main" id="{94458A7D-42C8-4993-A651-831714ABECDB}"/>
                </a:ext>
              </a:extLst>
            </p:cNvPr>
            <p:cNvSpPr>
              <a:spLocks noChangeArrowheads="1"/>
            </p:cNvSpPr>
            <p:nvPr/>
          </p:nvSpPr>
          <p:spPr bwMode="auto">
            <a:xfrm>
              <a:off x="1698625" y="196691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11" name="Rectangle 17">
              <a:extLst>
                <a:ext uri="{FF2B5EF4-FFF2-40B4-BE49-F238E27FC236}">
                  <a16:creationId xmlns:a16="http://schemas.microsoft.com/office/drawing/2014/main" id="{362E18B9-70D9-4EEE-B406-C33CF118607E}"/>
                </a:ext>
              </a:extLst>
            </p:cNvPr>
            <p:cNvSpPr>
              <a:spLocks noChangeArrowheads="1"/>
            </p:cNvSpPr>
            <p:nvPr/>
          </p:nvSpPr>
          <p:spPr bwMode="auto">
            <a:xfrm>
              <a:off x="2532063" y="1570037"/>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12" name="Rectangle 24">
              <a:extLst>
                <a:ext uri="{FF2B5EF4-FFF2-40B4-BE49-F238E27FC236}">
                  <a16:creationId xmlns:a16="http://schemas.microsoft.com/office/drawing/2014/main" id="{64F80D80-26BE-4D13-B456-50E7619B0024}"/>
                </a:ext>
              </a:extLst>
            </p:cNvPr>
            <p:cNvSpPr>
              <a:spLocks noChangeArrowheads="1"/>
            </p:cNvSpPr>
            <p:nvPr/>
          </p:nvSpPr>
          <p:spPr bwMode="auto">
            <a:xfrm>
              <a:off x="1957388" y="2265362"/>
              <a:ext cx="820737" cy="801688"/>
            </a:xfrm>
            <a:prstGeom prst="rect">
              <a:avLst/>
            </a:prstGeom>
            <a:solidFill>
              <a:srgbClr val="FFFFFF"/>
            </a:solidFill>
            <a:ln w="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13" name="Line 25">
              <a:extLst>
                <a:ext uri="{FF2B5EF4-FFF2-40B4-BE49-F238E27FC236}">
                  <a16:creationId xmlns:a16="http://schemas.microsoft.com/office/drawing/2014/main" id="{932107E1-D0E9-4639-B75E-C9EE7C7255C2}"/>
                </a:ext>
              </a:extLst>
            </p:cNvPr>
            <p:cNvSpPr>
              <a:spLocks noChangeShapeType="1"/>
            </p:cNvSpPr>
            <p:nvPr/>
          </p:nvSpPr>
          <p:spPr bwMode="auto">
            <a:xfrm flipH="1">
              <a:off x="1957388" y="2667000"/>
              <a:ext cx="820737"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14" name="Line 26">
              <a:extLst>
                <a:ext uri="{FF2B5EF4-FFF2-40B4-BE49-F238E27FC236}">
                  <a16:creationId xmlns:a16="http://schemas.microsoft.com/office/drawing/2014/main" id="{77F61C0E-AD98-4D62-A696-8EA0BCB8F615}"/>
                </a:ext>
              </a:extLst>
            </p:cNvPr>
            <p:cNvSpPr>
              <a:spLocks noChangeShapeType="1"/>
            </p:cNvSpPr>
            <p:nvPr/>
          </p:nvSpPr>
          <p:spPr bwMode="auto">
            <a:xfrm flipV="1">
              <a:off x="2378075" y="2265362"/>
              <a:ext cx="1588" cy="8016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15" name="Rectangle 27">
              <a:extLst>
                <a:ext uri="{FF2B5EF4-FFF2-40B4-BE49-F238E27FC236}">
                  <a16:creationId xmlns:a16="http://schemas.microsoft.com/office/drawing/2014/main" id="{72A57967-753E-433F-A819-60D45238D4B4}"/>
                </a:ext>
              </a:extLst>
            </p:cNvPr>
            <p:cNvSpPr>
              <a:spLocks noChangeArrowheads="1"/>
            </p:cNvSpPr>
            <p:nvPr/>
          </p:nvSpPr>
          <p:spPr bwMode="auto">
            <a:xfrm>
              <a:off x="2778125" y="2265362"/>
              <a:ext cx="801688" cy="801688"/>
            </a:xfrm>
            <a:prstGeom prst="rect">
              <a:avLst/>
            </a:prstGeom>
            <a:solidFill>
              <a:srgbClr val="FFFFFF"/>
            </a:solidFill>
            <a:ln w="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16" name="Line 28">
              <a:extLst>
                <a:ext uri="{FF2B5EF4-FFF2-40B4-BE49-F238E27FC236}">
                  <a16:creationId xmlns:a16="http://schemas.microsoft.com/office/drawing/2014/main" id="{31652301-8B5C-41E7-8909-496804EC5697}"/>
                </a:ext>
              </a:extLst>
            </p:cNvPr>
            <p:cNvSpPr>
              <a:spLocks noChangeShapeType="1"/>
            </p:cNvSpPr>
            <p:nvPr/>
          </p:nvSpPr>
          <p:spPr bwMode="auto">
            <a:xfrm flipH="1">
              <a:off x="2778125" y="2667000"/>
              <a:ext cx="801688"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17" name="Line 29">
              <a:extLst>
                <a:ext uri="{FF2B5EF4-FFF2-40B4-BE49-F238E27FC236}">
                  <a16:creationId xmlns:a16="http://schemas.microsoft.com/office/drawing/2014/main" id="{1A8D91C9-B478-420C-BC7E-91689D9EBDAD}"/>
                </a:ext>
              </a:extLst>
            </p:cNvPr>
            <p:cNvSpPr>
              <a:spLocks noChangeShapeType="1"/>
            </p:cNvSpPr>
            <p:nvPr/>
          </p:nvSpPr>
          <p:spPr bwMode="auto">
            <a:xfrm flipV="1">
              <a:off x="3179763" y="2265362"/>
              <a:ext cx="1587" cy="8016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18" name="Rectangle 30">
              <a:extLst>
                <a:ext uri="{FF2B5EF4-FFF2-40B4-BE49-F238E27FC236}">
                  <a16:creationId xmlns:a16="http://schemas.microsoft.com/office/drawing/2014/main" id="{0D70DBF5-711B-4049-A664-24C014DB3930}"/>
                </a:ext>
              </a:extLst>
            </p:cNvPr>
            <p:cNvSpPr>
              <a:spLocks noChangeArrowheads="1"/>
            </p:cNvSpPr>
            <p:nvPr/>
          </p:nvSpPr>
          <p:spPr bwMode="auto">
            <a:xfrm>
              <a:off x="2122488" y="1570037"/>
              <a:ext cx="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19" name="Rectangle 39">
              <a:extLst>
                <a:ext uri="{FF2B5EF4-FFF2-40B4-BE49-F238E27FC236}">
                  <a16:creationId xmlns:a16="http://schemas.microsoft.com/office/drawing/2014/main" id="{F50B719F-2C73-4C7E-AAED-136612644E59}"/>
                </a:ext>
              </a:extLst>
            </p:cNvPr>
            <p:cNvSpPr>
              <a:spLocks noChangeArrowheads="1"/>
            </p:cNvSpPr>
            <p:nvPr/>
          </p:nvSpPr>
          <p:spPr bwMode="auto">
            <a:xfrm>
              <a:off x="1698625" y="2381250"/>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20" name="Rectangle 40">
              <a:extLst>
                <a:ext uri="{FF2B5EF4-FFF2-40B4-BE49-F238E27FC236}">
                  <a16:creationId xmlns:a16="http://schemas.microsoft.com/office/drawing/2014/main" id="{C06A18C4-B361-4FEF-8720-348B8B1C5807}"/>
                </a:ext>
              </a:extLst>
            </p:cNvPr>
            <p:cNvSpPr>
              <a:spLocks noChangeArrowheads="1"/>
            </p:cNvSpPr>
            <p:nvPr/>
          </p:nvSpPr>
          <p:spPr bwMode="auto">
            <a:xfrm>
              <a:off x="1698625" y="278606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21" name="Rectangle 41">
              <a:extLst>
                <a:ext uri="{FF2B5EF4-FFF2-40B4-BE49-F238E27FC236}">
                  <a16:creationId xmlns:a16="http://schemas.microsoft.com/office/drawing/2014/main" id="{805495FE-D35E-4415-9ED4-615EC43E81BC}"/>
                </a:ext>
              </a:extLst>
            </p:cNvPr>
            <p:cNvSpPr>
              <a:spLocks noChangeArrowheads="1"/>
            </p:cNvSpPr>
            <p:nvPr/>
          </p:nvSpPr>
          <p:spPr bwMode="auto">
            <a:xfrm>
              <a:off x="1695450" y="838200"/>
              <a:ext cx="195263"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22" name="Rectangle 42">
              <a:extLst>
                <a:ext uri="{FF2B5EF4-FFF2-40B4-BE49-F238E27FC236}">
                  <a16:creationId xmlns:a16="http://schemas.microsoft.com/office/drawing/2014/main" id="{B928611D-A4A2-49C9-B829-948AEB0E327C}"/>
                </a:ext>
              </a:extLst>
            </p:cNvPr>
            <p:cNvSpPr>
              <a:spLocks noChangeArrowheads="1"/>
            </p:cNvSpPr>
            <p:nvPr/>
          </p:nvSpPr>
          <p:spPr bwMode="auto">
            <a:xfrm>
              <a:off x="1778000" y="925512"/>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23" name="Rectangle 43">
              <a:extLst>
                <a:ext uri="{FF2B5EF4-FFF2-40B4-BE49-F238E27FC236}">
                  <a16:creationId xmlns:a16="http://schemas.microsoft.com/office/drawing/2014/main" id="{DB954694-7591-4AAF-B485-3BDAD0D554CA}"/>
                </a:ext>
              </a:extLst>
            </p:cNvPr>
            <p:cNvSpPr>
              <a:spLocks noChangeArrowheads="1"/>
            </p:cNvSpPr>
            <p:nvPr/>
          </p:nvSpPr>
          <p:spPr bwMode="auto">
            <a:xfrm>
              <a:off x="1858963" y="838200"/>
              <a:ext cx="195262"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24" name="Rectangle 44">
              <a:extLst>
                <a:ext uri="{FF2B5EF4-FFF2-40B4-BE49-F238E27FC236}">
                  <a16:creationId xmlns:a16="http://schemas.microsoft.com/office/drawing/2014/main" id="{6C38D5FD-DD35-40BE-8392-98646252F113}"/>
                </a:ext>
              </a:extLst>
            </p:cNvPr>
            <p:cNvSpPr>
              <a:spLocks noChangeArrowheads="1"/>
            </p:cNvSpPr>
            <p:nvPr/>
          </p:nvSpPr>
          <p:spPr bwMode="auto">
            <a:xfrm>
              <a:off x="1941513" y="925512"/>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25" name="Rectangle 45">
              <a:extLst>
                <a:ext uri="{FF2B5EF4-FFF2-40B4-BE49-F238E27FC236}">
                  <a16:creationId xmlns:a16="http://schemas.microsoft.com/office/drawing/2014/main" id="{C505025D-FCD0-4C68-BDAB-6D8A57F88730}"/>
                </a:ext>
              </a:extLst>
            </p:cNvPr>
            <p:cNvSpPr>
              <a:spLocks noChangeArrowheads="1"/>
            </p:cNvSpPr>
            <p:nvPr/>
          </p:nvSpPr>
          <p:spPr bwMode="auto">
            <a:xfrm>
              <a:off x="1295400" y="1084262"/>
              <a:ext cx="198438"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26" name="Rectangle 54">
              <a:extLst>
                <a:ext uri="{FF2B5EF4-FFF2-40B4-BE49-F238E27FC236}">
                  <a16:creationId xmlns:a16="http://schemas.microsoft.com/office/drawing/2014/main" id="{A5DFB2F5-9B53-4C5D-950E-3D664A755AD0}"/>
                </a:ext>
              </a:extLst>
            </p:cNvPr>
            <p:cNvSpPr>
              <a:spLocks noChangeArrowheads="1"/>
            </p:cNvSpPr>
            <p:nvPr/>
          </p:nvSpPr>
          <p:spPr bwMode="auto">
            <a:xfrm>
              <a:off x="1506538" y="1171575"/>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27" name="Rectangle 164">
              <a:extLst>
                <a:ext uri="{FF2B5EF4-FFF2-40B4-BE49-F238E27FC236}">
                  <a16:creationId xmlns:a16="http://schemas.microsoft.com/office/drawing/2014/main" id="{F84BB578-B88E-46DA-9267-82A42C020AEE}"/>
                </a:ext>
              </a:extLst>
            </p:cNvPr>
            <p:cNvSpPr>
              <a:spLocks noChangeArrowheads="1"/>
            </p:cNvSpPr>
            <p:nvPr/>
          </p:nvSpPr>
          <p:spPr bwMode="auto">
            <a:xfrm>
              <a:off x="2284413" y="3309937"/>
              <a:ext cx="0"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428" name="Rectangle 169">
              <a:extLst>
                <a:ext uri="{FF2B5EF4-FFF2-40B4-BE49-F238E27FC236}">
                  <a16:creationId xmlns:a16="http://schemas.microsoft.com/office/drawing/2014/main" id="{DE36C226-D9CF-4F36-99F2-B6C2DFCB1EAB}"/>
                </a:ext>
              </a:extLst>
            </p:cNvPr>
            <p:cNvSpPr>
              <a:spLocks noChangeArrowheads="1"/>
            </p:cNvSpPr>
            <p:nvPr/>
          </p:nvSpPr>
          <p:spPr bwMode="auto">
            <a:xfrm>
              <a:off x="2941638" y="3222625"/>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59396" name="Rectangle 2">
            <a:extLst>
              <a:ext uri="{FF2B5EF4-FFF2-40B4-BE49-F238E27FC236}">
                <a16:creationId xmlns:a16="http://schemas.microsoft.com/office/drawing/2014/main" id="{0A6D62D9-7C99-4E34-AA1A-4E5A1B5CC132}"/>
              </a:ext>
            </a:extLst>
          </p:cNvPr>
          <p:cNvSpPr>
            <a:spLocks noChangeArrowheads="1"/>
          </p:cNvSpPr>
          <p:nvPr/>
        </p:nvSpPr>
        <p:spPr bwMode="auto">
          <a:xfrm>
            <a:off x="1981200" y="3200400"/>
            <a:ext cx="369888" cy="2379663"/>
          </a:xfrm>
          <a:prstGeom prst="rect">
            <a:avLst/>
          </a:prstGeom>
          <a:solidFill>
            <a:schemeClr val="accent1"/>
          </a:solidFill>
          <a:ln w="9525">
            <a:solidFill>
              <a:schemeClr val="tx1"/>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397" name="Rectangle 159">
            <a:extLst>
              <a:ext uri="{FF2B5EF4-FFF2-40B4-BE49-F238E27FC236}">
                <a16:creationId xmlns:a16="http://schemas.microsoft.com/office/drawing/2014/main" id="{C9E6C2B7-00DA-4BB0-9E82-5A898BCF282C}"/>
              </a:ext>
            </a:extLst>
          </p:cNvPr>
          <p:cNvSpPr>
            <a:spLocks noChangeArrowheads="1"/>
          </p:cNvSpPr>
          <p:nvPr/>
        </p:nvSpPr>
        <p:spPr bwMode="auto">
          <a:xfrm>
            <a:off x="3052763" y="3205163"/>
            <a:ext cx="369887" cy="2379662"/>
          </a:xfrm>
          <a:prstGeom prst="rect">
            <a:avLst/>
          </a:prstGeom>
          <a:solidFill>
            <a:schemeClr val="accent1"/>
          </a:solidFill>
          <a:ln w="9525">
            <a:solidFill>
              <a:schemeClr val="tx1"/>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0417" name="Group 1">
            <a:extLst>
              <a:ext uri="{FF2B5EF4-FFF2-40B4-BE49-F238E27FC236}">
                <a16:creationId xmlns:a16="http://schemas.microsoft.com/office/drawing/2014/main" id="{E7F2D09E-D0BD-4919-ADC2-AA5FDD8F44A9}"/>
              </a:ext>
            </a:extLst>
          </p:cNvPr>
          <p:cNvGrpSpPr>
            <a:grpSpLocks/>
          </p:cNvGrpSpPr>
          <p:nvPr/>
        </p:nvGrpSpPr>
        <p:grpSpPr bwMode="auto">
          <a:xfrm>
            <a:off x="381000" y="1665288"/>
            <a:ext cx="4557713" cy="3973512"/>
            <a:chOff x="2274888" y="1057275"/>
            <a:chExt cx="4557712" cy="3973513"/>
          </a:xfrm>
        </p:grpSpPr>
        <p:sp>
          <p:nvSpPr>
            <p:cNvPr id="60467" name="Rectangle 4">
              <a:extLst>
                <a:ext uri="{FF2B5EF4-FFF2-40B4-BE49-F238E27FC236}">
                  <a16:creationId xmlns:a16="http://schemas.microsoft.com/office/drawing/2014/main" id="{8960455B-7BBA-406C-AAA4-80675FEE0347}"/>
                </a:ext>
              </a:extLst>
            </p:cNvPr>
            <p:cNvSpPr>
              <a:spLocks noChangeArrowheads="1"/>
            </p:cNvSpPr>
            <p:nvPr/>
          </p:nvSpPr>
          <p:spPr bwMode="auto">
            <a:xfrm>
              <a:off x="2600325" y="1057275"/>
              <a:ext cx="4222750"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68" name="Rectangle 5">
              <a:extLst>
                <a:ext uri="{FF2B5EF4-FFF2-40B4-BE49-F238E27FC236}">
                  <a16:creationId xmlns:a16="http://schemas.microsoft.com/office/drawing/2014/main" id="{9863BADE-6A55-4FED-975F-7D8D611002B1}"/>
                </a:ext>
              </a:extLst>
            </p:cNvPr>
            <p:cNvSpPr>
              <a:spLocks noChangeArrowheads="1"/>
            </p:cNvSpPr>
            <p:nvPr/>
          </p:nvSpPr>
          <p:spPr bwMode="auto">
            <a:xfrm>
              <a:off x="2600325"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69" name="Rectangle 6">
              <a:extLst>
                <a:ext uri="{FF2B5EF4-FFF2-40B4-BE49-F238E27FC236}">
                  <a16:creationId xmlns:a16="http://schemas.microsoft.com/office/drawing/2014/main" id="{79C2C9CB-A6F5-4105-A2C0-77E5D30EB642}"/>
                </a:ext>
              </a:extLst>
            </p:cNvPr>
            <p:cNvSpPr>
              <a:spLocks noChangeArrowheads="1"/>
            </p:cNvSpPr>
            <p:nvPr/>
          </p:nvSpPr>
          <p:spPr bwMode="auto">
            <a:xfrm>
              <a:off x="3668713"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70" name="Rectangle 7">
              <a:extLst>
                <a:ext uri="{FF2B5EF4-FFF2-40B4-BE49-F238E27FC236}">
                  <a16:creationId xmlns:a16="http://schemas.microsoft.com/office/drawing/2014/main" id="{75D2C1C0-C259-4CD3-A57A-233CDC4ABE6B}"/>
                </a:ext>
              </a:extLst>
            </p:cNvPr>
            <p:cNvSpPr>
              <a:spLocks noChangeArrowheads="1"/>
            </p:cNvSpPr>
            <p:nvPr/>
          </p:nvSpPr>
          <p:spPr bwMode="auto">
            <a:xfrm>
              <a:off x="2763838" y="1317625"/>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71" name="Rectangle 8">
              <a:extLst>
                <a:ext uri="{FF2B5EF4-FFF2-40B4-BE49-F238E27FC236}">
                  <a16:creationId xmlns:a16="http://schemas.microsoft.com/office/drawing/2014/main" id="{9136E180-2C4E-4A42-8320-5857235191F7}"/>
                </a:ext>
              </a:extLst>
            </p:cNvPr>
            <p:cNvSpPr>
              <a:spLocks noChangeArrowheads="1"/>
            </p:cNvSpPr>
            <p:nvPr/>
          </p:nvSpPr>
          <p:spPr bwMode="auto">
            <a:xfrm>
              <a:off x="5829300"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72" name="Rectangle 9">
              <a:extLst>
                <a:ext uri="{FF2B5EF4-FFF2-40B4-BE49-F238E27FC236}">
                  <a16:creationId xmlns:a16="http://schemas.microsoft.com/office/drawing/2014/main" id="{A094A387-4034-4C2A-8FB5-1C6AD27D716C}"/>
                </a:ext>
              </a:extLst>
            </p:cNvPr>
            <p:cNvSpPr>
              <a:spLocks noChangeArrowheads="1"/>
            </p:cNvSpPr>
            <p:nvPr/>
          </p:nvSpPr>
          <p:spPr bwMode="auto">
            <a:xfrm>
              <a:off x="6819900"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73" name="Rectangle 10">
              <a:extLst>
                <a:ext uri="{FF2B5EF4-FFF2-40B4-BE49-F238E27FC236}">
                  <a16:creationId xmlns:a16="http://schemas.microsoft.com/office/drawing/2014/main" id="{D07FE8C8-C261-494E-9958-2CA7DFAFD7EE}"/>
                </a:ext>
              </a:extLst>
            </p:cNvPr>
            <p:cNvSpPr>
              <a:spLocks noChangeArrowheads="1"/>
            </p:cNvSpPr>
            <p:nvPr/>
          </p:nvSpPr>
          <p:spPr bwMode="auto">
            <a:xfrm>
              <a:off x="3668713" y="1538288"/>
              <a:ext cx="217170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74" name="Rectangle 11">
              <a:extLst>
                <a:ext uri="{FF2B5EF4-FFF2-40B4-BE49-F238E27FC236}">
                  <a16:creationId xmlns:a16="http://schemas.microsoft.com/office/drawing/2014/main" id="{3827A352-BD29-4B3E-A020-B62EA8D5D2A8}"/>
                </a:ext>
              </a:extLst>
            </p:cNvPr>
            <p:cNvSpPr>
              <a:spLocks noChangeArrowheads="1"/>
            </p:cNvSpPr>
            <p:nvPr/>
          </p:nvSpPr>
          <p:spPr bwMode="auto">
            <a:xfrm>
              <a:off x="2600325"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75" name="Rectangle 12">
              <a:extLst>
                <a:ext uri="{FF2B5EF4-FFF2-40B4-BE49-F238E27FC236}">
                  <a16:creationId xmlns:a16="http://schemas.microsoft.com/office/drawing/2014/main" id="{35A1269B-9AB9-463E-8AC4-7B5868068139}"/>
                </a:ext>
              </a:extLst>
            </p:cNvPr>
            <p:cNvSpPr>
              <a:spLocks noChangeArrowheads="1"/>
            </p:cNvSpPr>
            <p:nvPr/>
          </p:nvSpPr>
          <p:spPr bwMode="auto">
            <a:xfrm>
              <a:off x="4240213" y="1171575"/>
              <a:ext cx="10842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 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76" name="Rectangle 13">
              <a:extLst>
                <a:ext uri="{FF2B5EF4-FFF2-40B4-BE49-F238E27FC236}">
                  <a16:creationId xmlns:a16="http://schemas.microsoft.com/office/drawing/2014/main" id="{A3643371-7681-4274-922E-D7A9FD291672}"/>
                </a:ext>
              </a:extLst>
            </p:cNvPr>
            <p:cNvSpPr>
              <a:spLocks noChangeArrowheads="1"/>
            </p:cNvSpPr>
            <p:nvPr/>
          </p:nvSpPr>
          <p:spPr bwMode="auto">
            <a:xfrm>
              <a:off x="3668713"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77" name="Rectangle 14">
              <a:extLst>
                <a:ext uri="{FF2B5EF4-FFF2-40B4-BE49-F238E27FC236}">
                  <a16:creationId xmlns:a16="http://schemas.microsoft.com/office/drawing/2014/main" id="{FFD1D740-8527-472A-A6E3-EFF09E89BC38}"/>
                </a:ext>
              </a:extLst>
            </p:cNvPr>
            <p:cNvSpPr>
              <a:spLocks noChangeArrowheads="1"/>
            </p:cNvSpPr>
            <p:nvPr/>
          </p:nvSpPr>
          <p:spPr bwMode="auto">
            <a:xfrm>
              <a:off x="2903538" y="1641475"/>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78" name="Rectangle 15">
              <a:extLst>
                <a:ext uri="{FF2B5EF4-FFF2-40B4-BE49-F238E27FC236}">
                  <a16:creationId xmlns:a16="http://schemas.microsoft.com/office/drawing/2014/main" id="{770B69B4-4681-49A9-B1B2-D21D852DA3CC}"/>
                </a:ext>
              </a:extLst>
            </p:cNvPr>
            <p:cNvSpPr>
              <a:spLocks noChangeArrowheads="1"/>
            </p:cNvSpPr>
            <p:nvPr/>
          </p:nvSpPr>
          <p:spPr bwMode="auto">
            <a:xfrm>
              <a:off x="3878263" y="1641475"/>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79" name="Rectangle 16">
              <a:extLst>
                <a:ext uri="{FF2B5EF4-FFF2-40B4-BE49-F238E27FC236}">
                  <a16:creationId xmlns:a16="http://schemas.microsoft.com/office/drawing/2014/main" id="{F743E18C-2C11-4555-A07F-0BD50786F8DB}"/>
                </a:ext>
              </a:extLst>
            </p:cNvPr>
            <p:cNvSpPr>
              <a:spLocks noChangeArrowheads="1"/>
            </p:cNvSpPr>
            <p:nvPr/>
          </p:nvSpPr>
          <p:spPr bwMode="auto">
            <a:xfrm>
              <a:off x="4138613" y="1641475"/>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80" name="Rectangle 17">
              <a:extLst>
                <a:ext uri="{FF2B5EF4-FFF2-40B4-BE49-F238E27FC236}">
                  <a16:creationId xmlns:a16="http://schemas.microsoft.com/office/drawing/2014/main" id="{9354EE87-E946-4679-9D4D-78EC5E5B0DD0}"/>
                </a:ext>
              </a:extLst>
            </p:cNvPr>
            <p:cNvSpPr>
              <a:spLocks noChangeArrowheads="1"/>
            </p:cNvSpPr>
            <p:nvPr/>
          </p:nvSpPr>
          <p:spPr bwMode="auto">
            <a:xfrm>
              <a:off x="4405313" y="16414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81" name="Rectangle 18">
              <a:extLst>
                <a:ext uri="{FF2B5EF4-FFF2-40B4-BE49-F238E27FC236}">
                  <a16:creationId xmlns:a16="http://schemas.microsoft.com/office/drawing/2014/main" id="{E5635A87-B502-4131-B156-DE4E7CD044F3}"/>
                </a:ext>
              </a:extLst>
            </p:cNvPr>
            <p:cNvSpPr>
              <a:spLocks noChangeArrowheads="1"/>
            </p:cNvSpPr>
            <p:nvPr/>
          </p:nvSpPr>
          <p:spPr bwMode="auto">
            <a:xfrm>
              <a:off x="4962525" y="1641475"/>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82" name="Rectangle 19">
              <a:extLst>
                <a:ext uri="{FF2B5EF4-FFF2-40B4-BE49-F238E27FC236}">
                  <a16:creationId xmlns:a16="http://schemas.microsoft.com/office/drawing/2014/main" id="{2A11C722-B5D2-4AF9-B361-848C0DA72C18}"/>
                </a:ext>
              </a:extLst>
            </p:cNvPr>
            <p:cNvSpPr>
              <a:spLocks noChangeArrowheads="1"/>
            </p:cNvSpPr>
            <p:nvPr/>
          </p:nvSpPr>
          <p:spPr bwMode="auto">
            <a:xfrm>
              <a:off x="5222875" y="1641475"/>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83" name="Rectangle 20">
              <a:extLst>
                <a:ext uri="{FF2B5EF4-FFF2-40B4-BE49-F238E27FC236}">
                  <a16:creationId xmlns:a16="http://schemas.microsoft.com/office/drawing/2014/main" id="{37E95691-6649-4126-A4FB-751705EC1253}"/>
                </a:ext>
              </a:extLst>
            </p:cNvPr>
            <p:cNvSpPr>
              <a:spLocks noChangeArrowheads="1"/>
            </p:cNvSpPr>
            <p:nvPr/>
          </p:nvSpPr>
          <p:spPr bwMode="auto">
            <a:xfrm>
              <a:off x="5829300"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84" name="Rectangle 21">
              <a:extLst>
                <a:ext uri="{FF2B5EF4-FFF2-40B4-BE49-F238E27FC236}">
                  <a16:creationId xmlns:a16="http://schemas.microsoft.com/office/drawing/2014/main" id="{F1ED839E-3AEE-4BE7-B445-E1EAD8EAE9CB}"/>
                </a:ext>
              </a:extLst>
            </p:cNvPr>
            <p:cNvSpPr>
              <a:spLocks noChangeArrowheads="1"/>
            </p:cNvSpPr>
            <p:nvPr/>
          </p:nvSpPr>
          <p:spPr bwMode="auto">
            <a:xfrm>
              <a:off x="5489575" y="16414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85" name="Rectangle 22">
              <a:extLst>
                <a:ext uri="{FF2B5EF4-FFF2-40B4-BE49-F238E27FC236}">
                  <a16:creationId xmlns:a16="http://schemas.microsoft.com/office/drawing/2014/main" id="{E1B06BAA-5485-4809-A438-CC756B108140}"/>
                </a:ext>
              </a:extLst>
            </p:cNvPr>
            <p:cNvSpPr>
              <a:spLocks noChangeArrowheads="1"/>
            </p:cNvSpPr>
            <p:nvPr/>
          </p:nvSpPr>
          <p:spPr bwMode="auto">
            <a:xfrm>
              <a:off x="6819900"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86" name="Rectangle 23">
              <a:extLst>
                <a:ext uri="{FF2B5EF4-FFF2-40B4-BE49-F238E27FC236}">
                  <a16:creationId xmlns:a16="http://schemas.microsoft.com/office/drawing/2014/main" id="{834A5F4B-D4AA-4498-A5A2-1F2999EC9C81}"/>
                </a:ext>
              </a:extLst>
            </p:cNvPr>
            <p:cNvSpPr>
              <a:spLocks noChangeArrowheads="1"/>
            </p:cNvSpPr>
            <p:nvPr/>
          </p:nvSpPr>
          <p:spPr bwMode="auto">
            <a:xfrm>
              <a:off x="3668713" y="1995488"/>
              <a:ext cx="217170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87" name="Rectangle 24">
              <a:extLst>
                <a:ext uri="{FF2B5EF4-FFF2-40B4-BE49-F238E27FC236}">
                  <a16:creationId xmlns:a16="http://schemas.microsoft.com/office/drawing/2014/main" id="{99F9F58C-6370-44DB-82F0-6AD240D5583A}"/>
                </a:ext>
              </a:extLst>
            </p:cNvPr>
            <p:cNvSpPr>
              <a:spLocks noChangeArrowheads="1"/>
            </p:cNvSpPr>
            <p:nvPr/>
          </p:nvSpPr>
          <p:spPr bwMode="auto">
            <a:xfrm>
              <a:off x="2600325"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88" name="Rectangle 25">
              <a:extLst>
                <a:ext uri="{FF2B5EF4-FFF2-40B4-BE49-F238E27FC236}">
                  <a16:creationId xmlns:a16="http://schemas.microsoft.com/office/drawing/2014/main" id="{D647A356-AAFF-4B89-AED1-655726A61CFD}"/>
                </a:ext>
              </a:extLst>
            </p:cNvPr>
            <p:cNvSpPr>
              <a:spLocks noChangeArrowheads="1"/>
            </p:cNvSpPr>
            <p:nvPr/>
          </p:nvSpPr>
          <p:spPr bwMode="auto">
            <a:xfrm>
              <a:off x="6021388" y="1495425"/>
              <a:ext cx="684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Count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89" name="Rectangle 26">
              <a:extLst>
                <a:ext uri="{FF2B5EF4-FFF2-40B4-BE49-F238E27FC236}">
                  <a16:creationId xmlns:a16="http://schemas.microsoft.com/office/drawing/2014/main" id="{C6D39AA9-F731-4CB3-BA67-B9B1C645CA9D}"/>
                </a:ext>
              </a:extLst>
            </p:cNvPr>
            <p:cNvSpPr>
              <a:spLocks noChangeArrowheads="1"/>
            </p:cNvSpPr>
            <p:nvPr/>
          </p:nvSpPr>
          <p:spPr bwMode="auto">
            <a:xfrm>
              <a:off x="2778125" y="1914525"/>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90" name="Rectangle 27">
              <a:extLst>
                <a:ext uri="{FF2B5EF4-FFF2-40B4-BE49-F238E27FC236}">
                  <a16:creationId xmlns:a16="http://schemas.microsoft.com/office/drawing/2014/main" id="{5EB6E5DB-6635-44FB-A61B-A568C7752FEB}"/>
                </a:ext>
              </a:extLst>
            </p:cNvPr>
            <p:cNvSpPr>
              <a:spLocks noChangeArrowheads="1"/>
            </p:cNvSpPr>
            <p:nvPr/>
          </p:nvSpPr>
          <p:spPr bwMode="auto">
            <a:xfrm>
              <a:off x="2903538"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91" name="Rectangle 28">
              <a:extLst>
                <a:ext uri="{FF2B5EF4-FFF2-40B4-BE49-F238E27FC236}">
                  <a16:creationId xmlns:a16="http://schemas.microsoft.com/office/drawing/2014/main" id="{56B1A195-37B9-49B7-9CCE-DC6CCA6FD14D}"/>
                </a:ext>
              </a:extLst>
            </p:cNvPr>
            <p:cNvSpPr>
              <a:spLocks noChangeArrowheads="1"/>
            </p:cNvSpPr>
            <p:nvPr/>
          </p:nvSpPr>
          <p:spPr bwMode="auto">
            <a:xfrm>
              <a:off x="3017838" y="1914525"/>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92" name="Rectangle 29">
              <a:extLst>
                <a:ext uri="{FF2B5EF4-FFF2-40B4-BE49-F238E27FC236}">
                  <a16:creationId xmlns:a16="http://schemas.microsoft.com/office/drawing/2014/main" id="{4E01EBEE-EE8E-40ED-90BD-27B1A302E581}"/>
                </a:ext>
              </a:extLst>
            </p:cNvPr>
            <p:cNvSpPr>
              <a:spLocks noChangeArrowheads="1"/>
            </p:cNvSpPr>
            <p:nvPr/>
          </p:nvSpPr>
          <p:spPr bwMode="auto">
            <a:xfrm>
              <a:off x="3141663"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93" name="Rectangle 30">
              <a:extLst>
                <a:ext uri="{FF2B5EF4-FFF2-40B4-BE49-F238E27FC236}">
                  <a16:creationId xmlns:a16="http://schemas.microsoft.com/office/drawing/2014/main" id="{AC2241E4-8534-4662-B2C0-F68BAF6BDCCC}"/>
                </a:ext>
              </a:extLst>
            </p:cNvPr>
            <p:cNvSpPr>
              <a:spLocks noChangeArrowheads="1"/>
            </p:cNvSpPr>
            <p:nvPr/>
          </p:nvSpPr>
          <p:spPr bwMode="auto">
            <a:xfrm>
              <a:off x="3254375" y="1914525"/>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94" name="Rectangle 31">
              <a:extLst>
                <a:ext uri="{FF2B5EF4-FFF2-40B4-BE49-F238E27FC236}">
                  <a16:creationId xmlns:a16="http://schemas.microsoft.com/office/drawing/2014/main" id="{DDA48231-CBE7-48D0-8738-340ED9833460}"/>
                </a:ext>
              </a:extLst>
            </p:cNvPr>
            <p:cNvSpPr>
              <a:spLocks noChangeArrowheads="1"/>
            </p:cNvSpPr>
            <p:nvPr/>
          </p:nvSpPr>
          <p:spPr bwMode="auto">
            <a:xfrm>
              <a:off x="3668713"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95" name="Rectangle 32">
              <a:extLst>
                <a:ext uri="{FF2B5EF4-FFF2-40B4-BE49-F238E27FC236}">
                  <a16:creationId xmlns:a16="http://schemas.microsoft.com/office/drawing/2014/main" id="{F29852A1-BC01-4FEB-B6AB-28DCEB835A6A}"/>
                </a:ext>
              </a:extLst>
            </p:cNvPr>
            <p:cNvSpPr>
              <a:spLocks noChangeArrowheads="1"/>
            </p:cNvSpPr>
            <p:nvPr/>
          </p:nvSpPr>
          <p:spPr bwMode="auto">
            <a:xfrm>
              <a:off x="3379788"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96" name="Rectangle 33">
              <a:extLst>
                <a:ext uri="{FF2B5EF4-FFF2-40B4-BE49-F238E27FC236}">
                  <a16:creationId xmlns:a16="http://schemas.microsoft.com/office/drawing/2014/main" id="{F9C2AC53-DBE5-44F2-8FBF-C1009FE95AC2}"/>
                </a:ext>
              </a:extLst>
            </p:cNvPr>
            <p:cNvSpPr>
              <a:spLocks noChangeArrowheads="1"/>
            </p:cNvSpPr>
            <p:nvPr/>
          </p:nvSpPr>
          <p:spPr bwMode="auto">
            <a:xfrm>
              <a:off x="3813175" y="209867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97" name="Rectangle 34">
              <a:extLst>
                <a:ext uri="{FF2B5EF4-FFF2-40B4-BE49-F238E27FC236}">
                  <a16:creationId xmlns:a16="http://schemas.microsoft.com/office/drawing/2014/main" id="{2DF34885-1CEB-4209-B616-570D51E7CD51}"/>
                </a:ext>
              </a:extLst>
            </p:cNvPr>
            <p:cNvSpPr>
              <a:spLocks noChangeArrowheads="1"/>
            </p:cNvSpPr>
            <p:nvPr/>
          </p:nvSpPr>
          <p:spPr bwMode="auto">
            <a:xfrm>
              <a:off x="3959225"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98" name="Rectangle 35">
              <a:extLst>
                <a:ext uri="{FF2B5EF4-FFF2-40B4-BE49-F238E27FC236}">
                  <a16:creationId xmlns:a16="http://schemas.microsoft.com/office/drawing/2014/main" id="{54D599A4-D403-42FF-B48E-99307179413A}"/>
                </a:ext>
              </a:extLst>
            </p:cNvPr>
            <p:cNvSpPr>
              <a:spLocks noChangeArrowheads="1"/>
            </p:cNvSpPr>
            <p:nvPr/>
          </p:nvSpPr>
          <p:spPr bwMode="auto">
            <a:xfrm>
              <a:off x="4075113" y="209867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99" name="Rectangle 36">
              <a:extLst>
                <a:ext uri="{FF2B5EF4-FFF2-40B4-BE49-F238E27FC236}">
                  <a16:creationId xmlns:a16="http://schemas.microsoft.com/office/drawing/2014/main" id="{4D8D6467-BE96-41C0-9561-B01D2F6485B9}"/>
                </a:ext>
              </a:extLst>
            </p:cNvPr>
            <p:cNvSpPr>
              <a:spLocks noChangeArrowheads="1"/>
            </p:cNvSpPr>
            <p:nvPr/>
          </p:nvSpPr>
          <p:spPr bwMode="auto">
            <a:xfrm>
              <a:off x="4222750"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00" name="Rectangle 37">
              <a:extLst>
                <a:ext uri="{FF2B5EF4-FFF2-40B4-BE49-F238E27FC236}">
                  <a16:creationId xmlns:a16="http://schemas.microsoft.com/office/drawing/2014/main" id="{8F3927E2-9B59-4DD7-9E84-4EC9264329EA}"/>
                </a:ext>
              </a:extLst>
            </p:cNvPr>
            <p:cNvSpPr>
              <a:spLocks noChangeArrowheads="1"/>
            </p:cNvSpPr>
            <p:nvPr/>
          </p:nvSpPr>
          <p:spPr bwMode="auto">
            <a:xfrm>
              <a:off x="4333875" y="209867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01" name="Rectangle 38">
              <a:extLst>
                <a:ext uri="{FF2B5EF4-FFF2-40B4-BE49-F238E27FC236}">
                  <a16:creationId xmlns:a16="http://schemas.microsoft.com/office/drawing/2014/main" id="{321BA93F-E697-43E2-BDB1-BA712C686A7C}"/>
                </a:ext>
              </a:extLst>
            </p:cNvPr>
            <p:cNvSpPr>
              <a:spLocks noChangeArrowheads="1"/>
            </p:cNvSpPr>
            <p:nvPr/>
          </p:nvSpPr>
          <p:spPr bwMode="auto">
            <a:xfrm>
              <a:off x="4481513"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02" name="Rectangle 39">
              <a:extLst>
                <a:ext uri="{FF2B5EF4-FFF2-40B4-BE49-F238E27FC236}">
                  <a16:creationId xmlns:a16="http://schemas.microsoft.com/office/drawing/2014/main" id="{2140DDA3-4D66-4685-8630-D1F9FD6F3273}"/>
                </a:ext>
              </a:extLst>
            </p:cNvPr>
            <p:cNvSpPr>
              <a:spLocks noChangeArrowheads="1"/>
            </p:cNvSpPr>
            <p:nvPr/>
          </p:nvSpPr>
          <p:spPr bwMode="auto">
            <a:xfrm>
              <a:off x="4899025" y="209867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03" name="Rectangle 40">
              <a:extLst>
                <a:ext uri="{FF2B5EF4-FFF2-40B4-BE49-F238E27FC236}">
                  <a16:creationId xmlns:a16="http://schemas.microsoft.com/office/drawing/2014/main" id="{AE2B131B-DD48-448D-A43B-5F1BA401BD1F}"/>
                </a:ext>
              </a:extLst>
            </p:cNvPr>
            <p:cNvSpPr>
              <a:spLocks noChangeArrowheads="1"/>
            </p:cNvSpPr>
            <p:nvPr/>
          </p:nvSpPr>
          <p:spPr bwMode="auto">
            <a:xfrm>
              <a:off x="5045075"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04" name="Rectangle 41">
              <a:extLst>
                <a:ext uri="{FF2B5EF4-FFF2-40B4-BE49-F238E27FC236}">
                  <a16:creationId xmlns:a16="http://schemas.microsoft.com/office/drawing/2014/main" id="{CA3340D4-A96E-4A18-8ACF-521CFF0AFE3C}"/>
                </a:ext>
              </a:extLst>
            </p:cNvPr>
            <p:cNvSpPr>
              <a:spLocks noChangeArrowheads="1"/>
            </p:cNvSpPr>
            <p:nvPr/>
          </p:nvSpPr>
          <p:spPr bwMode="auto">
            <a:xfrm>
              <a:off x="5157788" y="209867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05" name="Rectangle 42">
              <a:extLst>
                <a:ext uri="{FF2B5EF4-FFF2-40B4-BE49-F238E27FC236}">
                  <a16:creationId xmlns:a16="http://schemas.microsoft.com/office/drawing/2014/main" id="{F0D8836C-1A7B-4016-9F5C-6F33D3112BCC}"/>
                </a:ext>
              </a:extLst>
            </p:cNvPr>
            <p:cNvSpPr>
              <a:spLocks noChangeArrowheads="1"/>
            </p:cNvSpPr>
            <p:nvPr/>
          </p:nvSpPr>
          <p:spPr bwMode="auto">
            <a:xfrm>
              <a:off x="5305425"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06" name="Rectangle 43">
              <a:extLst>
                <a:ext uri="{FF2B5EF4-FFF2-40B4-BE49-F238E27FC236}">
                  <a16:creationId xmlns:a16="http://schemas.microsoft.com/office/drawing/2014/main" id="{8193F309-65BC-46F3-B527-42598E31ADCA}"/>
                </a:ext>
              </a:extLst>
            </p:cNvPr>
            <p:cNvSpPr>
              <a:spLocks noChangeArrowheads="1"/>
            </p:cNvSpPr>
            <p:nvPr/>
          </p:nvSpPr>
          <p:spPr bwMode="auto">
            <a:xfrm>
              <a:off x="5421313" y="209867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07" name="Rectangle 44">
              <a:extLst>
                <a:ext uri="{FF2B5EF4-FFF2-40B4-BE49-F238E27FC236}">
                  <a16:creationId xmlns:a16="http://schemas.microsoft.com/office/drawing/2014/main" id="{D421A32A-3357-4F3B-9C95-E1418302A9B9}"/>
                </a:ext>
              </a:extLst>
            </p:cNvPr>
            <p:cNvSpPr>
              <a:spLocks noChangeArrowheads="1"/>
            </p:cNvSpPr>
            <p:nvPr/>
          </p:nvSpPr>
          <p:spPr bwMode="auto">
            <a:xfrm>
              <a:off x="5829300"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08" name="Rectangle 45">
              <a:extLst>
                <a:ext uri="{FF2B5EF4-FFF2-40B4-BE49-F238E27FC236}">
                  <a16:creationId xmlns:a16="http://schemas.microsoft.com/office/drawing/2014/main" id="{A79C9B64-A527-4E72-A9DB-6D6642493850}"/>
                </a:ext>
              </a:extLst>
            </p:cNvPr>
            <p:cNvSpPr>
              <a:spLocks noChangeArrowheads="1"/>
            </p:cNvSpPr>
            <p:nvPr/>
          </p:nvSpPr>
          <p:spPr bwMode="auto">
            <a:xfrm>
              <a:off x="5567363"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09" name="Rectangle 46">
              <a:extLst>
                <a:ext uri="{FF2B5EF4-FFF2-40B4-BE49-F238E27FC236}">
                  <a16:creationId xmlns:a16="http://schemas.microsoft.com/office/drawing/2014/main" id="{113D7EEC-0B9A-4A61-B072-DE724A2B71AF}"/>
                </a:ext>
              </a:extLst>
            </p:cNvPr>
            <p:cNvSpPr>
              <a:spLocks noChangeArrowheads="1"/>
            </p:cNvSpPr>
            <p:nvPr/>
          </p:nvSpPr>
          <p:spPr bwMode="auto">
            <a:xfrm>
              <a:off x="5984875" y="1914525"/>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10" name="Rectangle 47">
              <a:extLst>
                <a:ext uri="{FF2B5EF4-FFF2-40B4-BE49-F238E27FC236}">
                  <a16:creationId xmlns:a16="http://schemas.microsoft.com/office/drawing/2014/main" id="{2B0790AE-B215-4B25-947C-8989B30F3C13}"/>
                </a:ext>
              </a:extLst>
            </p:cNvPr>
            <p:cNvSpPr>
              <a:spLocks noChangeArrowheads="1"/>
            </p:cNvSpPr>
            <p:nvPr/>
          </p:nvSpPr>
          <p:spPr bwMode="auto">
            <a:xfrm>
              <a:off x="6102350"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11" name="Rectangle 48">
              <a:extLst>
                <a:ext uri="{FF2B5EF4-FFF2-40B4-BE49-F238E27FC236}">
                  <a16:creationId xmlns:a16="http://schemas.microsoft.com/office/drawing/2014/main" id="{4927C5DD-F6CE-465A-9CF8-96A680819EC7}"/>
                </a:ext>
              </a:extLst>
            </p:cNvPr>
            <p:cNvSpPr>
              <a:spLocks noChangeArrowheads="1"/>
            </p:cNvSpPr>
            <p:nvPr/>
          </p:nvSpPr>
          <p:spPr bwMode="auto">
            <a:xfrm>
              <a:off x="6216650" y="1914525"/>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12" name="Rectangle 49">
              <a:extLst>
                <a:ext uri="{FF2B5EF4-FFF2-40B4-BE49-F238E27FC236}">
                  <a16:creationId xmlns:a16="http://schemas.microsoft.com/office/drawing/2014/main" id="{7D9798C2-E3AE-4DC6-8497-159754F04F3D}"/>
                </a:ext>
              </a:extLst>
            </p:cNvPr>
            <p:cNvSpPr>
              <a:spLocks noChangeArrowheads="1"/>
            </p:cNvSpPr>
            <p:nvPr/>
          </p:nvSpPr>
          <p:spPr bwMode="auto">
            <a:xfrm>
              <a:off x="6335713"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13" name="Rectangle 50">
              <a:extLst>
                <a:ext uri="{FF2B5EF4-FFF2-40B4-BE49-F238E27FC236}">
                  <a16:creationId xmlns:a16="http://schemas.microsoft.com/office/drawing/2014/main" id="{213A5F92-111C-44A4-AA65-3B6ABAE6DB2F}"/>
                </a:ext>
              </a:extLst>
            </p:cNvPr>
            <p:cNvSpPr>
              <a:spLocks noChangeArrowheads="1"/>
            </p:cNvSpPr>
            <p:nvPr/>
          </p:nvSpPr>
          <p:spPr bwMode="auto">
            <a:xfrm>
              <a:off x="6448425" y="1914525"/>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14" name="Rectangle 51">
              <a:extLst>
                <a:ext uri="{FF2B5EF4-FFF2-40B4-BE49-F238E27FC236}">
                  <a16:creationId xmlns:a16="http://schemas.microsoft.com/office/drawing/2014/main" id="{09E54730-C64C-4876-B826-2A5D7046FAEE}"/>
                </a:ext>
              </a:extLst>
            </p:cNvPr>
            <p:cNvSpPr>
              <a:spLocks noChangeArrowheads="1"/>
            </p:cNvSpPr>
            <p:nvPr/>
          </p:nvSpPr>
          <p:spPr bwMode="auto">
            <a:xfrm>
              <a:off x="6819900"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15" name="Rectangle 52">
              <a:extLst>
                <a:ext uri="{FF2B5EF4-FFF2-40B4-BE49-F238E27FC236}">
                  <a16:creationId xmlns:a16="http://schemas.microsoft.com/office/drawing/2014/main" id="{5ED919AC-A9BA-4352-9129-E03A19B2E0D7}"/>
                </a:ext>
              </a:extLst>
            </p:cNvPr>
            <p:cNvSpPr>
              <a:spLocks noChangeArrowheads="1"/>
            </p:cNvSpPr>
            <p:nvPr/>
          </p:nvSpPr>
          <p:spPr bwMode="auto">
            <a:xfrm>
              <a:off x="2600325" y="2452688"/>
              <a:ext cx="422275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16" name="Rectangle 53">
              <a:extLst>
                <a:ext uri="{FF2B5EF4-FFF2-40B4-BE49-F238E27FC236}">
                  <a16:creationId xmlns:a16="http://schemas.microsoft.com/office/drawing/2014/main" id="{0A3F70A0-3FF7-4435-8BC1-DEB448D8EFA9}"/>
                </a:ext>
              </a:extLst>
            </p:cNvPr>
            <p:cNvSpPr>
              <a:spLocks noChangeArrowheads="1"/>
            </p:cNvSpPr>
            <p:nvPr/>
          </p:nvSpPr>
          <p:spPr bwMode="auto">
            <a:xfrm>
              <a:off x="6567488"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17" name="Rectangle 54">
              <a:extLst>
                <a:ext uri="{FF2B5EF4-FFF2-40B4-BE49-F238E27FC236}">
                  <a16:creationId xmlns:a16="http://schemas.microsoft.com/office/drawing/2014/main" id="{19B45188-A08A-45A1-A83B-4B41BA831EE1}"/>
                </a:ext>
              </a:extLst>
            </p:cNvPr>
            <p:cNvSpPr>
              <a:spLocks noChangeArrowheads="1"/>
            </p:cNvSpPr>
            <p:nvPr/>
          </p:nvSpPr>
          <p:spPr bwMode="auto">
            <a:xfrm>
              <a:off x="2600325"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18" name="Rectangle 55">
              <a:extLst>
                <a:ext uri="{FF2B5EF4-FFF2-40B4-BE49-F238E27FC236}">
                  <a16:creationId xmlns:a16="http://schemas.microsoft.com/office/drawing/2014/main" id="{28AF7B00-76B7-4087-9CDE-99D549E87217}"/>
                </a:ext>
              </a:extLst>
            </p:cNvPr>
            <p:cNvSpPr>
              <a:spLocks noChangeArrowheads="1"/>
            </p:cNvSpPr>
            <p:nvPr/>
          </p:nvSpPr>
          <p:spPr bwMode="auto">
            <a:xfrm>
              <a:off x="2274888" y="254635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19" name="Rectangle 56">
              <a:extLst>
                <a:ext uri="{FF2B5EF4-FFF2-40B4-BE49-F238E27FC236}">
                  <a16:creationId xmlns:a16="http://schemas.microsoft.com/office/drawing/2014/main" id="{23294830-0B40-4097-8E93-B62BFD6CDBC7}"/>
                </a:ext>
              </a:extLst>
            </p:cNvPr>
            <p:cNvSpPr>
              <a:spLocks noChangeArrowheads="1"/>
            </p:cNvSpPr>
            <p:nvPr/>
          </p:nvSpPr>
          <p:spPr bwMode="auto">
            <a:xfrm>
              <a:off x="3668713"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20" name="Rectangle 57">
              <a:extLst>
                <a:ext uri="{FF2B5EF4-FFF2-40B4-BE49-F238E27FC236}">
                  <a16:creationId xmlns:a16="http://schemas.microsoft.com/office/drawing/2014/main" id="{B2CA0310-6D01-4E5D-AC68-2A9165C425BF}"/>
                </a:ext>
              </a:extLst>
            </p:cNvPr>
            <p:cNvSpPr>
              <a:spLocks noChangeArrowheads="1"/>
            </p:cNvSpPr>
            <p:nvPr/>
          </p:nvSpPr>
          <p:spPr bwMode="auto">
            <a:xfrm>
              <a:off x="2946400"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21" name="Rectangle 58">
              <a:extLst>
                <a:ext uri="{FF2B5EF4-FFF2-40B4-BE49-F238E27FC236}">
                  <a16:creationId xmlns:a16="http://schemas.microsoft.com/office/drawing/2014/main" id="{8DC08F93-335B-47EA-8ABF-797D65875B3E}"/>
                </a:ext>
              </a:extLst>
            </p:cNvPr>
            <p:cNvSpPr>
              <a:spLocks noChangeArrowheads="1"/>
            </p:cNvSpPr>
            <p:nvPr/>
          </p:nvSpPr>
          <p:spPr bwMode="auto">
            <a:xfrm>
              <a:off x="4010025"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22" name="Rectangle 59">
              <a:extLst>
                <a:ext uri="{FF2B5EF4-FFF2-40B4-BE49-F238E27FC236}">
                  <a16:creationId xmlns:a16="http://schemas.microsoft.com/office/drawing/2014/main" id="{7AAC4F82-5444-427A-875C-EEC8FB67FD25}"/>
                </a:ext>
              </a:extLst>
            </p:cNvPr>
            <p:cNvSpPr>
              <a:spLocks noChangeArrowheads="1"/>
            </p:cNvSpPr>
            <p:nvPr/>
          </p:nvSpPr>
          <p:spPr bwMode="auto">
            <a:xfrm>
              <a:off x="5829300"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23" name="Rectangle 60">
              <a:extLst>
                <a:ext uri="{FF2B5EF4-FFF2-40B4-BE49-F238E27FC236}">
                  <a16:creationId xmlns:a16="http://schemas.microsoft.com/office/drawing/2014/main" id="{84321F4C-C042-4CDB-A7A0-6003B869BB1E}"/>
                </a:ext>
              </a:extLst>
            </p:cNvPr>
            <p:cNvSpPr>
              <a:spLocks noChangeArrowheads="1"/>
            </p:cNvSpPr>
            <p:nvPr/>
          </p:nvSpPr>
          <p:spPr bwMode="auto">
            <a:xfrm>
              <a:off x="5091113"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24" name="Rectangle 61">
              <a:extLst>
                <a:ext uri="{FF2B5EF4-FFF2-40B4-BE49-F238E27FC236}">
                  <a16:creationId xmlns:a16="http://schemas.microsoft.com/office/drawing/2014/main" id="{73A3054F-ED60-42C4-8D2E-38173287EE98}"/>
                </a:ext>
              </a:extLst>
            </p:cNvPr>
            <p:cNvSpPr>
              <a:spLocks noChangeArrowheads="1"/>
            </p:cNvSpPr>
            <p:nvPr/>
          </p:nvSpPr>
          <p:spPr bwMode="auto">
            <a:xfrm>
              <a:off x="6819900"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25" name="Rectangle 62">
              <a:extLst>
                <a:ext uri="{FF2B5EF4-FFF2-40B4-BE49-F238E27FC236}">
                  <a16:creationId xmlns:a16="http://schemas.microsoft.com/office/drawing/2014/main" id="{D225BBAD-E1F1-4CE9-AB9F-A45E05E67A93}"/>
                </a:ext>
              </a:extLst>
            </p:cNvPr>
            <p:cNvSpPr>
              <a:spLocks noChangeArrowheads="1"/>
            </p:cNvSpPr>
            <p:nvPr/>
          </p:nvSpPr>
          <p:spPr bwMode="auto">
            <a:xfrm>
              <a:off x="6126163"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26" name="Rectangle 63">
              <a:extLst>
                <a:ext uri="{FF2B5EF4-FFF2-40B4-BE49-F238E27FC236}">
                  <a16:creationId xmlns:a16="http://schemas.microsoft.com/office/drawing/2014/main" id="{432FCCE1-D059-4857-A655-F8586491D596}"/>
                </a:ext>
              </a:extLst>
            </p:cNvPr>
            <p:cNvSpPr>
              <a:spLocks noChangeArrowheads="1"/>
            </p:cNvSpPr>
            <p:nvPr/>
          </p:nvSpPr>
          <p:spPr bwMode="auto">
            <a:xfrm>
              <a:off x="2600325"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27" name="Rectangle 64">
              <a:extLst>
                <a:ext uri="{FF2B5EF4-FFF2-40B4-BE49-F238E27FC236}">
                  <a16:creationId xmlns:a16="http://schemas.microsoft.com/office/drawing/2014/main" id="{DBD5B742-2A07-4CA1-9B6E-2DB70CB66EEC}"/>
                </a:ext>
              </a:extLst>
            </p:cNvPr>
            <p:cNvSpPr>
              <a:spLocks noChangeArrowheads="1"/>
            </p:cNvSpPr>
            <p:nvPr/>
          </p:nvSpPr>
          <p:spPr bwMode="auto">
            <a:xfrm>
              <a:off x="2274888" y="2851150"/>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28" name="Rectangle 65">
              <a:extLst>
                <a:ext uri="{FF2B5EF4-FFF2-40B4-BE49-F238E27FC236}">
                  <a16:creationId xmlns:a16="http://schemas.microsoft.com/office/drawing/2014/main" id="{AF9BAF1F-CFE4-4E26-82FD-944501AB7466}"/>
                </a:ext>
              </a:extLst>
            </p:cNvPr>
            <p:cNvSpPr>
              <a:spLocks noChangeArrowheads="1"/>
            </p:cNvSpPr>
            <p:nvPr/>
          </p:nvSpPr>
          <p:spPr bwMode="auto">
            <a:xfrm>
              <a:off x="3668713"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29" name="Rectangle 66">
              <a:extLst>
                <a:ext uri="{FF2B5EF4-FFF2-40B4-BE49-F238E27FC236}">
                  <a16:creationId xmlns:a16="http://schemas.microsoft.com/office/drawing/2014/main" id="{BDD89519-C204-48D4-9F93-68499D0266A7}"/>
                </a:ext>
              </a:extLst>
            </p:cNvPr>
            <p:cNvSpPr>
              <a:spLocks noChangeArrowheads="1"/>
            </p:cNvSpPr>
            <p:nvPr/>
          </p:nvSpPr>
          <p:spPr bwMode="auto">
            <a:xfrm>
              <a:off x="2947988"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30" name="Rectangle 67">
              <a:extLst>
                <a:ext uri="{FF2B5EF4-FFF2-40B4-BE49-F238E27FC236}">
                  <a16:creationId xmlns:a16="http://schemas.microsoft.com/office/drawing/2014/main" id="{1FF69A83-40F8-4219-AD20-26E3FA2655AE}"/>
                </a:ext>
              </a:extLst>
            </p:cNvPr>
            <p:cNvSpPr>
              <a:spLocks noChangeArrowheads="1"/>
            </p:cNvSpPr>
            <p:nvPr/>
          </p:nvSpPr>
          <p:spPr bwMode="auto">
            <a:xfrm>
              <a:off x="4011613"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31" name="Rectangle 68">
              <a:extLst>
                <a:ext uri="{FF2B5EF4-FFF2-40B4-BE49-F238E27FC236}">
                  <a16:creationId xmlns:a16="http://schemas.microsoft.com/office/drawing/2014/main" id="{7CF4C640-2FCE-4015-B297-556D2BB1FA1F}"/>
                </a:ext>
              </a:extLst>
            </p:cNvPr>
            <p:cNvSpPr>
              <a:spLocks noChangeArrowheads="1"/>
            </p:cNvSpPr>
            <p:nvPr/>
          </p:nvSpPr>
          <p:spPr bwMode="auto">
            <a:xfrm>
              <a:off x="5829300"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32" name="Rectangle 69">
              <a:extLst>
                <a:ext uri="{FF2B5EF4-FFF2-40B4-BE49-F238E27FC236}">
                  <a16:creationId xmlns:a16="http://schemas.microsoft.com/office/drawing/2014/main" id="{9F889495-E77C-4D1B-82A9-7A1A831885D6}"/>
                </a:ext>
              </a:extLst>
            </p:cNvPr>
            <p:cNvSpPr>
              <a:spLocks noChangeArrowheads="1"/>
            </p:cNvSpPr>
            <p:nvPr/>
          </p:nvSpPr>
          <p:spPr bwMode="auto">
            <a:xfrm>
              <a:off x="5092700"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33" name="Rectangle 70">
              <a:extLst>
                <a:ext uri="{FF2B5EF4-FFF2-40B4-BE49-F238E27FC236}">
                  <a16:creationId xmlns:a16="http://schemas.microsoft.com/office/drawing/2014/main" id="{E0FC8347-B431-4CBD-AACC-A81FD259A1C9}"/>
                </a:ext>
              </a:extLst>
            </p:cNvPr>
            <p:cNvSpPr>
              <a:spLocks noChangeArrowheads="1"/>
            </p:cNvSpPr>
            <p:nvPr/>
          </p:nvSpPr>
          <p:spPr bwMode="auto">
            <a:xfrm>
              <a:off x="6819900"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34" name="Rectangle 71">
              <a:extLst>
                <a:ext uri="{FF2B5EF4-FFF2-40B4-BE49-F238E27FC236}">
                  <a16:creationId xmlns:a16="http://schemas.microsoft.com/office/drawing/2014/main" id="{05C0BF5B-1C08-4108-BE03-6FFD4B0DB3E3}"/>
                </a:ext>
              </a:extLst>
            </p:cNvPr>
            <p:cNvSpPr>
              <a:spLocks noChangeArrowheads="1"/>
            </p:cNvSpPr>
            <p:nvPr/>
          </p:nvSpPr>
          <p:spPr bwMode="auto">
            <a:xfrm>
              <a:off x="6127750"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35" name="Rectangle 72">
              <a:extLst>
                <a:ext uri="{FF2B5EF4-FFF2-40B4-BE49-F238E27FC236}">
                  <a16:creationId xmlns:a16="http://schemas.microsoft.com/office/drawing/2014/main" id="{412C3775-A5EE-4158-8AB6-A59DC796FC7A}"/>
                </a:ext>
              </a:extLst>
            </p:cNvPr>
            <p:cNvSpPr>
              <a:spLocks noChangeArrowheads="1"/>
            </p:cNvSpPr>
            <p:nvPr/>
          </p:nvSpPr>
          <p:spPr bwMode="auto">
            <a:xfrm>
              <a:off x="2600325"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36" name="Rectangle 73">
              <a:extLst>
                <a:ext uri="{FF2B5EF4-FFF2-40B4-BE49-F238E27FC236}">
                  <a16:creationId xmlns:a16="http://schemas.microsoft.com/office/drawing/2014/main" id="{72817A4A-5690-4BD6-B095-BB6F7B2BF8EC}"/>
                </a:ext>
              </a:extLst>
            </p:cNvPr>
            <p:cNvSpPr>
              <a:spLocks noChangeArrowheads="1"/>
            </p:cNvSpPr>
            <p:nvPr/>
          </p:nvSpPr>
          <p:spPr bwMode="auto">
            <a:xfrm>
              <a:off x="2274888" y="3152775"/>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37" name="Rectangle 74">
              <a:extLst>
                <a:ext uri="{FF2B5EF4-FFF2-40B4-BE49-F238E27FC236}">
                  <a16:creationId xmlns:a16="http://schemas.microsoft.com/office/drawing/2014/main" id="{330785C4-40C8-45DB-AFD0-B2DB4EF854A4}"/>
                </a:ext>
              </a:extLst>
            </p:cNvPr>
            <p:cNvSpPr>
              <a:spLocks noChangeArrowheads="1"/>
            </p:cNvSpPr>
            <p:nvPr/>
          </p:nvSpPr>
          <p:spPr bwMode="auto">
            <a:xfrm>
              <a:off x="3668713"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38" name="Rectangle 75">
              <a:extLst>
                <a:ext uri="{FF2B5EF4-FFF2-40B4-BE49-F238E27FC236}">
                  <a16:creationId xmlns:a16="http://schemas.microsoft.com/office/drawing/2014/main" id="{BFB77313-CD5F-4276-A46A-4EBC2D939B0A}"/>
                </a:ext>
              </a:extLst>
            </p:cNvPr>
            <p:cNvSpPr>
              <a:spLocks noChangeArrowheads="1"/>
            </p:cNvSpPr>
            <p:nvPr/>
          </p:nvSpPr>
          <p:spPr bwMode="auto">
            <a:xfrm>
              <a:off x="2947988"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39" name="Rectangle 76">
              <a:extLst>
                <a:ext uri="{FF2B5EF4-FFF2-40B4-BE49-F238E27FC236}">
                  <a16:creationId xmlns:a16="http://schemas.microsoft.com/office/drawing/2014/main" id="{7767970D-4CD1-452E-BDE5-AE827FD9D315}"/>
                </a:ext>
              </a:extLst>
            </p:cNvPr>
            <p:cNvSpPr>
              <a:spLocks noChangeArrowheads="1"/>
            </p:cNvSpPr>
            <p:nvPr/>
          </p:nvSpPr>
          <p:spPr bwMode="auto">
            <a:xfrm>
              <a:off x="4011613"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40" name="Rectangle 77">
              <a:extLst>
                <a:ext uri="{FF2B5EF4-FFF2-40B4-BE49-F238E27FC236}">
                  <a16:creationId xmlns:a16="http://schemas.microsoft.com/office/drawing/2014/main" id="{375BDE3B-570A-4017-A418-8D6347B2C6CC}"/>
                </a:ext>
              </a:extLst>
            </p:cNvPr>
            <p:cNvSpPr>
              <a:spLocks noChangeArrowheads="1"/>
            </p:cNvSpPr>
            <p:nvPr/>
          </p:nvSpPr>
          <p:spPr bwMode="auto">
            <a:xfrm>
              <a:off x="5829300"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41" name="Rectangle 78">
              <a:extLst>
                <a:ext uri="{FF2B5EF4-FFF2-40B4-BE49-F238E27FC236}">
                  <a16:creationId xmlns:a16="http://schemas.microsoft.com/office/drawing/2014/main" id="{F11B4A94-3EB2-45A3-BDF7-D8F8BA52A39F}"/>
                </a:ext>
              </a:extLst>
            </p:cNvPr>
            <p:cNvSpPr>
              <a:spLocks noChangeArrowheads="1"/>
            </p:cNvSpPr>
            <p:nvPr/>
          </p:nvSpPr>
          <p:spPr bwMode="auto">
            <a:xfrm>
              <a:off x="5092700"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42" name="Rectangle 79">
              <a:extLst>
                <a:ext uri="{FF2B5EF4-FFF2-40B4-BE49-F238E27FC236}">
                  <a16:creationId xmlns:a16="http://schemas.microsoft.com/office/drawing/2014/main" id="{3A1FF294-4998-4ACF-8DAB-399AFBB09FB8}"/>
                </a:ext>
              </a:extLst>
            </p:cNvPr>
            <p:cNvSpPr>
              <a:spLocks noChangeArrowheads="1"/>
            </p:cNvSpPr>
            <p:nvPr/>
          </p:nvSpPr>
          <p:spPr bwMode="auto">
            <a:xfrm>
              <a:off x="6819900"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43" name="Rectangle 80">
              <a:extLst>
                <a:ext uri="{FF2B5EF4-FFF2-40B4-BE49-F238E27FC236}">
                  <a16:creationId xmlns:a16="http://schemas.microsoft.com/office/drawing/2014/main" id="{F43CC4AB-4803-4D34-967F-D3D1C42CAECB}"/>
                </a:ext>
              </a:extLst>
            </p:cNvPr>
            <p:cNvSpPr>
              <a:spLocks noChangeArrowheads="1"/>
            </p:cNvSpPr>
            <p:nvPr/>
          </p:nvSpPr>
          <p:spPr bwMode="auto">
            <a:xfrm>
              <a:off x="6127750"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44" name="Rectangle 81">
              <a:extLst>
                <a:ext uri="{FF2B5EF4-FFF2-40B4-BE49-F238E27FC236}">
                  <a16:creationId xmlns:a16="http://schemas.microsoft.com/office/drawing/2014/main" id="{FEB54768-4EA9-472D-9618-394909103FFB}"/>
                </a:ext>
              </a:extLst>
            </p:cNvPr>
            <p:cNvSpPr>
              <a:spLocks noChangeArrowheads="1"/>
            </p:cNvSpPr>
            <p:nvPr/>
          </p:nvSpPr>
          <p:spPr bwMode="auto">
            <a:xfrm>
              <a:off x="2600325"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45" name="Rectangle 82">
              <a:extLst>
                <a:ext uri="{FF2B5EF4-FFF2-40B4-BE49-F238E27FC236}">
                  <a16:creationId xmlns:a16="http://schemas.microsoft.com/office/drawing/2014/main" id="{3F91814B-C84D-4163-9AB2-CCE7DD12C3DB}"/>
                </a:ext>
              </a:extLst>
            </p:cNvPr>
            <p:cNvSpPr>
              <a:spLocks noChangeArrowheads="1"/>
            </p:cNvSpPr>
            <p:nvPr/>
          </p:nvSpPr>
          <p:spPr bwMode="auto">
            <a:xfrm>
              <a:off x="2274888" y="345757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46" name="Rectangle 83">
              <a:extLst>
                <a:ext uri="{FF2B5EF4-FFF2-40B4-BE49-F238E27FC236}">
                  <a16:creationId xmlns:a16="http://schemas.microsoft.com/office/drawing/2014/main" id="{E4F081F7-03D9-4AEF-9EDF-1642F966386E}"/>
                </a:ext>
              </a:extLst>
            </p:cNvPr>
            <p:cNvSpPr>
              <a:spLocks noChangeArrowheads="1"/>
            </p:cNvSpPr>
            <p:nvPr/>
          </p:nvSpPr>
          <p:spPr bwMode="auto">
            <a:xfrm>
              <a:off x="3668713"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47" name="Rectangle 84">
              <a:extLst>
                <a:ext uri="{FF2B5EF4-FFF2-40B4-BE49-F238E27FC236}">
                  <a16:creationId xmlns:a16="http://schemas.microsoft.com/office/drawing/2014/main" id="{F2906563-10C4-4DC3-8098-827F9E2DE07A}"/>
                </a:ext>
              </a:extLst>
            </p:cNvPr>
            <p:cNvSpPr>
              <a:spLocks noChangeArrowheads="1"/>
            </p:cNvSpPr>
            <p:nvPr/>
          </p:nvSpPr>
          <p:spPr bwMode="auto">
            <a:xfrm>
              <a:off x="2946400"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48" name="Rectangle 85">
              <a:extLst>
                <a:ext uri="{FF2B5EF4-FFF2-40B4-BE49-F238E27FC236}">
                  <a16:creationId xmlns:a16="http://schemas.microsoft.com/office/drawing/2014/main" id="{22E3DA7D-E8FC-4D89-9637-827A7012D319}"/>
                </a:ext>
              </a:extLst>
            </p:cNvPr>
            <p:cNvSpPr>
              <a:spLocks noChangeArrowheads="1"/>
            </p:cNvSpPr>
            <p:nvPr/>
          </p:nvSpPr>
          <p:spPr bwMode="auto">
            <a:xfrm>
              <a:off x="4010025"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49" name="Rectangle 86">
              <a:extLst>
                <a:ext uri="{FF2B5EF4-FFF2-40B4-BE49-F238E27FC236}">
                  <a16:creationId xmlns:a16="http://schemas.microsoft.com/office/drawing/2014/main" id="{ADFF4C57-813A-4113-A1DE-6F72D95172A1}"/>
                </a:ext>
              </a:extLst>
            </p:cNvPr>
            <p:cNvSpPr>
              <a:spLocks noChangeArrowheads="1"/>
            </p:cNvSpPr>
            <p:nvPr/>
          </p:nvSpPr>
          <p:spPr bwMode="auto">
            <a:xfrm>
              <a:off x="5829300"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50" name="Rectangle 87">
              <a:extLst>
                <a:ext uri="{FF2B5EF4-FFF2-40B4-BE49-F238E27FC236}">
                  <a16:creationId xmlns:a16="http://schemas.microsoft.com/office/drawing/2014/main" id="{42F66FDC-C5FB-4918-A73A-541235CCC362}"/>
                </a:ext>
              </a:extLst>
            </p:cNvPr>
            <p:cNvSpPr>
              <a:spLocks noChangeArrowheads="1"/>
            </p:cNvSpPr>
            <p:nvPr/>
          </p:nvSpPr>
          <p:spPr bwMode="auto">
            <a:xfrm>
              <a:off x="5091113"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51" name="Rectangle 88">
              <a:extLst>
                <a:ext uri="{FF2B5EF4-FFF2-40B4-BE49-F238E27FC236}">
                  <a16:creationId xmlns:a16="http://schemas.microsoft.com/office/drawing/2014/main" id="{4B384FB7-9C85-4756-B4DA-91DD9EA897B7}"/>
                </a:ext>
              </a:extLst>
            </p:cNvPr>
            <p:cNvSpPr>
              <a:spLocks noChangeArrowheads="1"/>
            </p:cNvSpPr>
            <p:nvPr/>
          </p:nvSpPr>
          <p:spPr bwMode="auto">
            <a:xfrm>
              <a:off x="6819900"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52" name="Rectangle 89">
              <a:extLst>
                <a:ext uri="{FF2B5EF4-FFF2-40B4-BE49-F238E27FC236}">
                  <a16:creationId xmlns:a16="http://schemas.microsoft.com/office/drawing/2014/main" id="{AEA9404A-D999-4DDF-9AD6-9147C8CE7743}"/>
                </a:ext>
              </a:extLst>
            </p:cNvPr>
            <p:cNvSpPr>
              <a:spLocks noChangeArrowheads="1"/>
            </p:cNvSpPr>
            <p:nvPr/>
          </p:nvSpPr>
          <p:spPr bwMode="auto">
            <a:xfrm>
              <a:off x="6126163"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53" name="Rectangle 90">
              <a:extLst>
                <a:ext uri="{FF2B5EF4-FFF2-40B4-BE49-F238E27FC236}">
                  <a16:creationId xmlns:a16="http://schemas.microsoft.com/office/drawing/2014/main" id="{6209C9F6-5BBB-401A-89B0-C3A88BA5F172}"/>
                </a:ext>
              </a:extLst>
            </p:cNvPr>
            <p:cNvSpPr>
              <a:spLocks noChangeArrowheads="1"/>
            </p:cNvSpPr>
            <p:nvPr/>
          </p:nvSpPr>
          <p:spPr bwMode="auto">
            <a:xfrm>
              <a:off x="2600325"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54" name="Rectangle 91">
              <a:extLst>
                <a:ext uri="{FF2B5EF4-FFF2-40B4-BE49-F238E27FC236}">
                  <a16:creationId xmlns:a16="http://schemas.microsoft.com/office/drawing/2014/main" id="{48B35B98-68C2-47B4-8D66-516CC5D301E7}"/>
                </a:ext>
              </a:extLst>
            </p:cNvPr>
            <p:cNvSpPr>
              <a:spLocks noChangeArrowheads="1"/>
            </p:cNvSpPr>
            <p:nvPr/>
          </p:nvSpPr>
          <p:spPr bwMode="auto">
            <a:xfrm>
              <a:off x="2274888" y="3762375"/>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55" name="Rectangle 92">
              <a:extLst>
                <a:ext uri="{FF2B5EF4-FFF2-40B4-BE49-F238E27FC236}">
                  <a16:creationId xmlns:a16="http://schemas.microsoft.com/office/drawing/2014/main" id="{0705AA65-B17D-4F63-B9A9-C7D05F97ED63}"/>
                </a:ext>
              </a:extLst>
            </p:cNvPr>
            <p:cNvSpPr>
              <a:spLocks noChangeArrowheads="1"/>
            </p:cNvSpPr>
            <p:nvPr/>
          </p:nvSpPr>
          <p:spPr bwMode="auto">
            <a:xfrm>
              <a:off x="3668713"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56" name="Rectangle 93">
              <a:extLst>
                <a:ext uri="{FF2B5EF4-FFF2-40B4-BE49-F238E27FC236}">
                  <a16:creationId xmlns:a16="http://schemas.microsoft.com/office/drawing/2014/main" id="{399DF25A-69E9-4C13-B771-617665FAF310}"/>
                </a:ext>
              </a:extLst>
            </p:cNvPr>
            <p:cNvSpPr>
              <a:spLocks noChangeArrowheads="1"/>
            </p:cNvSpPr>
            <p:nvPr/>
          </p:nvSpPr>
          <p:spPr bwMode="auto">
            <a:xfrm>
              <a:off x="2946400"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57" name="Rectangle 94">
              <a:extLst>
                <a:ext uri="{FF2B5EF4-FFF2-40B4-BE49-F238E27FC236}">
                  <a16:creationId xmlns:a16="http://schemas.microsoft.com/office/drawing/2014/main" id="{ABE491E4-F4DC-472B-8B50-7AABAACCF202}"/>
                </a:ext>
              </a:extLst>
            </p:cNvPr>
            <p:cNvSpPr>
              <a:spLocks noChangeArrowheads="1"/>
            </p:cNvSpPr>
            <p:nvPr/>
          </p:nvSpPr>
          <p:spPr bwMode="auto">
            <a:xfrm>
              <a:off x="4008438"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58" name="Rectangle 95">
              <a:extLst>
                <a:ext uri="{FF2B5EF4-FFF2-40B4-BE49-F238E27FC236}">
                  <a16:creationId xmlns:a16="http://schemas.microsoft.com/office/drawing/2014/main" id="{6E8B00A1-582E-4515-B8AE-662D6A9C1F7D}"/>
                </a:ext>
              </a:extLst>
            </p:cNvPr>
            <p:cNvSpPr>
              <a:spLocks noChangeArrowheads="1"/>
            </p:cNvSpPr>
            <p:nvPr/>
          </p:nvSpPr>
          <p:spPr bwMode="auto">
            <a:xfrm>
              <a:off x="5829300"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59" name="Rectangle 96">
              <a:extLst>
                <a:ext uri="{FF2B5EF4-FFF2-40B4-BE49-F238E27FC236}">
                  <a16:creationId xmlns:a16="http://schemas.microsoft.com/office/drawing/2014/main" id="{F50F76D0-E586-4568-9A35-3C99E7BF4CE9}"/>
                </a:ext>
              </a:extLst>
            </p:cNvPr>
            <p:cNvSpPr>
              <a:spLocks noChangeArrowheads="1"/>
            </p:cNvSpPr>
            <p:nvPr/>
          </p:nvSpPr>
          <p:spPr bwMode="auto">
            <a:xfrm>
              <a:off x="5089525"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60" name="Rectangle 97">
              <a:extLst>
                <a:ext uri="{FF2B5EF4-FFF2-40B4-BE49-F238E27FC236}">
                  <a16:creationId xmlns:a16="http://schemas.microsoft.com/office/drawing/2014/main" id="{67A62BBB-C481-47CA-8C51-5112EDC573E3}"/>
                </a:ext>
              </a:extLst>
            </p:cNvPr>
            <p:cNvSpPr>
              <a:spLocks noChangeArrowheads="1"/>
            </p:cNvSpPr>
            <p:nvPr/>
          </p:nvSpPr>
          <p:spPr bwMode="auto">
            <a:xfrm>
              <a:off x="6819900"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61" name="Rectangle 98">
              <a:extLst>
                <a:ext uri="{FF2B5EF4-FFF2-40B4-BE49-F238E27FC236}">
                  <a16:creationId xmlns:a16="http://schemas.microsoft.com/office/drawing/2014/main" id="{E742FD8E-29C0-4EC6-9C2E-52C6B5E611F8}"/>
                </a:ext>
              </a:extLst>
            </p:cNvPr>
            <p:cNvSpPr>
              <a:spLocks noChangeArrowheads="1"/>
            </p:cNvSpPr>
            <p:nvPr/>
          </p:nvSpPr>
          <p:spPr bwMode="auto">
            <a:xfrm>
              <a:off x="6126163"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62" name="Rectangle 99">
              <a:extLst>
                <a:ext uri="{FF2B5EF4-FFF2-40B4-BE49-F238E27FC236}">
                  <a16:creationId xmlns:a16="http://schemas.microsoft.com/office/drawing/2014/main" id="{4ADAD0B3-13A5-4EEF-92C3-F5D6F17635D3}"/>
                </a:ext>
              </a:extLst>
            </p:cNvPr>
            <p:cNvSpPr>
              <a:spLocks noChangeArrowheads="1"/>
            </p:cNvSpPr>
            <p:nvPr/>
          </p:nvSpPr>
          <p:spPr bwMode="auto">
            <a:xfrm>
              <a:off x="2600325"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63" name="Rectangle 100">
              <a:extLst>
                <a:ext uri="{FF2B5EF4-FFF2-40B4-BE49-F238E27FC236}">
                  <a16:creationId xmlns:a16="http://schemas.microsoft.com/office/drawing/2014/main" id="{F639EC4E-F42D-403D-BDA2-96DA00DD07A7}"/>
                </a:ext>
              </a:extLst>
            </p:cNvPr>
            <p:cNvSpPr>
              <a:spLocks noChangeArrowheads="1"/>
            </p:cNvSpPr>
            <p:nvPr/>
          </p:nvSpPr>
          <p:spPr bwMode="auto">
            <a:xfrm>
              <a:off x="2274888" y="4064000"/>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64" name="Rectangle 101">
              <a:extLst>
                <a:ext uri="{FF2B5EF4-FFF2-40B4-BE49-F238E27FC236}">
                  <a16:creationId xmlns:a16="http://schemas.microsoft.com/office/drawing/2014/main" id="{D3385E4A-6FC2-477F-A3CE-10C7D6B2175C}"/>
                </a:ext>
              </a:extLst>
            </p:cNvPr>
            <p:cNvSpPr>
              <a:spLocks noChangeArrowheads="1"/>
            </p:cNvSpPr>
            <p:nvPr/>
          </p:nvSpPr>
          <p:spPr bwMode="auto">
            <a:xfrm>
              <a:off x="3668713"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65" name="Rectangle 102">
              <a:extLst>
                <a:ext uri="{FF2B5EF4-FFF2-40B4-BE49-F238E27FC236}">
                  <a16:creationId xmlns:a16="http://schemas.microsoft.com/office/drawing/2014/main" id="{0F262F51-61C6-4DAC-AB09-AA16F2B1F9D2}"/>
                </a:ext>
              </a:extLst>
            </p:cNvPr>
            <p:cNvSpPr>
              <a:spLocks noChangeArrowheads="1"/>
            </p:cNvSpPr>
            <p:nvPr/>
          </p:nvSpPr>
          <p:spPr bwMode="auto">
            <a:xfrm>
              <a:off x="2947988"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66" name="Rectangle 103">
              <a:extLst>
                <a:ext uri="{FF2B5EF4-FFF2-40B4-BE49-F238E27FC236}">
                  <a16:creationId xmlns:a16="http://schemas.microsoft.com/office/drawing/2014/main" id="{26BCC104-C874-4B03-A70D-BBAE839C62B1}"/>
                </a:ext>
              </a:extLst>
            </p:cNvPr>
            <p:cNvSpPr>
              <a:spLocks noChangeArrowheads="1"/>
            </p:cNvSpPr>
            <p:nvPr/>
          </p:nvSpPr>
          <p:spPr bwMode="auto">
            <a:xfrm>
              <a:off x="4010025"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67" name="Rectangle 104">
              <a:extLst>
                <a:ext uri="{FF2B5EF4-FFF2-40B4-BE49-F238E27FC236}">
                  <a16:creationId xmlns:a16="http://schemas.microsoft.com/office/drawing/2014/main" id="{8E0E0F5A-A851-4ACC-8C0F-8F0CB345816B}"/>
                </a:ext>
              </a:extLst>
            </p:cNvPr>
            <p:cNvSpPr>
              <a:spLocks noChangeArrowheads="1"/>
            </p:cNvSpPr>
            <p:nvPr/>
          </p:nvSpPr>
          <p:spPr bwMode="auto">
            <a:xfrm>
              <a:off x="5829300"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68" name="Rectangle 105">
              <a:extLst>
                <a:ext uri="{FF2B5EF4-FFF2-40B4-BE49-F238E27FC236}">
                  <a16:creationId xmlns:a16="http://schemas.microsoft.com/office/drawing/2014/main" id="{E862284D-16A7-4F8D-AB50-234F35AACF46}"/>
                </a:ext>
              </a:extLst>
            </p:cNvPr>
            <p:cNvSpPr>
              <a:spLocks noChangeArrowheads="1"/>
            </p:cNvSpPr>
            <p:nvPr/>
          </p:nvSpPr>
          <p:spPr bwMode="auto">
            <a:xfrm>
              <a:off x="5091113"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69" name="Rectangle 106">
              <a:extLst>
                <a:ext uri="{FF2B5EF4-FFF2-40B4-BE49-F238E27FC236}">
                  <a16:creationId xmlns:a16="http://schemas.microsoft.com/office/drawing/2014/main" id="{AA2ACB59-F949-4FDE-89DF-F308F2CDFA1B}"/>
                </a:ext>
              </a:extLst>
            </p:cNvPr>
            <p:cNvSpPr>
              <a:spLocks noChangeArrowheads="1"/>
            </p:cNvSpPr>
            <p:nvPr/>
          </p:nvSpPr>
          <p:spPr bwMode="auto">
            <a:xfrm>
              <a:off x="6819900"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70" name="Rectangle 107">
              <a:extLst>
                <a:ext uri="{FF2B5EF4-FFF2-40B4-BE49-F238E27FC236}">
                  <a16:creationId xmlns:a16="http://schemas.microsoft.com/office/drawing/2014/main" id="{FF872F0F-E5FB-45C6-995A-541E87CADBA2}"/>
                </a:ext>
              </a:extLst>
            </p:cNvPr>
            <p:cNvSpPr>
              <a:spLocks noChangeArrowheads="1"/>
            </p:cNvSpPr>
            <p:nvPr/>
          </p:nvSpPr>
          <p:spPr bwMode="auto">
            <a:xfrm>
              <a:off x="6127750"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71" name="Rectangle 108">
              <a:extLst>
                <a:ext uri="{FF2B5EF4-FFF2-40B4-BE49-F238E27FC236}">
                  <a16:creationId xmlns:a16="http://schemas.microsoft.com/office/drawing/2014/main" id="{A4F2345F-A84E-4336-97AB-EC85D98D3C2C}"/>
                </a:ext>
              </a:extLst>
            </p:cNvPr>
            <p:cNvSpPr>
              <a:spLocks noChangeArrowheads="1"/>
            </p:cNvSpPr>
            <p:nvPr/>
          </p:nvSpPr>
          <p:spPr bwMode="auto">
            <a:xfrm>
              <a:off x="2600325"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72" name="Rectangle 109">
              <a:extLst>
                <a:ext uri="{FF2B5EF4-FFF2-40B4-BE49-F238E27FC236}">
                  <a16:creationId xmlns:a16="http://schemas.microsoft.com/office/drawing/2014/main" id="{51C7938B-695B-47C3-BDAE-1A84554C3C63}"/>
                </a:ext>
              </a:extLst>
            </p:cNvPr>
            <p:cNvSpPr>
              <a:spLocks noChangeArrowheads="1"/>
            </p:cNvSpPr>
            <p:nvPr/>
          </p:nvSpPr>
          <p:spPr bwMode="auto">
            <a:xfrm>
              <a:off x="2274888" y="43688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73" name="Rectangle 110">
              <a:extLst>
                <a:ext uri="{FF2B5EF4-FFF2-40B4-BE49-F238E27FC236}">
                  <a16:creationId xmlns:a16="http://schemas.microsoft.com/office/drawing/2014/main" id="{705165C2-2BAE-4A51-A92F-3EAF3C8D269C}"/>
                </a:ext>
              </a:extLst>
            </p:cNvPr>
            <p:cNvSpPr>
              <a:spLocks noChangeArrowheads="1"/>
            </p:cNvSpPr>
            <p:nvPr/>
          </p:nvSpPr>
          <p:spPr bwMode="auto">
            <a:xfrm>
              <a:off x="3668713"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74" name="Rectangle 111">
              <a:extLst>
                <a:ext uri="{FF2B5EF4-FFF2-40B4-BE49-F238E27FC236}">
                  <a16:creationId xmlns:a16="http://schemas.microsoft.com/office/drawing/2014/main" id="{57ED495F-DD50-4CE6-ABC7-599FEB262119}"/>
                </a:ext>
              </a:extLst>
            </p:cNvPr>
            <p:cNvSpPr>
              <a:spLocks noChangeArrowheads="1"/>
            </p:cNvSpPr>
            <p:nvPr/>
          </p:nvSpPr>
          <p:spPr bwMode="auto">
            <a:xfrm>
              <a:off x="2946400"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75" name="Rectangle 112">
              <a:extLst>
                <a:ext uri="{FF2B5EF4-FFF2-40B4-BE49-F238E27FC236}">
                  <a16:creationId xmlns:a16="http://schemas.microsoft.com/office/drawing/2014/main" id="{21A9C003-6FB9-4EA8-8B13-D200C2765451}"/>
                </a:ext>
              </a:extLst>
            </p:cNvPr>
            <p:cNvSpPr>
              <a:spLocks noChangeArrowheads="1"/>
            </p:cNvSpPr>
            <p:nvPr/>
          </p:nvSpPr>
          <p:spPr bwMode="auto">
            <a:xfrm>
              <a:off x="4010025"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76" name="Rectangle 113">
              <a:extLst>
                <a:ext uri="{FF2B5EF4-FFF2-40B4-BE49-F238E27FC236}">
                  <a16:creationId xmlns:a16="http://schemas.microsoft.com/office/drawing/2014/main" id="{B8ED876D-DE0E-4F56-B321-DFFBF9FF7E9D}"/>
                </a:ext>
              </a:extLst>
            </p:cNvPr>
            <p:cNvSpPr>
              <a:spLocks noChangeArrowheads="1"/>
            </p:cNvSpPr>
            <p:nvPr/>
          </p:nvSpPr>
          <p:spPr bwMode="auto">
            <a:xfrm>
              <a:off x="5829300"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77" name="Rectangle 114">
              <a:extLst>
                <a:ext uri="{FF2B5EF4-FFF2-40B4-BE49-F238E27FC236}">
                  <a16:creationId xmlns:a16="http://schemas.microsoft.com/office/drawing/2014/main" id="{C5EC55EF-2414-4ACE-B31E-EC765CE1C7CE}"/>
                </a:ext>
              </a:extLst>
            </p:cNvPr>
            <p:cNvSpPr>
              <a:spLocks noChangeArrowheads="1"/>
            </p:cNvSpPr>
            <p:nvPr/>
          </p:nvSpPr>
          <p:spPr bwMode="auto">
            <a:xfrm>
              <a:off x="5091113"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78" name="Rectangle 115">
              <a:extLst>
                <a:ext uri="{FF2B5EF4-FFF2-40B4-BE49-F238E27FC236}">
                  <a16:creationId xmlns:a16="http://schemas.microsoft.com/office/drawing/2014/main" id="{E8611A6A-A592-4D1C-BF3E-8AF12F12FFB5}"/>
                </a:ext>
              </a:extLst>
            </p:cNvPr>
            <p:cNvSpPr>
              <a:spLocks noChangeArrowheads="1"/>
            </p:cNvSpPr>
            <p:nvPr/>
          </p:nvSpPr>
          <p:spPr bwMode="auto">
            <a:xfrm>
              <a:off x="6819900"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79" name="Rectangle 116">
              <a:extLst>
                <a:ext uri="{FF2B5EF4-FFF2-40B4-BE49-F238E27FC236}">
                  <a16:creationId xmlns:a16="http://schemas.microsoft.com/office/drawing/2014/main" id="{005631FF-8710-412A-A276-B5A70D5D2463}"/>
                </a:ext>
              </a:extLst>
            </p:cNvPr>
            <p:cNvSpPr>
              <a:spLocks noChangeArrowheads="1"/>
            </p:cNvSpPr>
            <p:nvPr/>
          </p:nvSpPr>
          <p:spPr bwMode="auto">
            <a:xfrm>
              <a:off x="6126163"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80" name="Rectangle 117">
              <a:extLst>
                <a:ext uri="{FF2B5EF4-FFF2-40B4-BE49-F238E27FC236}">
                  <a16:creationId xmlns:a16="http://schemas.microsoft.com/office/drawing/2014/main" id="{DD43F25A-BEB6-46CC-93C4-FAC95299F7E3}"/>
                </a:ext>
              </a:extLst>
            </p:cNvPr>
            <p:cNvSpPr>
              <a:spLocks noChangeArrowheads="1"/>
            </p:cNvSpPr>
            <p:nvPr/>
          </p:nvSpPr>
          <p:spPr bwMode="auto">
            <a:xfrm>
              <a:off x="2600325"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81" name="Rectangle 118">
              <a:extLst>
                <a:ext uri="{FF2B5EF4-FFF2-40B4-BE49-F238E27FC236}">
                  <a16:creationId xmlns:a16="http://schemas.microsoft.com/office/drawing/2014/main" id="{B0CCF8BB-5F82-4492-B895-A33178291E6B}"/>
                </a:ext>
              </a:extLst>
            </p:cNvPr>
            <p:cNvSpPr>
              <a:spLocks noChangeArrowheads="1"/>
            </p:cNvSpPr>
            <p:nvPr/>
          </p:nvSpPr>
          <p:spPr bwMode="auto">
            <a:xfrm>
              <a:off x="2274888" y="46736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H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82" name="Rectangle 119">
              <a:extLst>
                <a:ext uri="{FF2B5EF4-FFF2-40B4-BE49-F238E27FC236}">
                  <a16:creationId xmlns:a16="http://schemas.microsoft.com/office/drawing/2014/main" id="{899DA918-E6A2-49C1-A577-F6CE9C7B0F1F}"/>
                </a:ext>
              </a:extLst>
            </p:cNvPr>
            <p:cNvSpPr>
              <a:spLocks noChangeArrowheads="1"/>
            </p:cNvSpPr>
            <p:nvPr/>
          </p:nvSpPr>
          <p:spPr bwMode="auto">
            <a:xfrm>
              <a:off x="3668713"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83" name="Rectangle 120">
              <a:extLst>
                <a:ext uri="{FF2B5EF4-FFF2-40B4-BE49-F238E27FC236}">
                  <a16:creationId xmlns:a16="http://schemas.microsoft.com/office/drawing/2014/main" id="{3E4072CF-F025-482B-BF9F-A8C772C6D267}"/>
                </a:ext>
              </a:extLst>
            </p:cNvPr>
            <p:cNvSpPr>
              <a:spLocks noChangeArrowheads="1"/>
            </p:cNvSpPr>
            <p:nvPr/>
          </p:nvSpPr>
          <p:spPr bwMode="auto">
            <a:xfrm>
              <a:off x="2946400"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84" name="Rectangle 121">
              <a:extLst>
                <a:ext uri="{FF2B5EF4-FFF2-40B4-BE49-F238E27FC236}">
                  <a16:creationId xmlns:a16="http://schemas.microsoft.com/office/drawing/2014/main" id="{EB42031C-675C-4957-9D4B-47C6803DDCF5}"/>
                </a:ext>
              </a:extLst>
            </p:cNvPr>
            <p:cNvSpPr>
              <a:spLocks noChangeArrowheads="1"/>
            </p:cNvSpPr>
            <p:nvPr/>
          </p:nvSpPr>
          <p:spPr bwMode="auto">
            <a:xfrm>
              <a:off x="4010025"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85" name="Rectangle 122">
              <a:extLst>
                <a:ext uri="{FF2B5EF4-FFF2-40B4-BE49-F238E27FC236}">
                  <a16:creationId xmlns:a16="http://schemas.microsoft.com/office/drawing/2014/main" id="{9E23A6FF-BCDC-4F85-987E-ECD7CFD09FF1}"/>
                </a:ext>
              </a:extLst>
            </p:cNvPr>
            <p:cNvSpPr>
              <a:spLocks noChangeArrowheads="1"/>
            </p:cNvSpPr>
            <p:nvPr/>
          </p:nvSpPr>
          <p:spPr bwMode="auto">
            <a:xfrm>
              <a:off x="5829300"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86" name="Rectangle 123">
              <a:extLst>
                <a:ext uri="{FF2B5EF4-FFF2-40B4-BE49-F238E27FC236}">
                  <a16:creationId xmlns:a16="http://schemas.microsoft.com/office/drawing/2014/main" id="{3A131DFE-7877-4701-A638-F6A39DA1748A}"/>
                </a:ext>
              </a:extLst>
            </p:cNvPr>
            <p:cNvSpPr>
              <a:spLocks noChangeArrowheads="1"/>
            </p:cNvSpPr>
            <p:nvPr/>
          </p:nvSpPr>
          <p:spPr bwMode="auto">
            <a:xfrm>
              <a:off x="5091113"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87" name="Rectangle 124">
              <a:extLst>
                <a:ext uri="{FF2B5EF4-FFF2-40B4-BE49-F238E27FC236}">
                  <a16:creationId xmlns:a16="http://schemas.microsoft.com/office/drawing/2014/main" id="{CD0F24D9-35BD-43D1-8A73-8FD59417E06B}"/>
                </a:ext>
              </a:extLst>
            </p:cNvPr>
            <p:cNvSpPr>
              <a:spLocks noChangeArrowheads="1"/>
            </p:cNvSpPr>
            <p:nvPr/>
          </p:nvSpPr>
          <p:spPr bwMode="auto">
            <a:xfrm>
              <a:off x="6819900"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88" name="Rectangle 125">
              <a:extLst>
                <a:ext uri="{FF2B5EF4-FFF2-40B4-BE49-F238E27FC236}">
                  <a16:creationId xmlns:a16="http://schemas.microsoft.com/office/drawing/2014/main" id="{DD8492E0-31F5-4961-B243-61344D26611A}"/>
                </a:ext>
              </a:extLst>
            </p:cNvPr>
            <p:cNvSpPr>
              <a:spLocks noChangeArrowheads="1"/>
            </p:cNvSpPr>
            <p:nvPr/>
          </p:nvSpPr>
          <p:spPr bwMode="auto">
            <a:xfrm>
              <a:off x="2600325" y="5018088"/>
              <a:ext cx="422275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89" name="Rectangle 126">
              <a:extLst>
                <a:ext uri="{FF2B5EF4-FFF2-40B4-BE49-F238E27FC236}">
                  <a16:creationId xmlns:a16="http://schemas.microsoft.com/office/drawing/2014/main" id="{70CBF30B-B8E0-440F-827F-06BA14505205}"/>
                </a:ext>
              </a:extLst>
            </p:cNvPr>
            <p:cNvSpPr>
              <a:spLocks noChangeArrowheads="1"/>
            </p:cNvSpPr>
            <p:nvPr/>
          </p:nvSpPr>
          <p:spPr bwMode="auto">
            <a:xfrm>
              <a:off x="6126163"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60418" name="Title 1">
            <a:extLst>
              <a:ext uri="{FF2B5EF4-FFF2-40B4-BE49-F238E27FC236}">
                <a16:creationId xmlns:a16="http://schemas.microsoft.com/office/drawing/2014/main" id="{11487E06-01DE-4740-BE4A-45C6223D7681}"/>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K-map for Y</a:t>
            </a:r>
            <a:r>
              <a:rPr kumimoji="0" lang="en-US" altLang="en-US" sz="3600" b="1" i="0" u="none" strike="noStrike" kern="120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cs typeface="+mn-cs"/>
              </a:rPr>
              <a:t>0</a:t>
            </a:r>
          </a:p>
        </p:txBody>
      </p:sp>
      <p:grpSp>
        <p:nvGrpSpPr>
          <p:cNvPr id="60419" name="Group 127">
            <a:extLst>
              <a:ext uri="{FF2B5EF4-FFF2-40B4-BE49-F238E27FC236}">
                <a16:creationId xmlns:a16="http://schemas.microsoft.com/office/drawing/2014/main" id="{A2314F9B-0B14-44B0-9172-D5F860979DD2}"/>
              </a:ext>
            </a:extLst>
          </p:cNvPr>
          <p:cNvGrpSpPr>
            <a:grpSpLocks/>
          </p:cNvGrpSpPr>
          <p:nvPr/>
        </p:nvGrpSpPr>
        <p:grpSpPr bwMode="auto">
          <a:xfrm>
            <a:off x="5651500" y="2214563"/>
            <a:ext cx="2284413" cy="2754312"/>
            <a:chOff x="1295400" y="838200"/>
            <a:chExt cx="2284413" cy="2753757"/>
          </a:xfrm>
        </p:grpSpPr>
        <p:sp>
          <p:nvSpPr>
            <p:cNvPr id="60422" name="Rectangle 4">
              <a:extLst>
                <a:ext uri="{FF2B5EF4-FFF2-40B4-BE49-F238E27FC236}">
                  <a16:creationId xmlns:a16="http://schemas.microsoft.com/office/drawing/2014/main" id="{9BBDCCA1-A204-4D05-A492-2753068669C9}"/>
                </a:ext>
              </a:extLst>
            </p:cNvPr>
            <p:cNvSpPr>
              <a:spLocks noChangeArrowheads="1"/>
            </p:cNvSpPr>
            <p:nvPr/>
          </p:nvSpPr>
          <p:spPr bwMode="auto">
            <a:xfrm>
              <a:off x="1957388" y="1446212"/>
              <a:ext cx="820737" cy="819150"/>
            </a:xfrm>
            <a:prstGeom prst="rect">
              <a:avLst/>
            </a:prstGeom>
            <a:solidFill>
              <a:srgbClr val="FFFFFF"/>
            </a:solidFill>
            <a:ln w="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23" name="Line 5">
              <a:extLst>
                <a:ext uri="{FF2B5EF4-FFF2-40B4-BE49-F238E27FC236}">
                  <a16:creationId xmlns:a16="http://schemas.microsoft.com/office/drawing/2014/main" id="{DC8617B9-1A9B-48ED-9D8C-92236F647CC1}"/>
                </a:ext>
              </a:extLst>
            </p:cNvPr>
            <p:cNvSpPr>
              <a:spLocks noChangeShapeType="1"/>
            </p:cNvSpPr>
            <p:nvPr/>
          </p:nvSpPr>
          <p:spPr bwMode="auto">
            <a:xfrm flipH="1">
              <a:off x="1957388" y="1865312"/>
              <a:ext cx="820737"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24" name="Line 6">
              <a:extLst>
                <a:ext uri="{FF2B5EF4-FFF2-40B4-BE49-F238E27FC236}">
                  <a16:creationId xmlns:a16="http://schemas.microsoft.com/office/drawing/2014/main" id="{D568B75B-C16A-4909-A558-C047C9FEEF61}"/>
                </a:ext>
              </a:extLst>
            </p:cNvPr>
            <p:cNvSpPr>
              <a:spLocks noChangeShapeType="1"/>
            </p:cNvSpPr>
            <p:nvPr/>
          </p:nvSpPr>
          <p:spPr bwMode="auto">
            <a:xfrm flipV="1">
              <a:off x="2378075" y="1446212"/>
              <a:ext cx="1588" cy="8191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25" name="Line 7">
              <a:extLst>
                <a:ext uri="{FF2B5EF4-FFF2-40B4-BE49-F238E27FC236}">
                  <a16:creationId xmlns:a16="http://schemas.microsoft.com/office/drawing/2014/main" id="{952B4D31-93AB-4E59-9F2E-A8B57518CA06}"/>
                </a:ext>
              </a:extLst>
            </p:cNvPr>
            <p:cNvSpPr>
              <a:spLocks noChangeShapeType="1"/>
            </p:cNvSpPr>
            <p:nvPr/>
          </p:nvSpPr>
          <p:spPr bwMode="auto">
            <a:xfrm>
              <a:off x="1557338" y="1044575"/>
              <a:ext cx="400050" cy="40163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26" name="Rectangle 8">
              <a:extLst>
                <a:ext uri="{FF2B5EF4-FFF2-40B4-BE49-F238E27FC236}">
                  <a16:creationId xmlns:a16="http://schemas.microsoft.com/office/drawing/2014/main" id="{6345F137-D913-40C6-B8EB-D1FDF0C3081B}"/>
                </a:ext>
              </a:extLst>
            </p:cNvPr>
            <p:cNvSpPr>
              <a:spLocks noChangeArrowheads="1"/>
            </p:cNvSpPr>
            <p:nvPr/>
          </p:nvSpPr>
          <p:spPr bwMode="auto">
            <a:xfrm>
              <a:off x="2778125" y="1446212"/>
              <a:ext cx="801688" cy="819150"/>
            </a:xfrm>
            <a:prstGeom prst="rect">
              <a:avLst/>
            </a:prstGeom>
            <a:solidFill>
              <a:srgbClr val="FFFFFF"/>
            </a:solidFill>
            <a:ln w="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27" name="Line 9">
              <a:extLst>
                <a:ext uri="{FF2B5EF4-FFF2-40B4-BE49-F238E27FC236}">
                  <a16:creationId xmlns:a16="http://schemas.microsoft.com/office/drawing/2014/main" id="{1C5EAFEB-3072-46E9-9C15-80363979484D}"/>
                </a:ext>
              </a:extLst>
            </p:cNvPr>
            <p:cNvSpPr>
              <a:spLocks noChangeShapeType="1"/>
            </p:cNvSpPr>
            <p:nvPr/>
          </p:nvSpPr>
          <p:spPr bwMode="auto">
            <a:xfrm flipH="1">
              <a:off x="2778125" y="1865312"/>
              <a:ext cx="801688"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28" name="Line 10">
              <a:extLst>
                <a:ext uri="{FF2B5EF4-FFF2-40B4-BE49-F238E27FC236}">
                  <a16:creationId xmlns:a16="http://schemas.microsoft.com/office/drawing/2014/main" id="{E19F7B97-A7A9-4330-B64E-CC2643355C66}"/>
                </a:ext>
              </a:extLst>
            </p:cNvPr>
            <p:cNvSpPr>
              <a:spLocks noChangeShapeType="1"/>
            </p:cNvSpPr>
            <p:nvPr/>
          </p:nvSpPr>
          <p:spPr bwMode="auto">
            <a:xfrm flipV="1">
              <a:off x="3179763" y="1446212"/>
              <a:ext cx="1587" cy="8191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29" name="Rectangle 11">
              <a:extLst>
                <a:ext uri="{FF2B5EF4-FFF2-40B4-BE49-F238E27FC236}">
                  <a16:creationId xmlns:a16="http://schemas.microsoft.com/office/drawing/2014/main" id="{73685210-511C-48BC-8F91-A0121689B3B7}"/>
                </a:ext>
              </a:extLst>
            </p:cNvPr>
            <p:cNvSpPr>
              <a:spLocks noChangeArrowheads="1"/>
            </p:cNvSpPr>
            <p:nvPr/>
          </p:nvSpPr>
          <p:spPr bwMode="auto">
            <a:xfrm>
              <a:off x="2079625" y="122396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30" name="Rectangle 12">
              <a:extLst>
                <a:ext uri="{FF2B5EF4-FFF2-40B4-BE49-F238E27FC236}">
                  <a16:creationId xmlns:a16="http://schemas.microsoft.com/office/drawing/2014/main" id="{87F1657A-0F6B-4CF7-82D5-3B62532A0FDB}"/>
                </a:ext>
              </a:extLst>
            </p:cNvPr>
            <p:cNvSpPr>
              <a:spLocks noChangeArrowheads="1"/>
            </p:cNvSpPr>
            <p:nvPr/>
          </p:nvSpPr>
          <p:spPr bwMode="auto">
            <a:xfrm>
              <a:off x="2486025" y="122396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31" name="Rectangle 13">
              <a:extLst>
                <a:ext uri="{FF2B5EF4-FFF2-40B4-BE49-F238E27FC236}">
                  <a16:creationId xmlns:a16="http://schemas.microsoft.com/office/drawing/2014/main" id="{5B273ECE-1A32-4077-BAE8-FF48E2781C3D}"/>
                </a:ext>
              </a:extLst>
            </p:cNvPr>
            <p:cNvSpPr>
              <a:spLocks noChangeArrowheads="1"/>
            </p:cNvSpPr>
            <p:nvPr/>
          </p:nvSpPr>
          <p:spPr bwMode="auto">
            <a:xfrm>
              <a:off x="2890838" y="1223962"/>
              <a:ext cx="24923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32" name="Rectangle 14">
              <a:extLst>
                <a:ext uri="{FF2B5EF4-FFF2-40B4-BE49-F238E27FC236}">
                  <a16:creationId xmlns:a16="http://schemas.microsoft.com/office/drawing/2014/main" id="{ADF684F9-83EF-4F61-8573-FB9FABDB35A4}"/>
                </a:ext>
              </a:extLst>
            </p:cNvPr>
            <p:cNvSpPr>
              <a:spLocks noChangeArrowheads="1"/>
            </p:cNvSpPr>
            <p:nvPr/>
          </p:nvSpPr>
          <p:spPr bwMode="auto">
            <a:xfrm>
              <a:off x="3297238" y="1223962"/>
              <a:ext cx="24923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33" name="Rectangle 15">
              <a:extLst>
                <a:ext uri="{FF2B5EF4-FFF2-40B4-BE49-F238E27FC236}">
                  <a16:creationId xmlns:a16="http://schemas.microsoft.com/office/drawing/2014/main" id="{818B06FB-29E7-4E02-AC9A-69B39D24280A}"/>
                </a:ext>
              </a:extLst>
            </p:cNvPr>
            <p:cNvSpPr>
              <a:spLocks noChangeArrowheads="1"/>
            </p:cNvSpPr>
            <p:nvPr/>
          </p:nvSpPr>
          <p:spPr bwMode="auto">
            <a:xfrm>
              <a:off x="1708150" y="156051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34" name="Rectangle 16">
              <a:extLst>
                <a:ext uri="{FF2B5EF4-FFF2-40B4-BE49-F238E27FC236}">
                  <a16:creationId xmlns:a16="http://schemas.microsoft.com/office/drawing/2014/main" id="{5346DA87-E3A1-45A7-B1AA-B94AB0A5148C}"/>
                </a:ext>
              </a:extLst>
            </p:cNvPr>
            <p:cNvSpPr>
              <a:spLocks noChangeArrowheads="1"/>
            </p:cNvSpPr>
            <p:nvPr/>
          </p:nvSpPr>
          <p:spPr bwMode="auto">
            <a:xfrm>
              <a:off x="1698625" y="196691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35" name="Rectangle 17">
              <a:extLst>
                <a:ext uri="{FF2B5EF4-FFF2-40B4-BE49-F238E27FC236}">
                  <a16:creationId xmlns:a16="http://schemas.microsoft.com/office/drawing/2014/main" id="{B2A7B07D-7A8B-4E39-8176-31BD474FDA60}"/>
                </a:ext>
              </a:extLst>
            </p:cNvPr>
            <p:cNvSpPr>
              <a:spLocks noChangeArrowheads="1"/>
            </p:cNvSpPr>
            <p:nvPr/>
          </p:nvSpPr>
          <p:spPr bwMode="auto">
            <a:xfrm>
              <a:off x="2532063" y="1570037"/>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36" name="Rectangle 18">
              <a:extLst>
                <a:ext uri="{FF2B5EF4-FFF2-40B4-BE49-F238E27FC236}">
                  <a16:creationId xmlns:a16="http://schemas.microsoft.com/office/drawing/2014/main" id="{6148B6E4-0A31-46F1-92F3-264C14FEEB09}"/>
                </a:ext>
              </a:extLst>
            </p:cNvPr>
            <p:cNvSpPr>
              <a:spLocks noChangeArrowheads="1"/>
            </p:cNvSpPr>
            <p:nvPr/>
          </p:nvSpPr>
          <p:spPr bwMode="auto">
            <a:xfrm>
              <a:off x="2122488" y="1974850"/>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37" name="Rectangle 19">
              <a:extLst>
                <a:ext uri="{FF2B5EF4-FFF2-40B4-BE49-F238E27FC236}">
                  <a16:creationId xmlns:a16="http://schemas.microsoft.com/office/drawing/2014/main" id="{97633FB6-4DA5-4899-A730-AB8B4F17AE2E}"/>
                </a:ext>
              </a:extLst>
            </p:cNvPr>
            <p:cNvSpPr>
              <a:spLocks noChangeArrowheads="1"/>
            </p:cNvSpPr>
            <p:nvPr/>
          </p:nvSpPr>
          <p:spPr bwMode="auto">
            <a:xfrm>
              <a:off x="2532063" y="1974850"/>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38" name="Rectangle 20">
              <a:extLst>
                <a:ext uri="{FF2B5EF4-FFF2-40B4-BE49-F238E27FC236}">
                  <a16:creationId xmlns:a16="http://schemas.microsoft.com/office/drawing/2014/main" id="{FB94F1E8-AE42-4BD2-BC4D-28F00B925C69}"/>
                </a:ext>
              </a:extLst>
            </p:cNvPr>
            <p:cNvSpPr>
              <a:spLocks noChangeArrowheads="1"/>
            </p:cNvSpPr>
            <p:nvPr/>
          </p:nvSpPr>
          <p:spPr bwMode="auto">
            <a:xfrm>
              <a:off x="2940050" y="1570037"/>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39" name="Rectangle 21">
              <a:extLst>
                <a:ext uri="{FF2B5EF4-FFF2-40B4-BE49-F238E27FC236}">
                  <a16:creationId xmlns:a16="http://schemas.microsoft.com/office/drawing/2014/main" id="{B208FBF5-2919-4D22-94DE-735D9231C600}"/>
                </a:ext>
              </a:extLst>
            </p:cNvPr>
            <p:cNvSpPr>
              <a:spLocks noChangeArrowheads="1"/>
            </p:cNvSpPr>
            <p:nvPr/>
          </p:nvSpPr>
          <p:spPr bwMode="auto">
            <a:xfrm>
              <a:off x="2940050" y="1974850"/>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40" name="Rectangle 22">
              <a:extLst>
                <a:ext uri="{FF2B5EF4-FFF2-40B4-BE49-F238E27FC236}">
                  <a16:creationId xmlns:a16="http://schemas.microsoft.com/office/drawing/2014/main" id="{BC07C082-EB93-44AF-9685-53FB10FED9A4}"/>
                </a:ext>
              </a:extLst>
            </p:cNvPr>
            <p:cNvSpPr>
              <a:spLocks noChangeArrowheads="1"/>
            </p:cNvSpPr>
            <p:nvPr/>
          </p:nvSpPr>
          <p:spPr bwMode="auto">
            <a:xfrm>
              <a:off x="3335338" y="1570037"/>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41" name="Rectangle 23">
              <a:extLst>
                <a:ext uri="{FF2B5EF4-FFF2-40B4-BE49-F238E27FC236}">
                  <a16:creationId xmlns:a16="http://schemas.microsoft.com/office/drawing/2014/main" id="{340C7F42-1D90-4E2D-AB5A-C2EB2F287B3B}"/>
                </a:ext>
              </a:extLst>
            </p:cNvPr>
            <p:cNvSpPr>
              <a:spLocks noChangeArrowheads="1"/>
            </p:cNvSpPr>
            <p:nvPr/>
          </p:nvSpPr>
          <p:spPr bwMode="auto">
            <a:xfrm>
              <a:off x="3335338" y="1974850"/>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42" name="Rectangle 24">
              <a:extLst>
                <a:ext uri="{FF2B5EF4-FFF2-40B4-BE49-F238E27FC236}">
                  <a16:creationId xmlns:a16="http://schemas.microsoft.com/office/drawing/2014/main" id="{DDC60D78-7E10-4195-896C-5C4A5F6C93AC}"/>
                </a:ext>
              </a:extLst>
            </p:cNvPr>
            <p:cNvSpPr>
              <a:spLocks noChangeArrowheads="1"/>
            </p:cNvSpPr>
            <p:nvPr/>
          </p:nvSpPr>
          <p:spPr bwMode="auto">
            <a:xfrm>
              <a:off x="1957388" y="2265362"/>
              <a:ext cx="820737" cy="801688"/>
            </a:xfrm>
            <a:prstGeom prst="rect">
              <a:avLst/>
            </a:prstGeom>
            <a:solidFill>
              <a:srgbClr val="FFFFFF"/>
            </a:solidFill>
            <a:ln w="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43" name="Line 25">
              <a:extLst>
                <a:ext uri="{FF2B5EF4-FFF2-40B4-BE49-F238E27FC236}">
                  <a16:creationId xmlns:a16="http://schemas.microsoft.com/office/drawing/2014/main" id="{00AF4F33-3D4D-4C80-A8BC-F7B556A423BE}"/>
                </a:ext>
              </a:extLst>
            </p:cNvPr>
            <p:cNvSpPr>
              <a:spLocks noChangeShapeType="1"/>
            </p:cNvSpPr>
            <p:nvPr/>
          </p:nvSpPr>
          <p:spPr bwMode="auto">
            <a:xfrm flipH="1">
              <a:off x="1957388" y="2667000"/>
              <a:ext cx="820737"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44" name="Line 26">
              <a:extLst>
                <a:ext uri="{FF2B5EF4-FFF2-40B4-BE49-F238E27FC236}">
                  <a16:creationId xmlns:a16="http://schemas.microsoft.com/office/drawing/2014/main" id="{A551FE4C-29A2-4DDE-A15F-19356AA15D11}"/>
                </a:ext>
              </a:extLst>
            </p:cNvPr>
            <p:cNvSpPr>
              <a:spLocks noChangeShapeType="1"/>
            </p:cNvSpPr>
            <p:nvPr/>
          </p:nvSpPr>
          <p:spPr bwMode="auto">
            <a:xfrm flipV="1">
              <a:off x="2378075" y="2265362"/>
              <a:ext cx="1588" cy="8016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45" name="Rectangle 27">
              <a:extLst>
                <a:ext uri="{FF2B5EF4-FFF2-40B4-BE49-F238E27FC236}">
                  <a16:creationId xmlns:a16="http://schemas.microsoft.com/office/drawing/2014/main" id="{1E52716B-6B88-4073-80EC-17204163FFFC}"/>
                </a:ext>
              </a:extLst>
            </p:cNvPr>
            <p:cNvSpPr>
              <a:spLocks noChangeArrowheads="1"/>
            </p:cNvSpPr>
            <p:nvPr/>
          </p:nvSpPr>
          <p:spPr bwMode="auto">
            <a:xfrm>
              <a:off x="2778125" y="2265362"/>
              <a:ext cx="801688" cy="801688"/>
            </a:xfrm>
            <a:prstGeom prst="rect">
              <a:avLst/>
            </a:prstGeom>
            <a:solidFill>
              <a:srgbClr val="FFFFFF"/>
            </a:solidFill>
            <a:ln w="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46" name="Line 28">
              <a:extLst>
                <a:ext uri="{FF2B5EF4-FFF2-40B4-BE49-F238E27FC236}">
                  <a16:creationId xmlns:a16="http://schemas.microsoft.com/office/drawing/2014/main" id="{66F23027-05FB-4089-9A76-7E0CD3FB85F4}"/>
                </a:ext>
              </a:extLst>
            </p:cNvPr>
            <p:cNvSpPr>
              <a:spLocks noChangeShapeType="1"/>
            </p:cNvSpPr>
            <p:nvPr/>
          </p:nvSpPr>
          <p:spPr bwMode="auto">
            <a:xfrm flipH="1">
              <a:off x="2778125" y="2667000"/>
              <a:ext cx="801688"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47" name="Line 29">
              <a:extLst>
                <a:ext uri="{FF2B5EF4-FFF2-40B4-BE49-F238E27FC236}">
                  <a16:creationId xmlns:a16="http://schemas.microsoft.com/office/drawing/2014/main" id="{21FEF66C-549A-4783-B272-D9DC2D88193A}"/>
                </a:ext>
              </a:extLst>
            </p:cNvPr>
            <p:cNvSpPr>
              <a:spLocks noChangeShapeType="1"/>
            </p:cNvSpPr>
            <p:nvPr/>
          </p:nvSpPr>
          <p:spPr bwMode="auto">
            <a:xfrm flipV="1">
              <a:off x="3179763" y="2265362"/>
              <a:ext cx="1587" cy="8016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48" name="Rectangle 30">
              <a:extLst>
                <a:ext uri="{FF2B5EF4-FFF2-40B4-BE49-F238E27FC236}">
                  <a16:creationId xmlns:a16="http://schemas.microsoft.com/office/drawing/2014/main" id="{75879893-41C0-47C7-B547-1F9393E2DE5C}"/>
                </a:ext>
              </a:extLst>
            </p:cNvPr>
            <p:cNvSpPr>
              <a:spLocks noChangeArrowheads="1"/>
            </p:cNvSpPr>
            <p:nvPr/>
          </p:nvSpPr>
          <p:spPr bwMode="auto">
            <a:xfrm>
              <a:off x="2122488" y="1570037"/>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49" name="Rectangle 31">
              <a:extLst>
                <a:ext uri="{FF2B5EF4-FFF2-40B4-BE49-F238E27FC236}">
                  <a16:creationId xmlns:a16="http://schemas.microsoft.com/office/drawing/2014/main" id="{9B29BFD9-0C9B-4041-B9B7-F42C362BC0F3}"/>
                </a:ext>
              </a:extLst>
            </p:cNvPr>
            <p:cNvSpPr>
              <a:spLocks noChangeArrowheads="1"/>
            </p:cNvSpPr>
            <p:nvPr/>
          </p:nvSpPr>
          <p:spPr bwMode="auto">
            <a:xfrm>
              <a:off x="2532063" y="2381250"/>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50" name="Rectangle 32">
              <a:extLst>
                <a:ext uri="{FF2B5EF4-FFF2-40B4-BE49-F238E27FC236}">
                  <a16:creationId xmlns:a16="http://schemas.microsoft.com/office/drawing/2014/main" id="{CE2632F7-032D-49EE-9F68-9DF9AD93CC0D}"/>
                </a:ext>
              </a:extLst>
            </p:cNvPr>
            <p:cNvSpPr>
              <a:spLocks noChangeArrowheads="1"/>
            </p:cNvSpPr>
            <p:nvPr/>
          </p:nvSpPr>
          <p:spPr bwMode="auto">
            <a:xfrm>
              <a:off x="2122488" y="2786062"/>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51" name="Rectangle 33">
              <a:extLst>
                <a:ext uri="{FF2B5EF4-FFF2-40B4-BE49-F238E27FC236}">
                  <a16:creationId xmlns:a16="http://schemas.microsoft.com/office/drawing/2014/main" id="{8307D938-D7B5-4F59-82B1-BBD21810842E}"/>
                </a:ext>
              </a:extLst>
            </p:cNvPr>
            <p:cNvSpPr>
              <a:spLocks noChangeArrowheads="1"/>
            </p:cNvSpPr>
            <p:nvPr/>
          </p:nvSpPr>
          <p:spPr bwMode="auto">
            <a:xfrm>
              <a:off x="2532063" y="2786062"/>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52" name="Rectangle 34">
              <a:extLst>
                <a:ext uri="{FF2B5EF4-FFF2-40B4-BE49-F238E27FC236}">
                  <a16:creationId xmlns:a16="http://schemas.microsoft.com/office/drawing/2014/main" id="{B6234603-7895-4076-B837-A139C5566F9D}"/>
                </a:ext>
              </a:extLst>
            </p:cNvPr>
            <p:cNvSpPr>
              <a:spLocks noChangeArrowheads="1"/>
            </p:cNvSpPr>
            <p:nvPr/>
          </p:nvSpPr>
          <p:spPr bwMode="auto">
            <a:xfrm>
              <a:off x="2940050" y="2381250"/>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53" name="Rectangle 35">
              <a:extLst>
                <a:ext uri="{FF2B5EF4-FFF2-40B4-BE49-F238E27FC236}">
                  <a16:creationId xmlns:a16="http://schemas.microsoft.com/office/drawing/2014/main" id="{086960E8-1FB9-48FD-BD8C-CE1A87D8132B}"/>
                </a:ext>
              </a:extLst>
            </p:cNvPr>
            <p:cNvSpPr>
              <a:spLocks noChangeArrowheads="1"/>
            </p:cNvSpPr>
            <p:nvPr/>
          </p:nvSpPr>
          <p:spPr bwMode="auto">
            <a:xfrm>
              <a:off x="2940050" y="2786062"/>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54" name="Rectangle 36">
              <a:extLst>
                <a:ext uri="{FF2B5EF4-FFF2-40B4-BE49-F238E27FC236}">
                  <a16:creationId xmlns:a16="http://schemas.microsoft.com/office/drawing/2014/main" id="{BB0827E7-F365-41B9-9DDC-5D19369E3A6C}"/>
                </a:ext>
              </a:extLst>
            </p:cNvPr>
            <p:cNvSpPr>
              <a:spLocks noChangeArrowheads="1"/>
            </p:cNvSpPr>
            <p:nvPr/>
          </p:nvSpPr>
          <p:spPr bwMode="auto">
            <a:xfrm>
              <a:off x="3335338" y="2381250"/>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55" name="Rectangle 37">
              <a:extLst>
                <a:ext uri="{FF2B5EF4-FFF2-40B4-BE49-F238E27FC236}">
                  <a16:creationId xmlns:a16="http://schemas.microsoft.com/office/drawing/2014/main" id="{AFEBF247-7FFB-4534-9DD4-CD17DBAFC9FA}"/>
                </a:ext>
              </a:extLst>
            </p:cNvPr>
            <p:cNvSpPr>
              <a:spLocks noChangeArrowheads="1"/>
            </p:cNvSpPr>
            <p:nvPr/>
          </p:nvSpPr>
          <p:spPr bwMode="auto">
            <a:xfrm>
              <a:off x="3335338" y="2786062"/>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56" name="Rectangle 38">
              <a:extLst>
                <a:ext uri="{FF2B5EF4-FFF2-40B4-BE49-F238E27FC236}">
                  <a16:creationId xmlns:a16="http://schemas.microsoft.com/office/drawing/2014/main" id="{7CF146BA-AA20-4A0C-BC7E-77BEF61DBF09}"/>
                </a:ext>
              </a:extLst>
            </p:cNvPr>
            <p:cNvSpPr>
              <a:spLocks noChangeArrowheads="1"/>
            </p:cNvSpPr>
            <p:nvPr/>
          </p:nvSpPr>
          <p:spPr bwMode="auto">
            <a:xfrm>
              <a:off x="2122488" y="2381250"/>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57" name="Rectangle 39">
              <a:extLst>
                <a:ext uri="{FF2B5EF4-FFF2-40B4-BE49-F238E27FC236}">
                  <a16:creationId xmlns:a16="http://schemas.microsoft.com/office/drawing/2014/main" id="{04D5B698-BD32-48E6-BF81-6193500A23A8}"/>
                </a:ext>
              </a:extLst>
            </p:cNvPr>
            <p:cNvSpPr>
              <a:spLocks noChangeArrowheads="1"/>
            </p:cNvSpPr>
            <p:nvPr/>
          </p:nvSpPr>
          <p:spPr bwMode="auto">
            <a:xfrm>
              <a:off x="1698625" y="2381250"/>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58" name="Rectangle 40">
              <a:extLst>
                <a:ext uri="{FF2B5EF4-FFF2-40B4-BE49-F238E27FC236}">
                  <a16:creationId xmlns:a16="http://schemas.microsoft.com/office/drawing/2014/main" id="{CFD59CDA-08CB-4EBA-9CD3-E1AFC23F9ACF}"/>
                </a:ext>
              </a:extLst>
            </p:cNvPr>
            <p:cNvSpPr>
              <a:spLocks noChangeArrowheads="1"/>
            </p:cNvSpPr>
            <p:nvPr/>
          </p:nvSpPr>
          <p:spPr bwMode="auto">
            <a:xfrm>
              <a:off x="1698625" y="278606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59" name="Rectangle 41">
              <a:extLst>
                <a:ext uri="{FF2B5EF4-FFF2-40B4-BE49-F238E27FC236}">
                  <a16:creationId xmlns:a16="http://schemas.microsoft.com/office/drawing/2014/main" id="{E4083BEA-1FAD-4838-B89F-015BF5476419}"/>
                </a:ext>
              </a:extLst>
            </p:cNvPr>
            <p:cNvSpPr>
              <a:spLocks noChangeArrowheads="1"/>
            </p:cNvSpPr>
            <p:nvPr/>
          </p:nvSpPr>
          <p:spPr bwMode="auto">
            <a:xfrm>
              <a:off x="1695450" y="838200"/>
              <a:ext cx="195263"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60" name="Rectangle 42">
              <a:extLst>
                <a:ext uri="{FF2B5EF4-FFF2-40B4-BE49-F238E27FC236}">
                  <a16:creationId xmlns:a16="http://schemas.microsoft.com/office/drawing/2014/main" id="{732B74FA-0A55-4CE7-BAFE-C193FF2AFBE0}"/>
                </a:ext>
              </a:extLst>
            </p:cNvPr>
            <p:cNvSpPr>
              <a:spLocks noChangeArrowheads="1"/>
            </p:cNvSpPr>
            <p:nvPr/>
          </p:nvSpPr>
          <p:spPr bwMode="auto">
            <a:xfrm>
              <a:off x="1778000" y="925512"/>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61" name="Rectangle 43">
              <a:extLst>
                <a:ext uri="{FF2B5EF4-FFF2-40B4-BE49-F238E27FC236}">
                  <a16:creationId xmlns:a16="http://schemas.microsoft.com/office/drawing/2014/main" id="{8E3D3C7F-C32B-4EFC-8AE6-08BAB6170E8C}"/>
                </a:ext>
              </a:extLst>
            </p:cNvPr>
            <p:cNvSpPr>
              <a:spLocks noChangeArrowheads="1"/>
            </p:cNvSpPr>
            <p:nvPr/>
          </p:nvSpPr>
          <p:spPr bwMode="auto">
            <a:xfrm>
              <a:off x="1858963" y="838200"/>
              <a:ext cx="195262"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62" name="Rectangle 44">
              <a:extLst>
                <a:ext uri="{FF2B5EF4-FFF2-40B4-BE49-F238E27FC236}">
                  <a16:creationId xmlns:a16="http://schemas.microsoft.com/office/drawing/2014/main" id="{BDA72397-D12C-4268-ABAA-ACA91FAD6885}"/>
                </a:ext>
              </a:extLst>
            </p:cNvPr>
            <p:cNvSpPr>
              <a:spLocks noChangeArrowheads="1"/>
            </p:cNvSpPr>
            <p:nvPr/>
          </p:nvSpPr>
          <p:spPr bwMode="auto">
            <a:xfrm>
              <a:off x="1941513" y="925512"/>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63" name="Rectangle 45">
              <a:extLst>
                <a:ext uri="{FF2B5EF4-FFF2-40B4-BE49-F238E27FC236}">
                  <a16:creationId xmlns:a16="http://schemas.microsoft.com/office/drawing/2014/main" id="{D5F8597A-E0C3-4831-AEEE-261F35BB4AC1}"/>
                </a:ext>
              </a:extLst>
            </p:cNvPr>
            <p:cNvSpPr>
              <a:spLocks noChangeArrowheads="1"/>
            </p:cNvSpPr>
            <p:nvPr/>
          </p:nvSpPr>
          <p:spPr bwMode="auto">
            <a:xfrm>
              <a:off x="1295400" y="1084262"/>
              <a:ext cx="198438"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64" name="Rectangle 54">
              <a:extLst>
                <a:ext uri="{FF2B5EF4-FFF2-40B4-BE49-F238E27FC236}">
                  <a16:creationId xmlns:a16="http://schemas.microsoft.com/office/drawing/2014/main" id="{7C07F400-9AC8-4340-858C-5C102A09A14A}"/>
                </a:ext>
              </a:extLst>
            </p:cNvPr>
            <p:cNvSpPr>
              <a:spLocks noChangeArrowheads="1"/>
            </p:cNvSpPr>
            <p:nvPr/>
          </p:nvSpPr>
          <p:spPr bwMode="auto">
            <a:xfrm>
              <a:off x="1506538" y="1171575"/>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65" name="Rectangle 164">
              <a:extLst>
                <a:ext uri="{FF2B5EF4-FFF2-40B4-BE49-F238E27FC236}">
                  <a16:creationId xmlns:a16="http://schemas.microsoft.com/office/drawing/2014/main" id="{10C8B769-FC96-47EC-9649-1757AD566A8B}"/>
                </a:ext>
              </a:extLst>
            </p:cNvPr>
            <p:cNvSpPr>
              <a:spLocks noChangeArrowheads="1"/>
            </p:cNvSpPr>
            <p:nvPr/>
          </p:nvSpPr>
          <p:spPr bwMode="auto">
            <a:xfrm>
              <a:off x="2284413" y="3309937"/>
              <a:ext cx="0"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66" name="Rectangle 169">
              <a:extLst>
                <a:ext uri="{FF2B5EF4-FFF2-40B4-BE49-F238E27FC236}">
                  <a16:creationId xmlns:a16="http://schemas.microsoft.com/office/drawing/2014/main" id="{77C9DC59-12B4-4150-AB94-C1F05B2FCBAA}"/>
                </a:ext>
              </a:extLst>
            </p:cNvPr>
            <p:cNvSpPr>
              <a:spLocks noChangeArrowheads="1"/>
            </p:cNvSpPr>
            <p:nvPr/>
          </p:nvSpPr>
          <p:spPr bwMode="auto">
            <a:xfrm>
              <a:off x="2941638" y="3222625"/>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60420" name="Rectangle 172">
            <a:extLst>
              <a:ext uri="{FF2B5EF4-FFF2-40B4-BE49-F238E27FC236}">
                <a16:creationId xmlns:a16="http://schemas.microsoft.com/office/drawing/2014/main" id="{068C1A22-C4BE-490A-B726-6D7311A25559}"/>
              </a:ext>
            </a:extLst>
          </p:cNvPr>
          <p:cNvSpPr>
            <a:spLocks noChangeArrowheads="1"/>
          </p:cNvSpPr>
          <p:nvPr/>
        </p:nvSpPr>
        <p:spPr bwMode="auto">
          <a:xfrm>
            <a:off x="1981200" y="3200400"/>
            <a:ext cx="369888" cy="2379663"/>
          </a:xfrm>
          <a:prstGeom prst="rect">
            <a:avLst/>
          </a:prstGeom>
          <a:solidFill>
            <a:schemeClr val="accent1"/>
          </a:solidFill>
          <a:ln w="9525">
            <a:solidFill>
              <a:schemeClr val="tx1"/>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21" name="Rectangle 174">
            <a:extLst>
              <a:ext uri="{FF2B5EF4-FFF2-40B4-BE49-F238E27FC236}">
                <a16:creationId xmlns:a16="http://schemas.microsoft.com/office/drawing/2014/main" id="{92CF3784-840E-40F3-96AD-5736A427F47F}"/>
              </a:ext>
            </a:extLst>
          </p:cNvPr>
          <p:cNvSpPr>
            <a:spLocks noChangeArrowheads="1"/>
          </p:cNvSpPr>
          <p:nvPr/>
        </p:nvSpPr>
        <p:spPr bwMode="auto">
          <a:xfrm>
            <a:off x="3052763" y="3205163"/>
            <a:ext cx="369887" cy="2379662"/>
          </a:xfrm>
          <a:prstGeom prst="rect">
            <a:avLst/>
          </a:prstGeom>
          <a:solidFill>
            <a:schemeClr val="accent1"/>
          </a:solidFill>
          <a:ln w="9525">
            <a:solidFill>
              <a:schemeClr val="tx1"/>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1441" name="Group 1">
            <a:extLst>
              <a:ext uri="{FF2B5EF4-FFF2-40B4-BE49-F238E27FC236}">
                <a16:creationId xmlns:a16="http://schemas.microsoft.com/office/drawing/2014/main" id="{10532D7D-E426-4C82-8D8D-47AFE0F0864D}"/>
              </a:ext>
            </a:extLst>
          </p:cNvPr>
          <p:cNvGrpSpPr>
            <a:grpSpLocks/>
          </p:cNvGrpSpPr>
          <p:nvPr/>
        </p:nvGrpSpPr>
        <p:grpSpPr bwMode="auto">
          <a:xfrm>
            <a:off x="381000" y="1665288"/>
            <a:ext cx="4557713" cy="3973512"/>
            <a:chOff x="2274888" y="1057275"/>
            <a:chExt cx="4557712" cy="3973513"/>
          </a:xfrm>
        </p:grpSpPr>
        <p:sp>
          <p:nvSpPr>
            <p:cNvPr id="61503" name="Rectangle 4">
              <a:extLst>
                <a:ext uri="{FF2B5EF4-FFF2-40B4-BE49-F238E27FC236}">
                  <a16:creationId xmlns:a16="http://schemas.microsoft.com/office/drawing/2014/main" id="{F4FBB7A3-1895-482F-A966-AA819EF9DEAC}"/>
                </a:ext>
              </a:extLst>
            </p:cNvPr>
            <p:cNvSpPr>
              <a:spLocks noChangeArrowheads="1"/>
            </p:cNvSpPr>
            <p:nvPr/>
          </p:nvSpPr>
          <p:spPr bwMode="auto">
            <a:xfrm>
              <a:off x="2600325" y="1057275"/>
              <a:ext cx="4222750"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04" name="Rectangle 5">
              <a:extLst>
                <a:ext uri="{FF2B5EF4-FFF2-40B4-BE49-F238E27FC236}">
                  <a16:creationId xmlns:a16="http://schemas.microsoft.com/office/drawing/2014/main" id="{B6B83578-9BEE-41A7-8CD1-ADADE4BD7F3E}"/>
                </a:ext>
              </a:extLst>
            </p:cNvPr>
            <p:cNvSpPr>
              <a:spLocks noChangeArrowheads="1"/>
            </p:cNvSpPr>
            <p:nvPr/>
          </p:nvSpPr>
          <p:spPr bwMode="auto">
            <a:xfrm>
              <a:off x="2600325"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05" name="Rectangle 6">
              <a:extLst>
                <a:ext uri="{FF2B5EF4-FFF2-40B4-BE49-F238E27FC236}">
                  <a16:creationId xmlns:a16="http://schemas.microsoft.com/office/drawing/2014/main" id="{9704ECAE-3470-405C-BB37-7DF67743275C}"/>
                </a:ext>
              </a:extLst>
            </p:cNvPr>
            <p:cNvSpPr>
              <a:spLocks noChangeArrowheads="1"/>
            </p:cNvSpPr>
            <p:nvPr/>
          </p:nvSpPr>
          <p:spPr bwMode="auto">
            <a:xfrm>
              <a:off x="3668713"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06" name="Rectangle 7">
              <a:extLst>
                <a:ext uri="{FF2B5EF4-FFF2-40B4-BE49-F238E27FC236}">
                  <a16:creationId xmlns:a16="http://schemas.microsoft.com/office/drawing/2014/main" id="{3C30EE17-0379-4C91-B6FD-D0E423C07C57}"/>
                </a:ext>
              </a:extLst>
            </p:cNvPr>
            <p:cNvSpPr>
              <a:spLocks noChangeArrowheads="1"/>
            </p:cNvSpPr>
            <p:nvPr/>
          </p:nvSpPr>
          <p:spPr bwMode="auto">
            <a:xfrm>
              <a:off x="2763838" y="1317625"/>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07" name="Rectangle 8">
              <a:extLst>
                <a:ext uri="{FF2B5EF4-FFF2-40B4-BE49-F238E27FC236}">
                  <a16:creationId xmlns:a16="http://schemas.microsoft.com/office/drawing/2014/main" id="{4E96A2A2-EC5C-4106-A8F6-DC9A44CEA44C}"/>
                </a:ext>
              </a:extLst>
            </p:cNvPr>
            <p:cNvSpPr>
              <a:spLocks noChangeArrowheads="1"/>
            </p:cNvSpPr>
            <p:nvPr/>
          </p:nvSpPr>
          <p:spPr bwMode="auto">
            <a:xfrm>
              <a:off x="5829300"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08" name="Rectangle 9">
              <a:extLst>
                <a:ext uri="{FF2B5EF4-FFF2-40B4-BE49-F238E27FC236}">
                  <a16:creationId xmlns:a16="http://schemas.microsoft.com/office/drawing/2014/main" id="{5EABB1F2-47C4-4A0F-9F97-FAC862230888}"/>
                </a:ext>
              </a:extLst>
            </p:cNvPr>
            <p:cNvSpPr>
              <a:spLocks noChangeArrowheads="1"/>
            </p:cNvSpPr>
            <p:nvPr/>
          </p:nvSpPr>
          <p:spPr bwMode="auto">
            <a:xfrm>
              <a:off x="6819900"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09" name="Rectangle 10">
              <a:extLst>
                <a:ext uri="{FF2B5EF4-FFF2-40B4-BE49-F238E27FC236}">
                  <a16:creationId xmlns:a16="http://schemas.microsoft.com/office/drawing/2014/main" id="{27C9135E-665A-4DD0-83F0-04CAF4467050}"/>
                </a:ext>
              </a:extLst>
            </p:cNvPr>
            <p:cNvSpPr>
              <a:spLocks noChangeArrowheads="1"/>
            </p:cNvSpPr>
            <p:nvPr/>
          </p:nvSpPr>
          <p:spPr bwMode="auto">
            <a:xfrm>
              <a:off x="3668713" y="1538288"/>
              <a:ext cx="217170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10" name="Rectangle 11">
              <a:extLst>
                <a:ext uri="{FF2B5EF4-FFF2-40B4-BE49-F238E27FC236}">
                  <a16:creationId xmlns:a16="http://schemas.microsoft.com/office/drawing/2014/main" id="{52F2BEA7-A2E3-4B74-B53D-20127ED086D7}"/>
                </a:ext>
              </a:extLst>
            </p:cNvPr>
            <p:cNvSpPr>
              <a:spLocks noChangeArrowheads="1"/>
            </p:cNvSpPr>
            <p:nvPr/>
          </p:nvSpPr>
          <p:spPr bwMode="auto">
            <a:xfrm>
              <a:off x="2600325"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11" name="Rectangle 12">
              <a:extLst>
                <a:ext uri="{FF2B5EF4-FFF2-40B4-BE49-F238E27FC236}">
                  <a16:creationId xmlns:a16="http://schemas.microsoft.com/office/drawing/2014/main" id="{8192EE97-A6F5-4E52-95BA-09194654A82C}"/>
                </a:ext>
              </a:extLst>
            </p:cNvPr>
            <p:cNvSpPr>
              <a:spLocks noChangeArrowheads="1"/>
            </p:cNvSpPr>
            <p:nvPr/>
          </p:nvSpPr>
          <p:spPr bwMode="auto">
            <a:xfrm>
              <a:off x="4240213" y="1171575"/>
              <a:ext cx="10842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 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12" name="Rectangle 13">
              <a:extLst>
                <a:ext uri="{FF2B5EF4-FFF2-40B4-BE49-F238E27FC236}">
                  <a16:creationId xmlns:a16="http://schemas.microsoft.com/office/drawing/2014/main" id="{4E1892CE-8BE7-49A3-A060-DCE79C5CAAB9}"/>
                </a:ext>
              </a:extLst>
            </p:cNvPr>
            <p:cNvSpPr>
              <a:spLocks noChangeArrowheads="1"/>
            </p:cNvSpPr>
            <p:nvPr/>
          </p:nvSpPr>
          <p:spPr bwMode="auto">
            <a:xfrm>
              <a:off x="3668713"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13" name="Rectangle 14">
              <a:extLst>
                <a:ext uri="{FF2B5EF4-FFF2-40B4-BE49-F238E27FC236}">
                  <a16:creationId xmlns:a16="http://schemas.microsoft.com/office/drawing/2014/main" id="{2D75E959-A457-42AF-B65B-1AFC2B4AF6D1}"/>
                </a:ext>
              </a:extLst>
            </p:cNvPr>
            <p:cNvSpPr>
              <a:spLocks noChangeArrowheads="1"/>
            </p:cNvSpPr>
            <p:nvPr/>
          </p:nvSpPr>
          <p:spPr bwMode="auto">
            <a:xfrm>
              <a:off x="2903538" y="1641475"/>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14" name="Rectangle 15">
              <a:extLst>
                <a:ext uri="{FF2B5EF4-FFF2-40B4-BE49-F238E27FC236}">
                  <a16:creationId xmlns:a16="http://schemas.microsoft.com/office/drawing/2014/main" id="{BC069BAD-859D-4382-BA1F-3173BF44AC81}"/>
                </a:ext>
              </a:extLst>
            </p:cNvPr>
            <p:cNvSpPr>
              <a:spLocks noChangeArrowheads="1"/>
            </p:cNvSpPr>
            <p:nvPr/>
          </p:nvSpPr>
          <p:spPr bwMode="auto">
            <a:xfrm>
              <a:off x="3878263" y="1641475"/>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15" name="Rectangle 16">
              <a:extLst>
                <a:ext uri="{FF2B5EF4-FFF2-40B4-BE49-F238E27FC236}">
                  <a16:creationId xmlns:a16="http://schemas.microsoft.com/office/drawing/2014/main" id="{88896D93-C863-4AD2-90EC-E610E7819FDD}"/>
                </a:ext>
              </a:extLst>
            </p:cNvPr>
            <p:cNvSpPr>
              <a:spLocks noChangeArrowheads="1"/>
            </p:cNvSpPr>
            <p:nvPr/>
          </p:nvSpPr>
          <p:spPr bwMode="auto">
            <a:xfrm>
              <a:off x="4138613" y="1641475"/>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16" name="Rectangle 17">
              <a:extLst>
                <a:ext uri="{FF2B5EF4-FFF2-40B4-BE49-F238E27FC236}">
                  <a16:creationId xmlns:a16="http://schemas.microsoft.com/office/drawing/2014/main" id="{773DC865-0C8A-45C8-AE12-7CCC4BB9E199}"/>
                </a:ext>
              </a:extLst>
            </p:cNvPr>
            <p:cNvSpPr>
              <a:spLocks noChangeArrowheads="1"/>
            </p:cNvSpPr>
            <p:nvPr/>
          </p:nvSpPr>
          <p:spPr bwMode="auto">
            <a:xfrm>
              <a:off x="4405313" y="16414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17" name="Rectangle 18">
              <a:extLst>
                <a:ext uri="{FF2B5EF4-FFF2-40B4-BE49-F238E27FC236}">
                  <a16:creationId xmlns:a16="http://schemas.microsoft.com/office/drawing/2014/main" id="{FAABEB92-4DA6-41F5-A1FD-94F414F08E13}"/>
                </a:ext>
              </a:extLst>
            </p:cNvPr>
            <p:cNvSpPr>
              <a:spLocks noChangeArrowheads="1"/>
            </p:cNvSpPr>
            <p:nvPr/>
          </p:nvSpPr>
          <p:spPr bwMode="auto">
            <a:xfrm>
              <a:off x="4962525" y="1641475"/>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18" name="Rectangle 19">
              <a:extLst>
                <a:ext uri="{FF2B5EF4-FFF2-40B4-BE49-F238E27FC236}">
                  <a16:creationId xmlns:a16="http://schemas.microsoft.com/office/drawing/2014/main" id="{99A487D7-A1C4-4473-B9FE-8BDC0338EE02}"/>
                </a:ext>
              </a:extLst>
            </p:cNvPr>
            <p:cNvSpPr>
              <a:spLocks noChangeArrowheads="1"/>
            </p:cNvSpPr>
            <p:nvPr/>
          </p:nvSpPr>
          <p:spPr bwMode="auto">
            <a:xfrm>
              <a:off x="5222875" y="1641475"/>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19" name="Rectangle 20">
              <a:extLst>
                <a:ext uri="{FF2B5EF4-FFF2-40B4-BE49-F238E27FC236}">
                  <a16:creationId xmlns:a16="http://schemas.microsoft.com/office/drawing/2014/main" id="{E1FF8092-B995-4EC3-AB85-A15A07B9A4BB}"/>
                </a:ext>
              </a:extLst>
            </p:cNvPr>
            <p:cNvSpPr>
              <a:spLocks noChangeArrowheads="1"/>
            </p:cNvSpPr>
            <p:nvPr/>
          </p:nvSpPr>
          <p:spPr bwMode="auto">
            <a:xfrm>
              <a:off x="5829300"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20" name="Rectangle 21">
              <a:extLst>
                <a:ext uri="{FF2B5EF4-FFF2-40B4-BE49-F238E27FC236}">
                  <a16:creationId xmlns:a16="http://schemas.microsoft.com/office/drawing/2014/main" id="{28E6A0CD-C48E-4EFC-A951-D11206944234}"/>
                </a:ext>
              </a:extLst>
            </p:cNvPr>
            <p:cNvSpPr>
              <a:spLocks noChangeArrowheads="1"/>
            </p:cNvSpPr>
            <p:nvPr/>
          </p:nvSpPr>
          <p:spPr bwMode="auto">
            <a:xfrm>
              <a:off x="5489575" y="16414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21" name="Rectangle 22">
              <a:extLst>
                <a:ext uri="{FF2B5EF4-FFF2-40B4-BE49-F238E27FC236}">
                  <a16:creationId xmlns:a16="http://schemas.microsoft.com/office/drawing/2014/main" id="{F93F2E39-570B-4984-8511-4115315F9DBC}"/>
                </a:ext>
              </a:extLst>
            </p:cNvPr>
            <p:cNvSpPr>
              <a:spLocks noChangeArrowheads="1"/>
            </p:cNvSpPr>
            <p:nvPr/>
          </p:nvSpPr>
          <p:spPr bwMode="auto">
            <a:xfrm>
              <a:off x="6819900"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22" name="Rectangle 23">
              <a:extLst>
                <a:ext uri="{FF2B5EF4-FFF2-40B4-BE49-F238E27FC236}">
                  <a16:creationId xmlns:a16="http://schemas.microsoft.com/office/drawing/2014/main" id="{7C162FD1-BDDE-4248-A3CA-5B1CE1F1D298}"/>
                </a:ext>
              </a:extLst>
            </p:cNvPr>
            <p:cNvSpPr>
              <a:spLocks noChangeArrowheads="1"/>
            </p:cNvSpPr>
            <p:nvPr/>
          </p:nvSpPr>
          <p:spPr bwMode="auto">
            <a:xfrm>
              <a:off x="3668713" y="1995488"/>
              <a:ext cx="217170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23" name="Rectangle 24">
              <a:extLst>
                <a:ext uri="{FF2B5EF4-FFF2-40B4-BE49-F238E27FC236}">
                  <a16:creationId xmlns:a16="http://schemas.microsoft.com/office/drawing/2014/main" id="{5978F56C-76DC-48E5-8205-A813740D2D76}"/>
                </a:ext>
              </a:extLst>
            </p:cNvPr>
            <p:cNvSpPr>
              <a:spLocks noChangeArrowheads="1"/>
            </p:cNvSpPr>
            <p:nvPr/>
          </p:nvSpPr>
          <p:spPr bwMode="auto">
            <a:xfrm>
              <a:off x="2600325"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24" name="Rectangle 25">
              <a:extLst>
                <a:ext uri="{FF2B5EF4-FFF2-40B4-BE49-F238E27FC236}">
                  <a16:creationId xmlns:a16="http://schemas.microsoft.com/office/drawing/2014/main" id="{02DCB0C6-EB61-4B6A-BAAA-EE6DE81B2FC7}"/>
                </a:ext>
              </a:extLst>
            </p:cNvPr>
            <p:cNvSpPr>
              <a:spLocks noChangeArrowheads="1"/>
            </p:cNvSpPr>
            <p:nvPr/>
          </p:nvSpPr>
          <p:spPr bwMode="auto">
            <a:xfrm>
              <a:off x="6021388" y="1495425"/>
              <a:ext cx="684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Count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25" name="Rectangle 26">
              <a:extLst>
                <a:ext uri="{FF2B5EF4-FFF2-40B4-BE49-F238E27FC236}">
                  <a16:creationId xmlns:a16="http://schemas.microsoft.com/office/drawing/2014/main" id="{D6276678-72D0-4DF4-896D-45041012044E}"/>
                </a:ext>
              </a:extLst>
            </p:cNvPr>
            <p:cNvSpPr>
              <a:spLocks noChangeArrowheads="1"/>
            </p:cNvSpPr>
            <p:nvPr/>
          </p:nvSpPr>
          <p:spPr bwMode="auto">
            <a:xfrm>
              <a:off x="2778125" y="1914525"/>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26" name="Rectangle 27">
              <a:extLst>
                <a:ext uri="{FF2B5EF4-FFF2-40B4-BE49-F238E27FC236}">
                  <a16:creationId xmlns:a16="http://schemas.microsoft.com/office/drawing/2014/main" id="{F1D6A94F-445C-44C9-BE03-DEDE165F2323}"/>
                </a:ext>
              </a:extLst>
            </p:cNvPr>
            <p:cNvSpPr>
              <a:spLocks noChangeArrowheads="1"/>
            </p:cNvSpPr>
            <p:nvPr/>
          </p:nvSpPr>
          <p:spPr bwMode="auto">
            <a:xfrm>
              <a:off x="2903538"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27" name="Rectangle 28">
              <a:extLst>
                <a:ext uri="{FF2B5EF4-FFF2-40B4-BE49-F238E27FC236}">
                  <a16:creationId xmlns:a16="http://schemas.microsoft.com/office/drawing/2014/main" id="{88C876B3-DAAE-4936-A8CF-053CEA8AFE73}"/>
                </a:ext>
              </a:extLst>
            </p:cNvPr>
            <p:cNvSpPr>
              <a:spLocks noChangeArrowheads="1"/>
            </p:cNvSpPr>
            <p:nvPr/>
          </p:nvSpPr>
          <p:spPr bwMode="auto">
            <a:xfrm>
              <a:off x="3017838" y="1914525"/>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28" name="Rectangle 29">
              <a:extLst>
                <a:ext uri="{FF2B5EF4-FFF2-40B4-BE49-F238E27FC236}">
                  <a16:creationId xmlns:a16="http://schemas.microsoft.com/office/drawing/2014/main" id="{57B5DB54-E91F-41D7-A7AB-9CF704060F9E}"/>
                </a:ext>
              </a:extLst>
            </p:cNvPr>
            <p:cNvSpPr>
              <a:spLocks noChangeArrowheads="1"/>
            </p:cNvSpPr>
            <p:nvPr/>
          </p:nvSpPr>
          <p:spPr bwMode="auto">
            <a:xfrm>
              <a:off x="3141663"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29" name="Rectangle 30">
              <a:extLst>
                <a:ext uri="{FF2B5EF4-FFF2-40B4-BE49-F238E27FC236}">
                  <a16:creationId xmlns:a16="http://schemas.microsoft.com/office/drawing/2014/main" id="{3690CAC7-70ED-4AD4-A0BF-46275874E54C}"/>
                </a:ext>
              </a:extLst>
            </p:cNvPr>
            <p:cNvSpPr>
              <a:spLocks noChangeArrowheads="1"/>
            </p:cNvSpPr>
            <p:nvPr/>
          </p:nvSpPr>
          <p:spPr bwMode="auto">
            <a:xfrm>
              <a:off x="3254375" y="1914525"/>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30" name="Rectangle 31">
              <a:extLst>
                <a:ext uri="{FF2B5EF4-FFF2-40B4-BE49-F238E27FC236}">
                  <a16:creationId xmlns:a16="http://schemas.microsoft.com/office/drawing/2014/main" id="{3B6FFDE6-177D-44C9-9DCE-266940740719}"/>
                </a:ext>
              </a:extLst>
            </p:cNvPr>
            <p:cNvSpPr>
              <a:spLocks noChangeArrowheads="1"/>
            </p:cNvSpPr>
            <p:nvPr/>
          </p:nvSpPr>
          <p:spPr bwMode="auto">
            <a:xfrm>
              <a:off x="3668713"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31" name="Rectangle 32">
              <a:extLst>
                <a:ext uri="{FF2B5EF4-FFF2-40B4-BE49-F238E27FC236}">
                  <a16:creationId xmlns:a16="http://schemas.microsoft.com/office/drawing/2014/main" id="{C6FA4ECE-0DFF-47FB-8C48-766844F6A92D}"/>
                </a:ext>
              </a:extLst>
            </p:cNvPr>
            <p:cNvSpPr>
              <a:spLocks noChangeArrowheads="1"/>
            </p:cNvSpPr>
            <p:nvPr/>
          </p:nvSpPr>
          <p:spPr bwMode="auto">
            <a:xfrm>
              <a:off x="3379788"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32" name="Rectangle 33">
              <a:extLst>
                <a:ext uri="{FF2B5EF4-FFF2-40B4-BE49-F238E27FC236}">
                  <a16:creationId xmlns:a16="http://schemas.microsoft.com/office/drawing/2014/main" id="{D27DD7AE-8564-4324-A76F-2E8CDEAA5120}"/>
                </a:ext>
              </a:extLst>
            </p:cNvPr>
            <p:cNvSpPr>
              <a:spLocks noChangeArrowheads="1"/>
            </p:cNvSpPr>
            <p:nvPr/>
          </p:nvSpPr>
          <p:spPr bwMode="auto">
            <a:xfrm>
              <a:off x="3813175" y="209867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33" name="Rectangle 34">
              <a:extLst>
                <a:ext uri="{FF2B5EF4-FFF2-40B4-BE49-F238E27FC236}">
                  <a16:creationId xmlns:a16="http://schemas.microsoft.com/office/drawing/2014/main" id="{1F768C80-2853-4CE0-BCF5-6CB213798E49}"/>
                </a:ext>
              </a:extLst>
            </p:cNvPr>
            <p:cNvSpPr>
              <a:spLocks noChangeArrowheads="1"/>
            </p:cNvSpPr>
            <p:nvPr/>
          </p:nvSpPr>
          <p:spPr bwMode="auto">
            <a:xfrm>
              <a:off x="3959225"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34" name="Rectangle 35">
              <a:extLst>
                <a:ext uri="{FF2B5EF4-FFF2-40B4-BE49-F238E27FC236}">
                  <a16:creationId xmlns:a16="http://schemas.microsoft.com/office/drawing/2014/main" id="{054FA421-336A-453F-90F1-5A74CA306059}"/>
                </a:ext>
              </a:extLst>
            </p:cNvPr>
            <p:cNvSpPr>
              <a:spLocks noChangeArrowheads="1"/>
            </p:cNvSpPr>
            <p:nvPr/>
          </p:nvSpPr>
          <p:spPr bwMode="auto">
            <a:xfrm>
              <a:off x="4075113" y="209867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35" name="Rectangle 36">
              <a:extLst>
                <a:ext uri="{FF2B5EF4-FFF2-40B4-BE49-F238E27FC236}">
                  <a16:creationId xmlns:a16="http://schemas.microsoft.com/office/drawing/2014/main" id="{8C91046B-8187-45C6-A132-08F6E58207E4}"/>
                </a:ext>
              </a:extLst>
            </p:cNvPr>
            <p:cNvSpPr>
              <a:spLocks noChangeArrowheads="1"/>
            </p:cNvSpPr>
            <p:nvPr/>
          </p:nvSpPr>
          <p:spPr bwMode="auto">
            <a:xfrm>
              <a:off x="4222750"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36" name="Rectangle 37">
              <a:extLst>
                <a:ext uri="{FF2B5EF4-FFF2-40B4-BE49-F238E27FC236}">
                  <a16:creationId xmlns:a16="http://schemas.microsoft.com/office/drawing/2014/main" id="{4F64239C-FDAA-4E32-A01E-291526226D87}"/>
                </a:ext>
              </a:extLst>
            </p:cNvPr>
            <p:cNvSpPr>
              <a:spLocks noChangeArrowheads="1"/>
            </p:cNvSpPr>
            <p:nvPr/>
          </p:nvSpPr>
          <p:spPr bwMode="auto">
            <a:xfrm>
              <a:off x="4333875" y="209867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37" name="Rectangle 38">
              <a:extLst>
                <a:ext uri="{FF2B5EF4-FFF2-40B4-BE49-F238E27FC236}">
                  <a16:creationId xmlns:a16="http://schemas.microsoft.com/office/drawing/2014/main" id="{49D7C139-E37B-47C6-A555-8683755EC0F6}"/>
                </a:ext>
              </a:extLst>
            </p:cNvPr>
            <p:cNvSpPr>
              <a:spLocks noChangeArrowheads="1"/>
            </p:cNvSpPr>
            <p:nvPr/>
          </p:nvSpPr>
          <p:spPr bwMode="auto">
            <a:xfrm>
              <a:off x="4481513"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38" name="Rectangle 39">
              <a:extLst>
                <a:ext uri="{FF2B5EF4-FFF2-40B4-BE49-F238E27FC236}">
                  <a16:creationId xmlns:a16="http://schemas.microsoft.com/office/drawing/2014/main" id="{33644FF1-5488-4068-A3EC-F0C62EB4483E}"/>
                </a:ext>
              </a:extLst>
            </p:cNvPr>
            <p:cNvSpPr>
              <a:spLocks noChangeArrowheads="1"/>
            </p:cNvSpPr>
            <p:nvPr/>
          </p:nvSpPr>
          <p:spPr bwMode="auto">
            <a:xfrm>
              <a:off x="4899025" y="209867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39" name="Rectangle 40">
              <a:extLst>
                <a:ext uri="{FF2B5EF4-FFF2-40B4-BE49-F238E27FC236}">
                  <a16:creationId xmlns:a16="http://schemas.microsoft.com/office/drawing/2014/main" id="{1ABEDA18-A972-47DB-A0F5-765D58BF536C}"/>
                </a:ext>
              </a:extLst>
            </p:cNvPr>
            <p:cNvSpPr>
              <a:spLocks noChangeArrowheads="1"/>
            </p:cNvSpPr>
            <p:nvPr/>
          </p:nvSpPr>
          <p:spPr bwMode="auto">
            <a:xfrm>
              <a:off x="5045075"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40" name="Rectangle 41">
              <a:extLst>
                <a:ext uri="{FF2B5EF4-FFF2-40B4-BE49-F238E27FC236}">
                  <a16:creationId xmlns:a16="http://schemas.microsoft.com/office/drawing/2014/main" id="{AE4BA037-6976-4448-858D-97870CFDFEB7}"/>
                </a:ext>
              </a:extLst>
            </p:cNvPr>
            <p:cNvSpPr>
              <a:spLocks noChangeArrowheads="1"/>
            </p:cNvSpPr>
            <p:nvPr/>
          </p:nvSpPr>
          <p:spPr bwMode="auto">
            <a:xfrm>
              <a:off x="5157788" y="209867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41" name="Rectangle 42">
              <a:extLst>
                <a:ext uri="{FF2B5EF4-FFF2-40B4-BE49-F238E27FC236}">
                  <a16:creationId xmlns:a16="http://schemas.microsoft.com/office/drawing/2014/main" id="{4D252610-1825-40F8-BB6B-EF41FBEDCA15}"/>
                </a:ext>
              </a:extLst>
            </p:cNvPr>
            <p:cNvSpPr>
              <a:spLocks noChangeArrowheads="1"/>
            </p:cNvSpPr>
            <p:nvPr/>
          </p:nvSpPr>
          <p:spPr bwMode="auto">
            <a:xfrm>
              <a:off x="5305425"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42" name="Rectangle 43">
              <a:extLst>
                <a:ext uri="{FF2B5EF4-FFF2-40B4-BE49-F238E27FC236}">
                  <a16:creationId xmlns:a16="http://schemas.microsoft.com/office/drawing/2014/main" id="{65DEBDC8-69B1-42B9-B380-1589D666F59F}"/>
                </a:ext>
              </a:extLst>
            </p:cNvPr>
            <p:cNvSpPr>
              <a:spLocks noChangeArrowheads="1"/>
            </p:cNvSpPr>
            <p:nvPr/>
          </p:nvSpPr>
          <p:spPr bwMode="auto">
            <a:xfrm>
              <a:off x="5421313" y="209867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43" name="Rectangle 44">
              <a:extLst>
                <a:ext uri="{FF2B5EF4-FFF2-40B4-BE49-F238E27FC236}">
                  <a16:creationId xmlns:a16="http://schemas.microsoft.com/office/drawing/2014/main" id="{6282FB2E-815B-47DA-92CC-FFAAEBC4C840}"/>
                </a:ext>
              </a:extLst>
            </p:cNvPr>
            <p:cNvSpPr>
              <a:spLocks noChangeArrowheads="1"/>
            </p:cNvSpPr>
            <p:nvPr/>
          </p:nvSpPr>
          <p:spPr bwMode="auto">
            <a:xfrm>
              <a:off x="5829300"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44" name="Rectangle 45">
              <a:extLst>
                <a:ext uri="{FF2B5EF4-FFF2-40B4-BE49-F238E27FC236}">
                  <a16:creationId xmlns:a16="http://schemas.microsoft.com/office/drawing/2014/main" id="{334AB4BB-4836-4EBE-A59A-53F89880F1BA}"/>
                </a:ext>
              </a:extLst>
            </p:cNvPr>
            <p:cNvSpPr>
              <a:spLocks noChangeArrowheads="1"/>
            </p:cNvSpPr>
            <p:nvPr/>
          </p:nvSpPr>
          <p:spPr bwMode="auto">
            <a:xfrm>
              <a:off x="5567363"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45" name="Rectangle 46">
              <a:extLst>
                <a:ext uri="{FF2B5EF4-FFF2-40B4-BE49-F238E27FC236}">
                  <a16:creationId xmlns:a16="http://schemas.microsoft.com/office/drawing/2014/main" id="{0D45D081-6A79-46F1-A433-9002749F1A78}"/>
                </a:ext>
              </a:extLst>
            </p:cNvPr>
            <p:cNvSpPr>
              <a:spLocks noChangeArrowheads="1"/>
            </p:cNvSpPr>
            <p:nvPr/>
          </p:nvSpPr>
          <p:spPr bwMode="auto">
            <a:xfrm>
              <a:off x="5984875" y="1914525"/>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46" name="Rectangle 47">
              <a:extLst>
                <a:ext uri="{FF2B5EF4-FFF2-40B4-BE49-F238E27FC236}">
                  <a16:creationId xmlns:a16="http://schemas.microsoft.com/office/drawing/2014/main" id="{E63C2FCA-CE34-43A4-9070-0E9EDA21A904}"/>
                </a:ext>
              </a:extLst>
            </p:cNvPr>
            <p:cNvSpPr>
              <a:spLocks noChangeArrowheads="1"/>
            </p:cNvSpPr>
            <p:nvPr/>
          </p:nvSpPr>
          <p:spPr bwMode="auto">
            <a:xfrm>
              <a:off x="6102350"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47" name="Rectangle 48">
              <a:extLst>
                <a:ext uri="{FF2B5EF4-FFF2-40B4-BE49-F238E27FC236}">
                  <a16:creationId xmlns:a16="http://schemas.microsoft.com/office/drawing/2014/main" id="{83B17952-9452-4239-8612-6297CAED28B5}"/>
                </a:ext>
              </a:extLst>
            </p:cNvPr>
            <p:cNvSpPr>
              <a:spLocks noChangeArrowheads="1"/>
            </p:cNvSpPr>
            <p:nvPr/>
          </p:nvSpPr>
          <p:spPr bwMode="auto">
            <a:xfrm>
              <a:off x="6216650" y="1914525"/>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48" name="Rectangle 49">
              <a:extLst>
                <a:ext uri="{FF2B5EF4-FFF2-40B4-BE49-F238E27FC236}">
                  <a16:creationId xmlns:a16="http://schemas.microsoft.com/office/drawing/2014/main" id="{2B65813A-CFEE-4241-8CEC-5A4FD27C8EC4}"/>
                </a:ext>
              </a:extLst>
            </p:cNvPr>
            <p:cNvSpPr>
              <a:spLocks noChangeArrowheads="1"/>
            </p:cNvSpPr>
            <p:nvPr/>
          </p:nvSpPr>
          <p:spPr bwMode="auto">
            <a:xfrm>
              <a:off x="6335713"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49" name="Rectangle 50">
              <a:extLst>
                <a:ext uri="{FF2B5EF4-FFF2-40B4-BE49-F238E27FC236}">
                  <a16:creationId xmlns:a16="http://schemas.microsoft.com/office/drawing/2014/main" id="{6C89A5A4-99A8-420C-BDEA-174C965FC371}"/>
                </a:ext>
              </a:extLst>
            </p:cNvPr>
            <p:cNvSpPr>
              <a:spLocks noChangeArrowheads="1"/>
            </p:cNvSpPr>
            <p:nvPr/>
          </p:nvSpPr>
          <p:spPr bwMode="auto">
            <a:xfrm>
              <a:off x="6448425" y="1914525"/>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50" name="Rectangle 51">
              <a:extLst>
                <a:ext uri="{FF2B5EF4-FFF2-40B4-BE49-F238E27FC236}">
                  <a16:creationId xmlns:a16="http://schemas.microsoft.com/office/drawing/2014/main" id="{49A20F08-9E10-4496-AAA7-8EA3D7305D83}"/>
                </a:ext>
              </a:extLst>
            </p:cNvPr>
            <p:cNvSpPr>
              <a:spLocks noChangeArrowheads="1"/>
            </p:cNvSpPr>
            <p:nvPr/>
          </p:nvSpPr>
          <p:spPr bwMode="auto">
            <a:xfrm>
              <a:off x="6819900"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51" name="Rectangle 52">
              <a:extLst>
                <a:ext uri="{FF2B5EF4-FFF2-40B4-BE49-F238E27FC236}">
                  <a16:creationId xmlns:a16="http://schemas.microsoft.com/office/drawing/2014/main" id="{85D69294-80D0-4DE0-A7AF-FC918A41E7C2}"/>
                </a:ext>
              </a:extLst>
            </p:cNvPr>
            <p:cNvSpPr>
              <a:spLocks noChangeArrowheads="1"/>
            </p:cNvSpPr>
            <p:nvPr/>
          </p:nvSpPr>
          <p:spPr bwMode="auto">
            <a:xfrm>
              <a:off x="2600325" y="2452688"/>
              <a:ext cx="422275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52" name="Rectangle 53">
              <a:extLst>
                <a:ext uri="{FF2B5EF4-FFF2-40B4-BE49-F238E27FC236}">
                  <a16:creationId xmlns:a16="http://schemas.microsoft.com/office/drawing/2014/main" id="{9C2C7682-C7D6-450B-8518-5DB2324F421E}"/>
                </a:ext>
              </a:extLst>
            </p:cNvPr>
            <p:cNvSpPr>
              <a:spLocks noChangeArrowheads="1"/>
            </p:cNvSpPr>
            <p:nvPr/>
          </p:nvSpPr>
          <p:spPr bwMode="auto">
            <a:xfrm>
              <a:off x="6567488"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53" name="Rectangle 54">
              <a:extLst>
                <a:ext uri="{FF2B5EF4-FFF2-40B4-BE49-F238E27FC236}">
                  <a16:creationId xmlns:a16="http://schemas.microsoft.com/office/drawing/2014/main" id="{82A63B11-BF10-444D-A73C-82EFB297EE40}"/>
                </a:ext>
              </a:extLst>
            </p:cNvPr>
            <p:cNvSpPr>
              <a:spLocks noChangeArrowheads="1"/>
            </p:cNvSpPr>
            <p:nvPr/>
          </p:nvSpPr>
          <p:spPr bwMode="auto">
            <a:xfrm>
              <a:off x="2600325"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54" name="Rectangle 55">
              <a:extLst>
                <a:ext uri="{FF2B5EF4-FFF2-40B4-BE49-F238E27FC236}">
                  <a16:creationId xmlns:a16="http://schemas.microsoft.com/office/drawing/2014/main" id="{4F5B0A17-4F91-4375-975C-08E96D4079F6}"/>
                </a:ext>
              </a:extLst>
            </p:cNvPr>
            <p:cNvSpPr>
              <a:spLocks noChangeArrowheads="1"/>
            </p:cNvSpPr>
            <p:nvPr/>
          </p:nvSpPr>
          <p:spPr bwMode="auto">
            <a:xfrm>
              <a:off x="2274888" y="254635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55" name="Rectangle 56">
              <a:extLst>
                <a:ext uri="{FF2B5EF4-FFF2-40B4-BE49-F238E27FC236}">
                  <a16:creationId xmlns:a16="http://schemas.microsoft.com/office/drawing/2014/main" id="{C390AF94-577C-4604-86EC-B5168F48871F}"/>
                </a:ext>
              </a:extLst>
            </p:cNvPr>
            <p:cNvSpPr>
              <a:spLocks noChangeArrowheads="1"/>
            </p:cNvSpPr>
            <p:nvPr/>
          </p:nvSpPr>
          <p:spPr bwMode="auto">
            <a:xfrm>
              <a:off x="3668713"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56" name="Rectangle 57">
              <a:extLst>
                <a:ext uri="{FF2B5EF4-FFF2-40B4-BE49-F238E27FC236}">
                  <a16:creationId xmlns:a16="http://schemas.microsoft.com/office/drawing/2014/main" id="{DA4AF683-2013-45ED-AB43-C55D3513E451}"/>
                </a:ext>
              </a:extLst>
            </p:cNvPr>
            <p:cNvSpPr>
              <a:spLocks noChangeArrowheads="1"/>
            </p:cNvSpPr>
            <p:nvPr/>
          </p:nvSpPr>
          <p:spPr bwMode="auto">
            <a:xfrm>
              <a:off x="2946400"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57" name="Rectangle 58">
              <a:extLst>
                <a:ext uri="{FF2B5EF4-FFF2-40B4-BE49-F238E27FC236}">
                  <a16:creationId xmlns:a16="http://schemas.microsoft.com/office/drawing/2014/main" id="{B32C8189-6CF6-40A3-8241-02769710E2DF}"/>
                </a:ext>
              </a:extLst>
            </p:cNvPr>
            <p:cNvSpPr>
              <a:spLocks noChangeArrowheads="1"/>
            </p:cNvSpPr>
            <p:nvPr/>
          </p:nvSpPr>
          <p:spPr bwMode="auto">
            <a:xfrm>
              <a:off x="4010025"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58" name="Rectangle 59">
              <a:extLst>
                <a:ext uri="{FF2B5EF4-FFF2-40B4-BE49-F238E27FC236}">
                  <a16:creationId xmlns:a16="http://schemas.microsoft.com/office/drawing/2014/main" id="{7CC76B4B-4243-4772-BC02-2B06DF889221}"/>
                </a:ext>
              </a:extLst>
            </p:cNvPr>
            <p:cNvSpPr>
              <a:spLocks noChangeArrowheads="1"/>
            </p:cNvSpPr>
            <p:nvPr/>
          </p:nvSpPr>
          <p:spPr bwMode="auto">
            <a:xfrm>
              <a:off x="5829300"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59" name="Rectangle 60">
              <a:extLst>
                <a:ext uri="{FF2B5EF4-FFF2-40B4-BE49-F238E27FC236}">
                  <a16:creationId xmlns:a16="http://schemas.microsoft.com/office/drawing/2014/main" id="{8AC14408-FC60-4500-AC60-FC239C5AEF2C}"/>
                </a:ext>
              </a:extLst>
            </p:cNvPr>
            <p:cNvSpPr>
              <a:spLocks noChangeArrowheads="1"/>
            </p:cNvSpPr>
            <p:nvPr/>
          </p:nvSpPr>
          <p:spPr bwMode="auto">
            <a:xfrm>
              <a:off x="5091113"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60" name="Rectangle 61">
              <a:extLst>
                <a:ext uri="{FF2B5EF4-FFF2-40B4-BE49-F238E27FC236}">
                  <a16:creationId xmlns:a16="http://schemas.microsoft.com/office/drawing/2014/main" id="{E38BC046-162E-443E-9A01-6FDE82D1F7DE}"/>
                </a:ext>
              </a:extLst>
            </p:cNvPr>
            <p:cNvSpPr>
              <a:spLocks noChangeArrowheads="1"/>
            </p:cNvSpPr>
            <p:nvPr/>
          </p:nvSpPr>
          <p:spPr bwMode="auto">
            <a:xfrm>
              <a:off x="6819900"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61" name="Rectangle 62">
              <a:extLst>
                <a:ext uri="{FF2B5EF4-FFF2-40B4-BE49-F238E27FC236}">
                  <a16:creationId xmlns:a16="http://schemas.microsoft.com/office/drawing/2014/main" id="{562CC37B-E208-412F-91BE-43BFB645DE10}"/>
                </a:ext>
              </a:extLst>
            </p:cNvPr>
            <p:cNvSpPr>
              <a:spLocks noChangeArrowheads="1"/>
            </p:cNvSpPr>
            <p:nvPr/>
          </p:nvSpPr>
          <p:spPr bwMode="auto">
            <a:xfrm>
              <a:off x="6126163"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62" name="Rectangle 63">
              <a:extLst>
                <a:ext uri="{FF2B5EF4-FFF2-40B4-BE49-F238E27FC236}">
                  <a16:creationId xmlns:a16="http://schemas.microsoft.com/office/drawing/2014/main" id="{ECAB35E9-204A-4F39-974B-7DD59960438E}"/>
                </a:ext>
              </a:extLst>
            </p:cNvPr>
            <p:cNvSpPr>
              <a:spLocks noChangeArrowheads="1"/>
            </p:cNvSpPr>
            <p:nvPr/>
          </p:nvSpPr>
          <p:spPr bwMode="auto">
            <a:xfrm>
              <a:off x="2600325"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63" name="Rectangle 64">
              <a:extLst>
                <a:ext uri="{FF2B5EF4-FFF2-40B4-BE49-F238E27FC236}">
                  <a16:creationId xmlns:a16="http://schemas.microsoft.com/office/drawing/2014/main" id="{5F0A32FC-ED93-4485-80B3-D183D3B99CEB}"/>
                </a:ext>
              </a:extLst>
            </p:cNvPr>
            <p:cNvSpPr>
              <a:spLocks noChangeArrowheads="1"/>
            </p:cNvSpPr>
            <p:nvPr/>
          </p:nvSpPr>
          <p:spPr bwMode="auto">
            <a:xfrm>
              <a:off x="2274888" y="2851150"/>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64" name="Rectangle 65">
              <a:extLst>
                <a:ext uri="{FF2B5EF4-FFF2-40B4-BE49-F238E27FC236}">
                  <a16:creationId xmlns:a16="http://schemas.microsoft.com/office/drawing/2014/main" id="{99C4A0E7-7727-4E78-8BFE-52426E1949CC}"/>
                </a:ext>
              </a:extLst>
            </p:cNvPr>
            <p:cNvSpPr>
              <a:spLocks noChangeArrowheads="1"/>
            </p:cNvSpPr>
            <p:nvPr/>
          </p:nvSpPr>
          <p:spPr bwMode="auto">
            <a:xfrm>
              <a:off x="3668713"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65" name="Rectangle 66">
              <a:extLst>
                <a:ext uri="{FF2B5EF4-FFF2-40B4-BE49-F238E27FC236}">
                  <a16:creationId xmlns:a16="http://schemas.microsoft.com/office/drawing/2014/main" id="{AD87C184-817C-4F9C-8A2C-098DAA42FE14}"/>
                </a:ext>
              </a:extLst>
            </p:cNvPr>
            <p:cNvSpPr>
              <a:spLocks noChangeArrowheads="1"/>
            </p:cNvSpPr>
            <p:nvPr/>
          </p:nvSpPr>
          <p:spPr bwMode="auto">
            <a:xfrm>
              <a:off x="2947988"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66" name="Rectangle 67">
              <a:extLst>
                <a:ext uri="{FF2B5EF4-FFF2-40B4-BE49-F238E27FC236}">
                  <a16:creationId xmlns:a16="http://schemas.microsoft.com/office/drawing/2014/main" id="{22F816D2-948C-4709-B012-9B5B87CCC7BD}"/>
                </a:ext>
              </a:extLst>
            </p:cNvPr>
            <p:cNvSpPr>
              <a:spLocks noChangeArrowheads="1"/>
            </p:cNvSpPr>
            <p:nvPr/>
          </p:nvSpPr>
          <p:spPr bwMode="auto">
            <a:xfrm>
              <a:off x="4011613"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67" name="Rectangle 68">
              <a:extLst>
                <a:ext uri="{FF2B5EF4-FFF2-40B4-BE49-F238E27FC236}">
                  <a16:creationId xmlns:a16="http://schemas.microsoft.com/office/drawing/2014/main" id="{238185D6-F9AC-4FB6-B222-1E6ACCCAD317}"/>
                </a:ext>
              </a:extLst>
            </p:cNvPr>
            <p:cNvSpPr>
              <a:spLocks noChangeArrowheads="1"/>
            </p:cNvSpPr>
            <p:nvPr/>
          </p:nvSpPr>
          <p:spPr bwMode="auto">
            <a:xfrm>
              <a:off x="5829300"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68" name="Rectangle 69">
              <a:extLst>
                <a:ext uri="{FF2B5EF4-FFF2-40B4-BE49-F238E27FC236}">
                  <a16:creationId xmlns:a16="http://schemas.microsoft.com/office/drawing/2014/main" id="{FF7A7240-DEB6-4C64-BE47-7B17703E378A}"/>
                </a:ext>
              </a:extLst>
            </p:cNvPr>
            <p:cNvSpPr>
              <a:spLocks noChangeArrowheads="1"/>
            </p:cNvSpPr>
            <p:nvPr/>
          </p:nvSpPr>
          <p:spPr bwMode="auto">
            <a:xfrm>
              <a:off x="5092700"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69" name="Rectangle 70">
              <a:extLst>
                <a:ext uri="{FF2B5EF4-FFF2-40B4-BE49-F238E27FC236}">
                  <a16:creationId xmlns:a16="http://schemas.microsoft.com/office/drawing/2014/main" id="{F4041C57-0733-4182-B75A-BCDCDFCB9ED0}"/>
                </a:ext>
              </a:extLst>
            </p:cNvPr>
            <p:cNvSpPr>
              <a:spLocks noChangeArrowheads="1"/>
            </p:cNvSpPr>
            <p:nvPr/>
          </p:nvSpPr>
          <p:spPr bwMode="auto">
            <a:xfrm>
              <a:off x="6819900"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70" name="Rectangle 71">
              <a:extLst>
                <a:ext uri="{FF2B5EF4-FFF2-40B4-BE49-F238E27FC236}">
                  <a16:creationId xmlns:a16="http://schemas.microsoft.com/office/drawing/2014/main" id="{1201DB4F-67FA-4128-BCE9-CB541E9FD4EC}"/>
                </a:ext>
              </a:extLst>
            </p:cNvPr>
            <p:cNvSpPr>
              <a:spLocks noChangeArrowheads="1"/>
            </p:cNvSpPr>
            <p:nvPr/>
          </p:nvSpPr>
          <p:spPr bwMode="auto">
            <a:xfrm>
              <a:off x="6127750"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71" name="Rectangle 72">
              <a:extLst>
                <a:ext uri="{FF2B5EF4-FFF2-40B4-BE49-F238E27FC236}">
                  <a16:creationId xmlns:a16="http://schemas.microsoft.com/office/drawing/2014/main" id="{0D62EC80-D06E-4774-AB8C-F6095BDFDD75}"/>
                </a:ext>
              </a:extLst>
            </p:cNvPr>
            <p:cNvSpPr>
              <a:spLocks noChangeArrowheads="1"/>
            </p:cNvSpPr>
            <p:nvPr/>
          </p:nvSpPr>
          <p:spPr bwMode="auto">
            <a:xfrm>
              <a:off x="2600325"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72" name="Rectangle 73">
              <a:extLst>
                <a:ext uri="{FF2B5EF4-FFF2-40B4-BE49-F238E27FC236}">
                  <a16:creationId xmlns:a16="http://schemas.microsoft.com/office/drawing/2014/main" id="{382B146E-0239-4FAD-BD87-D5FE1C41DED7}"/>
                </a:ext>
              </a:extLst>
            </p:cNvPr>
            <p:cNvSpPr>
              <a:spLocks noChangeArrowheads="1"/>
            </p:cNvSpPr>
            <p:nvPr/>
          </p:nvSpPr>
          <p:spPr bwMode="auto">
            <a:xfrm>
              <a:off x="2274888" y="3152775"/>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73" name="Rectangle 74">
              <a:extLst>
                <a:ext uri="{FF2B5EF4-FFF2-40B4-BE49-F238E27FC236}">
                  <a16:creationId xmlns:a16="http://schemas.microsoft.com/office/drawing/2014/main" id="{6207B1CD-9A71-49AE-81D1-C70EDA4B57C3}"/>
                </a:ext>
              </a:extLst>
            </p:cNvPr>
            <p:cNvSpPr>
              <a:spLocks noChangeArrowheads="1"/>
            </p:cNvSpPr>
            <p:nvPr/>
          </p:nvSpPr>
          <p:spPr bwMode="auto">
            <a:xfrm>
              <a:off x="3668713"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74" name="Rectangle 75">
              <a:extLst>
                <a:ext uri="{FF2B5EF4-FFF2-40B4-BE49-F238E27FC236}">
                  <a16:creationId xmlns:a16="http://schemas.microsoft.com/office/drawing/2014/main" id="{BEE993E0-7121-4779-8C07-B74E09410C4E}"/>
                </a:ext>
              </a:extLst>
            </p:cNvPr>
            <p:cNvSpPr>
              <a:spLocks noChangeArrowheads="1"/>
            </p:cNvSpPr>
            <p:nvPr/>
          </p:nvSpPr>
          <p:spPr bwMode="auto">
            <a:xfrm>
              <a:off x="2947988"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75" name="Rectangle 76">
              <a:extLst>
                <a:ext uri="{FF2B5EF4-FFF2-40B4-BE49-F238E27FC236}">
                  <a16:creationId xmlns:a16="http://schemas.microsoft.com/office/drawing/2014/main" id="{ADF11A99-3545-4631-B11E-51DD6D353DA3}"/>
                </a:ext>
              </a:extLst>
            </p:cNvPr>
            <p:cNvSpPr>
              <a:spLocks noChangeArrowheads="1"/>
            </p:cNvSpPr>
            <p:nvPr/>
          </p:nvSpPr>
          <p:spPr bwMode="auto">
            <a:xfrm>
              <a:off x="4011613"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76" name="Rectangle 77">
              <a:extLst>
                <a:ext uri="{FF2B5EF4-FFF2-40B4-BE49-F238E27FC236}">
                  <a16:creationId xmlns:a16="http://schemas.microsoft.com/office/drawing/2014/main" id="{414D7C63-DFF9-4D7C-A982-31BADD7BD5F6}"/>
                </a:ext>
              </a:extLst>
            </p:cNvPr>
            <p:cNvSpPr>
              <a:spLocks noChangeArrowheads="1"/>
            </p:cNvSpPr>
            <p:nvPr/>
          </p:nvSpPr>
          <p:spPr bwMode="auto">
            <a:xfrm>
              <a:off x="5829300"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77" name="Rectangle 78">
              <a:extLst>
                <a:ext uri="{FF2B5EF4-FFF2-40B4-BE49-F238E27FC236}">
                  <a16:creationId xmlns:a16="http://schemas.microsoft.com/office/drawing/2014/main" id="{4DB96DF1-F2E4-4707-A5CA-8489FD0076C3}"/>
                </a:ext>
              </a:extLst>
            </p:cNvPr>
            <p:cNvSpPr>
              <a:spLocks noChangeArrowheads="1"/>
            </p:cNvSpPr>
            <p:nvPr/>
          </p:nvSpPr>
          <p:spPr bwMode="auto">
            <a:xfrm>
              <a:off x="5092700"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78" name="Rectangle 79">
              <a:extLst>
                <a:ext uri="{FF2B5EF4-FFF2-40B4-BE49-F238E27FC236}">
                  <a16:creationId xmlns:a16="http://schemas.microsoft.com/office/drawing/2014/main" id="{D8E09A90-4556-43E2-898F-4C67CB084057}"/>
                </a:ext>
              </a:extLst>
            </p:cNvPr>
            <p:cNvSpPr>
              <a:spLocks noChangeArrowheads="1"/>
            </p:cNvSpPr>
            <p:nvPr/>
          </p:nvSpPr>
          <p:spPr bwMode="auto">
            <a:xfrm>
              <a:off x="6819900"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79" name="Rectangle 80">
              <a:extLst>
                <a:ext uri="{FF2B5EF4-FFF2-40B4-BE49-F238E27FC236}">
                  <a16:creationId xmlns:a16="http://schemas.microsoft.com/office/drawing/2014/main" id="{6EE5772C-4344-4574-989F-5052B820BAA0}"/>
                </a:ext>
              </a:extLst>
            </p:cNvPr>
            <p:cNvSpPr>
              <a:spLocks noChangeArrowheads="1"/>
            </p:cNvSpPr>
            <p:nvPr/>
          </p:nvSpPr>
          <p:spPr bwMode="auto">
            <a:xfrm>
              <a:off x="6127750"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80" name="Rectangle 81">
              <a:extLst>
                <a:ext uri="{FF2B5EF4-FFF2-40B4-BE49-F238E27FC236}">
                  <a16:creationId xmlns:a16="http://schemas.microsoft.com/office/drawing/2014/main" id="{DA08D8AC-3973-45E7-9255-756C3E3E3958}"/>
                </a:ext>
              </a:extLst>
            </p:cNvPr>
            <p:cNvSpPr>
              <a:spLocks noChangeArrowheads="1"/>
            </p:cNvSpPr>
            <p:nvPr/>
          </p:nvSpPr>
          <p:spPr bwMode="auto">
            <a:xfrm>
              <a:off x="2600325"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81" name="Rectangle 82">
              <a:extLst>
                <a:ext uri="{FF2B5EF4-FFF2-40B4-BE49-F238E27FC236}">
                  <a16:creationId xmlns:a16="http://schemas.microsoft.com/office/drawing/2014/main" id="{5730DD87-91C7-453E-9FB9-51B13E2CA191}"/>
                </a:ext>
              </a:extLst>
            </p:cNvPr>
            <p:cNvSpPr>
              <a:spLocks noChangeArrowheads="1"/>
            </p:cNvSpPr>
            <p:nvPr/>
          </p:nvSpPr>
          <p:spPr bwMode="auto">
            <a:xfrm>
              <a:off x="2274888" y="345757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82" name="Rectangle 83">
              <a:extLst>
                <a:ext uri="{FF2B5EF4-FFF2-40B4-BE49-F238E27FC236}">
                  <a16:creationId xmlns:a16="http://schemas.microsoft.com/office/drawing/2014/main" id="{0493295E-1299-4C44-9BFF-5F844B74D7B7}"/>
                </a:ext>
              </a:extLst>
            </p:cNvPr>
            <p:cNvSpPr>
              <a:spLocks noChangeArrowheads="1"/>
            </p:cNvSpPr>
            <p:nvPr/>
          </p:nvSpPr>
          <p:spPr bwMode="auto">
            <a:xfrm>
              <a:off x="3668713"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83" name="Rectangle 84">
              <a:extLst>
                <a:ext uri="{FF2B5EF4-FFF2-40B4-BE49-F238E27FC236}">
                  <a16:creationId xmlns:a16="http://schemas.microsoft.com/office/drawing/2014/main" id="{C17544FE-8543-4721-83BF-FB8AF8C0CBFA}"/>
                </a:ext>
              </a:extLst>
            </p:cNvPr>
            <p:cNvSpPr>
              <a:spLocks noChangeArrowheads="1"/>
            </p:cNvSpPr>
            <p:nvPr/>
          </p:nvSpPr>
          <p:spPr bwMode="auto">
            <a:xfrm>
              <a:off x="2946400"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84" name="Rectangle 85">
              <a:extLst>
                <a:ext uri="{FF2B5EF4-FFF2-40B4-BE49-F238E27FC236}">
                  <a16:creationId xmlns:a16="http://schemas.microsoft.com/office/drawing/2014/main" id="{9B0EB0DA-FEFE-4DEF-BE90-6EBD7AEF521A}"/>
                </a:ext>
              </a:extLst>
            </p:cNvPr>
            <p:cNvSpPr>
              <a:spLocks noChangeArrowheads="1"/>
            </p:cNvSpPr>
            <p:nvPr/>
          </p:nvSpPr>
          <p:spPr bwMode="auto">
            <a:xfrm>
              <a:off x="4010025"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85" name="Rectangle 86">
              <a:extLst>
                <a:ext uri="{FF2B5EF4-FFF2-40B4-BE49-F238E27FC236}">
                  <a16:creationId xmlns:a16="http://schemas.microsoft.com/office/drawing/2014/main" id="{1A8F6BB2-7DB8-48C9-BA81-4B6A26A2B396}"/>
                </a:ext>
              </a:extLst>
            </p:cNvPr>
            <p:cNvSpPr>
              <a:spLocks noChangeArrowheads="1"/>
            </p:cNvSpPr>
            <p:nvPr/>
          </p:nvSpPr>
          <p:spPr bwMode="auto">
            <a:xfrm>
              <a:off x="5829300"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86" name="Rectangle 87">
              <a:extLst>
                <a:ext uri="{FF2B5EF4-FFF2-40B4-BE49-F238E27FC236}">
                  <a16:creationId xmlns:a16="http://schemas.microsoft.com/office/drawing/2014/main" id="{D4BA9C22-BC13-46BF-AAB5-8D04AA86A180}"/>
                </a:ext>
              </a:extLst>
            </p:cNvPr>
            <p:cNvSpPr>
              <a:spLocks noChangeArrowheads="1"/>
            </p:cNvSpPr>
            <p:nvPr/>
          </p:nvSpPr>
          <p:spPr bwMode="auto">
            <a:xfrm>
              <a:off x="5091113"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87" name="Rectangle 88">
              <a:extLst>
                <a:ext uri="{FF2B5EF4-FFF2-40B4-BE49-F238E27FC236}">
                  <a16:creationId xmlns:a16="http://schemas.microsoft.com/office/drawing/2014/main" id="{069BA96C-856A-4849-B11B-51A1E2EFB0A6}"/>
                </a:ext>
              </a:extLst>
            </p:cNvPr>
            <p:cNvSpPr>
              <a:spLocks noChangeArrowheads="1"/>
            </p:cNvSpPr>
            <p:nvPr/>
          </p:nvSpPr>
          <p:spPr bwMode="auto">
            <a:xfrm>
              <a:off x="6819900"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88" name="Rectangle 89">
              <a:extLst>
                <a:ext uri="{FF2B5EF4-FFF2-40B4-BE49-F238E27FC236}">
                  <a16:creationId xmlns:a16="http://schemas.microsoft.com/office/drawing/2014/main" id="{CBE5B4B4-9242-4FAB-8DEB-BEB9C5A99864}"/>
                </a:ext>
              </a:extLst>
            </p:cNvPr>
            <p:cNvSpPr>
              <a:spLocks noChangeArrowheads="1"/>
            </p:cNvSpPr>
            <p:nvPr/>
          </p:nvSpPr>
          <p:spPr bwMode="auto">
            <a:xfrm>
              <a:off x="6126163"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89" name="Rectangle 90">
              <a:extLst>
                <a:ext uri="{FF2B5EF4-FFF2-40B4-BE49-F238E27FC236}">
                  <a16:creationId xmlns:a16="http://schemas.microsoft.com/office/drawing/2014/main" id="{D9BD0882-5C33-4C00-B07E-EB1F1F094D8B}"/>
                </a:ext>
              </a:extLst>
            </p:cNvPr>
            <p:cNvSpPr>
              <a:spLocks noChangeArrowheads="1"/>
            </p:cNvSpPr>
            <p:nvPr/>
          </p:nvSpPr>
          <p:spPr bwMode="auto">
            <a:xfrm>
              <a:off x="2600325"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90" name="Rectangle 91">
              <a:extLst>
                <a:ext uri="{FF2B5EF4-FFF2-40B4-BE49-F238E27FC236}">
                  <a16:creationId xmlns:a16="http://schemas.microsoft.com/office/drawing/2014/main" id="{4CABE72A-3955-4352-B594-503245BDB43A}"/>
                </a:ext>
              </a:extLst>
            </p:cNvPr>
            <p:cNvSpPr>
              <a:spLocks noChangeArrowheads="1"/>
            </p:cNvSpPr>
            <p:nvPr/>
          </p:nvSpPr>
          <p:spPr bwMode="auto">
            <a:xfrm>
              <a:off x="2274888" y="3762375"/>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91" name="Rectangle 92">
              <a:extLst>
                <a:ext uri="{FF2B5EF4-FFF2-40B4-BE49-F238E27FC236}">
                  <a16:creationId xmlns:a16="http://schemas.microsoft.com/office/drawing/2014/main" id="{C8A39982-15DF-4EEE-A549-ADDC9FB7CA9E}"/>
                </a:ext>
              </a:extLst>
            </p:cNvPr>
            <p:cNvSpPr>
              <a:spLocks noChangeArrowheads="1"/>
            </p:cNvSpPr>
            <p:nvPr/>
          </p:nvSpPr>
          <p:spPr bwMode="auto">
            <a:xfrm>
              <a:off x="3668713"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92" name="Rectangle 93">
              <a:extLst>
                <a:ext uri="{FF2B5EF4-FFF2-40B4-BE49-F238E27FC236}">
                  <a16:creationId xmlns:a16="http://schemas.microsoft.com/office/drawing/2014/main" id="{B1994E0D-E19D-42EC-A50E-0B27D2D73909}"/>
                </a:ext>
              </a:extLst>
            </p:cNvPr>
            <p:cNvSpPr>
              <a:spLocks noChangeArrowheads="1"/>
            </p:cNvSpPr>
            <p:nvPr/>
          </p:nvSpPr>
          <p:spPr bwMode="auto">
            <a:xfrm>
              <a:off x="2946400"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93" name="Rectangle 94">
              <a:extLst>
                <a:ext uri="{FF2B5EF4-FFF2-40B4-BE49-F238E27FC236}">
                  <a16:creationId xmlns:a16="http://schemas.microsoft.com/office/drawing/2014/main" id="{E336D951-ECE2-41D3-8725-6D9DE694E7AE}"/>
                </a:ext>
              </a:extLst>
            </p:cNvPr>
            <p:cNvSpPr>
              <a:spLocks noChangeArrowheads="1"/>
            </p:cNvSpPr>
            <p:nvPr/>
          </p:nvSpPr>
          <p:spPr bwMode="auto">
            <a:xfrm>
              <a:off x="4008438"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94" name="Rectangle 95">
              <a:extLst>
                <a:ext uri="{FF2B5EF4-FFF2-40B4-BE49-F238E27FC236}">
                  <a16:creationId xmlns:a16="http://schemas.microsoft.com/office/drawing/2014/main" id="{844DEE24-F351-4958-AE9C-A2F3C02A1D9F}"/>
                </a:ext>
              </a:extLst>
            </p:cNvPr>
            <p:cNvSpPr>
              <a:spLocks noChangeArrowheads="1"/>
            </p:cNvSpPr>
            <p:nvPr/>
          </p:nvSpPr>
          <p:spPr bwMode="auto">
            <a:xfrm>
              <a:off x="5829300"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95" name="Rectangle 96">
              <a:extLst>
                <a:ext uri="{FF2B5EF4-FFF2-40B4-BE49-F238E27FC236}">
                  <a16:creationId xmlns:a16="http://schemas.microsoft.com/office/drawing/2014/main" id="{EB7DE942-43EF-4D60-9A4F-E9DB957D49B2}"/>
                </a:ext>
              </a:extLst>
            </p:cNvPr>
            <p:cNvSpPr>
              <a:spLocks noChangeArrowheads="1"/>
            </p:cNvSpPr>
            <p:nvPr/>
          </p:nvSpPr>
          <p:spPr bwMode="auto">
            <a:xfrm>
              <a:off x="5089525"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96" name="Rectangle 97">
              <a:extLst>
                <a:ext uri="{FF2B5EF4-FFF2-40B4-BE49-F238E27FC236}">
                  <a16:creationId xmlns:a16="http://schemas.microsoft.com/office/drawing/2014/main" id="{35C8C61C-652C-4035-BC72-9F913BE570E1}"/>
                </a:ext>
              </a:extLst>
            </p:cNvPr>
            <p:cNvSpPr>
              <a:spLocks noChangeArrowheads="1"/>
            </p:cNvSpPr>
            <p:nvPr/>
          </p:nvSpPr>
          <p:spPr bwMode="auto">
            <a:xfrm>
              <a:off x="6819900"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97" name="Rectangle 98">
              <a:extLst>
                <a:ext uri="{FF2B5EF4-FFF2-40B4-BE49-F238E27FC236}">
                  <a16:creationId xmlns:a16="http://schemas.microsoft.com/office/drawing/2014/main" id="{D9947F43-17BA-4926-9FC4-BF69997BFEEB}"/>
                </a:ext>
              </a:extLst>
            </p:cNvPr>
            <p:cNvSpPr>
              <a:spLocks noChangeArrowheads="1"/>
            </p:cNvSpPr>
            <p:nvPr/>
          </p:nvSpPr>
          <p:spPr bwMode="auto">
            <a:xfrm>
              <a:off x="6126163"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98" name="Rectangle 99">
              <a:extLst>
                <a:ext uri="{FF2B5EF4-FFF2-40B4-BE49-F238E27FC236}">
                  <a16:creationId xmlns:a16="http://schemas.microsoft.com/office/drawing/2014/main" id="{83EFBAF9-A886-4990-A159-DF7EE5274120}"/>
                </a:ext>
              </a:extLst>
            </p:cNvPr>
            <p:cNvSpPr>
              <a:spLocks noChangeArrowheads="1"/>
            </p:cNvSpPr>
            <p:nvPr/>
          </p:nvSpPr>
          <p:spPr bwMode="auto">
            <a:xfrm>
              <a:off x="2600325"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99" name="Rectangle 100">
              <a:extLst>
                <a:ext uri="{FF2B5EF4-FFF2-40B4-BE49-F238E27FC236}">
                  <a16:creationId xmlns:a16="http://schemas.microsoft.com/office/drawing/2014/main" id="{D23A542C-B547-46F4-95A2-CA7985CD420C}"/>
                </a:ext>
              </a:extLst>
            </p:cNvPr>
            <p:cNvSpPr>
              <a:spLocks noChangeArrowheads="1"/>
            </p:cNvSpPr>
            <p:nvPr/>
          </p:nvSpPr>
          <p:spPr bwMode="auto">
            <a:xfrm>
              <a:off x="2274888" y="4064000"/>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600" name="Rectangle 101">
              <a:extLst>
                <a:ext uri="{FF2B5EF4-FFF2-40B4-BE49-F238E27FC236}">
                  <a16:creationId xmlns:a16="http://schemas.microsoft.com/office/drawing/2014/main" id="{1CF3C8F7-94E7-4F7A-94E3-3B4570B3433E}"/>
                </a:ext>
              </a:extLst>
            </p:cNvPr>
            <p:cNvSpPr>
              <a:spLocks noChangeArrowheads="1"/>
            </p:cNvSpPr>
            <p:nvPr/>
          </p:nvSpPr>
          <p:spPr bwMode="auto">
            <a:xfrm>
              <a:off x="3668713"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601" name="Rectangle 102">
              <a:extLst>
                <a:ext uri="{FF2B5EF4-FFF2-40B4-BE49-F238E27FC236}">
                  <a16:creationId xmlns:a16="http://schemas.microsoft.com/office/drawing/2014/main" id="{4CB6456A-6FD9-46FC-B51E-F4F0AEC76385}"/>
                </a:ext>
              </a:extLst>
            </p:cNvPr>
            <p:cNvSpPr>
              <a:spLocks noChangeArrowheads="1"/>
            </p:cNvSpPr>
            <p:nvPr/>
          </p:nvSpPr>
          <p:spPr bwMode="auto">
            <a:xfrm>
              <a:off x="2947988"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602" name="Rectangle 103">
              <a:extLst>
                <a:ext uri="{FF2B5EF4-FFF2-40B4-BE49-F238E27FC236}">
                  <a16:creationId xmlns:a16="http://schemas.microsoft.com/office/drawing/2014/main" id="{7F48A654-4893-43A1-AFB7-D7DC8139C06F}"/>
                </a:ext>
              </a:extLst>
            </p:cNvPr>
            <p:cNvSpPr>
              <a:spLocks noChangeArrowheads="1"/>
            </p:cNvSpPr>
            <p:nvPr/>
          </p:nvSpPr>
          <p:spPr bwMode="auto">
            <a:xfrm>
              <a:off x="4010025"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603" name="Rectangle 104">
              <a:extLst>
                <a:ext uri="{FF2B5EF4-FFF2-40B4-BE49-F238E27FC236}">
                  <a16:creationId xmlns:a16="http://schemas.microsoft.com/office/drawing/2014/main" id="{9F933399-1F31-4ADF-981B-C5408728B47C}"/>
                </a:ext>
              </a:extLst>
            </p:cNvPr>
            <p:cNvSpPr>
              <a:spLocks noChangeArrowheads="1"/>
            </p:cNvSpPr>
            <p:nvPr/>
          </p:nvSpPr>
          <p:spPr bwMode="auto">
            <a:xfrm>
              <a:off x="5829300"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604" name="Rectangle 105">
              <a:extLst>
                <a:ext uri="{FF2B5EF4-FFF2-40B4-BE49-F238E27FC236}">
                  <a16:creationId xmlns:a16="http://schemas.microsoft.com/office/drawing/2014/main" id="{9DC65FD2-94D5-4C92-AACA-087F0739398B}"/>
                </a:ext>
              </a:extLst>
            </p:cNvPr>
            <p:cNvSpPr>
              <a:spLocks noChangeArrowheads="1"/>
            </p:cNvSpPr>
            <p:nvPr/>
          </p:nvSpPr>
          <p:spPr bwMode="auto">
            <a:xfrm>
              <a:off x="5091113"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605" name="Rectangle 106">
              <a:extLst>
                <a:ext uri="{FF2B5EF4-FFF2-40B4-BE49-F238E27FC236}">
                  <a16:creationId xmlns:a16="http://schemas.microsoft.com/office/drawing/2014/main" id="{4C27E1EF-8086-4A6A-BBF9-AEC0D1B497AF}"/>
                </a:ext>
              </a:extLst>
            </p:cNvPr>
            <p:cNvSpPr>
              <a:spLocks noChangeArrowheads="1"/>
            </p:cNvSpPr>
            <p:nvPr/>
          </p:nvSpPr>
          <p:spPr bwMode="auto">
            <a:xfrm>
              <a:off x="6819900"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606" name="Rectangle 107">
              <a:extLst>
                <a:ext uri="{FF2B5EF4-FFF2-40B4-BE49-F238E27FC236}">
                  <a16:creationId xmlns:a16="http://schemas.microsoft.com/office/drawing/2014/main" id="{F12FD957-9BEC-48A7-9B4C-DA9F045DCA5E}"/>
                </a:ext>
              </a:extLst>
            </p:cNvPr>
            <p:cNvSpPr>
              <a:spLocks noChangeArrowheads="1"/>
            </p:cNvSpPr>
            <p:nvPr/>
          </p:nvSpPr>
          <p:spPr bwMode="auto">
            <a:xfrm>
              <a:off x="6127750"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607" name="Rectangle 108">
              <a:extLst>
                <a:ext uri="{FF2B5EF4-FFF2-40B4-BE49-F238E27FC236}">
                  <a16:creationId xmlns:a16="http://schemas.microsoft.com/office/drawing/2014/main" id="{39B744FC-C6E6-4FAF-AD88-5780EE06D404}"/>
                </a:ext>
              </a:extLst>
            </p:cNvPr>
            <p:cNvSpPr>
              <a:spLocks noChangeArrowheads="1"/>
            </p:cNvSpPr>
            <p:nvPr/>
          </p:nvSpPr>
          <p:spPr bwMode="auto">
            <a:xfrm>
              <a:off x="2600325"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608" name="Rectangle 109">
              <a:extLst>
                <a:ext uri="{FF2B5EF4-FFF2-40B4-BE49-F238E27FC236}">
                  <a16:creationId xmlns:a16="http://schemas.microsoft.com/office/drawing/2014/main" id="{74B41868-9C9B-4069-B71C-F69E3A5149B4}"/>
                </a:ext>
              </a:extLst>
            </p:cNvPr>
            <p:cNvSpPr>
              <a:spLocks noChangeArrowheads="1"/>
            </p:cNvSpPr>
            <p:nvPr/>
          </p:nvSpPr>
          <p:spPr bwMode="auto">
            <a:xfrm>
              <a:off x="2274888" y="43688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609" name="Rectangle 110">
              <a:extLst>
                <a:ext uri="{FF2B5EF4-FFF2-40B4-BE49-F238E27FC236}">
                  <a16:creationId xmlns:a16="http://schemas.microsoft.com/office/drawing/2014/main" id="{5C6AAEBB-42FF-4B09-95D6-3F91E8237823}"/>
                </a:ext>
              </a:extLst>
            </p:cNvPr>
            <p:cNvSpPr>
              <a:spLocks noChangeArrowheads="1"/>
            </p:cNvSpPr>
            <p:nvPr/>
          </p:nvSpPr>
          <p:spPr bwMode="auto">
            <a:xfrm>
              <a:off x="3668713"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610" name="Rectangle 111">
              <a:extLst>
                <a:ext uri="{FF2B5EF4-FFF2-40B4-BE49-F238E27FC236}">
                  <a16:creationId xmlns:a16="http://schemas.microsoft.com/office/drawing/2014/main" id="{6B1B133B-5DD0-4FE0-B94D-612DFDBA14E2}"/>
                </a:ext>
              </a:extLst>
            </p:cNvPr>
            <p:cNvSpPr>
              <a:spLocks noChangeArrowheads="1"/>
            </p:cNvSpPr>
            <p:nvPr/>
          </p:nvSpPr>
          <p:spPr bwMode="auto">
            <a:xfrm>
              <a:off x="2946400"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611" name="Rectangle 112">
              <a:extLst>
                <a:ext uri="{FF2B5EF4-FFF2-40B4-BE49-F238E27FC236}">
                  <a16:creationId xmlns:a16="http://schemas.microsoft.com/office/drawing/2014/main" id="{6A125D38-B449-465F-B28F-4A5086822D68}"/>
                </a:ext>
              </a:extLst>
            </p:cNvPr>
            <p:cNvSpPr>
              <a:spLocks noChangeArrowheads="1"/>
            </p:cNvSpPr>
            <p:nvPr/>
          </p:nvSpPr>
          <p:spPr bwMode="auto">
            <a:xfrm>
              <a:off x="4010025"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612" name="Rectangle 113">
              <a:extLst>
                <a:ext uri="{FF2B5EF4-FFF2-40B4-BE49-F238E27FC236}">
                  <a16:creationId xmlns:a16="http://schemas.microsoft.com/office/drawing/2014/main" id="{68C16EC5-08D7-416F-8C67-3686663D29AB}"/>
                </a:ext>
              </a:extLst>
            </p:cNvPr>
            <p:cNvSpPr>
              <a:spLocks noChangeArrowheads="1"/>
            </p:cNvSpPr>
            <p:nvPr/>
          </p:nvSpPr>
          <p:spPr bwMode="auto">
            <a:xfrm>
              <a:off x="5829300"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613" name="Rectangle 114">
              <a:extLst>
                <a:ext uri="{FF2B5EF4-FFF2-40B4-BE49-F238E27FC236}">
                  <a16:creationId xmlns:a16="http://schemas.microsoft.com/office/drawing/2014/main" id="{6A15140B-F90C-4382-BAC6-E9ED8263E872}"/>
                </a:ext>
              </a:extLst>
            </p:cNvPr>
            <p:cNvSpPr>
              <a:spLocks noChangeArrowheads="1"/>
            </p:cNvSpPr>
            <p:nvPr/>
          </p:nvSpPr>
          <p:spPr bwMode="auto">
            <a:xfrm>
              <a:off x="5091113"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614" name="Rectangle 115">
              <a:extLst>
                <a:ext uri="{FF2B5EF4-FFF2-40B4-BE49-F238E27FC236}">
                  <a16:creationId xmlns:a16="http://schemas.microsoft.com/office/drawing/2014/main" id="{DE1ED16B-96B7-4123-8FB8-6A1C2E3F5667}"/>
                </a:ext>
              </a:extLst>
            </p:cNvPr>
            <p:cNvSpPr>
              <a:spLocks noChangeArrowheads="1"/>
            </p:cNvSpPr>
            <p:nvPr/>
          </p:nvSpPr>
          <p:spPr bwMode="auto">
            <a:xfrm>
              <a:off x="6819900"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615" name="Rectangle 116">
              <a:extLst>
                <a:ext uri="{FF2B5EF4-FFF2-40B4-BE49-F238E27FC236}">
                  <a16:creationId xmlns:a16="http://schemas.microsoft.com/office/drawing/2014/main" id="{C0B75499-A620-4151-9074-BD8CC3D72474}"/>
                </a:ext>
              </a:extLst>
            </p:cNvPr>
            <p:cNvSpPr>
              <a:spLocks noChangeArrowheads="1"/>
            </p:cNvSpPr>
            <p:nvPr/>
          </p:nvSpPr>
          <p:spPr bwMode="auto">
            <a:xfrm>
              <a:off x="6126163"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616" name="Rectangle 117">
              <a:extLst>
                <a:ext uri="{FF2B5EF4-FFF2-40B4-BE49-F238E27FC236}">
                  <a16:creationId xmlns:a16="http://schemas.microsoft.com/office/drawing/2014/main" id="{FBC4C6AF-7E84-48C0-959F-22299ED81E53}"/>
                </a:ext>
              </a:extLst>
            </p:cNvPr>
            <p:cNvSpPr>
              <a:spLocks noChangeArrowheads="1"/>
            </p:cNvSpPr>
            <p:nvPr/>
          </p:nvSpPr>
          <p:spPr bwMode="auto">
            <a:xfrm>
              <a:off x="2600325"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617" name="Rectangle 118">
              <a:extLst>
                <a:ext uri="{FF2B5EF4-FFF2-40B4-BE49-F238E27FC236}">
                  <a16:creationId xmlns:a16="http://schemas.microsoft.com/office/drawing/2014/main" id="{F3419087-6E22-4F1D-809E-15ACE34A5994}"/>
                </a:ext>
              </a:extLst>
            </p:cNvPr>
            <p:cNvSpPr>
              <a:spLocks noChangeArrowheads="1"/>
            </p:cNvSpPr>
            <p:nvPr/>
          </p:nvSpPr>
          <p:spPr bwMode="auto">
            <a:xfrm>
              <a:off x="2274888" y="46736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H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618" name="Rectangle 119">
              <a:extLst>
                <a:ext uri="{FF2B5EF4-FFF2-40B4-BE49-F238E27FC236}">
                  <a16:creationId xmlns:a16="http://schemas.microsoft.com/office/drawing/2014/main" id="{EDA1D890-E8E9-4C60-ABA5-1BFA9B12C0AD}"/>
                </a:ext>
              </a:extLst>
            </p:cNvPr>
            <p:cNvSpPr>
              <a:spLocks noChangeArrowheads="1"/>
            </p:cNvSpPr>
            <p:nvPr/>
          </p:nvSpPr>
          <p:spPr bwMode="auto">
            <a:xfrm>
              <a:off x="3668713"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619" name="Rectangle 120">
              <a:extLst>
                <a:ext uri="{FF2B5EF4-FFF2-40B4-BE49-F238E27FC236}">
                  <a16:creationId xmlns:a16="http://schemas.microsoft.com/office/drawing/2014/main" id="{5517645F-0841-4545-A9BC-69E764E2FC37}"/>
                </a:ext>
              </a:extLst>
            </p:cNvPr>
            <p:cNvSpPr>
              <a:spLocks noChangeArrowheads="1"/>
            </p:cNvSpPr>
            <p:nvPr/>
          </p:nvSpPr>
          <p:spPr bwMode="auto">
            <a:xfrm>
              <a:off x="2946400"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620" name="Rectangle 121">
              <a:extLst>
                <a:ext uri="{FF2B5EF4-FFF2-40B4-BE49-F238E27FC236}">
                  <a16:creationId xmlns:a16="http://schemas.microsoft.com/office/drawing/2014/main" id="{19EC7E2A-D4B3-4CB3-B0DB-169E98766C35}"/>
                </a:ext>
              </a:extLst>
            </p:cNvPr>
            <p:cNvSpPr>
              <a:spLocks noChangeArrowheads="1"/>
            </p:cNvSpPr>
            <p:nvPr/>
          </p:nvSpPr>
          <p:spPr bwMode="auto">
            <a:xfrm>
              <a:off x="4010025"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621" name="Rectangle 122">
              <a:extLst>
                <a:ext uri="{FF2B5EF4-FFF2-40B4-BE49-F238E27FC236}">
                  <a16:creationId xmlns:a16="http://schemas.microsoft.com/office/drawing/2014/main" id="{CCC4A9E4-7B45-4BDE-8F18-777BA77A706D}"/>
                </a:ext>
              </a:extLst>
            </p:cNvPr>
            <p:cNvSpPr>
              <a:spLocks noChangeArrowheads="1"/>
            </p:cNvSpPr>
            <p:nvPr/>
          </p:nvSpPr>
          <p:spPr bwMode="auto">
            <a:xfrm>
              <a:off x="5829300"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622" name="Rectangle 123">
              <a:extLst>
                <a:ext uri="{FF2B5EF4-FFF2-40B4-BE49-F238E27FC236}">
                  <a16:creationId xmlns:a16="http://schemas.microsoft.com/office/drawing/2014/main" id="{02C072CB-947B-4DAD-85B7-A55487866567}"/>
                </a:ext>
              </a:extLst>
            </p:cNvPr>
            <p:cNvSpPr>
              <a:spLocks noChangeArrowheads="1"/>
            </p:cNvSpPr>
            <p:nvPr/>
          </p:nvSpPr>
          <p:spPr bwMode="auto">
            <a:xfrm>
              <a:off x="5091113"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623" name="Rectangle 124">
              <a:extLst>
                <a:ext uri="{FF2B5EF4-FFF2-40B4-BE49-F238E27FC236}">
                  <a16:creationId xmlns:a16="http://schemas.microsoft.com/office/drawing/2014/main" id="{2753AC38-1282-4172-9070-E1FC5ABE74F8}"/>
                </a:ext>
              </a:extLst>
            </p:cNvPr>
            <p:cNvSpPr>
              <a:spLocks noChangeArrowheads="1"/>
            </p:cNvSpPr>
            <p:nvPr/>
          </p:nvSpPr>
          <p:spPr bwMode="auto">
            <a:xfrm>
              <a:off x="6819900"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624" name="Rectangle 125">
              <a:extLst>
                <a:ext uri="{FF2B5EF4-FFF2-40B4-BE49-F238E27FC236}">
                  <a16:creationId xmlns:a16="http://schemas.microsoft.com/office/drawing/2014/main" id="{8C09E34F-AF04-4FC9-8A62-F4088FEEE888}"/>
                </a:ext>
              </a:extLst>
            </p:cNvPr>
            <p:cNvSpPr>
              <a:spLocks noChangeArrowheads="1"/>
            </p:cNvSpPr>
            <p:nvPr/>
          </p:nvSpPr>
          <p:spPr bwMode="auto">
            <a:xfrm>
              <a:off x="2600325" y="5018088"/>
              <a:ext cx="422275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625" name="Rectangle 126">
              <a:extLst>
                <a:ext uri="{FF2B5EF4-FFF2-40B4-BE49-F238E27FC236}">
                  <a16:creationId xmlns:a16="http://schemas.microsoft.com/office/drawing/2014/main" id="{B0F14EDD-2DBA-408D-9F65-E71D9B7E812E}"/>
                </a:ext>
              </a:extLst>
            </p:cNvPr>
            <p:cNvSpPr>
              <a:spLocks noChangeArrowheads="1"/>
            </p:cNvSpPr>
            <p:nvPr/>
          </p:nvSpPr>
          <p:spPr bwMode="auto">
            <a:xfrm>
              <a:off x="6126163"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61442" name="Title 1">
            <a:extLst>
              <a:ext uri="{FF2B5EF4-FFF2-40B4-BE49-F238E27FC236}">
                <a16:creationId xmlns:a16="http://schemas.microsoft.com/office/drawing/2014/main" id="{3CB57876-028E-413F-A191-DF3D0FA04702}"/>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K-map for Y</a:t>
            </a:r>
            <a:r>
              <a:rPr kumimoji="0" lang="en-US" altLang="en-US" sz="3600" b="1" i="0" u="none" strike="noStrike" kern="120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cs typeface="+mn-cs"/>
              </a:rPr>
              <a:t>0</a:t>
            </a:r>
          </a:p>
        </p:txBody>
      </p:sp>
      <p:grpSp>
        <p:nvGrpSpPr>
          <p:cNvPr id="61443" name="Group 127">
            <a:extLst>
              <a:ext uri="{FF2B5EF4-FFF2-40B4-BE49-F238E27FC236}">
                <a16:creationId xmlns:a16="http://schemas.microsoft.com/office/drawing/2014/main" id="{CB883C03-050A-46D4-990C-A03C3DD2BF00}"/>
              </a:ext>
            </a:extLst>
          </p:cNvPr>
          <p:cNvGrpSpPr>
            <a:grpSpLocks/>
          </p:cNvGrpSpPr>
          <p:nvPr/>
        </p:nvGrpSpPr>
        <p:grpSpPr bwMode="auto">
          <a:xfrm>
            <a:off x="5651500" y="2214563"/>
            <a:ext cx="2425700" cy="2662237"/>
            <a:chOff x="1295400" y="838200"/>
            <a:chExt cx="2425700" cy="2662237"/>
          </a:xfrm>
        </p:grpSpPr>
        <p:sp>
          <p:nvSpPr>
            <p:cNvPr id="61447" name="Rectangle 4">
              <a:extLst>
                <a:ext uri="{FF2B5EF4-FFF2-40B4-BE49-F238E27FC236}">
                  <a16:creationId xmlns:a16="http://schemas.microsoft.com/office/drawing/2014/main" id="{1726AB78-9BAE-4371-87C2-CC180B81ACEA}"/>
                </a:ext>
              </a:extLst>
            </p:cNvPr>
            <p:cNvSpPr>
              <a:spLocks noChangeArrowheads="1"/>
            </p:cNvSpPr>
            <p:nvPr/>
          </p:nvSpPr>
          <p:spPr bwMode="auto">
            <a:xfrm>
              <a:off x="1957388" y="1446212"/>
              <a:ext cx="820737" cy="819150"/>
            </a:xfrm>
            <a:prstGeom prst="rect">
              <a:avLst/>
            </a:prstGeom>
            <a:solidFill>
              <a:srgbClr val="FFFFFF"/>
            </a:solidFill>
            <a:ln w="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48" name="Line 5">
              <a:extLst>
                <a:ext uri="{FF2B5EF4-FFF2-40B4-BE49-F238E27FC236}">
                  <a16:creationId xmlns:a16="http://schemas.microsoft.com/office/drawing/2014/main" id="{5BD9AB24-75A9-4690-A08F-EC401E0B5870}"/>
                </a:ext>
              </a:extLst>
            </p:cNvPr>
            <p:cNvSpPr>
              <a:spLocks noChangeShapeType="1"/>
            </p:cNvSpPr>
            <p:nvPr/>
          </p:nvSpPr>
          <p:spPr bwMode="auto">
            <a:xfrm flipH="1">
              <a:off x="1957388" y="1865312"/>
              <a:ext cx="820737"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49" name="Line 6">
              <a:extLst>
                <a:ext uri="{FF2B5EF4-FFF2-40B4-BE49-F238E27FC236}">
                  <a16:creationId xmlns:a16="http://schemas.microsoft.com/office/drawing/2014/main" id="{F72B37CB-9DDD-4760-B52C-EAD5AF545E00}"/>
                </a:ext>
              </a:extLst>
            </p:cNvPr>
            <p:cNvSpPr>
              <a:spLocks noChangeShapeType="1"/>
            </p:cNvSpPr>
            <p:nvPr/>
          </p:nvSpPr>
          <p:spPr bwMode="auto">
            <a:xfrm flipV="1">
              <a:off x="2378075" y="1446212"/>
              <a:ext cx="1588" cy="8191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50" name="Line 7">
              <a:extLst>
                <a:ext uri="{FF2B5EF4-FFF2-40B4-BE49-F238E27FC236}">
                  <a16:creationId xmlns:a16="http://schemas.microsoft.com/office/drawing/2014/main" id="{0337AE31-24F6-42C4-91BE-5DC7B58726A6}"/>
                </a:ext>
              </a:extLst>
            </p:cNvPr>
            <p:cNvSpPr>
              <a:spLocks noChangeShapeType="1"/>
            </p:cNvSpPr>
            <p:nvPr/>
          </p:nvSpPr>
          <p:spPr bwMode="auto">
            <a:xfrm>
              <a:off x="1557338" y="1044575"/>
              <a:ext cx="400050" cy="40163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51" name="Rectangle 8">
              <a:extLst>
                <a:ext uri="{FF2B5EF4-FFF2-40B4-BE49-F238E27FC236}">
                  <a16:creationId xmlns:a16="http://schemas.microsoft.com/office/drawing/2014/main" id="{ACAC4CD0-E0C4-4B3B-9E9E-FD11741930F6}"/>
                </a:ext>
              </a:extLst>
            </p:cNvPr>
            <p:cNvSpPr>
              <a:spLocks noChangeArrowheads="1"/>
            </p:cNvSpPr>
            <p:nvPr/>
          </p:nvSpPr>
          <p:spPr bwMode="auto">
            <a:xfrm>
              <a:off x="2778125" y="1446212"/>
              <a:ext cx="801688" cy="819150"/>
            </a:xfrm>
            <a:prstGeom prst="rect">
              <a:avLst/>
            </a:prstGeom>
            <a:solidFill>
              <a:srgbClr val="FFFFFF"/>
            </a:solidFill>
            <a:ln w="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52" name="Line 9">
              <a:extLst>
                <a:ext uri="{FF2B5EF4-FFF2-40B4-BE49-F238E27FC236}">
                  <a16:creationId xmlns:a16="http://schemas.microsoft.com/office/drawing/2014/main" id="{C81CD6EC-CAD1-4471-B1CA-399589E4072E}"/>
                </a:ext>
              </a:extLst>
            </p:cNvPr>
            <p:cNvSpPr>
              <a:spLocks noChangeShapeType="1"/>
            </p:cNvSpPr>
            <p:nvPr/>
          </p:nvSpPr>
          <p:spPr bwMode="auto">
            <a:xfrm flipH="1">
              <a:off x="2778125" y="1865312"/>
              <a:ext cx="801688"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53" name="Line 10">
              <a:extLst>
                <a:ext uri="{FF2B5EF4-FFF2-40B4-BE49-F238E27FC236}">
                  <a16:creationId xmlns:a16="http://schemas.microsoft.com/office/drawing/2014/main" id="{D9E09CE5-DC3A-4534-BD79-972F2DEE0A94}"/>
                </a:ext>
              </a:extLst>
            </p:cNvPr>
            <p:cNvSpPr>
              <a:spLocks noChangeShapeType="1"/>
            </p:cNvSpPr>
            <p:nvPr/>
          </p:nvSpPr>
          <p:spPr bwMode="auto">
            <a:xfrm flipV="1">
              <a:off x="3179763" y="1446212"/>
              <a:ext cx="1587" cy="8191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54" name="Rectangle 11">
              <a:extLst>
                <a:ext uri="{FF2B5EF4-FFF2-40B4-BE49-F238E27FC236}">
                  <a16:creationId xmlns:a16="http://schemas.microsoft.com/office/drawing/2014/main" id="{F2BFCA2F-1777-4F96-97FF-3A8112BACBB8}"/>
                </a:ext>
              </a:extLst>
            </p:cNvPr>
            <p:cNvSpPr>
              <a:spLocks noChangeArrowheads="1"/>
            </p:cNvSpPr>
            <p:nvPr/>
          </p:nvSpPr>
          <p:spPr bwMode="auto">
            <a:xfrm>
              <a:off x="2079625" y="122396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55" name="Rectangle 12">
              <a:extLst>
                <a:ext uri="{FF2B5EF4-FFF2-40B4-BE49-F238E27FC236}">
                  <a16:creationId xmlns:a16="http://schemas.microsoft.com/office/drawing/2014/main" id="{18C8D2FF-ABD3-48EA-95F3-4FE13BC097DF}"/>
                </a:ext>
              </a:extLst>
            </p:cNvPr>
            <p:cNvSpPr>
              <a:spLocks noChangeArrowheads="1"/>
            </p:cNvSpPr>
            <p:nvPr/>
          </p:nvSpPr>
          <p:spPr bwMode="auto">
            <a:xfrm>
              <a:off x="2486025" y="122396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56" name="Rectangle 13">
              <a:extLst>
                <a:ext uri="{FF2B5EF4-FFF2-40B4-BE49-F238E27FC236}">
                  <a16:creationId xmlns:a16="http://schemas.microsoft.com/office/drawing/2014/main" id="{38BD42FB-54A6-4AC8-9EDA-4CA6CCEB3026}"/>
                </a:ext>
              </a:extLst>
            </p:cNvPr>
            <p:cNvSpPr>
              <a:spLocks noChangeArrowheads="1"/>
            </p:cNvSpPr>
            <p:nvPr/>
          </p:nvSpPr>
          <p:spPr bwMode="auto">
            <a:xfrm>
              <a:off x="2890838" y="1223962"/>
              <a:ext cx="24923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57" name="Rectangle 14">
              <a:extLst>
                <a:ext uri="{FF2B5EF4-FFF2-40B4-BE49-F238E27FC236}">
                  <a16:creationId xmlns:a16="http://schemas.microsoft.com/office/drawing/2014/main" id="{C290714B-3FEB-439E-9F39-9D6E282D2379}"/>
                </a:ext>
              </a:extLst>
            </p:cNvPr>
            <p:cNvSpPr>
              <a:spLocks noChangeArrowheads="1"/>
            </p:cNvSpPr>
            <p:nvPr/>
          </p:nvSpPr>
          <p:spPr bwMode="auto">
            <a:xfrm>
              <a:off x="3297238" y="1223962"/>
              <a:ext cx="24923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58" name="Rectangle 15">
              <a:extLst>
                <a:ext uri="{FF2B5EF4-FFF2-40B4-BE49-F238E27FC236}">
                  <a16:creationId xmlns:a16="http://schemas.microsoft.com/office/drawing/2014/main" id="{4B1FA1DF-A158-4B9F-984C-3B518D5704AA}"/>
                </a:ext>
              </a:extLst>
            </p:cNvPr>
            <p:cNvSpPr>
              <a:spLocks noChangeArrowheads="1"/>
            </p:cNvSpPr>
            <p:nvPr/>
          </p:nvSpPr>
          <p:spPr bwMode="auto">
            <a:xfrm>
              <a:off x="1708150" y="156051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59" name="Rectangle 16">
              <a:extLst>
                <a:ext uri="{FF2B5EF4-FFF2-40B4-BE49-F238E27FC236}">
                  <a16:creationId xmlns:a16="http://schemas.microsoft.com/office/drawing/2014/main" id="{FF1DD4CE-876C-4210-AB4C-4767CF20538A}"/>
                </a:ext>
              </a:extLst>
            </p:cNvPr>
            <p:cNvSpPr>
              <a:spLocks noChangeArrowheads="1"/>
            </p:cNvSpPr>
            <p:nvPr/>
          </p:nvSpPr>
          <p:spPr bwMode="auto">
            <a:xfrm>
              <a:off x="1698625" y="196691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60" name="Rectangle 17">
              <a:extLst>
                <a:ext uri="{FF2B5EF4-FFF2-40B4-BE49-F238E27FC236}">
                  <a16:creationId xmlns:a16="http://schemas.microsoft.com/office/drawing/2014/main" id="{8A62D15B-2E6F-4009-89DB-D98EDD0D7E94}"/>
                </a:ext>
              </a:extLst>
            </p:cNvPr>
            <p:cNvSpPr>
              <a:spLocks noChangeArrowheads="1"/>
            </p:cNvSpPr>
            <p:nvPr/>
          </p:nvSpPr>
          <p:spPr bwMode="auto">
            <a:xfrm>
              <a:off x="2532063" y="1570037"/>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61" name="Rectangle 18">
              <a:extLst>
                <a:ext uri="{FF2B5EF4-FFF2-40B4-BE49-F238E27FC236}">
                  <a16:creationId xmlns:a16="http://schemas.microsoft.com/office/drawing/2014/main" id="{AA607D2B-F789-4FA0-AD5D-AA0618B00D66}"/>
                </a:ext>
              </a:extLst>
            </p:cNvPr>
            <p:cNvSpPr>
              <a:spLocks noChangeArrowheads="1"/>
            </p:cNvSpPr>
            <p:nvPr/>
          </p:nvSpPr>
          <p:spPr bwMode="auto">
            <a:xfrm>
              <a:off x="2122488" y="1974850"/>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62" name="Rectangle 19">
              <a:extLst>
                <a:ext uri="{FF2B5EF4-FFF2-40B4-BE49-F238E27FC236}">
                  <a16:creationId xmlns:a16="http://schemas.microsoft.com/office/drawing/2014/main" id="{5415DBBA-C1A8-4C49-A60B-1110ACD322C8}"/>
                </a:ext>
              </a:extLst>
            </p:cNvPr>
            <p:cNvSpPr>
              <a:spLocks noChangeArrowheads="1"/>
            </p:cNvSpPr>
            <p:nvPr/>
          </p:nvSpPr>
          <p:spPr bwMode="auto">
            <a:xfrm>
              <a:off x="2532063" y="1974850"/>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63" name="Rectangle 20">
              <a:extLst>
                <a:ext uri="{FF2B5EF4-FFF2-40B4-BE49-F238E27FC236}">
                  <a16:creationId xmlns:a16="http://schemas.microsoft.com/office/drawing/2014/main" id="{018DAA16-7A0B-4976-9E96-8E6BBFF7CDEF}"/>
                </a:ext>
              </a:extLst>
            </p:cNvPr>
            <p:cNvSpPr>
              <a:spLocks noChangeArrowheads="1"/>
            </p:cNvSpPr>
            <p:nvPr/>
          </p:nvSpPr>
          <p:spPr bwMode="auto">
            <a:xfrm>
              <a:off x="2940050" y="1570037"/>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64" name="Rectangle 21">
              <a:extLst>
                <a:ext uri="{FF2B5EF4-FFF2-40B4-BE49-F238E27FC236}">
                  <a16:creationId xmlns:a16="http://schemas.microsoft.com/office/drawing/2014/main" id="{1298AAD3-F88B-457B-80B4-5C9F441FC738}"/>
                </a:ext>
              </a:extLst>
            </p:cNvPr>
            <p:cNvSpPr>
              <a:spLocks noChangeArrowheads="1"/>
            </p:cNvSpPr>
            <p:nvPr/>
          </p:nvSpPr>
          <p:spPr bwMode="auto">
            <a:xfrm>
              <a:off x="2940050" y="1974850"/>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65" name="Rectangle 22">
              <a:extLst>
                <a:ext uri="{FF2B5EF4-FFF2-40B4-BE49-F238E27FC236}">
                  <a16:creationId xmlns:a16="http://schemas.microsoft.com/office/drawing/2014/main" id="{32DFEADB-08BB-43A1-AA12-A38F96025966}"/>
                </a:ext>
              </a:extLst>
            </p:cNvPr>
            <p:cNvSpPr>
              <a:spLocks noChangeArrowheads="1"/>
            </p:cNvSpPr>
            <p:nvPr/>
          </p:nvSpPr>
          <p:spPr bwMode="auto">
            <a:xfrm>
              <a:off x="3335338" y="1570037"/>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66" name="Rectangle 23">
              <a:extLst>
                <a:ext uri="{FF2B5EF4-FFF2-40B4-BE49-F238E27FC236}">
                  <a16:creationId xmlns:a16="http://schemas.microsoft.com/office/drawing/2014/main" id="{DE2BCFF1-4583-46F5-8ABC-1FB9DE475CFD}"/>
                </a:ext>
              </a:extLst>
            </p:cNvPr>
            <p:cNvSpPr>
              <a:spLocks noChangeArrowheads="1"/>
            </p:cNvSpPr>
            <p:nvPr/>
          </p:nvSpPr>
          <p:spPr bwMode="auto">
            <a:xfrm>
              <a:off x="3335338" y="1974850"/>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67" name="Rectangle 24">
              <a:extLst>
                <a:ext uri="{FF2B5EF4-FFF2-40B4-BE49-F238E27FC236}">
                  <a16:creationId xmlns:a16="http://schemas.microsoft.com/office/drawing/2014/main" id="{7264A79F-FEE9-4AE9-9114-40FBFB9184DA}"/>
                </a:ext>
              </a:extLst>
            </p:cNvPr>
            <p:cNvSpPr>
              <a:spLocks noChangeArrowheads="1"/>
            </p:cNvSpPr>
            <p:nvPr/>
          </p:nvSpPr>
          <p:spPr bwMode="auto">
            <a:xfrm>
              <a:off x="1957388" y="2265362"/>
              <a:ext cx="820737" cy="801688"/>
            </a:xfrm>
            <a:prstGeom prst="rect">
              <a:avLst/>
            </a:prstGeom>
            <a:solidFill>
              <a:srgbClr val="FFFFFF"/>
            </a:solidFill>
            <a:ln w="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68" name="Line 25">
              <a:extLst>
                <a:ext uri="{FF2B5EF4-FFF2-40B4-BE49-F238E27FC236}">
                  <a16:creationId xmlns:a16="http://schemas.microsoft.com/office/drawing/2014/main" id="{0BE45CB4-BA6D-4EA9-B033-12D14F33FAEF}"/>
                </a:ext>
              </a:extLst>
            </p:cNvPr>
            <p:cNvSpPr>
              <a:spLocks noChangeShapeType="1"/>
            </p:cNvSpPr>
            <p:nvPr/>
          </p:nvSpPr>
          <p:spPr bwMode="auto">
            <a:xfrm flipH="1">
              <a:off x="1957388" y="2667000"/>
              <a:ext cx="820737"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69" name="Line 26">
              <a:extLst>
                <a:ext uri="{FF2B5EF4-FFF2-40B4-BE49-F238E27FC236}">
                  <a16:creationId xmlns:a16="http://schemas.microsoft.com/office/drawing/2014/main" id="{5E09F679-89E7-4CB9-BF32-31AF3A2AEAF7}"/>
                </a:ext>
              </a:extLst>
            </p:cNvPr>
            <p:cNvSpPr>
              <a:spLocks noChangeShapeType="1"/>
            </p:cNvSpPr>
            <p:nvPr/>
          </p:nvSpPr>
          <p:spPr bwMode="auto">
            <a:xfrm flipV="1">
              <a:off x="2378075" y="2265362"/>
              <a:ext cx="1588" cy="8016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70" name="Rectangle 27">
              <a:extLst>
                <a:ext uri="{FF2B5EF4-FFF2-40B4-BE49-F238E27FC236}">
                  <a16:creationId xmlns:a16="http://schemas.microsoft.com/office/drawing/2014/main" id="{8B6AA801-4A9C-45CA-9CF6-2BB330DDA992}"/>
                </a:ext>
              </a:extLst>
            </p:cNvPr>
            <p:cNvSpPr>
              <a:spLocks noChangeArrowheads="1"/>
            </p:cNvSpPr>
            <p:nvPr/>
          </p:nvSpPr>
          <p:spPr bwMode="auto">
            <a:xfrm>
              <a:off x="2778125" y="2265362"/>
              <a:ext cx="801688" cy="801688"/>
            </a:xfrm>
            <a:prstGeom prst="rect">
              <a:avLst/>
            </a:prstGeom>
            <a:solidFill>
              <a:srgbClr val="FFFFFF"/>
            </a:solidFill>
            <a:ln w="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71" name="Line 28">
              <a:extLst>
                <a:ext uri="{FF2B5EF4-FFF2-40B4-BE49-F238E27FC236}">
                  <a16:creationId xmlns:a16="http://schemas.microsoft.com/office/drawing/2014/main" id="{10EE134A-CB8D-4113-91E9-08F97AC063BE}"/>
                </a:ext>
              </a:extLst>
            </p:cNvPr>
            <p:cNvSpPr>
              <a:spLocks noChangeShapeType="1"/>
            </p:cNvSpPr>
            <p:nvPr/>
          </p:nvSpPr>
          <p:spPr bwMode="auto">
            <a:xfrm flipH="1">
              <a:off x="2778125" y="2667000"/>
              <a:ext cx="801688"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72" name="Line 29">
              <a:extLst>
                <a:ext uri="{FF2B5EF4-FFF2-40B4-BE49-F238E27FC236}">
                  <a16:creationId xmlns:a16="http://schemas.microsoft.com/office/drawing/2014/main" id="{0214854A-F846-4C75-A712-1B7333824868}"/>
                </a:ext>
              </a:extLst>
            </p:cNvPr>
            <p:cNvSpPr>
              <a:spLocks noChangeShapeType="1"/>
            </p:cNvSpPr>
            <p:nvPr/>
          </p:nvSpPr>
          <p:spPr bwMode="auto">
            <a:xfrm flipV="1">
              <a:off x="3179763" y="2265362"/>
              <a:ext cx="1587" cy="8016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73" name="Rectangle 30">
              <a:extLst>
                <a:ext uri="{FF2B5EF4-FFF2-40B4-BE49-F238E27FC236}">
                  <a16:creationId xmlns:a16="http://schemas.microsoft.com/office/drawing/2014/main" id="{D23E44BD-A365-4A9B-8785-62772CABF6C6}"/>
                </a:ext>
              </a:extLst>
            </p:cNvPr>
            <p:cNvSpPr>
              <a:spLocks noChangeArrowheads="1"/>
            </p:cNvSpPr>
            <p:nvPr/>
          </p:nvSpPr>
          <p:spPr bwMode="auto">
            <a:xfrm>
              <a:off x="2122488" y="1570037"/>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74" name="Rectangle 31">
              <a:extLst>
                <a:ext uri="{FF2B5EF4-FFF2-40B4-BE49-F238E27FC236}">
                  <a16:creationId xmlns:a16="http://schemas.microsoft.com/office/drawing/2014/main" id="{6578F5AB-BCE4-4160-8C9E-3E6F5F50B1E4}"/>
                </a:ext>
              </a:extLst>
            </p:cNvPr>
            <p:cNvSpPr>
              <a:spLocks noChangeArrowheads="1"/>
            </p:cNvSpPr>
            <p:nvPr/>
          </p:nvSpPr>
          <p:spPr bwMode="auto">
            <a:xfrm>
              <a:off x="2532063" y="2381250"/>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75" name="Rectangle 32">
              <a:extLst>
                <a:ext uri="{FF2B5EF4-FFF2-40B4-BE49-F238E27FC236}">
                  <a16:creationId xmlns:a16="http://schemas.microsoft.com/office/drawing/2014/main" id="{CA69E4C4-7795-43D8-9F25-DD1CB7C22D89}"/>
                </a:ext>
              </a:extLst>
            </p:cNvPr>
            <p:cNvSpPr>
              <a:spLocks noChangeArrowheads="1"/>
            </p:cNvSpPr>
            <p:nvPr/>
          </p:nvSpPr>
          <p:spPr bwMode="auto">
            <a:xfrm>
              <a:off x="2122488" y="2786062"/>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76" name="Rectangle 33">
              <a:extLst>
                <a:ext uri="{FF2B5EF4-FFF2-40B4-BE49-F238E27FC236}">
                  <a16:creationId xmlns:a16="http://schemas.microsoft.com/office/drawing/2014/main" id="{68EDD753-055A-416E-A363-A66D8567C646}"/>
                </a:ext>
              </a:extLst>
            </p:cNvPr>
            <p:cNvSpPr>
              <a:spLocks noChangeArrowheads="1"/>
            </p:cNvSpPr>
            <p:nvPr/>
          </p:nvSpPr>
          <p:spPr bwMode="auto">
            <a:xfrm>
              <a:off x="2532063" y="2786062"/>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77" name="Rectangle 34">
              <a:extLst>
                <a:ext uri="{FF2B5EF4-FFF2-40B4-BE49-F238E27FC236}">
                  <a16:creationId xmlns:a16="http://schemas.microsoft.com/office/drawing/2014/main" id="{1619C58E-1893-45EA-9A1F-1A873B1A1E9A}"/>
                </a:ext>
              </a:extLst>
            </p:cNvPr>
            <p:cNvSpPr>
              <a:spLocks noChangeArrowheads="1"/>
            </p:cNvSpPr>
            <p:nvPr/>
          </p:nvSpPr>
          <p:spPr bwMode="auto">
            <a:xfrm>
              <a:off x="2940050" y="2381250"/>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78" name="Rectangle 35">
              <a:extLst>
                <a:ext uri="{FF2B5EF4-FFF2-40B4-BE49-F238E27FC236}">
                  <a16:creationId xmlns:a16="http://schemas.microsoft.com/office/drawing/2014/main" id="{83EBD104-07B6-4E44-802A-94E6A8F03128}"/>
                </a:ext>
              </a:extLst>
            </p:cNvPr>
            <p:cNvSpPr>
              <a:spLocks noChangeArrowheads="1"/>
            </p:cNvSpPr>
            <p:nvPr/>
          </p:nvSpPr>
          <p:spPr bwMode="auto">
            <a:xfrm>
              <a:off x="2940050" y="2786062"/>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79" name="Rectangle 36">
              <a:extLst>
                <a:ext uri="{FF2B5EF4-FFF2-40B4-BE49-F238E27FC236}">
                  <a16:creationId xmlns:a16="http://schemas.microsoft.com/office/drawing/2014/main" id="{703724D1-D02F-4A37-80AB-6681484EE9FA}"/>
                </a:ext>
              </a:extLst>
            </p:cNvPr>
            <p:cNvSpPr>
              <a:spLocks noChangeArrowheads="1"/>
            </p:cNvSpPr>
            <p:nvPr/>
          </p:nvSpPr>
          <p:spPr bwMode="auto">
            <a:xfrm>
              <a:off x="3335338" y="2381250"/>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80" name="Rectangle 37">
              <a:extLst>
                <a:ext uri="{FF2B5EF4-FFF2-40B4-BE49-F238E27FC236}">
                  <a16:creationId xmlns:a16="http://schemas.microsoft.com/office/drawing/2014/main" id="{87761A6D-79E9-458A-9BC6-399CEB8EF1D7}"/>
                </a:ext>
              </a:extLst>
            </p:cNvPr>
            <p:cNvSpPr>
              <a:spLocks noChangeArrowheads="1"/>
            </p:cNvSpPr>
            <p:nvPr/>
          </p:nvSpPr>
          <p:spPr bwMode="auto">
            <a:xfrm>
              <a:off x="3335338" y="2786062"/>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81" name="Rectangle 38">
              <a:extLst>
                <a:ext uri="{FF2B5EF4-FFF2-40B4-BE49-F238E27FC236}">
                  <a16:creationId xmlns:a16="http://schemas.microsoft.com/office/drawing/2014/main" id="{AEFD3FE6-2C90-4B0E-B350-6A05DFEEEE27}"/>
                </a:ext>
              </a:extLst>
            </p:cNvPr>
            <p:cNvSpPr>
              <a:spLocks noChangeArrowheads="1"/>
            </p:cNvSpPr>
            <p:nvPr/>
          </p:nvSpPr>
          <p:spPr bwMode="auto">
            <a:xfrm>
              <a:off x="2122488" y="2381250"/>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82" name="Rectangle 39">
              <a:extLst>
                <a:ext uri="{FF2B5EF4-FFF2-40B4-BE49-F238E27FC236}">
                  <a16:creationId xmlns:a16="http://schemas.microsoft.com/office/drawing/2014/main" id="{93ED1199-9034-4C67-8489-6875F43CB25C}"/>
                </a:ext>
              </a:extLst>
            </p:cNvPr>
            <p:cNvSpPr>
              <a:spLocks noChangeArrowheads="1"/>
            </p:cNvSpPr>
            <p:nvPr/>
          </p:nvSpPr>
          <p:spPr bwMode="auto">
            <a:xfrm>
              <a:off x="1698625" y="2381250"/>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83" name="Rectangle 40">
              <a:extLst>
                <a:ext uri="{FF2B5EF4-FFF2-40B4-BE49-F238E27FC236}">
                  <a16:creationId xmlns:a16="http://schemas.microsoft.com/office/drawing/2014/main" id="{A9D78640-980C-45B0-A3A7-503928251D01}"/>
                </a:ext>
              </a:extLst>
            </p:cNvPr>
            <p:cNvSpPr>
              <a:spLocks noChangeArrowheads="1"/>
            </p:cNvSpPr>
            <p:nvPr/>
          </p:nvSpPr>
          <p:spPr bwMode="auto">
            <a:xfrm>
              <a:off x="1698625" y="278606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84" name="Rectangle 41">
              <a:extLst>
                <a:ext uri="{FF2B5EF4-FFF2-40B4-BE49-F238E27FC236}">
                  <a16:creationId xmlns:a16="http://schemas.microsoft.com/office/drawing/2014/main" id="{A4573F4F-5A78-4310-A7A8-E2789FB5D1EF}"/>
                </a:ext>
              </a:extLst>
            </p:cNvPr>
            <p:cNvSpPr>
              <a:spLocks noChangeArrowheads="1"/>
            </p:cNvSpPr>
            <p:nvPr/>
          </p:nvSpPr>
          <p:spPr bwMode="auto">
            <a:xfrm>
              <a:off x="1695450" y="838200"/>
              <a:ext cx="195263"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85" name="Rectangle 42">
              <a:extLst>
                <a:ext uri="{FF2B5EF4-FFF2-40B4-BE49-F238E27FC236}">
                  <a16:creationId xmlns:a16="http://schemas.microsoft.com/office/drawing/2014/main" id="{2EE56043-7CE2-42F3-BC58-E4960FA9AEB2}"/>
                </a:ext>
              </a:extLst>
            </p:cNvPr>
            <p:cNvSpPr>
              <a:spLocks noChangeArrowheads="1"/>
            </p:cNvSpPr>
            <p:nvPr/>
          </p:nvSpPr>
          <p:spPr bwMode="auto">
            <a:xfrm>
              <a:off x="1778000" y="925512"/>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86" name="Rectangle 43">
              <a:extLst>
                <a:ext uri="{FF2B5EF4-FFF2-40B4-BE49-F238E27FC236}">
                  <a16:creationId xmlns:a16="http://schemas.microsoft.com/office/drawing/2014/main" id="{DDCF899D-20EC-4330-BDA2-1BD198465151}"/>
                </a:ext>
              </a:extLst>
            </p:cNvPr>
            <p:cNvSpPr>
              <a:spLocks noChangeArrowheads="1"/>
            </p:cNvSpPr>
            <p:nvPr/>
          </p:nvSpPr>
          <p:spPr bwMode="auto">
            <a:xfrm>
              <a:off x="1858963" y="838200"/>
              <a:ext cx="195262"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87" name="Rectangle 44">
              <a:extLst>
                <a:ext uri="{FF2B5EF4-FFF2-40B4-BE49-F238E27FC236}">
                  <a16:creationId xmlns:a16="http://schemas.microsoft.com/office/drawing/2014/main" id="{B6A4D174-827E-4495-B6EF-DDDFB206510C}"/>
                </a:ext>
              </a:extLst>
            </p:cNvPr>
            <p:cNvSpPr>
              <a:spLocks noChangeArrowheads="1"/>
            </p:cNvSpPr>
            <p:nvPr/>
          </p:nvSpPr>
          <p:spPr bwMode="auto">
            <a:xfrm>
              <a:off x="1941513" y="925512"/>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88" name="Rectangle 45">
              <a:extLst>
                <a:ext uri="{FF2B5EF4-FFF2-40B4-BE49-F238E27FC236}">
                  <a16:creationId xmlns:a16="http://schemas.microsoft.com/office/drawing/2014/main" id="{6FA3442D-9ED1-402D-A577-AB3E6D5FA623}"/>
                </a:ext>
              </a:extLst>
            </p:cNvPr>
            <p:cNvSpPr>
              <a:spLocks noChangeArrowheads="1"/>
            </p:cNvSpPr>
            <p:nvPr/>
          </p:nvSpPr>
          <p:spPr bwMode="auto">
            <a:xfrm>
              <a:off x="1295400" y="1084262"/>
              <a:ext cx="198438"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89" name="Freeform 46">
              <a:extLst>
                <a:ext uri="{FF2B5EF4-FFF2-40B4-BE49-F238E27FC236}">
                  <a16:creationId xmlns:a16="http://schemas.microsoft.com/office/drawing/2014/main" id="{18ADEFFD-D9F9-4919-91E7-A72E166F8F86}"/>
                </a:ext>
              </a:extLst>
            </p:cNvPr>
            <p:cNvSpPr>
              <a:spLocks/>
            </p:cNvSpPr>
            <p:nvPr/>
          </p:nvSpPr>
          <p:spPr bwMode="auto">
            <a:xfrm>
              <a:off x="2435225" y="1517650"/>
              <a:ext cx="677863" cy="676275"/>
            </a:xfrm>
            <a:custGeom>
              <a:avLst/>
              <a:gdLst>
                <a:gd name="T0" fmla="*/ 2147483646 w 852"/>
                <a:gd name="T1" fmla="*/ 0 h 853"/>
                <a:gd name="T2" fmla="*/ 2147483646 w 852"/>
                <a:gd name="T3" fmla="*/ 0 h 853"/>
                <a:gd name="T4" fmla="*/ 2147483646 w 852"/>
                <a:gd name="T5" fmla="*/ 0 h 853"/>
                <a:gd name="T6" fmla="*/ 2147483646 w 852"/>
                <a:gd name="T7" fmla="*/ 0 h 853"/>
                <a:gd name="T8" fmla="*/ 2147483646 w 852"/>
                <a:gd name="T9" fmla="*/ 2147483646 h 853"/>
                <a:gd name="T10" fmla="*/ 2147483646 w 852"/>
                <a:gd name="T11" fmla="*/ 2147483646 h 853"/>
                <a:gd name="T12" fmla="*/ 2147483646 w 852"/>
                <a:gd name="T13" fmla="*/ 2147483646 h 853"/>
                <a:gd name="T14" fmla="*/ 2147483646 w 852"/>
                <a:gd name="T15" fmla="*/ 2147483646 h 853"/>
                <a:gd name="T16" fmla="*/ 2147483646 w 852"/>
                <a:gd name="T17" fmla="*/ 2147483646 h 853"/>
                <a:gd name="T18" fmla="*/ 2147483646 w 852"/>
                <a:gd name="T19" fmla="*/ 2147483646 h 853"/>
                <a:gd name="T20" fmla="*/ 0 w 852"/>
                <a:gd name="T21" fmla="*/ 2147483646 h 853"/>
                <a:gd name="T22" fmla="*/ 0 w 852"/>
                <a:gd name="T23" fmla="*/ 2147483646 h 853"/>
                <a:gd name="T24" fmla="*/ 0 w 852"/>
                <a:gd name="T25" fmla="*/ 2147483646 h 853"/>
                <a:gd name="T26" fmla="*/ 0 w 852"/>
                <a:gd name="T27" fmla="*/ 2147483646 h 853"/>
                <a:gd name="T28" fmla="*/ 0 w 852"/>
                <a:gd name="T29" fmla="*/ 2147483646 h 853"/>
                <a:gd name="T30" fmla="*/ 0 w 852"/>
                <a:gd name="T31" fmla="*/ 2147483646 h 853"/>
                <a:gd name="T32" fmla="*/ 0 w 852"/>
                <a:gd name="T33" fmla="*/ 2147483646 h 853"/>
                <a:gd name="T34" fmla="*/ 0 w 852"/>
                <a:gd name="T35" fmla="*/ 2147483646 h 853"/>
                <a:gd name="T36" fmla="*/ 2147483646 w 852"/>
                <a:gd name="T37" fmla="*/ 2147483646 h 853"/>
                <a:gd name="T38" fmla="*/ 2147483646 w 852"/>
                <a:gd name="T39" fmla="*/ 2147483646 h 853"/>
                <a:gd name="T40" fmla="*/ 2147483646 w 852"/>
                <a:gd name="T41" fmla="*/ 2147483646 h 853"/>
                <a:gd name="T42" fmla="*/ 2147483646 w 852"/>
                <a:gd name="T43" fmla="*/ 2147483646 h 853"/>
                <a:gd name="T44" fmla="*/ 2147483646 w 852"/>
                <a:gd name="T45" fmla="*/ 2147483646 h 853"/>
                <a:gd name="T46" fmla="*/ 2147483646 w 852"/>
                <a:gd name="T47" fmla="*/ 2147483646 h 853"/>
                <a:gd name="T48" fmla="*/ 2147483646 w 852"/>
                <a:gd name="T49" fmla="*/ 2147483646 h 853"/>
                <a:gd name="T50" fmla="*/ 2147483646 w 852"/>
                <a:gd name="T51" fmla="*/ 2147483646 h 853"/>
                <a:gd name="T52" fmla="*/ 2147483646 w 852"/>
                <a:gd name="T53" fmla="*/ 2147483646 h 853"/>
                <a:gd name="T54" fmla="*/ 2147483646 w 852"/>
                <a:gd name="T55" fmla="*/ 2147483646 h 853"/>
                <a:gd name="T56" fmla="*/ 2147483646 w 852"/>
                <a:gd name="T57" fmla="*/ 2147483646 h 853"/>
                <a:gd name="T58" fmla="*/ 2147483646 w 852"/>
                <a:gd name="T59" fmla="*/ 2147483646 h 853"/>
                <a:gd name="T60" fmla="*/ 2147483646 w 852"/>
                <a:gd name="T61" fmla="*/ 2147483646 h 853"/>
                <a:gd name="T62" fmla="*/ 2147483646 w 852"/>
                <a:gd name="T63" fmla="*/ 2147483646 h 853"/>
                <a:gd name="T64" fmla="*/ 2147483646 w 852"/>
                <a:gd name="T65" fmla="*/ 2147483646 h 853"/>
                <a:gd name="T66" fmla="*/ 2147483646 w 852"/>
                <a:gd name="T67" fmla="*/ 2147483646 h 853"/>
                <a:gd name="T68" fmla="*/ 2147483646 w 852"/>
                <a:gd name="T69" fmla="*/ 2147483646 h 853"/>
                <a:gd name="T70" fmla="*/ 2147483646 w 852"/>
                <a:gd name="T71" fmla="*/ 2147483646 h 853"/>
                <a:gd name="T72" fmla="*/ 2147483646 w 852"/>
                <a:gd name="T73" fmla="*/ 2147483646 h 853"/>
                <a:gd name="T74" fmla="*/ 2147483646 w 852"/>
                <a:gd name="T75" fmla="*/ 2147483646 h 853"/>
                <a:gd name="T76" fmla="*/ 2147483646 w 852"/>
                <a:gd name="T77" fmla="*/ 2147483646 h 853"/>
                <a:gd name="T78" fmla="*/ 2147483646 w 852"/>
                <a:gd name="T79" fmla="*/ 2147483646 h 853"/>
                <a:gd name="T80" fmla="*/ 2147483646 w 852"/>
                <a:gd name="T81" fmla="*/ 2147483646 h 853"/>
                <a:gd name="T82" fmla="*/ 2147483646 w 852"/>
                <a:gd name="T83" fmla="*/ 2147483646 h 853"/>
                <a:gd name="T84" fmla="*/ 2147483646 w 852"/>
                <a:gd name="T85" fmla="*/ 2147483646 h 853"/>
                <a:gd name="T86" fmla="*/ 2147483646 w 852"/>
                <a:gd name="T87" fmla="*/ 2147483646 h 853"/>
                <a:gd name="T88" fmla="*/ 2147483646 w 852"/>
                <a:gd name="T89" fmla="*/ 2147483646 h 853"/>
                <a:gd name="T90" fmla="*/ 2147483646 w 852"/>
                <a:gd name="T91" fmla="*/ 2147483646 h 853"/>
                <a:gd name="T92" fmla="*/ 2147483646 w 852"/>
                <a:gd name="T93" fmla="*/ 2147483646 h 853"/>
                <a:gd name="T94" fmla="*/ 2147483646 w 852"/>
                <a:gd name="T95" fmla="*/ 2147483646 h 853"/>
                <a:gd name="T96" fmla="*/ 2147483646 w 852"/>
                <a:gd name="T97" fmla="*/ 2147483646 h 853"/>
                <a:gd name="T98" fmla="*/ 2147483646 w 852"/>
                <a:gd name="T99" fmla="*/ 2147483646 h 853"/>
                <a:gd name="T100" fmla="*/ 2147483646 w 852"/>
                <a:gd name="T101" fmla="*/ 2147483646 h 853"/>
                <a:gd name="T102" fmla="*/ 2147483646 w 852"/>
                <a:gd name="T103" fmla="*/ 2147483646 h 853"/>
                <a:gd name="T104" fmla="*/ 2147483646 w 852"/>
                <a:gd name="T105" fmla="*/ 2147483646 h 853"/>
                <a:gd name="T106" fmla="*/ 2147483646 w 852"/>
                <a:gd name="T107" fmla="*/ 2147483646 h 853"/>
                <a:gd name="T108" fmla="*/ 2147483646 w 852"/>
                <a:gd name="T109" fmla="*/ 0 h 853"/>
                <a:gd name="T110" fmla="*/ 2147483646 w 852"/>
                <a:gd name="T111" fmla="*/ 0 h 853"/>
                <a:gd name="T112" fmla="*/ 2147483646 w 852"/>
                <a:gd name="T113" fmla="*/ 0 h 853"/>
                <a:gd name="T114" fmla="*/ 2147483646 w 852"/>
                <a:gd name="T115" fmla="*/ 0 h 85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52"/>
                <a:gd name="T175" fmla="*/ 0 h 853"/>
                <a:gd name="T176" fmla="*/ 852 w 852"/>
                <a:gd name="T177" fmla="*/ 853 h 85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52" h="853">
                  <a:moveTo>
                    <a:pt x="426" y="0"/>
                  </a:moveTo>
                  <a:lnTo>
                    <a:pt x="398" y="0"/>
                  </a:lnTo>
                  <a:lnTo>
                    <a:pt x="372" y="0"/>
                  </a:lnTo>
                  <a:lnTo>
                    <a:pt x="347" y="0"/>
                  </a:lnTo>
                  <a:lnTo>
                    <a:pt x="324" y="0"/>
                  </a:lnTo>
                  <a:lnTo>
                    <a:pt x="303" y="0"/>
                  </a:lnTo>
                  <a:lnTo>
                    <a:pt x="282" y="0"/>
                  </a:lnTo>
                  <a:lnTo>
                    <a:pt x="264" y="0"/>
                  </a:lnTo>
                  <a:lnTo>
                    <a:pt x="246" y="0"/>
                  </a:lnTo>
                  <a:lnTo>
                    <a:pt x="231" y="0"/>
                  </a:lnTo>
                  <a:lnTo>
                    <a:pt x="216" y="0"/>
                  </a:lnTo>
                  <a:lnTo>
                    <a:pt x="203" y="0"/>
                  </a:lnTo>
                  <a:lnTo>
                    <a:pt x="190" y="0"/>
                  </a:lnTo>
                  <a:lnTo>
                    <a:pt x="179" y="0"/>
                  </a:lnTo>
                  <a:lnTo>
                    <a:pt x="168" y="0"/>
                  </a:lnTo>
                  <a:lnTo>
                    <a:pt x="160" y="0"/>
                  </a:lnTo>
                  <a:lnTo>
                    <a:pt x="150" y="0"/>
                  </a:lnTo>
                  <a:lnTo>
                    <a:pt x="143" y="0"/>
                  </a:lnTo>
                  <a:lnTo>
                    <a:pt x="136" y="0"/>
                  </a:lnTo>
                  <a:lnTo>
                    <a:pt x="130" y="0"/>
                  </a:lnTo>
                  <a:lnTo>
                    <a:pt x="124" y="0"/>
                  </a:lnTo>
                  <a:lnTo>
                    <a:pt x="119" y="0"/>
                  </a:lnTo>
                  <a:lnTo>
                    <a:pt x="114" y="0"/>
                  </a:lnTo>
                  <a:lnTo>
                    <a:pt x="109" y="0"/>
                  </a:lnTo>
                  <a:lnTo>
                    <a:pt x="106" y="0"/>
                  </a:lnTo>
                  <a:lnTo>
                    <a:pt x="102" y="0"/>
                  </a:lnTo>
                  <a:lnTo>
                    <a:pt x="98" y="0"/>
                  </a:lnTo>
                  <a:lnTo>
                    <a:pt x="95" y="0"/>
                  </a:lnTo>
                  <a:lnTo>
                    <a:pt x="91" y="0"/>
                  </a:lnTo>
                  <a:lnTo>
                    <a:pt x="89" y="0"/>
                  </a:lnTo>
                  <a:lnTo>
                    <a:pt x="85" y="0"/>
                  </a:lnTo>
                  <a:lnTo>
                    <a:pt x="81" y="0"/>
                  </a:lnTo>
                  <a:lnTo>
                    <a:pt x="78" y="0"/>
                  </a:lnTo>
                  <a:lnTo>
                    <a:pt x="74" y="0"/>
                  </a:lnTo>
                  <a:lnTo>
                    <a:pt x="71" y="0"/>
                  </a:lnTo>
                  <a:lnTo>
                    <a:pt x="68" y="0"/>
                  </a:lnTo>
                  <a:lnTo>
                    <a:pt x="65" y="0"/>
                  </a:lnTo>
                  <a:lnTo>
                    <a:pt x="62" y="0"/>
                  </a:lnTo>
                  <a:lnTo>
                    <a:pt x="60" y="0"/>
                  </a:lnTo>
                  <a:lnTo>
                    <a:pt x="57" y="2"/>
                  </a:lnTo>
                  <a:lnTo>
                    <a:pt x="55" y="2"/>
                  </a:lnTo>
                  <a:lnTo>
                    <a:pt x="53" y="2"/>
                  </a:lnTo>
                  <a:lnTo>
                    <a:pt x="51" y="2"/>
                  </a:lnTo>
                  <a:lnTo>
                    <a:pt x="49" y="3"/>
                  </a:lnTo>
                  <a:lnTo>
                    <a:pt x="48" y="3"/>
                  </a:lnTo>
                  <a:lnTo>
                    <a:pt x="45" y="4"/>
                  </a:lnTo>
                  <a:lnTo>
                    <a:pt x="44" y="4"/>
                  </a:lnTo>
                  <a:lnTo>
                    <a:pt x="43" y="5"/>
                  </a:lnTo>
                  <a:lnTo>
                    <a:pt x="42" y="6"/>
                  </a:lnTo>
                  <a:lnTo>
                    <a:pt x="41" y="8"/>
                  </a:lnTo>
                  <a:lnTo>
                    <a:pt x="39" y="9"/>
                  </a:lnTo>
                  <a:lnTo>
                    <a:pt x="38" y="10"/>
                  </a:lnTo>
                  <a:lnTo>
                    <a:pt x="36" y="11"/>
                  </a:lnTo>
                  <a:lnTo>
                    <a:pt x="35" y="12"/>
                  </a:lnTo>
                  <a:lnTo>
                    <a:pt x="33" y="15"/>
                  </a:lnTo>
                  <a:lnTo>
                    <a:pt x="32" y="16"/>
                  </a:lnTo>
                  <a:lnTo>
                    <a:pt x="31" y="18"/>
                  </a:lnTo>
                  <a:lnTo>
                    <a:pt x="30" y="21"/>
                  </a:lnTo>
                  <a:lnTo>
                    <a:pt x="29" y="23"/>
                  </a:lnTo>
                  <a:lnTo>
                    <a:pt x="27" y="27"/>
                  </a:lnTo>
                  <a:lnTo>
                    <a:pt x="26" y="29"/>
                  </a:lnTo>
                  <a:lnTo>
                    <a:pt x="25" y="33"/>
                  </a:lnTo>
                  <a:lnTo>
                    <a:pt x="24" y="36"/>
                  </a:lnTo>
                  <a:lnTo>
                    <a:pt x="21" y="40"/>
                  </a:lnTo>
                  <a:lnTo>
                    <a:pt x="20" y="44"/>
                  </a:lnTo>
                  <a:lnTo>
                    <a:pt x="18" y="47"/>
                  </a:lnTo>
                  <a:lnTo>
                    <a:pt x="17" y="51"/>
                  </a:lnTo>
                  <a:lnTo>
                    <a:pt x="15" y="54"/>
                  </a:lnTo>
                  <a:lnTo>
                    <a:pt x="13" y="58"/>
                  </a:lnTo>
                  <a:lnTo>
                    <a:pt x="12" y="60"/>
                  </a:lnTo>
                  <a:lnTo>
                    <a:pt x="11" y="64"/>
                  </a:lnTo>
                  <a:lnTo>
                    <a:pt x="9" y="67"/>
                  </a:lnTo>
                  <a:lnTo>
                    <a:pt x="8" y="69"/>
                  </a:lnTo>
                  <a:lnTo>
                    <a:pt x="8" y="73"/>
                  </a:lnTo>
                  <a:lnTo>
                    <a:pt x="7" y="75"/>
                  </a:lnTo>
                  <a:lnTo>
                    <a:pt x="6" y="77"/>
                  </a:lnTo>
                  <a:lnTo>
                    <a:pt x="5" y="80"/>
                  </a:lnTo>
                  <a:lnTo>
                    <a:pt x="5" y="83"/>
                  </a:lnTo>
                  <a:lnTo>
                    <a:pt x="3" y="86"/>
                  </a:lnTo>
                  <a:lnTo>
                    <a:pt x="3" y="88"/>
                  </a:lnTo>
                  <a:lnTo>
                    <a:pt x="3" y="92"/>
                  </a:lnTo>
                  <a:lnTo>
                    <a:pt x="2" y="94"/>
                  </a:lnTo>
                  <a:lnTo>
                    <a:pt x="2" y="98"/>
                  </a:lnTo>
                  <a:lnTo>
                    <a:pt x="2" y="101"/>
                  </a:lnTo>
                  <a:lnTo>
                    <a:pt x="1" y="105"/>
                  </a:lnTo>
                  <a:lnTo>
                    <a:pt x="1" y="109"/>
                  </a:lnTo>
                  <a:lnTo>
                    <a:pt x="1" y="112"/>
                  </a:lnTo>
                  <a:lnTo>
                    <a:pt x="1" y="117"/>
                  </a:lnTo>
                  <a:lnTo>
                    <a:pt x="1" y="122"/>
                  </a:lnTo>
                  <a:lnTo>
                    <a:pt x="1" y="127"/>
                  </a:lnTo>
                  <a:lnTo>
                    <a:pt x="1" y="131"/>
                  </a:lnTo>
                  <a:lnTo>
                    <a:pt x="1" y="137"/>
                  </a:lnTo>
                  <a:lnTo>
                    <a:pt x="1" y="143"/>
                  </a:lnTo>
                  <a:lnTo>
                    <a:pt x="1" y="149"/>
                  </a:lnTo>
                  <a:lnTo>
                    <a:pt x="0" y="157"/>
                  </a:lnTo>
                  <a:lnTo>
                    <a:pt x="0" y="164"/>
                  </a:lnTo>
                  <a:lnTo>
                    <a:pt x="0" y="171"/>
                  </a:lnTo>
                  <a:lnTo>
                    <a:pt x="0" y="178"/>
                  </a:lnTo>
                  <a:lnTo>
                    <a:pt x="0" y="187"/>
                  </a:lnTo>
                  <a:lnTo>
                    <a:pt x="0" y="193"/>
                  </a:lnTo>
                  <a:lnTo>
                    <a:pt x="0" y="200"/>
                  </a:lnTo>
                  <a:lnTo>
                    <a:pt x="0" y="206"/>
                  </a:lnTo>
                  <a:lnTo>
                    <a:pt x="0" y="212"/>
                  </a:lnTo>
                  <a:lnTo>
                    <a:pt x="0" y="218"/>
                  </a:lnTo>
                  <a:lnTo>
                    <a:pt x="0" y="223"/>
                  </a:lnTo>
                  <a:lnTo>
                    <a:pt x="0" y="229"/>
                  </a:lnTo>
                  <a:lnTo>
                    <a:pt x="0" y="234"/>
                  </a:lnTo>
                  <a:lnTo>
                    <a:pt x="0" y="240"/>
                  </a:lnTo>
                  <a:lnTo>
                    <a:pt x="0" y="244"/>
                  </a:lnTo>
                  <a:lnTo>
                    <a:pt x="0" y="250"/>
                  </a:lnTo>
                  <a:lnTo>
                    <a:pt x="0" y="255"/>
                  </a:lnTo>
                  <a:lnTo>
                    <a:pt x="0" y="261"/>
                  </a:lnTo>
                  <a:lnTo>
                    <a:pt x="0" y="267"/>
                  </a:lnTo>
                  <a:lnTo>
                    <a:pt x="0" y="273"/>
                  </a:lnTo>
                  <a:lnTo>
                    <a:pt x="0" y="279"/>
                  </a:lnTo>
                  <a:lnTo>
                    <a:pt x="0" y="287"/>
                  </a:lnTo>
                  <a:lnTo>
                    <a:pt x="0" y="294"/>
                  </a:lnTo>
                  <a:lnTo>
                    <a:pt x="0" y="301"/>
                  </a:lnTo>
                  <a:lnTo>
                    <a:pt x="0" y="309"/>
                  </a:lnTo>
                  <a:lnTo>
                    <a:pt x="0" y="318"/>
                  </a:lnTo>
                  <a:lnTo>
                    <a:pt x="0" y="327"/>
                  </a:lnTo>
                  <a:lnTo>
                    <a:pt x="0" y="337"/>
                  </a:lnTo>
                  <a:lnTo>
                    <a:pt x="0" y="347"/>
                  </a:lnTo>
                  <a:lnTo>
                    <a:pt x="0" y="359"/>
                  </a:lnTo>
                  <a:lnTo>
                    <a:pt x="0" y="371"/>
                  </a:lnTo>
                  <a:lnTo>
                    <a:pt x="0" y="383"/>
                  </a:lnTo>
                  <a:lnTo>
                    <a:pt x="0" y="397"/>
                  </a:lnTo>
                  <a:lnTo>
                    <a:pt x="0" y="412"/>
                  </a:lnTo>
                  <a:lnTo>
                    <a:pt x="0" y="427"/>
                  </a:lnTo>
                  <a:lnTo>
                    <a:pt x="0" y="443"/>
                  </a:lnTo>
                  <a:lnTo>
                    <a:pt x="0" y="457"/>
                  </a:lnTo>
                  <a:lnTo>
                    <a:pt x="0" y="470"/>
                  </a:lnTo>
                  <a:lnTo>
                    <a:pt x="0" y="484"/>
                  </a:lnTo>
                  <a:lnTo>
                    <a:pt x="0" y="496"/>
                  </a:lnTo>
                  <a:lnTo>
                    <a:pt x="0" y="507"/>
                  </a:lnTo>
                  <a:lnTo>
                    <a:pt x="0" y="517"/>
                  </a:lnTo>
                  <a:lnTo>
                    <a:pt x="0" y="527"/>
                  </a:lnTo>
                  <a:lnTo>
                    <a:pt x="0" y="535"/>
                  </a:lnTo>
                  <a:lnTo>
                    <a:pt x="0" y="545"/>
                  </a:lnTo>
                  <a:lnTo>
                    <a:pt x="0" y="552"/>
                  </a:lnTo>
                  <a:lnTo>
                    <a:pt x="0" y="561"/>
                  </a:lnTo>
                  <a:lnTo>
                    <a:pt x="0" y="568"/>
                  </a:lnTo>
                  <a:lnTo>
                    <a:pt x="0" y="574"/>
                  </a:lnTo>
                  <a:lnTo>
                    <a:pt x="0" y="580"/>
                  </a:lnTo>
                  <a:lnTo>
                    <a:pt x="0" y="587"/>
                  </a:lnTo>
                  <a:lnTo>
                    <a:pt x="0" y="592"/>
                  </a:lnTo>
                  <a:lnTo>
                    <a:pt x="0" y="598"/>
                  </a:lnTo>
                  <a:lnTo>
                    <a:pt x="0" y="604"/>
                  </a:lnTo>
                  <a:lnTo>
                    <a:pt x="0" y="609"/>
                  </a:lnTo>
                  <a:lnTo>
                    <a:pt x="0" y="615"/>
                  </a:lnTo>
                  <a:lnTo>
                    <a:pt x="0" y="620"/>
                  </a:lnTo>
                  <a:lnTo>
                    <a:pt x="0" y="626"/>
                  </a:lnTo>
                  <a:lnTo>
                    <a:pt x="0" y="630"/>
                  </a:lnTo>
                  <a:lnTo>
                    <a:pt x="0" y="636"/>
                  </a:lnTo>
                  <a:lnTo>
                    <a:pt x="0" y="641"/>
                  </a:lnTo>
                  <a:lnTo>
                    <a:pt x="0" y="647"/>
                  </a:lnTo>
                  <a:lnTo>
                    <a:pt x="0" y="654"/>
                  </a:lnTo>
                  <a:lnTo>
                    <a:pt x="0" y="660"/>
                  </a:lnTo>
                  <a:lnTo>
                    <a:pt x="0" y="668"/>
                  </a:lnTo>
                  <a:lnTo>
                    <a:pt x="0" y="675"/>
                  </a:lnTo>
                  <a:lnTo>
                    <a:pt x="0" y="682"/>
                  </a:lnTo>
                  <a:lnTo>
                    <a:pt x="0" y="690"/>
                  </a:lnTo>
                  <a:lnTo>
                    <a:pt x="0" y="698"/>
                  </a:lnTo>
                  <a:lnTo>
                    <a:pt x="1" y="704"/>
                  </a:lnTo>
                  <a:lnTo>
                    <a:pt x="1" y="711"/>
                  </a:lnTo>
                  <a:lnTo>
                    <a:pt x="1" y="717"/>
                  </a:lnTo>
                  <a:lnTo>
                    <a:pt x="1" y="722"/>
                  </a:lnTo>
                  <a:lnTo>
                    <a:pt x="1" y="728"/>
                  </a:lnTo>
                  <a:lnTo>
                    <a:pt x="1" y="733"/>
                  </a:lnTo>
                  <a:lnTo>
                    <a:pt x="1" y="737"/>
                  </a:lnTo>
                  <a:lnTo>
                    <a:pt x="1" y="741"/>
                  </a:lnTo>
                  <a:lnTo>
                    <a:pt x="1" y="745"/>
                  </a:lnTo>
                  <a:lnTo>
                    <a:pt x="1" y="749"/>
                  </a:lnTo>
                  <a:lnTo>
                    <a:pt x="2" y="753"/>
                  </a:lnTo>
                  <a:lnTo>
                    <a:pt x="2" y="755"/>
                  </a:lnTo>
                  <a:lnTo>
                    <a:pt x="2" y="759"/>
                  </a:lnTo>
                  <a:lnTo>
                    <a:pt x="3" y="763"/>
                  </a:lnTo>
                  <a:lnTo>
                    <a:pt x="3" y="765"/>
                  </a:lnTo>
                  <a:lnTo>
                    <a:pt x="3" y="767"/>
                  </a:lnTo>
                  <a:lnTo>
                    <a:pt x="5" y="771"/>
                  </a:lnTo>
                  <a:lnTo>
                    <a:pt x="5" y="773"/>
                  </a:lnTo>
                  <a:lnTo>
                    <a:pt x="6" y="776"/>
                  </a:lnTo>
                  <a:lnTo>
                    <a:pt x="7" y="778"/>
                  </a:lnTo>
                  <a:lnTo>
                    <a:pt x="8" y="782"/>
                  </a:lnTo>
                  <a:lnTo>
                    <a:pt x="8" y="784"/>
                  </a:lnTo>
                  <a:lnTo>
                    <a:pt x="9" y="787"/>
                  </a:lnTo>
                  <a:lnTo>
                    <a:pt x="11" y="790"/>
                  </a:lnTo>
                  <a:lnTo>
                    <a:pt x="12" y="793"/>
                  </a:lnTo>
                  <a:lnTo>
                    <a:pt x="13" y="796"/>
                  </a:lnTo>
                  <a:lnTo>
                    <a:pt x="15" y="799"/>
                  </a:lnTo>
                  <a:lnTo>
                    <a:pt x="17" y="802"/>
                  </a:lnTo>
                  <a:lnTo>
                    <a:pt x="18" y="806"/>
                  </a:lnTo>
                  <a:lnTo>
                    <a:pt x="20" y="811"/>
                  </a:lnTo>
                  <a:lnTo>
                    <a:pt x="21" y="814"/>
                  </a:lnTo>
                  <a:lnTo>
                    <a:pt x="24" y="818"/>
                  </a:lnTo>
                  <a:lnTo>
                    <a:pt x="25" y="821"/>
                  </a:lnTo>
                  <a:lnTo>
                    <a:pt x="26" y="824"/>
                  </a:lnTo>
                  <a:lnTo>
                    <a:pt x="27" y="827"/>
                  </a:lnTo>
                  <a:lnTo>
                    <a:pt x="29" y="830"/>
                  </a:lnTo>
                  <a:lnTo>
                    <a:pt x="30" y="832"/>
                  </a:lnTo>
                  <a:lnTo>
                    <a:pt x="31" y="835"/>
                  </a:lnTo>
                  <a:lnTo>
                    <a:pt x="32" y="837"/>
                  </a:lnTo>
                  <a:lnTo>
                    <a:pt x="33" y="840"/>
                  </a:lnTo>
                  <a:lnTo>
                    <a:pt x="35" y="841"/>
                  </a:lnTo>
                  <a:lnTo>
                    <a:pt x="36" y="842"/>
                  </a:lnTo>
                  <a:lnTo>
                    <a:pt x="38" y="844"/>
                  </a:lnTo>
                  <a:lnTo>
                    <a:pt x="39" y="846"/>
                  </a:lnTo>
                  <a:lnTo>
                    <a:pt x="41" y="847"/>
                  </a:lnTo>
                  <a:lnTo>
                    <a:pt x="42" y="848"/>
                  </a:lnTo>
                  <a:lnTo>
                    <a:pt x="43" y="848"/>
                  </a:lnTo>
                  <a:lnTo>
                    <a:pt x="44" y="849"/>
                  </a:lnTo>
                  <a:lnTo>
                    <a:pt x="45" y="850"/>
                  </a:lnTo>
                  <a:lnTo>
                    <a:pt x="48" y="850"/>
                  </a:lnTo>
                  <a:lnTo>
                    <a:pt x="49" y="852"/>
                  </a:lnTo>
                  <a:lnTo>
                    <a:pt x="51" y="852"/>
                  </a:lnTo>
                  <a:lnTo>
                    <a:pt x="53" y="852"/>
                  </a:lnTo>
                  <a:lnTo>
                    <a:pt x="55" y="852"/>
                  </a:lnTo>
                  <a:lnTo>
                    <a:pt x="57" y="853"/>
                  </a:lnTo>
                  <a:lnTo>
                    <a:pt x="60" y="853"/>
                  </a:lnTo>
                  <a:lnTo>
                    <a:pt x="62" y="853"/>
                  </a:lnTo>
                  <a:lnTo>
                    <a:pt x="65" y="853"/>
                  </a:lnTo>
                  <a:lnTo>
                    <a:pt x="68" y="853"/>
                  </a:lnTo>
                  <a:lnTo>
                    <a:pt x="71" y="853"/>
                  </a:lnTo>
                  <a:lnTo>
                    <a:pt x="74" y="853"/>
                  </a:lnTo>
                  <a:lnTo>
                    <a:pt x="78" y="853"/>
                  </a:lnTo>
                  <a:lnTo>
                    <a:pt x="81" y="853"/>
                  </a:lnTo>
                  <a:lnTo>
                    <a:pt x="85" y="853"/>
                  </a:lnTo>
                  <a:lnTo>
                    <a:pt x="89" y="853"/>
                  </a:lnTo>
                  <a:lnTo>
                    <a:pt x="91" y="853"/>
                  </a:lnTo>
                  <a:lnTo>
                    <a:pt x="95" y="853"/>
                  </a:lnTo>
                  <a:lnTo>
                    <a:pt x="98" y="853"/>
                  </a:lnTo>
                  <a:lnTo>
                    <a:pt x="102" y="853"/>
                  </a:lnTo>
                  <a:lnTo>
                    <a:pt x="106" y="853"/>
                  </a:lnTo>
                  <a:lnTo>
                    <a:pt x="109" y="853"/>
                  </a:lnTo>
                  <a:lnTo>
                    <a:pt x="114" y="853"/>
                  </a:lnTo>
                  <a:lnTo>
                    <a:pt x="119" y="853"/>
                  </a:lnTo>
                  <a:lnTo>
                    <a:pt x="124" y="853"/>
                  </a:lnTo>
                  <a:lnTo>
                    <a:pt x="130" y="853"/>
                  </a:lnTo>
                  <a:lnTo>
                    <a:pt x="136" y="853"/>
                  </a:lnTo>
                  <a:lnTo>
                    <a:pt x="143" y="853"/>
                  </a:lnTo>
                  <a:lnTo>
                    <a:pt x="150" y="853"/>
                  </a:lnTo>
                  <a:lnTo>
                    <a:pt x="160" y="853"/>
                  </a:lnTo>
                  <a:lnTo>
                    <a:pt x="168" y="853"/>
                  </a:lnTo>
                  <a:lnTo>
                    <a:pt x="179" y="853"/>
                  </a:lnTo>
                  <a:lnTo>
                    <a:pt x="190" y="853"/>
                  </a:lnTo>
                  <a:lnTo>
                    <a:pt x="203" y="853"/>
                  </a:lnTo>
                  <a:lnTo>
                    <a:pt x="216" y="853"/>
                  </a:lnTo>
                  <a:lnTo>
                    <a:pt x="231" y="853"/>
                  </a:lnTo>
                  <a:lnTo>
                    <a:pt x="246" y="853"/>
                  </a:lnTo>
                  <a:lnTo>
                    <a:pt x="264" y="853"/>
                  </a:lnTo>
                  <a:lnTo>
                    <a:pt x="282" y="853"/>
                  </a:lnTo>
                  <a:lnTo>
                    <a:pt x="303" y="853"/>
                  </a:lnTo>
                  <a:lnTo>
                    <a:pt x="324" y="853"/>
                  </a:lnTo>
                  <a:lnTo>
                    <a:pt x="347" y="853"/>
                  </a:lnTo>
                  <a:lnTo>
                    <a:pt x="372" y="853"/>
                  </a:lnTo>
                  <a:lnTo>
                    <a:pt x="398" y="853"/>
                  </a:lnTo>
                  <a:lnTo>
                    <a:pt x="426" y="853"/>
                  </a:lnTo>
                  <a:lnTo>
                    <a:pt x="454" y="853"/>
                  </a:lnTo>
                  <a:lnTo>
                    <a:pt x="481" y="853"/>
                  </a:lnTo>
                  <a:lnTo>
                    <a:pt x="506" y="853"/>
                  </a:lnTo>
                  <a:lnTo>
                    <a:pt x="529" y="853"/>
                  </a:lnTo>
                  <a:lnTo>
                    <a:pt x="550" y="853"/>
                  </a:lnTo>
                  <a:lnTo>
                    <a:pt x="571" y="853"/>
                  </a:lnTo>
                  <a:lnTo>
                    <a:pt x="589" y="853"/>
                  </a:lnTo>
                  <a:lnTo>
                    <a:pt x="606" y="853"/>
                  </a:lnTo>
                  <a:lnTo>
                    <a:pt x="622" y="853"/>
                  </a:lnTo>
                  <a:lnTo>
                    <a:pt x="637" y="853"/>
                  </a:lnTo>
                  <a:lnTo>
                    <a:pt x="650" y="853"/>
                  </a:lnTo>
                  <a:lnTo>
                    <a:pt x="662" y="853"/>
                  </a:lnTo>
                  <a:lnTo>
                    <a:pt x="674" y="853"/>
                  </a:lnTo>
                  <a:lnTo>
                    <a:pt x="684" y="853"/>
                  </a:lnTo>
                  <a:lnTo>
                    <a:pt x="693" y="853"/>
                  </a:lnTo>
                  <a:lnTo>
                    <a:pt x="702" y="853"/>
                  </a:lnTo>
                  <a:lnTo>
                    <a:pt x="710" y="853"/>
                  </a:lnTo>
                  <a:lnTo>
                    <a:pt x="717" y="853"/>
                  </a:lnTo>
                  <a:lnTo>
                    <a:pt x="723" y="853"/>
                  </a:lnTo>
                  <a:lnTo>
                    <a:pt x="729" y="853"/>
                  </a:lnTo>
                  <a:lnTo>
                    <a:pt x="734" y="853"/>
                  </a:lnTo>
                  <a:lnTo>
                    <a:pt x="739" y="853"/>
                  </a:lnTo>
                  <a:lnTo>
                    <a:pt x="744" y="853"/>
                  </a:lnTo>
                  <a:lnTo>
                    <a:pt x="747" y="853"/>
                  </a:lnTo>
                  <a:lnTo>
                    <a:pt x="751" y="853"/>
                  </a:lnTo>
                  <a:lnTo>
                    <a:pt x="755" y="853"/>
                  </a:lnTo>
                  <a:lnTo>
                    <a:pt x="758" y="853"/>
                  </a:lnTo>
                  <a:lnTo>
                    <a:pt x="762" y="853"/>
                  </a:lnTo>
                  <a:lnTo>
                    <a:pt x="764" y="853"/>
                  </a:lnTo>
                  <a:lnTo>
                    <a:pt x="768" y="853"/>
                  </a:lnTo>
                  <a:lnTo>
                    <a:pt x="772" y="853"/>
                  </a:lnTo>
                  <a:lnTo>
                    <a:pt x="775" y="853"/>
                  </a:lnTo>
                  <a:lnTo>
                    <a:pt x="779" y="853"/>
                  </a:lnTo>
                  <a:lnTo>
                    <a:pt x="782" y="853"/>
                  </a:lnTo>
                  <a:lnTo>
                    <a:pt x="785" y="853"/>
                  </a:lnTo>
                  <a:lnTo>
                    <a:pt x="788" y="853"/>
                  </a:lnTo>
                  <a:lnTo>
                    <a:pt x="791" y="853"/>
                  </a:lnTo>
                  <a:lnTo>
                    <a:pt x="793" y="853"/>
                  </a:lnTo>
                  <a:lnTo>
                    <a:pt x="796" y="853"/>
                  </a:lnTo>
                  <a:lnTo>
                    <a:pt x="798" y="852"/>
                  </a:lnTo>
                  <a:lnTo>
                    <a:pt x="799" y="852"/>
                  </a:lnTo>
                  <a:lnTo>
                    <a:pt x="802" y="852"/>
                  </a:lnTo>
                  <a:lnTo>
                    <a:pt x="804" y="852"/>
                  </a:lnTo>
                  <a:lnTo>
                    <a:pt x="805" y="850"/>
                  </a:lnTo>
                  <a:lnTo>
                    <a:pt x="806" y="850"/>
                  </a:lnTo>
                  <a:lnTo>
                    <a:pt x="809" y="849"/>
                  </a:lnTo>
                  <a:lnTo>
                    <a:pt x="810" y="848"/>
                  </a:lnTo>
                  <a:lnTo>
                    <a:pt x="811" y="848"/>
                  </a:lnTo>
                  <a:lnTo>
                    <a:pt x="812" y="847"/>
                  </a:lnTo>
                  <a:lnTo>
                    <a:pt x="814" y="846"/>
                  </a:lnTo>
                  <a:lnTo>
                    <a:pt x="815" y="844"/>
                  </a:lnTo>
                  <a:lnTo>
                    <a:pt x="816" y="842"/>
                  </a:lnTo>
                  <a:lnTo>
                    <a:pt x="817" y="841"/>
                  </a:lnTo>
                  <a:lnTo>
                    <a:pt x="818" y="840"/>
                  </a:lnTo>
                  <a:lnTo>
                    <a:pt x="820" y="837"/>
                  </a:lnTo>
                  <a:lnTo>
                    <a:pt x="821" y="835"/>
                  </a:lnTo>
                  <a:lnTo>
                    <a:pt x="822" y="832"/>
                  </a:lnTo>
                  <a:lnTo>
                    <a:pt x="823" y="830"/>
                  </a:lnTo>
                  <a:lnTo>
                    <a:pt x="826" y="827"/>
                  </a:lnTo>
                  <a:lnTo>
                    <a:pt x="827" y="824"/>
                  </a:lnTo>
                  <a:lnTo>
                    <a:pt x="828" y="821"/>
                  </a:lnTo>
                  <a:lnTo>
                    <a:pt x="829" y="818"/>
                  </a:lnTo>
                  <a:lnTo>
                    <a:pt x="832" y="814"/>
                  </a:lnTo>
                  <a:lnTo>
                    <a:pt x="833" y="811"/>
                  </a:lnTo>
                  <a:lnTo>
                    <a:pt x="835" y="806"/>
                  </a:lnTo>
                  <a:lnTo>
                    <a:pt x="836" y="802"/>
                  </a:lnTo>
                  <a:lnTo>
                    <a:pt x="838" y="799"/>
                  </a:lnTo>
                  <a:lnTo>
                    <a:pt x="839" y="796"/>
                  </a:lnTo>
                  <a:lnTo>
                    <a:pt x="841" y="793"/>
                  </a:lnTo>
                  <a:lnTo>
                    <a:pt x="842" y="790"/>
                  </a:lnTo>
                  <a:lnTo>
                    <a:pt x="844" y="787"/>
                  </a:lnTo>
                  <a:lnTo>
                    <a:pt x="844" y="784"/>
                  </a:lnTo>
                  <a:lnTo>
                    <a:pt x="845" y="782"/>
                  </a:lnTo>
                  <a:lnTo>
                    <a:pt x="846" y="778"/>
                  </a:lnTo>
                  <a:lnTo>
                    <a:pt x="847" y="776"/>
                  </a:lnTo>
                  <a:lnTo>
                    <a:pt x="847" y="773"/>
                  </a:lnTo>
                  <a:lnTo>
                    <a:pt x="848" y="771"/>
                  </a:lnTo>
                  <a:lnTo>
                    <a:pt x="848" y="767"/>
                  </a:lnTo>
                  <a:lnTo>
                    <a:pt x="850" y="765"/>
                  </a:lnTo>
                  <a:lnTo>
                    <a:pt x="850" y="763"/>
                  </a:lnTo>
                  <a:lnTo>
                    <a:pt x="851" y="759"/>
                  </a:lnTo>
                  <a:lnTo>
                    <a:pt x="851" y="755"/>
                  </a:lnTo>
                  <a:lnTo>
                    <a:pt x="851" y="753"/>
                  </a:lnTo>
                  <a:lnTo>
                    <a:pt x="851" y="749"/>
                  </a:lnTo>
                  <a:lnTo>
                    <a:pt x="852" y="745"/>
                  </a:lnTo>
                  <a:lnTo>
                    <a:pt x="852" y="741"/>
                  </a:lnTo>
                  <a:lnTo>
                    <a:pt x="852" y="737"/>
                  </a:lnTo>
                  <a:lnTo>
                    <a:pt x="852" y="733"/>
                  </a:lnTo>
                  <a:lnTo>
                    <a:pt x="852" y="728"/>
                  </a:lnTo>
                  <a:lnTo>
                    <a:pt x="852" y="722"/>
                  </a:lnTo>
                  <a:lnTo>
                    <a:pt x="852" y="717"/>
                  </a:lnTo>
                  <a:lnTo>
                    <a:pt x="852" y="711"/>
                  </a:lnTo>
                  <a:lnTo>
                    <a:pt x="852" y="704"/>
                  </a:lnTo>
                  <a:lnTo>
                    <a:pt x="852" y="698"/>
                  </a:lnTo>
                  <a:lnTo>
                    <a:pt x="852" y="690"/>
                  </a:lnTo>
                  <a:lnTo>
                    <a:pt x="852" y="682"/>
                  </a:lnTo>
                  <a:lnTo>
                    <a:pt x="852" y="675"/>
                  </a:lnTo>
                  <a:lnTo>
                    <a:pt x="852" y="668"/>
                  </a:lnTo>
                  <a:lnTo>
                    <a:pt x="852" y="660"/>
                  </a:lnTo>
                  <a:lnTo>
                    <a:pt x="852" y="654"/>
                  </a:lnTo>
                  <a:lnTo>
                    <a:pt x="852" y="647"/>
                  </a:lnTo>
                  <a:lnTo>
                    <a:pt x="852" y="641"/>
                  </a:lnTo>
                  <a:lnTo>
                    <a:pt x="852" y="636"/>
                  </a:lnTo>
                  <a:lnTo>
                    <a:pt x="852" y="630"/>
                  </a:lnTo>
                  <a:lnTo>
                    <a:pt x="852" y="626"/>
                  </a:lnTo>
                  <a:lnTo>
                    <a:pt x="852" y="620"/>
                  </a:lnTo>
                  <a:lnTo>
                    <a:pt x="852" y="615"/>
                  </a:lnTo>
                  <a:lnTo>
                    <a:pt x="852" y="609"/>
                  </a:lnTo>
                  <a:lnTo>
                    <a:pt x="852" y="604"/>
                  </a:lnTo>
                  <a:lnTo>
                    <a:pt x="852" y="598"/>
                  </a:lnTo>
                  <a:lnTo>
                    <a:pt x="852" y="592"/>
                  </a:lnTo>
                  <a:lnTo>
                    <a:pt x="852" y="587"/>
                  </a:lnTo>
                  <a:lnTo>
                    <a:pt x="852" y="580"/>
                  </a:lnTo>
                  <a:lnTo>
                    <a:pt x="852" y="574"/>
                  </a:lnTo>
                  <a:lnTo>
                    <a:pt x="852" y="568"/>
                  </a:lnTo>
                  <a:lnTo>
                    <a:pt x="852" y="561"/>
                  </a:lnTo>
                  <a:lnTo>
                    <a:pt x="852" y="552"/>
                  </a:lnTo>
                  <a:lnTo>
                    <a:pt x="852" y="545"/>
                  </a:lnTo>
                  <a:lnTo>
                    <a:pt x="852" y="535"/>
                  </a:lnTo>
                  <a:lnTo>
                    <a:pt x="852" y="527"/>
                  </a:lnTo>
                  <a:lnTo>
                    <a:pt x="852" y="517"/>
                  </a:lnTo>
                  <a:lnTo>
                    <a:pt x="852" y="507"/>
                  </a:lnTo>
                  <a:lnTo>
                    <a:pt x="852" y="496"/>
                  </a:lnTo>
                  <a:lnTo>
                    <a:pt x="852" y="484"/>
                  </a:lnTo>
                  <a:lnTo>
                    <a:pt x="852" y="470"/>
                  </a:lnTo>
                  <a:lnTo>
                    <a:pt x="852" y="457"/>
                  </a:lnTo>
                  <a:lnTo>
                    <a:pt x="852" y="443"/>
                  </a:lnTo>
                  <a:lnTo>
                    <a:pt x="852" y="427"/>
                  </a:lnTo>
                  <a:lnTo>
                    <a:pt x="852" y="412"/>
                  </a:lnTo>
                  <a:lnTo>
                    <a:pt x="852" y="397"/>
                  </a:lnTo>
                  <a:lnTo>
                    <a:pt x="852" y="383"/>
                  </a:lnTo>
                  <a:lnTo>
                    <a:pt x="852" y="371"/>
                  </a:lnTo>
                  <a:lnTo>
                    <a:pt x="852" y="359"/>
                  </a:lnTo>
                  <a:lnTo>
                    <a:pt x="852" y="347"/>
                  </a:lnTo>
                  <a:lnTo>
                    <a:pt x="852" y="337"/>
                  </a:lnTo>
                  <a:lnTo>
                    <a:pt x="852" y="327"/>
                  </a:lnTo>
                  <a:lnTo>
                    <a:pt x="852" y="318"/>
                  </a:lnTo>
                  <a:lnTo>
                    <a:pt x="852" y="309"/>
                  </a:lnTo>
                  <a:lnTo>
                    <a:pt x="852" y="301"/>
                  </a:lnTo>
                  <a:lnTo>
                    <a:pt x="852" y="294"/>
                  </a:lnTo>
                  <a:lnTo>
                    <a:pt x="852" y="287"/>
                  </a:lnTo>
                  <a:lnTo>
                    <a:pt x="852" y="279"/>
                  </a:lnTo>
                  <a:lnTo>
                    <a:pt x="852" y="273"/>
                  </a:lnTo>
                  <a:lnTo>
                    <a:pt x="852" y="267"/>
                  </a:lnTo>
                  <a:lnTo>
                    <a:pt x="852" y="261"/>
                  </a:lnTo>
                  <a:lnTo>
                    <a:pt x="852" y="255"/>
                  </a:lnTo>
                  <a:lnTo>
                    <a:pt x="852" y="250"/>
                  </a:lnTo>
                  <a:lnTo>
                    <a:pt x="852" y="244"/>
                  </a:lnTo>
                  <a:lnTo>
                    <a:pt x="852" y="240"/>
                  </a:lnTo>
                  <a:lnTo>
                    <a:pt x="852" y="234"/>
                  </a:lnTo>
                  <a:lnTo>
                    <a:pt x="852" y="229"/>
                  </a:lnTo>
                  <a:lnTo>
                    <a:pt x="852" y="223"/>
                  </a:lnTo>
                  <a:lnTo>
                    <a:pt x="852" y="218"/>
                  </a:lnTo>
                  <a:lnTo>
                    <a:pt x="852" y="212"/>
                  </a:lnTo>
                  <a:lnTo>
                    <a:pt x="852" y="206"/>
                  </a:lnTo>
                  <a:lnTo>
                    <a:pt x="852" y="200"/>
                  </a:lnTo>
                  <a:lnTo>
                    <a:pt x="852" y="193"/>
                  </a:lnTo>
                  <a:lnTo>
                    <a:pt x="852" y="187"/>
                  </a:lnTo>
                  <a:lnTo>
                    <a:pt x="852" y="178"/>
                  </a:lnTo>
                  <a:lnTo>
                    <a:pt x="852" y="171"/>
                  </a:lnTo>
                  <a:lnTo>
                    <a:pt x="852" y="164"/>
                  </a:lnTo>
                  <a:lnTo>
                    <a:pt x="852" y="157"/>
                  </a:lnTo>
                  <a:lnTo>
                    <a:pt x="852" y="149"/>
                  </a:lnTo>
                  <a:lnTo>
                    <a:pt x="852" y="143"/>
                  </a:lnTo>
                  <a:lnTo>
                    <a:pt x="852" y="137"/>
                  </a:lnTo>
                  <a:lnTo>
                    <a:pt x="852" y="131"/>
                  </a:lnTo>
                  <a:lnTo>
                    <a:pt x="852" y="127"/>
                  </a:lnTo>
                  <a:lnTo>
                    <a:pt x="852" y="122"/>
                  </a:lnTo>
                  <a:lnTo>
                    <a:pt x="852" y="117"/>
                  </a:lnTo>
                  <a:lnTo>
                    <a:pt x="852" y="112"/>
                  </a:lnTo>
                  <a:lnTo>
                    <a:pt x="852" y="109"/>
                  </a:lnTo>
                  <a:lnTo>
                    <a:pt x="851" y="105"/>
                  </a:lnTo>
                  <a:lnTo>
                    <a:pt x="851" y="101"/>
                  </a:lnTo>
                  <a:lnTo>
                    <a:pt x="851" y="98"/>
                  </a:lnTo>
                  <a:lnTo>
                    <a:pt x="851" y="94"/>
                  </a:lnTo>
                  <a:lnTo>
                    <a:pt x="850" y="92"/>
                  </a:lnTo>
                  <a:lnTo>
                    <a:pt x="850" y="88"/>
                  </a:lnTo>
                  <a:lnTo>
                    <a:pt x="848" y="86"/>
                  </a:lnTo>
                  <a:lnTo>
                    <a:pt x="848" y="83"/>
                  </a:lnTo>
                  <a:lnTo>
                    <a:pt x="847" y="80"/>
                  </a:lnTo>
                  <a:lnTo>
                    <a:pt x="847" y="77"/>
                  </a:lnTo>
                  <a:lnTo>
                    <a:pt x="846" y="75"/>
                  </a:lnTo>
                  <a:lnTo>
                    <a:pt x="845" y="73"/>
                  </a:lnTo>
                  <a:lnTo>
                    <a:pt x="844" y="69"/>
                  </a:lnTo>
                  <a:lnTo>
                    <a:pt x="844" y="67"/>
                  </a:lnTo>
                  <a:lnTo>
                    <a:pt x="842" y="64"/>
                  </a:lnTo>
                  <a:lnTo>
                    <a:pt x="841" y="60"/>
                  </a:lnTo>
                  <a:lnTo>
                    <a:pt x="839" y="58"/>
                  </a:lnTo>
                  <a:lnTo>
                    <a:pt x="838" y="54"/>
                  </a:lnTo>
                  <a:lnTo>
                    <a:pt x="836" y="51"/>
                  </a:lnTo>
                  <a:lnTo>
                    <a:pt x="835" y="47"/>
                  </a:lnTo>
                  <a:lnTo>
                    <a:pt x="833" y="44"/>
                  </a:lnTo>
                  <a:lnTo>
                    <a:pt x="832" y="40"/>
                  </a:lnTo>
                  <a:lnTo>
                    <a:pt x="829" y="36"/>
                  </a:lnTo>
                  <a:lnTo>
                    <a:pt x="828" y="33"/>
                  </a:lnTo>
                  <a:lnTo>
                    <a:pt x="827" y="29"/>
                  </a:lnTo>
                  <a:lnTo>
                    <a:pt x="826" y="27"/>
                  </a:lnTo>
                  <a:lnTo>
                    <a:pt x="823" y="23"/>
                  </a:lnTo>
                  <a:lnTo>
                    <a:pt x="822" y="21"/>
                  </a:lnTo>
                  <a:lnTo>
                    <a:pt x="821" y="18"/>
                  </a:lnTo>
                  <a:lnTo>
                    <a:pt x="820" y="16"/>
                  </a:lnTo>
                  <a:lnTo>
                    <a:pt x="818" y="15"/>
                  </a:lnTo>
                  <a:lnTo>
                    <a:pt x="817" y="12"/>
                  </a:lnTo>
                  <a:lnTo>
                    <a:pt x="816" y="11"/>
                  </a:lnTo>
                  <a:lnTo>
                    <a:pt x="815" y="10"/>
                  </a:lnTo>
                  <a:lnTo>
                    <a:pt x="814" y="9"/>
                  </a:lnTo>
                  <a:lnTo>
                    <a:pt x="812" y="8"/>
                  </a:lnTo>
                  <a:lnTo>
                    <a:pt x="811" y="6"/>
                  </a:lnTo>
                  <a:lnTo>
                    <a:pt x="810" y="5"/>
                  </a:lnTo>
                  <a:lnTo>
                    <a:pt x="809" y="4"/>
                  </a:lnTo>
                  <a:lnTo>
                    <a:pt x="806" y="4"/>
                  </a:lnTo>
                  <a:lnTo>
                    <a:pt x="805" y="3"/>
                  </a:lnTo>
                  <a:lnTo>
                    <a:pt x="804" y="3"/>
                  </a:lnTo>
                  <a:lnTo>
                    <a:pt x="802" y="2"/>
                  </a:lnTo>
                  <a:lnTo>
                    <a:pt x="799" y="2"/>
                  </a:lnTo>
                  <a:lnTo>
                    <a:pt x="798" y="2"/>
                  </a:lnTo>
                  <a:lnTo>
                    <a:pt x="796" y="2"/>
                  </a:lnTo>
                  <a:lnTo>
                    <a:pt x="793" y="0"/>
                  </a:lnTo>
                  <a:lnTo>
                    <a:pt x="791" y="0"/>
                  </a:lnTo>
                  <a:lnTo>
                    <a:pt x="788" y="0"/>
                  </a:lnTo>
                  <a:lnTo>
                    <a:pt x="785" y="0"/>
                  </a:lnTo>
                  <a:lnTo>
                    <a:pt x="782" y="0"/>
                  </a:lnTo>
                  <a:lnTo>
                    <a:pt x="779" y="0"/>
                  </a:lnTo>
                  <a:lnTo>
                    <a:pt x="775" y="0"/>
                  </a:lnTo>
                  <a:lnTo>
                    <a:pt x="772" y="0"/>
                  </a:lnTo>
                  <a:lnTo>
                    <a:pt x="768" y="0"/>
                  </a:lnTo>
                  <a:lnTo>
                    <a:pt x="764" y="0"/>
                  </a:lnTo>
                  <a:lnTo>
                    <a:pt x="762" y="0"/>
                  </a:lnTo>
                  <a:lnTo>
                    <a:pt x="758" y="0"/>
                  </a:lnTo>
                  <a:lnTo>
                    <a:pt x="755" y="0"/>
                  </a:lnTo>
                  <a:lnTo>
                    <a:pt x="751" y="0"/>
                  </a:lnTo>
                  <a:lnTo>
                    <a:pt x="747" y="0"/>
                  </a:lnTo>
                  <a:lnTo>
                    <a:pt x="744" y="0"/>
                  </a:lnTo>
                  <a:lnTo>
                    <a:pt x="739" y="0"/>
                  </a:lnTo>
                  <a:lnTo>
                    <a:pt x="734" y="0"/>
                  </a:lnTo>
                  <a:lnTo>
                    <a:pt x="729" y="0"/>
                  </a:lnTo>
                  <a:lnTo>
                    <a:pt x="723" y="0"/>
                  </a:lnTo>
                  <a:lnTo>
                    <a:pt x="717" y="0"/>
                  </a:lnTo>
                  <a:lnTo>
                    <a:pt x="710" y="0"/>
                  </a:lnTo>
                  <a:lnTo>
                    <a:pt x="702" y="0"/>
                  </a:lnTo>
                  <a:lnTo>
                    <a:pt x="693" y="0"/>
                  </a:lnTo>
                  <a:lnTo>
                    <a:pt x="684" y="0"/>
                  </a:lnTo>
                  <a:lnTo>
                    <a:pt x="674" y="0"/>
                  </a:lnTo>
                  <a:lnTo>
                    <a:pt x="662" y="0"/>
                  </a:lnTo>
                  <a:lnTo>
                    <a:pt x="650" y="0"/>
                  </a:lnTo>
                  <a:lnTo>
                    <a:pt x="637" y="0"/>
                  </a:lnTo>
                  <a:lnTo>
                    <a:pt x="622" y="0"/>
                  </a:lnTo>
                  <a:lnTo>
                    <a:pt x="606" y="0"/>
                  </a:lnTo>
                  <a:lnTo>
                    <a:pt x="589" y="0"/>
                  </a:lnTo>
                  <a:lnTo>
                    <a:pt x="571" y="0"/>
                  </a:lnTo>
                  <a:lnTo>
                    <a:pt x="550" y="0"/>
                  </a:lnTo>
                  <a:lnTo>
                    <a:pt x="529" y="0"/>
                  </a:lnTo>
                  <a:lnTo>
                    <a:pt x="506" y="0"/>
                  </a:lnTo>
                  <a:lnTo>
                    <a:pt x="481" y="0"/>
                  </a:lnTo>
                  <a:lnTo>
                    <a:pt x="454" y="0"/>
                  </a:lnTo>
                  <a:lnTo>
                    <a:pt x="426" y="0"/>
                  </a:lnTo>
                  <a:close/>
                </a:path>
              </a:pathLst>
            </a:custGeom>
            <a:noFill/>
            <a:ln w="17463">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90" name="Rectangle 54">
              <a:extLst>
                <a:ext uri="{FF2B5EF4-FFF2-40B4-BE49-F238E27FC236}">
                  <a16:creationId xmlns:a16="http://schemas.microsoft.com/office/drawing/2014/main" id="{198A682F-F12B-49A2-AF45-D688BC0A3FE2}"/>
                </a:ext>
              </a:extLst>
            </p:cNvPr>
            <p:cNvSpPr>
              <a:spLocks noChangeArrowheads="1"/>
            </p:cNvSpPr>
            <p:nvPr/>
          </p:nvSpPr>
          <p:spPr bwMode="auto">
            <a:xfrm>
              <a:off x="1506538" y="1171575"/>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91" name="Rectangle 163">
              <a:extLst>
                <a:ext uri="{FF2B5EF4-FFF2-40B4-BE49-F238E27FC236}">
                  <a16:creationId xmlns:a16="http://schemas.microsoft.com/office/drawing/2014/main" id="{08DB4770-B590-4E6E-89D0-C4D7A337F604}"/>
                </a:ext>
              </a:extLst>
            </p:cNvPr>
            <p:cNvSpPr>
              <a:spLocks noChangeArrowheads="1"/>
            </p:cNvSpPr>
            <p:nvPr/>
          </p:nvSpPr>
          <p:spPr bwMode="auto">
            <a:xfrm>
              <a:off x="2170113" y="3222625"/>
              <a:ext cx="214312"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92" name="Rectangle 164">
              <a:extLst>
                <a:ext uri="{FF2B5EF4-FFF2-40B4-BE49-F238E27FC236}">
                  <a16:creationId xmlns:a16="http://schemas.microsoft.com/office/drawing/2014/main" id="{01900E88-06A2-4AE6-9B94-84024A5254B3}"/>
                </a:ext>
              </a:extLst>
            </p:cNvPr>
            <p:cNvSpPr>
              <a:spLocks noChangeArrowheads="1"/>
            </p:cNvSpPr>
            <p:nvPr/>
          </p:nvSpPr>
          <p:spPr bwMode="auto">
            <a:xfrm>
              <a:off x="2284413" y="3309937"/>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93" name="Rectangle 165">
              <a:extLst>
                <a:ext uri="{FF2B5EF4-FFF2-40B4-BE49-F238E27FC236}">
                  <a16:creationId xmlns:a16="http://schemas.microsoft.com/office/drawing/2014/main" id="{C9B81C9C-E6D6-4411-96DC-3960CA91D4DC}"/>
                </a:ext>
              </a:extLst>
            </p:cNvPr>
            <p:cNvSpPr>
              <a:spLocks noChangeArrowheads="1"/>
            </p:cNvSpPr>
            <p:nvPr/>
          </p:nvSpPr>
          <p:spPr bwMode="auto">
            <a:xfrm>
              <a:off x="2619375" y="3222625"/>
              <a:ext cx="198438"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94" name="Rectangle 166">
              <a:extLst>
                <a:ext uri="{FF2B5EF4-FFF2-40B4-BE49-F238E27FC236}">
                  <a16:creationId xmlns:a16="http://schemas.microsoft.com/office/drawing/2014/main" id="{B1B3667F-2C17-4DA3-81BB-3CD51FF5B754}"/>
                </a:ext>
              </a:extLst>
            </p:cNvPr>
            <p:cNvSpPr>
              <a:spLocks noChangeArrowheads="1"/>
            </p:cNvSpPr>
            <p:nvPr/>
          </p:nvSpPr>
          <p:spPr bwMode="auto">
            <a:xfrm>
              <a:off x="2832100" y="3309937"/>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95" name="Rectangle 167">
              <a:extLst>
                <a:ext uri="{FF2B5EF4-FFF2-40B4-BE49-F238E27FC236}">
                  <a16:creationId xmlns:a16="http://schemas.microsoft.com/office/drawing/2014/main" id="{4054C8C0-BEAF-4C0D-8A5E-80294C5392BA}"/>
                </a:ext>
              </a:extLst>
            </p:cNvPr>
            <p:cNvSpPr>
              <a:spLocks noChangeArrowheads="1"/>
            </p:cNvSpPr>
            <p:nvPr/>
          </p:nvSpPr>
          <p:spPr bwMode="auto">
            <a:xfrm>
              <a:off x="3081338" y="3222625"/>
              <a:ext cx="198437"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96" name="Rectangle 168">
              <a:extLst>
                <a:ext uri="{FF2B5EF4-FFF2-40B4-BE49-F238E27FC236}">
                  <a16:creationId xmlns:a16="http://schemas.microsoft.com/office/drawing/2014/main" id="{F5553708-8CBC-4181-8F2C-404F0888D8BF}"/>
                </a:ext>
              </a:extLst>
            </p:cNvPr>
            <p:cNvSpPr>
              <a:spLocks noChangeArrowheads="1"/>
            </p:cNvSpPr>
            <p:nvPr/>
          </p:nvSpPr>
          <p:spPr bwMode="auto">
            <a:xfrm>
              <a:off x="3292475" y="3300412"/>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97" name="Rectangle 169">
              <a:extLst>
                <a:ext uri="{FF2B5EF4-FFF2-40B4-BE49-F238E27FC236}">
                  <a16:creationId xmlns:a16="http://schemas.microsoft.com/office/drawing/2014/main" id="{39434146-0B69-430F-91D3-489475ED2737}"/>
                </a:ext>
              </a:extLst>
            </p:cNvPr>
            <p:cNvSpPr>
              <a:spLocks noChangeArrowheads="1"/>
            </p:cNvSpPr>
            <p:nvPr/>
          </p:nvSpPr>
          <p:spPr bwMode="auto">
            <a:xfrm>
              <a:off x="2941638" y="3222625"/>
              <a:ext cx="215900"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98" name="Line 170">
              <a:extLst>
                <a:ext uri="{FF2B5EF4-FFF2-40B4-BE49-F238E27FC236}">
                  <a16:creationId xmlns:a16="http://schemas.microsoft.com/office/drawing/2014/main" id="{EE3E03D1-E390-4102-9DCC-E10C1987F54B}"/>
                </a:ext>
              </a:extLst>
            </p:cNvPr>
            <p:cNvSpPr>
              <a:spLocks noChangeShapeType="1"/>
            </p:cNvSpPr>
            <p:nvPr/>
          </p:nvSpPr>
          <p:spPr bwMode="auto">
            <a:xfrm flipH="1">
              <a:off x="2644775" y="3240087"/>
              <a:ext cx="76200"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99" name="Line 171">
              <a:extLst>
                <a:ext uri="{FF2B5EF4-FFF2-40B4-BE49-F238E27FC236}">
                  <a16:creationId xmlns:a16="http://schemas.microsoft.com/office/drawing/2014/main" id="{27987453-0AD0-45B3-868D-ECDE491E3CBC}"/>
                </a:ext>
              </a:extLst>
            </p:cNvPr>
            <p:cNvSpPr>
              <a:spLocks noChangeShapeType="1"/>
            </p:cNvSpPr>
            <p:nvPr/>
          </p:nvSpPr>
          <p:spPr bwMode="auto">
            <a:xfrm flipH="1">
              <a:off x="3217863" y="3240087"/>
              <a:ext cx="57150"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00" name="Freeform 172">
              <a:extLst>
                <a:ext uri="{FF2B5EF4-FFF2-40B4-BE49-F238E27FC236}">
                  <a16:creationId xmlns:a16="http://schemas.microsoft.com/office/drawing/2014/main" id="{502B19B5-2D7C-44D5-BECC-FACF9E6B7F5A}"/>
                </a:ext>
              </a:extLst>
            </p:cNvPr>
            <p:cNvSpPr>
              <a:spLocks/>
            </p:cNvSpPr>
            <p:nvPr/>
          </p:nvSpPr>
          <p:spPr bwMode="auto">
            <a:xfrm>
              <a:off x="3248025" y="2330450"/>
              <a:ext cx="473075" cy="674687"/>
            </a:xfrm>
            <a:custGeom>
              <a:avLst/>
              <a:gdLst>
                <a:gd name="T0" fmla="*/ 2147483646 w 596"/>
                <a:gd name="T1" fmla="*/ 0 h 852"/>
                <a:gd name="T2" fmla="*/ 2147483646 w 596"/>
                <a:gd name="T3" fmla="*/ 0 h 852"/>
                <a:gd name="T4" fmla="*/ 2147483646 w 596"/>
                <a:gd name="T5" fmla="*/ 0 h 852"/>
                <a:gd name="T6" fmla="*/ 2147483646 w 596"/>
                <a:gd name="T7" fmla="*/ 0 h 852"/>
                <a:gd name="T8" fmla="*/ 2147483646 w 596"/>
                <a:gd name="T9" fmla="*/ 0 h 852"/>
                <a:gd name="T10" fmla="*/ 2147483646 w 596"/>
                <a:gd name="T11" fmla="*/ 0 h 852"/>
                <a:gd name="T12" fmla="*/ 2147483646 w 596"/>
                <a:gd name="T13" fmla="*/ 0 h 852"/>
                <a:gd name="T14" fmla="*/ 2147483646 w 596"/>
                <a:gd name="T15" fmla="*/ 0 h 852"/>
                <a:gd name="T16" fmla="*/ 2147483646 w 596"/>
                <a:gd name="T17" fmla="*/ 2147483646 h 852"/>
                <a:gd name="T18" fmla="*/ 2147483646 w 596"/>
                <a:gd name="T19" fmla="*/ 2147483646 h 852"/>
                <a:gd name="T20" fmla="*/ 2147483646 w 596"/>
                <a:gd name="T21" fmla="*/ 2147483646 h 852"/>
                <a:gd name="T22" fmla="*/ 2147483646 w 596"/>
                <a:gd name="T23" fmla="*/ 2147483646 h 852"/>
                <a:gd name="T24" fmla="*/ 2147483646 w 596"/>
                <a:gd name="T25" fmla="*/ 2147483646 h 852"/>
                <a:gd name="T26" fmla="*/ 2147483646 w 596"/>
                <a:gd name="T27" fmla="*/ 2147483646 h 852"/>
                <a:gd name="T28" fmla="*/ 2147483646 w 596"/>
                <a:gd name="T29" fmla="*/ 2147483646 h 852"/>
                <a:gd name="T30" fmla="*/ 2147483646 w 596"/>
                <a:gd name="T31" fmla="*/ 2147483646 h 852"/>
                <a:gd name="T32" fmla="*/ 2147483646 w 596"/>
                <a:gd name="T33" fmla="*/ 2147483646 h 852"/>
                <a:gd name="T34" fmla="*/ 2147483646 w 596"/>
                <a:gd name="T35" fmla="*/ 2147483646 h 852"/>
                <a:gd name="T36" fmla="*/ 0 w 596"/>
                <a:gd name="T37" fmla="*/ 2147483646 h 852"/>
                <a:gd name="T38" fmla="*/ 0 w 596"/>
                <a:gd name="T39" fmla="*/ 2147483646 h 852"/>
                <a:gd name="T40" fmla="*/ 0 w 596"/>
                <a:gd name="T41" fmla="*/ 2147483646 h 852"/>
                <a:gd name="T42" fmla="*/ 0 w 596"/>
                <a:gd name="T43" fmla="*/ 2147483646 h 852"/>
                <a:gd name="T44" fmla="*/ 0 w 596"/>
                <a:gd name="T45" fmla="*/ 2147483646 h 852"/>
                <a:gd name="T46" fmla="*/ 0 w 596"/>
                <a:gd name="T47" fmla="*/ 2147483646 h 852"/>
                <a:gd name="T48" fmla="*/ 0 w 596"/>
                <a:gd name="T49" fmla="*/ 2147483646 h 852"/>
                <a:gd name="T50" fmla="*/ 0 w 596"/>
                <a:gd name="T51" fmla="*/ 2147483646 h 852"/>
                <a:gd name="T52" fmla="*/ 0 w 596"/>
                <a:gd name="T53" fmla="*/ 2147483646 h 852"/>
                <a:gd name="T54" fmla="*/ 0 w 596"/>
                <a:gd name="T55" fmla="*/ 2147483646 h 852"/>
                <a:gd name="T56" fmla="*/ 0 w 596"/>
                <a:gd name="T57" fmla="*/ 2147483646 h 852"/>
                <a:gd name="T58" fmla="*/ 0 w 596"/>
                <a:gd name="T59" fmla="*/ 2147483646 h 852"/>
                <a:gd name="T60" fmla="*/ 0 w 596"/>
                <a:gd name="T61" fmla="*/ 2147483646 h 852"/>
                <a:gd name="T62" fmla="*/ 0 w 596"/>
                <a:gd name="T63" fmla="*/ 2147483646 h 852"/>
                <a:gd name="T64" fmla="*/ 0 w 596"/>
                <a:gd name="T65" fmla="*/ 2147483646 h 852"/>
                <a:gd name="T66" fmla="*/ 0 w 596"/>
                <a:gd name="T67" fmla="*/ 2147483646 h 852"/>
                <a:gd name="T68" fmla="*/ 2147483646 w 596"/>
                <a:gd name="T69" fmla="*/ 2147483646 h 852"/>
                <a:gd name="T70" fmla="*/ 2147483646 w 596"/>
                <a:gd name="T71" fmla="*/ 2147483646 h 852"/>
                <a:gd name="T72" fmla="*/ 2147483646 w 596"/>
                <a:gd name="T73" fmla="*/ 2147483646 h 852"/>
                <a:gd name="T74" fmla="*/ 2147483646 w 596"/>
                <a:gd name="T75" fmla="*/ 2147483646 h 852"/>
                <a:gd name="T76" fmla="*/ 2147483646 w 596"/>
                <a:gd name="T77" fmla="*/ 2147483646 h 852"/>
                <a:gd name="T78" fmla="*/ 2147483646 w 596"/>
                <a:gd name="T79" fmla="*/ 2147483646 h 852"/>
                <a:gd name="T80" fmla="*/ 2147483646 w 596"/>
                <a:gd name="T81" fmla="*/ 2147483646 h 852"/>
                <a:gd name="T82" fmla="*/ 2147483646 w 596"/>
                <a:gd name="T83" fmla="*/ 2147483646 h 852"/>
                <a:gd name="T84" fmla="*/ 2147483646 w 596"/>
                <a:gd name="T85" fmla="*/ 2147483646 h 852"/>
                <a:gd name="T86" fmla="*/ 2147483646 w 596"/>
                <a:gd name="T87" fmla="*/ 2147483646 h 852"/>
                <a:gd name="T88" fmla="*/ 2147483646 w 596"/>
                <a:gd name="T89" fmla="*/ 2147483646 h 852"/>
                <a:gd name="T90" fmla="*/ 2147483646 w 596"/>
                <a:gd name="T91" fmla="*/ 2147483646 h 852"/>
                <a:gd name="T92" fmla="*/ 2147483646 w 596"/>
                <a:gd name="T93" fmla="*/ 2147483646 h 852"/>
                <a:gd name="T94" fmla="*/ 2147483646 w 596"/>
                <a:gd name="T95" fmla="*/ 2147483646 h 852"/>
                <a:gd name="T96" fmla="*/ 2147483646 w 596"/>
                <a:gd name="T97" fmla="*/ 2147483646 h 852"/>
                <a:gd name="T98" fmla="*/ 2147483646 w 596"/>
                <a:gd name="T99" fmla="*/ 2147483646 h 852"/>
                <a:gd name="T100" fmla="*/ 2147483646 w 596"/>
                <a:gd name="T101" fmla="*/ 2147483646 h 852"/>
                <a:gd name="T102" fmla="*/ 2147483646 w 596"/>
                <a:gd name="T103" fmla="*/ 2147483646 h 85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96"/>
                <a:gd name="T157" fmla="*/ 0 h 852"/>
                <a:gd name="T158" fmla="*/ 596 w 596"/>
                <a:gd name="T159" fmla="*/ 852 h 85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96" h="852">
                  <a:moveTo>
                    <a:pt x="596" y="0"/>
                  </a:moveTo>
                  <a:lnTo>
                    <a:pt x="570" y="0"/>
                  </a:lnTo>
                  <a:lnTo>
                    <a:pt x="543" y="0"/>
                  </a:lnTo>
                  <a:lnTo>
                    <a:pt x="520" y="0"/>
                  </a:lnTo>
                  <a:lnTo>
                    <a:pt x="497" y="0"/>
                  </a:lnTo>
                  <a:lnTo>
                    <a:pt x="477" y="0"/>
                  </a:lnTo>
                  <a:lnTo>
                    <a:pt x="457" y="0"/>
                  </a:lnTo>
                  <a:lnTo>
                    <a:pt x="439" y="0"/>
                  </a:lnTo>
                  <a:lnTo>
                    <a:pt x="422" y="0"/>
                  </a:lnTo>
                  <a:lnTo>
                    <a:pt x="406" y="0"/>
                  </a:lnTo>
                  <a:lnTo>
                    <a:pt x="392" y="0"/>
                  </a:lnTo>
                  <a:lnTo>
                    <a:pt x="377" y="0"/>
                  </a:lnTo>
                  <a:lnTo>
                    <a:pt x="365" y="0"/>
                  </a:lnTo>
                  <a:lnTo>
                    <a:pt x="353" y="0"/>
                  </a:lnTo>
                  <a:lnTo>
                    <a:pt x="341" y="0"/>
                  </a:lnTo>
                  <a:lnTo>
                    <a:pt x="332" y="0"/>
                  </a:lnTo>
                  <a:lnTo>
                    <a:pt x="321" y="0"/>
                  </a:lnTo>
                  <a:lnTo>
                    <a:pt x="312" y="0"/>
                  </a:lnTo>
                  <a:lnTo>
                    <a:pt x="303" y="0"/>
                  </a:lnTo>
                  <a:lnTo>
                    <a:pt x="294" y="0"/>
                  </a:lnTo>
                  <a:lnTo>
                    <a:pt x="286" y="0"/>
                  </a:lnTo>
                  <a:lnTo>
                    <a:pt x="279" y="0"/>
                  </a:lnTo>
                  <a:lnTo>
                    <a:pt x="270" y="0"/>
                  </a:lnTo>
                  <a:lnTo>
                    <a:pt x="263" y="0"/>
                  </a:lnTo>
                  <a:lnTo>
                    <a:pt x="256" y="0"/>
                  </a:lnTo>
                  <a:lnTo>
                    <a:pt x="247" y="0"/>
                  </a:lnTo>
                  <a:lnTo>
                    <a:pt x="240" y="0"/>
                  </a:lnTo>
                  <a:lnTo>
                    <a:pt x="232" y="0"/>
                  </a:lnTo>
                  <a:lnTo>
                    <a:pt x="223" y="0"/>
                  </a:lnTo>
                  <a:lnTo>
                    <a:pt x="215" y="0"/>
                  </a:lnTo>
                  <a:lnTo>
                    <a:pt x="207" y="0"/>
                  </a:lnTo>
                  <a:lnTo>
                    <a:pt x="197" y="0"/>
                  </a:lnTo>
                  <a:lnTo>
                    <a:pt x="186" y="0"/>
                  </a:lnTo>
                  <a:lnTo>
                    <a:pt x="177" y="0"/>
                  </a:lnTo>
                  <a:lnTo>
                    <a:pt x="167" y="0"/>
                  </a:lnTo>
                  <a:lnTo>
                    <a:pt x="157" y="0"/>
                  </a:lnTo>
                  <a:lnTo>
                    <a:pt x="149" y="0"/>
                  </a:lnTo>
                  <a:lnTo>
                    <a:pt x="142" y="0"/>
                  </a:lnTo>
                  <a:lnTo>
                    <a:pt x="134" y="0"/>
                  </a:lnTo>
                  <a:lnTo>
                    <a:pt x="127" y="0"/>
                  </a:lnTo>
                  <a:lnTo>
                    <a:pt x="121" y="0"/>
                  </a:lnTo>
                  <a:lnTo>
                    <a:pt x="115" y="2"/>
                  </a:lnTo>
                  <a:lnTo>
                    <a:pt x="109" y="2"/>
                  </a:lnTo>
                  <a:lnTo>
                    <a:pt x="104" y="2"/>
                  </a:lnTo>
                  <a:lnTo>
                    <a:pt x="100" y="3"/>
                  </a:lnTo>
                  <a:lnTo>
                    <a:pt x="95" y="3"/>
                  </a:lnTo>
                  <a:lnTo>
                    <a:pt x="91" y="4"/>
                  </a:lnTo>
                  <a:lnTo>
                    <a:pt x="88" y="4"/>
                  </a:lnTo>
                  <a:lnTo>
                    <a:pt x="84" y="5"/>
                  </a:lnTo>
                  <a:lnTo>
                    <a:pt x="80" y="6"/>
                  </a:lnTo>
                  <a:lnTo>
                    <a:pt x="77" y="8"/>
                  </a:lnTo>
                  <a:lnTo>
                    <a:pt x="74" y="9"/>
                  </a:lnTo>
                  <a:lnTo>
                    <a:pt x="71" y="10"/>
                  </a:lnTo>
                  <a:lnTo>
                    <a:pt x="68" y="12"/>
                  </a:lnTo>
                  <a:lnTo>
                    <a:pt x="66" y="14"/>
                  </a:lnTo>
                  <a:lnTo>
                    <a:pt x="63" y="16"/>
                  </a:lnTo>
                  <a:lnTo>
                    <a:pt x="60" y="18"/>
                  </a:lnTo>
                  <a:lnTo>
                    <a:pt x="57" y="21"/>
                  </a:lnTo>
                  <a:lnTo>
                    <a:pt x="55" y="23"/>
                  </a:lnTo>
                  <a:lnTo>
                    <a:pt x="53" y="26"/>
                  </a:lnTo>
                  <a:lnTo>
                    <a:pt x="49" y="29"/>
                  </a:lnTo>
                  <a:lnTo>
                    <a:pt x="47" y="32"/>
                  </a:lnTo>
                  <a:lnTo>
                    <a:pt x="43" y="35"/>
                  </a:lnTo>
                  <a:lnTo>
                    <a:pt x="41" y="39"/>
                  </a:lnTo>
                  <a:lnTo>
                    <a:pt x="37" y="43"/>
                  </a:lnTo>
                  <a:lnTo>
                    <a:pt x="33" y="46"/>
                  </a:lnTo>
                  <a:lnTo>
                    <a:pt x="30" y="50"/>
                  </a:lnTo>
                  <a:lnTo>
                    <a:pt x="27" y="53"/>
                  </a:lnTo>
                  <a:lnTo>
                    <a:pt x="25" y="57"/>
                  </a:lnTo>
                  <a:lnTo>
                    <a:pt x="23" y="61"/>
                  </a:lnTo>
                  <a:lnTo>
                    <a:pt x="20" y="63"/>
                  </a:lnTo>
                  <a:lnTo>
                    <a:pt x="18" y="65"/>
                  </a:lnTo>
                  <a:lnTo>
                    <a:pt x="15" y="69"/>
                  </a:lnTo>
                  <a:lnTo>
                    <a:pt x="13" y="71"/>
                  </a:lnTo>
                  <a:lnTo>
                    <a:pt x="12" y="74"/>
                  </a:lnTo>
                  <a:lnTo>
                    <a:pt x="11" y="77"/>
                  </a:lnTo>
                  <a:lnTo>
                    <a:pt x="8" y="80"/>
                  </a:lnTo>
                  <a:lnTo>
                    <a:pt x="7" y="82"/>
                  </a:lnTo>
                  <a:lnTo>
                    <a:pt x="6" y="85"/>
                  </a:lnTo>
                  <a:lnTo>
                    <a:pt x="6" y="88"/>
                  </a:lnTo>
                  <a:lnTo>
                    <a:pt x="5" y="91"/>
                  </a:lnTo>
                  <a:lnTo>
                    <a:pt x="3" y="94"/>
                  </a:lnTo>
                  <a:lnTo>
                    <a:pt x="2" y="97"/>
                  </a:lnTo>
                  <a:lnTo>
                    <a:pt x="2" y="100"/>
                  </a:lnTo>
                  <a:lnTo>
                    <a:pt x="2" y="104"/>
                  </a:lnTo>
                  <a:lnTo>
                    <a:pt x="1" y="107"/>
                  </a:lnTo>
                  <a:lnTo>
                    <a:pt x="1" y="112"/>
                  </a:lnTo>
                  <a:lnTo>
                    <a:pt x="1" y="116"/>
                  </a:lnTo>
                  <a:lnTo>
                    <a:pt x="0" y="121"/>
                  </a:lnTo>
                  <a:lnTo>
                    <a:pt x="0" y="125"/>
                  </a:lnTo>
                  <a:lnTo>
                    <a:pt x="0" y="130"/>
                  </a:lnTo>
                  <a:lnTo>
                    <a:pt x="0" y="136"/>
                  </a:lnTo>
                  <a:lnTo>
                    <a:pt x="0" y="142"/>
                  </a:lnTo>
                  <a:lnTo>
                    <a:pt x="0" y="148"/>
                  </a:lnTo>
                  <a:lnTo>
                    <a:pt x="0" y="156"/>
                  </a:lnTo>
                  <a:lnTo>
                    <a:pt x="0" y="163"/>
                  </a:lnTo>
                  <a:lnTo>
                    <a:pt x="0" y="170"/>
                  </a:lnTo>
                  <a:lnTo>
                    <a:pt x="0" y="178"/>
                  </a:lnTo>
                  <a:lnTo>
                    <a:pt x="0" y="186"/>
                  </a:lnTo>
                  <a:lnTo>
                    <a:pt x="0" y="193"/>
                  </a:lnTo>
                  <a:lnTo>
                    <a:pt x="0" y="199"/>
                  </a:lnTo>
                  <a:lnTo>
                    <a:pt x="0" y="205"/>
                  </a:lnTo>
                  <a:lnTo>
                    <a:pt x="0" y="211"/>
                  </a:lnTo>
                  <a:lnTo>
                    <a:pt x="0" y="217"/>
                  </a:lnTo>
                  <a:lnTo>
                    <a:pt x="0" y="223"/>
                  </a:lnTo>
                  <a:lnTo>
                    <a:pt x="0" y="228"/>
                  </a:lnTo>
                  <a:lnTo>
                    <a:pt x="0" y="234"/>
                  </a:lnTo>
                  <a:lnTo>
                    <a:pt x="0" y="238"/>
                  </a:lnTo>
                  <a:lnTo>
                    <a:pt x="0" y="244"/>
                  </a:lnTo>
                  <a:lnTo>
                    <a:pt x="0" y="249"/>
                  </a:lnTo>
                  <a:lnTo>
                    <a:pt x="0" y="255"/>
                  </a:lnTo>
                  <a:lnTo>
                    <a:pt x="0" y="260"/>
                  </a:lnTo>
                  <a:lnTo>
                    <a:pt x="0" y="266"/>
                  </a:lnTo>
                  <a:lnTo>
                    <a:pt x="0" y="272"/>
                  </a:lnTo>
                  <a:lnTo>
                    <a:pt x="0" y="279"/>
                  </a:lnTo>
                  <a:lnTo>
                    <a:pt x="0" y="285"/>
                  </a:lnTo>
                  <a:lnTo>
                    <a:pt x="0" y="293"/>
                  </a:lnTo>
                  <a:lnTo>
                    <a:pt x="0" y="301"/>
                  </a:lnTo>
                  <a:lnTo>
                    <a:pt x="0" y="308"/>
                  </a:lnTo>
                  <a:lnTo>
                    <a:pt x="0" y="317"/>
                  </a:lnTo>
                  <a:lnTo>
                    <a:pt x="0" y="326"/>
                  </a:lnTo>
                  <a:lnTo>
                    <a:pt x="0" y="336"/>
                  </a:lnTo>
                  <a:lnTo>
                    <a:pt x="0" y="347"/>
                  </a:lnTo>
                  <a:lnTo>
                    <a:pt x="0" y="357"/>
                  </a:lnTo>
                  <a:lnTo>
                    <a:pt x="0" y="370"/>
                  </a:lnTo>
                  <a:lnTo>
                    <a:pt x="0" y="383"/>
                  </a:lnTo>
                  <a:lnTo>
                    <a:pt x="0" y="396"/>
                  </a:lnTo>
                  <a:lnTo>
                    <a:pt x="0" y="410"/>
                  </a:lnTo>
                  <a:lnTo>
                    <a:pt x="0" y="426"/>
                  </a:lnTo>
                  <a:lnTo>
                    <a:pt x="0" y="442"/>
                  </a:lnTo>
                  <a:lnTo>
                    <a:pt x="0" y="456"/>
                  </a:lnTo>
                  <a:lnTo>
                    <a:pt x="0" y="469"/>
                  </a:lnTo>
                  <a:lnTo>
                    <a:pt x="0" y="483"/>
                  </a:lnTo>
                  <a:lnTo>
                    <a:pt x="0" y="495"/>
                  </a:lnTo>
                  <a:lnTo>
                    <a:pt x="0" y="505"/>
                  </a:lnTo>
                  <a:lnTo>
                    <a:pt x="0" y="516"/>
                  </a:lnTo>
                  <a:lnTo>
                    <a:pt x="0" y="526"/>
                  </a:lnTo>
                  <a:lnTo>
                    <a:pt x="0" y="535"/>
                  </a:lnTo>
                  <a:lnTo>
                    <a:pt x="0" y="544"/>
                  </a:lnTo>
                  <a:lnTo>
                    <a:pt x="0" y="552"/>
                  </a:lnTo>
                  <a:lnTo>
                    <a:pt x="0" y="559"/>
                  </a:lnTo>
                  <a:lnTo>
                    <a:pt x="0" y="567"/>
                  </a:lnTo>
                  <a:lnTo>
                    <a:pt x="0" y="574"/>
                  </a:lnTo>
                  <a:lnTo>
                    <a:pt x="0" y="580"/>
                  </a:lnTo>
                  <a:lnTo>
                    <a:pt x="0" y="586"/>
                  </a:lnTo>
                  <a:lnTo>
                    <a:pt x="0" y="592"/>
                  </a:lnTo>
                  <a:lnTo>
                    <a:pt x="0" y="598"/>
                  </a:lnTo>
                  <a:lnTo>
                    <a:pt x="0" y="603"/>
                  </a:lnTo>
                  <a:lnTo>
                    <a:pt x="0" y="609"/>
                  </a:lnTo>
                  <a:lnTo>
                    <a:pt x="0" y="614"/>
                  </a:lnTo>
                  <a:lnTo>
                    <a:pt x="0" y="620"/>
                  </a:lnTo>
                  <a:lnTo>
                    <a:pt x="0" y="624"/>
                  </a:lnTo>
                  <a:lnTo>
                    <a:pt x="0" y="629"/>
                  </a:lnTo>
                  <a:lnTo>
                    <a:pt x="0" y="635"/>
                  </a:lnTo>
                  <a:lnTo>
                    <a:pt x="0" y="641"/>
                  </a:lnTo>
                  <a:lnTo>
                    <a:pt x="0" y="647"/>
                  </a:lnTo>
                  <a:lnTo>
                    <a:pt x="0" y="653"/>
                  </a:lnTo>
                  <a:lnTo>
                    <a:pt x="0" y="659"/>
                  </a:lnTo>
                  <a:lnTo>
                    <a:pt x="0" y="666"/>
                  </a:lnTo>
                  <a:lnTo>
                    <a:pt x="0" y="674"/>
                  </a:lnTo>
                  <a:lnTo>
                    <a:pt x="0" y="682"/>
                  </a:lnTo>
                  <a:lnTo>
                    <a:pt x="0" y="689"/>
                  </a:lnTo>
                  <a:lnTo>
                    <a:pt x="0" y="696"/>
                  </a:lnTo>
                  <a:lnTo>
                    <a:pt x="0" y="704"/>
                  </a:lnTo>
                  <a:lnTo>
                    <a:pt x="0" y="710"/>
                  </a:lnTo>
                  <a:lnTo>
                    <a:pt x="0" y="716"/>
                  </a:lnTo>
                  <a:lnTo>
                    <a:pt x="0" y="722"/>
                  </a:lnTo>
                  <a:lnTo>
                    <a:pt x="0" y="727"/>
                  </a:lnTo>
                  <a:lnTo>
                    <a:pt x="0" y="731"/>
                  </a:lnTo>
                  <a:lnTo>
                    <a:pt x="1" y="736"/>
                  </a:lnTo>
                  <a:lnTo>
                    <a:pt x="1" y="741"/>
                  </a:lnTo>
                  <a:lnTo>
                    <a:pt x="1" y="745"/>
                  </a:lnTo>
                  <a:lnTo>
                    <a:pt x="2" y="748"/>
                  </a:lnTo>
                  <a:lnTo>
                    <a:pt x="2" y="752"/>
                  </a:lnTo>
                  <a:lnTo>
                    <a:pt x="2" y="755"/>
                  </a:lnTo>
                  <a:lnTo>
                    <a:pt x="3" y="758"/>
                  </a:lnTo>
                  <a:lnTo>
                    <a:pt x="5" y="761"/>
                  </a:lnTo>
                  <a:lnTo>
                    <a:pt x="6" y="764"/>
                  </a:lnTo>
                  <a:lnTo>
                    <a:pt x="6" y="767"/>
                  </a:lnTo>
                  <a:lnTo>
                    <a:pt x="7" y="770"/>
                  </a:lnTo>
                  <a:lnTo>
                    <a:pt x="8" y="772"/>
                  </a:lnTo>
                  <a:lnTo>
                    <a:pt x="11" y="776"/>
                  </a:lnTo>
                  <a:lnTo>
                    <a:pt x="12" y="778"/>
                  </a:lnTo>
                  <a:lnTo>
                    <a:pt x="13" y="781"/>
                  </a:lnTo>
                  <a:lnTo>
                    <a:pt x="15" y="783"/>
                  </a:lnTo>
                  <a:lnTo>
                    <a:pt x="18" y="787"/>
                  </a:lnTo>
                  <a:lnTo>
                    <a:pt x="20" y="789"/>
                  </a:lnTo>
                  <a:lnTo>
                    <a:pt x="23" y="793"/>
                  </a:lnTo>
                  <a:lnTo>
                    <a:pt x="25" y="795"/>
                  </a:lnTo>
                  <a:lnTo>
                    <a:pt x="27" y="799"/>
                  </a:lnTo>
                  <a:lnTo>
                    <a:pt x="30" y="802"/>
                  </a:lnTo>
                  <a:lnTo>
                    <a:pt x="33" y="806"/>
                  </a:lnTo>
                  <a:lnTo>
                    <a:pt x="37" y="809"/>
                  </a:lnTo>
                  <a:lnTo>
                    <a:pt x="41" y="813"/>
                  </a:lnTo>
                  <a:lnTo>
                    <a:pt x="43" y="817"/>
                  </a:lnTo>
                  <a:lnTo>
                    <a:pt x="47" y="820"/>
                  </a:lnTo>
                  <a:lnTo>
                    <a:pt x="49" y="824"/>
                  </a:lnTo>
                  <a:lnTo>
                    <a:pt x="53" y="826"/>
                  </a:lnTo>
                  <a:lnTo>
                    <a:pt x="55" y="829"/>
                  </a:lnTo>
                  <a:lnTo>
                    <a:pt x="57" y="832"/>
                  </a:lnTo>
                  <a:lnTo>
                    <a:pt x="60" y="835"/>
                  </a:lnTo>
                  <a:lnTo>
                    <a:pt x="62" y="836"/>
                  </a:lnTo>
                  <a:lnTo>
                    <a:pt x="65" y="838"/>
                  </a:lnTo>
                  <a:lnTo>
                    <a:pt x="67" y="840"/>
                  </a:lnTo>
                  <a:lnTo>
                    <a:pt x="70" y="842"/>
                  </a:lnTo>
                  <a:lnTo>
                    <a:pt x="72" y="843"/>
                  </a:lnTo>
                  <a:lnTo>
                    <a:pt x="74" y="844"/>
                  </a:lnTo>
                  <a:lnTo>
                    <a:pt x="77" y="846"/>
                  </a:lnTo>
                  <a:lnTo>
                    <a:pt x="79" y="847"/>
                  </a:lnTo>
                  <a:lnTo>
                    <a:pt x="82" y="848"/>
                  </a:lnTo>
                  <a:lnTo>
                    <a:pt x="84" y="848"/>
                  </a:lnTo>
                  <a:lnTo>
                    <a:pt x="88" y="849"/>
                  </a:lnTo>
                  <a:lnTo>
                    <a:pt x="91" y="850"/>
                  </a:lnTo>
                  <a:lnTo>
                    <a:pt x="94" y="850"/>
                  </a:lnTo>
                  <a:lnTo>
                    <a:pt x="97" y="850"/>
                  </a:lnTo>
                  <a:lnTo>
                    <a:pt x="101" y="852"/>
                  </a:lnTo>
                  <a:lnTo>
                    <a:pt x="106" y="852"/>
                  </a:lnTo>
                  <a:lnTo>
                    <a:pt x="109" y="852"/>
                  </a:lnTo>
                  <a:lnTo>
                    <a:pt x="114" y="852"/>
                  </a:lnTo>
                  <a:lnTo>
                    <a:pt x="119" y="852"/>
                  </a:lnTo>
                  <a:lnTo>
                    <a:pt x="124" y="852"/>
                  </a:lnTo>
                  <a:lnTo>
                    <a:pt x="130" y="852"/>
                  </a:lnTo>
                  <a:lnTo>
                    <a:pt x="136" y="852"/>
                  </a:lnTo>
                  <a:lnTo>
                    <a:pt x="142" y="852"/>
                  </a:lnTo>
                  <a:lnTo>
                    <a:pt x="149" y="852"/>
                  </a:lnTo>
                  <a:lnTo>
                    <a:pt x="156" y="852"/>
                  </a:lnTo>
                  <a:lnTo>
                    <a:pt x="162" y="852"/>
                  </a:lnTo>
                  <a:lnTo>
                    <a:pt x="168" y="852"/>
                  </a:lnTo>
                  <a:lnTo>
                    <a:pt x="174" y="852"/>
                  </a:lnTo>
                  <a:lnTo>
                    <a:pt x="180" y="852"/>
                  </a:lnTo>
                  <a:lnTo>
                    <a:pt x="186" y="852"/>
                  </a:lnTo>
                  <a:lnTo>
                    <a:pt x="192" y="852"/>
                  </a:lnTo>
                  <a:lnTo>
                    <a:pt x="198" y="852"/>
                  </a:lnTo>
                  <a:lnTo>
                    <a:pt x="204" y="852"/>
                  </a:lnTo>
                  <a:lnTo>
                    <a:pt x="210" y="852"/>
                  </a:lnTo>
                  <a:lnTo>
                    <a:pt x="217" y="852"/>
                  </a:lnTo>
                  <a:lnTo>
                    <a:pt x="225" y="852"/>
                  </a:lnTo>
                  <a:lnTo>
                    <a:pt x="233" y="852"/>
                  </a:lnTo>
                  <a:lnTo>
                    <a:pt x="241" y="852"/>
                  </a:lnTo>
                  <a:lnTo>
                    <a:pt x="251" y="852"/>
                  </a:lnTo>
                  <a:lnTo>
                    <a:pt x="261" y="852"/>
                  </a:lnTo>
                  <a:lnTo>
                    <a:pt x="271" y="852"/>
                  </a:lnTo>
                  <a:lnTo>
                    <a:pt x="283" y="852"/>
                  </a:lnTo>
                  <a:lnTo>
                    <a:pt x="297" y="852"/>
                  </a:lnTo>
                  <a:lnTo>
                    <a:pt x="310" y="852"/>
                  </a:lnTo>
                  <a:lnTo>
                    <a:pt x="326" y="852"/>
                  </a:lnTo>
                  <a:lnTo>
                    <a:pt x="342" y="852"/>
                  </a:lnTo>
                  <a:lnTo>
                    <a:pt x="360" y="852"/>
                  </a:lnTo>
                  <a:lnTo>
                    <a:pt x="380" y="852"/>
                  </a:lnTo>
                  <a:lnTo>
                    <a:pt x="400" y="852"/>
                  </a:lnTo>
                  <a:lnTo>
                    <a:pt x="423" y="852"/>
                  </a:lnTo>
                  <a:lnTo>
                    <a:pt x="447" y="852"/>
                  </a:lnTo>
                  <a:lnTo>
                    <a:pt x="473" y="852"/>
                  </a:lnTo>
                  <a:lnTo>
                    <a:pt x="501" y="852"/>
                  </a:lnTo>
                  <a:lnTo>
                    <a:pt x="531" y="852"/>
                  </a:lnTo>
                  <a:lnTo>
                    <a:pt x="562" y="852"/>
                  </a:lnTo>
                  <a:lnTo>
                    <a:pt x="596" y="852"/>
                  </a:lnTo>
                </a:path>
              </a:pathLst>
            </a:custGeom>
            <a:noFill/>
            <a:ln w="17463">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01" name="Freeform 173">
              <a:extLst>
                <a:ext uri="{FF2B5EF4-FFF2-40B4-BE49-F238E27FC236}">
                  <a16:creationId xmlns:a16="http://schemas.microsoft.com/office/drawing/2014/main" id="{FAA1B7E7-3415-496A-9E72-BDD2A2BD8B1F}"/>
                </a:ext>
              </a:extLst>
            </p:cNvPr>
            <p:cNvSpPr>
              <a:spLocks/>
            </p:cNvSpPr>
            <p:nvPr/>
          </p:nvSpPr>
          <p:spPr bwMode="auto">
            <a:xfrm>
              <a:off x="1827213" y="2330450"/>
              <a:ext cx="474662" cy="674687"/>
            </a:xfrm>
            <a:custGeom>
              <a:avLst/>
              <a:gdLst>
                <a:gd name="T0" fmla="*/ 2147483646 w 596"/>
                <a:gd name="T1" fmla="*/ 0 h 852"/>
                <a:gd name="T2" fmla="*/ 2147483646 w 596"/>
                <a:gd name="T3" fmla="*/ 0 h 852"/>
                <a:gd name="T4" fmla="*/ 2147483646 w 596"/>
                <a:gd name="T5" fmla="*/ 0 h 852"/>
                <a:gd name="T6" fmla="*/ 2147483646 w 596"/>
                <a:gd name="T7" fmla="*/ 0 h 852"/>
                <a:gd name="T8" fmla="*/ 2147483646 w 596"/>
                <a:gd name="T9" fmla="*/ 0 h 852"/>
                <a:gd name="T10" fmla="*/ 2147483646 w 596"/>
                <a:gd name="T11" fmla="*/ 0 h 852"/>
                <a:gd name="T12" fmla="*/ 2147483646 w 596"/>
                <a:gd name="T13" fmla="*/ 0 h 852"/>
                <a:gd name="T14" fmla="*/ 2147483646 w 596"/>
                <a:gd name="T15" fmla="*/ 0 h 852"/>
                <a:gd name="T16" fmla="*/ 2147483646 w 596"/>
                <a:gd name="T17" fmla="*/ 2147483646 h 852"/>
                <a:gd name="T18" fmla="*/ 2147483646 w 596"/>
                <a:gd name="T19" fmla="*/ 2147483646 h 852"/>
                <a:gd name="T20" fmla="*/ 2147483646 w 596"/>
                <a:gd name="T21" fmla="*/ 2147483646 h 852"/>
                <a:gd name="T22" fmla="*/ 2147483646 w 596"/>
                <a:gd name="T23" fmla="*/ 2147483646 h 852"/>
                <a:gd name="T24" fmla="*/ 2147483646 w 596"/>
                <a:gd name="T25" fmla="*/ 2147483646 h 852"/>
                <a:gd name="T26" fmla="*/ 2147483646 w 596"/>
                <a:gd name="T27" fmla="*/ 2147483646 h 852"/>
                <a:gd name="T28" fmla="*/ 2147483646 w 596"/>
                <a:gd name="T29" fmla="*/ 2147483646 h 852"/>
                <a:gd name="T30" fmla="*/ 2147483646 w 596"/>
                <a:gd name="T31" fmla="*/ 2147483646 h 852"/>
                <a:gd name="T32" fmla="*/ 2147483646 w 596"/>
                <a:gd name="T33" fmla="*/ 2147483646 h 852"/>
                <a:gd name="T34" fmla="*/ 2147483646 w 596"/>
                <a:gd name="T35" fmla="*/ 2147483646 h 852"/>
                <a:gd name="T36" fmla="*/ 2147483646 w 596"/>
                <a:gd name="T37" fmla="*/ 2147483646 h 852"/>
                <a:gd name="T38" fmla="*/ 2147483646 w 596"/>
                <a:gd name="T39" fmla="*/ 2147483646 h 852"/>
                <a:gd name="T40" fmla="*/ 2147483646 w 596"/>
                <a:gd name="T41" fmla="*/ 2147483646 h 852"/>
                <a:gd name="T42" fmla="*/ 2147483646 w 596"/>
                <a:gd name="T43" fmla="*/ 2147483646 h 852"/>
                <a:gd name="T44" fmla="*/ 2147483646 w 596"/>
                <a:gd name="T45" fmla="*/ 2147483646 h 852"/>
                <a:gd name="T46" fmla="*/ 2147483646 w 596"/>
                <a:gd name="T47" fmla="*/ 2147483646 h 852"/>
                <a:gd name="T48" fmla="*/ 2147483646 w 596"/>
                <a:gd name="T49" fmla="*/ 2147483646 h 852"/>
                <a:gd name="T50" fmla="*/ 2147483646 w 596"/>
                <a:gd name="T51" fmla="*/ 2147483646 h 852"/>
                <a:gd name="T52" fmla="*/ 2147483646 w 596"/>
                <a:gd name="T53" fmla="*/ 2147483646 h 852"/>
                <a:gd name="T54" fmla="*/ 2147483646 w 596"/>
                <a:gd name="T55" fmla="*/ 2147483646 h 852"/>
                <a:gd name="T56" fmla="*/ 2147483646 w 596"/>
                <a:gd name="T57" fmla="*/ 2147483646 h 852"/>
                <a:gd name="T58" fmla="*/ 2147483646 w 596"/>
                <a:gd name="T59" fmla="*/ 2147483646 h 852"/>
                <a:gd name="T60" fmla="*/ 2147483646 w 596"/>
                <a:gd name="T61" fmla="*/ 2147483646 h 852"/>
                <a:gd name="T62" fmla="*/ 2147483646 w 596"/>
                <a:gd name="T63" fmla="*/ 2147483646 h 852"/>
                <a:gd name="T64" fmla="*/ 2147483646 w 596"/>
                <a:gd name="T65" fmla="*/ 2147483646 h 852"/>
                <a:gd name="T66" fmla="*/ 2147483646 w 596"/>
                <a:gd name="T67" fmla="*/ 2147483646 h 852"/>
                <a:gd name="T68" fmla="*/ 2147483646 w 596"/>
                <a:gd name="T69" fmla="*/ 2147483646 h 852"/>
                <a:gd name="T70" fmla="*/ 2147483646 w 596"/>
                <a:gd name="T71" fmla="*/ 2147483646 h 852"/>
                <a:gd name="T72" fmla="*/ 2147483646 w 596"/>
                <a:gd name="T73" fmla="*/ 2147483646 h 852"/>
                <a:gd name="T74" fmla="*/ 2147483646 w 596"/>
                <a:gd name="T75" fmla="*/ 2147483646 h 852"/>
                <a:gd name="T76" fmla="*/ 2147483646 w 596"/>
                <a:gd name="T77" fmla="*/ 2147483646 h 852"/>
                <a:gd name="T78" fmla="*/ 2147483646 w 596"/>
                <a:gd name="T79" fmla="*/ 2147483646 h 852"/>
                <a:gd name="T80" fmla="*/ 2147483646 w 596"/>
                <a:gd name="T81" fmla="*/ 2147483646 h 852"/>
                <a:gd name="T82" fmla="*/ 2147483646 w 596"/>
                <a:gd name="T83" fmla="*/ 2147483646 h 852"/>
                <a:gd name="T84" fmla="*/ 2147483646 w 596"/>
                <a:gd name="T85" fmla="*/ 2147483646 h 852"/>
                <a:gd name="T86" fmla="*/ 2147483646 w 596"/>
                <a:gd name="T87" fmla="*/ 2147483646 h 852"/>
                <a:gd name="T88" fmla="*/ 2147483646 w 596"/>
                <a:gd name="T89" fmla="*/ 2147483646 h 852"/>
                <a:gd name="T90" fmla="*/ 2147483646 w 596"/>
                <a:gd name="T91" fmla="*/ 2147483646 h 852"/>
                <a:gd name="T92" fmla="*/ 2147483646 w 596"/>
                <a:gd name="T93" fmla="*/ 2147483646 h 852"/>
                <a:gd name="T94" fmla="*/ 2147483646 w 596"/>
                <a:gd name="T95" fmla="*/ 2147483646 h 852"/>
                <a:gd name="T96" fmla="*/ 2147483646 w 596"/>
                <a:gd name="T97" fmla="*/ 2147483646 h 852"/>
                <a:gd name="T98" fmla="*/ 2147483646 w 596"/>
                <a:gd name="T99" fmla="*/ 2147483646 h 852"/>
                <a:gd name="T100" fmla="*/ 2147483646 w 596"/>
                <a:gd name="T101" fmla="*/ 2147483646 h 852"/>
                <a:gd name="T102" fmla="*/ 2147483646 w 596"/>
                <a:gd name="T103" fmla="*/ 2147483646 h 85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96"/>
                <a:gd name="T157" fmla="*/ 0 h 852"/>
                <a:gd name="T158" fmla="*/ 596 w 596"/>
                <a:gd name="T159" fmla="*/ 852 h 85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96" h="852">
                  <a:moveTo>
                    <a:pt x="0" y="0"/>
                  </a:moveTo>
                  <a:lnTo>
                    <a:pt x="26" y="0"/>
                  </a:lnTo>
                  <a:lnTo>
                    <a:pt x="52" y="0"/>
                  </a:lnTo>
                  <a:lnTo>
                    <a:pt x="76" y="0"/>
                  </a:lnTo>
                  <a:lnTo>
                    <a:pt x="98" y="0"/>
                  </a:lnTo>
                  <a:lnTo>
                    <a:pt x="119" y="0"/>
                  </a:lnTo>
                  <a:lnTo>
                    <a:pt x="138" y="0"/>
                  </a:lnTo>
                  <a:lnTo>
                    <a:pt x="157" y="0"/>
                  </a:lnTo>
                  <a:lnTo>
                    <a:pt x="174" y="0"/>
                  </a:lnTo>
                  <a:lnTo>
                    <a:pt x="190" y="0"/>
                  </a:lnTo>
                  <a:lnTo>
                    <a:pt x="204" y="0"/>
                  </a:lnTo>
                  <a:lnTo>
                    <a:pt x="219" y="0"/>
                  </a:lnTo>
                  <a:lnTo>
                    <a:pt x="231" y="0"/>
                  </a:lnTo>
                  <a:lnTo>
                    <a:pt x="243" y="0"/>
                  </a:lnTo>
                  <a:lnTo>
                    <a:pt x="255" y="0"/>
                  </a:lnTo>
                  <a:lnTo>
                    <a:pt x="264" y="0"/>
                  </a:lnTo>
                  <a:lnTo>
                    <a:pt x="274" y="0"/>
                  </a:lnTo>
                  <a:lnTo>
                    <a:pt x="284" y="0"/>
                  </a:lnTo>
                  <a:lnTo>
                    <a:pt x="293" y="0"/>
                  </a:lnTo>
                  <a:lnTo>
                    <a:pt x="302" y="0"/>
                  </a:lnTo>
                  <a:lnTo>
                    <a:pt x="310" y="0"/>
                  </a:lnTo>
                  <a:lnTo>
                    <a:pt x="317" y="0"/>
                  </a:lnTo>
                  <a:lnTo>
                    <a:pt x="326" y="0"/>
                  </a:lnTo>
                  <a:lnTo>
                    <a:pt x="333" y="0"/>
                  </a:lnTo>
                  <a:lnTo>
                    <a:pt x="340" y="0"/>
                  </a:lnTo>
                  <a:lnTo>
                    <a:pt x="349" y="0"/>
                  </a:lnTo>
                  <a:lnTo>
                    <a:pt x="356" y="0"/>
                  </a:lnTo>
                  <a:lnTo>
                    <a:pt x="364" y="0"/>
                  </a:lnTo>
                  <a:lnTo>
                    <a:pt x="373" y="0"/>
                  </a:lnTo>
                  <a:lnTo>
                    <a:pt x="381" y="0"/>
                  </a:lnTo>
                  <a:lnTo>
                    <a:pt x="389" y="0"/>
                  </a:lnTo>
                  <a:lnTo>
                    <a:pt x="399" y="0"/>
                  </a:lnTo>
                  <a:lnTo>
                    <a:pt x="410" y="0"/>
                  </a:lnTo>
                  <a:lnTo>
                    <a:pt x="419" y="0"/>
                  </a:lnTo>
                  <a:lnTo>
                    <a:pt x="429" y="0"/>
                  </a:lnTo>
                  <a:lnTo>
                    <a:pt x="439" y="0"/>
                  </a:lnTo>
                  <a:lnTo>
                    <a:pt x="447" y="0"/>
                  </a:lnTo>
                  <a:lnTo>
                    <a:pt x="454" y="0"/>
                  </a:lnTo>
                  <a:lnTo>
                    <a:pt x="462" y="0"/>
                  </a:lnTo>
                  <a:lnTo>
                    <a:pt x="469" y="0"/>
                  </a:lnTo>
                  <a:lnTo>
                    <a:pt x="475" y="0"/>
                  </a:lnTo>
                  <a:lnTo>
                    <a:pt x="481" y="2"/>
                  </a:lnTo>
                  <a:lnTo>
                    <a:pt x="487" y="2"/>
                  </a:lnTo>
                  <a:lnTo>
                    <a:pt x="492" y="2"/>
                  </a:lnTo>
                  <a:lnTo>
                    <a:pt x="496" y="3"/>
                  </a:lnTo>
                  <a:lnTo>
                    <a:pt x="501" y="3"/>
                  </a:lnTo>
                  <a:lnTo>
                    <a:pt x="505" y="4"/>
                  </a:lnTo>
                  <a:lnTo>
                    <a:pt x="508" y="4"/>
                  </a:lnTo>
                  <a:lnTo>
                    <a:pt x="512" y="5"/>
                  </a:lnTo>
                  <a:lnTo>
                    <a:pt x="516" y="6"/>
                  </a:lnTo>
                  <a:lnTo>
                    <a:pt x="519" y="8"/>
                  </a:lnTo>
                  <a:lnTo>
                    <a:pt x="522" y="9"/>
                  </a:lnTo>
                  <a:lnTo>
                    <a:pt x="525" y="10"/>
                  </a:lnTo>
                  <a:lnTo>
                    <a:pt x="528" y="12"/>
                  </a:lnTo>
                  <a:lnTo>
                    <a:pt x="530" y="14"/>
                  </a:lnTo>
                  <a:lnTo>
                    <a:pt x="532" y="16"/>
                  </a:lnTo>
                  <a:lnTo>
                    <a:pt x="536" y="18"/>
                  </a:lnTo>
                  <a:lnTo>
                    <a:pt x="538" y="21"/>
                  </a:lnTo>
                  <a:lnTo>
                    <a:pt x="541" y="23"/>
                  </a:lnTo>
                  <a:lnTo>
                    <a:pt x="543" y="26"/>
                  </a:lnTo>
                  <a:lnTo>
                    <a:pt x="546" y="29"/>
                  </a:lnTo>
                  <a:lnTo>
                    <a:pt x="549" y="32"/>
                  </a:lnTo>
                  <a:lnTo>
                    <a:pt x="552" y="35"/>
                  </a:lnTo>
                  <a:lnTo>
                    <a:pt x="555" y="39"/>
                  </a:lnTo>
                  <a:lnTo>
                    <a:pt x="559" y="43"/>
                  </a:lnTo>
                  <a:lnTo>
                    <a:pt x="563" y="46"/>
                  </a:lnTo>
                  <a:lnTo>
                    <a:pt x="565" y="50"/>
                  </a:lnTo>
                  <a:lnTo>
                    <a:pt x="569" y="53"/>
                  </a:lnTo>
                  <a:lnTo>
                    <a:pt x="571" y="57"/>
                  </a:lnTo>
                  <a:lnTo>
                    <a:pt x="573" y="61"/>
                  </a:lnTo>
                  <a:lnTo>
                    <a:pt x="576" y="63"/>
                  </a:lnTo>
                  <a:lnTo>
                    <a:pt x="578" y="65"/>
                  </a:lnTo>
                  <a:lnTo>
                    <a:pt x="581" y="69"/>
                  </a:lnTo>
                  <a:lnTo>
                    <a:pt x="582" y="71"/>
                  </a:lnTo>
                  <a:lnTo>
                    <a:pt x="584" y="74"/>
                  </a:lnTo>
                  <a:lnTo>
                    <a:pt x="585" y="77"/>
                  </a:lnTo>
                  <a:lnTo>
                    <a:pt x="587" y="80"/>
                  </a:lnTo>
                  <a:lnTo>
                    <a:pt x="588" y="82"/>
                  </a:lnTo>
                  <a:lnTo>
                    <a:pt x="589" y="85"/>
                  </a:lnTo>
                  <a:lnTo>
                    <a:pt x="590" y="88"/>
                  </a:lnTo>
                  <a:lnTo>
                    <a:pt x="591" y="91"/>
                  </a:lnTo>
                  <a:lnTo>
                    <a:pt x="593" y="94"/>
                  </a:lnTo>
                  <a:lnTo>
                    <a:pt x="593" y="97"/>
                  </a:lnTo>
                  <a:lnTo>
                    <a:pt x="594" y="100"/>
                  </a:lnTo>
                  <a:lnTo>
                    <a:pt x="594" y="104"/>
                  </a:lnTo>
                  <a:lnTo>
                    <a:pt x="595" y="107"/>
                  </a:lnTo>
                  <a:lnTo>
                    <a:pt x="595" y="112"/>
                  </a:lnTo>
                  <a:lnTo>
                    <a:pt x="595" y="116"/>
                  </a:lnTo>
                  <a:lnTo>
                    <a:pt x="595" y="121"/>
                  </a:lnTo>
                  <a:lnTo>
                    <a:pt x="596" y="125"/>
                  </a:lnTo>
                  <a:lnTo>
                    <a:pt x="596" y="130"/>
                  </a:lnTo>
                  <a:lnTo>
                    <a:pt x="596" y="136"/>
                  </a:lnTo>
                  <a:lnTo>
                    <a:pt x="596" y="142"/>
                  </a:lnTo>
                  <a:lnTo>
                    <a:pt x="596" y="148"/>
                  </a:lnTo>
                  <a:lnTo>
                    <a:pt x="596" y="156"/>
                  </a:lnTo>
                  <a:lnTo>
                    <a:pt x="596" y="163"/>
                  </a:lnTo>
                  <a:lnTo>
                    <a:pt x="596" y="170"/>
                  </a:lnTo>
                  <a:lnTo>
                    <a:pt x="596" y="178"/>
                  </a:lnTo>
                  <a:lnTo>
                    <a:pt x="596" y="186"/>
                  </a:lnTo>
                  <a:lnTo>
                    <a:pt x="596" y="193"/>
                  </a:lnTo>
                  <a:lnTo>
                    <a:pt x="596" y="199"/>
                  </a:lnTo>
                  <a:lnTo>
                    <a:pt x="596" y="205"/>
                  </a:lnTo>
                  <a:lnTo>
                    <a:pt x="596" y="211"/>
                  </a:lnTo>
                  <a:lnTo>
                    <a:pt x="596" y="217"/>
                  </a:lnTo>
                  <a:lnTo>
                    <a:pt x="596" y="223"/>
                  </a:lnTo>
                  <a:lnTo>
                    <a:pt x="596" y="228"/>
                  </a:lnTo>
                  <a:lnTo>
                    <a:pt x="596" y="234"/>
                  </a:lnTo>
                  <a:lnTo>
                    <a:pt x="596" y="238"/>
                  </a:lnTo>
                  <a:lnTo>
                    <a:pt x="596" y="244"/>
                  </a:lnTo>
                  <a:lnTo>
                    <a:pt x="596" y="249"/>
                  </a:lnTo>
                  <a:lnTo>
                    <a:pt x="596" y="255"/>
                  </a:lnTo>
                  <a:lnTo>
                    <a:pt x="596" y="260"/>
                  </a:lnTo>
                  <a:lnTo>
                    <a:pt x="596" y="266"/>
                  </a:lnTo>
                  <a:lnTo>
                    <a:pt x="596" y="272"/>
                  </a:lnTo>
                  <a:lnTo>
                    <a:pt x="596" y="279"/>
                  </a:lnTo>
                  <a:lnTo>
                    <a:pt x="596" y="285"/>
                  </a:lnTo>
                  <a:lnTo>
                    <a:pt x="596" y="293"/>
                  </a:lnTo>
                  <a:lnTo>
                    <a:pt x="596" y="301"/>
                  </a:lnTo>
                  <a:lnTo>
                    <a:pt x="596" y="308"/>
                  </a:lnTo>
                  <a:lnTo>
                    <a:pt x="596" y="317"/>
                  </a:lnTo>
                  <a:lnTo>
                    <a:pt x="596" y="326"/>
                  </a:lnTo>
                  <a:lnTo>
                    <a:pt x="596" y="336"/>
                  </a:lnTo>
                  <a:lnTo>
                    <a:pt x="596" y="347"/>
                  </a:lnTo>
                  <a:lnTo>
                    <a:pt x="596" y="357"/>
                  </a:lnTo>
                  <a:lnTo>
                    <a:pt x="596" y="370"/>
                  </a:lnTo>
                  <a:lnTo>
                    <a:pt x="596" y="383"/>
                  </a:lnTo>
                  <a:lnTo>
                    <a:pt x="596" y="396"/>
                  </a:lnTo>
                  <a:lnTo>
                    <a:pt x="596" y="410"/>
                  </a:lnTo>
                  <a:lnTo>
                    <a:pt x="596" y="426"/>
                  </a:lnTo>
                  <a:lnTo>
                    <a:pt x="596" y="442"/>
                  </a:lnTo>
                  <a:lnTo>
                    <a:pt x="596" y="456"/>
                  </a:lnTo>
                  <a:lnTo>
                    <a:pt x="596" y="469"/>
                  </a:lnTo>
                  <a:lnTo>
                    <a:pt x="596" y="483"/>
                  </a:lnTo>
                  <a:lnTo>
                    <a:pt x="596" y="495"/>
                  </a:lnTo>
                  <a:lnTo>
                    <a:pt x="596" y="505"/>
                  </a:lnTo>
                  <a:lnTo>
                    <a:pt x="596" y="516"/>
                  </a:lnTo>
                  <a:lnTo>
                    <a:pt x="596" y="526"/>
                  </a:lnTo>
                  <a:lnTo>
                    <a:pt x="596" y="535"/>
                  </a:lnTo>
                  <a:lnTo>
                    <a:pt x="596" y="544"/>
                  </a:lnTo>
                  <a:lnTo>
                    <a:pt x="596" y="552"/>
                  </a:lnTo>
                  <a:lnTo>
                    <a:pt x="596" y="559"/>
                  </a:lnTo>
                  <a:lnTo>
                    <a:pt x="596" y="567"/>
                  </a:lnTo>
                  <a:lnTo>
                    <a:pt x="596" y="574"/>
                  </a:lnTo>
                  <a:lnTo>
                    <a:pt x="596" y="580"/>
                  </a:lnTo>
                  <a:lnTo>
                    <a:pt x="596" y="586"/>
                  </a:lnTo>
                  <a:lnTo>
                    <a:pt x="596" y="592"/>
                  </a:lnTo>
                  <a:lnTo>
                    <a:pt x="596" y="598"/>
                  </a:lnTo>
                  <a:lnTo>
                    <a:pt x="596" y="603"/>
                  </a:lnTo>
                  <a:lnTo>
                    <a:pt x="596" y="609"/>
                  </a:lnTo>
                  <a:lnTo>
                    <a:pt x="596" y="614"/>
                  </a:lnTo>
                  <a:lnTo>
                    <a:pt x="596" y="620"/>
                  </a:lnTo>
                  <a:lnTo>
                    <a:pt x="596" y="624"/>
                  </a:lnTo>
                  <a:lnTo>
                    <a:pt x="596" y="629"/>
                  </a:lnTo>
                  <a:lnTo>
                    <a:pt x="596" y="635"/>
                  </a:lnTo>
                  <a:lnTo>
                    <a:pt x="596" y="641"/>
                  </a:lnTo>
                  <a:lnTo>
                    <a:pt x="596" y="647"/>
                  </a:lnTo>
                  <a:lnTo>
                    <a:pt x="596" y="653"/>
                  </a:lnTo>
                  <a:lnTo>
                    <a:pt x="596" y="659"/>
                  </a:lnTo>
                  <a:lnTo>
                    <a:pt x="596" y="666"/>
                  </a:lnTo>
                  <a:lnTo>
                    <a:pt x="596" y="674"/>
                  </a:lnTo>
                  <a:lnTo>
                    <a:pt x="596" y="682"/>
                  </a:lnTo>
                  <a:lnTo>
                    <a:pt x="596" y="689"/>
                  </a:lnTo>
                  <a:lnTo>
                    <a:pt x="596" y="696"/>
                  </a:lnTo>
                  <a:lnTo>
                    <a:pt x="596" y="704"/>
                  </a:lnTo>
                  <a:lnTo>
                    <a:pt x="596" y="710"/>
                  </a:lnTo>
                  <a:lnTo>
                    <a:pt x="596" y="716"/>
                  </a:lnTo>
                  <a:lnTo>
                    <a:pt x="596" y="722"/>
                  </a:lnTo>
                  <a:lnTo>
                    <a:pt x="596" y="727"/>
                  </a:lnTo>
                  <a:lnTo>
                    <a:pt x="595" y="731"/>
                  </a:lnTo>
                  <a:lnTo>
                    <a:pt x="595" y="736"/>
                  </a:lnTo>
                  <a:lnTo>
                    <a:pt x="595" y="741"/>
                  </a:lnTo>
                  <a:lnTo>
                    <a:pt x="595" y="745"/>
                  </a:lnTo>
                  <a:lnTo>
                    <a:pt x="594" y="748"/>
                  </a:lnTo>
                  <a:lnTo>
                    <a:pt x="594" y="752"/>
                  </a:lnTo>
                  <a:lnTo>
                    <a:pt x="593" y="755"/>
                  </a:lnTo>
                  <a:lnTo>
                    <a:pt x="593" y="758"/>
                  </a:lnTo>
                  <a:lnTo>
                    <a:pt x="591" y="761"/>
                  </a:lnTo>
                  <a:lnTo>
                    <a:pt x="590" y="764"/>
                  </a:lnTo>
                  <a:lnTo>
                    <a:pt x="589" y="767"/>
                  </a:lnTo>
                  <a:lnTo>
                    <a:pt x="588" y="770"/>
                  </a:lnTo>
                  <a:lnTo>
                    <a:pt x="587" y="772"/>
                  </a:lnTo>
                  <a:lnTo>
                    <a:pt x="585" y="776"/>
                  </a:lnTo>
                  <a:lnTo>
                    <a:pt x="584" y="778"/>
                  </a:lnTo>
                  <a:lnTo>
                    <a:pt x="582" y="781"/>
                  </a:lnTo>
                  <a:lnTo>
                    <a:pt x="581" y="783"/>
                  </a:lnTo>
                  <a:lnTo>
                    <a:pt x="578" y="787"/>
                  </a:lnTo>
                  <a:lnTo>
                    <a:pt x="576" y="789"/>
                  </a:lnTo>
                  <a:lnTo>
                    <a:pt x="573" y="793"/>
                  </a:lnTo>
                  <a:lnTo>
                    <a:pt x="571" y="795"/>
                  </a:lnTo>
                  <a:lnTo>
                    <a:pt x="569" y="799"/>
                  </a:lnTo>
                  <a:lnTo>
                    <a:pt x="565" y="802"/>
                  </a:lnTo>
                  <a:lnTo>
                    <a:pt x="563" y="806"/>
                  </a:lnTo>
                  <a:lnTo>
                    <a:pt x="559" y="809"/>
                  </a:lnTo>
                  <a:lnTo>
                    <a:pt x="555" y="813"/>
                  </a:lnTo>
                  <a:lnTo>
                    <a:pt x="552" y="817"/>
                  </a:lnTo>
                  <a:lnTo>
                    <a:pt x="549" y="820"/>
                  </a:lnTo>
                  <a:lnTo>
                    <a:pt x="547" y="824"/>
                  </a:lnTo>
                  <a:lnTo>
                    <a:pt x="543" y="826"/>
                  </a:lnTo>
                  <a:lnTo>
                    <a:pt x="541" y="829"/>
                  </a:lnTo>
                  <a:lnTo>
                    <a:pt x="538" y="832"/>
                  </a:lnTo>
                  <a:lnTo>
                    <a:pt x="536" y="835"/>
                  </a:lnTo>
                  <a:lnTo>
                    <a:pt x="534" y="836"/>
                  </a:lnTo>
                  <a:lnTo>
                    <a:pt x="531" y="838"/>
                  </a:lnTo>
                  <a:lnTo>
                    <a:pt x="529" y="840"/>
                  </a:lnTo>
                  <a:lnTo>
                    <a:pt x="526" y="842"/>
                  </a:lnTo>
                  <a:lnTo>
                    <a:pt x="524" y="843"/>
                  </a:lnTo>
                  <a:lnTo>
                    <a:pt x="522" y="844"/>
                  </a:lnTo>
                  <a:lnTo>
                    <a:pt x="519" y="846"/>
                  </a:lnTo>
                  <a:lnTo>
                    <a:pt x="517" y="847"/>
                  </a:lnTo>
                  <a:lnTo>
                    <a:pt x="514" y="848"/>
                  </a:lnTo>
                  <a:lnTo>
                    <a:pt x="511" y="848"/>
                  </a:lnTo>
                  <a:lnTo>
                    <a:pt x="508" y="849"/>
                  </a:lnTo>
                  <a:lnTo>
                    <a:pt x="505" y="850"/>
                  </a:lnTo>
                  <a:lnTo>
                    <a:pt x="502" y="850"/>
                  </a:lnTo>
                  <a:lnTo>
                    <a:pt x="499" y="850"/>
                  </a:lnTo>
                  <a:lnTo>
                    <a:pt x="495" y="852"/>
                  </a:lnTo>
                  <a:lnTo>
                    <a:pt x="490" y="852"/>
                  </a:lnTo>
                  <a:lnTo>
                    <a:pt x="487" y="852"/>
                  </a:lnTo>
                  <a:lnTo>
                    <a:pt x="482" y="852"/>
                  </a:lnTo>
                  <a:lnTo>
                    <a:pt x="477" y="852"/>
                  </a:lnTo>
                  <a:lnTo>
                    <a:pt x="471" y="852"/>
                  </a:lnTo>
                  <a:lnTo>
                    <a:pt x="466" y="852"/>
                  </a:lnTo>
                  <a:lnTo>
                    <a:pt x="460" y="852"/>
                  </a:lnTo>
                  <a:lnTo>
                    <a:pt x="454" y="852"/>
                  </a:lnTo>
                  <a:lnTo>
                    <a:pt x="447" y="852"/>
                  </a:lnTo>
                  <a:lnTo>
                    <a:pt x="440" y="852"/>
                  </a:lnTo>
                  <a:lnTo>
                    <a:pt x="434" y="852"/>
                  </a:lnTo>
                  <a:lnTo>
                    <a:pt x="428" y="852"/>
                  </a:lnTo>
                  <a:lnTo>
                    <a:pt x="422" y="852"/>
                  </a:lnTo>
                  <a:lnTo>
                    <a:pt x="416" y="852"/>
                  </a:lnTo>
                  <a:lnTo>
                    <a:pt x="410" y="852"/>
                  </a:lnTo>
                  <a:lnTo>
                    <a:pt x="404" y="852"/>
                  </a:lnTo>
                  <a:lnTo>
                    <a:pt x="398" y="852"/>
                  </a:lnTo>
                  <a:lnTo>
                    <a:pt x="392" y="852"/>
                  </a:lnTo>
                  <a:lnTo>
                    <a:pt x="386" y="852"/>
                  </a:lnTo>
                  <a:lnTo>
                    <a:pt x="379" y="852"/>
                  </a:lnTo>
                  <a:lnTo>
                    <a:pt x="371" y="852"/>
                  </a:lnTo>
                  <a:lnTo>
                    <a:pt x="363" y="852"/>
                  </a:lnTo>
                  <a:lnTo>
                    <a:pt x="355" y="852"/>
                  </a:lnTo>
                  <a:lnTo>
                    <a:pt x="345" y="852"/>
                  </a:lnTo>
                  <a:lnTo>
                    <a:pt x="335" y="852"/>
                  </a:lnTo>
                  <a:lnTo>
                    <a:pt x="324" y="852"/>
                  </a:lnTo>
                  <a:lnTo>
                    <a:pt x="312" y="852"/>
                  </a:lnTo>
                  <a:lnTo>
                    <a:pt x="299" y="852"/>
                  </a:lnTo>
                  <a:lnTo>
                    <a:pt x="285" y="852"/>
                  </a:lnTo>
                  <a:lnTo>
                    <a:pt x="270" y="852"/>
                  </a:lnTo>
                  <a:lnTo>
                    <a:pt x="254" y="852"/>
                  </a:lnTo>
                  <a:lnTo>
                    <a:pt x="236" y="852"/>
                  </a:lnTo>
                  <a:lnTo>
                    <a:pt x="216" y="852"/>
                  </a:lnTo>
                  <a:lnTo>
                    <a:pt x="196" y="852"/>
                  </a:lnTo>
                  <a:lnTo>
                    <a:pt x="173" y="852"/>
                  </a:lnTo>
                  <a:lnTo>
                    <a:pt x="149" y="852"/>
                  </a:lnTo>
                  <a:lnTo>
                    <a:pt x="123" y="852"/>
                  </a:lnTo>
                  <a:lnTo>
                    <a:pt x="95" y="852"/>
                  </a:lnTo>
                  <a:lnTo>
                    <a:pt x="65" y="852"/>
                  </a:lnTo>
                  <a:lnTo>
                    <a:pt x="34" y="852"/>
                  </a:lnTo>
                  <a:lnTo>
                    <a:pt x="0" y="852"/>
                  </a:lnTo>
                </a:path>
              </a:pathLst>
            </a:custGeom>
            <a:noFill/>
            <a:ln w="17463">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02" name="Rectangle 174">
              <a:extLst>
                <a:ext uri="{FF2B5EF4-FFF2-40B4-BE49-F238E27FC236}">
                  <a16:creationId xmlns:a16="http://schemas.microsoft.com/office/drawing/2014/main" id="{B327D005-D6EE-4B42-B229-05952519DEA6}"/>
                </a:ext>
              </a:extLst>
            </p:cNvPr>
            <p:cNvSpPr>
              <a:spLocks noChangeArrowheads="1"/>
            </p:cNvSpPr>
            <p:nvPr/>
          </p:nvSpPr>
          <p:spPr bwMode="auto">
            <a:xfrm>
              <a:off x="2438400" y="3222625"/>
              <a:ext cx="215900"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61444" name="Rectangle 184">
            <a:extLst>
              <a:ext uri="{FF2B5EF4-FFF2-40B4-BE49-F238E27FC236}">
                <a16:creationId xmlns:a16="http://schemas.microsoft.com/office/drawing/2014/main" id="{68F468C1-91D7-4ACE-820A-722821EC86CB}"/>
              </a:ext>
            </a:extLst>
          </p:cNvPr>
          <p:cNvSpPr>
            <a:spLocks noChangeArrowheads="1"/>
          </p:cNvSpPr>
          <p:nvPr/>
        </p:nvSpPr>
        <p:spPr bwMode="auto">
          <a:xfrm>
            <a:off x="1981200" y="3200400"/>
            <a:ext cx="369888" cy="2379663"/>
          </a:xfrm>
          <a:prstGeom prst="rect">
            <a:avLst/>
          </a:prstGeom>
          <a:solidFill>
            <a:schemeClr val="accent1"/>
          </a:solidFill>
          <a:ln w="9525">
            <a:solidFill>
              <a:schemeClr val="tx1"/>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45" name="Rectangle 185">
            <a:extLst>
              <a:ext uri="{FF2B5EF4-FFF2-40B4-BE49-F238E27FC236}">
                <a16:creationId xmlns:a16="http://schemas.microsoft.com/office/drawing/2014/main" id="{BE36CA25-0CFC-4DDA-8392-3E889AB98722}"/>
              </a:ext>
            </a:extLst>
          </p:cNvPr>
          <p:cNvSpPr>
            <a:spLocks noChangeArrowheads="1"/>
          </p:cNvSpPr>
          <p:nvPr/>
        </p:nvSpPr>
        <p:spPr bwMode="auto">
          <a:xfrm>
            <a:off x="3052763" y="3205163"/>
            <a:ext cx="369887" cy="2379662"/>
          </a:xfrm>
          <a:prstGeom prst="rect">
            <a:avLst/>
          </a:prstGeom>
          <a:solidFill>
            <a:schemeClr val="accent1"/>
          </a:solidFill>
          <a:ln w="9525">
            <a:solidFill>
              <a:schemeClr val="tx1"/>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pic>
        <p:nvPicPr>
          <p:cNvPr id="61446" name="Picture 2" descr="Screen shot 2013-12-04 at 1.37.54 PM.png">
            <a:extLst>
              <a:ext uri="{FF2B5EF4-FFF2-40B4-BE49-F238E27FC236}">
                <a16:creationId xmlns:a16="http://schemas.microsoft.com/office/drawing/2014/main" id="{45EC3A4E-6987-4334-90CC-26012859A5FD}"/>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715000" y="4541838"/>
            <a:ext cx="2971800" cy="868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2465" name="Group 1">
            <a:extLst>
              <a:ext uri="{FF2B5EF4-FFF2-40B4-BE49-F238E27FC236}">
                <a16:creationId xmlns:a16="http://schemas.microsoft.com/office/drawing/2014/main" id="{F8D082DC-E25C-4A14-8878-519502BDFD92}"/>
              </a:ext>
            </a:extLst>
          </p:cNvPr>
          <p:cNvGrpSpPr>
            <a:grpSpLocks/>
          </p:cNvGrpSpPr>
          <p:nvPr/>
        </p:nvGrpSpPr>
        <p:grpSpPr bwMode="auto">
          <a:xfrm>
            <a:off x="381000" y="1665288"/>
            <a:ext cx="4557713" cy="3973512"/>
            <a:chOff x="2274888" y="1057275"/>
            <a:chExt cx="4557712" cy="3973513"/>
          </a:xfrm>
        </p:grpSpPr>
        <p:sp>
          <p:nvSpPr>
            <p:cNvPr id="62499" name="Rectangle 4">
              <a:extLst>
                <a:ext uri="{FF2B5EF4-FFF2-40B4-BE49-F238E27FC236}">
                  <a16:creationId xmlns:a16="http://schemas.microsoft.com/office/drawing/2014/main" id="{7D61EC42-040F-445D-9930-29AF62439BC6}"/>
                </a:ext>
              </a:extLst>
            </p:cNvPr>
            <p:cNvSpPr>
              <a:spLocks noChangeArrowheads="1"/>
            </p:cNvSpPr>
            <p:nvPr/>
          </p:nvSpPr>
          <p:spPr bwMode="auto">
            <a:xfrm>
              <a:off x="2600325" y="1057275"/>
              <a:ext cx="4222750"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00" name="Rectangle 5">
              <a:extLst>
                <a:ext uri="{FF2B5EF4-FFF2-40B4-BE49-F238E27FC236}">
                  <a16:creationId xmlns:a16="http://schemas.microsoft.com/office/drawing/2014/main" id="{B3D6DD1E-4FFF-417B-BE8E-22528A4EA7B6}"/>
                </a:ext>
              </a:extLst>
            </p:cNvPr>
            <p:cNvSpPr>
              <a:spLocks noChangeArrowheads="1"/>
            </p:cNvSpPr>
            <p:nvPr/>
          </p:nvSpPr>
          <p:spPr bwMode="auto">
            <a:xfrm>
              <a:off x="2600325"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01" name="Rectangle 6">
              <a:extLst>
                <a:ext uri="{FF2B5EF4-FFF2-40B4-BE49-F238E27FC236}">
                  <a16:creationId xmlns:a16="http://schemas.microsoft.com/office/drawing/2014/main" id="{C64B20FA-8687-4655-A99B-6EE9C863BE0D}"/>
                </a:ext>
              </a:extLst>
            </p:cNvPr>
            <p:cNvSpPr>
              <a:spLocks noChangeArrowheads="1"/>
            </p:cNvSpPr>
            <p:nvPr/>
          </p:nvSpPr>
          <p:spPr bwMode="auto">
            <a:xfrm>
              <a:off x="3668713"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02" name="Rectangle 7">
              <a:extLst>
                <a:ext uri="{FF2B5EF4-FFF2-40B4-BE49-F238E27FC236}">
                  <a16:creationId xmlns:a16="http://schemas.microsoft.com/office/drawing/2014/main" id="{AA801922-DD7F-44A9-99A1-D3227819B270}"/>
                </a:ext>
              </a:extLst>
            </p:cNvPr>
            <p:cNvSpPr>
              <a:spLocks noChangeArrowheads="1"/>
            </p:cNvSpPr>
            <p:nvPr/>
          </p:nvSpPr>
          <p:spPr bwMode="auto">
            <a:xfrm>
              <a:off x="2763838" y="1317625"/>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03" name="Rectangle 8">
              <a:extLst>
                <a:ext uri="{FF2B5EF4-FFF2-40B4-BE49-F238E27FC236}">
                  <a16:creationId xmlns:a16="http://schemas.microsoft.com/office/drawing/2014/main" id="{26156B4B-FCDC-4580-80BC-2FCF246DE3F0}"/>
                </a:ext>
              </a:extLst>
            </p:cNvPr>
            <p:cNvSpPr>
              <a:spLocks noChangeArrowheads="1"/>
            </p:cNvSpPr>
            <p:nvPr/>
          </p:nvSpPr>
          <p:spPr bwMode="auto">
            <a:xfrm>
              <a:off x="5829300"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04" name="Rectangle 9">
              <a:extLst>
                <a:ext uri="{FF2B5EF4-FFF2-40B4-BE49-F238E27FC236}">
                  <a16:creationId xmlns:a16="http://schemas.microsoft.com/office/drawing/2014/main" id="{B38A3822-BF32-4546-ABB2-AE8D2AC5B0B2}"/>
                </a:ext>
              </a:extLst>
            </p:cNvPr>
            <p:cNvSpPr>
              <a:spLocks noChangeArrowheads="1"/>
            </p:cNvSpPr>
            <p:nvPr/>
          </p:nvSpPr>
          <p:spPr bwMode="auto">
            <a:xfrm>
              <a:off x="6819900"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05" name="Rectangle 10">
              <a:extLst>
                <a:ext uri="{FF2B5EF4-FFF2-40B4-BE49-F238E27FC236}">
                  <a16:creationId xmlns:a16="http://schemas.microsoft.com/office/drawing/2014/main" id="{97C599AD-BEBB-4306-BE92-4A21479DA0A3}"/>
                </a:ext>
              </a:extLst>
            </p:cNvPr>
            <p:cNvSpPr>
              <a:spLocks noChangeArrowheads="1"/>
            </p:cNvSpPr>
            <p:nvPr/>
          </p:nvSpPr>
          <p:spPr bwMode="auto">
            <a:xfrm>
              <a:off x="3668713" y="1538288"/>
              <a:ext cx="217170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06" name="Rectangle 11">
              <a:extLst>
                <a:ext uri="{FF2B5EF4-FFF2-40B4-BE49-F238E27FC236}">
                  <a16:creationId xmlns:a16="http://schemas.microsoft.com/office/drawing/2014/main" id="{1C3E52A3-0A70-4274-A965-8FBFEBD8EA45}"/>
                </a:ext>
              </a:extLst>
            </p:cNvPr>
            <p:cNvSpPr>
              <a:spLocks noChangeArrowheads="1"/>
            </p:cNvSpPr>
            <p:nvPr/>
          </p:nvSpPr>
          <p:spPr bwMode="auto">
            <a:xfrm>
              <a:off x="2600325"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07" name="Rectangle 12">
              <a:extLst>
                <a:ext uri="{FF2B5EF4-FFF2-40B4-BE49-F238E27FC236}">
                  <a16:creationId xmlns:a16="http://schemas.microsoft.com/office/drawing/2014/main" id="{248D95C2-C9EC-4CE2-9100-DB769A73AF32}"/>
                </a:ext>
              </a:extLst>
            </p:cNvPr>
            <p:cNvSpPr>
              <a:spLocks noChangeArrowheads="1"/>
            </p:cNvSpPr>
            <p:nvPr/>
          </p:nvSpPr>
          <p:spPr bwMode="auto">
            <a:xfrm>
              <a:off x="4240213" y="1171575"/>
              <a:ext cx="10842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 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08" name="Rectangle 13">
              <a:extLst>
                <a:ext uri="{FF2B5EF4-FFF2-40B4-BE49-F238E27FC236}">
                  <a16:creationId xmlns:a16="http://schemas.microsoft.com/office/drawing/2014/main" id="{265FACDA-B2FE-4604-B132-1DE5A01D2192}"/>
                </a:ext>
              </a:extLst>
            </p:cNvPr>
            <p:cNvSpPr>
              <a:spLocks noChangeArrowheads="1"/>
            </p:cNvSpPr>
            <p:nvPr/>
          </p:nvSpPr>
          <p:spPr bwMode="auto">
            <a:xfrm>
              <a:off x="3668713"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09" name="Rectangle 14">
              <a:extLst>
                <a:ext uri="{FF2B5EF4-FFF2-40B4-BE49-F238E27FC236}">
                  <a16:creationId xmlns:a16="http://schemas.microsoft.com/office/drawing/2014/main" id="{4B853310-77F5-445A-946C-8A50F77E5954}"/>
                </a:ext>
              </a:extLst>
            </p:cNvPr>
            <p:cNvSpPr>
              <a:spLocks noChangeArrowheads="1"/>
            </p:cNvSpPr>
            <p:nvPr/>
          </p:nvSpPr>
          <p:spPr bwMode="auto">
            <a:xfrm>
              <a:off x="2903538" y="1641475"/>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10" name="Rectangle 15">
              <a:extLst>
                <a:ext uri="{FF2B5EF4-FFF2-40B4-BE49-F238E27FC236}">
                  <a16:creationId xmlns:a16="http://schemas.microsoft.com/office/drawing/2014/main" id="{5097CB18-48AF-4290-B8F0-BC265DEA8C5D}"/>
                </a:ext>
              </a:extLst>
            </p:cNvPr>
            <p:cNvSpPr>
              <a:spLocks noChangeArrowheads="1"/>
            </p:cNvSpPr>
            <p:nvPr/>
          </p:nvSpPr>
          <p:spPr bwMode="auto">
            <a:xfrm>
              <a:off x="3878263" y="1641475"/>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11" name="Rectangle 16">
              <a:extLst>
                <a:ext uri="{FF2B5EF4-FFF2-40B4-BE49-F238E27FC236}">
                  <a16:creationId xmlns:a16="http://schemas.microsoft.com/office/drawing/2014/main" id="{2098B334-C06F-450E-9EA4-E57FC4C8E128}"/>
                </a:ext>
              </a:extLst>
            </p:cNvPr>
            <p:cNvSpPr>
              <a:spLocks noChangeArrowheads="1"/>
            </p:cNvSpPr>
            <p:nvPr/>
          </p:nvSpPr>
          <p:spPr bwMode="auto">
            <a:xfrm>
              <a:off x="4138613" y="1641475"/>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12" name="Rectangle 17">
              <a:extLst>
                <a:ext uri="{FF2B5EF4-FFF2-40B4-BE49-F238E27FC236}">
                  <a16:creationId xmlns:a16="http://schemas.microsoft.com/office/drawing/2014/main" id="{8D7AB2FB-A202-47F7-8988-044108F7AC53}"/>
                </a:ext>
              </a:extLst>
            </p:cNvPr>
            <p:cNvSpPr>
              <a:spLocks noChangeArrowheads="1"/>
            </p:cNvSpPr>
            <p:nvPr/>
          </p:nvSpPr>
          <p:spPr bwMode="auto">
            <a:xfrm>
              <a:off x="4405313" y="16414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13" name="Rectangle 18">
              <a:extLst>
                <a:ext uri="{FF2B5EF4-FFF2-40B4-BE49-F238E27FC236}">
                  <a16:creationId xmlns:a16="http://schemas.microsoft.com/office/drawing/2014/main" id="{22A735EB-2B63-47DF-89AF-1A52CACE7B23}"/>
                </a:ext>
              </a:extLst>
            </p:cNvPr>
            <p:cNvSpPr>
              <a:spLocks noChangeArrowheads="1"/>
            </p:cNvSpPr>
            <p:nvPr/>
          </p:nvSpPr>
          <p:spPr bwMode="auto">
            <a:xfrm>
              <a:off x="4962525" y="1641475"/>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14" name="Rectangle 19">
              <a:extLst>
                <a:ext uri="{FF2B5EF4-FFF2-40B4-BE49-F238E27FC236}">
                  <a16:creationId xmlns:a16="http://schemas.microsoft.com/office/drawing/2014/main" id="{C56C32DA-4F68-4C24-8784-282E72E5D2B2}"/>
                </a:ext>
              </a:extLst>
            </p:cNvPr>
            <p:cNvSpPr>
              <a:spLocks noChangeArrowheads="1"/>
            </p:cNvSpPr>
            <p:nvPr/>
          </p:nvSpPr>
          <p:spPr bwMode="auto">
            <a:xfrm>
              <a:off x="5222875" y="1641475"/>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15" name="Rectangle 20">
              <a:extLst>
                <a:ext uri="{FF2B5EF4-FFF2-40B4-BE49-F238E27FC236}">
                  <a16:creationId xmlns:a16="http://schemas.microsoft.com/office/drawing/2014/main" id="{2A8B2E69-9C49-4EB8-9F00-1237AEE7722D}"/>
                </a:ext>
              </a:extLst>
            </p:cNvPr>
            <p:cNvSpPr>
              <a:spLocks noChangeArrowheads="1"/>
            </p:cNvSpPr>
            <p:nvPr/>
          </p:nvSpPr>
          <p:spPr bwMode="auto">
            <a:xfrm>
              <a:off x="5829300"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16" name="Rectangle 21">
              <a:extLst>
                <a:ext uri="{FF2B5EF4-FFF2-40B4-BE49-F238E27FC236}">
                  <a16:creationId xmlns:a16="http://schemas.microsoft.com/office/drawing/2014/main" id="{5DD66413-A549-42D4-970E-194B96DBBFDD}"/>
                </a:ext>
              </a:extLst>
            </p:cNvPr>
            <p:cNvSpPr>
              <a:spLocks noChangeArrowheads="1"/>
            </p:cNvSpPr>
            <p:nvPr/>
          </p:nvSpPr>
          <p:spPr bwMode="auto">
            <a:xfrm>
              <a:off x="5489575" y="16414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17" name="Rectangle 22">
              <a:extLst>
                <a:ext uri="{FF2B5EF4-FFF2-40B4-BE49-F238E27FC236}">
                  <a16:creationId xmlns:a16="http://schemas.microsoft.com/office/drawing/2014/main" id="{26C7EE35-1A52-48EF-9AE0-F436554FCFD9}"/>
                </a:ext>
              </a:extLst>
            </p:cNvPr>
            <p:cNvSpPr>
              <a:spLocks noChangeArrowheads="1"/>
            </p:cNvSpPr>
            <p:nvPr/>
          </p:nvSpPr>
          <p:spPr bwMode="auto">
            <a:xfrm>
              <a:off x="6819900"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18" name="Rectangle 23">
              <a:extLst>
                <a:ext uri="{FF2B5EF4-FFF2-40B4-BE49-F238E27FC236}">
                  <a16:creationId xmlns:a16="http://schemas.microsoft.com/office/drawing/2014/main" id="{B805FD42-BE2A-4DE1-A5AF-6E48316A380F}"/>
                </a:ext>
              </a:extLst>
            </p:cNvPr>
            <p:cNvSpPr>
              <a:spLocks noChangeArrowheads="1"/>
            </p:cNvSpPr>
            <p:nvPr/>
          </p:nvSpPr>
          <p:spPr bwMode="auto">
            <a:xfrm>
              <a:off x="3668713" y="1995488"/>
              <a:ext cx="217170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19" name="Rectangle 24">
              <a:extLst>
                <a:ext uri="{FF2B5EF4-FFF2-40B4-BE49-F238E27FC236}">
                  <a16:creationId xmlns:a16="http://schemas.microsoft.com/office/drawing/2014/main" id="{FF63B395-C3F8-4FC2-87F2-D1A63BD9B9F4}"/>
                </a:ext>
              </a:extLst>
            </p:cNvPr>
            <p:cNvSpPr>
              <a:spLocks noChangeArrowheads="1"/>
            </p:cNvSpPr>
            <p:nvPr/>
          </p:nvSpPr>
          <p:spPr bwMode="auto">
            <a:xfrm>
              <a:off x="2600325"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20" name="Rectangle 25">
              <a:extLst>
                <a:ext uri="{FF2B5EF4-FFF2-40B4-BE49-F238E27FC236}">
                  <a16:creationId xmlns:a16="http://schemas.microsoft.com/office/drawing/2014/main" id="{25440FB2-F808-435E-A2E2-BDDF4E3665E2}"/>
                </a:ext>
              </a:extLst>
            </p:cNvPr>
            <p:cNvSpPr>
              <a:spLocks noChangeArrowheads="1"/>
            </p:cNvSpPr>
            <p:nvPr/>
          </p:nvSpPr>
          <p:spPr bwMode="auto">
            <a:xfrm>
              <a:off x="6021388" y="1495425"/>
              <a:ext cx="684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Count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21" name="Rectangle 26">
              <a:extLst>
                <a:ext uri="{FF2B5EF4-FFF2-40B4-BE49-F238E27FC236}">
                  <a16:creationId xmlns:a16="http://schemas.microsoft.com/office/drawing/2014/main" id="{9B3A890D-579F-4252-BDC2-5172040490C3}"/>
                </a:ext>
              </a:extLst>
            </p:cNvPr>
            <p:cNvSpPr>
              <a:spLocks noChangeArrowheads="1"/>
            </p:cNvSpPr>
            <p:nvPr/>
          </p:nvSpPr>
          <p:spPr bwMode="auto">
            <a:xfrm>
              <a:off x="2778125" y="1914525"/>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22" name="Rectangle 27">
              <a:extLst>
                <a:ext uri="{FF2B5EF4-FFF2-40B4-BE49-F238E27FC236}">
                  <a16:creationId xmlns:a16="http://schemas.microsoft.com/office/drawing/2014/main" id="{F75DA309-82BE-4591-A289-06B6F6F4637A}"/>
                </a:ext>
              </a:extLst>
            </p:cNvPr>
            <p:cNvSpPr>
              <a:spLocks noChangeArrowheads="1"/>
            </p:cNvSpPr>
            <p:nvPr/>
          </p:nvSpPr>
          <p:spPr bwMode="auto">
            <a:xfrm>
              <a:off x="2903538"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23" name="Rectangle 28">
              <a:extLst>
                <a:ext uri="{FF2B5EF4-FFF2-40B4-BE49-F238E27FC236}">
                  <a16:creationId xmlns:a16="http://schemas.microsoft.com/office/drawing/2014/main" id="{115B7188-BC4B-440A-BA82-14DCF9A82578}"/>
                </a:ext>
              </a:extLst>
            </p:cNvPr>
            <p:cNvSpPr>
              <a:spLocks noChangeArrowheads="1"/>
            </p:cNvSpPr>
            <p:nvPr/>
          </p:nvSpPr>
          <p:spPr bwMode="auto">
            <a:xfrm>
              <a:off x="3017838" y="1914525"/>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24" name="Rectangle 29">
              <a:extLst>
                <a:ext uri="{FF2B5EF4-FFF2-40B4-BE49-F238E27FC236}">
                  <a16:creationId xmlns:a16="http://schemas.microsoft.com/office/drawing/2014/main" id="{2C726BD5-B062-4063-B8F3-AE721D8258E0}"/>
                </a:ext>
              </a:extLst>
            </p:cNvPr>
            <p:cNvSpPr>
              <a:spLocks noChangeArrowheads="1"/>
            </p:cNvSpPr>
            <p:nvPr/>
          </p:nvSpPr>
          <p:spPr bwMode="auto">
            <a:xfrm>
              <a:off x="3141663"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25" name="Rectangle 30">
              <a:extLst>
                <a:ext uri="{FF2B5EF4-FFF2-40B4-BE49-F238E27FC236}">
                  <a16:creationId xmlns:a16="http://schemas.microsoft.com/office/drawing/2014/main" id="{6CBF1444-497C-4EA0-9CD9-BEED2063086C}"/>
                </a:ext>
              </a:extLst>
            </p:cNvPr>
            <p:cNvSpPr>
              <a:spLocks noChangeArrowheads="1"/>
            </p:cNvSpPr>
            <p:nvPr/>
          </p:nvSpPr>
          <p:spPr bwMode="auto">
            <a:xfrm>
              <a:off x="3254375" y="1914525"/>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26" name="Rectangle 31">
              <a:extLst>
                <a:ext uri="{FF2B5EF4-FFF2-40B4-BE49-F238E27FC236}">
                  <a16:creationId xmlns:a16="http://schemas.microsoft.com/office/drawing/2014/main" id="{C60A1798-F267-40A5-96DF-5FB371346AE2}"/>
                </a:ext>
              </a:extLst>
            </p:cNvPr>
            <p:cNvSpPr>
              <a:spLocks noChangeArrowheads="1"/>
            </p:cNvSpPr>
            <p:nvPr/>
          </p:nvSpPr>
          <p:spPr bwMode="auto">
            <a:xfrm>
              <a:off x="3668713"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27" name="Rectangle 32">
              <a:extLst>
                <a:ext uri="{FF2B5EF4-FFF2-40B4-BE49-F238E27FC236}">
                  <a16:creationId xmlns:a16="http://schemas.microsoft.com/office/drawing/2014/main" id="{87DA503F-3D96-4C25-94E2-5A2DCDB339DF}"/>
                </a:ext>
              </a:extLst>
            </p:cNvPr>
            <p:cNvSpPr>
              <a:spLocks noChangeArrowheads="1"/>
            </p:cNvSpPr>
            <p:nvPr/>
          </p:nvSpPr>
          <p:spPr bwMode="auto">
            <a:xfrm>
              <a:off x="3379788"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28" name="Rectangle 33">
              <a:extLst>
                <a:ext uri="{FF2B5EF4-FFF2-40B4-BE49-F238E27FC236}">
                  <a16:creationId xmlns:a16="http://schemas.microsoft.com/office/drawing/2014/main" id="{CEA3373B-D866-45F8-8258-408A86FDA21C}"/>
                </a:ext>
              </a:extLst>
            </p:cNvPr>
            <p:cNvSpPr>
              <a:spLocks noChangeArrowheads="1"/>
            </p:cNvSpPr>
            <p:nvPr/>
          </p:nvSpPr>
          <p:spPr bwMode="auto">
            <a:xfrm>
              <a:off x="3813175" y="209867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29" name="Rectangle 34">
              <a:extLst>
                <a:ext uri="{FF2B5EF4-FFF2-40B4-BE49-F238E27FC236}">
                  <a16:creationId xmlns:a16="http://schemas.microsoft.com/office/drawing/2014/main" id="{60C5A721-9E30-4BE8-B8D1-B1816A903238}"/>
                </a:ext>
              </a:extLst>
            </p:cNvPr>
            <p:cNvSpPr>
              <a:spLocks noChangeArrowheads="1"/>
            </p:cNvSpPr>
            <p:nvPr/>
          </p:nvSpPr>
          <p:spPr bwMode="auto">
            <a:xfrm>
              <a:off x="3959225"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30" name="Rectangle 35">
              <a:extLst>
                <a:ext uri="{FF2B5EF4-FFF2-40B4-BE49-F238E27FC236}">
                  <a16:creationId xmlns:a16="http://schemas.microsoft.com/office/drawing/2014/main" id="{56647D07-4FE4-4564-8B78-4136E04C3222}"/>
                </a:ext>
              </a:extLst>
            </p:cNvPr>
            <p:cNvSpPr>
              <a:spLocks noChangeArrowheads="1"/>
            </p:cNvSpPr>
            <p:nvPr/>
          </p:nvSpPr>
          <p:spPr bwMode="auto">
            <a:xfrm>
              <a:off x="4075113" y="209867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31" name="Rectangle 36">
              <a:extLst>
                <a:ext uri="{FF2B5EF4-FFF2-40B4-BE49-F238E27FC236}">
                  <a16:creationId xmlns:a16="http://schemas.microsoft.com/office/drawing/2014/main" id="{1B9228BF-42F8-4BA8-80E6-E81B81DB2602}"/>
                </a:ext>
              </a:extLst>
            </p:cNvPr>
            <p:cNvSpPr>
              <a:spLocks noChangeArrowheads="1"/>
            </p:cNvSpPr>
            <p:nvPr/>
          </p:nvSpPr>
          <p:spPr bwMode="auto">
            <a:xfrm>
              <a:off x="4222750"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32" name="Rectangle 37">
              <a:extLst>
                <a:ext uri="{FF2B5EF4-FFF2-40B4-BE49-F238E27FC236}">
                  <a16:creationId xmlns:a16="http://schemas.microsoft.com/office/drawing/2014/main" id="{FEF29DA1-B469-44ED-BE61-4A35FC02D54C}"/>
                </a:ext>
              </a:extLst>
            </p:cNvPr>
            <p:cNvSpPr>
              <a:spLocks noChangeArrowheads="1"/>
            </p:cNvSpPr>
            <p:nvPr/>
          </p:nvSpPr>
          <p:spPr bwMode="auto">
            <a:xfrm>
              <a:off x="4333875" y="209867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33" name="Rectangle 38">
              <a:extLst>
                <a:ext uri="{FF2B5EF4-FFF2-40B4-BE49-F238E27FC236}">
                  <a16:creationId xmlns:a16="http://schemas.microsoft.com/office/drawing/2014/main" id="{6356D49A-66CA-47E0-AF79-93B68AFC3952}"/>
                </a:ext>
              </a:extLst>
            </p:cNvPr>
            <p:cNvSpPr>
              <a:spLocks noChangeArrowheads="1"/>
            </p:cNvSpPr>
            <p:nvPr/>
          </p:nvSpPr>
          <p:spPr bwMode="auto">
            <a:xfrm>
              <a:off x="4481513"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34" name="Rectangle 39">
              <a:extLst>
                <a:ext uri="{FF2B5EF4-FFF2-40B4-BE49-F238E27FC236}">
                  <a16:creationId xmlns:a16="http://schemas.microsoft.com/office/drawing/2014/main" id="{2810F3DC-2324-412C-B040-C883BDDA637F}"/>
                </a:ext>
              </a:extLst>
            </p:cNvPr>
            <p:cNvSpPr>
              <a:spLocks noChangeArrowheads="1"/>
            </p:cNvSpPr>
            <p:nvPr/>
          </p:nvSpPr>
          <p:spPr bwMode="auto">
            <a:xfrm>
              <a:off x="4899025" y="209867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35" name="Rectangle 40">
              <a:extLst>
                <a:ext uri="{FF2B5EF4-FFF2-40B4-BE49-F238E27FC236}">
                  <a16:creationId xmlns:a16="http://schemas.microsoft.com/office/drawing/2014/main" id="{1455DCDB-E43A-4F65-B779-1533FE1C418C}"/>
                </a:ext>
              </a:extLst>
            </p:cNvPr>
            <p:cNvSpPr>
              <a:spLocks noChangeArrowheads="1"/>
            </p:cNvSpPr>
            <p:nvPr/>
          </p:nvSpPr>
          <p:spPr bwMode="auto">
            <a:xfrm>
              <a:off x="5045075"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36" name="Rectangle 41">
              <a:extLst>
                <a:ext uri="{FF2B5EF4-FFF2-40B4-BE49-F238E27FC236}">
                  <a16:creationId xmlns:a16="http://schemas.microsoft.com/office/drawing/2014/main" id="{C5F21596-C3E9-4BBE-A159-DE409EBF92E7}"/>
                </a:ext>
              </a:extLst>
            </p:cNvPr>
            <p:cNvSpPr>
              <a:spLocks noChangeArrowheads="1"/>
            </p:cNvSpPr>
            <p:nvPr/>
          </p:nvSpPr>
          <p:spPr bwMode="auto">
            <a:xfrm>
              <a:off x="5157788" y="209867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37" name="Rectangle 42">
              <a:extLst>
                <a:ext uri="{FF2B5EF4-FFF2-40B4-BE49-F238E27FC236}">
                  <a16:creationId xmlns:a16="http://schemas.microsoft.com/office/drawing/2014/main" id="{DB2CEC60-8AC3-4736-8564-D8D2C6F6E28E}"/>
                </a:ext>
              </a:extLst>
            </p:cNvPr>
            <p:cNvSpPr>
              <a:spLocks noChangeArrowheads="1"/>
            </p:cNvSpPr>
            <p:nvPr/>
          </p:nvSpPr>
          <p:spPr bwMode="auto">
            <a:xfrm>
              <a:off x="5305425"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38" name="Rectangle 43">
              <a:extLst>
                <a:ext uri="{FF2B5EF4-FFF2-40B4-BE49-F238E27FC236}">
                  <a16:creationId xmlns:a16="http://schemas.microsoft.com/office/drawing/2014/main" id="{A538BB0B-7C11-475C-A89C-BA4D5E8F0582}"/>
                </a:ext>
              </a:extLst>
            </p:cNvPr>
            <p:cNvSpPr>
              <a:spLocks noChangeArrowheads="1"/>
            </p:cNvSpPr>
            <p:nvPr/>
          </p:nvSpPr>
          <p:spPr bwMode="auto">
            <a:xfrm>
              <a:off x="5421313" y="209867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39" name="Rectangle 44">
              <a:extLst>
                <a:ext uri="{FF2B5EF4-FFF2-40B4-BE49-F238E27FC236}">
                  <a16:creationId xmlns:a16="http://schemas.microsoft.com/office/drawing/2014/main" id="{23D633B3-65B8-498E-AABB-1286F9489D37}"/>
                </a:ext>
              </a:extLst>
            </p:cNvPr>
            <p:cNvSpPr>
              <a:spLocks noChangeArrowheads="1"/>
            </p:cNvSpPr>
            <p:nvPr/>
          </p:nvSpPr>
          <p:spPr bwMode="auto">
            <a:xfrm>
              <a:off x="5829300"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40" name="Rectangle 45">
              <a:extLst>
                <a:ext uri="{FF2B5EF4-FFF2-40B4-BE49-F238E27FC236}">
                  <a16:creationId xmlns:a16="http://schemas.microsoft.com/office/drawing/2014/main" id="{31672D7B-E8B8-4F9D-B010-E8428E33BA14}"/>
                </a:ext>
              </a:extLst>
            </p:cNvPr>
            <p:cNvSpPr>
              <a:spLocks noChangeArrowheads="1"/>
            </p:cNvSpPr>
            <p:nvPr/>
          </p:nvSpPr>
          <p:spPr bwMode="auto">
            <a:xfrm>
              <a:off x="5567363"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41" name="Rectangle 46">
              <a:extLst>
                <a:ext uri="{FF2B5EF4-FFF2-40B4-BE49-F238E27FC236}">
                  <a16:creationId xmlns:a16="http://schemas.microsoft.com/office/drawing/2014/main" id="{255286EF-6A1C-49F7-B99B-60226B2244ED}"/>
                </a:ext>
              </a:extLst>
            </p:cNvPr>
            <p:cNvSpPr>
              <a:spLocks noChangeArrowheads="1"/>
            </p:cNvSpPr>
            <p:nvPr/>
          </p:nvSpPr>
          <p:spPr bwMode="auto">
            <a:xfrm>
              <a:off x="5984875" y="1914525"/>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42" name="Rectangle 47">
              <a:extLst>
                <a:ext uri="{FF2B5EF4-FFF2-40B4-BE49-F238E27FC236}">
                  <a16:creationId xmlns:a16="http://schemas.microsoft.com/office/drawing/2014/main" id="{87304CF9-1D17-4E02-9982-19115590DA49}"/>
                </a:ext>
              </a:extLst>
            </p:cNvPr>
            <p:cNvSpPr>
              <a:spLocks noChangeArrowheads="1"/>
            </p:cNvSpPr>
            <p:nvPr/>
          </p:nvSpPr>
          <p:spPr bwMode="auto">
            <a:xfrm>
              <a:off x="6102350"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43" name="Rectangle 48">
              <a:extLst>
                <a:ext uri="{FF2B5EF4-FFF2-40B4-BE49-F238E27FC236}">
                  <a16:creationId xmlns:a16="http://schemas.microsoft.com/office/drawing/2014/main" id="{E88F1681-6097-4F29-AAFE-10FD0DC03326}"/>
                </a:ext>
              </a:extLst>
            </p:cNvPr>
            <p:cNvSpPr>
              <a:spLocks noChangeArrowheads="1"/>
            </p:cNvSpPr>
            <p:nvPr/>
          </p:nvSpPr>
          <p:spPr bwMode="auto">
            <a:xfrm>
              <a:off x="6216650" y="1914525"/>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44" name="Rectangle 49">
              <a:extLst>
                <a:ext uri="{FF2B5EF4-FFF2-40B4-BE49-F238E27FC236}">
                  <a16:creationId xmlns:a16="http://schemas.microsoft.com/office/drawing/2014/main" id="{C44145E0-215C-436A-A908-153BC84C0859}"/>
                </a:ext>
              </a:extLst>
            </p:cNvPr>
            <p:cNvSpPr>
              <a:spLocks noChangeArrowheads="1"/>
            </p:cNvSpPr>
            <p:nvPr/>
          </p:nvSpPr>
          <p:spPr bwMode="auto">
            <a:xfrm>
              <a:off x="6335713"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45" name="Rectangle 50">
              <a:extLst>
                <a:ext uri="{FF2B5EF4-FFF2-40B4-BE49-F238E27FC236}">
                  <a16:creationId xmlns:a16="http://schemas.microsoft.com/office/drawing/2014/main" id="{E3D152AD-57BB-4440-92FC-DA710325F5D3}"/>
                </a:ext>
              </a:extLst>
            </p:cNvPr>
            <p:cNvSpPr>
              <a:spLocks noChangeArrowheads="1"/>
            </p:cNvSpPr>
            <p:nvPr/>
          </p:nvSpPr>
          <p:spPr bwMode="auto">
            <a:xfrm>
              <a:off x="6448425" y="1914525"/>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46" name="Rectangle 51">
              <a:extLst>
                <a:ext uri="{FF2B5EF4-FFF2-40B4-BE49-F238E27FC236}">
                  <a16:creationId xmlns:a16="http://schemas.microsoft.com/office/drawing/2014/main" id="{CE927985-C7CD-401D-A440-FCCF19344DBC}"/>
                </a:ext>
              </a:extLst>
            </p:cNvPr>
            <p:cNvSpPr>
              <a:spLocks noChangeArrowheads="1"/>
            </p:cNvSpPr>
            <p:nvPr/>
          </p:nvSpPr>
          <p:spPr bwMode="auto">
            <a:xfrm>
              <a:off x="6819900"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47" name="Rectangle 52">
              <a:extLst>
                <a:ext uri="{FF2B5EF4-FFF2-40B4-BE49-F238E27FC236}">
                  <a16:creationId xmlns:a16="http://schemas.microsoft.com/office/drawing/2014/main" id="{9D3BEAC7-F45D-4CBA-816D-F68D33EBD9E9}"/>
                </a:ext>
              </a:extLst>
            </p:cNvPr>
            <p:cNvSpPr>
              <a:spLocks noChangeArrowheads="1"/>
            </p:cNvSpPr>
            <p:nvPr/>
          </p:nvSpPr>
          <p:spPr bwMode="auto">
            <a:xfrm>
              <a:off x="2600325" y="2452688"/>
              <a:ext cx="422275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48" name="Rectangle 53">
              <a:extLst>
                <a:ext uri="{FF2B5EF4-FFF2-40B4-BE49-F238E27FC236}">
                  <a16:creationId xmlns:a16="http://schemas.microsoft.com/office/drawing/2014/main" id="{99FB8B56-91F3-4660-9AAD-16CA95A9BB31}"/>
                </a:ext>
              </a:extLst>
            </p:cNvPr>
            <p:cNvSpPr>
              <a:spLocks noChangeArrowheads="1"/>
            </p:cNvSpPr>
            <p:nvPr/>
          </p:nvSpPr>
          <p:spPr bwMode="auto">
            <a:xfrm>
              <a:off x="6567488"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49" name="Rectangle 54">
              <a:extLst>
                <a:ext uri="{FF2B5EF4-FFF2-40B4-BE49-F238E27FC236}">
                  <a16:creationId xmlns:a16="http://schemas.microsoft.com/office/drawing/2014/main" id="{65A8BC95-62B2-4310-ABCE-A6251D5C7E5E}"/>
                </a:ext>
              </a:extLst>
            </p:cNvPr>
            <p:cNvSpPr>
              <a:spLocks noChangeArrowheads="1"/>
            </p:cNvSpPr>
            <p:nvPr/>
          </p:nvSpPr>
          <p:spPr bwMode="auto">
            <a:xfrm>
              <a:off x="2600325"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50" name="Rectangle 55">
              <a:extLst>
                <a:ext uri="{FF2B5EF4-FFF2-40B4-BE49-F238E27FC236}">
                  <a16:creationId xmlns:a16="http://schemas.microsoft.com/office/drawing/2014/main" id="{D673469F-76DE-480E-A3A5-83A7D52899F7}"/>
                </a:ext>
              </a:extLst>
            </p:cNvPr>
            <p:cNvSpPr>
              <a:spLocks noChangeArrowheads="1"/>
            </p:cNvSpPr>
            <p:nvPr/>
          </p:nvSpPr>
          <p:spPr bwMode="auto">
            <a:xfrm>
              <a:off x="2274888" y="254635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51" name="Rectangle 56">
              <a:extLst>
                <a:ext uri="{FF2B5EF4-FFF2-40B4-BE49-F238E27FC236}">
                  <a16:creationId xmlns:a16="http://schemas.microsoft.com/office/drawing/2014/main" id="{9EA94BD4-6B1A-41FE-88E8-053A12FFDC03}"/>
                </a:ext>
              </a:extLst>
            </p:cNvPr>
            <p:cNvSpPr>
              <a:spLocks noChangeArrowheads="1"/>
            </p:cNvSpPr>
            <p:nvPr/>
          </p:nvSpPr>
          <p:spPr bwMode="auto">
            <a:xfrm>
              <a:off x="3668713"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52" name="Rectangle 57">
              <a:extLst>
                <a:ext uri="{FF2B5EF4-FFF2-40B4-BE49-F238E27FC236}">
                  <a16:creationId xmlns:a16="http://schemas.microsoft.com/office/drawing/2014/main" id="{8661BED3-EB3B-4913-A069-27ABA33AF22C}"/>
                </a:ext>
              </a:extLst>
            </p:cNvPr>
            <p:cNvSpPr>
              <a:spLocks noChangeArrowheads="1"/>
            </p:cNvSpPr>
            <p:nvPr/>
          </p:nvSpPr>
          <p:spPr bwMode="auto">
            <a:xfrm>
              <a:off x="2946400"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53" name="Rectangle 58">
              <a:extLst>
                <a:ext uri="{FF2B5EF4-FFF2-40B4-BE49-F238E27FC236}">
                  <a16:creationId xmlns:a16="http://schemas.microsoft.com/office/drawing/2014/main" id="{AC8109AA-4640-4371-B2B1-DA9F9458A7DA}"/>
                </a:ext>
              </a:extLst>
            </p:cNvPr>
            <p:cNvSpPr>
              <a:spLocks noChangeArrowheads="1"/>
            </p:cNvSpPr>
            <p:nvPr/>
          </p:nvSpPr>
          <p:spPr bwMode="auto">
            <a:xfrm>
              <a:off x="4010025"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54" name="Rectangle 59">
              <a:extLst>
                <a:ext uri="{FF2B5EF4-FFF2-40B4-BE49-F238E27FC236}">
                  <a16:creationId xmlns:a16="http://schemas.microsoft.com/office/drawing/2014/main" id="{7807DD6E-01DE-4B7F-8C75-7FAAE1195A78}"/>
                </a:ext>
              </a:extLst>
            </p:cNvPr>
            <p:cNvSpPr>
              <a:spLocks noChangeArrowheads="1"/>
            </p:cNvSpPr>
            <p:nvPr/>
          </p:nvSpPr>
          <p:spPr bwMode="auto">
            <a:xfrm>
              <a:off x="5829300"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55" name="Rectangle 60">
              <a:extLst>
                <a:ext uri="{FF2B5EF4-FFF2-40B4-BE49-F238E27FC236}">
                  <a16:creationId xmlns:a16="http://schemas.microsoft.com/office/drawing/2014/main" id="{E6ECF590-6B26-4068-B12E-BE2D168C2B19}"/>
                </a:ext>
              </a:extLst>
            </p:cNvPr>
            <p:cNvSpPr>
              <a:spLocks noChangeArrowheads="1"/>
            </p:cNvSpPr>
            <p:nvPr/>
          </p:nvSpPr>
          <p:spPr bwMode="auto">
            <a:xfrm>
              <a:off x="5091113"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56" name="Rectangle 61">
              <a:extLst>
                <a:ext uri="{FF2B5EF4-FFF2-40B4-BE49-F238E27FC236}">
                  <a16:creationId xmlns:a16="http://schemas.microsoft.com/office/drawing/2014/main" id="{AD1F883E-F17E-4F0A-9133-3116984DE758}"/>
                </a:ext>
              </a:extLst>
            </p:cNvPr>
            <p:cNvSpPr>
              <a:spLocks noChangeArrowheads="1"/>
            </p:cNvSpPr>
            <p:nvPr/>
          </p:nvSpPr>
          <p:spPr bwMode="auto">
            <a:xfrm>
              <a:off x="6819900"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57" name="Rectangle 62">
              <a:extLst>
                <a:ext uri="{FF2B5EF4-FFF2-40B4-BE49-F238E27FC236}">
                  <a16:creationId xmlns:a16="http://schemas.microsoft.com/office/drawing/2014/main" id="{2876D9C3-99FE-48D8-8080-669DF3546F51}"/>
                </a:ext>
              </a:extLst>
            </p:cNvPr>
            <p:cNvSpPr>
              <a:spLocks noChangeArrowheads="1"/>
            </p:cNvSpPr>
            <p:nvPr/>
          </p:nvSpPr>
          <p:spPr bwMode="auto">
            <a:xfrm>
              <a:off x="6126163"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58" name="Rectangle 63">
              <a:extLst>
                <a:ext uri="{FF2B5EF4-FFF2-40B4-BE49-F238E27FC236}">
                  <a16:creationId xmlns:a16="http://schemas.microsoft.com/office/drawing/2014/main" id="{D6EAA0B7-21FE-4CF8-8D3F-C706322E954B}"/>
                </a:ext>
              </a:extLst>
            </p:cNvPr>
            <p:cNvSpPr>
              <a:spLocks noChangeArrowheads="1"/>
            </p:cNvSpPr>
            <p:nvPr/>
          </p:nvSpPr>
          <p:spPr bwMode="auto">
            <a:xfrm>
              <a:off x="2600325"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59" name="Rectangle 64">
              <a:extLst>
                <a:ext uri="{FF2B5EF4-FFF2-40B4-BE49-F238E27FC236}">
                  <a16:creationId xmlns:a16="http://schemas.microsoft.com/office/drawing/2014/main" id="{98FB41E9-8695-4725-AF9A-86B0DB5CC010}"/>
                </a:ext>
              </a:extLst>
            </p:cNvPr>
            <p:cNvSpPr>
              <a:spLocks noChangeArrowheads="1"/>
            </p:cNvSpPr>
            <p:nvPr/>
          </p:nvSpPr>
          <p:spPr bwMode="auto">
            <a:xfrm>
              <a:off x="2274888" y="2851150"/>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60" name="Rectangle 65">
              <a:extLst>
                <a:ext uri="{FF2B5EF4-FFF2-40B4-BE49-F238E27FC236}">
                  <a16:creationId xmlns:a16="http://schemas.microsoft.com/office/drawing/2014/main" id="{94103717-7847-403A-84FD-D9A961F0EDA4}"/>
                </a:ext>
              </a:extLst>
            </p:cNvPr>
            <p:cNvSpPr>
              <a:spLocks noChangeArrowheads="1"/>
            </p:cNvSpPr>
            <p:nvPr/>
          </p:nvSpPr>
          <p:spPr bwMode="auto">
            <a:xfrm>
              <a:off x="3668713"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61" name="Rectangle 66">
              <a:extLst>
                <a:ext uri="{FF2B5EF4-FFF2-40B4-BE49-F238E27FC236}">
                  <a16:creationId xmlns:a16="http://schemas.microsoft.com/office/drawing/2014/main" id="{7476152E-510D-41E6-955F-84FF80BBA373}"/>
                </a:ext>
              </a:extLst>
            </p:cNvPr>
            <p:cNvSpPr>
              <a:spLocks noChangeArrowheads="1"/>
            </p:cNvSpPr>
            <p:nvPr/>
          </p:nvSpPr>
          <p:spPr bwMode="auto">
            <a:xfrm>
              <a:off x="2947988"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62" name="Rectangle 67">
              <a:extLst>
                <a:ext uri="{FF2B5EF4-FFF2-40B4-BE49-F238E27FC236}">
                  <a16:creationId xmlns:a16="http://schemas.microsoft.com/office/drawing/2014/main" id="{33A0CB92-AA93-4A3F-A4DC-B9193C3AB7D5}"/>
                </a:ext>
              </a:extLst>
            </p:cNvPr>
            <p:cNvSpPr>
              <a:spLocks noChangeArrowheads="1"/>
            </p:cNvSpPr>
            <p:nvPr/>
          </p:nvSpPr>
          <p:spPr bwMode="auto">
            <a:xfrm>
              <a:off x="4011613"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63" name="Rectangle 68">
              <a:extLst>
                <a:ext uri="{FF2B5EF4-FFF2-40B4-BE49-F238E27FC236}">
                  <a16:creationId xmlns:a16="http://schemas.microsoft.com/office/drawing/2014/main" id="{5556F25D-2137-4053-B417-AE47C81F4EFA}"/>
                </a:ext>
              </a:extLst>
            </p:cNvPr>
            <p:cNvSpPr>
              <a:spLocks noChangeArrowheads="1"/>
            </p:cNvSpPr>
            <p:nvPr/>
          </p:nvSpPr>
          <p:spPr bwMode="auto">
            <a:xfrm>
              <a:off x="5829300"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64" name="Rectangle 69">
              <a:extLst>
                <a:ext uri="{FF2B5EF4-FFF2-40B4-BE49-F238E27FC236}">
                  <a16:creationId xmlns:a16="http://schemas.microsoft.com/office/drawing/2014/main" id="{07E42E89-D563-4A43-902C-70C804A81426}"/>
                </a:ext>
              </a:extLst>
            </p:cNvPr>
            <p:cNvSpPr>
              <a:spLocks noChangeArrowheads="1"/>
            </p:cNvSpPr>
            <p:nvPr/>
          </p:nvSpPr>
          <p:spPr bwMode="auto">
            <a:xfrm>
              <a:off x="5092700"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65" name="Rectangle 70">
              <a:extLst>
                <a:ext uri="{FF2B5EF4-FFF2-40B4-BE49-F238E27FC236}">
                  <a16:creationId xmlns:a16="http://schemas.microsoft.com/office/drawing/2014/main" id="{2E0D5421-37A0-4A0B-A74B-4D0F50F29536}"/>
                </a:ext>
              </a:extLst>
            </p:cNvPr>
            <p:cNvSpPr>
              <a:spLocks noChangeArrowheads="1"/>
            </p:cNvSpPr>
            <p:nvPr/>
          </p:nvSpPr>
          <p:spPr bwMode="auto">
            <a:xfrm>
              <a:off x="6819900"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66" name="Rectangle 71">
              <a:extLst>
                <a:ext uri="{FF2B5EF4-FFF2-40B4-BE49-F238E27FC236}">
                  <a16:creationId xmlns:a16="http://schemas.microsoft.com/office/drawing/2014/main" id="{00F26D7C-8F8D-49EB-B86D-BAD0FA93D02C}"/>
                </a:ext>
              </a:extLst>
            </p:cNvPr>
            <p:cNvSpPr>
              <a:spLocks noChangeArrowheads="1"/>
            </p:cNvSpPr>
            <p:nvPr/>
          </p:nvSpPr>
          <p:spPr bwMode="auto">
            <a:xfrm>
              <a:off x="6127750"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67" name="Rectangle 72">
              <a:extLst>
                <a:ext uri="{FF2B5EF4-FFF2-40B4-BE49-F238E27FC236}">
                  <a16:creationId xmlns:a16="http://schemas.microsoft.com/office/drawing/2014/main" id="{7A8832FF-8C5B-487F-B11A-9729FD1841A6}"/>
                </a:ext>
              </a:extLst>
            </p:cNvPr>
            <p:cNvSpPr>
              <a:spLocks noChangeArrowheads="1"/>
            </p:cNvSpPr>
            <p:nvPr/>
          </p:nvSpPr>
          <p:spPr bwMode="auto">
            <a:xfrm>
              <a:off x="2600325"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68" name="Rectangle 73">
              <a:extLst>
                <a:ext uri="{FF2B5EF4-FFF2-40B4-BE49-F238E27FC236}">
                  <a16:creationId xmlns:a16="http://schemas.microsoft.com/office/drawing/2014/main" id="{C8C8967C-3A52-4C02-BDF1-1EFDB299EDB0}"/>
                </a:ext>
              </a:extLst>
            </p:cNvPr>
            <p:cNvSpPr>
              <a:spLocks noChangeArrowheads="1"/>
            </p:cNvSpPr>
            <p:nvPr/>
          </p:nvSpPr>
          <p:spPr bwMode="auto">
            <a:xfrm>
              <a:off x="2274888" y="3152775"/>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69" name="Rectangle 74">
              <a:extLst>
                <a:ext uri="{FF2B5EF4-FFF2-40B4-BE49-F238E27FC236}">
                  <a16:creationId xmlns:a16="http://schemas.microsoft.com/office/drawing/2014/main" id="{14BF538C-2E9A-4AF3-8282-9A9FCE91AEED}"/>
                </a:ext>
              </a:extLst>
            </p:cNvPr>
            <p:cNvSpPr>
              <a:spLocks noChangeArrowheads="1"/>
            </p:cNvSpPr>
            <p:nvPr/>
          </p:nvSpPr>
          <p:spPr bwMode="auto">
            <a:xfrm>
              <a:off x="3668713"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70" name="Rectangle 75">
              <a:extLst>
                <a:ext uri="{FF2B5EF4-FFF2-40B4-BE49-F238E27FC236}">
                  <a16:creationId xmlns:a16="http://schemas.microsoft.com/office/drawing/2014/main" id="{BE7C18A8-A430-4FAA-BD06-5D5DB1E8EC5D}"/>
                </a:ext>
              </a:extLst>
            </p:cNvPr>
            <p:cNvSpPr>
              <a:spLocks noChangeArrowheads="1"/>
            </p:cNvSpPr>
            <p:nvPr/>
          </p:nvSpPr>
          <p:spPr bwMode="auto">
            <a:xfrm>
              <a:off x="2947988"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71" name="Rectangle 76">
              <a:extLst>
                <a:ext uri="{FF2B5EF4-FFF2-40B4-BE49-F238E27FC236}">
                  <a16:creationId xmlns:a16="http://schemas.microsoft.com/office/drawing/2014/main" id="{98DB919F-0852-4F24-9FF0-64A23385A954}"/>
                </a:ext>
              </a:extLst>
            </p:cNvPr>
            <p:cNvSpPr>
              <a:spLocks noChangeArrowheads="1"/>
            </p:cNvSpPr>
            <p:nvPr/>
          </p:nvSpPr>
          <p:spPr bwMode="auto">
            <a:xfrm>
              <a:off x="4011613"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72" name="Rectangle 77">
              <a:extLst>
                <a:ext uri="{FF2B5EF4-FFF2-40B4-BE49-F238E27FC236}">
                  <a16:creationId xmlns:a16="http://schemas.microsoft.com/office/drawing/2014/main" id="{F6345627-36C7-410F-8105-81E84DE6CE3A}"/>
                </a:ext>
              </a:extLst>
            </p:cNvPr>
            <p:cNvSpPr>
              <a:spLocks noChangeArrowheads="1"/>
            </p:cNvSpPr>
            <p:nvPr/>
          </p:nvSpPr>
          <p:spPr bwMode="auto">
            <a:xfrm>
              <a:off x="5829300"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73" name="Rectangle 78">
              <a:extLst>
                <a:ext uri="{FF2B5EF4-FFF2-40B4-BE49-F238E27FC236}">
                  <a16:creationId xmlns:a16="http://schemas.microsoft.com/office/drawing/2014/main" id="{7FBFAD87-2B8D-411B-AD34-C3E7115C8D2C}"/>
                </a:ext>
              </a:extLst>
            </p:cNvPr>
            <p:cNvSpPr>
              <a:spLocks noChangeArrowheads="1"/>
            </p:cNvSpPr>
            <p:nvPr/>
          </p:nvSpPr>
          <p:spPr bwMode="auto">
            <a:xfrm>
              <a:off x="5092700"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74" name="Rectangle 79">
              <a:extLst>
                <a:ext uri="{FF2B5EF4-FFF2-40B4-BE49-F238E27FC236}">
                  <a16:creationId xmlns:a16="http://schemas.microsoft.com/office/drawing/2014/main" id="{987E825D-F50B-431A-8CFD-3F9EB82698CD}"/>
                </a:ext>
              </a:extLst>
            </p:cNvPr>
            <p:cNvSpPr>
              <a:spLocks noChangeArrowheads="1"/>
            </p:cNvSpPr>
            <p:nvPr/>
          </p:nvSpPr>
          <p:spPr bwMode="auto">
            <a:xfrm>
              <a:off x="6819900"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75" name="Rectangle 80">
              <a:extLst>
                <a:ext uri="{FF2B5EF4-FFF2-40B4-BE49-F238E27FC236}">
                  <a16:creationId xmlns:a16="http://schemas.microsoft.com/office/drawing/2014/main" id="{45E50154-9520-4B0E-949C-8305445BBA89}"/>
                </a:ext>
              </a:extLst>
            </p:cNvPr>
            <p:cNvSpPr>
              <a:spLocks noChangeArrowheads="1"/>
            </p:cNvSpPr>
            <p:nvPr/>
          </p:nvSpPr>
          <p:spPr bwMode="auto">
            <a:xfrm>
              <a:off x="6127750"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76" name="Rectangle 81">
              <a:extLst>
                <a:ext uri="{FF2B5EF4-FFF2-40B4-BE49-F238E27FC236}">
                  <a16:creationId xmlns:a16="http://schemas.microsoft.com/office/drawing/2014/main" id="{D0B6B78A-C09C-4CD3-B6FE-618E01712144}"/>
                </a:ext>
              </a:extLst>
            </p:cNvPr>
            <p:cNvSpPr>
              <a:spLocks noChangeArrowheads="1"/>
            </p:cNvSpPr>
            <p:nvPr/>
          </p:nvSpPr>
          <p:spPr bwMode="auto">
            <a:xfrm>
              <a:off x="2600325"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77" name="Rectangle 82">
              <a:extLst>
                <a:ext uri="{FF2B5EF4-FFF2-40B4-BE49-F238E27FC236}">
                  <a16:creationId xmlns:a16="http://schemas.microsoft.com/office/drawing/2014/main" id="{B163267C-A7FC-4975-8E7F-B7AD9A8455F6}"/>
                </a:ext>
              </a:extLst>
            </p:cNvPr>
            <p:cNvSpPr>
              <a:spLocks noChangeArrowheads="1"/>
            </p:cNvSpPr>
            <p:nvPr/>
          </p:nvSpPr>
          <p:spPr bwMode="auto">
            <a:xfrm>
              <a:off x="2274888" y="345757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78" name="Rectangle 83">
              <a:extLst>
                <a:ext uri="{FF2B5EF4-FFF2-40B4-BE49-F238E27FC236}">
                  <a16:creationId xmlns:a16="http://schemas.microsoft.com/office/drawing/2014/main" id="{439ED80B-BC47-4CC3-8B2D-B88891BB9239}"/>
                </a:ext>
              </a:extLst>
            </p:cNvPr>
            <p:cNvSpPr>
              <a:spLocks noChangeArrowheads="1"/>
            </p:cNvSpPr>
            <p:nvPr/>
          </p:nvSpPr>
          <p:spPr bwMode="auto">
            <a:xfrm>
              <a:off x="3668713"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79" name="Rectangle 84">
              <a:extLst>
                <a:ext uri="{FF2B5EF4-FFF2-40B4-BE49-F238E27FC236}">
                  <a16:creationId xmlns:a16="http://schemas.microsoft.com/office/drawing/2014/main" id="{4B8E8149-5EA0-4183-90D7-BBA6CFC8423F}"/>
                </a:ext>
              </a:extLst>
            </p:cNvPr>
            <p:cNvSpPr>
              <a:spLocks noChangeArrowheads="1"/>
            </p:cNvSpPr>
            <p:nvPr/>
          </p:nvSpPr>
          <p:spPr bwMode="auto">
            <a:xfrm>
              <a:off x="2946400"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80" name="Rectangle 85">
              <a:extLst>
                <a:ext uri="{FF2B5EF4-FFF2-40B4-BE49-F238E27FC236}">
                  <a16:creationId xmlns:a16="http://schemas.microsoft.com/office/drawing/2014/main" id="{47527534-83A1-436B-9261-D3C62EA27E1C}"/>
                </a:ext>
              </a:extLst>
            </p:cNvPr>
            <p:cNvSpPr>
              <a:spLocks noChangeArrowheads="1"/>
            </p:cNvSpPr>
            <p:nvPr/>
          </p:nvSpPr>
          <p:spPr bwMode="auto">
            <a:xfrm>
              <a:off x="4010025"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81" name="Rectangle 86">
              <a:extLst>
                <a:ext uri="{FF2B5EF4-FFF2-40B4-BE49-F238E27FC236}">
                  <a16:creationId xmlns:a16="http://schemas.microsoft.com/office/drawing/2014/main" id="{05B236BA-37A3-4D31-965E-C11A772E605E}"/>
                </a:ext>
              </a:extLst>
            </p:cNvPr>
            <p:cNvSpPr>
              <a:spLocks noChangeArrowheads="1"/>
            </p:cNvSpPr>
            <p:nvPr/>
          </p:nvSpPr>
          <p:spPr bwMode="auto">
            <a:xfrm>
              <a:off x="5829300"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82" name="Rectangle 87">
              <a:extLst>
                <a:ext uri="{FF2B5EF4-FFF2-40B4-BE49-F238E27FC236}">
                  <a16:creationId xmlns:a16="http://schemas.microsoft.com/office/drawing/2014/main" id="{8D365BAD-6942-47E7-A28B-4ABA733B3D43}"/>
                </a:ext>
              </a:extLst>
            </p:cNvPr>
            <p:cNvSpPr>
              <a:spLocks noChangeArrowheads="1"/>
            </p:cNvSpPr>
            <p:nvPr/>
          </p:nvSpPr>
          <p:spPr bwMode="auto">
            <a:xfrm>
              <a:off x="5091113"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83" name="Rectangle 88">
              <a:extLst>
                <a:ext uri="{FF2B5EF4-FFF2-40B4-BE49-F238E27FC236}">
                  <a16:creationId xmlns:a16="http://schemas.microsoft.com/office/drawing/2014/main" id="{CAD4BCEC-2B60-4C39-B9C9-A58F62CA3BD6}"/>
                </a:ext>
              </a:extLst>
            </p:cNvPr>
            <p:cNvSpPr>
              <a:spLocks noChangeArrowheads="1"/>
            </p:cNvSpPr>
            <p:nvPr/>
          </p:nvSpPr>
          <p:spPr bwMode="auto">
            <a:xfrm>
              <a:off x="6819900"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84" name="Rectangle 89">
              <a:extLst>
                <a:ext uri="{FF2B5EF4-FFF2-40B4-BE49-F238E27FC236}">
                  <a16:creationId xmlns:a16="http://schemas.microsoft.com/office/drawing/2014/main" id="{AD3D4FC0-234A-4E45-B808-F1B71DBD81DD}"/>
                </a:ext>
              </a:extLst>
            </p:cNvPr>
            <p:cNvSpPr>
              <a:spLocks noChangeArrowheads="1"/>
            </p:cNvSpPr>
            <p:nvPr/>
          </p:nvSpPr>
          <p:spPr bwMode="auto">
            <a:xfrm>
              <a:off x="6126163"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85" name="Rectangle 90">
              <a:extLst>
                <a:ext uri="{FF2B5EF4-FFF2-40B4-BE49-F238E27FC236}">
                  <a16:creationId xmlns:a16="http://schemas.microsoft.com/office/drawing/2014/main" id="{BE6F0E89-A3CA-464E-899E-482FB9D2427A}"/>
                </a:ext>
              </a:extLst>
            </p:cNvPr>
            <p:cNvSpPr>
              <a:spLocks noChangeArrowheads="1"/>
            </p:cNvSpPr>
            <p:nvPr/>
          </p:nvSpPr>
          <p:spPr bwMode="auto">
            <a:xfrm>
              <a:off x="2600325"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86" name="Rectangle 91">
              <a:extLst>
                <a:ext uri="{FF2B5EF4-FFF2-40B4-BE49-F238E27FC236}">
                  <a16:creationId xmlns:a16="http://schemas.microsoft.com/office/drawing/2014/main" id="{14841C4D-7B38-4739-A143-F93DD2FAC889}"/>
                </a:ext>
              </a:extLst>
            </p:cNvPr>
            <p:cNvSpPr>
              <a:spLocks noChangeArrowheads="1"/>
            </p:cNvSpPr>
            <p:nvPr/>
          </p:nvSpPr>
          <p:spPr bwMode="auto">
            <a:xfrm>
              <a:off x="2274888" y="3762375"/>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87" name="Rectangle 92">
              <a:extLst>
                <a:ext uri="{FF2B5EF4-FFF2-40B4-BE49-F238E27FC236}">
                  <a16:creationId xmlns:a16="http://schemas.microsoft.com/office/drawing/2014/main" id="{37ACDD5F-06C4-45C7-9851-8F32689E99C0}"/>
                </a:ext>
              </a:extLst>
            </p:cNvPr>
            <p:cNvSpPr>
              <a:spLocks noChangeArrowheads="1"/>
            </p:cNvSpPr>
            <p:nvPr/>
          </p:nvSpPr>
          <p:spPr bwMode="auto">
            <a:xfrm>
              <a:off x="3668713"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88" name="Rectangle 93">
              <a:extLst>
                <a:ext uri="{FF2B5EF4-FFF2-40B4-BE49-F238E27FC236}">
                  <a16:creationId xmlns:a16="http://schemas.microsoft.com/office/drawing/2014/main" id="{7BD1E649-8AEB-444B-A493-65B704F9B402}"/>
                </a:ext>
              </a:extLst>
            </p:cNvPr>
            <p:cNvSpPr>
              <a:spLocks noChangeArrowheads="1"/>
            </p:cNvSpPr>
            <p:nvPr/>
          </p:nvSpPr>
          <p:spPr bwMode="auto">
            <a:xfrm>
              <a:off x="2946400"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89" name="Rectangle 94">
              <a:extLst>
                <a:ext uri="{FF2B5EF4-FFF2-40B4-BE49-F238E27FC236}">
                  <a16:creationId xmlns:a16="http://schemas.microsoft.com/office/drawing/2014/main" id="{46C97FA1-DCFE-4995-897A-53738FC4EB3D}"/>
                </a:ext>
              </a:extLst>
            </p:cNvPr>
            <p:cNvSpPr>
              <a:spLocks noChangeArrowheads="1"/>
            </p:cNvSpPr>
            <p:nvPr/>
          </p:nvSpPr>
          <p:spPr bwMode="auto">
            <a:xfrm>
              <a:off x="4008438"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90" name="Rectangle 95">
              <a:extLst>
                <a:ext uri="{FF2B5EF4-FFF2-40B4-BE49-F238E27FC236}">
                  <a16:creationId xmlns:a16="http://schemas.microsoft.com/office/drawing/2014/main" id="{E79B2EB5-04DD-41A3-BFBF-A573B88EB1F9}"/>
                </a:ext>
              </a:extLst>
            </p:cNvPr>
            <p:cNvSpPr>
              <a:spLocks noChangeArrowheads="1"/>
            </p:cNvSpPr>
            <p:nvPr/>
          </p:nvSpPr>
          <p:spPr bwMode="auto">
            <a:xfrm>
              <a:off x="5829300"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91" name="Rectangle 96">
              <a:extLst>
                <a:ext uri="{FF2B5EF4-FFF2-40B4-BE49-F238E27FC236}">
                  <a16:creationId xmlns:a16="http://schemas.microsoft.com/office/drawing/2014/main" id="{598248DD-674F-4479-8619-DEC26AC84533}"/>
                </a:ext>
              </a:extLst>
            </p:cNvPr>
            <p:cNvSpPr>
              <a:spLocks noChangeArrowheads="1"/>
            </p:cNvSpPr>
            <p:nvPr/>
          </p:nvSpPr>
          <p:spPr bwMode="auto">
            <a:xfrm>
              <a:off x="5089525"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92" name="Rectangle 97">
              <a:extLst>
                <a:ext uri="{FF2B5EF4-FFF2-40B4-BE49-F238E27FC236}">
                  <a16:creationId xmlns:a16="http://schemas.microsoft.com/office/drawing/2014/main" id="{C787A313-2A75-4358-8AFC-B1AD9B0FA955}"/>
                </a:ext>
              </a:extLst>
            </p:cNvPr>
            <p:cNvSpPr>
              <a:spLocks noChangeArrowheads="1"/>
            </p:cNvSpPr>
            <p:nvPr/>
          </p:nvSpPr>
          <p:spPr bwMode="auto">
            <a:xfrm>
              <a:off x="6819900"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93" name="Rectangle 98">
              <a:extLst>
                <a:ext uri="{FF2B5EF4-FFF2-40B4-BE49-F238E27FC236}">
                  <a16:creationId xmlns:a16="http://schemas.microsoft.com/office/drawing/2014/main" id="{F5431736-1D66-4F7C-B58D-51CAC206F466}"/>
                </a:ext>
              </a:extLst>
            </p:cNvPr>
            <p:cNvSpPr>
              <a:spLocks noChangeArrowheads="1"/>
            </p:cNvSpPr>
            <p:nvPr/>
          </p:nvSpPr>
          <p:spPr bwMode="auto">
            <a:xfrm>
              <a:off x="6126163"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94" name="Rectangle 99">
              <a:extLst>
                <a:ext uri="{FF2B5EF4-FFF2-40B4-BE49-F238E27FC236}">
                  <a16:creationId xmlns:a16="http://schemas.microsoft.com/office/drawing/2014/main" id="{16D3F35F-8297-456B-BFD1-B8B62DCB875A}"/>
                </a:ext>
              </a:extLst>
            </p:cNvPr>
            <p:cNvSpPr>
              <a:spLocks noChangeArrowheads="1"/>
            </p:cNvSpPr>
            <p:nvPr/>
          </p:nvSpPr>
          <p:spPr bwMode="auto">
            <a:xfrm>
              <a:off x="2600325"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95" name="Rectangle 100">
              <a:extLst>
                <a:ext uri="{FF2B5EF4-FFF2-40B4-BE49-F238E27FC236}">
                  <a16:creationId xmlns:a16="http://schemas.microsoft.com/office/drawing/2014/main" id="{2EE9F55C-D03E-4733-BB48-C6021CCB9C1A}"/>
                </a:ext>
              </a:extLst>
            </p:cNvPr>
            <p:cNvSpPr>
              <a:spLocks noChangeArrowheads="1"/>
            </p:cNvSpPr>
            <p:nvPr/>
          </p:nvSpPr>
          <p:spPr bwMode="auto">
            <a:xfrm>
              <a:off x="2274888" y="4064000"/>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96" name="Rectangle 101">
              <a:extLst>
                <a:ext uri="{FF2B5EF4-FFF2-40B4-BE49-F238E27FC236}">
                  <a16:creationId xmlns:a16="http://schemas.microsoft.com/office/drawing/2014/main" id="{77964AEE-7019-4C6E-B570-F18E433F73D4}"/>
                </a:ext>
              </a:extLst>
            </p:cNvPr>
            <p:cNvSpPr>
              <a:spLocks noChangeArrowheads="1"/>
            </p:cNvSpPr>
            <p:nvPr/>
          </p:nvSpPr>
          <p:spPr bwMode="auto">
            <a:xfrm>
              <a:off x="3668713"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97" name="Rectangle 102">
              <a:extLst>
                <a:ext uri="{FF2B5EF4-FFF2-40B4-BE49-F238E27FC236}">
                  <a16:creationId xmlns:a16="http://schemas.microsoft.com/office/drawing/2014/main" id="{3A191F19-304F-4B08-8810-B659D60ADD30}"/>
                </a:ext>
              </a:extLst>
            </p:cNvPr>
            <p:cNvSpPr>
              <a:spLocks noChangeArrowheads="1"/>
            </p:cNvSpPr>
            <p:nvPr/>
          </p:nvSpPr>
          <p:spPr bwMode="auto">
            <a:xfrm>
              <a:off x="2947988"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98" name="Rectangle 103">
              <a:extLst>
                <a:ext uri="{FF2B5EF4-FFF2-40B4-BE49-F238E27FC236}">
                  <a16:creationId xmlns:a16="http://schemas.microsoft.com/office/drawing/2014/main" id="{058B63F5-0956-48BB-B315-64BC884119CD}"/>
                </a:ext>
              </a:extLst>
            </p:cNvPr>
            <p:cNvSpPr>
              <a:spLocks noChangeArrowheads="1"/>
            </p:cNvSpPr>
            <p:nvPr/>
          </p:nvSpPr>
          <p:spPr bwMode="auto">
            <a:xfrm>
              <a:off x="4010025"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99" name="Rectangle 104">
              <a:extLst>
                <a:ext uri="{FF2B5EF4-FFF2-40B4-BE49-F238E27FC236}">
                  <a16:creationId xmlns:a16="http://schemas.microsoft.com/office/drawing/2014/main" id="{08524880-EEAC-4748-B404-D2121EF89E8D}"/>
                </a:ext>
              </a:extLst>
            </p:cNvPr>
            <p:cNvSpPr>
              <a:spLocks noChangeArrowheads="1"/>
            </p:cNvSpPr>
            <p:nvPr/>
          </p:nvSpPr>
          <p:spPr bwMode="auto">
            <a:xfrm>
              <a:off x="5829300"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600" name="Rectangle 105">
              <a:extLst>
                <a:ext uri="{FF2B5EF4-FFF2-40B4-BE49-F238E27FC236}">
                  <a16:creationId xmlns:a16="http://schemas.microsoft.com/office/drawing/2014/main" id="{5B1D7975-1EE0-4B39-A9F7-F33A4367E642}"/>
                </a:ext>
              </a:extLst>
            </p:cNvPr>
            <p:cNvSpPr>
              <a:spLocks noChangeArrowheads="1"/>
            </p:cNvSpPr>
            <p:nvPr/>
          </p:nvSpPr>
          <p:spPr bwMode="auto">
            <a:xfrm>
              <a:off x="5091113"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601" name="Rectangle 106">
              <a:extLst>
                <a:ext uri="{FF2B5EF4-FFF2-40B4-BE49-F238E27FC236}">
                  <a16:creationId xmlns:a16="http://schemas.microsoft.com/office/drawing/2014/main" id="{E65EFD53-5C37-464B-867B-1FAE413C9533}"/>
                </a:ext>
              </a:extLst>
            </p:cNvPr>
            <p:cNvSpPr>
              <a:spLocks noChangeArrowheads="1"/>
            </p:cNvSpPr>
            <p:nvPr/>
          </p:nvSpPr>
          <p:spPr bwMode="auto">
            <a:xfrm>
              <a:off x="6819900"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602" name="Rectangle 107">
              <a:extLst>
                <a:ext uri="{FF2B5EF4-FFF2-40B4-BE49-F238E27FC236}">
                  <a16:creationId xmlns:a16="http://schemas.microsoft.com/office/drawing/2014/main" id="{C020EC32-C629-48F2-AAB9-838442A05B85}"/>
                </a:ext>
              </a:extLst>
            </p:cNvPr>
            <p:cNvSpPr>
              <a:spLocks noChangeArrowheads="1"/>
            </p:cNvSpPr>
            <p:nvPr/>
          </p:nvSpPr>
          <p:spPr bwMode="auto">
            <a:xfrm>
              <a:off x="6127750"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603" name="Rectangle 108">
              <a:extLst>
                <a:ext uri="{FF2B5EF4-FFF2-40B4-BE49-F238E27FC236}">
                  <a16:creationId xmlns:a16="http://schemas.microsoft.com/office/drawing/2014/main" id="{E0831F37-0992-463E-97B5-75BB12FB8C97}"/>
                </a:ext>
              </a:extLst>
            </p:cNvPr>
            <p:cNvSpPr>
              <a:spLocks noChangeArrowheads="1"/>
            </p:cNvSpPr>
            <p:nvPr/>
          </p:nvSpPr>
          <p:spPr bwMode="auto">
            <a:xfrm>
              <a:off x="2600325"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604" name="Rectangle 109">
              <a:extLst>
                <a:ext uri="{FF2B5EF4-FFF2-40B4-BE49-F238E27FC236}">
                  <a16:creationId xmlns:a16="http://schemas.microsoft.com/office/drawing/2014/main" id="{9F9B5308-D71D-417D-9ACD-6471F9069CE8}"/>
                </a:ext>
              </a:extLst>
            </p:cNvPr>
            <p:cNvSpPr>
              <a:spLocks noChangeArrowheads="1"/>
            </p:cNvSpPr>
            <p:nvPr/>
          </p:nvSpPr>
          <p:spPr bwMode="auto">
            <a:xfrm>
              <a:off x="2274888" y="43688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605" name="Rectangle 110">
              <a:extLst>
                <a:ext uri="{FF2B5EF4-FFF2-40B4-BE49-F238E27FC236}">
                  <a16:creationId xmlns:a16="http://schemas.microsoft.com/office/drawing/2014/main" id="{8EA1AC90-03BA-47B9-A088-93D626A4AF49}"/>
                </a:ext>
              </a:extLst>
            </p:cNvPr>
            <p:cNvSpPr>
              <a:spLocks noChangeArrowheads="1"/>
            </p:cNvSpPr>
            <p:nvPr/>
          </p:nvSpPr>
          <p:spPr bwMode="auto">
            <a:xfrm>
              <a:off x="3668713"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606" name="Rectangle 111">
              <a:extLst>
                <a:ext uri="{FF2B5EF4-FFF2-40B4-BE49-F238E27FC236}">
                  <a16:creationId xmlns:a16="http://schemas.microsoft.com/office/drawing/2014/main" id="{05C898DE-4469-4938-BE6C-8739FD5670EE}"/>
                </a:ext>
              </a:extLst>
            </p:cNvPr>
            <p:cNvSpPr>
              <a:spLocks noChangeArrowheads="1"/>
            </p:cNvSpPr>
            <p:nvPr/>
          </p:nvSpPr>
          <p:spPr bwMode="auto">
            <a:xfrm>
              <a:off x="2946400"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607" name="Rectangle 112">
              <a:extLst>
                <a:ext uri="{FF2B5EF4-FFF2-40B4-BE49-F238E27FC236}">
                  <a16:creationId xmlns:a16="http://schemas.microsoft.com/office/drawing/2014/main" id="{31A0617B-53BB-43FC-B6C5-74495A6CE7A9}"/>
                </a:ext>
              </a:extLst>
            </p:cNvPr>
            <p:cNvSpPr>
              <a:spLocks noChangeArrowheads="1"/>
            </p:cNvSpPr>
            <p:nvPr/>
          </p:nvSpPr>
          <p:spPr bwMode="auto">
            <a:xfrm>
              <a:off x="4010025"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608" name="Rectangle 113">
              <a:extLst>
                <a:ext uri="{FF2B5EF4-FFF2-40B4-BE49-F238E27FC236}">
                  <a16:creationId xmlns:a16="http://schemas.microsoft.com/office/drawing/2014/main" id="{FD6E4D6C-9037-4D52-A075-D26B77BDC3BD}"/>
                </a:ext>
              </a:extLst>
            </p:cNvPr>
            <p:cNvSpPr>
              <a:spLocks noChangeArrowheads="1"/>
            </p:cNvSpPr>
            <p:nvPr/>
          </p:nvSpPr>
          <p:spPr bwMode="auto">
            <a:xfrm>
              <a:off x="5829300"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609" name="Rectangle 114">
              <a:extLst>
                <a:ext uri="{FF2B5EF4-FFF2-40B4-BE49-F238E27FC236}">
                  <a16:creationId xmlns:a16="http://schemas.microsoft.com/office/drawing/2014/main" id="{F6AAD16E-DCB8-40A1-9689-16D6735ADB4D}"/>
                </a:ext>
              </a:extLst>
            </p:cNvPr>
            <p:cNvSpPr>
              <a:spLocks noChangeArrowheads="1"/>
            </p:cNvSpPr>
            <p:nvPr/>
          </p:nvSpPr>
          <p:spPr bwMode="auto">
            <a:xfrm>
              <a:off x="5091113"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610" name="Rectangle 115">
              <a:extLst>
                <a:ext uri="{FF2B5EF4-FFF2-40B4-BE49-F238E27FC236}">
                  <a16:creationId xmlns:a16="http://schemas.microsoft.com/office/drawing/2014/main" id="{4DEB45AB-7AEE-463F-BDD6-F80227C7194C}"/>
                </a:ext>
              </a:extLst>
            </p:cNvPr>
            <p:cNvSpPr>
              <a:spLocks noChangeArrowheads="1"/>
            </p:cNvSpPr>
            <p:nvPr/>
          </p:nvSpPr>
          <p:spPr bwMode="auto">
            <a:xfrm>
              <a:off x="6819900"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611" name="Rectangle 116">
              <a:extLst>
                <a:ext uri="{FF2B5EF4-FFF2-40B4-BE49-F238E27FC236}">
                  <a16:creationId xmlns:a16="http://schemas.microsoft.com/office/drawing/2014/main" id="{03115F02-FE2D-4EEB-AA10-4A0FB153886D}"/>
                </a:ext>
              </a:extLst>
            </p:cNvPr>
            <p:cNvSpPr>
              <a:spLocks noChangeArrowheads="1"/>
            </p:cNvSpPr>
            <p:nvPr/>
          </p:nvSpPr>
          <p:spPr bwMode="auto">
            <a:xfrm>
              <a:off x="6126163"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612" name="Rectangle 117">
              <a:extLst>
                <a:ext uri="{FF2B5EF4-FFF2-40B4-BE49-F238E27FC236}">
                  <a16:creationId xmlns:a16="http://schemas.microsoft.com/office/drawing/2014/main" id="{2F774F58-B249-45D6-9B2F-1D7AA01D3819}"/>
                </a:ext>
              </a:extLst>
            </p:cNvPr>
            <p:cNvSpPr>
              <a:spLocks noChangeArrowheads="1"/>
            </p:cNvSpPr>
            <p:nvPr/>
          </p:nvSpPr>
          <p:spPr bwMode="auto">
            <a:xfrm>
              <a:off x="2600325"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613" name="Rectangle 118">
              <a:extLst>
                <a:ext uri="{FF2B5EF4-FFF2-40B4-BE49-F238E27FC236}">
                  <a16:creationId xmlns:a16="http://schemas.microsoft.com/office/drawing/2014/main" id="{A1AADDDA-AEF1-412A-9375-87F44DE4CE48}"/>
                </a:ext>
              </a:extLst>
            </p:cNvPr>
            <p:cNvSpPr>
              <a:spLocks noChangeArrowheads="1"/>
            </p:cNvSpPr>
            <p:nvPr/>
          </p:nvSpPr>
          <p:spPr bwMode="auto">
            <a:xfrm>
              <a:off x="2274888" y="46736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H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614" name="Rectangle 119">
              <a:extLst>
                <a:ext uri="{FF2B5EF4-FFF2-40B4-BE49-F238E27FC236}">
                  <a16:creationId xmlns:a16="http://schemas.microsoft.com/office/drawing/2014/main" id="{99863033-130B-4ED9-9E3C-7A6B3755B981}"/>
                </a:ext>
              </a:extLst>
            </p:cNvPr>
            <p:cNvSpPr>
              <a:spLocks noChangeArrowheads="1"/>
            </p:cNvSpPr>
            <p:nvPr/>
          </p:nvSpPr>
          <p:spPr bwMode="auto">
            <a:xfrm>
              <a:off x="3668713"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615" name="Rectangle 120">
              <a:extLst>
                <a:ext uri="{FF2B5EF4-FFF2-40B4-BE49-F238E27FC236}">
                  <a16:creationId xmlns:a16="http://schemas.microsoft.com/office/drawing/2014/main" id="{A8917A27-9575-4947-B1F4-D7F28FCED325}"/>
                </a:ext>
              </a:extLst>
            </p:cNvPr>
            <p:cNvSpPr>
              <a:spLocks noChangeArrowheads="1"/>
            </p:cNvSpPr>
            <p:nvPr/>
          </p:nvSpPr>
          <p:spPr bwMode="auto">
            <a:xfrm>
              <a:off x="2946400"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616" name="Rectangle 121">
              <a:extLst>
                <a:ext uri="{FF2B5EF4-FFF2-40B4-BE49-F238E27FC236}">
                  <a16:creationId xmlns:a16="http://schemas.microsoft.com/office/drawing/2014/main" id="{7BE78129-B101-4879-A0D3-B9EC14DB8D83}"/>
                </a:ext>
              </a:extLst>
            </p:cNvPr>
            <p:cNvSpPr>
              <a:spLocks noChangeArrowheads="1"/>
            </p:cNvSpPr>
            <p:nvPr/>
          </p:nvSpPr>
          <p:spPr bwMode="auto">
            <a:xfrm>
              <a:off x="4010025"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617" name="Rectangle 122">
              <a:extLst>
                <a:ext uri="{FF2B5EF4-FFF2-40B4-BE49-F238E27FC236}">
                  <a16:creationId xmlns:a16="http://schemas.microsoft.com/office/drawing/2014/main" id="{716B14F7-5AE1-4F1C-B49A-ED705AD185AF}"/>
                </a:ext>
              </a:extLst>
            </p:cNvPr>
            <p:cNvSpPr>
              <a:spLocks noChangeArrowheads="1"/>
            </p:cNvSpPr>
            <p:nvPr/>
          </p:nvSpPr>
          <p:spPr bwMode="auto">
            <a:xfrm>
              <a:off x="5829300"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618" name="Rectangle 123">
              <a:extLst>
                <a:ext uri="{FF2B5EF4-FFF2-40B4-BE49-F238E27FC236}">
                  <a16:creationId xmlns:a16="http://schemas.microsoft.com/office/drawing/2014/main" id="{4946C776-90A9-465E-B66B-E5E6EC11BB10}"/>
                </a:ext>
              </a:extLst>
            </p:cNvPr>
            <p:cNvSpPr>
              <a:spLocks noChangeArrowheads="1"/>
            </p:cNvSpPr>
            <p:nvPr/>
          </p:nvSpPr>
          <p:spPr bwMode="auto">
            <a:xfrm>
              <a:off x="5091113"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619" name="Rectangle 124">
              <a:extLst>
                <a:ext uri="{FF2B5EF4-FFF2-40B4-BE49-F238E27FC236}">
                  <a16:creationId xmlns:a16="http://schemas.microsoft.com/office/drawing/2014/main" id="{DC468709-4534-4C28-811C-5FD66163C9C9}"/>
                </a:ext>
              </a:extLst>
            </p:cNvPr>
            <p:cNvSpPr>
              <a:spLocks noChangeArrowheads="1"/>
            </p:cNvSpPr>
            <p:nvPr/>
          </p:nvSpPr>
          <p:spPr bwMode="auto">
            <a:xfrm>
              <a:off x="6819900"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620" name="Rectangle 125">
              <a:extLst>
                <a:ext uri="{FF2B5EF4-FFF2-40B4-BE49-F238E27FC236}">
                  <a16:creationId xmlns:a16="http://schemas.microsoft.com/office/drawing/2014/main" id="{FFA3CB7C-A35F-4231-8F9D-99EF832F91FD}"/>
                </a:ext>
              </a:extLst>
            </p:cNvPr>
            <p:cNvSpPr>
              <a:spLocks noChangeArrowheads="1"/>
            </p:cNvSpPr>
            <p:nvPr/>
          </p:nvSpPr>
          <p:spPr bwMode="auto">
            <a:xfrm>
              <a:off x="2600325" y="5018088"/>
              <a:ext cx="422275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621" name="Rectangle 126">
              <a:extLst>
                <a:ext uri="{FF2B5EF4-FFF2-40B4-BE49-F238E27FC236}">
                  <a16:creationId xmlns:a16="http://schemas.microsoft.com/office/drawing/2014/main" id="{AE6512CE-4138-4B41-B0D5-70B1F24C068E}"/>
                </a:ext>
              </a:extLst>
            </p:cNvPr>
            <p:cNvSpPr>
              <a:spLocks noChangeArrowheads="1"/>
            </p:cNvSpPr>
            <p:nvPr/>
          </p:nvSpPr>
          <p:spPr bwMode="auto">
            <a:xfrm>
              <a:off x="6126163"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62466" name="Title 1">
            <a:extLst>
              <a:ext uri="{FF2B5EF4-FFF2-40B4-BE49-F238E27FC236}">
                <a16:creationId xmlns:a16="http://schemas.microsoft.com/office/drawing/2014/main" id="{01727847-F858-43BB-AA57-0D87797C4306}"/>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K-map for Y</a:t>
            </a:r>
            <a:r>
              <a:rPr kumimoji="0" lang="en-US" altLang="en-US" sz="3600" b="1" i="0" u="none" strike="noStrike" kern="120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cs typeface="+mn-cs"/>
              </a:rPr>
              <a:t>1</a:t>
            </a:r>
          </a:p>
        </p:txBody>
      </p:sp>
      <p:grpSp>
        <p:nvGrpSpPr>
          <p:cNvPr id="62467" name="Group 127">
            <a:extLst>
              <a:ext uri="{FF2B5EF4-FFF2-40B4-BE49-F238E27FC236}">
                <a16:creationId xmlns:a16="http://schemas.microsoft.com/office/drawing/2014/main" id="{4F9EABE7-32E4-4DE6-98ED-E1714E5FB0DF}"/>
              </a:ext>
            </a:extLst>
          </p:cNvPr>
          <p:cNvGrpSpPr>
            <a:grpSpLocks/>
          </p:cNvGrpSpPr>
          <p:nvPr/>
        </p:nvGrpSpPr>
        <p:grpSpPr bwMode="auto">
          <a:xfrm>
            <a:off x="5651500" y="2214563"/>
            <a:ext cx="2284413" cy="2754312"/>
            <a:chOff x="1295400" y="838200"/>
            <a:chExt cx="2284413" cy="2753757"/>
          </a:xfrm>
        </p:grpSpPr>
        <p:sp>
          <p:nvSpPr>
            <p:cNvPr id="62468" name="Rectangle 4">
              <a:extLst>
                <a:ext uri="{FF2B5EF4-FFF2-40B4-BE49-F238E27FC236}">
                  <a16:creationId xmlns:a16="http://schemas.microsoft.com/office/drawing/2014/main" id="{E2E1E7DD-7BBD-4CE0-BB53-2216547EBBBD}"/>
                </a:ext>
              </a:extLst>
            </p:cNvPr>
            <p:cNvSpPr>
              <a:spLocks noChangeArrowheads="1"/>
            </p:cNvSpPr>
            <p:nvPr/>
          </p:nvSpPr>
          <p:spPr bwMode="auto">
            <a:xfrm>
              <a:off x="1957388" y="1446212"/>
              <a:ext cx="820737" cy="819150"/>
            </a:xfrm>
            <a:prstGeom prst="rect">
              <a:avLst/>
            </a:prstGeom>
            <a:solidFill>
              <a:srgbClr val="FFFFFF"/>
            </a:solidFill>
            <a:ln w="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469" name="Line 5">
              <a:extLst>
                <a:ext uri="{FF2B5EF4-FFF2-40B4-BE49-F238E27FC236}">
                  <a16:creationId xmlns:a16="http://schemas.microsoft.com/office/drawing/2014/main" id="{3CE534AC-195C-4D06-9D82-5371BE624284}"/>
                </a:ext>
              </a:extLst>
            </p:cNvPr>
            <p:cNvSpPr>
              <a:spLocks noChangeShapeType="1"/>
            </p:cNvSpPr>
            <p:nvPr/>
          </p:nvSpPr>
          <p:spPr bwMode="auto">
            <a:xfrm flipH="1">
              <a:off x="1957388" y="1865312"/>
              <a:ext cx="820737"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470" name="Line 6">
              <a:extLst>
                <a:ext uri="{FF2B5EF4-FFF2-40B4-BE49-F238E27FC236}">
                  <a16:creationId xmlns:a16="http://schemas.microsoft.com/office/drawing/2014/main" id="{3BDDB1A0-C838-461C-9002-3368220516EC}"/>
                </a:ext>
              </a:extLst>
            </p:cNvPr>
            <p:cNvSpPr>
              <a:spLocks noChangeShapeType="1"/>
            </p:cNvSpPr>
            <p:nvPr/>
          </p:nvSpPr>
          <p:spPr bwMode="auto">
            <a:xfrm flipV="1">
              <a:off x="2378075" y="1446212"/>
              <a:ext cx="1588" cy="8191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471" name="Line 7">
              <a:extLst>
                <a:ext uri="{FF2B5EF4-FFF2-40B4-BE49-F238E27FC236}">
                  <a16:creationId xmlns:a16="http://schemas.microsoft.com/office/drawing/2014/main" id="{474FE019-0261-4BFD-8458-2350F47C7C58}"/>
                </a:ext>
              </a:extLst>
            </p:cNvPr>
            <p:cNvSpPr>
              <a:spLocks noChangeShapeType="1"/>
            </p:cNvSpPr>
            <p:nvPr/>
          </p:nvSpPr>
          <p:spPr bwMode="auto">
            <a:xfrm>
              <a:off x="1557338" y="1044575"/>
              <a:ext cx="400050" cy="40163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472" name="Rectangle 8">
              <a:extLst>
                <a:ext uri="{FF2B5EF4-FFF2-40B4-BE49-F238E27FC236}">
                  <a16:creationId xmlns:a16="http://schemas.microsoft.com/office/drawing/2014/main" id="{0127B02E-A8EC-4656-B3BA-81363DD35BBB}"/>
                </a:ext>
              </a:extLst>
            </p:cNvPr>
            <p:cNvSpPr>
              <a:spLocks noChangeArrowheads="1"/>
            </p:cNvSpPr>
            <p:nvPr/>
          </p:nvSpPr>
          <p:spPr bwMode="auto">
            <a:xfrm>
              <a:off x="2778125" y="1446212"/>
              <a:ext cx="801688" cy="819150"/>
            </a:xfrm>
            <a:prstGeom prst="rect">
              <a:avLst/>
            </a:prstGeom>
            <a:solidFill>
              <a:srgbClr val="FFFFFF"/>
            </a:solidFill>
            <a:ln w="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473" name="Line 9">
              <a:extLst>
                <a:ext uri="{FF2B5EF4-FFF2-40B4-BE49-F238E27FC236}">
                  <a16:creationId xmlns:a16="http://schemas.microsoft.com/office/drawing/2014/main" id="{233D0E16-9F7B-41E8-A3D0-A33CE88140E5}"/>
                </a:ext>
              </a:extLst>
            </p:cNvPr>
            <p:cNvSpPr>
              <a:spLocks noChangeShapeType="1"/>
            </p:cNvSpPr>
            <p:nvPr/>
          </p:nvSpPr>
          <p:spPr bwMode="auto">
            <a:xfrm flipH="1">
              <a:off x="2778125" y="1865312"/>
              <a:ext cx="801688"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474" name="Line 10">
              <a:extLst>
                <a:ext uri="{FF2B5EF4-FFF2-40B4-BE49-F238E27FC236}">
                  <a16:creationId xmlns:a16="http://schemas.microsoft.com/office/drawing/2014/main" id="{E6A45032-DD49-45C8-BDA0-066709657A28}"/>
                </a:ext>
              </a:extLst>
            </p:cNvPr>
            <p:cNvSpPr>
              <a:spLocks noChangeShapeType="1"/>
            </p:cNvSpPr>
            <p:nvPr/>
          </p:nvSpPr>
          <p:spPr bwMode="auto">
            <a:xfrm flipV="1">
              <a:off x="3179763" y="1446212"/>
              <a:ext cx="1587" cy="8191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475" name="Rectangle 11">
              <a:extLst>
                <a:ext uri="{FF2B5EF4-FFF2-40B4-BE49-F238E27FC236}">
                  <a16:creationId xmlns:a16="http://schemas.microsoft.com/office/drawing/2014/main" id="{6DBB2D01-2F29-41EE-A73B-5E5A68D22C39}"/>
                </a:ext>
              </a:extLst>
            </p:cNvPr>
            <p:cNvSpPr>
              <a:spLocks noChangeArrowheads="1"/>
            </p:cNvSpPr>
            <p:nvPr/>
          </p:nvSpPr>
          <p:spPr bwMode="auto">
            <a:xfrm>
              <a:off x="2079625" y="122396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476" name="Rectangle 12">
              <a:extLst>
                <a:ext uri="{FF2B5EF4-FFF2-40B4-BE49-F238E27FC236}">
                  <a16:creationId xmlns:a16="http://schemas.microsoft.com/office/drawing/2014/main" id="{6A5872E4-8BBC-45CE-B8C2-248C36E04289}"/>
                </a:ext>
              </a:extLst>
            </p:cNvPr>
            <p:cNvSpPr>
              <a:spLocks noChangeArrowheads="1"/>
            </p:cNvSpPr>
            <p:nvPr/>
          </p:nvSpPr>
          <p:spPr bwMode="auto">
            <a:xfrm>
              <a:off x="2486025" y="122396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477" name="Rectangle 13">
              <a:extLst>
                <a:ext uri="{FF2B5EF4-FFF2-40B4-BE49-F238E27FC236}">
                  <a16:creationId xmlns:a16="http://schemas.microsoft.com/office/drawing/2014/main" id="{6FA60383-08EF-4210-9A87-26FCFDBCFA7C}"/>
                </a:ext>
              </a:extLst>
            </p:cNvPr>
            <p:cNvSpPr>
              <a:spLocks noChangeArrowheads="1"/>
            </p:cNvSpPr>
            <p:nvPr/>
          </p:nvSpPr>
          <p:spPr bwMode="auto">
            <a:xfrm>
              <a:off x="2890838" y="1223962"/>
              <a:ext cx="24923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478" name="Rectangle 14">
              <a:extLst>
                <a:ext uri="{FF2B5EF4-FFF2-40B4-BE49-F238E27FC236}">
                  <a16:creationId xmlns:a16="http://schemas.microsoft.com/office/drawing/2014/main" id="{332589DF-BE32-47EB-A723-A22EC8E4D6CF}"/>
                </a:ext>
              </a:extLst>
            </p:cNvPr>
            <p:cNvSpPr>
              <a:spLocks noChangeArrowheads="1"/>
            </p:cNvSpPr>
            <p:nvPr/>
          </p:nvSpPr>
          <p:spPr bwMode="auto">
            <a:xfrm>
              <a:off x="3297238" y="1223962"/>
              <a:ext cx="24923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479" name="Rectangle 15">
              <a:extLst>
                <a:ext uri="{FF2B5EF4-FFF2-40B4-BE49-F238E27FC236}">
                  <a16:creationId xmlns:a16="http://schemas.microsoft.com/office/drawing/2014/main" id="{1986050C-A550-4E66-8A5E-C278D15D7C0A}"/>
                </a:ext>
              </a:extLst>
            </p:cNvPr>
            <p:cNvSpPr>
              <a:spLocks noChangeArrowheads="1"/>
            </p:cNvSpPr>
            <p:nvPr/>
          </p:nvSpPr>
          <p:spPr bwMode="auto">
            <a:xfrm>
              <a:off x="1708150" y="156051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480" name="Rectangle 16">
              <a:extLst>
                <a:ext uri="{FF2B5EF4-FFF2-40B4-BE49-F238E27FC236}">
                  <a16:creationId xmlns:a16="http://schemas.microsoft.com/office/drawing/2014/main" id="{12B06939-C6EF-4ACD-A3DC-80A495731D56}"/>
                </a:ext>
              </a:extLst>
            </p:cNvPr>
            <p:cNvSpPr>
              <a:spLocks noChangeArrowheads="1"/>
            </p:cNvSpPr>
            <p:nvPr/>
          </p:nvSpPr>
          <p:spPr bwMode="auto">
            <a:xfrm>
              <a:off x="1698625" y="196691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481" name="Rectangle 17">
              <a:extLst>
                <a:ext uri="{FF2B5EF4-FFF2-40B4-BE49-F238E27FC236}">
                  <a16:creationId xmlns:a16="http://schemas.microsoft.com/office/drawing/2014/main" id="{E7025001-963C-486A-A960-5D8F5C342C43}"/>
                </a:ext>
              </a:extLst>
            </p:cNvPr>
            <p:cNvSpPr>
              <a:spLocks noChangeArrowheads="1"/>
            </p:cNvSpPr>
            <p:nvPr/>
          </p:nvSpPr>
          <p:spPr bwMode="auto">
            <a:xfrm>
              <a:off x="2532063" y="1570037"/>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482" name="Rectangle 24">
              <a:extLst>
                <a:ext uri="{FF2B5EF4-FFF2-40B4-BE49-F238E27FC236}">
                  <a16:creationId xmlns:a16="http://schemas.microsoft.com/office/drawing/2014/main" id="{B740C0F4-259D-4F7F-960E-037E8F96D132}"/>
                </a:ext>
              </a:extLst>
            </p:cNvPr>
            <p:cNvSpPr>
              <a:spLocks noChangeArrowheads="1"/>
            </p:cNvSpPr>
            <p:nvPr/>
          </p:nvSpPr>
          <p:spPr bwMode="auto">
            <a:xfrm>
              <a:off x="1957388" y="2265362"/>
              <a:ext cx="820737" cy="801688"/>
            </a:xfrm>
            <a:prstGeom prst="rect">
              <a:avLst/>
            </a:prstGeom>
            <a:solidFill>
              <a:srgbClr val="FFFFFF"/>
            </a:solidFill>
            <a:ln w="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483" name="Line 25">
              <a:extLst>
                <a:ext uri="{FF2B5EF4-FFF2-40B4-BE49-F238E27FC236}">
                  <a16:creationId xmlns:a16="http://schemas.microsoft.com/office/drawing/2014/main" id="{507DFE00-2F43-4251-8464-93A1B1CC4C28}"/>
                </a:ext>
              </a:extLst>
            </p:cNvPr>
            <p:cNvSpPr>
              <a:spLocks noChangeShapeType="1"/>
            </p:cNvSpPr>
            <p:nvPr/>
          </p:nvSpPr>
          <p:spPr bwMode="auto">
            <a:xfrm flipH="1">
              <a:off x="1957388" y="2667000"/>
              <a:ext cx="820737"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484" name="Line 26">
              <a:extLst>
                <a:ext uri="{FF2B5EF4-FFF2-40B4-BE49-F238E27FC236}">
                  <a16:creationId xmlns:a16="http://schemas.microsoft.com/office/drawing/2014/main" id="{5C781B30-D9A6-44EB-82F4-1E5130FD7F62}"/>
                </a:ext>
              </a:extLst>
            </p:cNvPr>
            <p:cNvSpPr>
              <a:spLocks noChangeShapeType="1"/>
            </p:cNvSpPr>
            <p:nvPr/>
          </p:nvSpPr>
          <p:spPr bwMode="auto">
            <a:xfrm flipV="1">
              <a:off x="2378075" y="2265362"/>
              <a:ext cx="1588" cy="8016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485" name="Rectangle 27">
              <a:extLst>
                <a:ext uri="{FF2B5EF4-FFF2-40B4-BE49-F238E27FC236}">
                  <a16:creationId xmlns:a16="http://schemas.microsoft.com/office/drawing/2014/main" id="{9B933812-719A-42AB-9731-4A8915D57D00}"/>
                </a:ext>
              </a:extLst>
            </p:cNvPr>
            <p:cNvSpPr>
              <a:spLocks noChangeArrowheads="1"/>
            </p:cNvSpPr>
            <p:nvPr/>
          </p:nvSpPr>
          <p:spPr bwMode="auto">
            <a:xfrm>
              <a:off x="2778125" y="2265362"/>
              <a:ext cx="801688" cy="801688"/>
            </a:xfrm>
            <a:prstGeom prst="rect">
              <a:avLst/>
            </a:prstGeom>
            <a:solidFill>
              <a:srgbClr val="FFFFFF"/>
            </a:solidFill>
            <a:ln w="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486" name="Line 28">
              <a:extLst>
                <a:ext uri="{FF2B5EF4-FFF2-40B4-BE49-F238E27FC236}">
                  <a16:creationId xmlns:a16="http://schemas.microsoft.com/office/drawing/2014/main" id="{D2F1ABF2-121F-43C5-8DAE-CDA89D49F2E1}"/>
                </a:ext>
              </a:extLst>
            </p:cNvPr>
            <p:cNvSpPr>
              <a:spLocks noChangeShapeType="1"/>
            </p:cNvSpPr>
            <p:nvPr/>
          </p:nvSpPr>
          <p:spPr bwMode="auto">
            <a:xfrm flipH="1">
              <a:off x="2778125" y="2667000"/>
              <a:ext cx="801688"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487" name="Line 29">
              <a:extLst>
                <a:ext uri="{FF2B5EF4-FFF2-40B4-BE49-F238E27FC236}">
                  <a16:creationId xmlns:a16="http://schemas.microsoft.com/office/drawing/2014/main" id="{D56D24D3-D9D9-4711-98DE-1E99C01ADC5F}"/>
                </a:ext>
              </a:extLst>
            </p:cNvPr>
            <p:cNvSpPr>
              <a:spLocks noChangeShapeType="1"/>
            </p:cNvSpPr>
            <p:nvPr/>
          </p:nvSpPr>
          <p:spPr bwMode="auto">
            <a:xfrm flipV="1">
              <a:off x="3179763" y="2265362"/>
              <a:ext cx="1587" cy="8016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488" name="Rectangle 30">
              <a:extLst>
                <a:ext uri="{FF2B5EF4-FFF2-40B4-BE49-F238E27FC236}">
                  <a16:creationId xmlns:a16="http://schemas.microsoft.com/office/drawing/2014/main" id="{B7D505CA-ED3D-4C7D-848C-1E0D4CA02A5F}"/>
                </a:ext>
              </a:extLst>
            </p:cNvPr>
            <p:cNvSpPr>
              <a:spLocks noChangeArrowheads="1"/>
            </p:cNvSpPr>
            <p:nvPr/>
          </p:nvSpPr>
          <p:spPr bwMode="auto">
            <a:xfrm>
              <a:off x="2122488" y="1570037"/>
              <a:ext cx="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489" name="Rectangle 39">
              <a:extLst>
                <a:ext uri="{FF2B5EF4-FFF2-40B4-BE49-F238E27FC236}">
                  <a16:creationId xmlns:a16="http://schemas.microsoft.com/office/drawing/2014/main" id="{ED877D32-8C29-416B-81C0-89985CAC6447}"/>
                </a:ext>
              </a:extLst>
            </p:cNvPr>
            <p:cNvSpPr>
              <a:spLocks noChangeArrowheads="1"/>
            </p:cNvSpPr>
            <p:nvPr/>
          </p:nvSpPr>
          <p:spPr bwMode="auto">
            <a:xfrm>
              <a:off x="1698625" y="2381250"/>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490" name="Rectangle 40">
              <a:extLst>
                <a:ext uri="{FF2B5EF4-FFF2-40B4-BE49-F238E27FC236}">
                  <a16:creationId xmlns:a16="http://schemas.microsoft.com/office/drawing/2014/main" id="{D7BE2D29-5657-42BE-9B2D-4F004E27E3A6}"/>
                </a:ext>
              </a:extLst>
            </p:cNvPr>
            <p:cNvSpPr>
              <a:spLocks noChangeArrowheads="1"/>
            </p:cNvSpPr>
            <p:nvPr/>
          </p:nvSpPr>
          <p:spPr bwMode="auto">
            <a:xfrm>
              <a:off x="1698625" y="278606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491" name="Rectangle 41">
              <a:extLst>
                <a:ext uri="{FF2B5EF4-FFF2-40B4-BE49-F238E27FC236}">
                  <a16:creationId xmlns:a16="http://schemas.microsoft.com/office/drawing/2014/main" id="{EDFB87C4-3129-432E-88A6-9120D90F27E2}"/>
                </a:ext>
              </a:extLst>
            </p:cNvPr>
            <p:cNvSpPr>
              <a:spLocks noChangeArrowheads="1"/>
            </p:cNvSpPr>
            <p:nvPr/>
          </p:nvSpPr>
          <p:spPr bwMode="auto">
            <a:xfrm>
              <a:off x="1695450" y="838200"/>
              <a:ext cx="195263"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492" name="Rectangle 42">
              <a:extLst>
                <a:ext uri="{FF2B5EF4-FFF2-40B4-BE49-F238E27FC236}">
                  <a16:creationId xmlns:a16="http://schemas.microsoft.com/office/drawing/2014/main" id="{772551E7-85C1-4EC6-A4D0-CE74A1619677}"/>
                </a:ext>
              </a:extLst>
            </p:cNvPr>
            <p:cNvSpPr>
              <a:spLocks noChangeArrowheads="1"/>
            </p:cNvSpPr>
            <p:nvPr/>
          </p:nvSpPr>
          <p:spPr bwMode="auto">
            <a:xfrm>
              <a:off x="1778000" y="925512"/>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493" name="Rectangle 43">
              <a:extLst>
                <a:ext uri="{FF2B5EF4-FFF2-40B4-BE49-F238E27FC236}">
                  <a16:creationId xmlns:a16="http://schemas.microsoft.com/office/drawing/2014/main" id="{48E8E045-3240-43F1-8479-693CDF741E5A}"/>
                </a:ext>
              </a:extLst>
            </p:cNvPr>
            <p:cNvSpPr>
              <a:spLocks noChangeArrowheads="1"/>
            </p:cNvSpPr>
            <p:nvPr/>
          </p:nvSpPr>
          <p:spPr bwMode="auto">
            <a:xfrm>
              <a:off x="1858963" y="838200"/>
              <a:ext cx="195262"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494" name="Rectangle 44">
              <a:extLst>
                <a:ext uri="{FF2B5EF4-FFF2-40B4-BE49-F238E27FC236}">
                  <a16:creationId xmlns:a16="http://schemas.microsoft.com/office/drawing/2014/main" id="{317C7F5E-F77A-4366-988C-9B4CF4E93803}"/>
                </a:ext>
              </a:extLst>
            </p:cNvPr>
            <p:cNvSpPr>
              <a:spLocks noChangeArrowheads="1"/>
            </p:cNvSpPr>
            <p:nvPr/>
          </p:nvSpPr>
          <p:spPr bwMode="auto">
            <a:xfrm>
              <a:off x="1941513" y="925512"/>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495" name="Rectangle 45">
              <a:extLst>
                <a:ext uri="{FF2B5EF4-FFF2-40B4-BE49-F238E27FC236}">
                  <a16:creationId xmlns:a16="http://schemas.microsoft.com/office/drawing/2014/main" id="{39023A46-4902-4964-8D1C-752870814033}"/>
                </a:ext>
              </a:extLst>
            </p:cNvPr>
            <p:cNvSpPr>
              <a:spLocks noChangeArrowheads="1"/>
            </p:cNvSpPr>
            <p:nvPr/>
          </p:nvSpPr>
          <p:spPr bwMode="auto">
            <a:xfrm>
              <a:off x="1295400" y="1084262"/>
              <a:ext cx="198438"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496" name="Rectangle 54">
              <a:extLst>
                <a:ext uri="{FF2B5EF4-FFF2-40B4-BE49-F238E27FC236}">
                  <a16:creationId xmlns:a16="http://schemas.microsoft.com/office/drawing/2014/main" id="{602FB929-8AE1-4D8A-B0C2-806E7A671168}"/>
                </a:ext>
              </a:extLst>
            </p:cNvPr>
            <p:cNvSpPr>
              <a:spLocks noChangeArrowheads="1"/>
            </p:cNvSpPr>
            <p:nvPr/>
          </p:nvSpPr>
          <p:spPr bwMode="auto">
            <a:xfrm>
              <a:off x="1506538" y="1171575"/>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497" name="Rectangle 164">
              <a:extLst>
                <a:ext uri="{FF2B5EF4-FFF2-40B4-BE49-F238E27FC236}">
                  <a16:creationId xmlns:a16="http://schemas.microsoft.com/office/drawing/2014/main" id="{A7E5174F-6B00-49DD-8517-5940C4B2ACED}"/>
                </a:ext>
              </a:extLst>
            </p:cNvPr>
            <p:cNvSpPr>
              <a:spLocks noChangeArrowheads="1"/>
            </p:cNvSpPr>
            <p:nvPr/>
          </p:nvSpPr>
          <p:spPr bwMode="auto">
            <a:xfrm>
              <a:off x="2284413" y="3309937"/>
              <a:ext cx="0"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498" name="Rectangle 169">
              <a:extLst>
                <a:ext uri="{FF2B5EF4-FFF2-40B4-BE49-F238E27FC236}">
                  <a16:creationId xmlns:a16="http://schemas.microsoft.com/office/drawing/2014/main" id="{3873224E-ADE4-43A9-8835-E28E284C5719}"/>
                </a:ext>
              </a:extLst>
            </p:cNvPr>
            <p:cNvSpPr>
              <a:spLocks noChangeArrowheads="1"/>
            </p:cNvSpPr>
            <p:nvPr/>
          </p:nvSpPr>
          <p:spPr bwMode="auto">
            <a:xfrm>
              <a:off x="2941638" y="3222625"/>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3489" name="Group 1">
            <a:extLst>
              <a:ext uri="{FF2B5EF4-FFF2-40B4-BE49-F238E27FC236}">
                <a16:creationId xmlns:a16="http://schemas.microsoft.com/office/drawing/2014/main" id="{A07AB2AE-A367-4302-B437-C454A1DC87CE}"/>
              </a:ext>
            </a:extLst>
          </p:cNvPr>
          <p:cNvGrpSpPr>
            <a:grpSpLocks/>
          </p:cNvGrpSpPr>
          <p:nvPr/>
        </p:nvGrpSpPr>
        <p:grpSpPr bwMode="auto">
          <a:xfrm>
            <a:off x="381000" y="1665288"/>
            <a:ext cx="4557713" cy="3973512"/>
            <a:chOff x="2274888" y="1057275"/>
            <a:chExt cx="4557712" cy="3973513"/>
          </a:xfrm>
        </p:grpSpPr>
        <p:sp>
          <p:nvSpPr>
            <p:cNvPr id="63527" name="Rectangle 4">
              <a:extLst>
                <a:ext uri="{FF2B5EF4-FFF2-40B4-BE49-F238E27FC236}">
                  <a16:creationId xmlns:a16="http://schemas.microsoft.com/office/drawing/2014/main" id="{1CE8C1A7-740A-4D90-91C5-86AD5144D0D5}"/>
                </a:ext>
              </a:extLst>
            </p:cNvPr>
            <p:cNvSpPr>
              <a:spLocks noChangeArrowheads="1"/>
            </p:cNvSpPr>
            <p:nvPr/>
          </p:nvSpPr>
          <p:spPr bwMode="auto">
            <a:xfrm>
              <a:off x="2600325" y="1057275"/>
              <a:ext cx="4222750"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28" name="Rectangle 5">
              <a:extLst>
                <a:ext uri="{FF2B5EF4-FFF2-40B4-BE49-F238E27FC236}">
                  <a16:creationId xmlns:a16="http://schemas.microsoft.com/office/drawing/2014/main" id="{57B787B5-7318-4FD8-B8C3-0464817733EA}"/>
                </a:ext>
              </a:extLst>
            </p:cNvPr>
            <p:cNvSpPr>
              <a:spLocks noChangeArrowheads="1"/>
            </p:cNvSpPr>
            <p:nvPr/>
          </p:nvSpPr>
          <p:spPr bwMode="auto">
            <a:xfrm>
              <a:off x="2600325"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29" name="Rectangle 6">
              <a:extLst>
                <a:ext uri="{FF2B5EF4-FFF2-40B4-BE49-F238E27FC236}">
                  <a16:creationId xmlns:a16="http://schemas.microsoft.com/office/drawing/2014/main" id="{84B7486D-F376-4200-A291-964B7EAEB643}"/>
                </a:ext>
              </a:extLst>
            </p:cNvPr>
            <p:cNvSpPr>
              <a:spLocks noChangeArrowheads="1"/>
            </p:cNvSpPr>
            <p:nvPr/>
          </p:nvSpPr>
          <p:spPr bwMode="auto">
            <a:xfrm>
              <a:off x="3668713"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30" name="Rectangle 7">
              <a:extLst>
                <a:ext uri="{FF2B5EF4-FFF2-40B4-BE49-F238E27FC236}">
                  <a16:creationId xmlns:a16="http://schemas.microsoft.com/office/drawing/2014/main" id="{921A6D60-0050-4AF4-8951-6848DA92962A}"/>
                </a:ext>
              </a:extLst>
            </p:cNvPr>
            <p:cNvSpPr>
              <a:spLocks noChangeArrowheads="1"/>
            </p:cNvSpPr>
            <p:nvPr/>
          </p:nvSpPr>
          <p:spPr bwMode="auto">
            <a:xfrm>
              <a:off x="2763838" y="1317625"/>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31" name="Rectangle 8">
              <a:extLst>
                <a:ext uri="{FF2B5EF4-FFF2-40B4-BE49-F238E27FC236}">
                  <a16:creationId xmlns:a16="http://schemas.microsoft.com/office/drawing/2014/main" id="{A3929872-41B3-48FD-BE24-34D8DC028109}"/>
                </a:ext>
              </a:extLst>
            </p:cNvPr>
            <p:cNvSpPr>
              <a:spLocks noChangeArrowheads="1"/>
            </p:cNvSpPr>
            <p:nvPr/>
          </p:nvSpPr>
          <p:spPr bwMode="auto">
            <a:xfrm>
              <a:off x="5829300"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32" name="Rectangle 9">
              <a:extLst>
                <a:ext uri="{FF2B5EF4-FFF2-40B4-BE49-F238E27FC236}">
                  <a16:creationId xmlns:a16="http://schemas.microsoft.com/office/drawing/2014/main" id="{6D00F85B-59F9-45A0-91F7-97CF3968B524}"/>
                </a:ext>
              </a:extLst>
            </p:cNvPr>
            <p:cNvSpPr>
              <a:spLocks noChangeArrowheads="1"/>
            </p:cNvSpPr>
            <p:nvPr/>
          </p:nvSpPr>
          <p:spPr bwMode="auto">
            <a:xfrm>
              <a:off x="6819900"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33" name="Rectangle 10">
              <a:extLst>
                <a:ext uri="{FF2B5EF4-FFF2-40B4-BE49-F238E27FC236}">
                  <a16:creationId xmlns:a16="http://schemas.microsoft.com/office/drawing/2014/main" id="{24CA0D97-6F71-421D-8EB0-758301098725}"/>
                </a:ext>
              </a:extLst>
            </p:cNvPr>
            <p:cNvSpPr>
              <a:spLocks noChangeArrowheads="1"/>
            </p:cNvSpPr>
            <p:nvPr/>
          </p:nvSpPr>
          <p:spPr bwMode="auto">
            <a:xfrm>
              <a:off x="3668713" y="1538288"/>
              <a:ext cx="217170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34" name="Rectangle 11">
              <a:extLst>
                <a:ext uri="{FF2B5EF4-FFF2-40B4-BE49-F238E27FC236}">
                  <a16:creationId xmlns:a16="http://schemas.microsoft.com/office/drawing/2014/main" id="{8FA104EA-6888-4BB2-BCDF-380A34A57E02}"/>
                </a:ext>
              </a:extLst>
            </p:cNvPr>
            <p:cNvSpPr>
              <a:spLocks noChangeArrowheads="1"/>
            </p:cNvSpPr>
            <p:nvPr/>
          </p:nvSpPr>
          <p:spPr bwMode="auto">
            <a:xfrm>
              <a:off x="2600325"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35" name="Rectangle 12">
              <a:extLst>
                <a:ext uri="{FF2B5EF4-FFF2-40B4-BE49-F238E27FC236}">
                  <a16:creationId xmlns:a16="http://schemas.microsoft.com/office/drawing/2014/main" id="{6C10FFAD-54B2-41B1-BD6D-F8B8C5C34242}"/>
                </a:ext>
              </a:extLst>
            </p:cNvPr>
            <p:cNvSpPr>
              <a:spLocks noChangeArrowheads="1"/>
            </p:cNvSpPr>
            <p:nvPr/>
          </p:nvSpPr>
          <p:spPr bwMode="auto">
            <a:xfrm>
              <a:off x="4240213" y="1171575"/>
              <a:ext cx="10842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 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36" name="Rectangle 13">
              <a:extLst>
                <a:ext uri="{FF2B5EF4-FFF2-40B4-BE49-F238E27FC236}">
                  <a16:creationId xmlns:a16="http://schemas.microsoft.com/office/drawing/2014/main" id="{C20A1668-131D-4FFD-84CE-3A2BAB84E1AB}"/>
                </a:ext>
              </a:extLst>
            </p:cNvPr>
            <p:cNvSpPr>
              <a:spLocks noChangeArrowheads="1"/>
            </p:cNvSpPr>
            <p:nvPr/>
          </p:nvSpPr>
          <p:spPr bwMode="auto">
            <a:xfrm>
              <a:off x="3668713"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37" name="Rectangle 14">
              <a:extLst>
                <a:ext uri="{FF2B5EF4-FFF2-40B4-BE49-F238E27FC236}">
                  <a16:creationId xmlns:a16="http://schemas.microsoft.com/office/drawing/2014/main" id="{1FFB2070-7782-4393-A885-A707C936DF0B}"/>
                </a:ext>
              </a:extLst>
            </p:cNvPr>
            <p:cNvSpPr>
              <a:spLocks noChangeArrowheads="1"/>
            </p:cNvSpPr>
            <p:nvPr/>
          </p:nvSpPr>
          <p:spPr bwMode="auto">
            <a:xfrm>
              <a:off x="2903538" y="1641475"/>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38" name="Rectangle 15">
              <a:extLst>
                <a:ext uri="{FF2B5EF4-FFF2-40B4-BE49-F238E27FC236}">
                  <a16:creationId xmlns:a16="http://schemas.microsoft.com/office/drawing/2014/main" id="{670D575E-2134-4943-95A9-5294D37BCE6B}"/>
                </a:ext>
              </a:extLst>
            </p:cNvPr>
            <p:cNvSpPr>
              <a:spLocks noChangeArrowheads="1"/>
            </p:cNvSpPr>
            <p:nvPr/>
          </p:nvSpPr>
          <p:spPr bwMode="auto">
            <a:xfrm>
              <a:off x="3878263" y="1641475"/>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39" name="Rectangle 16">
              <a:extLst>
                <a:ext uri="{FF2B5EF4-FFF2-40B4-BE49-F238E27FC236}">
                  <a16:creationId xmlns:a16="http://schemas.microsoft.com/office/drawing/2014/main" id="{38CA0E50-2ABF-4F4F-A7D4-C2E1D6F1A706}"/>
                </a:ext>
              </a:extLst>
            </p:cNvPr>
            <p:cNvSpPr>
              <a:spLocks noChangeArrowheads="1"/>
            </p:cNvSpPr>
            <p:nvPr/>
          </p:nvSpPr>
          <p:spPr bwMode="auto">
            <a:xfrm>
              <a:off x="4138613" y="1641475"/>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40" name="Rectangle 17">
              <a:extLst>
                <a:ext uri="{FF2B5EF4-FFF2-40B4-BE49-F238E27FC236}">
                  <a16:creationId xmlns:a16="http://schemas.microsoft.com/office/drawing/2014/main" id="{85F4D9EA-BA11-4E9F-8FBE-9674E94D5475}"/>
                </a:ext>
              </a:extLst>
            </p:cNvPr>
            <p:cNvSpPr>
              <a:spLocks noChangeArrowheads="1"/>
            </p:cNvSpPr>
            <p:nvPr/>
          </p:nvSpPr>
          <p:spPr bwMode="auto">
            <a:xfrm>
              <a:off x="4405313" y="16414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41" name="Rectangle 18">
              <a:extLst>
                <a:ext uri="{FF2B5EF4-FFF2-40B4-BE49-F238E27FC236}">
                  <a16:creationId xmlns:a16="http://schemas.microsoft.com/office/drawing/2014/main" id="{0269CA43-6B5E-48DA-920D-90632C985385}"/>
                </a:ext>
              </a:extLst>
            </p:cNvPr>
            <p:cNvSpPr>
              <a:spLocks noChangeArrowheads="1"/>
            </p:cNvSpPr>
            <p:nvPr/>
          </p:nvSpPr>
          <p:spPr bwMode="auto">
            <a:xfrm>
              <a:off x="4962525" y="1641475"/>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42" name="Rectangle 19">
              <a:extLst>
                <a:ext uri="{FF2B5EF4-FFF2-40B4-BE49-F238E27FC236}">
                  <a16:creationId xmlns:a16="http://schemas.microsoft.com/office/drawing/2014/main" id="{C1426EA8-75A6-48F9-A950-EF9F92E180F5}"/>
                </a:ext>
              </a:extLst>
            </p:cNvPr>
            <p:cNvSpPr>
              <a:spLocks noChangeArrowheads="1"/>
            </p:cNvSpPr>
            <p:nvPr/>
          </p:nvSpPr>
          <p:spPr bwMode="auto">
            <a:xfrm>
              <a:off x="5222875" y="1641475"/>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43" name="Rectangle 20">
              <a:extLst>
                <a:ext uri="{FF2B5EF4-FFF2-40B4-BE49-F238E27FC236}">
                  <a16:creationId xmlns:a16="http://schemas.microsoft.com/office/drawing/2014/main" id="{EB1EA12F-5ECC-48D7-9940-5CFC7A7B0884}"/>
                </a:ext>
              </a:extLst>
            </p:cNvPr>
            <p:cNvSpPr>
              <a:spLocks noChangeArrowheads="1"/>
            </p:cNvSpPr>
            <p:nvPr/>
          </p:nvSpPr>
          <p:spPr bwMode="auto">
            <a:xfrm>
              <a:off x="5829300"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44" name="Rectangle 21">
              <a:extLst>
                <a:ext uri="{FF2B5EF4-FFF2-40B4-BE49-F238E27FC236}">
                  <a16:creationId xmlns:a16="http://schemas.microsoft.com/office/drawing/2014/main" id="{E5BB23DC-40F1-475C-A533-1DDFAFCE3E18}"/>
                </a:ext>
              </a:extLst>
            </p:cNvPr>
            <p:cNvSpPr>
              <a:spLocks noChangeArrowheads="1"/>
            </p:cNvSpPr>
            <p:nvPr/>
          </p:nvSpPr>
          <p:spPr bwMode="auto">
            <a:xfrm>
              <a:off x="5489575" y="16414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45" name="Rectangle 22">
              <a:extLst>
                <a:ext uri="{FF2B5EF4-FFF2-40B4-BE49-F238E27FC236}">
                  <a16:creationId xmlns:a16="http://schemas.microsoft.com/office/drawing/2014/main" id="{C4B696B4-B486-47F0-BCB9-50252D6AA629}"/>
                </a:ext>
              </a:extLst>
            </p:cNvPr>
            <p:cNvSpPr>
              <a:spLocks noChangeArrowheads="1"/>
            </p:cNvSpPr>
            <p:nvPr/>
          </p:nvSpPr>
          <p:spPr bwMode="auto">
            <a:xfrm>
              <a:off x="6819900"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46" name="Rectangle 23">
              <a:extLst>
                <a:ext uri="{FF2B5EF4-FFF2-40B4-BE49-F238E27FC236}">
                  <a16:creationId xmlns:a16="http://schemas.microsoft.com/office/drawing/2014/main" id="{2D49AA1D-089B-4111-9BB7-C7E0AE1D0B2A}"/>
                </a:ext>
              </a:extLst>
            </p:cNvPr>
            <p:cNvSpPr>
              <a:spLocks noChangeArrowheads="1"/>
            </p:cNvSpPr>
            <p:nvPr/>
          </p:nvSpPr>
          <p:spPr bwMode="auto">
            <a:xfrm>
              <a:off x="3668713" y="1995488"/>
              <a:ext cx="217170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47" name="Rectangle 24">
              <a:extLst>
                <a:ext uri="{FF2B5EF4-FFF2-40B4-BE49-F238E27FC236}">
                  <a16:creationId xmlns:a16="http://schemas.microsoft.com/office/drawing/2014/main" id="{E54E4255-A9CE-4BDB-846E-DA61DEF71AFD}"/>
                </a:ext>
              </a:extLst>
            </p:cNvPr>
            <p:cNvSpPr>
              <a:spLocks noChangeArrowheads="1"/>
            </p:cNvSpPr>
            <p:nvPr/>
          </p:nvSpPr>
          <p:spPr bwMode="auto">
            <a:xfrm>
              <a:off x="2600325"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48" name="Rectangle 25">
              <a:extLst>
                <a:ext uri="{FF2B5EF4-FFF2-40B4-BE49-F238E27FC236}">
                  <a16:creationId xmlns:a16="http://schemas.microsoft.com/office/drawing/2014/main" id="{A71D3489-909E-4168-8326-427F3EE4382C}"/>
                </a:ext>
              </a:extLst>
            </p:cNvPr>
            <p:cNvSpPr>
              <a:spLocks noChangeArrowheads="1"/>
            </p:cNvSpPr>
            <p:nvPr/>
          </p:nvSpPr>
          <p:spPr bwMode="auto">
            <a:xfrm>
              <a:off x="6021388" y="1495425"/>
              <a:ext cx="684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Count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49" name="Rectangle 26">
              <a:extLst>
                <a:ext uri="{FF2B5EF4-FFF2-40B4-BE49-F238E27FC236}">
                  <a16:creationId xmlns:a16="http://schemas.microsoft.com/office/drawing/2014/main" id="{B97C9C95-2DB5-4DA6-9B8F-71E558EADD24}"/>
                </a:ext>
              </a:extLst>
            </p:cNvPr>
            <p:cNvSpPr>
              <a:spLocks noChangeArrowheads="1"/>
            </p:cNvSpPr>
            <p:nvPr/>
          </p:nvSpPr>
          <p:spPr bwMode="auto">
            <a:xfrm>
              <a:off x="2778125" y="1914525"/>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50" name="Rectangle 27">
              <a:extLst>
                <a:ext uri="{FF2B5EF4-FFF2-40B4-BE49-F238E27FC236}">
                  <a16:creationId xmlns:a16="http://schemas.microsoft.com/office/drawing/2014/main" id="{D422281A-23F0-42F0-B553-FA0066AC83AE}"/>
                </a:ext>
              </a:extLst>
            </p:cNvPr>
            <p:cNvSpPr>
              <a:spLocks noChangeArrowheads="1"/>
            </p:cNvSpPr>
            <p:nvPr/>
          </p:nvSpPr>
          <p:spPr bwMode="auto">
            <a:xfrm>
              <a:off x="2903538"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51" name="Rectangle 28">
              <a:extLst>
                <a:ext uri="{FF2B5EF4-FFF2-40B4-BE49-F238E27FC236}">
                  <a16:creationId xmlns:a16="http://schemas.microsoft.com/office/drawing/2014/main" id="{2585B095-73EE-4B87-A6B5-6425C532BAF1}"/>
                </a:ext>
              </a:extLst>
            </p:cNvPr>
            <p:cNvSpPr>
              <a:spLocks noChangeArrowheads="1"/>
            </p:cNvSpPr>
            <p:nvPr/>
          </p:nvSpPr>
          <p:spPr bwMode="auto">
            <a:xfrm>
              <a:off x="3017838" y="1914525"/>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52" name="Rectangle 29">
              <a:extLst>
                <a:ext uri="{FF2B5EF4-FFF2-40B4-BE49-F238E27FC236}">
                  <a16:creationId xmlns:a16="http://schemas.microsoft.com/office/drawing/2014/main" id="{DC7DA598-F8D1-4E4C-AEF4-83922CC9BBEF}"/>
                </a:ext>
              </a:extLst>
            </p:cNvPr>
            <p:cNvSpPr>
              <a:spLocks noChangeArrowheads="1"/>
            </p:cNvSpPr>
            <p:nvPr/>
          </p:nvSpPr>
          <p:spPr bwMode="auto">
            <a:xfrm>
              <a:off x="3141663"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53" name="Rectangle 30">
              <a:extLst>
                <a:ext uri="{FF2B5EF4-FFF2-40B4-BE49-F238E27FC236}">
                  <a16:creationId xmlns:a16="http://schemas.microsoft.com/office/drawing/2014/main" id="{24252AAE-7185-42DA-ABF5-EDBFEE79ECCF}"/>
                </a:ext>
              </a:extLst>
            </p:cNvPr>
            <p:cNvSpPr>
              <a:spLocks noChangeArrowheads="1"/>
            </p:cNvSpPr>
            <p:nvPr/>
          </p:nvSpPr>
          <p:spPr bwMode="auto">
            <a:xfrm>
              <a:off x="3254375" y="1914525"/>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54" name="Rectangle 31">
              <a:extLst>
                <a:ext uri="{FF2B5EF4-FFF2-40B4-BE49-F238E27FC236}">
                  <a16:creationId xmlns:a16="http://schemas.microsoft.com/office/drawing/2014/main" id="{5E68F39F-D2AA-4C9A-B08C-7D31F86D4B42}"/>
                </a:ext>
              </a:extLst>
            </p:cNvPr>
            <p:cNvSpPr>
              <a:spLocks noChangeArrowheads="1"/>
            </p:cNvSpPr>
            <p:nvPr/>
          </p:nvSpPr>
          <p:spPr bwMode="auto">
            <a:xfrm>
              <a:off x="3668713"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55" name="Rectangle 32">
              <a:extLst>
                <a:ext uri="{FF2B5EF4-FFF2-40B4-BE49-F238E27FC236}">
                  <a16:creationId xmlns:a16="http://schemas.microsoft.com/office/drawing/2014/main" id="{C6029694-9124-466E-B5BE-ABDFA2A28E0F}"/>
                </a:ext>
              </a:extLst>
            </p:cNvPr>
            <p:cNvSpPr>
              <a:spLocks noChangeArrowheads="1"/>
            </p:cNvSpPr>
            <p:nvPr/>
          </p:nvSpPr>
          <p:spPr bwMode="auto">
            <a:xfrm>
              <a:off x="3379788"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56" name="Rectangle 33">
              <a:extLst>
                <a:ext uri="{FF2B5EF4-FFF2-40B4-BE49-F238E27FC236}">
                  <a16:creationId xmlns:a16="http://schemas.microsoft.com/office/drawing/2014/main" id="{0FC9C25B-CCF8-4790-A481-FA7E2D45D334}"/>
                </a:ext>
              </a:extLst>
            </p:cNvPr>
            <p:cNvSpPr>
              <a:spLocks noChangeArrowheads="1"/>
            </p:cNvSpPr>
            <p:nvPr/>
          </p:nvSpPr>
          <p:spPr bwMode="auto">
            <a:xfrm>
              <a:off x="3813175" y="209867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57" name="Rectangle 34">
              <a:extLst>
                <a:ext uri="{FF2B5EF4-FFF2-40B4-BE49-F238E27FC236}">
                  <a16:creationId xmlns:a16="http://schemas.microsoft.com/office/drawing/2014/main" id="{559C862D-2C80-4822-B6C1-5F48A54415B1}"/>
                </a:ext>
              </a:extLst>
            </p:cNvPr>
            <p:cNvSpPr>
              <a:spLocks noChangeArrowheads="1"/>
            </p:cNvSpPr>
            <p:nvPr/>
          </p:nvSpPr>
          <p:spPr bwMode="auto">
            <a:xfrm>
              <a:off x="3959225"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58" name="Rectangle 35">
              <a:extLst>
                <a:ext uri="{FF2B5EF4-FFF2-40B4-BE49-F238E27FC236}">
                  <a16:creationId xmlns:a16="http://schemas.microsoft.com/office/drawing/2014/main" id="{9595D45A-88EB-472A-ABBA-40BE0DC170EC}"/>
                </a:ext>
              </a:extLst>
            </p:cNvPr>
            <p:cNvSpPr>
              <a:spLocks noChangeArrowheads="1"/>
            </p:cNvSpPr>
            <p:nvPr/>
          </p:nvSpPr>
          <p:spPr bwMode="auto">
            <a:xfrm>
              <a:off x="4075113" y="209867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59" name="Rectangle 36">
              <a:extLst>
                <a:ext uri="{FF2B5EF4-FFF2-40B4-BE49-F238E27FC236}">
                  <a16:creationId xmlns:a16="http://schemas.microsoft.com/office/drawing/2014/main" id="{AB95786D-52D9-4921-959D-743CCF7458B2}"/>
                </a:ext>
              </a:extLst>
            </p:cNvPr>
            <p:cNvSpPr>
              <a:spLocks noChangeArrowheads="1"/>
            </p:cNvSpPr>
            <p:nvPr/>
          </p:nvSpPr>
          <p:spPr bwMode="auto">
            <a:xfrm>
              <a:off x="4222750"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60" name="Rectangle 37">
              <a:extLst>
                <a:ext uri="{FF2B5EF4-FFF2-40B4-BE49-F238E27FC236}">
                  <a16:creationId xmlns:a16="http://schemas.microsoft.com/office/drawing/2014/main" id="{85EF8104-39C7-4CF3-95F8-1FD6F2E156D9}"/>
                </a:ext>
              </a:extLst>
            </p:cNvPr>
            <p:cNvSpPr>
              <a:spLocks noChangeArrowheads="1"/>
            </p:cNvSpPr>
            <p:nvPr/>
          </p:nvSpPr>
          <p:spPr bwMode="auto">
            <a:xfrm>
              <a:off x="4333875" y="209867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61" name="Rectangle 38">
              <a:extLst>
                <a:ext uri="{FF2B5EF4-FFF2-40B4-BE49-F238E27FC236}">
                  <a16:creationId xmlns:a16="http://schemas.microsoft.com/office/drawing/2014/main" id="{AFAF95B8-DF6F-437A-8F79-D99A2A7DA010}"/>
                </a:ext>
              </a:extLst>
            </p:cNvPr>
            <p:cNvSpPr>
              <a:spLocks noChangeArrowheads="1"/>
            </p:cNvSpPr>
            <p:nvPr/>
          </p:nvSpPr>
          <p:spPr bwMode="auto">
            <a:xfrm>
              <a:off x="4481513"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62" name="Rectangle 39">
              <a:extLst>
                <a:ext uri="{FF2B5EF4-FFF2-40B4-BE49-F238E27FC236}">
                  <a16:creationId xmlns:a16="http://schemas.microsoft.com/office/drawing/2014/main" id="{BD4CE4AF-E804-4968-BF31-8F242471F76F}"/>
                </a:ext>
              </a:extLst>
            </p:cNvPr>
            <p:cNvSpPr>
              <a:spLocks noChangeArrowheads="1"/>
            </p:cNvSpPr>
            <p:nvPr/>
          </p:nvSpPr>
          <p:spPr bwMode="auto">
            <a:xfrm>
              <a:off x="4899025" y="209867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63" name="Rectangle 40">
              <a:extLst>
                <a:ext uri="{FF2B5EF4-FFF2-40B4-BE49-F238E27FC236}">
                  <a16:creationId xmlns:a16="http://schemas.microsoft.com/office/drawing/2014/main" id="{ADBC55A5-D96B-4DF0-AF62-51FCF8587E0F}"/>
                </a:ext>
              </a:extLst>
            </p:cNvPr>
            <p:cNvSpPr>
              <a:spLocks noChangeArrowheads="1"/>
            </p:cNvSpPr>
            <p:nvPr/>
          </p:nvSpPr>
          <p:spPr bwMode="auto">
            <a:xfrm>
              <a:off x="5045075"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64" name="Rectangle 41">
              <a:extLst>
                <a:ext uri="{FF2B5EF4-FFF2-40B4-BE49-F238E27FC236}">
                  <a16:creationId xmlns:a16="http://schemas.microsoft.com/office/drawing/2014/main" id="{9E1B67F8-D9A7-4E01-8890-240C617566A4}"/>
                </a:ext>
              </a:extLst>
            </p:cNvPr>
            <p:cNvSpPr>
              <a:spLocks noChangeArrowheads="1"/>
            </p:cNvSpPr>
            <p:nvPr/>
          </p:nvSpPr>
          <p:spPr bwMode="auto">
            <a:xfrm>
              <a:off x="5157788" y="209867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65" name="Rectangle 42">
              <a:extLst>
                <a:ext uri="{FF2B5EF4-FFF2-40B4-BE49-F238E27FC236}">
                  <a16:creationId xmlns:a16="http://schemas.microsoft.com/office/drawing/2014/main" id="{BAA1987C-C2FD-4FE9-B53E-77BBE89787B9}"/>
                </a:ext>
              </a:extLst>
            </p:cNvPr>
            <p:cNvSpPr>
              <a:spLocks noChangeArrowheads="1"/>
            </p:cNvSpPr>
            <p:nvPr/>
          </p:nvSpPr>
          <p:spPr bwMode="auto">
            <a:xfrm>
              <a:off x="5305425"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66" name="Rectangle 43">
              <a:extLst>
                <a:ext uri="{FF2B5EF4-FFF2-40B4-BE49-F238E27FC236}">
                  <a16:creationId xmlns:a16="http://schemas.microsoft.com/office/drawing/2014/main" id="{3638C538-2D29-415B-B9B9-570D243843EF}"/>
                </a:ext>
              </a:extLst>
            </p:cNvPr>
            <p:cNvSpPr>
              <a:spLocks noChangeArrowheads="1"/>
            </p:cNvSpPr>
            <p:nvPr/>
          </p:nvSpPr>
          <p:spPr bwMode="auto">
            <a:xfrm>
              <a:off x="5421313" y="209867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67" name="Rectangle 44">
              <a:extLst>
                <a:ext uri="{FF2B5EF4-FFF2-40B4-BE49-F238E27FC236}">
                  <a16:creationId xmlns:a16="http://schemas.microsoft.com/office/drawing/2014/main" id="{52CD75C4-A14C-4DAA-A986-E87202754AA9}"/>
                </a:ext>
              </a:extLst>
            </p:cNvPr>
            <p:cNvSpPr>
              <a:spLocks noChangeArrowheads="1"/>
            </p:cNvSpPr>
            <p:nvPr/>
          </p:nvSpPr>
          <p:spPr bwMode="auto">
            <a:xfrm>
              <a:off x="5829300"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68" name="Rectangle 45">
              <a:extLst>
                <a:ext uri="{FF2B5EF4-FFF2-40B4-BE49-F238E27FC236}">
                  <a16:creationId xmlns:a16="http://schemas.microsoft.com/office/drawing/2014/main" id="{C9614DB1-1812-4FCD-93C8-2D0329563750}"/>
                </a:ext>
              </a:extLst>
            </p:cNvPr>
            <p:cNvSpPr>
              <a:spLocks noChangeArrowheads="1"/>
            </p:cNvSpPr>
            <p:nvPr/>
          </p:nvSpPr>
          <p:spPr bwMode="auto">
            <a:xfrm>
              <a:off x="5567363"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69" name="Rectangle 46">
              <a:extLst>
                <a:ext uri="{FF2B5EF4-FFF2-40B4-BE49-F238E27FC236}">
                  <a16:creationId xmlns:a16="http://schemas.microsoft.com/office/drawing/2014/main" id="{C61631B1-0CA9-4628-A113-F4082D533C72}"/>
                </a:ext>
              </a:extLst>
            </p:cNvPr>
            <p:cNvSpPr>
              <a:spLocks noChangeArrowheads="1"/>
            </p:cNvSpPr>
            <p:nvPr/>
          </p:nvSpPr>
          <p:spPr bwMode="auto">
            <a:xfrm>
              <a:off x="5984875" y="1914525"/>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70" name="Rectangle 47">
              <a:extLst>
                <a:ext uri="{FF2B5EF4-FFF2-40B4-BE49-F238E27FC236}">
                  <a16:creationId xmlns:a16="http://schemas.microsoft.com/office/drawing/2014/main" id="{6F357CA9-F9BF-4A4E-9D79-59223165683F}"/>
                </a:ext>
              </a:extLst>
            </p:cNvPr>
            <p:cNvSpPr>
              <a:spLocks noChangeArrowheads="1"/>
            </p:cNvSpPr>
            <p:nvPr/>
          </p:nvSpPr>
          <p:spPr bwMode="auto">
            <a:xfrm>
              <a:off x="6102350"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71" name="Rectangle 48">
              <a:extLst>
                <a:ext uri="{FF2B5EF4-FFF2-40B4-BE49-F238E27FC236}">
                  <a16:creationId xmlns:a16="http://schemas.microsoft.com/office/drawing/2014/main" id="{429CC749-F8E5-46DE-9788-44AD9AA79AEF}"/>
                </a:ext>
              </a:extLst>
            </p:cNvPr>
            <p:cNvSpPr>
              <a:spLocks noChangeArrowheads="1"/>
            </p:cNvSpPr>
            <p:nvPr/>
          </p:nvSpPr>
          <p:spPr bwMode="auto">
            <a:xfrm>
              <a:off x="6216650" y="1914525"/>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72" name="Rectangle 49">
              <a:extLst>
                <a:ext uri="{FF2B5EF4-FFF2-40B4-BE49-F238E27FC236}">
                  <a16:creationId xmlns:a16="http://schemas.microsoft.com/office/drawing/2014/main" id="{3AC64F02-0159-42C5-B624-3C3C514A7284}"/>
                </a:ext>
              </a:extLst>
            </p:cNvPr>
            <p:cNvSpPr>
              <a:spLocks noChangeArrowheads="1"/>
            </p:cNvSpPr>
            <p:nvPr/>
          </p:nvSpPr>
          <p:spPr bwMode="auto">
            <a:xfrm>
              <a:off x="6335713"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73" name="Rectangle 50">
              <a:extLst>
                <a:ext uri="{FF2B5EF4-FFF2-40B4-BE49-F238E27FC236}">
                  <a16:creationId xmlns:a16="http://schemas.microsoft.com/office/drawing/2014/main" id="{EEF1BF2E-5E04-447F-977E-4110FE3900D8}"/>
                </a:ext>
              </a:extLst>
            </p:cNvPr>
            <p:cNvSpPr>
              <a:spLocks noChangeArrowheads="1"/>
            </p:cNvSpPr>
            <p:nvPr/>
          </p:nvSpPr>
          <p:spPr bwMode="auto">
            <a:xfrm>
              <a:off x="6448425" y="1914525"/>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74" name="Rectangle 51">
              <a:extLst>
                <a:ext uri="{FF2B5EF4-FFF2-40B4-BE49-F238E27FC236}">
                  <a16:creationId xmlns:a16="http://schemas.microsoft.com/office/drawing/2014/main" id="{7065632D-6701-40EA-AA7F-3A9CCD06037D}"/>
                </a:ext>
              </a:extLst>
            </p:cNvPr>
            <p:cNvSpPr>
              <a:spLocks noChangeArrowheads="1"/>
            </p:cNvSpPr>
            <p:nvPr/>
          </p:nvSpPr>
          <p:spPr bwMode="auto">
            <a:xfrm>
              <a:off x="6819900"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75" name="Rectangle 52">
              <a:extLst>
                <a:ext uri="{FF2B5EF4-FFF2-40B4-BE49-F238E27FC236}">
                  <a16:creationId xmlns:a16="http://schemas.microsoft.com/office/drawing/2014/main" id="{ED212191-9750-4B7A-86CE-AE7214319CCD}"/>
                </a:ext>
              </a:extLst>
            </p:cNvPr>
            <p:cNvSpPr>
              <a:spLocks noChangeArrowheads="1"/>
            </p:cNvSpPr>
            <p:nvPr/>
          </p:nvSpPr>
          <p:spPr bwMode="auto">
            <a:xfrm>
              <a:off x="2600325" y="2452688"/>
              <a:ext cx="422275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76" name="Rectangle 53">
              <a:extLst>
                <a:ext uri="{FF2B5EF4-FFF2-40B4-BE49-F238E27FC236}">
                  <a16:creationId xmlns:a16="http://schemas.microsoft.com/office/drawing/2014/main" id="{D308448E-F752-4A1A-ABDF-B3B8FBDEA1B3}"/>
                </a:ext>
              </a:extLst>
            </p:cNvPr>
            <p:cNvSpPr>
              <a:spLocks noChangeArrowheads="1"/>
            </p:cNvSpPr>
            <p:nvPr/>
          </p:nvSpPr>
          <p:spPr bwMode="auto">
            <a:xfrm>
              <a:off x="6567488"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77" name="Rectangle 54">
              <a:extLst>
                <a:ext uri="{FF2B5EF4-FFF2-40B4-BE49-F238E27FC236}">
                  <a16:creationId xmlns:a16="http://schemas.microsoft.com/office/drawing/2014/main" id="{F7EAF1F3-B1DE-493D-AEA9-B62776EAEDB3}"/>
                </a:ext>
              </a:extLst>
            </p:cNvPr>
            <p:cNvSpPr>
              <a:spLocks noChangeArrowheads="1"/>
            </p:cNvSpPr>
            <p:nvPr/>
          </p:nvSpPr>
          <p:spPr bwMode="auto">
            <a:xfrm>
              <a:off x="2600325"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78" name="Rectangle 55">
              <a:extLst>
                <a:ext uri="{FF2B5EF4-FFF2-40B4-BE49-F238E27FC236}">
                  <a16:creationId xmlns:a16="http://schemas.microsoft.com/office/drawing/2014/main" id="{4786EFAD-D9C9-4C36-87A7-887B648ADF8B}"/>
                </a:ext>
              </a:extLst>
            </p:cNvPr>
            <p:cNvSpPr>
              <a:spLocks noChangeArrowheads="1"/>
            </p:cNvSpPr>
            <p:nvPr/>
          </p:nvSpPr>
          <p:spPr bwMode="auto">
            <a:xfrm>
              <a:off x="2274888" y="254635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79" name="Rectangle 56">
              <a:extLst>
                <a:ext uri="{FF2B5EF4-FFF2-40B4-BE49-F238E27FC236}">
                  <a16:creationId xmlns:a16="http://schemas.microsoft.com/office/drawing/2014/main" id="{6839010A-7AAE-4FEF-BCC2-0B811053C5DA}"/>
                </a:ext>
              </a:extLst>
            </p:cNvPr>
            <p:cNvSpPr>
              <a:spLocks noChangeArrowheads="1"/>
            </p:cNvSpPr>
            <p:nvPr/>
          </p:nvSpPr>
          <p:spPr bwMode="auto">
            <a:xfrm>
              <a:off x="3668713"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80" name="Rectangle 57">
              <a:extLst>
                <a:ext uri="{FF2B5EF4-FFF2-40B4-BE49-F238E27FC236}">
                  <a16:creationId xmlns:a16="http://schemas.microsoft.com/office/drawing/2014/main" id="{C37AA99D-C5E0-4DE5-BE5D-D2C7FE46C02C}"/>
                </a:ext>
              </a:extLst>
            </p:cNvPr>
            <p:cNvSpPr>
              <a:spLocks noChangeArrowheads="1"/>
            </p:cNvSpPr>
            <p:nvPr/>
          </p:nvSpPr>
          <p:spPr bwMode="auto">
            <a:xfrm>
              <a:off x="2946400"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81" name="Rectangle 58">
              <a:extLst>
                <a:ext uri="{FF2B5EF4-FFF2-40B4-BE49-F238E27FC236}">
                  <a16:creationId xmlns:a16="http://schemas.microsoft.com/office/drawing/2014/main" id="{7A7A6CAE-FBE2-4A6F-B11D-B242FD5B10CB}"/>
                </a:ext>
              </a:extLst>
            </p:cNvPr>
            <p:cNvSpPr>
              <a:spLocks noChangeArrowheads="1"/>
            </p:cNvSpPr>
            <p:nvPr/>
          </p:nvSpPr>
          <p:spPr bwMode="auto">
            <a:xfrm>
              <a:off x="4010025"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82" name="Rectangle 59">
              <a:extLst>
                <a:ext uri="{FF2B5EF4-FFF2-40B4-BE49-F238E27FC236}">
                  <a16:creationId xmlns:a16="http://schemas.microsoft.com/office/drawing/2014/main" id="{7ECAB47E-39D0-402E-BE71-2E59A6C52876}"/>
                </a:ext>
              </a:extLst>
            </p:cNvPr>
            <p:cNvSpPr>
              <a:spLocks noChangeArrowheads="1"/>
            </p:cNvSpPr>
            <p:nvPr/>
          </p:nvSpPr>
          <p:spPr bwMode="auto">
            <a:xfrm>
              <a:off x="5829300"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83" name="Rectangle 60">
              <a:extLst>
                <a:ext uri="{FF2B5EF4-FFF2-40B4-BE49-F238E27FC236}">
                  <a16:creationId xmlns:a16="http://schemas.microsoft.com/office/drawing/2014/main" id="{75E8160A-3599-42EC-B95E-C07BFBC2E13F}"/>
                </a:ext>
              </a:extLst>
            </p:cNvPr>
            <p:cNvSpPr>
              <a:spLocks noChangeArrowheads="1"/>
            </p:cNvSpPr>
            <p:nvPr/>
          </p:nvSpPr>
          <p:spPr bwMode="auto">
            <a:xfrm>
              <a:off x="5091113"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84" name="Rectangle 61">
              <a:extLst>
                <a:ext uri="{FF2B5EF4-FFF2-40B4-BE49-F238E27FC236}">
                  <a16:creationId xmlns:a16="http://schemas.microsoft.com/office/drawing/2014/main" id="{8D724633-EF17-4CDA-9932-61B23843758B}"/>
                </a:ext>
              </a:extLst>
            </p:cNvPr>
            <p:cNvSpPr>
              <a:spLocks noChangeArrowheads="1"/>
            </p:cNvSpPr>
            <p:nvPr/>
          </p:nvSpPr>
          <p:spPr bwMode="auto">
            <a:xfrm>
              <a:off x="6819900"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85" name="Rectangle 62">
              <a:extLst>
                <a:ext uri="{FF2B5EF4-FFF2-40B4-BE49-F238E27FC236}">
                  <a16:creationId xmlns:a16="http://schemas.microsoft.com/office/drawing/2014/main" id="{23FE0A7A-5736-4998-9DB0-BCD6CCF7BBF4}"/>
                </a:ext>
              </a:extLst>
            </p:cNvPr>
            <p:cNvSpPr>
              <a:spLocks noChangeArrowheads="1"/>
            </p:cNvSpPr>
            <p:nvPr/>
          </p:nvSpPr>
          <p:spPr bwMode="auto">
            <a:xfrm>
              <a:off x="6126163"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86" name="Rectangle 63">
              <a:extLst>
                <a:ext uri="{FF2B5EF4-FFF2-40B4-BE49-F238E27FC236}">
                  <a16:creationId xmlns:a16="http://schemas.microsoft.com/office/drawing/2014/main" id="{2D828CD4-F6AA-45EC-8256-0734E59FA9F8}"/>
                </a:ext>
              </a:extLst>
            </p:cNvPr>
            <p:cNvSpPr>
              <a:spLocks noChangeArrowheads="1"/>
            </p:cNvSpPr>
            <p:nvPr/>
          </p:nvSpPr>
          <p:spPr bwMode="auto">
            <a:xfrm>
              <a:off x="2600325"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87" name="Rectangle 64">
              <a:extLst>
                <a:ext uri="{FF2B5EF4-FFF2-40B4-BE49-F238E27FC236}">
                  <a16:creationId xmlns:a16="http://schemas.microsoft.com/office/drawing/2014/main" id="{54309958-3D45-41A6-93A7-C3C9698769B8}"/>
                </a:ext>
              </a:extLst>
            </p:cNvPr>
            <p:cNvSpPr>
              <a:spLocks noChangeArrowheads="1"/>
            </p:cNvSpPr>
            <p:nvPr/>
          </p:nvSpPr>
          <p:spPr bwMode="auto">
            <a:xfrm>
              <a:off x="2274888" y="2851150"/>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88" name="Rectangle 65">
              <a:extLst>
                <a:ext uri="{FF2B5EF4-FFF2-40B4-BE49-F238E27FC236}">
                  <a16:creationId xmlns:a16="http://schemas.microsoft.com/office/drawing/2014/main" id="{0C3BCEAA-3BA0-4D21-A48C-2DB352E80703}"/>
                </a:ext>
              </a:extLst>
            </p:cNvPr>
            <p:cNvSpPr>
              <a:spLocks noChangeArrowheads="1"/>
            </p:cNvSpPr>
            <p:nvPr/>
          </p:nvSpPr>
          <p:spPr bwMode="auto">
            <a:xfrm>
              <a:off x="3668713"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89" name="Rectangle 66">
              <a:extLst>
                <a:ext uri="{FF2B5EF4-FFF2-40B4-BE49-F238E27FC236}">
                  <a16:creationId xmlns:a16="http://schemas.microsoft.com/office/drawing/2014/main" id="{25663C9C-6A11-4B4E-A412-822752068D67}"/>
                </a:ext>
              </a:extLst>
            </p:cNvPr>
            <p:cNvSpPr>
              <a:spLocks noChangeArrowheads="1"/>
            </p:cNvSpPr>
            <p:nvPr/>
          </p:nvSpPr>
          <p:spPr bwMode="auto">
            <a:xfrm>
              <a:off x="2947988"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90" name="Rectangle 67">
              <a:extLst>
                <a:ext uri="{FF2B5EF4-FFF2-40B4-BE49-F238E27FC236}">
                  <a16:creationId xmlns:a16="http://schemas.microsoft.com/office/drawing/2014/main" id="{10EB2697-31EE-4B71-AEC2-98A7F539F4D7}"/>
                </a:ext>
              </a:extLst>
            </p:cNvPr>
            <p:cNvSpPr>
              <a:spLocks noChangeArrowheads="1"/>
            </p:cNvSpPr>
            <p:nvPr/>
          </p:nvSpPr>
          <p:spPr bwMode="auto">
            <a:xfrm>
              <a:off x="4011613"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91" name="Rectangle 68">
              <a:extLst>
                <a:ext uri="{FF2B5EF4-FFF2-40B4-BE49-F238E27FC236}">
                  <a16:creationId xmlns:a16="http://schemas.microsoft.com/office/drawing/2014/main" id="{84CEC4DD-76F8-49C5-A4D8-6D132F0B5918}"/>
                </a:ext>
              </a:extLst>
            </p:cNvPr>
            <p:cNvSpPr>
              <a:spLocks noChangeArrowheads="1"/>
            </p:cNvSpPr>
            <p:nvPr/>
          </p:nvSpPr>
          <p:spPr bwMode="auto">
            <a:xfrm>
              <a:off x="5829300"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92" name="Rectangle 69">
              <a:extLst>
                <a:ext uri="{FF2B5EF4-FFF2-40B4-BE49-F238E27FC236}">
                  <a16:creationId xmlns:a16="http://schemas.microsoft.com/office/drawing/2014/main" id="{42A13A33-67CF-46EF-B8D9-BFDB30C2454F}"/>
                </a:ext>
              </a:extLst>
            </p:cNvPr>
            <p:cNvSpPr>
              <a:spLocks noChangeArrowheads="1"/>
            </p:cNvSpPr>
            <p:nvPr/>
          </p:nvSpPr>
          <p:spPr bwMode="auto">
            <a:xfrm>
              <a:off x="5092700"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93" name="Rectangle 70">
              <a:extLst>
                <a:ext uri="{FF2B5EF4-FFF2-40B4-BE49-F238E27FC236}">
                  <a16:creationId xmlns:a16="http://schemas.microsoft.com/office/drawing/2014/main" id="{A6B15ECC-ADA6-4567-A55D-BF9494349B90}"/>
                </a:ext>
              </a:extLst>
            </p:cNvPr>
            <p:cNvSpPr>
              <a:spLocks noChangeArrowheads="1"/>
            </p:cNvSpPr>
            <p:nvPr/>
          </p:nvSpPr>
          <p:spPr bwMode="auto">
            <a:xfrm>
              <a:off x="6819900"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94" name="Rectangle 71">
              <a:extLst>
                <a:ext uri="{FF2B5EF4-FFF2-40B4-BE49-F238E27FC236}">
                  <a16:creationId xmlns:a16="http://schemas.microsoft.com/office/drawing/2014/main" id="{F36B7E82-6ECA-4C9E-9C40-0E9457296E33}"/>
                </a:ext>
              </a:extLst>
            </p:cNvPr>
            <p:cNvSpPr>
              <a:spLocks noChangeArrowheads="1"/>
            </p:cNvSpPr>
            <p:nvPr/>
          </p:nvSpPr>
          <p:spPr bwMode="auto">
            <a:xfrm>
              <a:off x="6127750"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95" name="Rectangle 72">
              <a:extLst>
                <a:ext uri="{FF2B5EF4-FFF2-40B4-BE49-F238E27FC236}">
                  <a16:creationId xmlns:a16="http://schemas.microsoft.com/office/drawing/2014/main" id="{74D93878-171E-4581-9C02-E2086A59F297}"/>
                </a:ext>
              </a:extLst>
            </p:cNvPr>
            <p:cNvSpPr>
              <a:spLocks noChangeArrowheads="1"/>
            </p:cNvSpPr>
            <p:nvPr/>
          </p:nvSpPr>
          <p:spPr bwMode="auto">
            <a:xfrm>
              <a:off x="2600325"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96" name="Rectangle 73">
              <a:extLst>
                <a:ext uri="{FF2B5EF4-FFF2-40B4-BE49-F238E27FC236}">
                  <a16:creationId xmlns:a16="http://schemas.microsoft.com/office/drawing/2014/main" id="{73D913B1-F75B-485B-A49F-97E84FE619FE}"/>
                </a:ext>
              </a:extLst>
            </p:cNvPr>
            <p:cNvSpPr>
              <a:spLocks noChangeArrowheads="1"/>
            </p:cNvSpPr>
            <p:nvPr/>
          </p:nvSpPr>
          <p:spPr bwMode="auto">
            <a:xfrm>
              <a:off x="2274888" y="3152775"/>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97" name="Rectangle 74">
              <a:extLst>
                <a:ext uri="{FF2B5EF4-FFF2-40B4-BE49-F238E27FC236}">
                  <a16:creationId xmlns:a16="http://schemas.microsoft.com/office/drawing/2014/main" id="{C293F1FA-40DB-464B-812D-96D2EA4CE6C0}"/>
                </a:ext>
              </a:extLst>
            </p:cNvPr>
            <p:cNvSpPr>
              <a:spLocks noChangeArrowheads="1"/>
            </p:cNvSpPr>
            <p:nvPr/>
          </p:nvSpPr>
          <p:spPr bwMode="auto">
            <a:xfrm>
              <a:off x="3668713"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98" name="Rectangle 75">
              <a:extLst>
                <a:ext uri="{FF2B5EF4-FFF2-40B4-BE49-F238E27FC236}">
                  <a16:creationId xmlns:a16="http://schemas.microsoft.com/office/drawing/2014/main" id="{6078D40D-83F5-456B-957A-072FDE7CE3A6}"/>
                </a:ext>
              </a:extLst>
            </p:cNvPr>
            <p:cNvSpPr>
              <a:spLocks noChangeArrowheads="1"/>
            </p:cNvSpPr>
            <p:nvPr/>
          </p:nvSpPr>
          <p:spPr bwMode="auto">
            <a:xfrm>
              <a:off x="2947988"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99" name="Rectangle 76">
              <a:extLst>
                <a:ext uri="{FF2B5EF4-FFF2-40B4-BE49-F238E27FC236}">
                  <a16:creationId xmlns:a16="http://schemas.microsoft.com/office/drawing/2014/main" id="{F644A60C-F31E-4504-9608-A2626253A414}"/>
                </a:ext>
              </a:extLst>
            </p:cNvPr>
            <p:cNvSpPr>
              <a:spLocks noChangeArrowheads="1"/>
            </p:cNvSpPr>
            <p:nvPr/>
          </p:nvSpPr>
          <p:spPr bwMode="auto">
            <a:xfrm>
              <a:off x="4011613"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00" name="Rectangle 77">
              <a:extLst>
                <a:ext uri="{FF2B5EF4-FFF2-40B4-BE49-F238E27FC236}">
                  <a16:creationId xmlns:a16="http://schemas.microsoft.com/office/drawing/2014/main" id="{BDDE6552-8C80-449A-AE63-CCF71412DF91}"/>
                </a:ext>
              </a:extLst>
            </p:cNvPr>
            <p:cNvSpPr>
              <a:spLocks noChangeArrowheads="1"/>
            </p:cNvSpPr>
            <p:nvPr/>
          </p:nvSpPr>
          <p:spPr bwMode="auto">
            <a:xfrm>
              <a:off x="5829300"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01" name="Rectangle 78">
              <a:extLst>
                <a:ext uri="{FF2B5EF4-FFF2-40B4-BE49-F238E27FC236}">
                  <a16:creationId xmlns:a16="http://schemas.microsoft.com/office/drawing/2014/main" id="{E8DCDC9C-9127-4221-B90C-7AB46FFF1698}"/>
                </a:ext>
              </a:extLst>
            </p:cNvPr>
            <p:cNvSpPr>
              <a:spLocks noChangeArrowheads="1"/>
            </p:cNvSpPr>
            <p:nvPr/>
          </p:nvSpPr>
          <p:spPr bwMode="auto">
            <a:xfrm>
              <a:off x="5092700"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02" name="Rectangle 79">
              <a:extLst>
                <a:ext uri="{FF2B5EF4-FFF2-40B4-BE49-F238E27FC236}">
                  <a16:creationId xmlns:a16="http://schemas.microsoft.com/office/drawing/2014/main" id="{5A8B9354-88D5-4245-A00C-878994AC9884}"/>
                </a:ext>
              </a:extLst>
            </p:cNvPr>
            <p:cNvSpPr>
              <a:spLocks noChangeArrowheads="1"/>
            </p:cNvSpPr>
            <p:nvPr/>
          </p:nvSpPr>
          <p:spPr bwMode="auto">
            <a:xfrm>
              <a:off x="6819900"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03" name="Rectangle 80">
              <a:extLst>
                <a:ext uri="{FF2B5EF4-FFF2-40B4-BE49-F238E27FC236}">
                  <a16:creationId xmlns:a16="http://schemas.microsoft.com/office/drawing/2014/main" id="{C31D654D-5B5F-464D-B558-4BB124A2B139}"/>
                </a:ext>
              </a:extLst>
            </p:cNvPr>
            <p:cNvSpPr>
              <a:spLocks noChangeArrowheads="1"/>
            </p:cNvSpPr>
            <p:nvPr/>
          </p:nvSpPr>
          <p:spPr bwMode="auto">
            <a:xfrm>
              <a:off x="6127750"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04" name="Rectangle 81">
              <a:extLst>
                <a:ext uri="{FF2B5EF4-FFF2-40B4-BE49-F238E27FC236}">
                  <a16:creationId xmlns:a16="http://schemas.microsoft.com/office/drawing/2014/main" id="{D0346F84-4B33-4FF7-A53C-84323420DFCA}"/>
                </a:ext>
              </a:extLst>
            </p:cNvPr>
            <p:cNvSpPr>
              <a:spLocks noChangeArrowheads="1"/>
            </p:cNvSpPr>
            <p:nvPr/>
          </p:nvSpPr>
          <p:spPr bwMode="auto">
            <a:xfrm>
              <a:off x="2600325"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05" name="Rectangle 82">
              <a:extLst>
                <a:ext uri="{FF2B5EF4-FFF2-40B4-BE49-F238E27FC236}">
                  <a16:creationId xmlns:a16="http://schemas.microsoft.com/office/drawing/2014/main" id="{6DC0FB73-9D8F-4217-8070-CA4E5AA5B927}"/>
                </a:ext>
              </a:extLst>
            </p:cNvPr>
            <p:cNvSpPr>
              <a:spLocks noChangeArrowheads="1"/>
            </p:cNvSpPr>
            <p:nvPr/>
          </p:nvSpPr>
          <p:spPr bwMode="auto">
            <a:xfrm>
              <a:off x="2274888" y="345757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06" name="Rectangle 83">
              <a:extLst>
                <a:ext uri="{FF2B5EF4-FFF2-40B4-BE49-F238E27FC236}">
                  <a16:creationId xmlns:a16="http://schemas.microsoft.com/office/drawing/2014/main" id="{AEA54ACA-752F-45CC-B5CE-DFA3E724CBAE}"/>
                </a:ext>
              </a:extLst>
            </p:cNvPr>
            <p:cNvSpPr>
              <a:spLocks noChangeArrowheads="1"/>
            </p:cNvSpPr>
            <p:nvPr/>
          </p:nvSpPr>
          <p:spPr bwMode="auto">
            <a:xfrm>
              <a:off x="3668713"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07" name="Rectangle 84">
              <a:extLst>
                <a:ext uri="{FF2B5EF4-FFF2-40B4-BE49-F238E27FC236}">
                  <a16:creationId xmlns:a16="http://schemas.microsoft.com/office/drawing/2014/main" id="{763D29AE-77A1-4F80-996E-C27B84903CB9}"/>
                </a:ext>
              </a:extLst>
            </p:cNvPr>
            <p:cNvSpPr>
              <a:spLocks noChangeArrowheads="1"/>
            </p:cNvSpPr>
            <p:nvPr/>
          </p:nvSpPr>
          <p:spPr bwMode="auto">
            <a:xfrm>
              <a:off x="2946400"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08" name="Rectangle 85">
              <a:extLst>
                <a:ext uri="{FF2B5EF4-FFF2-40B4-BE49-F238E27FC236}">
                  <a16:creationId xmlns:a16="http://schemas.microsoft.com/office/drawing/2014/main" id="{9374D64E-831F-42B6-981C-6C89EC0AEB17}"/>
                </a:ext>
              </a:extLst>
            </p:cNvPr>
            <p:cNvSpPr>
              <a:spLocks noChangeArrowheads="1"/>
            </p:cNvSpPr>
            <p:nvPr/>
          </p:nvSpPr>
          <p:spPr bwMode="auto">
            <a:xfrm>
              <a:off x="4010025"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09" name="Rectangle 86">
              <a:extLst>
                <a:ext uri="{FF2B5EF4-FFF2-40B4-BE49-F238E27FC236}">
                  <a16:creationId xmlns:a16="http://schemas.microsoft.com/office/drawing/2014/main" id="{10A5FBF6-C1AA-452F-B587-F093356EA10E}"/>
                </a:ext>
              </a:extLst>
            </p:cNvPr>
            <p:cNvSpPr>
              <a:spLocks noChangeArrowheads="1"/>
            </p:cNvSpPr>
            <p:nvPr/>
          </p:nvSpPr>
          <p:spPr bwMode="auto">
            <a:xfrm>
              <a:off x="5829300"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10" name="Rectangle 87">
              <a:extLst>
                <a:ext uri="{FF2B5EF4-FFF2-40B4-BE49-F238E27FC236}">
                  <a16:creationId xmlns:a16="http://schemas.microsoft.com/office/drawing/2014/main" id="{199C557B-86FB-4261-B884-DB098C5DAE24}"/>
                </a:ext>
              </a:extLst>
            </p:cNvPr>
            <p:cNvSpPr>
              <a:spLocks noChangeArrowheads="1"/>
            </p:cNvSpPr>
            <p:nvPr/>
          </p:nvSpPr>
          <p:spPr bwMode="auto">
            <a:xfrm>
              <a:off x="5091113"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11" name="Rectangle 88">
              <a:extLst>
                <a:ext uri="{FF2B5EF4-FFF2-40B4-BE49-F238E27FC236}">
                  <a16:creationId xmlns:a16="http://schemas.microsoft.com/office/drawing/2014/main" id="{AA4A7712-411E-4EF2-AB1E-1BDB42268E25}"/>
                </a:ext>
              </a:extLst>
            </p:cNvPr>
            <p:cNvSpPr>
              <a:spLocks noChangeArrowheads="1"/>
            </p:cNvSpPr>
            <p:nvPr/>
          </p:nvSpPr>
          <p:spPr bwMode="auto">
            <a:xfrm>
              <a:off x="6819900"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12" name="Rectangle 89">
              <a:extLst>
                <a:ext uri="{FF2B5EF4-FFF2-40B4-BE49-F238E27FC236}">
                  <a16:creationId xmlns:a16="http://schemas.microsoft.com/office/drawing/2014/main" id="{CC8A9060-2BEC-4474-99E0-02039D5D7889}"/>
                </a:ext>
              </a:extLst>
            </p:cNvPr>
            <p:cNvSpPr>
              <a:spLocks noChangeArrowheads="1"/>
            </p:cNvSpPr>
            <p:nvPr/>
          </p:nvSpPr>
          <p:spPr bwMode="auto">
            <a:xfrm>
              <a:off x="6126163"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13" name="Rectangle 90">
              <a:extLst>
                <a:ext uri="{FF2B5EF4-FFF2-40B4-BE49-F238E27FC236}">
                  <a16:creationId xmlns:a16="http://schemas.microsoft.com/office/drawing/2014/main" id="{8F7B5CF4-CF68-4CAA-A260-41DBC3FFA8F7}"/>
                </a:ext>
              </a:extLst>
            </p:cNvPr>
            <p:cNvSpPr>
              <a:spLocks noChangeArrowheads="1"/>
            </p:cNvSpPr>
            <p:nvPr/>
          </p:nvSpPr>
          <p:spPr bwMode="auto">
            <a:xfrm>
              <a:off x="2600325"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14" name="Rectangle 91">
              <a:extLst>
                <a:ext uri="{FF2B5EF4-FFF2-40B4-BE49-F238E27FC236}">
                  <a16:creationId xmlns:a16="http://schemas.microsoft.com/office/drawing/2014/main" id="{EB57FB30-351F-44DB-A72B-17DC9DA98748}"/>
                </a:ext>
              </a:extLst>
            </p:cNvPr>
            <p:cNvSpPr>
              <a:spLocks noChangeArrowheads="1"/>
            </p:cNvSpPr>
            <p:nvPr/>
          </p:nvSpPr>
          <p:spPr bwMode="auto">
            <a:xfrm>
              <a:off x="2274888" y="3762375"/>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15" name="Rectangle 92">
              <a:extLst>
                <a:ext uri="{FF2B5EF4-FFF2-40B4-BE49-F238E27FC236}">
                  <a16:creationId xmlns:a16="http://schemas.microsoft.com/office/drawing/2014/main" id="{B020E4F3-C385-4F99-9A0C-18329B369C81}"/>
                </a:ext>
              </a:extLst>
            </p:cNvPr>
            <p:cNvSpPr>
              <a:spLocks noChangeArrowheads="1"/>
            </p:cNvSpPr>
            <p:nvPr/>
          </p:nvSpPr>
          <p:spPr bwMode="auto">
            <a:xfrm>
              <a:off x="3668713"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16" name="Rectangle 93">
              <a:extLst>
                <a:ext uri="{FF2B5EF4-FFF2-40B4-BE49-F238E27FC236}">
                  <a16:creationId xmlns:a16="http://schemas.microsoft.com/office/drawing/2014/main" id="{573C9955-28D1-4318-A844-B52A5D4F6E75}"/>
                </a:ext>
              </a:extLst>
            </p:cNvPr>
            <p:cNvSpPr>
              <a:spLocks noChangeArrowheads="1"/>
            </p:cNvSpPr>
            <p:nvPr/>
          </p:nvSpPr>
          <p:spPr bwMode="auto">
            <a:xfrm>
              <a:off x="2946400"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17" name="Rectangle 94">
              <a:extLst>
                <a:ext uri="{FF2B5EF4-FFF2-40B4-BE49-F238E27FC236}">
                  <a16:creationId xmlns:a16="http://schemas.microsoft.com/office/drawing/2014/main" id="{CF2C3677-861B-452F-95D4-43FC991120C1}"/>
                </a:ext>
              </a:extLst>
            </p:cNvPr>
            <p:cNvSpPr>
              <a:spLocks noChangeArrowheads="1"/>
            </p:cNvSpPr>
            <p:nvPr/>
          </p:nvSpPr>
          <p:spPr bwMode="auto">
            <a:xfrm>
              <a:off x="4008438"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18" name="Rectangle 95">
              <a:extLst>
                <a:ext uri="{FF2B5EF4-FFF2-40B4-BE49-F238E27FC236}">
                  <a16:creationId xmlns:a16="http://schemas.microsoft.com/office/drawing/2014/main" id="{401A25A9-D4D5-41D8-9817-33DF4FE80B25}"/>
                </a:ext>
              </a:extLst>
            </p:cNvPr>
            <p:cNvSpPr>
              <a:spLocks noChangeArrowheads="1"/>
            </p:cNvSpPr>
            <p:nvPr/>
          </p:nvSpPr>
          <p:spPr bwMode="auto">
            <a:xfrm>
              <a:off x="5829300"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19" name="Rectangle 96">
              <a:extLst>
                <a:ext uri="{FF2B5EF4-FFF2-40B4-BE49-F238E27FC236}">
                  <a16:creationId xmlns:a16="http://schemas.microsoft.com/office/drawing/2014/main" id="{DA1A9B41-83D8-4821-8262-500F7254E0DD}"/>
                </a:ext>
              </a:extLst>
            </p:cNvPr>
            <p:cNvSpPr>
              <a:spLocks noChangeArrowheads="1"/>
            </p:cNvSpPr>
            <p:nvPr/>
          </p:nvSpPr>
          <p:spPr bwMode="auto">
            <a:xfrm>
              <a:off x="5089525"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20" name="Rectangle 97">
              <a:extLst>
                <a:ext uri="{FF2B5EF4-FFF2-40B4-BE49-F238E27FC236}">
                  <a16:creationId xmlns:a16="http://schemas.microsoft.com/office/drawing/2014/main" id="{511B5A7B-9582-4507-A5EC-3EA6E1E6D1D7}"/>
                </a:ext>
              </a:extLst>
            </p:cNvPr>
            <p:cNvSpPr>
              <a:spLocks noChangeArrowheads="1"/>
            </p:cNvSpPr>
            <p:nvPr/>
          </p:nvSpPr>
          <p:spPr bwMode="auto">
            <a:xfrm>
              <a:off x="6819900"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21" name="Rectangle 98">
              <a:extLst>
                <a:ext uri="{FF2B5EF4-FFF2-40B4-BE49-F238E27FC236}">
                  <a16:creationId xmlns:a16="http://schemas.microsoft.com/office/drawing/2014/main" id="{BACF838D-A043-433A-8CED-5E9A22C72822}"/>
                </a:ext>
              </a:extLst>
            </p:cNvPr>
            <p:cNvSpPr>
              <a:spLocks noChangeArrowheads="1"/>
            </p:cNvSpPr>
            <p:nvPr/>
          </p:nvSpPr>
          <p:spPr bwMode="auto">
            <a:xfrm>
              <a:off x="6126163"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22" name="Rectangle 99">
              <a:extLst>
                <a:ext uri="{FF2B5EF4-FFF2-40B4-BE49-F238E27FC236}">
                  <a16:creationId xmlns:a16="http://schemas.microsoft.com/office/drawing/2014/main" id="{7ACDC67A-9E09-441F-83EB-5936F5F2C59A}"/>
                </a:ext>
              </a:extLst>
            </p:cNvPr>
            <p:cNvSpPr>
              <a:spLocks noChangeArrowheads="1"/>
            </p:cNvSpPr>
            <p:nvPr/>
          </p:nvSpPr>
          <p:spPr bwMode="auto">
            <a:xfrm>
              <a:off x="2600325"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23" name="Rectangle 100">
              <a:extLst>
                <a:ext uri="{FF2B5EF4-FFF2-40B4-BE49-F238E27FC236}">
                  <a16:creationId xmlns:a16="http://schemas.microsoft.com/office/drawing/2014/main" id="{21DBD529-31B9-4C36-AC27-396D659DC549}"/>
                </a:ext>
              </a:extLst>
            </p:cNvPr>
            <p:cNvSpPr>
              <a:spLocks noChangeArrowheads="1"/>
            </p:cNvSpPr>
            <p:nvPr/>
          </p:nvSpPr>
          <p:spPr bwMode="auto">
            <a:xfrm>
              <a:off x="2274888" y="4064000"/>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24" name="Rectangle 101">
              <a:extLst>
                <a:ext uri="{FF2B5EF4-FFF2-40B4-BE49-F238E27FC236}">
                  <a16:creationId xmlns:a16="http://schemas.microsoft.com/office/drawing/2014/main" id="{F032494C-6F3A-4F51-B68B-0886EBA16AB1}"/>
                </a:ext>
              </a:extLst>
            </p:cNvPr>
            <p:cNvSpPr>
              <a:spLocks noChangeArrowheads="1"/>
            </p:cNvSpPr>
            <p:nvPr/>
          </p:nvSpPr>
          <p:spPr bwMode="auto">
            <a:xfrm>
              <a:off x="3668713"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25" name="Rectangle 102">
              <a:extLst>
                <a:ext uri="{FF2B5EF4-FFF2-40B4-BE49-F238E27FC236}">
                  <a16:creationId xmlns:a16="http://schemas.microsoft.com/office/drawing/2014/main" id="{DBE990BA-240A-4BA2-80F2-EAE4ED46197C}"/>
                </a:ext>
              </a:extLst>
            </p:cNvPr>
            <p:cNvSpPr>
              <a:spLocks noChangeArrowheads="1"/>
            </p:cNvSpPr>
            <p:nvPr/>
          </p:nvSpPr>
          <p:spPr bwMode="auto">
            <a:xfrm>
              <a:off x="2947988"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26" name="Rectangle 103">
              <a:extLst>
                <a:ext uri="{FF2B5EF4-FFF2-40B4-BE49-F238E27FC236}">
                  <a16:creationId xmlns:a16="http://schemas.microsoft.com/office/drawing/2014/main" id="{74F039A5-5212-4A7B-B5D5-3446BFFEE70F}"/>
                </a:ext>
              </a:extLst>
            </p:cNvPr>
            <p:cNvSpPr>
              <a:spLocks noChangeArrowheads="1"/>
            </p:cNvSpPr>
            <p:nvPr/>
          </p:nvSpPr>
          <p:spPr bwMode="auto">
            <a:xfrm>
              <a:off x="4010025"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27" name="Rectangle 104">
              <a:extLst>
                <a:ext uri="{FF2B5EF4-FFF2-40B4-BE49-F238E27FC236}">
                  <a16:creationId xmlns:a16="http://schemas.microsoft.com/office/drawing/2014/main" id="{FF522717-15D4-4A7A-B4A9-D362E13C2130}"/>
                </a:ext>
              </a:extLst>
            </p:cNvPr>
            <p:cNvSpPr>
              <a:spLocks noChangeArrowheads="1"/>
            </p:cNvSpPr>
            <p:nvPr/>
          </p:nvSpPr>
          <p:spPr bwMode="auto">
            <a:xfrm>
              <a:off x="5829300"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28" name="Rectangle 105">
              <a:extLst>
                <a:ext uri="{FF2B5EF4-FFF2-40B4-BE49-F238E27FC236}">
                  <a16:creationId xmlns:a16="http://schemas.microsoft.com/office/drawing/2014/main" id="{0700FD0A-9BFE-48A8-BB4A-42DF1D1D8913}"/>
                </a:ext>
              </a:extLst>
            </p:cNvPr>
            <p:cNvSpPr>
              <a:spLocks noChangeArrowheads="1"/>
            </p:cNvSpPr>
            <p:nvPr/>
          </p:nvSpPr>
          <p:spPr bwMode="auto">
            <a:xfrm>
              <a:off x="5091113"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29" name="Rectangle 106">
              <a:extLst>
                <a:ext uri="{FF2B5EF4-FFF2-40B4-BE49-F238E27FC236}">
                  <a16:creationId xmlns:a16="http://schemas.microsoft.com/office/drawing/2014/main" id="{BB743A68-F249-4601-A3A6-8131E310A5AC}"/>
                </a:ext>
              </a:extLst>
            </p:cNvPr>
            <p:cNvSpPr>
              <a:spLocks noChangeArrowheads="1"/>
            </p:cNvSpPr>
            <p:nvPr/>
          </p:nvSpPr>
          <p:spPr bwMode="auto">
            <a:xfrm>
              <a:off x="6819900"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30" name="Rectangle 107">
              <a:extLst>
                <a:ext uri="{FF2B5EF4-FFF2-40B4-BE49-F238E27FC236}">
                  <a16:creationId xmlns:a16="http://schemas.microsoft.com/office/drawing/2014/main" id="{348AF054-6FB3-48B4-94E0-324ADE18607C}"/>
                </a:ext>
              </a:extLst>
            </p:cNvPr>
            <p:cNvSpPr>
              <a:spLocks noChangeArrowheads="1"/>
            </p:cNvSpPr>
            <p:nvPr/>
          </p:nvSpPr>
          <p:spPr bwMode="auto">
            <a:xfrm>
              <a:off x="6127750"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31" name="Rectangle 108">
              <a:extLst>
                <a:ext uri="{FF2B5EF4-FFF2-40B4-BE49-F238E27FC236}">
                  <a16:creationId xmlns:a16="http://schemas.microsoft.com/office/drawing/2014/main" id="{4B247F50-C76E-483D-9608-57015B5823F6}"/>
                </a:ext>
              </a:extLst>
            </p:cNvPr>
            <p:cNvSpPr>
              <a:spLocks noChangeArrowheads="1"/>
            </p:cNvSpPr>
            <p:nvPr/>
          </p:nvSpPr>
          <p:spPr bwMode="auto">
            <a:xfrm>
              <a:off x="2600325"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32" name="Rectangle 109">
              <a:extLst>
                <a:ext uri="{FF2B5EF4-FFF2-40B4-BE49-F238E27FC236}">
                  <a16:creationId xmlns:a16="http://schemas.microsoft.com/office/drawing/2014/main" id="{9AF7232E-850D-4F12-AB96-CCA162C28D20}"/>
                </a:ext>
              </a:extLst>
            </p:cNvPr>
            <p:cNvSpPr>
              <a:spLocks noChangeArrowheads="1"/>
            </p:cNvSpPr>
            <p:nvPr/>
          </p:nvSpPr>
          <p:spPr bwMode="auto">
            <a:xfrm>
              <a:off x="2274888" y="43688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33" name="Rectangle 110">
              <a:extLst>
                <a:ext uri="{FF2B5EF4-FFF2-40B4-BE49-F238E27FC236}">
                  <a16:creationId xmlns:a16="http://schemas.microsoft.com/office/drawing/2014/main" id="{C214B5F6-A871-4D4D-87CC-490EC42AA9DA}"/>
                </a:ext>
              </a:extLst>
            </p:cNvPr>
            <p:cNvSpPr>
              <a:spLocks noChangeArrowheads="1"/>
            </p:cNvSpPr>
            <p:nvPr/>
          </p:nvSpPr>
          <p:spPr bwMode="auto">
            <a:xfrm>
              <a:off x="3668713"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34" name="Rectangle 111">
              <a:extLst>
                <a:ext uri="{FF2B5EF4-FFF2-40B4-BE49-F238E27FC236}">
                  <a16:creationId xmlns:a16="http://schemas.microsoft.com/office/drawing/2014/main" id="{9628BF74-3482-47A7-B46C-45ED1C4B6F97}"/>
                </a:ext>
              </a:extLst>
            </p:cNvPr>
            <p:cNvSpPr>
              <a:spLocks noChangeArrowheads="1"/>
            </p:cNvSpPr>
            <p:nvPr/>
          </p:nvSpPr>
          <p:spPr bwMode="auto">
            <a:xfrm>
              <a:off x="2946400"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35" name="Rectangle 112">
              <a:extLst>
                <a:ext uri="{FF2B5EF4-FFF2-40B4-BE49-F238E27FC236}">
                  <a16:creationId xmlns:a16="http://schemas.microsoft.com/office/drawing/2014/main" id="{F0CF7D8C-CC4F-4454-A8A1-408D1B6090B1}"/>
                </a:ext>
              </a:extLst>
            </p:cNvPr>
            <p:cNvSpPr>
              <a:spLocks noChangeArrowheads="1"/>
            </p:cNvSpPr>
            <p:nvPr/>
          </p:nvSpPr>
          <p:spPr bwMode="auto">
            <a:xfrm>
              <a:off x="4010025"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36" name="Rectangle 113">
              <a:extLst>
                <a:ext uri="{FF2B5EF4-FFF2-40B4-BE49-F238E27FC236}">
                  <a16:creationId xmlns:a16="http://schemas.microsoft.com/office/drawing/2014/main" id="{E5EA1097-C116-4950-BB77-FED1A87AFF44}"/>
                </a:ext>
              </a:extLst>
            </p:cNvPr>
            <p:cNvSpPr>
              <a:spLocks noChangeArrowheads="1"/>
            </p:cNvSpPr>
            <p:nvPr/>
          </p:nvSpPr>
          <p:spPr bwMode="auto">
            <a:xfrm>
              <a:off x="5829300"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37" name="Rectangle 114">
              <a:extLst>
                <a:ext uri="{FF2B5EF4-FFF2-40B4-BE49-F238E27FC236}">
                  <a16:creationId xmlns:a16="http://schemas.microsoft.com/office/drawing/2014/main" id="{7B1AB504-A923-4D05-ADDB-178BF27CE883}"/>
                </a:ext>
              </a:extLst>
            </p:cNvPr>
            <p:cNvSpPr>
              <a:spLocks noChangeArrowheads="1"/>
            </p:cNvSpPr>
            <p:nvPr/>
          </p:nvSpPr>
          <p:spPr bwMode="auto">
            <a:xfrm>
              <a:off x="5091113"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38" name="Rectangle 115">
              <a:extLst>
                <a:ext uri="{FF2B5EF4-FFF2-40B4-BE49-F238E27FC236}">
                  <a16:creationId xmlns:a16="http://schemas.microsoft.com/office/drawing/2014/main" id="{92272C5B-6C8F-4B80-8F72-064D6A397E9A}"/>
                </a:ext>
              </a:extLst>
            </p:cNvPr>
            <p:cNvSpPr>
              <a:spLocks noChangeArrowheads="1"/>
            </p:cNvSpPr>
            <p:nvPr/>
          </p:nvSpPr>
          <p:spPr bwMode="auto">
            <a:xfrm>
              <a:off x="6819900"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39" name="Rectangle 116">
              <a:extLst>
                <a:ext uri="{FF2B5EF4-FFF2-40B4-BE49-F238E27FC236}">
                  <a16:creationId xmlns:a16="http://schemas.microsoft.com/office/drawing/2014/main" id="{2495F343-DF81-4D39-8FDC-B7E37DF06AB4}"/>
                </a:ext>
              </a:extLst>
            </p:cNvPr>
            <p:cNvSpPr>
              <a:spLocks noChangeArrowheads="1"/>
            </p:cNvSpPr>
            <p:nvPr/>
          </p:nvSpPr>
          <p:spPr bwMode="auto">
            <a:xfrm>
              <a:off x="6126163"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40" name="Rectangle 117">
              <a:extLst>
                <a:ext uri="{FF2B5EF4-FFF2-40B4-BE49-F238E27FC236}">
                  <a16:creationId xmlns:a16="http://schemas.microsoft.com/office/drawing/2014/main" id="{DCA8E11E-0391-4592-AE1F-9C6A4521F136}"/>
                </a:ext>
              </a:extLst>
            </p:cNvPr>
            <p:cNvSpPr>
              <a:spLocks noChangeArrowheads="1"/>
            </p:cNvSpPr>
            <p:nvPr/>
          </p:nvSpPr>
          <p:spPr bwMode="auto">
            <a:xfrm>
              <a:off x="2600325"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41" name="Rectangle 118">
              <a:extLst>
                <a:ext uri="{FF2B5EF4-FFF2-40B4-BE49-F238E27FC236}">
                  <a16:creationId xmlns:a16="http://schemas.microsoft.com/office/drawing/2014/main" id="{9C3E1E95-FB75-4297-B02F-310BD5C378FD}"/>
                </a:ext>
              </a:extLst>
            </p:cNvPr>
            <p:cNvSpPr>
              <a:spLocks noChangeArrowheads="1"/>
            </p:cNvSpPr>
            <p:nvPr/>
          </p:nvSpPr>
          <p:spPr bwMode="auto">
            <a:xfrm>
              <a:off x="2274888" y="46736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H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42" name="Rectangle 119">
              <a:extLst>
                <a:ext uri="{FF2B5EF4-FFF2-40B4-BE49-F238E27FC236}">
                  <a16:creationId xmlns:a16="http://schemas.microsoft.com/office/drawing/2014/main" id="{D2B1C682-B2FC-4D61-8F37-25736A1AFBBA}"/>
                </a:ext>
              </a:extLst>
            </p:cNvPr>
            <p:cNvSpPr>
              <a:spLocks noChangeArrowheads="1"/>
            </p:cNvSpPr>
            <p:nvPr/>
          </p:nvSpPr>
          <p:spPr bwMode="auto">
            <a:xfrm>
              <a:off x="3668713"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43" name="Rectangle 120">
              <a:extLst>
                <a:ext uri="{FF2B5EF4-FFF2-40B4-BE49-F238E27FC236}">
                  <a16:creationId xmlns:a16="http://schemas.microsoft.com/office/drawing/2014/main" id="{D716BAD5-3A75-4EBB-9566-C3A5633D082E}"/>
                </a:ext>
              </a:extLst>
            </p:cNvPr>
            <p:cNvSpPr>
              <a:spLocks noChangeArrowheads="1"/>
            </p:cNvSpPr>
            <p:nvPr/>
          </p:nvSpPr>
          <p:spPr bwMode="auto">
            <a:xfrm>
              <a:off x="2946400"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44" name="Rectangle 121">
              <a:extLst>
                <a:ext uri="{FF2B5EF4-FFF2-40B4-BE49-F238E27FC236}">
                  <a16:creationId xmlns:a16="http://schemas.microsoft.com/office/drawing/2014/main" id="{713DAE74-57DD-4B64-B411-26FA0F730BDF}"/>
                </a:ext>
              </a:extLst>
            </p:cNvPr>
            <p:cNvSpPr>
              <a:spLocks noChangeArrowheads="1"/>
            </p:cNvSpPr>
            <p:nvPr/>
          </p:nvSpPr>
          <p:spPr bwMode="auto">
            <a:xfrm>
              <a:off x="4010025"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45" name="Rectangle 122">
              <a:extLst>
                <a:ext uri="{FF2B5EF4-FFF2-40B4-BE49-F238E27FC236}">
                  <a16:creationId xmlns:a16="http://schemas.microsoft.com/office/drawing/2014/main" id="{64A69373-22A6-46A4-99D5-9551BA16738B}"/>
                </a:ext>
              </a:extLst>
            </p:cNvPr>
            <p:cNvSpPr>
              <a:spLocks noChangeArrowheads="1"/>
            </p:cNvSpPr>
            <p:nvPr/>
          </p:nvSpPr>
          <p:spPr bwMode="auto">
            <a:xfrm>
              <a:off x="5829300"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46" name="Rectangle 123">
              <a:extLst>
                <a:ext uri="{FF2B5EF4-FFF2-40B4-BE49-F238E27FC236}">
                  <a16:creationId xmlns:a16="http://schemas.microsoft.com/office/drawing/2014/main" id="{BC07BAD7-768B-4FDF-B2BE-48B227429450}"/>
                </a:ext>
              </a:extLst>
            </p:cNvPr>
            <p:cNvSpPr>
              <a:spLocks noChangeArrowheads="1"/>
            </p:cNvSpPr>
            <p:nvPr/>
          </p:nvSpPr>
          <p:spPr bwMode="auto">
            <a:xfrm>
              <a:off x="5091113"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47" name="Rectangle 124">
              <a:extLst>
                <a:ext uri="{FF2B5EF4-FFF2-40B4-BE49-F238E27FC236}">
                  <a16:creationId xmlns:a16="http://schemas.microsoft.com/office/drawing/2014/main" id="{A5804B79-F073-4960-87E8-BF583CAB7E3A}"/>
                </a:ext>
              </a:extLst>
            </p:cNvPr>
            <p:cNvSpPr>
              <a:spLocks noChangeArrowheads="1"/>
            </p:cNvSpPr>
            <p:nvPr/>
          </p:nvSpPr>
          <p:spPr bwMode="auto">
            <a:xfrm>
              <a:off x="6819900"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48" name="Rectangle 125">
              <a:extLst>
                <a:ext uri="{FF2B5EF4-FFF2-40B4-BE49-F238E27FC236}">
                  <a16:creationId xmlns:a16="http://schemas.microsoft.com/office/drawing/2014/main" id="{C22D68D0-A965-441B-9BBE-CF02BA2AAF45}"/>
                </a:ext>
              </a:extLst>
            </p:cNvPr>
            <p:cNvSpPr>
              <a:spLocks noChangeArrowheads="1"/>
            </p:cNvSpPr>
            <p:nvPr/>
          </p:nvSpPr>
          <p:spPr bwMode="auto">
            <a:xfrm>
              <a:off x="2600325" y="5018088"/>
              <a:ext cx="422275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649" name="Rectangle 126">
              <a:extLst>
                <a:ext uri="{FF2B5EF4-FFF2-40B4-BE49-F238E27FC236}">
                  <a16:creationId xmlns:a16="http://schemas.microsoft.com/office/drawing/2014/main" id="{D9C6370E-4510-4868-A612-E26A24C9742D}"/>
                </a:ext>
              </a:extLst>
            </p:cNvPr>
            <p:cNvSpPr>
              <a:spLocks noChangeArrowheads="1"/>
            </p:cNvSpPr>
            <p:nvPr/>
          </p:nvSpPr>
          <p:spPr bwMode="auto">
            <a:xfrm>
              <a:off x="6126163"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63490" name="Title 1">
            <a:extLst>
              <a:ext uri="{FF2B5EF4-FFF2-40B4-BE49-F238E27FC236}">
                <a16:creationId xmlns:a16="http://schemas.microsoft.com/office/drawing/2014/main" id="{3276CE24-1E4C-47ED-89AF-90064C738713}"/>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K-map for Y</a:t>
            </a:r>
            <a:r>
              <a:rPr kumimoji="0" lang="en-US" altLang="en-US" sz="3600" b="1" i="0" u="none" strike="noStrike" kern="120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cs typeface="+mn-cs"/>
              </a:rPr>
              <a:t>1</a:t>
            </a:r>
          </a:p>
        </p:txBody>
      </p:sp>
      <p:grpSp>
        <p:nvGrpSpPr>
          <p:cNvPr id="63491" name="Group 127">
            <a:extLst>
              <a:ext uri="{FF2B5EF4-FFF2-40B4-BE49-F238E27FC236}">
                <a16:creationId xmlns:a16="http://schemas.microsoft.com/office/drawing/2014/main" id="{6202E8C4-56E9-4915-BA1D-365624DC06A8}"/>
              </a:ext>
            </a:extLst>
          </p:cNvPr>
          <p:cNvGrpSpPr>
            <a:grpSpLocks/>
          </p:cNvGrpSpPr>
          <p:nvPr/>
        </p:nvGrpSpPr>
        <p:grpSpPr bwMode="auto">
          <a:xfrm>
            <a:off x="5651500" y="2214563"/>
            <a:ext cx="2284413" cy="2754312"/>
            <a:chOff x="1295400" y="838200"/>
            <a:chExt cx="2284413" cy="2753757"/>
          </a:xfrm>
        </p:grpSpPr>
        <p:sp>
          <p:nvSpPr>
            <p:cNvPr id="63496" name="Rectangle 4">
              <a:extLst>
                <a:ext uri="{FF2B5EF4-FFF2-40B4-BE49-F238E27FC236}">
                  <a16:creationId xmlns:a16="http://schemas.microsoft.com/office/drawing/2014/main" id="{C2A7E33F-0619-43A3-830E-E6A0D4189982}"/>
                </a:ext>
              </a:extLst>
            </p:cNvPr>
            <p:cNvSpPr>
              <a:spLocks noChangeArrowheads="1"/>
            </p:cNvSpPr>
            <p:nvPr/>
          </p:nvSpPr>
          <p:spPr bwMode="auto">
            <a:xfrm>
              <a:off x="1957388" y="1446212"/>
              <a:ext cx="820737" cy="819150"/>
            </a:xfrm>
            <a:prstGeom prst="rect">
              <a:avLst/>
            </a:prstGeom>
            <a:solidFill>
              <a:srgbClr val="FFFFFF"/>
            </a:solidFill>
            <a:ln w="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497" name="Line 5">
              <a:extLst>
                <a:ext uri="{FF2B5EF4-FFF2-40B4-BE49-F238E27FC236}">
                  <a16:creationId xmlns:a16="http://schemas.microsoft.com/office/drawing/2014/main" id="{12D2ADB1-F220-4FEE-9BDD-1ACC7A24196A}"/>
                </a:ext>
              </a:extLst>
            </p:cNvPr>
            <p:cNvSpPr>
              <a:spLocks noChangeShapeType="1"/>
            </p:cNvSpPr>
            <p:nvPr/>
          </p:nvSpPr>
          <p:spPr bwMode="auto">
            <a:xfrm flipH="1">
              <a:off x="1957388" y="1865312"/>
              <a:ext cx="820737"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498" name="Line 6">
              <a:extLst>
                <a:ext uri="{FF2B5EF4-FFF2-40B4-BE49-F238E27FC236}">
                  <a16:creationId xmlns:a16="http://schemas.microsoft.com/office/drawing/2014/main" id="{3640CFBC-BD35-45A3-9137-C430FE18A2F9}"/>
                </a:ext>
              </a:extLst>
            </p:cNvPr>
            <p:cNvSpPr>
              <a:spLocks noChangeShapeType="1"/>
            </p:cNvSpPr>
            <p:nvPr/>
          </p:nvSpPr>
          <p:spPr bwMode="auto">
            <a:xfrm flipV="1">
              <a:off x="2378075" y="1446212"/>
              <a:ext cx="1588" cy="8191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499" name="Line 7">
              <a:extLst>
                <a:ext uri="{FF2B5EF4-FFF2-40B4-BE49-F238E27FC236}">
                  <a16:creationId xmlns:a16="http://schemas.microsoft.com/office/drawing/2014/main" id="{1F205F9B-D558-49D8-9A1C-DE73AE480E95}"/>
                </a:ext>
              </a:extLst>
            </p:cNvPr>
            <p:cNvSpPr>
              <a:spLocks noChangeShapeType="1"/>
            </p:cNvSpPr>
            <p:nvPr/>
          </p:nvSpPr>
          <p:spPr bwMode="auto">
            <a:xfrm>
              <a:off x="1557338" y="1044575"/>
              <a:ext cx="400050" cy="40163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00" name="Rectangle 8">
              <a:extLst>
                <a:ext uri="{FF2B5EF4-FFF2-40B4-BE49-F238E27FC236}">
                  <a16:creationId xmlns:a16="http://schemas.microsoft.com/office/drawing/2014/main" id="{4C2741E8-B585-4DFF-9B65-126334A6CBFB}"/>
                </a:ext>
              </a:extLst>
            </p:cNvPr>
            <p:cNvSpPr>
              <a:spLocks noChangeArrowheads="1"/>
            </p:cNvSpPr>
            <p:nvPr/>
          </p:nvSpPr>
          <p:spPr bwMode="auto">
            <a:xfrm>
              <a:off x="2778125" y="1446212"/>
              <a:ext cx="801688" cy="819150"/>
            </a:xfrm>
            <a:prstGeom prst="rect">
              <a:avLst/>
            </a:prstGeom>
            <a:solidFill>
              <a:srgbClr val="FFFFFF"/>
            </a:solidFill>
            <a:ln w="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01" name="Line 9">
              <a:extLst>
                <a:ext uri="{FF2B5EF4-FFF2-40B4-BE49-F238E27FC236}">
                  <a16:creationId xmlns:a16="http://schemas.microsoft.com/office/drawing/2014/main" id="{5055D547-AAB6-41AC-BB56-DC9CD9408884}"/>
                </a:ext>
              </a:extLst>
            </p:cNvPr>
            <p:cNvSpPr>
              <a:spLocks noChangeShapeType="1"/>
            </p:cNvSpPr>
            <p:nvPr/>
          </p:nvSpPr>
          <p:spPr bwMode="auto">
            <a:xfrm flipH="1">
              <a:off x="2778125" y="1865312"/>
              <a:ext cx="801688"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02" name="Line 10">
              <a:extLst>
                <a:ext uri="{FF2B5EF4-FFF2-40B4-BE49-F238E27FC236}">
                  <a16:creationId xmlns:a16="http://schemas.microsoft.com/office/drawing/2014/main" id="{B47ED4FC-E0A8-47A5-8A18-423E64CA46E4}"/>
                </a:ext>
              </a:extLst>
            </p:cNvPr>
            <p:cNvSpPr>
              <a:spLocks noChangeShapeType="1"/>
            </p:cNvSpPr>
            <p:nvPr/>
          </p:nvSpPr>
          <p:spPr bwMode="auto">
            <a:xfrm flipV="1">
              <a:off x="3179763" y="1446212"/>
              <a:ext cx="1587" cy="8191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03" name="Rectangle 11">
              <a:extLst>
                <a:ext uri="{FF2B5EF4-FFF2-40B4-BE49-F238E27FC236}">
                  <a16:creationId xmlns:a16="http://schemas.microsoft.com/office/drawing/2014/main" id="{6E8DD8C0-8FCB-4080-8284-63B629C10272}"/>
                </a:ext>
              </a:extLst>
            </p:cNvPr>
            <p:cNvSpPr>
              <a:spLocks noChangeArrowheads="1"/>
            </p:cNvSpPr>
            <p:nvPr/>
          </p:nvSpPr>
          <p:spPr bwMode="auto">
            <a:xfrm>
              <a:off x="2079625" y="122396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04" name="Rectangle 12">
              <a:extLst>
                <a:ext uri="{FF2B5EF4-FFF2-40B4-BE49-F238E27FC236}">
                  <a16:creationId xmlns:a16="http://schemas.microsoft.com/office/drawing/2014/main" id="{496B3B08-EEA6-4141-94B3-45AB8502204D}"/>
                </a:ext>
              </a:extLst>
            </p:cNvPr>
            <p:cNvSpPr>
              <a:spLocks noChangeArrowheads="1"/>
            </p:cNvSpPr>
            <p:nvPr/>
          </p:nvSpPr>
          <p:spPr bwMode="auto">
            <a:xfrm>
              <a:off x="2486025" y="122396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05" name="Rectangle 13">
              <a:extLst>
                <a:ext uri="{FF2B5EF4-FFF2-40B4-BE49-F238E27FC236}">
                  <a16:creationId xmlns:a16="http://schemas.microsoft.com/office/drawing/2014/main" id="{A774ADE4-3C43-49C9-A392-2622AB4D43DD}"/>
                </a:ext>
              </a:extLst>
            </p:cNvPr>
            <p:cNvSpPr>
              <a:spLocks noChangeArrowheads="1"/>
            </p:cNvSpPr>
            <p:nvPr/>
          </p:nvSpPr>
          <p:spPr bwMode="auto">
            <a:xfrm>
              <a:off x="2890838" y="1223962"/>
              <a:ext cx="24923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06" name="Rectangle 14">
              <a:extLst>
                <a:ext uri="{FF2B5EF4-FFF2-40B4-BE49-F238E27FC236}">
                  <a16:creationId xmlns:a16="http://schemas.microsoft.com/office/drawing/2014/main" id="{BDED2613-B1A6-431A-9CE9-880784D34947}"/>
                </a:ext>
              </a:extLst>
            </p:cNvPr>
            <p:cNvSpPr>
              <a:spLocks noChangeArrowheads="1"/>
            </p:cNvSpPr>
            <p:nvPr/>
          </p:nvSpPr>
          <p:spPr bwMode="auto">
            <a:xfrm>
              <a:off x="3297238" y="1223962"/>
              <a:ext cx="24923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07" name="Rectangle 15">
              <a:extLst>
                <a:ext uri="{FF2B5EF4-FFF2-40B4-BE49-F238E27FC236}">
                  <a16:creationId xmlns:a16="http://schemas.microsoft.com/office/drawing/2014/main" id="{26F4267D-317F-484C-9236-0B2C4D82D3B7}"/>
                </a:ext>
              </a:extLst>
            </p:cNvPr>
            <p:cNvSpPr>
              <a:spLocks noChangeArrowheads="1"/>
            </p:cNvSpPr>
            <p:nvPr/>
          </p:nvSpPr>
          <p:spPr bwMode="auto">
            <a:xfrm>
              <a:off x="1708150" y="156051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08" name="Rectangle 16">
              <a:extLst>
                <a:ext uri="{FF2B5EF4-FFF2-40B4-BE49-F238E27FC236}">
                  <a16:creationId xmlns:a16="http://schemas.microsoft.com/office/drawing/2014/main" id="{74D64E85-2125-453A-AE24-053DCC2C4439}"/>
                </a:ext>
              </a:extLst>
            </p:cNvPr>
            <p:cNvSpPr>
              <a:spLocks noChangeArrowheads="1"/>
            </p:cNvSpPr>
            <p:nvPr/>
          </p:nvSpPr>
          <p:spPr bwMode="auto">
            <a:xfrm>
              <a:off x="1698625" y="196691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09" name="Rectangle 17">
              <a:extLst>
                <a:ext uri="{FF2B5EF4-FFF2-40B4-BE49-F238E27FC236}">
                  <a16:creationId xmlns:a16="http://schemas.microsoft.com/office/drawing/2014/main" id="{E2BFAAAD-96A2-45C4-BED0-8307BA3D46A7}"/>
                </a:ext>
              </a:extLst>
            </p:cNvPr>
            <p:cNvSpPr>
              <a:spLocks noChangeArrowheads="1"/>
            </p:cNvSpPr>
            <p:nvPr/>
          </p:nvSpPr>
          <p:spPr bwMode="auto">
            <a:xfrm>
              <a:off x="2532063" y="1570037"/>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10" name="Rectangle 24">
              <a:extLst>
                <a:ext uri="{FF2B5EF4-FFF2-40B4-BE49-F238E27FC236}">
                  <a16:creationId xmlns:a16="http://schemas.microsoft.com/office/drawing/2014/main" id="{C4E4F376-D4BD-4481-9388-DA5DC85FB225}"/>
                </a:ext>
              </a:extLst>
            </p:cNvPr>
            <p:cNvSpPr>
              <a:spLocks noChangeArrowheads="1"/>
            </p:cNvSpPr>
            <p:nvPr/>
          </p:nvSpPr>
          <p:spPr bwMode="auto">
            <a:xfrm>
              <a:off x="1957388" y="2265362"/>
              <a:ext cx="820737" cy="801688"/>
            </a:xfrm>
            <a:prstGeom prst="rect">
              <a:avLst/>
            </a:prstGeom>
            <a:solidFill>
              <a:srgbClr val="FFFFFF"/>
            </a:solidFill>
            <a:ln w="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11" name="Line 25">
              <a:extLst>
                <a:ext uri="{FF2B5EF4-FFF2-40B4-BE49-F238E27FC236}">
                  <a16:creationId xmlns:a16="http://schemas.microsoft.com/office/drawing/2014/main" id="{F8099BFE-695F-43A1-B546-BBE868983A0B}"/>
                </a:ext>
              </a:extLst>
            </p:cNvPr>
            <p:cNvSpPr>
              <a:spLocks noChangeShapeType="1"/>
            </p:cNvSpPr>
            <p:nvPr/>
          </p:nvSpPr>
          <p:spPr bwMode="auto">
            <a:xfrm flipH="1">
              <a:off x="1957388" y="2667000"/>
              <a:ext cx="820737"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12" name="Line 26">
              <a:extLst>
                <a:ext uri="{FF2B5EF4-FFF2-40B4-BE49-F238E27FC236}">
                  <a16:creationId xmlns:a16="http://schemas.microsoft.com/office/drawing/2014/main" id="{B782749F-C234-42E9-ACF2-A4194054C8FA}"/>
                </a:ext>
              </a:extLst>
            </p:cNvPr>
            <p:cNvSpPr>
              <a:spLocks noChangeShapeType="1"/>
            </p:cNvSpPr>
            <p:nvPr/>
          </p:nvSpPr>
          <p:spPr bwMode="auto">
            <a:xfrm flipV="1">
              <a:off x="2378075" y="2265362"/>
              <a:ext cx="1588" cy="8016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13" name="Rectangle 27">
              <a:extLst>
                <a:ext uri="{FF2B5EF4-FFF2-40B4-BE49-F238E27FC236}">
                  <a16:creationId xmlns:a16="http://schemas.microsoft.com/office/drawing/2014/main" id="{F32D890A-D73E-41D4-B28B-46A41659B20A}"/>
                </a:ext>
              </a:extLst>
            </p:cNvPr>
            <p:cNvSpPr>
              <a:spLocks noChangeArrowheads="1"/>
            </p:cNvSpPr>
            <p:nvPr/>
          </p:nvSpPr>
          <p:spPr bwMode="auto">
            <a:xfrm>
              <a:off x="2778125" y="2265362"/>
              <a:ext cx="801688" cy="801688"/>
            </a:xfrm>
            <a:prstGeom prst="rect">
              <a:avLst/>
            </a:prstGeom>
            <a:solidFill>
              <a:srgbClr val="FFFFFF"/>
            </a:solidFill>
            <a:ln w="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14" name="Line 28">
              <a:extLst>
                <a:ext uri="{FF2B5EF4-FFF2-40B4-BE49-F238E27FC236}">
                  <a16:creationId xmlns:a16="http://schemas.microsoft.com/office/drawing/2014/main" id="{0193B018-0891-456E-AA4B-BA882C1CFA18}"/>
                </a:ext>
              </a:extLst>
            </p:cNvPr>
            <p:cNvSpPr>
              <a:spLocks noChangeShapeType="1"/>
            </p:cNvSpPr>
            <p:nvPr/>
          </p:nvSpPr>
          <p:spPr bwMode="auto">
            <a:xfrm flipH="1">
              <a:off x="2778125" y="2667000"/>
              <a:ext cx="801688"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15" name="Line 29">
              <a:extLst>
                <a:ext uri="{FF2B5EF4-FFF2-40B4-BE49-F238E27FC236}">
                  <a16:creationId xmlns:a16="http://schemas.microsoft.com/office/drawing/2014/main" id="{C1B8E64A-1C1E-4110-BB86-692D33D90BCE}"/>
                </a:ext>
              </a:extLst>
            </p:cNvPr>
            <p:cNvSpPr>
              <a:spLocks noChangeShapeType="1"/>
            </p:cNvSpPr>
            <p:nvPr/>
          </p:nvSpPr>
          <p:spPr bwMode="auto">
            <a:xfrm flipV="1">
              <a:off x="3179763" y="2265362"/>
              <a:ext cx="1587" cy="8016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16" name="Rectangle 30">
              <a:extLst>
                <a:ext uri="{FF2B5EF4-FFF2-40B4-BE49-F238E27FC236}">
                  <a16:creationId xmlns:a16="http://schemas.microsoft.com/office/drawing/2014/main" id="{91AB72B1-6327-490B-B25C-6F24376660AD}"/>
                </a:ext>
              </a:extLst>
            </p:cNvPr>
            <p:cNvSpPr>
              <a:spLocks noChangeArrowheads="1"/>
            </p:cNvSpPr>
            <p:nvPr/>
          </p:nvSpPr>
          <p:spPr bwMode="auto">
            <a:xfrm>
              <a:off x="2122488" y="1570037"/>
              <a:ext cx="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17" name="Rectangle 39">
              <a:extLst>
                <a:ext uri="{FF2B5EF4-FFF2-40B4-BE49-F238E27FC236}">
                  <a16:creationId xmlns:a16="http://schemas.microsoft.com/office/drawing/2014/main" id="{9A8E2C02-AAF8-437A-A8C6-260D685DF836}"/>
                </a:ext>
              </a:extLst>
            </p:cNvPr>
            <p:cNvSpPr>
              <a:spLocks noChangeArrowheads="1"/>
            </p:cNvSpPr>
            <p:nvPr/>
          </p:nvSpPr>
          <p:spPr bwMode="auto">
            <a:xfrm>
              <a:off x="1698625" y="2381250"/>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18" name="Rectangle 40">
              <a:extLst>
                <a:ext uri="{FF2B5EF4-FFF2-40B4-BE49-F238E27FC236}">
                  <a16:creationId xmlns:a16="http://schemas.microsoft.com/office/drawing/2014/main" id="{750DD82F-337C-438A-99DC-1457ADE356AE}"/>
                </a:ext>
              </a:extLst>
            </p:cNvPr>
            <p:cNvSpPr>
              <a:spLocks noChangeArrowheads="1"/>
            </p:cNvSpPr>
            <p:nvPr/>
          </p:nvSpPr>
          <p:spPr bwMode="auto">
            <a:xfrm>
              <a:off x="1698625" y="278606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19" name="Rectangle 41">
              <a:extLst>
                <a:ext uri="{FF2B5EF4-FFF2-40B4-BE49-F238E27FC236}">
                  <a16:creationId xmlns:a16="http://schemas.microsoft.com/office/drawing/2014/main" id="{C5F6C3FB-46B7-4247-9274-ED1453587670}"/>
                </a:ext>
              </a:extLst>
            </p:cNvPr>
            <p:cNvSpPr>
              <a:spLocks noChangeArrowheads="1"/>
            </p:cNvSpPr>
            <p:nvPr/>
          </p:nvSpPr>
          <p:spPr bwMode="auto">
            <a:xfrm>
              <a:off x="1695450" y="838200"/>
              <a:ext cx="195263"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20" name="Rectangle 42">
              <a:extLst>
                <a:ext uri="{FF2B5EF4-FFF2-40B4-BE49-F238E27FC236}">
                  <a16:creationId xmlns:a16="http://schemas.microsoft.com/office/drawing/2014/main" id="{1CCAA9CF-EF65-4A30-ACA9-EC70EA7A0AEA}"/>
                </a:ext>
              </a:extLst>
            </p:cNvPr>
            <p:cNvSpPr>
              <a:spLocks noChangeArrowheads="1"/>
            </p:cNvSpPr>
            <p:nvPr/>
          </p:nvSpPr>
          <p:spPr bwMode="auto">
            <a:xfrm>
              <a:off x="1778000" y="925512"/>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21" name="Rectangle 43">
              <a:extLst>
                <a:ext uri="{FF2B5EF4-FFF2-40B4-BE49-F238E27FC236}">
                  <a16:creationId xmlns:a16="http://schemas.microsoft.com/office/drawing/2014/main" id="{C0E59F91-3D5B-470B-9FA0-6F3DD0FC1DB2}"/>
                </a:ext>
              </a:extLst>
            </p:cNvPr>
            <p:cNvSpPr>
              <a:spLocks noChangeArrowheads="1"/>
            </p:cNvSpPr>
            <p:nvPr/>
          </p:nvSpPr>
          <p:spPr bwMode="auto">
            <a:xfrm>
              <a:off x="1858963" y="838200"/>
              <a:ext cx="195262"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22" name="Rectangle 44">
              <a:extLst>
                <a:ext uri="{FF2B5EF4-FFF2-40B4-BE49-F238E27FC236}">
                  <a16:creationId xmlns:a16="http://schemas.microsoft.com/office/drawing/2014/main" id="{83C9AD84-BA4E-40DE-B7AC-3F6C3091EF0D}"/>
                </a:ext>
              </a:extLst>
            </p:cNvPr>
            <p:cNvSpPr>
              <a:spLocks noChangeArrowheads="1"/>
            </p:cNvSpPr>
            <p:nvPr/>
          </p:nvSpPr>
          <p:spPr bwMode="auto">
            <a:xfrm>
              <a:off x="1941513" y="925512"/>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23" name="Rectangle 45">
              <a:extLst>
                <a:ext uri="{FF2B5EF4-FFF2-40B4-BE49-F238E27FC236}">
                  <a16:creationId xmlns:a16="http://schemas.microsoft.com/office/drawing/2014/main" id="{21B6449E-1470-4448-B938-DB7821F43D5E}"/>
                </a:ext>
              </a:extLst>
            </p:cNvPr>
            <p:cNvSpPr>
              <a:spLocks noChangeArrowheads="1"/>
            </p:cNvSpPr>
            <p:nvPr/>
          </p:nvSpPr>
          <p:spPr bwMode="auto">
            <a:xfrm>
              <a:off x="1295400" y="1084262"/>
              <a:ext cx="198438"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24" name="Rectangle 54">
              <a:extLst>
                <a:ext uri="{FF2B5EF4-FFF2-40B4-BE49-F238E27FC236}">
                  <a16:creationId xmlns:a16="http://schemas.microsoft.com/office/drawing/2014/main" id="{7F8773C8-EF54-4D61-AE5F-77C9D57F8CCF}"/>
                </a:ext>
              </a:extLst>
            </p:cNvPr>
            <p:cNvSpPr>
              <a:spLocks noChangeArrowheads="1"/>
            </p:cNvSpPr>
            <p:nvPr/>
          </p:nvSpPr>
          <p:spPr bwMode="auto">
            <a:xfrm>
              <a:off x="1506538" y="1171575"/>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25" name="Rectangle 164">
              <a:extLst>
                <a:ext uri="{FF2B5EF4-FFF2-40B4-BE49-F238E27FC236}">
                  <a16:creationId xmlns:a16="http://schemas.microsoft.com/office/drawing/2014/main" id="{15F0442F-29FA-4D9A-808F-8B37C42024B1}"/>
                </a:ext>
              </a:extLst>
            </p:cNvPr>
            <p:cNvSpPr>
              <a:spLocks noChangeArrowheads="1"/>
            </p:cNvSpPr>
            <p:nvPr/>
          </p:nvSpPr>
          <p:spPr bwMode="auto">
            <a:xfrm>
              <a:off x="2284413" y="3309937"/>
              <a:ext cx="0"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526" name="Rectangle 169">
              <a:extLst>
                <a:ext uri="{FF2B5EF4-FFF2-40B4-BE49-F238E27FC236}">
                  <a16:creationId xmlns:a16="http://schemas.microsoft.com/office/drawing/2014/main" id="{3E748CBB-A5E4-4FD2-B6C7-A28401E2D316}"/>
                </a:ext>
              </a:extLst>
            </p:cNvPr>
            <p:cNvSpPr>
              <a:spLocks noChangeArrowheads="1"/>
            </p:cNvSpPr>
            <p:nvPr/>
          </p:nvSpPr>
          <p:spPr bwMode="auto">
            <a:xfrm>
              <a:off x="2941638" y="3222625"/>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63492" name="Rectangle 158">
            <a:extLst>
              <a:ext uri="{FF2B5EF4-FFF2-40B4-BE49-F238E27FC236}">
                <a16:creationId xmlns:a16="http://schemas.microsoft.com/office/drawing/2014/main" id="{9635E8C6-164B-46A1-AD0C-66990F31AB32}"/>
              </a:ext>
            </a:extLst>
          </p:cNvPr>
          <p:cNvSpPr>
            <a:spLocks noChangeArrowheads="1"/>
          </p:cNvSpPr>
          <p:nvPr/>
        </p:nvSpPr>
        <p:spPr bwMode="auto">
          <a:xfrm>
            <a:off x="2049463" y="3200400"/>
            <a:ext cx="179387" cy="2379663"/>
          </a:xfrm>
          <a:prstGeom prst="rect">
            <a:avLst/>
          </a:prstGeom>
          <a:solidFill>
            <a:schemeClr val="accent1"/>
          </a:solidFill>
          <a:ln w="9525">
            <a:solidFill>
              <a:schemeClr val="tx1"/>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493" name="Rectangle 159">
            <a:extLst>
              <a:ext uri="{FF2B5EF4-FFF2-40B4-BE49-F238E27FC236}">
                <a16:creationId xmlns:a16="http://schemas.microsoft.com/office/drawing/2014/main" id="{B1D76AD9-1332-4B35-A568-F8DB8B343511}"/>
              </a:ext>
            </a:extLst>
          </p:cNvPr>
          <p:cNvSpPr>
            <a:spLocks noChangeArrowheads="1"/>
          </p:cNvSpPr>
          <p:nvPr/>
        </p:nvSpPr>
        <p:spPr bwMode="auto">
          <a:xfrm>
            <a:off x="2363788" y="3203575"/>
            <a:ext cx="179387" cy="2379663"/>
          </a:xfrm>
          <a:prstGeom prst="rect">
            <a:avLst/>
          </a:prstGeom>
          <a:solidFill>
            <a:schemeClr val="accent1"/>
          </a:solidFill>
          <a:ln w="9525">
            <a:solidFill>
              <a:schemeClr val="tx1"/>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494" name="Rectangle 160">
            <a:extLst>
              <a:ext uri="{FF2B5EF4-FFF2-40B4-BE49-F238E27FC236}">
                <a16:creationId xmlns:a16="http://schemas.microsoft.com/office/drawing/2014/main" id="{FD0F1C81-3BF3-49E0-8DD3-B1F728B1DAA2}"/>
              </a:ext>
            </a:extLst>
          </p:cNvPr>
          <p:cNvSpPr>
            <a:spLocks noChangeArrowheads="1"/>
          </p:cNvSpPr>
          <p:nvPr/>
        </p:nvSpPr>
        <p:spPr bwMode="auto">
          <a:xfrm>
            <a:off x="3140075" y="3195638"/>
            <a:ext cx="180975" cy="2379662"/>
          </a:xfrm>
          <a:prstGeom prst="rect">
            <a:avLst/>
          </a:prstGeom>
          <a:solidFill>
            <a:schemeClr val="accent1"/>
          </a:solidFill>
          <a:ln w="9525">
            <a:solidFill>
              <a:schemeClr val="tx1"/>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495" name="Rectangle 161">
            <a:extLst>
              <a:ext uri="{FF2B5EF4-FFF2-40B4-BE49-F238E27FC236}">
                <a16:creationId xmlns:a16="http://schemas.microsoft.com/office/drawing/2014/main" id="{F45495A9-444F-49AB-B538-B7F0DA194831}"/>
              </a:ext>
            </a:extLst>
          </p:cNvPr>
          <p:cNvSpPr>
            <a:spLocks noChangeArrowheads="1"/>
          </p:cNvSpPr>
          <p:nvPr/>
        </p:nvSpPr>
        <p:spPr bwMode="auto">
          <a:xfrm>
            <a:off x="3454400" y="3198813"/>
            <a:ext cx="180975" cy="2379662"/>
          </a:xfrm>
          <a:prstGeom prst="rect">
            <a:avLst/>
          </a:prstGeom>
          <a:solidFill>
            <a:schemeClr val="accent1"/>
          </a:solidFill>
          <a:ln w="9525">
            <a:solidFill>
              <a:schemeClr val="tx1"/>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4513" name="Group 1">
            <a:extLst>
              <a:ext uri="{FF2B5EF4-FFF2-40B4-BE49-F238E27FC236}">
                <a16:creationId xmlns:a16="http://schemas.microsoft.com/office/drawing/2014/main" id="{7AFBBCE8-60C4-43BC-BD2D-CD0F7E1C406A}"/>
              </a:ext>
            </a:extLst>
          </p:cNvPr>
          <p:cNvGrpSpPr>
            <a:grpSpLocks/>
          </p:cNvGrpSpPr>
          <p:nvPr/>
        </p:nvGrpSpPr>
        <p:grpSpPr bwMode="auto">
          <a:xfrm>
            <a:off x="381000" y="1665288"/>
            <a:ext cx="4557713" cy="3973512"/>
            <a:chOff x="2274888" y="1057275"/>
            <a:chExt cx="4557712" cy="3973513"/>
          </a:xfrm>
        </p:grpSpPr>
        <p:sp>
          <p:nvSpPr>
            <p:cNvPr id="64566" name="Rectangle 4">
              <a:extLst>
                <a:ext uri="{FF2B5EF4-FFF2-40B4-BE49-F238E27FC236}">
                  <a16:creationId xmlns:a16="http://schemas.microsoft.com/office/drawing/2014/main" id="{14AFA201-E4F7-494B-BC84-7B49918D2BC9}"/>
                </a:ext>
              </a:extLst>
            </p:cNvPr>
            <p:cNvSpPr>
              <a:spLocks noChangeArrowheads="1"/>
            </p:cNvSpPr>
            <p:nvPr/>
          </p:nvSpPr>
          <p:spPr bwMode="auto">
            <a:xfrm>
              <a:off x="2600325" y="1057275"/>
              <a:ext cx="4222750"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67" name="Rectangle 5">
              <a:extLst>
                <a:ext uri="{FF2B5EF4-FFF2-40B4-BE49-F238E27FC236}">
                  <a16:creationId xmlns:a16="http://schemas.microsoft.com/office/drawing/2014/main" id="{24312704-103F-4954-8FDE-028595858ABB}"/>
                </a:ext>
              </a:extLst>
            </p:cNvPr>
            <p:cNvSpPr>
              <a:spLocks noChangeArrowheads="1"/>
            </p:cNvSpPr>
            <p:nvPr/>
          </p:nvSpPr>
          <p:spPr bwMode="auto">
            <a:xfrm>
              <a:off x="2600325"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68" name="Rectangle 6">
              <a:extLst>
                <a:ext uri="{FF2B5EF4-FFF2-40B4-BE49-F238E27FC236}">
                  <a16:creationId xmlns:a16="http://schemas.microsoft.com/office/drawing/2014/main" id="{36851A0C-B270-429A-AAF5-CE2D63965B39}"/>
                </a:ext>
              </a:extLst>
            </p:cNvPr>
            <p:cNvSpPr>
              <a:spLocks noChangeArrowheads="1"/>
            </p:cNvSpPr>
            <p:nvPr/>
          </p:nvSpPr>
          <p:spPr bwMode="auto">
            <a:xfrm>
              <a:off x="3668713"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69" name="Rectangle 7">
              <a:extLst>
                <a:ext uri="{FF2B5EF4-FFF2-40B4-BE49-F238E27FC236}">
                  <a16:creationId xmlns:a16="http://schemas.microsoft.com/office/drawing/2014/main" id="{97B6E0C7-7A75-49E8-910A-5F5055971C57}"/>
                </a:ext>
              </a:extLst>
            </p:cNvPr>
            <p:cNvSpPr>
              <a:spLocks noChangeArrowheads="1"/>
            </p:cNvSpPr>
            <p:nvPr/>
          </p:nvSpPr>
          <p:spPr bwMode="auto">
            <a:xfrm>
              <a:off x="2763838" y="1317625"/>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70" name="Rectangle 8">
              <a:extLst>
                <a:ext uri="{FF2B5EF4-FFF2-40B4-BE49-F238E27FC236}">
                  <a16:creationId xmlns:a16="http://schemas.microsoft.com/office/drawing/2014/main" id="{13D3E1AA-18B2-404A-85BB-FD590AD21FEE}"/>
                </a:ext>
              </a:extLst>
            </p:cNvPr>
            <p:cNvSpPr>
              <a:spLocks noChangeArrowheads="1"/>
            </p:cNvSpPr>
            <p:nvPr/>
          </p:nvSpPr>
          <p:spPr bwMode="auto">
            <a:xfrm>
              <a:off x="5829300"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71" name="Rectangle 9">
              <a:extLst>
                <a:ext uri="{FF2B5EF4-FFF2-40B4-BE49-F238E27FC236}">
                  <a16:creationId xmlns:a16="http://schemas.microsoft.com/office/drawing/2014/main" id="{CBB14C44-1F81-4E50-870B-FB752453D803}"/>
                </a:ext>
              </a:extLst>
            </p:cNvPr>
            <p:cNvSpPr>
              <a:spLocks noChangeArrowheads="1"/>
            </p:cNvSpPr>
            <p:nvPr/>
          </p:nvSpPr>
          <p:spPr bwMode="auto">
            <a:xfrm>
              <a:off x="6819900"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72" name="Rectangle 10">
              <a:extLst>
                <a:ext uri="{FF2B5EF4-FFF2-40B4-BE49-F238E27FC236}">
                  <a16:creationId xmlns:a16="http://schemas.microsoft.com/office/drawing/2014/main" id="{4D6C6899-2C9C-44B8-9D9E-2A60D7822E6C}"/>
                </a:ext>
              </a:extLst>
            </p:cNvPr>
            <p:cNvSpPr>
              <a:spLocks noChangeArrowheads="1"/>
            </p:cNvSpPr>
            <p:nvPr/>
          </p:nvSpPr>
          <p:spPr bwMode="auto">
            <a:xfrm>
              <a:off x="3668713" y="1538288"/>
              <a:ext cx="217170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73" name="Rectangle 11">
              <a:extLst>
                <a:ext uri="{FF2B5EF4-FFF2-40B4-BE49-F238E27FC236}">
                  <a16:creationId xmlns:a16="http://schemas.microsoft.com/office/drawing/2014/main" id="{4176FA70-394C-4EB3-AD0B-15310B18F26E}"/>
                </a:ext>
              </a:extLst>
            </p:cNvPr>
            <p:cNvSpPr>
              <a:spLocks noChangeArrowheads="1"/>
            </p:cNvSpPr>
            <p:nvPr/>
          </p:nvSpPr>
          <p:spPr bwMode="auto">
            <a:xfrm>
              <a:off x="2600325"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74" name="Rectangle 12">
              <a:extLst>
                <a:ext uri="{FF2B5EF4-FFF2-40B4-BE49-F238E27FC236}">
                  <a16:creationId xmlns:a16="http://schemas.microsoft.com/office/drawing/2014/main" id="{A7A9A7EF-E3F6-4E85-A7F4-9754865FB4C5}"/>
                </a:ext>
              </a:extLst>
            </p:cNvPr>
            <p:cNvSpPr>
              <a:spLocks noChangeArrowheads="1"/>
            </p:cNvSpPr>
            <p:nvPr/>
          </p:nvSpPr>
          <p:spPr bwMode="auto">
            <a:xfrm>
              <a:off x="4240213" y="1171575"/>
              <a:ext cx="10842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 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75" name="Rectangle 13">
              <a:extLst>
                <a:ext uri="{FF2B5EF4-FFF2-40B4-BE49-F238E27FC236}">
                  <a16:creationId xmlns:a16="http://schemas.microsoft.com/office/drawing/2014/main" id="{0F4FC400-4A90-4FE0-8DEA-2092BC5E6FAB}"/>
                </a:ext>
              </a:extLst>
            </p:cNvPr>
            <p:cNvSpPr>
              <a:spLocks noChangeArrowheads="1"/>
            </p:cNvSpPr>
            <p:nvPr/>
          </p:nvSpPr>
          <p:spPr bwMode="auto">
            <a:xfrm>
              <a:off x="3668713"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76" name="Rectangle 14">
              <a:extLst>
                <a:ext uri="{FF2B5EF4-FFF2-40B4-BE49-F238E27FC236}">
                  <a16:creationId xmlns:a16="http://schemas.microsoft.com/office/drawing/2014/main" id="{66B518E1-E99C-40F8-9FE6-97A5BE291613}"/>
                </a:ext>
              </a:extLst>
            </p:cNvPr>
            <p:cNvSpPr>
              <a:spLocks noChangeArrowheads="1"/>
            </p:cNvSpPr>
            <p:nvPr/>
          </p:nvSpPr>
          <p:spPr bwMode="auto">
            <a:xfrm>
              <a:off x="2903538" y="1641475"/>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77" name="Rectangle 15">
              <a:extLst>
                <a:ext uri="{FF2B5EF4-FFF2-40B4-BE49-F238E27FC236}">
                  <a16:creationId xmlns:a16="http://schemas.microsoft.com/office/drawing/2014/main" id="{EC893CA8-3823-42EB-B322-2F29A03E0935}"/>
                </a:ext>
              </a:extLst>
            </p:cNvPr>
            <p:cNvSpPr>
              <a:spLocks noChangeArrowheads="1"/>
            </p:cNvSpPr>
            <p:nvPr/>
          </p:nvSpPr>
          <p:spPr bwMode="auto">
            <a:xfrm>
              <a:off x="3878263" y="1641475"/>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78" name="Rectangle 16">
              <a:extLst>
                <a:ext uri="{FF2B5EF4-FFF2-40B4-BE49-F238E27FC236}">
                  <a16:creationId xmlns:a16="http://schemas.microsoft.com/office/drawing/2014/main" id="{AD602C78-A05B-435C-9FF6-72EC0947F410}"/>
                </a:ext>
              </a:extLst>
            </p:cNvPr>
            <p:cNvSpPr>
              <a:spLocks noChangeArrowheads="1"/>
            </p:cNvSpPr>
            <p:nvPr/>
          </p:nvSpPr>
          <p:spPr bwMode="auto">
            <a:xfrm>
              <a:off x="4138613" y="1641475"/>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79" name="Rectangle 17">
              <a:extLst>
                <a:ext uri="{FF2B5EF4-FFF2-40B4-BE49-F238E27FC236}">
                  <a16:creationId xmlns:a16="http://schemas.microsoft.com/office/drawing/2014/main" id="{A9266C93-F593-421D-B495-F85E976B4F2E}"/>
                </a:ext>
              </a:extLst>
            </p:cNvPr>
            <p:cNvSpPr>
              <a:spLocks noChangeArrowheads="1"/>
            </p:cNvSpPr>
            <p:nvPr/>
          </p:nvSpPr>
          <p:spPr bwMode="auto">
            <a:xfrm>
              <a:off x="4405313" y="16414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80" name="Rectangle 18">
              <a:extLst>
                <a:ext uri="{FF2B5EF4-FFF2-40B4-BE49-F238E27FC236}">
                  <a16:creationId xmlns:a16="http://schemas.microsoft.com/office/drawing/2014/main" id="{5DFC341C-D3BC-434C-8ED3-B1ED9CA2EA66}"/>
                </a:ext>
              </a:extLst>
            </p:cNvPr>
            <p:cNvSpPr>
              <a:spLocks noChangeArrowheads="1"/>
            </p:cNvSpPr>
            <p:nvPr/>
          </p:nvSpPr>
          <p:spPr bwMode="auto">
            <a:xfrm>
              <a:off x="4962525" y="1641475"/>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81" name="Rectangle 19">
              <a:extLst>
                <a:ext uri="{FF2B5EF4-FFF2-40B4-BE49-F238E27FC236}">
                  <a16:creationId xmlns:a16="http://schemas.microsoft.com/office/drawing/2014/main" id="{987D8856-38A9-4CC3-A1CE-E55A88B59B7D}"/>
                </a:ext>
              </a:extLst>
            </p:cNvPr>
            <p:cNvSpPr>
              <a:spLocks noChangeArrowheads="1"/>
            </p:cNvSpPr>
            <p:nvPr/>
          </p:nvSpPr>
          <p:spPr bwMode="auto">
            <a:xfrm>
              <a:off x="5222875" y="1641475"/>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82" name="Rectangle 20">
              <a:extLst>
                <a:ext uri="{FF2B5EF4-FFF2-40B4-BE49-F238E27FC236}">
                  <a16:creationId xmlns:a16="http://schemas.microsoft.com/office/drawing/2014/main" id="{FF9EFCAC-1E0E-4CB3-9189-E963CE9A73FB}"/>
                </a:ext>
              </a:extLst>
            </p:cNvPr>
            <p:cNvSpPr>
              <a:spLocks noChangeArrowheads="1"/>
            </p:cNvSpPr>
            <p:nvPr/>
          </p:nvSpPr>
          <p:spPr bwMode="auto">
            <a:xfrm>
              <a:off x="5829300"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83" name="Rectangle 21">
              <a:extLst>
                <a:ext uri="{FF2B5EF4-FFF2-40B4-BE49-F238E27FC236}">
                  <a16:creationId xmlns:a16="http://schemas.microsoft.com/office/drawing/2014/main" id="{5F9F8C28-0AF5-4EBE-BAE0-0C82F0055A2D}"/>
                </a:ext>
              </a:extLst>
            </p:cNvPr>
            <p:cNvSpPr>
              <a:spLocks noChangeArrowheads="1"/>
            </p:cNvSpPr>
            <p:nvPr/>
          </p:nvSpPr>
          <p:spPr bwMode="auto">
            <a:xfrm>
              <a:off x="5489575" y="16414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84" name="Rectangle 22">
              <a:extLst>
                <a:ext uri="{FF2B5EF4-FFF2-40B4-BE49-F238E27FC236}">
                  <a16:creationId xmlns:a16="http://schemas.microsoft.com/office/drawing/2014/main" id="{595B5CE8-7E24-4EA2-9C4C-8A52BEF6480D}"/>
                </a:ext>
              </a:extLst>
            </p:cNvPr>
            <p:cNvSpPr>
              <a:spLocks noChangeArrowheads="1"/>
            </p:cNvSpPr>
            <p:nvPr/>
          </p:nvSpPr>
          <p:spPr bwMode="auto">
            <a:xfrm>
              <a:off x="6819900"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85" name="Rectangle 23">
              <a:extLst>
                <a:ext uri="{FF2B5EF4-FFF2-40B4-BE49-F238E27FC236}">
                  <a16:creationId xmlns:a16="http://schemas.microsoft.com/office/drawing/2014/main" id="{35061475-6C68-4E08-968B-F04DBA8749C3}"/>
                </a:ext>
              </a:extLst>
            </p:cNvPr>
            <p:cNvSpPr>
              <a:spLocks noChangeArrowheads="1"/>
            </p:cNvSpPr>
            <p:nvPr/>
          </p:nvSpPr>
          <p:spPr bwMode="auto">
            <a:xfrm>
              <a:off x="3668713" y="1995488"/>
              <a:ext cx="217170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86" name="Rectangle 24">
              <a:extLst>
                <a:ext uri="{FF2B5EF4-FFF2-40B4-BE49-F238E27FC236}">
                  <a16:creationId xmlns:a16="http://schemas.microsoft.com/office/drawing/2014/main" id="{B1831806-128C-45FD-B6A1-0531B277F524}"/>
                </a:ext>
              </a:extLst>
            </p:cNvPr>
            <p:cNvSpPr>
              <a:spLocks noChangeArrowheads="1"/>
            </p:cNvSpPr>
            <p:nvPr/>
          </p:nvSpPr>
          <p:spPr bwMode="auto">
            <a:xfrm>
              <a:off x="2600325"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87" name="Rectangle 25">
              <a:extLst>
                <a:ext uri="{FF2B5EF4-FFF2-40B4-BE49-F238E27FC236}">
                  <a16:creationId xmlns:a16="http://schemas.microsoft.com/office/drawing/2014/main" id="{108D0163-D913-42FF-B1DB-0027ADDFBB0A}"/>
                </a:ext>
              </a:extLst>
            </p:cNvPr>
            <p:cNvSpPr>
              <a:spLocks noChangeArrowheads="1"/>
            </p:cNvSpPr>
            <p:nvPr/>
          </p:nvSpPr>
          <p:spPr bwMode="auto">
            <a:xfrm>
              <a:off x="6021388" y="1495425"/>
              <a:ext cx="684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Count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88" name="Rectangle 26">
              <a:extLst>
                <a:ext uri="{FF2B5EF4-FFF2-40B4-BE49-F238E27FC236}">
                  <a16:creationId xmlns:a16="http://schemas.microsoft.com/office/drawing/2014/main" id="{76B21F62-C62C-4287-B302-40AB87EB4A1E}"/>
                </a:ext>
              </a:extLst>
            </p:cNvPr>
            <p:cNvSpPr>
              <a:spLocks noChangeArrowheads="1"/>
            </p:cNvSpPr>
            <p:nvPr/>
          </p:nvSpPr>
          <p:spPr bwMode="auto">
            <a:xfrm>
              <a:off x="2778125" y="1914525"/>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89" name="Rectangle 27">
              <a:extLst>
                <a:ext uri="{FF2B5EF4-FFF2-40B4-BE49-F238E27FC236}">
                  <a16:creationId xmlns:a16="http://schemas.microsoft.com/office/drawing/2014/main" id="{A043CF72-80B3-4307-9CF0-073B16F2FB84}"/>
                </a:ext>
              </a:extLst>
            </p:cNvPr>
            <p:cNvSpPr>
              <a:spLocks noChangeArrowheads="1"/>
            </p:cNvSpPr>
            <p:nvPr/>
          </p:nvSpPr>
          <p:spPr bwMode="auto">
            <a:xfrm>
              <a:off x="2903538"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90" name="Rectangle 28">
              <a:extLst>
                <a:ext uri="{FF2B5EF4-FFF2-40B4-BE49-F238E27FC236}">
                  <a16:creationId xmlns:a16="http://schemas.microsoft.com/office/drawing/2014/main" id="{61CAB158-F10C-4D37-BEA2-14F06BFD3A54}"/>
                </a:ext>
              </a:extLst>
            </p:cNvPr>
            <p:cNvSpPr>
              <a:spLocks noChangeArrowheads="1"/>
            </p:cNvSpPr>
            <p:nvPr/>
          </p:nvSpPr>
          <p:spPr bwMode="auto">
            <a:xfrm>
              <a:off x="3017838" y="1914525"/>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91" name="Rectangle 29">
              <a:extLst>
                <a:ext uri="{FF2B5EF4-FFF2-40B4-BE49-F238E27FC236}">
                  <a16:creationId xmlns:a16="http://schemas.microsoft.com/office/drawing/2014/main" id="{119F2AB4-3B4E-47D0-90EE-0F73D6311FB3}"/>
                </a:ext>
              </a:extLst>
            </p:cNvPr>
            <p:cNvSpPr>
              <a:spLocks noChangeArrowheads="1"/>
            </p:cNvSpPr>
            <p:nvPr/>
          </p:nvSpPr>
          <p:spPr bwMode="auto">
            <a:xfrm>
              <a:off x="3141663"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92" name="Rectangle 30">
              <a:extLst>
                <a:ext uri="{FF2B5EF4-FFF2-40B4-BE49-F238E27FC236}">
                  <a16:creationId xmlns:a16="http://schemas.microsoft.com/office/drawing/2014/main" id="{D48D4343-881A-4CE6-9471-01ED501886C2}"/>
                </a:ext>
              </a:extLst>
            </p:cNvPr>
            <p:cNvSpPr>
              <a:spLocks noChangeArrowheads="1"/>
            </p:cNvSpPr>
            <p:nvPr/>
          </p:nvSpPr>
          <p:spPr bwMode="auto">
            <a:xfrm>
              <a:off x="3254375" y="1914525"/>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93" name="Rectangle 31">
              <a:extLst>
                <a:ext uri="{FF2B5EF4-FFF2-40B4-BE49-F238E27FC236}">
                  <a16:creationId xmlns:a16="http://schemas.microsoft.com/office/drawing/2014/main" id="{F4BE758D-D28E-4F9F-9812-2DFB542B0FE6}"/>
                </a:ext>
              </a:extLst>
            </p:cNvPr>
            <p:cNvSpPr>
              <a:spLocks noChangeArrowheads="1"/>
            </p:cNvSpPr>
            <p:nvPr/>
          </p:nvSpPr>
          <p:spPr bwMode="auto">
            <a:xfrm>
              <a:off x="3668713"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94" name="Rectangle 32">
              <a:extLst>
                <a:ext uri="{FF2B5EF4-FFF2-40B4-BE49-F238E27FC236}">
                  <a16:creationId xmlns:a16="http://schemas.microsoft.com/office/drawing/2014/main" id="{DC793961-8218-42A6-A896-AAAAFFD5232E}"/>
                </a:ext>
              </a:extLst>
            </p:cNvPr>
            <p:cNvSpPr>
              <a:spLocks noChangeArrowheads="1"/>
            </p:cNvSpPr>
            <p:nvPr/>
          </p:nvSpPr>
          <p:spPr bwMode="auto">
            <a:xfrm>
              <a:off x="3379788"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95" name="Rectangle 33">
              <a:extLst>
                <a:ext uri="{FF2B5EF4-FFF2-40B4-BE49-F238E27FC236}">
                  <a16:creationId xmlns:a16="http://schemas.microsoft.com/office/drawing/2014/main" id="{01FA21C8-C193-4205-88A5-84AC9B8902EF}"/>
                </a:ext>
              </a:extLst>
            </p:cNvPr>
            <p:cNvSpPr>
              <a:spLocks noChangeArrowheads="1"/>
            </p:cNvSpPr>
            <p:nvPr/>
          </p:nvSpPr>
          <p:spPr bwMode="auto">
            <a:xfrm>
              <a:off x="3813175" y="209867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96" name="Rectangle 34">
              <a:extLst>
                <a:ext uri="{FF2B5EF4-FFF2-40B4-BE49-F238E27FC236}">
                  <a16:creationId xmlns:a16="http://schemas.microsoft.com/office/drawing/2014/main" id="{D4AED5C8-5ECC-4C49-BAAC-98F1A5074B96}"/>
                </a:ext>
              </a:extLst>
            </p:cNvPr>
            <p:cNvSpPr>
              <a:spLocks noChangeArrowheads="1"/>
            </p:cNvSpPr>
            <p:nvPr/>
          </p:nvSpPr>
          <p:spPr bwMode="auto">
            <a:xfrm>
              <a:off x="3959225"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97" name="Rectangle 35">
              <a:extLst>
                <a:ext uri="{FF2B5EF4-FFF2-40B4-BE49-F238E27FC236}">
                  <a16:creationId xmlns:a16="http://schemas.microsoft.com/office/drawing/2014/main" id="{9441FEA9-EE83-439D-B82A-DDC419BF98E5}"/>
                </a:ext>
              </a:extLst>
            </p:cNvPr>
            <p:cNvSpPr>
              <a:spLocks noChangeArrowheads="1"/>
            </p:cNvSpPr>
            <p:nvPr/>
          </p:nvSpPr>
          <p:spPr bwMode="auto">
            <a:xfrm>
              <a:off x="4075113" y="209867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98" name="Rectangle 36">
              <a:extLst>
                <a:ext uri="{FF2B5EF4-FFF2-40B4-BE49-F238E27FC236}">
                  <a16:creationId xmlns:a16="http://schemas.microsoft.com/office/drawing/2014/main" id="{5CF16B27-2DFD-481D-959B-8989710C751F}"/>
                </a:ext>
              </a:extLst>
            </p:cNvPr>
            <p:cNvSpPr>
              <a:spLocks noChangeArrowheads="1"/>
            </p:cNvSpPr>
            <p:nvPr/>
          </p:nvSpPr>
          <p:spPr bwMode="auto">
            <a:xfrm>
              <a:off x="4222750"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99" name="Rectangle 37">
              <a:extLst>
                <a:ext uri="{FF2B5EF4-FFF2-40B4-BE49-F238E27FC236}">
                  <a16:creationId xmlns:a16="http://schemas.microsoft.com/office/drawing/2014/main" id="{211F995F-EE15-46BA-BF5A-350AD3754242}"/>
                </a:ext>
              </a:extLst>
            </p:cNvPr>
            <p:cNvSpPr>
              <a:spLocks noChangeArrowheads="1"/>
            </p:cNvSpPr>
            <p:nvPr/>
          </p:nvSpPr>
          <p:spPr bwMode="auto">
            <a:xfrm>
              <a:off x="4333875" y="209867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00" name="Rectangle 38">
              <a:extLst>
                <a:ext uri="{FF2B5EF4-FFF2-40B4-BE49-F238E27FC236}">
                  <a16:creationId xmlns:a16="http://schemas.microsoft.com/office/drawing/2014/main" id="{C6608152-8188-42AE-A66D-76E7521F17FC}"/>
                </a:ext>
              </a:extLst>
            </p:cNvPr>
            <p:cNvSpPr>
              <a:spLocks noChangeArrowheads="1"/>
            </p:cNvSpPr>
            <p:nvPr/>
          </p:nvSpPr>
          <p:spPr bwMode="auto">
            <a:xfrm>
              <a:off x="4481513"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01" name="Rectangle 39">
              <a:extLst>
                <a:ext uri="{FF2B5EF4-FFF2-40B4-BE49-F238E27FC236}">
                  <a16:creationId xmlns:a16="http://schemas.microsoft.com/office/drawing/2014/main" id="{CF987964-05BB-4AA9-AF0F-EDD73002CEB6}"/>
                </a:ext>
              </a:extLst>
            </p:cNvPr>
            <p:cNvSpPr>
              <a:spLocks noChangeArrowheads="1"/>
            </p:cNvSpPr>
            <p:nvPr/>
          </p:nvSpPr>
          <p:spPr bwMode="auto">
            <a:xfrm>
              <a:off x="4899025" y="209867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02" name="Rectangle 40">
              <a:extLst>
                <a:ext uri="{FF2B5EF4-FFF2-40B4-BE49-F238E27FC236}">
                  <a16:creationId xmlns:a16="http://schemas.microsoft.com/office/drawing/2014/main" id="{F2E6F72C-9F62-448E-95CA-D17A5223860F}"/>
                </a:ext>
              </a:extLst>
            </p:cNvPr>
            <p:cNvSpPr>
              <a:spLocks noChangeArrowheads="1"/>
            </p:cNvSpPr>
            <p:nvPr/>
          </p:nvSpPr>
          <p:spPr bwMode="auto">
            <a:xfrm>
              <a:off x="5045075"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03" name="Rectangle 41">
              <a:extLst>
                <a:ext uri="{FF2B5EF4-FFF2-40B4-BE49-F238E27FC236}">
                  <a16:creationId xmlns:a16="http://schemas.microsoft.com/office/drawing/2014/main" id="{2B19D7E5-B115-4F29-BCAA-473EF04C4F06}"/>
                </a:ext>
              </a:extLst>
            </p:cNvPr>
            <p:cNvSpPr>
              <a:spLocks noChangeArrowheads="1"/>
            </p:cNvSpPr>
            <p:nvPr/>
          </p:nvSpPr>
          <p:spPr bwMode="auto">
            <a:xfrm>
              <a:off x="5157788" y="209867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04" name="Rectangle 42">
              <a:extLst>
                <a:ext uri="{FF2B5EF4-FFF2-40B4-BE49-F238E27FC236}">
                  <a16:creationId xmlns:a16="http://schemas.microsoft.com/office/drawing/2014/main" id="{E0EA569C-0678-4DEE-BAD6-984525A8580E}"/>
                </a:ext>
              </a:extLst>
            </p:cNvPr>
            <p:cNvSpPr>
              <a:spLocks noChangeArrowheads="1"/>
            </p:cNvSpPr>
            <p:nvPr/>
          </p:nvSpPr>
          <p:spPr bwMode="auto">
            <a:xfrm>
              <a:off x="5305425"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05" name="Rectangle 43">
              <a:extLst>
                <a:ext uri="{FF2B5EF4-FFF2-40B4-BE49-F238E27FC236}">
                  <a16:creationId xmlns:a16="http://schemas.microsoft.com/office/drawing/2014/main" id="{3681C4E0-00DF-45DE-A4B2-8F9BB7631852}"/>
                </a:ext>
              </a:extLst>
            </p:cNvPr>
            <p:cNvSpPr>
              <a:spLocks noChangeArrowheads="1"/>
            </p:cNvSpPr>
            <p:nvPr/>
          </p:nvSpPr>
          <p:spPr bwMode="auto">
            <a:xfrm>
              <a:off x="5421313" y="209867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06" name="Rectangle 44">
              <a:extLst>
                <a:ext uri="{FF2B5EF4-FFF2-40B4-BE49-F238E27FC236}">
                  <a16:creationId xmlns:a16="http://schemas.microsoft.com/office/drawing/2014/main" id="{74FAAA09-C420-48AE-821A-3610DF918819}"/>
                </a:ext>
              </a:extLst>
            </p:cNvPr>
            <p:cNvSpPr>
              <a:spLocks noChangeArrowheads="1"/>
            </p:cNvSpPr>
            <p:nvPr/>
          </p:nvSpPr>
          <p:spPr bwMode="auto">
            <a:xfrm>
              <a:off x="5829300"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07" name="Rectangle 45">
              <a:extLst>
                <a:ext uri="{FF2B5EF4-FFF2-40B4-BE49-F238E27FC236}">
                  <a16:creationId xmlns:a16="http://schemas.microsoft.com/office/drawing/2014/main" id="{EDE04C95-DB61-42DC-BF06-16F78940A82C}"/>
                </a:ext>
              </a:extLst>
            </p:cNvPr>
            <p:cNvSpPr>
              <a:spLocks noChangeArrowheads="1"/>
            </p:cNvSpPr>
            <p:nvPr/>
          </p:nvSpPr>
          <p:spPr bwMode="auto">
            <a:xfrm>
              <a:off x="5567363"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08" name="Rectangle 46">
              <a:extLst>
                <a:ext uri="{FF2B5EF4-FFF2-40B4-BE49-F238E27FC236}">
                  <a16:creationId xmlns:a16="http://schemas.microsoft.com/office/drawing/2014/main" id="{E3E24A1A-E2FF-4284-9DEB-22336F8ED145}"/>
                </a:ext>
              </a:extLst>
            </p:cNvPr>
            <p:cNvSpPr>
              <a:spLocks noChangeArrowheads="1"/>
            </p:cNvSpPr>
            <p:nvPr/>
          </p:nvSpPr>
          <p:spPr bwMode="auto">
            <a:xfrm>
              <a:off x="5984875" y="1914525"/>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09" name="Rectangle 47">
              <a:extLst>
                <a:ext uri="{FF2B5EF4-FFF2-40B4-BE49-F238E27FC236}">
                  <a16:creationId xmlns:a16="http://schemas.microsoft.com/office/drawing/2014/main" id="{26B4DFBD-7A40-40E8-877C-9D89BE357DE4}"/>
                </a:ext>
              </a:extLst>
            </p:cNvPr>
            <p:cNvSpPr>
              <a:spLocks noChangeArrowheads="1"/>
            </p:cNvSpPr>
            <p:nvPr/>
          </p:nvSpPr>
          <p:spPr bwMode="auto">
            <a:xfrm>
              <a:off x="6102350"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10" name="Rectangle 48">
              <a:extLst>
                <a:ext uri="{FF2B5EF4-FFF2-40B4-BE49-F238E27FC236}">
                  <a16:creationId xmlns:a16="http://schemas.microsoft.com/office/drawing/2014/main" id="{C7623DAC-C288-4903-86DC-8758186633F9}"/>
                </a:ext>
              </a:extLst>
            </p:cNvPr>
            <p:cNvSpPr>
              <a:spLocks noChangeArrowheads="1"/>
            </p:cNvSpPr>
            <p:nvPr/>
          </p:nvSpPr>
          <p:spPr bwMode="auto">
            <a:xfrm>
              <a:off x="6216650" y="1914525"/>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11" name="Rectangle 49">
              <a:extLst>
                <a:ext uri="{FF2B5EF4-FFF2-40B4-BE49-F238E27FC236}">
                  <a16:creationId xmlns:a16="http://schemas.microsoft.com/office/drawing/2014/main" id="{C98FFDAE-56A5-47C4-B52A-C164C9FEB6E3}"/>
                </a:ext>
              </a:extLst>
            </p:cNvPr>
            <p:cNvSpPr>
              <a:spLocks noChangeArrowheads="1"/>
            </p:cNvSpPr>
            <p:nvPr/>
          </p:nvSpPr>
          <p:spPr bwMode="auto">
            <a:xfrm>
              <a:off x="6335713"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12" name="Rectangle 50">
              <a:extLst>
                <a:ext uri="{FF2B5EF4-FFF2-40B4-BE49-F238E27FC236}">
                  <a16:creationId xmlns:a16="http://schemas.microsoft.com/office/drawing/2014/main" id="{4FDE883D-9C16-49DD-BDB7-9894F801E3B9}"/>
                </a:ext>
              </a:extLst>
            </p:cNvPr>
            <p:cNvSpPr>
              <a:spLocks noChangeArrowheads="1"/>
            </p:cNvSpPr>
            <p:nvPr/>
          </p:nvSpPr>
          <p:spPr bwMode="auto">
            <a:xfrm>
              <a:off x="6448425" y="1914525"/>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13" name="Rectangle 51">
              <a:extLst>
                <a:ext uri="{FF2B5EF4-FFF2-40B4-BE49-F238E27FC236}">
                  <a16:creationId xmlns:a16="http://schemas.microsoft.com/office/drawing/2014/main" id="{FC00C8AA-7CA4-4785-95A9-C4DF86E83BAC}"/>
                </a:ext>
              </a:extLst>
            </p:cNvPr>
            <p:cNvSpPr>
              <a:spLocks noChangeArrowheads="1"/>
            </p:cNvSpPr>
            <p:nvPr/>
          </p:nvSpPr>
          <p:spPr bwMode="auto">
            <a:xfrm>
              <a:off x="6819900"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14" name="Rectangle 52">
              <a:extLst>
                <a:ext uri="{FF2B5EF4-FFF2-40B4-BE49-F238E27FC236}">
                  <a16:creationId xmlns:a16="http://schemas.microsoft.com/office/drawing/2014/main" id="{507FEFFB-BB3C-4688-8776-0A9AB8E0DF51}"/>
                </a:ext>
              </a:extLst>
            </p:cNvPr>
            <p:cNvSpPr>
              <a:spLocks noChangeArrowheads="1"/>
            </p:cNvSpPr>
            <p:nvPr/>
          </p:nvSpPr>
          <p:spPr bwMode="auto">
            <a:xfrm>
              <a:off x="2600325" y="2452688"/>
              <a:ext cx="422275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15" name="Rectangle 53">
              <a:extLst>
                <a:ext uri="{FF2B5EF4-FFF2-40B4-BE49-F238E27FC236}">
                  <a16:creationId xmlns:a16="http://schemas.microsoft.com/office/drawing/2014/main" id="{206AD2EA-6328-4616-ABF4-9535AFC41270}"/>
                </a:ext>
              </a:extLst>
            </p:cNvPr>
            <p:cNvSpPr>
              <a:spLocks noChangeArrowheads="1"/>
            </p:cNvSpPr>
            <p:nvPr/>
          </p:nvSpPr>
          <p:spPr bwMode="auto">
            <a:xfrm>
              <a:off x="6567488"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16" name="Rectangle 54">
              <a:extLst>
                <a:ext uri="{FF2B5EF4-FFF2-40B4-BE49-F238E27FC236}">
                  <a16:creationId xmlns:a16="http://schemas.microsoft.com/office/drawing/2014/main" id="{4D52F309-3ABC-480A-BE13-D380DEB75F89}"/>
                </a:ext>
              </a:extLst>
            </p:cNvPr>
            <p:cNvSpPr>
              <a:spLocks noChangeArrowheads="1"/>
            </p:cNvSpPr>
            <p:nvPr/>
          </p:nvSpPr>
          <p:spPr bwMode="auto">
            <a:xfrm>
              <a:off x="2600325"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17" name="Rectangle 55">
              <a:extLst>
                <a:ext uri="{FF2B5EF4-FFF2-40B4-BE49-F238E27FC236}">
                  <a16:creationId xmlns:a16="http://schemas.microsoft.com/office/drawing/2014/main" id="{9F3CA1AD-97D6-4F0D-90AE-C0770F7527A5}"/>
                </a:ext>
              </a:extLst>
            </p:cNvPr>
            <p:cNvSpPr>
              <a:spLocks noChangeArrowheads="1"/>
            </p:cNvSpPr>
            <p:nvPr/>
          </p:nvSpPr>
          <p:spPr bwMode="auto">
            <a:xfrm>
              <a:off x="2274888" y="254635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18" name="Rectangle 56">
              <a:extLst>
                <a:ext uri="{FF2B5EF4-FFF2-40B4-BE49-F238E27FC236}">
                  <a16:creationId xmlns:a16="http://schemas.microsoft.com/office/drawing/2014/main" id="{67452341-47AB-4BE8-92BD-4624AE0F1274}"/>
                </a:ext>
              </a:extLst>
            </p:cNvPr>
            <p:cNvSpPr>
              <a:spLocks noChangeArrowheads="1"/>
            </p:cNvSpPr>
            <p:nvPr/>
          </p:nvSpPr>
          <p:spPr bwMode="auto">
            <a:xfrm>
              <a:off x="3668713"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19" name="Rectangle 57">
              <a:extLst>
                <a:ext uri="{FF2B5EF4-FFF2-40B4-BE49-F238E27FC236}">
                  <a16:creationId xmlns:a16="http://schemas.microsoft.com/office/drawing/2014/main" id="{2806ABBF-BE04-47BD-B596-E3D9AE704774}"/>
                </a:ext>
              </a:extLst>
            </p:cNvPr>
            <p:cNvSpPr>
              <a:spLocks noChangeArrowheads="1"/>
            </p:cNvSpPr>
            <p:nvPr/>
          </p:nvSpPr>
          <p:spPr bwMode="auto">
            <a:xfrm>
              <a:off x="2946400"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20" name="Rectangle 58">
              <a:extLst>
                <a:ext uri="{FF2B5EF4-FFF2-40B4-BE49-F238E27FC236}">
                  <a16:creationId xmlns:a16="http://schemas.microsoft.com/office/drawing/2014/main" id="{1B91D9CA-940A-43FB-9390-C5903F66E013}"/>
                </a:ext>
              </a:extLst>
            </p:cNvPr>
            <p:cNvSpPr>
              <a:spLocks noChangeArrowheads="1"/>
            </p:cNvSpPr>
            <p:nvPr/>
          </p:nvSpPr>
          <p:spPr bwMode="auto">
            <a:xfrm>
              <a:off x="4010025"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21" name="Rectangle 59">
              <a:extLst>
                <a:ext uri="{FF2B5EF4-FFF2-40B4-BE49-F238E27FC236}">
                  <a16:creationId xmlns:a16="http://schemas.microsoft.com/office/drawing/2014/main" id="{397C254F-11A1-4AC9-A756-9DE75E761E1E}"/>
                </a:ext>
              </a:extLst>
            </p:cNvPr>
            <p:cNvSpPr>
              <a:spLocks noChangeArrowheads="1"/>
            </p:cNvSpPr>
            <p:nvPr/>
          </p:nvSpPr>
          <p:spPr bwMode="auto">
            <a:xfrm>
              <a:off x="5829300"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22" name="Rectangle 60">
              <a:extLst>
                <a:ext uri="{FF2B5EF4-FFF2-40B4-BE49-F238E27FC236}">
                  <a16:creationId xmlns:a16="http://schemas.microsoft.com/office/drawing/2014/main" id="{F765AE3C-9003-4C8B-9BFB-8B6F42EAED14}"/>
                </a:ext>
              </a:extLst>
            </p:cNvPr>
            <p:cNvSpPr>
              <a:spLocks noChangeArrowheads="1"/>
            </p:cNvSpPr>
            <p:nvPr/>
          </p:nvSpPr>
          <p:spPr bwMode="auto">
            <a:xfrm>
              <a:off x="5091113"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23" name="Rectangle 61">
              <a:extLst>
                <a:ext uri="{FF2B5EF4-FFF2-40B4-BE49-F238E27FC236}">
                  <a16:creationId xmlns:a16="http://schemas.microsoft.com/office/drawing/2014/main" id="{8A81D7BD-CEBC-4D49-8FC1-32E7466EE725}"/>
                </a:ext>
              </a:extLst>
            </p:cNvPr>
            <p:cNvSpPr>
              <a:spLocks noChangeArrowheads="1"/>
            </p:cNvSpPr>
            <p:nvPr/>
          </p:nvSpPr>
          <p:spPr bwMode="auto">
            <a:xfrm>
              <a:off x="6819900"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24" name="Rectangle 62">
              <a:extLst>
                <a:ext uri="{FF2B5EF4-FFF2-40B4-BE49-F238E27FC236}">
                  <a16:creationId xmlns:a16="http://schemas.microsoft.com/office/drawing/2014/main" id="{610BD230-979B-4DF8-8DE7-872E8454DCE1}"/>
                </a:ext>
              </a:extLst>
            </p:cNvPr>
            <p:cNvSpPr>
              <a:spLocks noChangeArrowheads="1"/>
            </p:cNvSpPr>
            <p:nvPr/>
          </p:nvSpPr>
          <p:spPr bwMode="auto">
            <a:xfrm>
              <a:off x="6126163"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25" name="Rectangle 63">
              <a:extLst>
                <a:ext uri="{FF2B5EF4-FFF2-40B4-BE49-F238E27FC236}">
                  <a16:creationId xmlns:a16="http://schemas.microsoft.com/office/drawing/2014/main" id="{288C2E48-DED1-4B48-A725-D3E86E9B1F38}"/>
                </a:ext>
              </a:extLst>
            </p:cNvPr>
            <p:cNvSpPr>
              <a:spLocks noChangeArrowheads="1"/>
            </p:cNvSpPr>
            <p:nvPr/>
          </p:nvSpPr>
          <p:spPr bwMode="auto">
            <a:xfrm>
              <a:off x="2600325"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26" name="Rectangle 64">
              <a:extLst>
                <a:ext uri="{FF2B5EF4-FFF2-40B4-BE49-F238E27FC236}">
                  <a16:creationId xmlns:a16="http://schemas.microsoft.com/office/drawing/2014/main" id="{6CD5A173-7100-4235-A724-410CE92E3350}"/>
                </a:ext>
              </a:extLst>
            </p:cNvPr>
            <p:cNvSpPr>
              <a:spLocks noChangeArrowheads="1"/>
            </p:cNvSpPr>
            <p:nvPr/>
          </p:nvSpPr>
          <p:spPr bwMode="auto">
            <a:xfrm>
              <a:off x="2274888" y="2851150"/>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27" name="Rectangle 65">
              <a:extLst>
                <a:ext uri="{FF2B5EF4-FFF2-40B4-BE49-F238E27FC236}">
                  <a16:creationId xmlns:a16="http://schemas.microsoft.com/office/drawing/2014/main" id="{8E924B9B-3E5C-4587-85CA-CA372C0A610A}"/>
                </a:ext>
              </a:extLst>
            </p:cNvPr>
            <p:cNvSpPr>
              <a:spLocks noChangeArrowheads="1"/>
            </p:cNvSpPr>
            <p:nvPr/>
          </p:nvSpPr>
          <p:spPr bwMode="auto">
            <a:xfrm>
              <a:off x="3668713"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28" name="Rectangle 66">
              <a:extLst>
                <a:ext uri="{FF2B5EF4-FFF2-40B4-BE49-F238E27FC236}">
                  <a16:creationId xmlns:a16="http://schemas.microsoft.com/office/drawing/2014/main" id="{87498B21-DCE1-4DB9-838D-2B56AA2B0C8E}"/>
                </a:ext>
              </a:extLst>
            </p:cNvPr>
            <p:cNvSpPr>
              <a:spLocks noChangeArrowheads="1"/>
            </p:cNvSpPr>
            <p:nvPr/>
          </p:nvSpPr>
          <p:spPr bwMode="auto">
            <a:xfrm>
              <a:off x="2947988"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29" name="Rectangle 67">
              <a:extLst>
                <a:ext uri="{FF2B5EF4-FFF2-40B4-BE49-F238E27FC236}">
                  <a16:creationId xmlns:a16="http://schemas.microsoft.com/office/drawing/2014/main" id="{C193FC3F-761E-4151-8EB8-510E5FFD41C2}"/>
                </a:ext>
              </a:extLst>
            </p:cNvPr>
            <p:cNvSpPr>
              <a:spLocks noChangeArrowheads="1"/>
            </p:cNvSpPr>
            <p:nvPr/>
          </p:nvSpPr>
          <p:spPr bwMode="auto">
            <a:xfrm>
              <a:off x="4011613"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30" name="Rectangle 68">
              <a:extLst>
                <a:ext uri="{FF2B5EF4-FFF2-40B4-BE49-F238E27FC236}">
                  <a16:creationId xmlns:a16="http://schemas.microsoft.com/office/drawing/2014/main" id="{969D8C88-90AB-4B6E-99FC-13A9200EDD48}"/>
                </a:ext>
              </a:extLst>
            </p:cNvPr>
            <p:cNvSpPr>
              <a:spLocks noChangeArrowheads="1"/>
            </p:cNvSpPr>
            <p:nvPr/>
          </p:nvSpPr>
          <p:spPr bwMode="auto">
            <a:xfrm>
              <a:off x="5829300"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31" name="Rectangle 69">
              <a:extLst>
                <a:ext uri="{FF2B5EF4-FFF2-40B4-BE49-F238E27FC236}">
                  <a16:creationId xmlns:a16="http://schemas.microsoft.com/office/drawing/2014/main" id="{099167C0-9A22-42B2-86F9-D4381A1FBAB9}"/>
                </a:ext>
              </a:extLst>
            </p:cNvPr>
            <p:cNvSpPr>
              <a:spLocks noChangeArrowheads="1"/>
            </p:cNvSpPr>
            <p:nvPr/>
          </p:nvSpPr>
          <p:spPr bwMode="auto">
            <a:xfrm>
              <a:off x="5092700"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32" name="Rectangle 70">
              <a:extLst>
                <a:ext uri="{FF2B5EF4-FFF2-40B4-BE49-F238E27FC236}">
                  <a16:creationId xmlns:a16="http://schemas.microsoft.com/office/drawing/2014/main" id="{F1267A47-DEAE-4E1A-90D6-F1C285252204}"/>
                </a:ext>
              </a:extLst>
            </p:cNvPr>
            <p:cNvSpPr>
              <a:spLocks noChangeArrowheads="1"/>
            </p:cNvSpPr>
            <p:nvPr/>
          </p:nvSpPr>
          <p:spPr bwMode="auto">
            <a:xfrm>
              <a:off x="6819900"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33" name="Rectangle 71">
              <a:extLst>
                <a:ext uri="{FF2B5EF4-FFF2-40B4-BE49-F238E27FC236}">
                  <a16:creationId xmlns:a16="http://schemas.microsoft.com/office/drawing/2014/main" id="{7EF6C2D4-A48E-400C-9C25-DCD50324B4EC}"/>
                </a:ext>
              </a:extLst>
            </p:cNvPr>
            <p:cNvSpPr>
              <a:spLocks noChangeArrowheads="1"/>
            </p:cNvSpPr>
            <p:nvPr/>
          </p:nvSpPr>
          <p:spPr bwMode="auto">
            <a:xfrm>
              <a:off x="6127750"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34" name="Rectangle 72">
              <a:extLst>
                <a:ext uri="{FF2B5EF4-FFF2-40B4-BE49-F238E27FC236}">
                  <a16:creationId xmlns:a16="http://schemas.microsoft.com/office/drawing/2014/main" id="{3D7BB059-992A-4FAD-97B7-2015092D4E3B}"/>
                </a:ext>
              </a:extLst>
            </p:cNvPr>
            <p:cNvSpPr>
              <a:spLocks noChangeArrowheads="1"/>
            </p:cNvSpPr>
            <p:nvPr/>
          </p:nvSpPr>
          <p:spPr bwMode="auto">
            <a:xfrm>
              <a:off x="2600325"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35" name="Rectangle 73">
              <a:extLst>
                <a:ext uri="{FF2B5EF4-FFF2-40B4-BE49-F238E27FC236}">
                  <a16:creationId xmlns:a16="http://schemas.microsoft.com/office/drawing/2014/main" id="{7F593280-2B2A-4B5C-80A8-C6C9580A6B03}"/>
                </a:ext>
              </a:extLst>
            </p:cNvPr>
            <p:cNvSpPr>
              <a:spLocks noChangeArrowheads="1"/>
            </p:cNvSpPr>
            <p:nvPr/>
          </p:nvSpPr>
          <p:spPr bwMode="auto">
            <a:xfrm>
              <a:off x="2274888" y="3152775"/>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36" name="Rectangle 74">
              <a:extLst>
                <a:ext uri="{FF2B5EF4-FFF2-40B4-BE49-F238E27FC236}">
                  <a16:creationId xmlns:a16="http://schemas.microsoft.com/office/drawing/2014/main" id="{B231913C-9C1B-4D77-A716-9ED32025D468}"/>
                </a:ext>
              </a:extLst>
            </p:cNvPr>
            <p:cNvSpPr>
              <a:spLocks noChangeArrowheads="1"/>
            </p:cNvSpPr>
            <p:nvPr/>
          </p:nvSpPr>
          <p:spPr bwMode="auto">
            <a:xfrm>
              <a:off x="3668713"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37" name="Rectangle 75">
              <a:extLst>
                <a:ext uri="{FF2B5EF4-FFF2-40B4-BE49-F238E27FC236}">
                  <a16:creationId xmlns:a16="http://schemas.microsoft.com/office/drawing/2014/main" id="{C65D138A-10E2-44C3-82F8-88DB2E8ED8AC}"/>
                </a:ext>
              </a:extLst>
            </p:cNvPr>
            <p:cNvSpPr>
              <a:spLocks noChangeArrowheads="1"/>
            </p:cNvSpPr>
            <p:nvPr/>
          </p:nvSpPr>
          <p:spPr bwMode="auto">
            <a:xfrm>
              <a:off x="2947988"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38" name="Rectangle 76">
              <a:extLst>
                <a:ext uri="{FF2B5EF4-FFF2-40B4-BE49-F238E27FC236}">
                  <a16:creationId xmlns:a16="http://schemas.microsoft.com/office/drawing/2014/main" id="{871B5D49-272C-44FE-9796-5D316E8C019C}"/>
                </a:ext>
              </a:extLst>
            </p:cNvPr>
            <p:cNvSpPr>
              <a:spLocks noChangeArrowheads="1"/>
            </p:cNvSpPr>
            <p:nvPr/>
          </p:nvSpPr>
          <p:spPr bwMode="auto">
            <a:xfrm>
              <a:off x="4011613"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39" name="Rectangle 77">
              <a:extLst>
                <a:ext uri="{FF2B5EF4-FFF2-40B4-BE49-F238E27FC236}">
                  <a16:creationId xmlns:a16="http://schemas.microsoft.com/office/drawing/2014/main" id="{D9DFFD72-CCBE-452D-B169-26324540DA0E}"/>
                </a:ext>
              </a:extLst>
            </p:cNvPr>
            <p:cNvSpPr>
              <a:spLocks noChangeArrowheads="1"/>
            </p:cNvSpPr>
            <p:nvPr/>
          </p:nvSpPr>
          <p:spPr bwMode="auto">
            <a:xfrm>
              <a:off x="5829300"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40" name="Rectangle 78">
              <a:extLst>
                <a:ext uri="{FF2B5EF4-FFF2-40B4-BE49-F238E27FC236}">
                  <a16:creationId xmlns:a16="http://schemas.microsoft.com/office/drawing/2014/main" id="{2B85EBD6-FDE1-41D3-94A2-BFBA54AF6ADE}"/>
                </a:ext>
              </a:extLst>
            </p:cNvPr>
            <p:cNvSpPr>
              <a:spLocks noChangeArrowheads="1"/>
            </p:cNvSpPr>
            <p:nvPr/>
          </p:nvSpPr>
          <p:spPr bwMode="auto">
            <a:xfrm>
              <a:off x="5092700"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41" name="Rectangle 79">
              <a:extLst>
                <a:ext uri="{FF2B5EF4-FFF2-40B4-BE49-F238E27FC236}">
                  <a16:creationId xmlns:a16="http://schemas.microsoft.com/office/drawing/2014/main" id="{BDC4B3DC-40D0-47F0-B797-90FD1329D064}"/>
                </a:ext>
              </a:extLst>
            </p:cNvPr>
            <p:cNvSpPr>
              <a:spLocks noChangeArrowheads="1"/>
            </p:cNvSpPr>
            <p:nvPr/>
          </p:nvSpPr>
          <p:spPr bwMode="auto">
            <a:xfrm>
              <a:off x="6819900"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42" name="Rectangle 80">
              <a:extLst>
                <a:ext uri="{FF2B5EF4-FFF2-40B4-BE49-F238E27FC236}">
                  <a16:creationId xmlns:a16="http://schemas.microsoft.com/office/drawing/2014/main" id="{3770BA30-27DE-4011-BEAF-D49DE71F4F49}"/>
                </a:ext>
              </a:extLst>
            </p:cNvPr>
            <p:cNvSpPr>
              <a:spLocks noChangeArrowheads="1"/>
            </p:cNvSpPr>
            <p:nvPr/>
          </p:nvSpPr>
          <p:spPr bwMode="auto">
            <a:xfrm>
              <a:off x="6127750"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43" name="Rectangle 81">
              <a:extLst>
                <a:ext uri="{FF2B5EF4-FFF2-40B4-BE49-F238E27FC236}">
                  <a16:creationId xmlns:a16="http://schemas.microsoft.com/office/drawing/2014/main" id="{3678E917-45A7-4571-BB0F-A82A5EEF6824}"/>
                </a:ext>
              </a:extLst>
            </p:cNvPr>
            <p:cNvSpPr>
              <a:spLocks noChangeArrowheads="1"/>
            </p:cNvSpPr>
            <p:nvPr/>
          </p:nvSpPr>
          <p:spPr bwMode="auto">
            <a:xfrm>
              <a:off x="2600325"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44" name="Rectangle 82">
              <a:extLst>
                <a:ext uri="{FF2B5EF4-FFF2-40B4-BE49-F238E27FC236}">
                  <a16:creationId xmlns:a16="http://schemas.microsoft.com/office/drawing/2014/main" id="{171B6CF9-A6C5-469D-8C00-5176A53BC068}"/>
                </a:ext>
              </a:extLst>
            </p:cNvPr>
            <p:cNvSpPr>
              <a:spLocks noChangeArrowheads="1"/>
            </p:cNvSpPr>
            <p:nvPr/>
          </p:nvSpPr>
          <p:spPr bwMode="auto">
            <a:xfrm>
              <a:off x="2274888" y="345757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45" name="Rectangle 83">
              <a:extLst>
                <a:ext uri="{FF2B5EF4-FFF2-40B4-BE49-F238E27FC236}">
                  <a16:creationId xmlns:a16="http://schemas.microsoft.com/office/drawing/2014/main" id="{1BF93A8C-2257-43BE-9595-67AF2C8659D4}"/>
                </a:ext>
              </a:extLst>
            </p:cNvPr>
            <p:cNvSpPr>
              <a:spLocks noChangeArrowheads="1"/>
            </p:cNvSpPr>
            <p:nvPr/>
          </p:nvSpPr>
          <p:spPr bwMode="auto">
            <a:xfrm>
              <a:off x="3668713"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46" name="Rectangle 84">
              <a:extLst>
                <a:ext uri="{FF2B5EF4-FFF2-40B4-BE49-F238E27FC236}">
                  <a16:creationId xmlns:a16="http://schemas.microsoft.com/office/drawing/2014/main" id="{E5F0BC89-8AFB-4817-A6C0-94930485083E}"/>
                </a:ext>
              </a:extLst>
            </p:cNvPr>
            <p:cNvSpPr>
              <a:spLocks noChangeArrowheads="1"/>
            </p:cNvSpPr>
            <p:nvPr/>
          </p:nvSpPr>
          <p:spPr bwMode="auto">
            <a:xfrm>
              <a:off x="2946400"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47" name="Rectangle 85">
              <a:extLst>
                <a:ext uri="{FF2B5EF4-FFF2-40B4-BE49-F238E27FC236}">
                  <a16:creationId xmlns:a16="http://schemas.microsoft.com/office/drawing/2014/main" id="{AFD53BF3-A55B-4A08-9D74-BA4195496DC8}"/>
                </a:ext>
              </a:extLst>
            </p:cNvPr>
            <p:cNvSpPr>
              <a:spLocks noChangeArrowheads="1"/>
            </p:cNvSpPr>
            <p:nvPr/>
          </p:nvSpPr>
          <p:spPr bwMode="auto">
            <a:xfrm>
              <a:off x="4010025"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48" name="Rectangle 86">
              <a:extLst>
                <a:ext uri="{FF2B5EF4-FFF2-40B4-BE49-F238E27FC236}">
                  <a16:creationId xmlns:a16="http://schemas.microsoft.com/office/drawing/2014/main" id="{1B825B85-C7E9-4171-B288-6AB31BF4D2B9}"/>
                </a:ext>
              </a:extLst>
            </p:cNvPr>
            <p:cNvSpPr>
              <a:spLocks noChangeArrowheads="1"/>
            </p:cNvSpPr>
            <p:nvPr/>
          </p:nvSpPr>
          <p:spPr bwMode="auto">
            <a:xfrm>
              <a:off x="5829300"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49" name="Rectangle 87">
              <a:extLst>
                <a:ext uri="{FF2B5EF4-FFF2-40B4-BE49-F238E27FC236}">
                  <a16:creationId xmlns:a16="http://schemas.microsoft.com/office/drawing/2014/main" id="{14BCC090-0C7F-4FFD-AE8D-0616B325C106}"/>
                </a:ext>
              </a:extLst>
            </p:cNvPr>
            <p:cNvSpPr>
              <a:spLocks noChangeArrowheads="1"/>
            </p:cNvSpPr>
            <p:nvPr/>
          </p:nvSpPr>
          <p:spPr bwMode="auto">
            <a:xfrm>
              <a:off x="5091113"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50" name="Rectangle 88">
              <a:extLst>
                <a:ext uri="{FF2B5EF4-FFF2-40B4-BE49-F238E27FC236}">
                  <a16:creationId xmlns:a16="http://schemas.microsoft.com/office/drawing/2014/main" id="{87B13635-3E6F-4C69-A52D-BD4C973DF72F}"/>
                </a:ext>
              </a:extLst>
            </p:cNvPr>
            <p:cNvSpPr>
              <a:spLocks noChangeArrowheads="1"/>
            </p:cNvSpPr>
            <p:nvPr/>
          </p:nvSpPr>
          <p:spPr bwMode="auto">
            <a:xfrm>
              <a:off x="6819900"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51" name="Rectangle 89">
              <a:extLst>
                <a:ext uri="{FF2B5EF4-FFF2-40B4-BE49-F238E27FC236}">
                  <a16:creationId xmlns:a16="http://schemas.microsoft.com/office/drawing/2014/main" id="{72A356B5-BA28-4CF3-9BEF-5802B027A3E6}"/>
                </a:ext>
              </a:extLst>
            </p:cNvPr>
            <p:cNvSpPr>
              <a:spLocks noChangeArrowheads="1"/>
            </p:cNvSpPr>
            <p:nvPr/>
          </p:nvSpPr>
          <p:spPr bwMode="auto">
            <a:xfrm>
              <a:off x="6126163"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52" name="Rectangle 90">
              <a:extLst>
                <a:ext uri="{FF2B5EF4-FFF2-40B4-BE49-F238E27FC236}">
                  <a16:creationId xmlns:a16="http://schemas.microsoft.com/office/drawing/2014/main" id="{6406D483-9F5D-4920-8F95-3EE9D724E2AC}"/>
                </a:ext>
              </a:extLst>
            </p:cNvPr>
            <p:cNvSpPr>
              <a:spLocks noChangeArrowheads="1"/>
            </p:cNvSpPr>
            <p:nvPr/>
          </p:nvSpPr>
          <p:spPr bwMode="auto">
            <a:xfrm>
              <a:off x="2600325"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53" name="Rectangle 91">
              <a:extLst>
                <a:ext uri="{FF2B5EF4-FFF2-40B4-BE49-F238E27FC236}">
                  <a16:creationId xmlns:a16="http://schemas.microsoft.com/office/drawing/2014/main" id="{4C74CA93-34CA-4EF2-859C-5CA592311FCF}"/>
                </a:ext>
              </a:extLst>
            </p:cNvPr>
            <p:cNvSpPr>
              <a:spLocks noChangeArrowheads="1"/>
            </p:cNvSpPr>
            <p:nvPr/>
          </p:nvSpPr>
          <p:spPr bwMode="auto">
            <a:xfrm>
              <a:off x="2274888" y="3762375"/>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54" name="Rectangle 92">
              <a:extLst>
                <a:ext uri="{FF2B5EF4-FFF2-40B4-BE49-F238E27FC236}">
                  <a16:creationId xmlns:a16="http://schemas.microsoft.com/office/drawing/2014/main" id="{5BDF6D14-5455-4E88-96E2-C0F99994E685}"/>
                </a:ext>
              </a:extLst>
            </p:cNvPr>
            <p:cNvSpPr>
              <a:spLocks noChangeArrowheads="1"/>
            </p:cNvSpPr>
            <p:nvPr/>
          </p:nvSpPr>
          <p:spPr bwMode="auto">
            <a:xfrm>
              <a:off x="3668713"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55" name="Rectangle 93">
              <a:extLst>
                <a:ext uri="{FF2B5EF4-FFF2-40B4-BE49-F238E27FC236}">
                  <a16:creationId xmlns:a16="http://schemas.microsoft.com/office/drawing/2014/main" id="{D51203E4-87C8-48C1-A26F-EDDCD447C947}"/>
                </a:ext>
              </a:extLst>
            </p:cNvPr>
            <p:cNvSpPr>
              <a:spLocks noChangeArrowheads="1"/>
            </p:cNvSpPr>
            <p:nvPr/>
          </p:nvSpPr>
          <p:spPr bwMode="auto">
            <a:xfrm>
              <a:off x="2946400"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56" name="Rectangle 94">
              <a:extLst>
                <a:ext uri="{FF2B5EF4-FFF2-40B4-BE49-F238E27FC236}">
                  <a16:creationId xmlns:a16="http://schemas.microsoft.com/office/drawing/2014/main" id="{8C187E28-B50D-4E0E-A81D-080123BB0376}"/>
                </a:ext>
              </a:extLst>
            </p:cNvPr>
            <p:cNvSpPr>
              <a:spLocks noChangeArrowheads="1"/>
            </p:cNvSpPr>
            <p:nvPr/>
          </p:nvSpPr>
          <p:spPr bwMode="auto">
            <a:xfrm>
              <a:off x="4008438"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57" name="Rectangle 95">
              <a:extLst>
                <a:ext uri="{FF2B5EF4-FFF2-40B4-BE49-F238E27FC236}">
                  <a16:creationId xmlns:a16="http://schemas.microsoft.com/office/drawing/2014/main" id="{8BFF56F3-E96C-4951-AD3C-798C4354965E}"/>
                </a:ext>
              </a:extLst>
            </p:cNvPr>
            <p:cNvSpPr>
              <a:spLocks noChangeArrowheads="1"/>
            </p:cNvSpPr>
            <p:nvPr/>
          </p:nvSpPr>
          <p:spPr bwMode="auto">
            <a:xfrm>
              <a:off x="5829300"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58" name="Rectangle 96">
              <a:extLst>
                <a:ext uri="{FF2B5EF4-FFF2-40B4-BE49-F238E27FC236}">
                  <a16:creationId xmlns:a16="http://schemas.microsoft.com/office/drawing/2014/main" id="{BD5EB5CE-42D2-4612-A5FB-67F2BD4ACEFA}"/>
                </a:ext>
              </a:extLst>
            </p:cNvPr>
            <p:cNvSpPr>
              <a:spLocks noChangeArrowheads="1"/>
            </p:cNvSpPr>
            <p:nvPr/>
          </p:nvSpPr>
          <p:spPr bwMode="auto">
            <a:xfrm>
              <a:off x="5089525"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59" name="Rectangle 97">
              <a:extLst>
                <a:ext uri="{FF2B5EF4-FFF2-40B4-BE49-F238E27FC236}">
                  <a16:creationId xmlns:a16="http://schemas.microsoft.com/office/drawing/2014/main" id="{83F7BE30-7DD6-4FDC-9E0F-FA097EC3CC3B}"/>
                </a:ext>
              </a:extLst>
            </p:cNvPr>
            <p:cNvSpPr>
              <a:spLocks noChangeArrowheads="1"/>
            </p:cNvSpPr>
            <p:nvPr/>
          </p:nvSpPr>
          <p:spPr bwMode="auto">
            <a:xfrm>
              <a:off x="6819900"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60" name="Rectangle 98">
              <a:extLst>
                <a:ext uri="{FF2B5EF4-FFF2-40B4-BE49-F238E27FC236}">
                  <a16:creationId xmlns:a16="http://schemas.microsoft.com/office/drawing/2014/main" id="{23ADC5AE-1440-45B9-B51D-0B734B583466}"/>
                </a:ext>
              </a:extLst>
            </p:cNvPr>
            <p:cNvSpPr>
              <a:spLocks noChangeArrowheads="1"/>
            </p:cNvSpPr>
            <p:nvPr/>
          </p:nvSpPr>
          <p:spPr bwMode="auto">
            <a:xfrm>
              <a:off x="6126163"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61" name="Rectangle 99">
              <a:extLst>
                <a:ext uri="{FF2B5EF4-FFF2-40B4-BE49-F238E27FC236}">
                  <a16:creationId xmlns:a16="http://schemas.microsoft.com/office/drawing/2014/main" id="{80663D38-BE9B-4A40-9229-897C5702AE56}"/>
                </a:ext>
              </a:extLst>
            </p:cNvPr>
            <p:cNvSpPr>
              <a:spLocks noChangeArrowheads="1"/>
            </p:cNvSpPr>
            <p:nvPr/>
          </p:nvSpPr>
          <p:spPr bwMode="auto">
            <a:xfrm>
              <a:off x="2600325"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62" name="Rectangle 100">
              <a:extLst>
                <a:ext uri="{FF2B5EF4-FFF2-40B4-BE49-F238E27FC236}">
                  <a16:creationId xmlns:a16="http://schemas.microsoft.com/office/drawing/2014/main" id="{778D76FB-38DF-4202-8395-1E7093C7456C}"/>
                </a:ext>
              </a:extLst>
            </p:cNvPr>
            <p:cNvSpPr>
              <a:spLocks noChangeArrowheads="1"/>
            </p:cNvSpPr>
            <p:nvPr/>
          </p:nvSpPr>
          <p:spPr bwMode="auto">
            <a:xfrm>
              <a:off x="2274888" y="4064000"/>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63" name="Rectangle 101">
              <a:extLst>
                <a:ext uri="{FF2B5EF4-FFF2-40B4-BE49-F238E27FC236}">
                  <a16:creationId xmlns:a16="http://schemas.microsoft.com/office/drawing/2014/main" id="{A316E786-AF5B-490E-A8A3-BDDC2180F0EA}"/>
                </a:ext>
              </a:extLst>
            </p:cNvPr>
            <p:cNvSpPr>
              <a:spLocks noChangeArrowheads="1"/>
            </p:cNvSpPr>
            <p:nvPr/>
          </p:nvSpPr>
          <p:spPr bwMode="auto">
            <a:xfrm>
              <a:off x="3668713"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64" name="Rectangle 102">
              <a:extLst>
                <a:ext uri="{FF2B5EF4-FFF2-40B4-BE49-F238E27FC236}">
                  <a16:creationId xmlns:a16="http://schemas.microsoft.com/office/drawing/2014/main" id="{A8B9A52E-C7CB-4D93-926F-F3B373756741}"/>
                </a:ext>
              </a:extLst>
            </p:cNvPr>
            <p:cNvSpPr>
              <a:spLocks noChangeArrowheads="1"/>
            </p:cNvSpPr>
            <p:nvPr/>
          </p:nvSpPr>
          <p:spPr bwMode="auto">
            <a:xfrm>
              <a:off x="2947988"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65" name="Rectangle 103">
              <a:extLst>
                <a:ext uri="{FF2B5EF4-FFF2-40B4-BE49-F238E27FC236}">
                  <a16:creationId xmlns:a16="http://schemas.microsoft.com/office/drawing/2014/main" id="{9827BBE5-CBA1-4CD2-ACC9-26AB1AC6BAC6}"/>
                </a:ext>
              </a:extLst>
            </p:cNvPr>
            <p:cNvSpPr>
              <a:spLocks noChangeArrowheads="1"/>
            </p:cNvSpPr>
            <p:nvPr/>
          </p:nvSpPr>
          <p:spPr bwMode="auto">
            <a:xfrm>
              <a:off x="4010025"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66" name="Rectangle 104">
              <a:extLst>
                <a:ext uri="{FF2B5EF4-FFF2-40B4-BE49-F238E27FC236}">
                  <a16:creationId xmlns:a16="http://schemas.microsoft.com/office/drawing/2014/main" id="{7292FD0D-6659-4134-BCF3-10EC8EB2824D}"/>
                </a:ext>
              </a:extLst>
            </p:cNvPr>
            <p:cNvSpPr>
              <a:spLocks noChangeArrowheads="1"/>
            </p:cNvSpPr>
            <p:nvPr/>
          </p:nvSpPr>
          <p:spPr bwMode="auto">
            <a:xfrm>
              <a:off x="5829300"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67" name="Rectangle 105">
              <a:extLst>
                <a:ext uri="{FF2B5EF4-FFF2-40B4-BE49-F238E27FC236}">
                  <a16:creationId xmlns:a16="http://schemas.microsoft.com/office/drawing/2014/main" id="{5D105462-A15B-46E1-9781-81E4CD9DBA48}"/>
                </a:ext>
              </a:extLst>
            </p:cNvPr>
            <p:cNvSpPr>
              <a:spLocks noChangeArrowheads="1"/>
            </p:cNvSpPr>
            <p:nvPr/>
          </p:nvSpPr>
          <p:spPr bwMode="auto">
            <a:xfrm>
              <a:off x="5091113"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68" name="Rectangle 106">
              <a:extLst>
                <a:ext uri="{FF2B5EF4-FFF2-40B4-BE49-F238E27FC236}">
                  <a16:creationId xmlns:a16="http://schemas.microsoft.com/office/drawing/2014/main" id="{B1EFF862-288E-406B-8B60-23A6A9A33BED}"/>
                </a:ext>
              </a:extLst>
            </p:cNvPr>
            <p:cNvSpPr>
              <a:spLocks noChangeArrowheads="1"/>
            </p:cNvSpPr>
            <p:nvPr/>
          </p:nvSpPr>
          <p:spPr bwMode="auto">
            <a:xfrm>
              <a:off x="6819900"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69" name="Rectangle 107">
              <a:extLst>
                <a:ext uri="{FF2B5EF4-FFF2-40B4-BE49-F238E27FC236}">
                  <a16:creationId xmlns:a16="http://schemas.microsoft.com/office/drawing/2014/main" id="{D70B9244-395D-4CCD-ABD0-80FAEB56FA91}"/>
                </a:ext>
              </a:extLst>
            </p:cNvPr>
            <p:cNvSpPr>
              <a:spLocks noChangeArrowheads="1"/>
            </p:cNvSpPr>
            <p:nvPr/>
          </p:nvSpPr>
          <p:spPr bwMode="auto">
            <a:xfrm>
              <a:off x="6127750"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70" name="Rectangle 108">
              <a:extLst>
                <a:ext uri="{FF2B5EF4-FFF2-40B4-BE49-F238E27FC236}">
                  <a16:creationId xmlns:a16="http://schemas.microsoft.com/office/drawing/2014/main" id="{60EC3361-042D-4031-939A-BAEB944CDDC5}"/>
                </a:ext>
              </a:extLst>
            </p:cNvPr>
            <p:cNvSpPr>
              <a:spLocks noChangeArrowheads="1"/>
            </p:cNvSpPr>
            <p:nvPr/>
          </p:nvSpPr>
          <p:spPr bwMode="auto">
            <a:xfrm>
              <a:off x="2600325"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71" name="Rectangle 109">
              <a:extLst>
                <a:ext uri="{FF2B5EF4-FFF2-40B4-BE49-F238E27FC236}">
                  <a16:creationId xmlns:a16="http://schemas.microsoft.com/office/drawing/2014/main" id="{E2F547EE-23DA-4651-BDA4-44B6ABD1BBEB}"/>
                </a:ext>
              </a:extLst>
            </p:cNvPr>
            <p:cNvSpPr>
              <a:spLocks noChangeArrowheads="1"/>
            </p:cNvSpPr>
            <p:nvPr/>
          </p:nvSpPr>
          <p:spPr bwMode="auto">
            <a:xfrm>
              <a:off x="2274888" y="43688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72" name="Rectangle 110">
              <a:extLst>
                <a:ext uri="{FF2B5EF4-FFF2-40B4-BE49-F238E27FC236}">
                  <a16:creationId xmlns:a16="http://schemas.microsoft.com/office/drawing/2014/main" id="{26394F31-E960-4C4F-8C97-46781AC7BB31}"/>
                </a:ext>
              </a:extLst>
            </p:cNvPr>
            <p:cNvSpPr>
              <a:spLocks noChangeArrowheads="1"/>
            </p:cNvSpPr>
            <p:nvPr/>
          </p:nvSpPr>
          <p:spPr bwMode="auto">
            <a:xfrm>
              <a:off x="3668713"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73" name="Rectangle 111">
              <a:extLst>
                <a:ext uri="{FF2B5EF4-FFF2-40B4-BE49-F238E27FC236}">
                  <a16:creationId xmlns:a16="http://schemas.microsoft.com/office/drawing/2014/main" id="{B810ABC8-236B-47D6-B3B4-C9919DB65092}"/>
                </a:ext>
              </a:extLst>
            </p:cNvPr>
            <p:cNvSpPr>
              <a:spLocks noChangeArrowheads="1"/>
            </p:cNvSpPr>
            <p:nvPr/>
          </p:nvSpPr>
          <p:spPr bwMode="auto">
            <a:xfrm>
              <a:off x="2946400"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74" name="Rectangle 112">
              <a:extLst>
                <a:ext uri="{FF2B5EF4-FFF2-40B4-BE49-F238E27FC236}">
                  <a16:creationId xmlns:a16="http://schemas.microsoft.com/office/drawing/2014/main" id="{8C633E09-78F3-4E16-887B-3ACD4D8E18C7}"/>
                </a:ext>
              </a:extLst>
            </p:cNvPr>
            <p:cNvSpPr>
              <a:spLocks noChangeArrowheads="1"/>
            </p:cNvSpPr>
            <p:nvPr/>
          </p:nvSpPr>
          <p:spPr bwMode="auto">
            <a:xfrm>
              <a:off x="4010025"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75" name="Rectangle 113">
              <a:extLst>
                <a:ext uri="{FF2B5EF4-FFF2-40B4-BE49-F238E27FC236}">
                  <a16:creationId xmlns:a16="http://schemas.microsoft.com/office/drawing/2014/main" id="{171C0AC6-2351-415A-80A5-1D32A44CB617}"/>
                </a:ext>
              </a:extLst>
            </p:cNvPr>
            <p:cNvSpPr>
              <a:spLocks noChangeArrowheads="1"/>
            </p:cNvSpPr>
            <p:nvPr/>
          </p:nvSpPr>
          <p:spPr bwMode="auto">
            <a:xfrm>
              <a:off x="5829300"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76" name="Rectangle 114">
              <a:extLst>
                <a:ext uri="{FF2B5EF4-FFF2-40B4-BE49-F238E27FC236}">
                  <a16:creationId xmlns:a16="http://schemas.microsoft.com/office/drawing/2014/main" id="{B5CF1288-C3FD-4346-A8AB-99AB36D39AE4}"/>
                </a:ext>
              </a:extLst>
            </p:cNvPr>
            <p:cNvSpPr>
              <a:spLocks noChangeArrowheads="1"/>
            </p:cNvSpPr>
            <p:nvPr/>
          </p:nvSpPr>
          <p:spPr bwMode="auto">
            <a:xfrm>
              <a:off x="5091113"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77" name="Rectangle 115">
              <a:extLst>
                <a:ext uri="{FF2B5EF4-FFF2-40B4-BE49-F238E27FC236}">
                  <a16:creationId xmlns:a16="http://schemas.microsoft.com/office/drawing/2014/main" id="{39FDCE3E-CF79-404B-93E2-FAB002B22335}"/>
                </a:ext>
              </a:extLst>
            </p:cNvPr>
            <p:cNvSpPr>
              <a:spLocks noChangeArrowheads="1"/>
            </p:cNvSpPr>
            <p:nvPr/>
          </p:nvSpPr>
          <p:spPr bwMode="auto">
            <a:xfrm>
              <a:off x="6819900"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78" name="Rectangle 116">
              <a:extLst>
                <a:ext uri="{FF2B5EF4-FFF2-40B4-BE49-F238E27FC236}">
                  <a16:creationId xmlns:a16="http://schemas.microsoft.com/office/drawing/2014/main" id="{E6C26926-D01A-43F2-8052-086EB4BFA31E}"/>
                </a:ext>
              </a:extLst>
            </p:cNvPr>
            <p:cNvSpPr>
              <a:spLocks noChangeArrowheads="1"/>
            </p:cNvSpPr>
            <p:nvPr/>
          </p:nvSpPr>
          <p:spPr bwMode="auto">
            <a:xfrm>
              <a:off x="6126163"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79" name="Rectangle 117">
              <a:extLst>
                <a:ext uri="{FF2B5EF4-FFF2-40B4-BE49-F238E27FC236}">
                  <a16:creationId xmlns:a16="http://schemas.microsoft.com/office/drawing/2014/main" id="{320CCF75-D66F-420A-9D5D-078BE36C9504}"/>
                </a:ext>
              </a:extLst>
            </p:cNvPr>
            <p:cNvSpPr>
              <a:spLocks noChangeArrowheads="1"/>
            </p:cNvSpPr>
            <p:nvPr/>
          </p:nvSpPr>
          <p:spPr bwMode="auto">
            <a:xfrm>
              <a:off x="2600325"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80" name="Rectangle 118">
              <a:extLst>
                <a:ext uri="{FF2B5EF4-FFF2-40B4-BE49-F238E27FC236}">
                  <a16:creationId xmlns:a16="http://schemas.microsoft.com/office/drawing/2014/main" id="{1C9392F9-25FD-4319-BA81-FBF3BD046EEF}"/>
                </a:ext>
              </a:extLst>
            </p:cNvPr>
            <p:cNvSpPr>
              <a:spLocks noChangeArrowheads="1"/>
            </p:cNvSpPr>
            <p:nvPr/>
          </p:nvSpPr>
          <p:spPr bwMode="auto">
            <a:xfrm>
              <a:off x="2274888" y="46736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H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81" name="Rectangle 119">
              <a:extLst>
                <a:ext uri="{FF2B5EF4-FFF2-40B4-BE49-F238E27FC236}">
                  <a16:creationId xmlns:a16="http://schemas.microsoft.com/office/drawing/2014/main" id="{7EBF2982-5DF5-4116-A458-43D7F015137F}"/>
                </a:ext>
              </a:extLst>
            </p:cNvPr>
            <p:cNvSpPr>
              <a:spLocks noChangeArrowheads="1"/>
            </p:cNvSpPr>
            <p:nvPr/>
          </p:nvSpPr>
          <p:spPr bwMode="auto">
            <a:xfrm>
              <a:off x="3668713"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82" name="Rectangle 120">
              <a:extLst>
                <a:ext uri="{FF2B5EF4-FFF2-40B4-BE49-F238E27FC236}">
                  <a16:creationId xmlns:a16="http://schemas.microsoft.com/office/drawing/2014/main" id="{E6F5A4DF-D391-47D1-9396-50A663A0B084}"/>
                </a:ext>
              </a:extLst>
            </p:cNvPr>
            <p:cNvSpPr>
              <a:spLocks noChangeArrowheads="1"/>
            </p:cNvSpPr>
            <p:nvPr/>
          </p:nvSpPr>
          <p:spPr bwMode="auto">
            <a:xfrm>
              <a:off x="2946400"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83" name="Rectangle 121">
              <a:extLst>
                <a:ext uri="{FF2B5EF4-FFF2-40B4-BE49-F238E27FC236}">
                  <a16:creationId xmlns:a16="http://schemas.microsoft.com/office/drawing/2014/main" id="{41722A07-292A-4783-A309-1943B6BAE95A}"/>
                </a:ext>
              </a:extLst>
            </p:cNvPr>
            <p:cNvSpPr>
              <a:spLocks noChangeArrowheads="1"/>
            </p:cNvSpPr>
            <p:nvPr/>
          </p:nvSpPr>
          <p:spPr bwMode="auto">
            <a:xfrm>
              <a:off x="4010025"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84" name="Rectangle 122">
              <a:extLst>
                <a:ext uri="{FF2B5EF4-FFF2-40B4-BE49-F238E27FC236}">
                  <a16:creationId xmlns:a16="http://schemas.microsoft.com/office/drawing/2014/main" id="{8A937E74-47C3-41F5-9D6F-1C640150299E}"/>
                </a:ext>
              </a:extLst>
            </p:cNvPr>
            <p:cNvSpPr>
              <a:spLocks noChangeArrowheads="1"/>
            </p:cNvSpPr>
            <p:nvPr/>
          </p:nvSpPr>
          <p:spPr bwMode="auto">
            <a:xfrm>
              <a:off x="5829300"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85" name="Rectangle 123">
              <a:extLst>
                <a:ext uri="{FF2B5EF4-FFF2-40B4-BE49-F238E27FC236}">
                  <a16:creationId xmlns:a16="http://schemas.microsoft.com/office/drawing/2014/main" id="{59242C40-01A0-4B99-B8AD-FD45BC11617C}"/>
                </a:ext>
              </a:extLst>
            </p:cNvPr>
            <p:cNvSpPr>
              <a:spLocks noChangeArrowheads="1"/>
            </p:cNvSpPr>
            <p:nvPr/>
          </p:nvSpPr>
          <p:spPr bwMode="auto">
            <a:xfrm>
              <a:off x="5091113"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86" name="Rectangle 124">
              <a:extLst>
                <a:ext uri="{FF2B5EF4-FFF2-40B4-BE49-F238E27FC236}">
                  <a16:creationId xmlns:a16="http://schemas.microsoft.com/office/drawing/2014/main" id="{EB1CFA92-BD94-4FD4-9DB9-566A647F9F6A}"/>
                </a:ext>
              </a:extLst>
            </p:cNvPr>
            <p:cNvSpPr>
              <a:spLocks noChangeArrowheads="1"/>
            </p:cNvSpPr>
            <p:nvPr/>
          </p:nvSpPr>
          <p:spPr bwMode="auto">
            <a:xfrm>
              <a:off x="6819900"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87" name="Rectangle 125">
              <a:extLst>
                <a:ext uri="{FF2B5EF4-FFF2-40B4-BE49-F238E27FC236}">
                  <a16:creationId xmlns:a16="http://schemas.microsoft.com/office/drawing/2014/main" id="{12BAEE77-2E91-4C88-9F34-F0DF01181CA8}"/>
                </a:ext>
              </a:extLst>
            </p:cNvPr>
            <p:cNvSpPr>
              <a:spLocks noChangeArrowheads="1"/>
            </p:cNvSpPr>
            <p:nvPr/>
          </p:nvSpPr>
          <p:spPr bwMode="auto">
            <a:xfrm>
              <a:off x="2600325" y="5018088"/>
              <a:ext cx="422275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688" name="Rectangle 126">
              <a:extLst>
                <a:ext uri="{FF2B5EF4-FFF2-40B4-BE49-F238E27FC236}">
                  <a16:creationId xmlns:a16="http://schemas.microsoft.com/office/drawing/2014/main" id="{FB65A12C-33DC-4F3F-8F49-B458EF2D0DE8}"/>
                </a:ext>
              </a:extLst>
            </p:cNvPr>
            <p:cNvSpPr>
              <a:spLocks noChangeArrowheads="1"/>
            </p:cNvSpPr>
            <p:nvPr/>
          </p:nvSpPr>
          <p:spPr bwMode="auto">
            <a:xfrm>
              <a:off x="6126163"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64514" name="Title 1">
            <a:extLst>
              <a:ext uri="{FF2B5EF4-FFF2-40B4-BE49-F238E27FC236}">
                <a16:creationId xmlns:a16="http://schemas.microsoft.com/office/drawing/2014/main" id="{29769AAD-B0FF-496E-8B17-BA017D5AB40D}"/>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K-map for Y</a:t>
            </a:r>
            <a:r>
              <a:rPr kumimoji="0" lang="en-US" altLang="en-US" sz="3600" b="1" i="0" u="none" strike="noStrike" kern="120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cs typeface="+mn-cs"/>
              </a:rPr>
              <a:t>1</a:t>
            </a:r>
          </a:p>
        </p:txBody>
      </p:sp>
      <p:sp>
        <p:nvSpPr>
          <p:cNvPr id="64515" name="Rectangle 158">
            <a:extLst>
              <a:ext uri="{FF2B5EF4-FFF2-40B4-BE49-F238E27FC236}">
                <a16:creationId xmlns:a16="http://schemas.microsoft.com/office/drawing/2014/main" id="{0A99D613-B8DD-4823-9F0C-84B29F28A538}"/>
              </a:ext>
            </a:extLst>
          </p:cNvPr>
          <p:cNvSpPr>
            <a:spLocks noChangeArrowheads="1"/>
          </p:cNvSpPr>
          <p:nvPr/>
        </p:nvSpPr>
        <p:spPr bwMode="auto">
          <a:xfrm>
            <a:off x="2049463" y="3200400"/>
            <a:ext cx="179387" cy="2379663"/>
          </a:xfrm>
          <a:prstGeom prst="rect">
            <a:avLst/>
          </a:prstGeom>
          <a:solidFill>
            <a:schemeClr val="accent1"/>
          </a:solidFill>
          <a:ln w="9525">
            <a:solidFill>
              <a:schemeClr val="tx1"/>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16" name="Rectangle 159">
            <a:extLst>
              <a:ext uri="{FF2B5EF4-FFF2-40B4-BE49-F238E27FC236}">
                <a16:creationId xmlns:a16="http://schemas.microsoft.com/office/drawing/2014/main" id="{5DB5D13C-669F-4A0D-9CEB-53170B650AC3}"/>
              </a:ext>
            </a:extLst>
          </p:cNvPr>
          <p:cNvSpPr>
            <a:spLocks noChangeArrowheads="1"/>
          </p:cNvSpPr>
          <p:nvPr/>
        </p:nvSpPr>
        <p:spPr bwMode="auto">
          <a:xfrm>
            <a:off x="2363788" y="3203575"/>
            <a:ext cx="179387" cy="2379663"/>
          </a:xfrm>
          <a:prstGeom prst="rect">
            <a:avLst/>
          </a:prstGeom>
          <a:solidFill>
            <a:schemeClr val="accent1"/>
          </a:solidFill>
          <a:ln w="9525">
            <a:solidFill>
              <a:schemeClr val="tx1"/>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17" name="Rectangle 160">
            <a:extLst>
              <a:ext uri="{FF2B5EF4-FFF2-40B4-BE49-F238E27FC236}">
                <a16:creationId xmlns:a16="http://schemas.microsoft.com/office/drawing/2014/main" id="{C9924011-57B4-4F5F-AEE9-39BFE7A50F54}"/>
              </a:ext>
            </a:extLst>
          </p:cNvPr>
          <p:cNvSpPr>
            <a:spLocks noChangeArrowheads="1"/>
          </p:cNvSpPr>
          <p:nvPr/>
        </p:nvSpPr>
        <p:spPr bwMode="auto">
          <a:xfrm>
            <a:off x="3140075" y="3195638"/>
            <a:ext cx="180975" cy="2379662"/>
          </a:xfrm>
          <a:prstGeom prst="rect">
            <a:avLst/>
          </a:prstGeom>
          <a:solidFill>
            <a:schemeClr val="accent1"/>
          </a:solidFill>
          <a:ln w="9525">
            <a:solidFill>
              <a:schemeClr val="tx1"/>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18" name="Rectangle 161">
            <a:extLst>
              <a:ext uri="{FF2B5EF4-FFF2-40B4-BE49-F238E27FC236}">
                <a16:creationId xmlns:a16="http://schemas.microsoft.com/office/drawing/2014/main" id="{02C4E90B-82BE-4B68-AF7D-EAD7A588F202}"/>
              </a:ext>
            </a:extLst>
          </p:cNvPr>
          <p:cNvSpPr>
            <a:spLocks noChangeArrowheads="1"/>
          </p:cNvSpPr>
          <p:nvPr/>
        </p:nvSpPr>
        <p:spPr bwMode="auto">
          <a:xfrm>
            <a:off x="3454400" y="3198813"/>
            <a:ext cx="180975" cy="2379662"/>
          </a:xfrm>
          <a:prstGeom prst="rect">
            <a:avLst/>
          </a:prstGeom>
          <a:solidFill>
            <a:schemeClr val="accent1"/>
          </a:solidFill>
          <a:ln w="9525">
            <a:solidFill>
              <a:schemeClr val="tx1"/>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64519" name="Group 237">
            <a:extLst>
              <a:ext uri="{FF2B5EF4-FFF2-40B4-BE49-F238E27FC236}">
                <a16:creationId xmlns:a16="http://schemas.microsoft.com/office/drawing/2014/main" id="{16B102DF-9620-4300-9AAE-FFFEC6DE0609}"/>
              </a:ext>
            </a:extLst>
          </p:cNvPr>
          <p:cNvGrpSpPr>
            <a:grpSpLocks/>
          </p:cNvGrpSpPr>
          <p:nvPr/>
        </p:nvGrpSpPr>
        <p:grpSpPr bwMode="auto">
          <a:xfrm>
            <a:off x="5648325" y="2203450"/>
            <a:ext cx="2293938" cy="2641600"/>
            <a:chOff x="5083175" y="838200"/>
            <a:chExt cx="2293938" cy="2641014"/>
          </a:xfrm>
        </p:grpSpPr>
        <p:sp>
          <p:nvSpPr>
            <p:cNvPr id="64520" name="Rectangle 47">
              <a:extLst>
                <a:ext uri="{FF2B5EF4-FFF2-40B4-BE49-F238E27FC236}">
                  <a16:creationId xmlns:a16="http://schemas.microsoft.com/office/drawing/2014/main" id="{3944A6D2-96A5-405A-84FC-E4A12D72FA08}"/>
                </a:ext>
              </a:extLst>
            </p:cNvPr>
            <p:cNvSpPr>
              <a:spLocks noChangeArrowheads="1"/>
            </p:cNvSpPr>
            <p:nvPr/>
          </p:nvSpPr>
          <p:spPr bwMode="auto">
            <a:xfrm>
              <a:off x="5756275" y="1446212"/>
              <a:ext cx="801688" cy="819150"/>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21" name="Line 48">
              <a:extLst>
                <a:ext uri="{FF2B5EF4-FFF2-40B4-BE49-F238E27FC236}">
                  <a16:creationId xmlns:a16="http://schemas.microsoft.com/office/drawing/2014/main" id="{7AC6D4CA-A787-4AE4-9D93-8E6ABC33FDC6}"/>
                </a:ext>
              </a:extLst>
            </p:cNvPr>
            <p:cNvSpPr>
              <a:spLocks noChangeShapeType="1"/>
            </p:cNvSpPr>
            <p:nvPr/>
          </p:nvSpPr>
          <p:spPr bwMode="auto">
            <a:xfrm flipH="1">
              <a:off x="5756275" y="1865312"/>
              <a:ext cx="801688"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22" name="Line 49">
              <a:extLst>
                <a:ext uri="{FF2B5EF4-FFF2-40B4-BE49-F238E27FC236}">
                  <a16:creationId xmlns:a16="http://schemas.microsoft.com/office/drawing/2014/main" id="{43B6720F-BA64-4F66-B89A-1509518107EE}"/>
                </a:ext>
              </a:extLst>
            </p:cNvPr>
            <p:cNvSpPr>
              <a:spLocks noChangeShapeType="1"/>
            </p:cNvSpPr>
            <p:nvPr/>
          </p:nvSpPr>
          <p:spPr bwMode="auto">
            <a:xfrm flipV="1">
              <a:off x="6156325" y="1446212"/>
              <a:ext cx="1588" cy="81915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23" name="Line 50">
              <a:extLst>
                <a:ext uri="{FF2B5EF4-FFF2-40B4-BE49-F238E27FC236}">
                  <a16:creationId xmlns:a16="http://schemas.microsoft.com/office/drawing/2014/main" id="{231554B1-C2EF-4945-B704-49A0806AA705}"/>
                </a:ext>
              </a:extLst>
            </p:cNvPr>
            <p:cNvSpPr>
              <a:spLocks noChangeShapeType="1"/>
            </p:cNvSpPr>
            <p:nvPr/>
          </p:nvSpPr>
          <p:spPr bwMode="auto">
            <a:xfrm>
              <a:off x="5335588" y="1044575"/>
              <a:ext cx="420687" cy="401637"/>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24" name="Rectangle 51">
              <a:extLst>
                <a:ext uri="{FF2B5EF4-FFF2-40B4-BE49-F238E27FC236}">
                  <a16:creationId xmlns:a16="http://schemas.microsoft.com/office/drawing/2014/main" id="{0E298455-FD1D-4468-A997-4620615FB8FB}"/>
                </a:ext>
              </a:extLst>
            </p:cNvPr>
            <p:cNvSpPr>
              <a:spLocks noChangeArrowheads="1"/>
            </p:cNvSpPr>
            <p:nvPr/>
          </p:nvSpPr>
          <p:spPr bwMode="auto">
            <a:xfrm>
              <a:off x="6557963" y="1446212"/>
              <a:ext cx="819150" cy="819150"/>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25" name="Line 52">
              <a:extLst>
                <a:ext uri="{FF2B5EF4-FFF2-40B4-BE49-F238E27FC236}">
                  <a16:creationId xmlns:a16="http://schemas.microsoft.com/office/drawing/2014/main" id="{30120AAA-B73B-4035-BD35-E4756A7DF838}"/>
                </a:ext>
              </a:extLst>
            </p:cNvPr>
            <p:cNvSpPr>
              <a:spLocks noChangeShapeType="1"/>
            </p:cNvSpPr>
            <p:nvPr/>
          </p:nvSpPr>
          <p:spPr bwMode="auto">
            <a:xfrm flipH="1">
              <a:off x="6557963" y="1865312"/>
              <a:ext cx="819150"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26" name="Line 53">
              <a:extLst>
                <a:ext uri="{FF2B5EF4-FFF2-40B4-BE49-F238E27FC236}">
                  <a16:creationId xmlns:a16="http://schemas.microsoft.com/office/drawing/2014/main" id="{5C2FD14B-BFE4-4646-ABDD-1A214F5B65C5}"/>
                </a:ext>
              </a:extLst>
            </p:cNvPr>
            <p:cNvSpPr>
              <a:spLocks noChangeShapeType="1"/>
            </p:cNvSpPr>
            <p:nvPr/>
          </p:nvSpPr>
          <p:spPr bwMode="auto">
            <a:xfrm flipV="1">
              <a:off x="6958013" y="1446212"/>
              <a:ext cx="1587" cy="81915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27" name="Rectangle 55">
              <a:extLst>
                <a:ext uri="{FF2B5EF4-FFF2-40B4-BE49-F238E27FC236}">
                  <a16:creationId xmlns:a16="http://schemas.microsoft.com/office/drawing/2014/main" id="{0ED6EBDE-F130-45F2-BC26-0663D3D716A8}"/>
                </a:ext>
              </a:extLst>
            </p:cNvPr>
            <p:cNvSpPr>
              <a:spLocks noChangeArrowheads="1"/>
            </p:cNvSpPr>
            <p:nvPr/>
          </p:nvSpPr>
          <p:spPr bwMode="auto">
            <a:xfrm>
              <a:off x="5867400" y="122396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28" name="Rectangle 56">
              <a:extLst>
                <a:ext uri="{FF2B5EF4-FFF2-40B4-BE49-F238E27FC236}">
                  <a16:creationId xmlns:a16="http://schemas.microsoft.com/office/drawing/2014/main" id="{9F0922E7-3001-4EF2-A0A3-888C30B9DA25}"/>
                </a:ext>
              </a:extLst>
            </p:cNvPr>
            <p:cNvSpPr>
              <a:spLocks noChangeArrowheads="1"/>
            </p:cNvSpPr>
            <p:nvPr/>
          </p:nvSpPr>
          <p:spPr bwMode="auto">
            <a:xfrm>
              <a:off x="6272213" y="1223962"/>
              <a:ext cx="24923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29" name="Rectangle 57">
              <a:extLst>
                <a:ext uri="{FF2B5EF4-FFF2-40B4-BE49-F238E27FC236}">
                  <a16:creationId xmlns:a16="http://schemas.microsoft.com/office/drawing/2014/main" id="{A3EF10D6-73D5-408A-8D17-E79CB79168B5}"/>
                </a:ext>
              </a:extLst>
            </p:cNvPr>
            <p:cNvSpPr>
              <a:spLocks noChangeArrowheads="1"/>
            </p:cNvSpPr>
            <p:nvPr/>
          </p:nvSpPr>
          <p:spPr bwMode="auto">
            <a:xfrm>
              <a:off x="6678613" y="1223962"/>
              <a:ext cx="24923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30" name="Rectangle 58">
              <a:extLst>
                <a:ext uri="{FF2B5EF4-FFF2-40B4-BE49-F238E27FC236}">
                  <a16:creationId xmlns:a16="http://schemas.microsoft.com/office/drawing/2014/main" id="{FDBABE72-F3F6-4718-9D02-C44073033588}"/>
                </a:ext>
              </a:extLst>
            </p:cNvPr>
            <p:cNvSpPr>
              <a:spLocks noChangeArrowheads="1"/>
            </p:cNvSpPr>
            <p:nvPr/>
          </p:nvSpPr>
          <p:spPr bwMode="auto">
            <a:xfrm>
              <a:off x="7083425" y="122396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31" name="Rectangle 59">
              <a:extLst>
                <a:ext uri="{FF2B5EF4-FFF2-40B4-BE49-F238E27FC236}">
                  <a16:creationId xmlns:a16="http://schemas.microsoft.com/office/drawing/2014/main" id="{8C18BE35-0E8D-4122-8D12-5416959B524C}"/>
                </a:ext>
              </a:extLst>
            </p:cNvPr>
            <p:cNvSpPr>
              <a:spLocks noChangeArrowheads="1"/>
            </p:cNvSpPr>
            <p:nvPr/>
          </p:nvSpPr>
          <p:spPr bwMode="auto">
            <a:xfrm>
              <a:off x="5494338" y="1560512"/>
              <a:ext cx="24923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32" name="Rectangle 60">
              <a:extLst>
                <a:ext uri="{FF2B5EF4-FFF2-40B4-BE49-F238E27FC236}">
                  <a16:creationId xmlns:a16="http://schemas.microsoft.com/office/drawing/2014/main" id="{6BA655BD-A249-4FE3-9A63-5534E38740CB}"/>
                </a:ext>
              </a:extLst>
            </p:cNvPr>
            <p:cNvSpPr>
              <a:spLocks noChangeArrowheads="1"/>
            </p:cNvSpPr>
            <p:nvPr/>
          </p:nvSpPr>
          <p:spPr bwMode="auto">
            <a:xfrm>
              <a:off x="5484813" y="1966912"/>
              <a:ext cx="24923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33" name="Rectangle 61">
              <a:extLst>
                <a:ext uri="{FF2B5EF4-FFF2-40B4-BE49-F238E27FC236}">
                  <a16:creationId xmlns:a16="http://schemas.microsoft.com/office/drawing/2014/main" id="{6527974F-1948-43F3-83B0-90626415348C}"/>
                </a:ext>
              </a:extLst>
            </p:cNvPr>
            <p:cNvSpPr>
              <a:spLocks noChangeArrowheads="1"/>
            </p:cNvSpPr>
            <p:nvPr/>
          </p:nvSpPr>
          <p:spPr bwMode="auto">
            <a:xfrm>
              <a:off x="6319838" y="1570037"/>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34" name="Rectangle 62">
              <a:extLst>
                <a:ext uri="{FF2B5EF4-FFF2-40B4-BE49-F238E27FC236}">
                  <a16:creationId xmlns:a16="http://schemas.microsoft.com/office/drawing/2014/main" id="{E4166C77-9D8A-48C0-BB55-8268BE5B724D}"/>
                </a:ext>
              </a:extLst>
            </p:cNvPr>
            <p:cNvSpPr>
              <a:spLocks noChangeArrowheads="1"/>
            </p:cNvSpPr>
            <p:nvPr/>
          </p:nvSpPr>
          <p:spPr bwMode="auto">
            <a:xfrm>
              <a:off x="5910263" y="1974850"/>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35" name="Rectangle 63">
              <a:extLst>
                <a:ext uri="{FF2B5EF4-FFF2-40B4-BE49-F238E27FC236}">
                  <a16:creationId xmlns:a16="http://schemas.microsoft.com/office/drawing/2014/main" id="{1408306E-CC04-4876-8C84-1B4D644B913A}"/>
                </a:ext>
              </a:extLst>
            </p:cNvPr>
            <p:cNvSpPr>
              <a:spLocks noChangeArrowheads="1"/>
            </p:cNvSpPr>
            <p:nvPr/>
          </p:nvSpPr>
          <p:spPr bwMode="auto">
            <a:xfrm>
              <a:off x="6319838" y="1974850"/>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36" name="Rectangle 64">
              <a:extLst>
                <a:ext uri="{FF2B5EF4-FFF2-40B4-BE49-F238E27FC236}">
                  <a16:creationId xmlns:a16="http://schemas.microsoft.com/office/drawing/2014/main" id="{16524EFC-B3E4-4FC3-8E18-80A1E20E46D1}"/>
                </a:ext>
              </a:extLst>
            </p:cNvPr>
            <p:cNvSpPr>
              <a:spLocks noChangeArrowheads="1"/>
            </p:cNvSpPr>
            <p:nvPr/>
          </p:nvSpPr>
          <p:spPr bwMode="auto">
            <a:xfrm>
              <a:off x="6727825" y="1570037"/>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37" name="Rectangle 65">
              <a:extLst>
                <a:ext uri="{FF2B5EF4-FFF2-40B4-BE49-F238E27FC236}">
                  <a16:creationId xmlns:a16="http://schemas.microsoft.com/office/drawing/2014/main" id="{579691D8-482C-43D3-89F4-E48CCB6F2DC6}"/>
                </a:ext>
              </a:extLst>
            </p:cNvPr>
            <p:cNvSpPr>
              <a:spLocks noChangeArrowheads="1"/>
            </p:cNvSpPr>
            <p:nvPr/>
          </p:nvSpPr>
          <p:spPr bwMode="auto">
            <a:xfrm>
              <a:off x="6727825" y="1974850"/>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38" name="Rectangle 66">
              <a:extLst>
                <a:ext uri="{FF2B5EF4-FFF2-40B4-BE49-F238E27FC236}">
                  <a16:creationId xmlns:a16="http://schemas.microsoft.com/office/drawing/2014/main" id="{8C27AB6C-4AA6-4647-B229-15A4B2351330}"/>
                </a:ext>
              </a:extLst>
            </p:cNvPr>
            <p:cNvSpPr>
              <a:spLocks noChangeArrowheads="1"/>
            </p:cNvSpPr>
            <p:nvPr/>
          </p:nvSpPr>
          <p:spPr bwMode="auto">
            <a:xfrm>
              <a:off x="7123113" y="1570037"/>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39" name="Rectangle 67">
              <a:extLst>
                <a:ext uri="{FF2B5EF4-FFF2-40B4-BE49-F238E27FC236}">
                  <a16:creationId xmlns:a16="http://schemas.microsoft.com/office/drawing/2014/main" id="{96FD617D-FB51-4075-A80D-DBD82B94A689}"/>
                </a:ext>
              </a:extLst>
            </p:cNvPr>
            <p:cNvSpPr>
              <a:spLocks noChangeArrowheads="1"/>
            </p:cNvSpPr>
            <p:nvPr/>
          </p:nvSpPr>
          <p:spPr bwMode="auto">
            <a:xfrm>
              <a:off x="7123113" y="1974850"/>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40" name="Rectangle 68">
              <a:extLst>
                <a:ext uri="{FF2B5EF4-FFF2-40B4-BE49-F238E27FC236}">
                  <a16:creationId xmlns:a16="http://schemas.microsoft.com/office/drawing/2014/main" id="{060E9DEA-ACE8-4C70-98F5-B91695C1511A}"/>
                </a:ext>
              </a:extLst>
            </p:cNvPr>
            <p:cNvSpPr>
              <a:spLocks noChangeArrowheads="1"/>
            </p:cNvSpPr>
            <p:nvPr/>
          </p:nvSpPr>
          <p:spPr bwMode="auto">
            <a:xfrm>
              <a:off x="5756275" y="2265362"/>
              <a:ext cx="801688" cy="801688"/>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41" name="Line 69">
              <a:extLst>
                <a:ext uri="{FF2B5EF4-FFF2-40B4-BE49-F238E27FC236}">
                  <a16:creationId xmlns:a16="http://schemas.microsoft.com/office/drawing/2014/main" id="{29594E95-9FD8-4DE6-B89E-A3F1D2AA83BB}"/>
                </a:ext>
              </a:extLst>
            </p:cNvPr>
            <p:cNvSpPr>
              <a:spLocks noChangeShapeType="1"/>
            </p:cNvSpPr>
            <p:nvPr/>
          </p:nvSpPr>
          <p:spPr bwMode="auto">
            <a:xfrm flipH="1">
              <a:off x="5756275" y="2667000"/>
              <a:ext cx="801688" cy="1587"/>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42" name="Line 70">
              <a:extLst>
                <a:ext uri="{FF2B5EF4-FFF2-40B4-BE49-F238E27FC236}">
                  <a16:creationId xmlns:a16="http://schemas.microsoft.com/office/drawing/2014/main" id="{575BA205-C74D-4D4C-8BF5-90227D815745}"/>
                </a:ext>
              </a:extLst>
            </p:cNvPr>
            <p:cNvSpPr>
              <a:spLocks noChangeShapeType="1"/>
            </p:cNvSpPr>
            <p:nvPr/>
          </p:nvSpPr>
          <p:spPr bwMode="auto">
            <a:xfrm flipV="1">
              <a:off x="6156325" y="2265362"/>
              <a:ext cx="1588" cy="8016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43" name="Rectangle 71">
              <a:extLst>
                <a:ext uri="{FF2B5EF4-FFF2-40B4-BE49-F238E27FC236}">
                  <a16:creationId xmlns:a16="http://schemas.microsoft.com/office/drawing/2014/main" id="{9B5E0DF4-E027-4DD1-AAA5-C77D29DA49CE}"/>
                </a:ext>
              </a:extLst>
            </p:cNvPr>
            <p:cNvSpPr>
              <a:spLocks noChangeArrowheads="1"/>
            </p:cNvSpPr>
            <p:nvPr/>
          </p:nvSpPr>
          <p:spPr bwMode="auto">
            <a:xfrm>
              <a:off x="6557963" y="2265362"/>
              <a:ext cx="819150" cy="801688"/>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44" name="Line 72">
              <a:extLst>
                <a:ext uri="{FF2B5EF4-FFF2-40B4-BE49-F238E27FC236}">
                  <a16:creationId xmlns:a16="http://schemas.microsoft.com/office/drawing/2014/main" id="{B95628FA-69F5-4794-A8A9-0689E9B2FC0A}"/>
                </a:ext>
              </a:extLst>
            </p:cNvPr>
            <p:cNvSpPr>
              <a:spLocks noChangeShapeType="1"/>
            </p:cNvSpPr>
            <p:nvPr/>
          </p:nvSpPr>
          <p:spPr bwMode="auto">
            <a:xfrm flipH="1">
              <a:off x="6557963" y="2667000"/>
              <a:ext cx="819150" cy="1587"/>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45" name="Line 73">
              <a:extLst>
                <a:ext uri="{FF2B5EF4-FFF2-40B4-BE49-F238E27FC236}">
                  <a16:creationId xmlns:a16="http://schemas.microsoft.com/office/drawing/2014/main" id="{3307E60B-243F-4C9A-A0C3-8EECE924B4C2}"/>
                </a:ext>
              </a:extLst>
            </p:cNvPr>
            <p:cNvSpPr>
              <a:spLocks noChangeShapeType="1"/>
            </p:cNvSpPr>
            <p:nvPr/>
          </p:nvSpPr>
          <p:spPr bwMode="auto">
            <a:xfrm flipV="1">
              <a:off x="6958013" y="2265362"/>
              <a:ext cx="1587" cy="8016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46" name="Rectangle 74">
              <a:extLst>
                <a:ext uri="{FF2B5EF4-FFF2-40B4-BE49-F238E27FC236}">
                  <a16:creationId xmlns:a16="http://schemas.microsoft.com/office/drawing/2014/main" id="{F88AB6ED-B317-4195-A936-4BE16818E112}"/>
                </a:ext>
              </a:extLst>
            </p:cNvPr>
            <p:cNvSpPr>
              <a:spLocks noChangeArrowheads="1"/>
            </p:cNvSpPr>
            <p:nvPr/>
          </p:nvSpPr>
          <p:spPr bwMode="auto">
            <a:xfrm>
              <a:off x="5910263" y="1570037"/>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47" name="Rectangle 75">
              <a:extLst>
                <a:ext uri="{FF2B5EF4-FFF2-40B4-BE49-F238E27FC236}">
                  <a16:creationId xmlns:a16="http://schemas.microsoft.com/office/drawing/2014/main" id="{8B5F121C-DEA2-4F1B-981E-745E6A9B9EFF}"/>
                </a:ext>
              </a:extLst>
            </p:cNvPr>
            <p:cNvSpPr>
              <a:spLocks noChangeArrowheads="1"/>
            </p:cNvSpPr>
            <p:nvPr/>
          </p:nvSpPr>
          <p:spPr bwMode="auto">
            <a:xfrm>
              <a:off x="6319838" y="2381250"/>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48" name="Rectangle 76">
              <a:extLst>
                <a:ext uri="{FF2B5EF4-FFF2-40B4-BE49-F238E27FC236}">
                  <a16:creationId xmlns:a16="http://schemas.microsoft.com/office/drawing/2014/main" id="{94329D64-6BB0-4DE3-BBC3-9815F3559EC2}"/>
                </a:ext>
              </a:extLst>
            </p:cNvPr>
            <p:cNvSpPr>
              <a:spLocks noChangeArrowheads="1"/>
            </p:cNvSpPr>
            <p:nvPr/>
          </p:nvSpPr>
          <p:spPr bwMode="auto">
            <a:xfrm>
              <a:off x="5910263" y="2786062"/>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49" name="Rectangle 77">
              <a:extLst>
                <a:ext uri="{FF2B5EF4-FFF2-40B4-BE49-F238E27FC236}">
                  <a16:creationId xmlns:a16="http://schemas.microsoft.com/office/drawing/2014/main" id="{453BC69B-9F30-4529-8B78-5340C3D05CCD}"/>
                </a:ext>
              </a:extLst>
            </p:cNvPr>
            <p:cNvSpPr>
              <a:spLocks noChangeArrowheads="1"/>
            </p:cNvSpPr>
            <p:nvPr/>
          </p:nvSpPr>
          <p:spPr bwMode="auto">
            <a:xfrm>
              <a:off x="6319838" y="2786062"/>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50" name="Rectangle 78">
              <a:extLst>
                <a:ext uri="{FF2B5EF4-FFF2-40B4-BE49-F238E27FC236}">
                  <a16:creationId xmlns:a16="http://schemas.microsoft.com/office/drawing/2014/main" id="{15DFEEA8-73A9-410D-AB57-0B5172E93D06}"/>
                </a:ext>
              </a:extLst>
            </p:cNvPr>
            <p:cNvSpPr>
              <a:spLocks noChangeArrowheads="1"/>
            </p:cNvSpPr>
            <p:nvPr/>
          </p:nvSpPr>
          <p:spPr bwMode="auto">
            <a:xfrm>
              <a:off x="6727825" y="2381250"/>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51" name="Rectangle 79">
              <a:extLst>
                <a:ext uri="{FF2B5EF4-FFF2-40B4-BE49-F238E27FC236}">
                  <a16:creationId xmlns:a16="http://schemas.microsoft.com/office/drawing/2014/main" id="{C28953EF-20EA-4B1A-BBF7-D2F3C8C61C8D}"/>
                </a:ext>
              </a:extLst>
            </p:cNvPr>
            <p:cNvSpPr>
              <a:spLocks noChangeArrowheads="1"/>
            </p:cNvSpPr>
            <p:nvPr/>
          </p:nvSpPr>
          <p:spPr bwMode="auto">
            <a:xfrm>
              <a:off x="6727825" y="2786062"/>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52" name="Rectangle 80">
              <a:extLst>
                <a:ext uri="{FF2B5EF4-FFF2-40B4-BE49-F238E27FC236}">
                  <a16:creationId xmlns:a16="http://schemas.microsoft.com/office/drawing/2014/main" id="{F9C4CEA4-5584-4420-9DC2-9F37CEEF3417}"/>
                </a:ext>
              </a:extLst>
            </p:cNvPr>
            <p:cNvSpPr>
              <a:spLocks noChangeArrowheads="1"/>
            </p:cNvSpPr>
            <p:nvPr/>
          </p:nvSpPr>
          <p:spPr bwMode="auto">
            <a:xfrm>
              <a:off x="7123113" y="2381250"/>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53" name="Rectangle 81">
              <a:extLst>
                <a:ext uri="{FF2B5EF4-FFF2-40B4-BE49-F238E27FC236}">
                  <a16:creationId xmlns:a16="http://schemas.microsoft.com/office/drawing/2014/main" id="{7ED43A5D-E5BE-4401-8AA7-078411053062}"/>
                </a:ext>
              </a:extLst>
            </p:cNvPr>
            <p:cNvSpPr>
              <a:spLocks noChangeArrowheads="1"/>
            </p:cNvSpPr>
            <p:nvPr/>
          </p:nvSpPr>
          <p:spPr bwMode="auto">
            <a:xfrm>
              <a:off x="7123113" y="2786062"/>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54" name="Rectangle 82">
              <a:extLst>
                <a:ext uri="{FF2B5EF4-FFF2-40B4-BE49-F238E27FC236}">
                  <a16:creationId xmlns:a16="http://schemas.microsoft.com/office/drawing/2014/main" id="{2F6BBCCD-A004-477F-8155-3B17BE746CEE}"/>
                </a:ext>
              </a:extLst>
            </p:cNvPr>
            <p:cNvSpPr>
              <a:spLocks noChangeArrowheads="1"/>
            </p:cNvSpPr>
            <p:nvPr/>
          </p:nvSpPr>
          <p:spPr bwMode="auto">
            <a:xfrm>
              <a:off x="5910263" y="2381250"/>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55" name="Rectangle 83">
              <a:extLst>
                <a:ext uri="{FF2B5EF4-FFF2-40B4-BE49-F238E27FC236}">
                  <a16:creationId xmlns:a16="http://schemas.microsoft.com/office/drawing/2014/main" id="{2747DA3B-F34D-4547-BAEC-F540300EFF2D}"/>
                </a:ext>
              </a:extLst>
            </p:cNvPr>
            <p:cNvSpPr>
              <a:spLocks noChangeArrowheads="1"/>
            </p:cNvSpPr>
            <p:nvPr/>
          </p:nvSpPr>
          <p:spPr bwMode="auto">
            <a:xfrm>
              <a:off x="5484813" y="2381250"/>
              <a:ext cx="24923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56" name="Rectangle 84">
              <a:extLst>
                <a:ext uri="{FF2B5EF4-FFF2-40B4-BE49-F238E27FC236}">
                  <a16:creationId xmlns:a16="http://schemas.microsoft.com/office/drawing/2014/main" id="{1AECA272-80EA-4A45-8D4A-D38C674962E3}"/>
                </a:ext>
              </a:extLst>
            </p:cNvPr>
            <p:cNvSpPr>
              <a:spLocks noChangeArrowheads="1"/>
            </p:cNvSpPr>
            <p:nvPr/>
          </p:nvSpPr>
          <p:spPr bwMode="auto">
            <a:xfrm>
              <a:off x="5484813" y="2786062"/>
              <a:ext cx="24923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57" name="Rectangle 85">
              <a:extLst>
                <a:ext uri="{FF2B5EF4-FFF2-40B4-BE49-F238E27FC236}">
                  <a16:creationId xmlns:a16="http://schemas.microsoft.com/office/drawing/2014/main" id="{B6E54605-F2E1-46AD-BE0D-C3BE17CBFDA9}"/>
                </a:ext>
              </a:extLst>
            </p:cNvPr>
            <p:cNvSpPr>
              <a:spLocks noChangeArrowheads="1"/>
            </p:cNvSpPr>
            <p:nvPr/>
          </p:nvSpPr>
          <p:spPr bwMode="auto">
            <a:xfrm>
              <a:off x="5481638" y="838200"/>
              <a:ext cx="195262"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58" name="Rectangle 86">
              <a:extLst>
                <a:ext uri="{FF2B5EF4-FFF2-40B4-BE49-F238E27FC236}">
                  <a16:creationId xmlns:a16="http://schemas.microsoft.com/office/drawing/2014/main" id="{894BA238-94E2-4BF2-873C-F77BB5CC33C5}"/>
                </a:ext>
              </a:extLst>
            </p:cNvPr>
            <p:cNvSpPr>
              <a:spLocks noChangeArrowheads="1"/>
            </p:cNvSpPr>
            <p:nvPr/>
          </p:nvSpPr>
          <p:spPr bwMode="auto">
            <a:xfrm>
              <a:off x="5564188" y="925512"/>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59" name="Rectangle 87">
              <a:extLst>
                <a:ext uri="{FF2B5EF4-FFF2-40B4-BE49-F238E27FC236}">
                  <a16:creationId xmlns:a16="http://schemas.microsoft.com/office/drawing/2014/main" id="{54F0BD36-E3C3-4DB4-BB12-2F1F7F93B51D}"/>
                </a:ext>
              </a:extLst>
            </p:cNvPr>
            <p:cNvSpPr>
              <a:spLocks noChangeArrowheads="1"/>
            </p:cNvSpPr>
            <p:nvPr/>
          </p:nvSpPr>
          <p:spPr bwMode="auto">
            <a:xfrm>
              <a:off x="5645150" y="838200"/>
              <a:ext cx="195263"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60" name="Rectangle 88">
              <a:extLst>
                <a:ext uri="{FF2B5EF4-FFF2-40B4-BE49-F238E27FC236}">
                  <a16:creationId xmlns:a16="http://schemas.microsoft.com/office/drawing/2014/main" id="{9CD2DDEB-7023-4E04-A95B-C47F5F8CC0C7}"/>
                </a:ext>
              </a:extLst>
            </p:cNvPr>
            <p:cNvSpPr>
              <a:spLocks noChangeArrowheads="1"/>
            </p:cNvSpPr>
            <p:nvPr/>
          </p:nvSpPr>
          <p:spPr bwMode="auto">
            <a:xfrm>
              <a:off x="5729288" y="925512"/>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61" name="Rectangle 89">
              <a:extLst>
                <a:ext uri="{FF2B5EF4-FFF2-40B4-BE49-F238E27FC236}">
                  <a16:creationId xmlns:a16="http://schemas.microsoft.com/office/drawing/2014/main" id="{991DE337-D9A7-4DA1-A78C-D356EF246B69}"/>
                </a:ext>
              </a:extLst>
            </p:cNvPr>
            <p:cNvSpPr>
              <a:spLocks noChangeArrowheads="1"/>
            </p:cNvSpPr>
            <p:nvPr/>
          </p:nvSpPr>
          <p:spPr bwMode="auto">
            <a:xfrm>
              <a:off x="5083175" y="1084262"/>
              <a:ext cx="198438"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62" name="Rectangle 98">
              <a:extLst>
                <a:ext uri="{FF2B5EF4-FFF2-40B4-BE49-F238E27FC236}">
                  <a16:creationId xmlns:a16="http://schemas.microsoft.com/office/drawing/2014/main" id="{C5112452-1716-48ED-A320-905020435511}"/>
                </a:ext>
              </a:extLst>
            </p:cNvPr>
            <p:cNvSpPr>
              <a:spLocks noChangeArrowheads="1"/>
            </p:cNvSpPr>
            <p:nvPr/>
          </p:nvSpPr>
          <p:spPr bwMode="auto">
            <a:xfrm>
              <a:off x="5294313" y="1171575"/>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63" name="Rectangle 179">
              <a:extLst>
                <a:ext uri="{FF2B5EF4-FFF2-40B4-BE49-F238E27FC236}">
                  <a16:creationId xmlns:a16="http://schemas.microsoft.com/office/drawing/2014/main" id="{768240A2-EA47-4ACA-B1FF-730CB1781B6E}"/>
                </a:ext>
              </a:extLst>
            </p:cNvPr>
            <p:cNvSpPr>
              <a:spLocks noChangeArrowheads="1"/>
            </p:cNvSpPr>
            <p:nvPr/>
          </p:nvSpPr>
          <p:spPr bwMode="auto">
            <a:xfrm>
              <a:off x="6540500" y="3222625"/>
              <a:ext cx="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64" name="Rectangle 180">
              <a:extLst>
                <a:ext uri="{FF2B5EF4-FFF2-40B4-BE49-F238E27FC236}">
                  <a16:creationId xmlns:a16="http://schemas.microsoft.com/office/drawing/2014/main" id="{F8E5018D-6E35-405B-BFAD-B5362E7616C7}"/>
                </a:ext>
              </a:extLst>
            </p:cNvPr>
            <p:cNvSpPr>
              <a:spLocks noChangeArrowheads="1"/>
            </p:cNvSpPr>
            <p:nvPr/>
          </p:nvSpPr>
          <p:spPr bwMode="auto">
            <a:xfrm>
              <a:off x="6623050" y="3309937"/>
              <a:ext cx="0"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565" name="Rectangle 184">
              <a:extLst>
                <a:ext uri="{FF2B5EF4-FFF2-40B4-BE49-F238E27FC236}">
                  <a16:creationId xmlns:a16="http://schemas.microsoft.com/office/drawing/2014/main" id="{794B751E-FF0D-4AC9-BB85-FB7E78F98824}"/>
                </a:ext>
              </a:extLst>
            </p:cNvPr>
            <p:cNvSpPr>
              <a:spLocks noChangeArrowheads="1"/>
            </p:cNvSpPr>
            <p:nvPr/>
          </p:nvSpPr>
          <p:spPr bwMode="auto">
            <a:xfrm>
              <a:off x="7248525" y="3309937"/>
              <a:ext cx="0"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5537" name="Group 1">
            <a:extLst>
              <a:ext uri="{FF2B5EF4-FFF2-40B4-BE49-F238E27FC236}">
                <a16:creationId xmlns:a16="http://schemas.microsoft.com/office/drawing/2014/main" id="{84C69BA4-7164-47E8-BD24-C2A303690A75}"/>
              </a:ext>
            </a:extLst>
          </p:cNvPr>
          <p:cNvGrpSpPr>
            <a:grpSpLocks/>
          </p:cNvGrpSpPr>
          <p:nvPr/>
        </p:nvGrpSpPr>
        <p:grpSpPr bwMode="auto">
          <a:xfrm>
            <a:off x="381000" y="1665288"/>
            <a:ext cx="4557713" cy="3973512"/>
            <a:chOff x="2274888" y="1057275"/>
            <a:chExt cx="4557712" cy="3973513"/>
          </a:xfrm>
        </p:grpSpPr>
        <p:sp>
          <p:nvSpPr>
            <p:cNvPr id="65609" name="Rectangle 4">
              <a:extLst>
                <a:ext uri="{FF2B5EF4-FFF2-40B4-BE49-F238E27FC236}">
                  <a16:creationId xmlns:a16="http://schemas.microsoft.com/office/drawing/2014/main" id="{8B7E1EFE-FEB5-4615-AE67-D1251B84CBB2}"/>
                </a:ext>
              </a:extLst>
            </p:cNvPr>
            <p:cNvSpPr>
              <a:spLocks noChangeArrowheads="1"/>
            </p:cNvSpPr>
            <p:nvPr/>
          </p:nvSpPr>
          <p:spPr bwMode="auto">
            <a:xfrm>
              <a:off x="2600325" y="1057275"/>
              <a:ext cx="4222750"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10" name="Rectangle 5">
              <a:extLst>
                <a:ext uri="{FF2B5EF4-FFF2-40B4-BE49-F238E27FC236}">
                  <a16:creationId xmlns:a16="http://schemas.microsoft.com/office/drawing/2014/main" id="{758158A9-8772-4B8A-866F-206312A56CEC}"/>
                </a:ext>
              </a:extLst>
            </p:cNvPr>
            <p:cNvSpPr>
              <a:spLocks noChangeArrowheads="1"/>
            </p:cNvSpPr>
            <p:nvPr/>
          </p:nvSpPr>
          <p:spPr bwMode="auto">
            <a:xfrm>
              <a:off x="2600325"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11" name="Rectangle 6">
              <a:extLst>
                <a:ext uri="{FF2B5EF4-FFF2-40B4-BE49-F238E27FC236}">
                  <a16:creationId xmlns:a16="http://schemas.microsoft.com/office/drawing/2014/main" id="{6279AA65-AB7D-40C2-825A-B50604476E46}"/>
                </a:ext>
              </a:extLst>
            </p:cNvPr>
            <p:cNvSpPr>
              <a:spLocks noChangeArrowheads="1"/>
            </p:cNvSpPr>
            <p:nvPr/>
          </p:nvSpPr>
          <p:spPr bwMode="auto">
            <a:xfrm>
              <a:off x="3668713"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12" name="Rectangle 7">
              <a:extLst>
                <a:ext uri="{FF2B5EF4-FFF2-40B4-BE49-F238E27FC236}">
                  <a16:creationId xmlns:a16="http://schemas.microsoft.com/office/drawing/2014/main" id="{BD196040-6956-4116-85FB-D837C3CB35F8}"/>
                </a:ext>
              </a:extLst>
            </p:cNvPr>
            <p:cNvSpPr>
              <a:spLocks noChangeArrowheads="1"/>
            </p:cNvSpPr>
            <p:nvPr/>
          </p:nvSpPr>
          <p:spPr bwMode="auto">
            <a:xfrm>
              <a:off x="2763838" y="1317625"/>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13" name="Rectangle 8">
              <a:extLst>
                <a:ext uri="{FF2B5EF4-FFF2-40B4-BE49-F238E27FC236}">
                  <a16:creationId xmlns:a16="http://schemas.microsoft.com/office/drawing/2014/main" id="{D653E700-FED5-4E5C-B193-11E6D5E9AFC3}"/>
                </a:ext>
              </a:extLst>
            </p:cNvPr>
            <p:cNvSpPr>
              <a:spLocks noChangeArrowheads="1"/>
            </p:cNvSpPr>
            <p:nvPr/>
          </p:nvSpPr>
          <p:spPr bwMode="auto">
            <a:xfrm>
              <a:off x="5829300"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14" name="Rectangle 9">
              <a:extLst>
                <a:ext uri="{FF2B5EF4-FFF2-40B4-BE49-F238E27FC236}">
                  <a16:creationId xmlns:a16="http://schemas.microsoft.com/office/drawing/2014/main" id="{868B0DAB-E08C-43B0-A982-7E364F4F63F4}"/>
                </a:ext>
              </a:extLst>
            </p:cNvPr>
            <p:cNvSpPr>
              <a:spLocks noChangeArrowheads="1"/>
            </p:cNvSpPr>
            <p:nvPr/>
          </p:nvSpPr>
          <p:spPr bwMode="auto">
            <a:xfrm>
              <a:off x="6819900"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15" name="Rectangle 10">
              <a:extLst>
                <a:ext uri="{FF2B5EF4-FFF2-40B4-BE49-F238E27FC236}">
                  <a16:creationId xmlns:a16="http://schemas.microsoft.com/office/drawing/2014/main" id="{21CB54DE-E487-4930-B22F-1097118CBE0E}"/>
                </a:ext>
              </a:extLst>
            </p:cNvPr>
            <p:cNvSpPr>
              <a:spLocks noChangeArrowheads="1"/>
            </p:cNvSpPr>
            <p:nvPr/>
          </p:nvSpPr>
          <p:spPr bwMode="auto">
            <a:xfrm>
              <a:off x="3668713" y="1538288"/>
              <a:ext cx="217170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16" name="Rectangle 11">
              <a:extLst>
                <a:ext uri="{FF2B5EF4-FFF2-40B4-BE49-F238E27FC236}">
                  <a16:creationId xmlns:a16="http://schemas.microsoft.com/office/drawing/2014/main" id="{054D46A1-FE41-462C-A61E-245E2915A61D}"/>
                </a:ext>
              </a:extLst>
            </p:cNvPr>
            <p:cNvSpPr>
              <a:spLocks noChangeArrowheads="1"/>
            </p:cNvSpPr>
            <p:nvPr/>
          </p:nvSpPr>
          <p:spPr bwMode="auto">
            <a:xfrm>
              <a:off x="2600325"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17" name="Rectangle 12">
              <a:extLst>
                <a:ext uri="{FF2B5EF4-FFF2-40B4-BE49-F238E27FC236}">
                  <a16:creationId xmlns:a16="http://schemas.microsoft.com/office/drawing/2014/main" id="{ED28885F-6566-4D03-81FD-8F3BCB4C6F9A}"/>
                </a:ext>
              </a:extLst>
            </p:cNvPr>
            <p:cNvSpPr>
              <a:spLocks noChangeArrowheads="1"/>
            </p:cNvSpPr>
            <p:nvPr/>
          </p:nvSpPr>
          <p:spPr bwMode="auto">
            <a:xfrm>
              <a:off x="4240213" y="1171575"/>
              <a:ext cx="10842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 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18" name="Rectangle 13">
              <a:extLst>
                <a:ext uri="{FF2B5EF4-FFF2-40B4-BE49-F238E27FC236}">
                  <a16:creationId xmlns:a16="http://schemas.microsoft.com/office/drawing/2014/main" id="{F695C620-9817-4274-A337-15F67EB0E770}"/>
                </a:ext>
              </a:extLst>
            </p:cNvPr>
            <p:cNvSpPr>
              <a:spLocks noChangeArrowheads="1"/>
            </p:cNvSpPr>
            <p:nvPr/>
          </p:nvSpPr>
          <p:spPr bwMode="auto">
            <a:xfrm>
              <a:off x="3668713"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19" name="Rectangle 14">
              <a:extLst>
                <a:ext uri="{FF2B5EF4-FFF2-40B4-BE49-F238E27FC236}">
                  <a16:creationId xmlns:a16="http://schemas.microsoft.com/office/drawing/2014/main" id="{CAEF2946-23D3-4872-8F10-25E74E663AD4}"/>
                </a:ext>
              </a:extLst>
            </p:cNvPr>
            <p:cNvSpPr>
              <a:spLocks noChangeArrowheads="1"/>
            </p:cNvSpPr>
            <p:nvPr/>
          </p:nvSpPr>
          <p:spPr bwMode="auto">
            <a:xfrm>
              <a:off x="2903538" y="1641475"/>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20" name="Rectangle 15">
              <a:extLst>
                <a:ext uri="{FF2B5EF4-FFF2-40B4-BE49-F238E27FC236}">
                  <a16:creationId xmlns:a16="http://schemas.microsoft.com/office/drawing/2014/main" id="{3C68FF5E-FC3E-47BE-94CE-E4A6B379B85E}"/>
                </a:ext>
              </a:extLst>
            </p:cNvPr>
            <p:cNvSpPr>
              <a:spLocks noChangeArrowheads="1"/>
            </p:cNvSpPr>
            <p:nvPr/>
          </p:nvSpPr>
          <p:spPr bwMode="auto">
            <a:xfrm>
              <a:off x="3878263" y="1641475"/>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21" name="Rectangle 16">
              <a:extLst>
                <a:ext uri="{FF2B5EF4-FFF2-40B4-BE49-F238E27FC236}">
                  <a16:creationId xmlns:a16="http://schemas.microsoft.com/office/drawing/2014/main" id="{DDD55668-19B1-4832-8514-E38A9D10A2F0}"/>
                </a:ext>
              </a:extLst>
            </p:cNvPr>
            <p:cNvSpPr>
              <a:spLocks noChangeArrowheads="1"/>
            </p:cNvSpPr>
            <p:nvPr/>
          </p:nvSpPr>
          <p:spPr bwMode="auto">
            <a:xfrm>
              <a:off x="4138613" y="1641475"/>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22" name="Rectangle 17">
              <a:extLst>
                <a:ext uri="{FF2B5EF4-FFF2-40B4-BE49-F238E27FC236}">
                  <a16:creationId xmlns:a16="http://schemas.microsoft.com/office/drawing/2014/main" id="{D95DD483-D4C3-4DBE-AED6-A33CA4A6D67A}"/>
                </a:ext>
              </a:extLst>
            </p:cNvPr>
            <p:cNvSpPr>
              <a:spLocks noChangeArrowheads="1"/>
            </p:cNvSpPr>
            <p:nvPr/>
          </p:nvSpPr>
          <p:spPr bwMode="auto">
            <a:xfrm>
              <a:off x="4405313" y="16414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23" name="Rectangle 18">
              <a:extLst>
                <a:ext uri="{FF2B5EF4-FFF2-40B4-BE49-F238E27FC236}">
                  <a16:creationId xmlns:a16="http://schemas.microsoft.com/office/drawing/2014/main" id="{948DAE90-D830-43E0-BF3C-55ADB03F85A4}"/>
                </a:ext>
              </a:extLst>
            </p:cNvPr>
            <p:cNvSpPr>
              <a:spLocks noChangeArrowheads="1"/>
            </p:cNvSpPr>
            <p:nvPr/>
          </p:nvSpPr>
          <p:spPr bwMode="auto">
            <a:xfrm>
              <a:off x="4962525" y="1641475"/>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24" name="Rectangle 19">
              <a:extLst>
                <a:ext uri="{FF2B5EF4-FFF2-40B4-BE49-F238E27FC236}">
                  <a16:creationId xmlns:a16="http://schemas.microsoft.com/office/drawing/2014/main" id="{044B342C-30B2-45DA-804A-57E5E78D8827}"/>
                </a:ext>
              </a:extLst>
            </p:cNvPr>
            <p:cNvSpPr>
              <a:spLocks noChangeArrowheads="1"/>
            </p:cNvSpPr>
            <p:nvPr/>
          </p:nvSpPr>
          <p:spPr bwMode="auto">
            <a:xfrm>
              <a:off x="5222875" y="1641475"/>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25" name="Rectangle 20">
              <a:extLst>
                <a:ext uri="{FF2B5EF4-FFF2-40B4-BE49-F238E27FC236}">
                  <a16:creationId xmlns:a16="http://schemas.microsoft.com/office/drawing/2014/main" id="{8249F559-72FA-4FC3-A35E-0DA4ABE4A399}"/>
                </a:ext>
              </a:extLst>
            </p:cNvPr>
            <p:cNvSpPr>
              <a:spLocks noChangeArrowheads="1"/>
            </p:cNvSpPr>
            <p:nvPr/>
          </p:nvSpPr>
          <p:spPr bwMode="auto">
            <a:xfrm>
              <a:off x="5829300"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26" name="Rectangle 21">
              <a:extLst>
                <a:ext uri="{FF2B5EF4-FFF2-40B4-BE49-F238E27FC236}">
                  <a16:creationId xmlns:a16="http://schemas.microsoft.com/office/drawing/2014/main" id="{BAC9E433-1506-4CF9-A1AC-FEA243AE003E}"/>
                </a:ext>
              </a:extLst>
            </p:cNvPr>
            <p:cNvSpPr>
              <a:spLocks noChangeArrowheads="1"/>
            </p:cNvSpPr>
            <p:nvPr/>
          </p:nvSpPr>
          <p:spPr bwMode="auto">
            <a:xfrm>
              <a:off x="5489575" y="16414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27" name="Rectangle 22">
              <a:extLst>
                <a:ext uri="{FF2B5EF4-FFF2-40B4-BE49-F238E27FC236}">
                  <a16:creationId xmlns:a16="http://schemas.microsoft.com/office/drawing/2014/main" id="{7B5D4BAF-AB6C-4D62-AEFF-53C3790856C3}"/>
                </a:ext>
              </a:extLst>
            </p:cNvPr>
            <p:cNvSpPr>
              <a:spLocks noChangeArrowheads="1"/>
            </p:cNvSpPr>
            <p:nvPr/>
          </p:nvSpPr>
          <p:spPr bwMode="auto">
            <a:xfrm>
              <a:off x="6819900"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28" name="Rectangle 23">
              <a:extLst>
                <a:ext uri="{FF2B5EF4-FFF2-40B4-BE49-F238E27FC236}">
                  <a16:creationId xmlns:a16="http://schemas.microsoft.com/office/drawing/2014/main" id="{237D3DFB-1BB4-4CF0-BBAD-99D7EB5BE83A}"/>
                </a:ext>
              </a:extLst>
            </p:cNvPr>
            <p:cNvSpPr>
              <a:spLocks noChangeArrowheads="1"/>
            </p:cNvSpPr>
            <p:nvPr/>
          </p:nvSpPr>
          <p:spPr bwMode="auto">
            <a:xfrm>
              <a:off x="3668713" y="1995488"/>
              <a:ext cx="217170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29" name="Rectangle 24">
              <a:extLst>
                <a:ext uri="{FF2B5EF4-FFF2-40B4-BE49-F238E27FC236}">
                  <a16:creationId xmlns:a16="http://schemas.microsoft.com/office/drawing/2014/main" id="{7DBB2C97-A329-47A9-BEC8-887B6E14923D}"/>
                </a:ext>
              </a:extLst>
            </p:cNvPr>
            <p:cNvSpPr>
              <a:spLocks noChangeArrowheads="1"/>
            </p:cNvSpPr>
            <p:nvPr/>
          </p:nvSpPr>
          <p:spPr bwMode="auto">
            <a:xfrm>
              <a:off x="2600325"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30" name="Rectangle 25">
              <a:extLst>
                <a:ext uri="{FF2B5EF4-FFF2-40B4-BE49-F238E27FC236}">
                  <a16:creationId xmlns:a16="http://schemas.microsoft.com/office/drawing/2014/main" id="{6C405BBA-7BFF-4152-9BDC-FDC31CD399B1}"/>
                </a:ext>
              </a:extLst>
            </p:cNvPr>
            <p:cNvSpPr>
              <a:spLocks noChangeArrowheads="1"/>
            </p:cNvSpPr>
            <p:nvPr/>
          </p:nvSpPr>
          <p:spPr bwMode="auto">
            <a:xfrm>
              <a:off x="6021388" y="1495425"/>
              <a:ext cx="684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Count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31" name="Rectangle 26">
              <a:extLst>
                <a:ext uri="{FF2B5EF4-FFF2-40B4-BE49-F238E27FC236}">
                  <a16:creationId xmlns:a16="http://schemas.microsoft.com/office/drawing/2014/main" id="{1EC629B5-3333-4235-A31D-568200E30360}"/>
                </a:ext>
              </a:extLst>
            </p:cNvPr>
            <p:cNvSpPr>
              <a:spLocks noChangeArrowheads="1"/>
            </p:cNvSpPr>
            <p:nvPr/>
          </p:nvSpPr>
          <p:spPr bwMode="auto">
            <a:xfrm>
              <a:off x="2778125" y="1914525"/>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32" name="Rectangle 27">
              <a:extLst>
                <a:ext uri="{FF2B5EF4-FFF2-40B4-BE49-F238E27FC236}">
                  <a16:creationId xmlns:a16="http://schemas.microsoft.com/office/drawing/2014/main" id="{C664F9E3-5180-41CE-BCC9-CB43B2F914C0}"/>
                </a:ext>
              </a:extLst>
            </p:cNvPr>
            <p:cNvSpPr>
              <a:spLocks noChangeArrowheads="1"/>
            </p:cNvSpPr>
            <p:nvPr/>
          </p:nvSpPr>
          <p:spPr bwMode="auto">
            <a:xfrm>
              <a:off x="2903538"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33" name="Rectangle 28">
              <a:extLst>
                <a:ext uri="{FF2B5EF4-FFF2-40B4-BE49-F238E27FC236}">
                  <a16:creationId xmlns:a16="http://schemas.microsoft.com/office/drawing/2014/main" id="{1C8FB9AB-0BF6-4990-9244-A4A9D8558A5C}"/>
                </a:ext>
              </a:extLst>
            </p:cNvPr>
            <p:cNvSpPr>
              <a:spLocks noChangeArrowheads="1"/>
            </p:cNvSpPr>
            <p:nvPr/>
          </p:nvSpPr>
          <p:spPr bwMode="auto">
            <a:xfrm>
              <a:off x="3017838" y="1914525"/>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34" name="Rectangle 29">
              <a:extLst>
                <a:ext uri="{FF2B5EF4-FFF2-40B4-BE49-F238E27FC236}">
                  <a16:creationId xmlns:a16="http://schemas.microsoft.com/office/drawing/2014/main" id="{0B070F33-C8FD-43DB-8081-426D1AD9528D}"/>
                </a:ext>
              </a:extLst>
            </p:cNvPr>
            <p:cNvSpPr>
              <a:spLocks noChangeArrowheads="1"/>
            </p:cNvSpPr>
            <p:nvPr/>
          </p:nvSpPr>
          <p:spPr bwMode="auto">
            <a:xfrm>
              <a:off x="3141663"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35" name="Rectangle 30">
              <a:extLst>
                <a:ext uri="{FF2B5EF4-FFF2-40B4-BE49-F238E27FC236}">
                  <a16:creationId xmlns:a16="http://schemas.microsoft.com/office/drawing/2014/main" id="{B85B7894-60DD-4EE0-AC17-344995967439}"/>
                </a:ext>
              </a:extLst>
            </p:cNvPr>
            <p:cNvSpPr>
              <a:spLocks noChangeArrowheads="1"/>
            </p:cNvSpPr>
            <p:nvPr/>
          </p:nvSpPr>
          <p:spPr bwMode="auto">
            <a:xfrm>
              <a:off x="3254375" y="1914525"/>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36" name="Rectangle 31">
              <a:extLst>
                <a:ext uri="{FF2B5EF4-FFF2-40B4-BE49-F238E27FC236}">
                  <a16:creationId xmlns:a16="http://schemas.microsoft.com/office/drawing/2014/main" id="{EF9E4577-4599-4105-992A-B94201386EE4}"/>
                </a:ext>
              </a:extLst>
            </p:cNvPr>
            <p:cNvSpPr>
              <a:spLocks noChangeArrowheads="1"/>
            </p:cNvSpPr>
            <p:nvPr/>
          </p:nvSpPr>
          <p:spPr bwMode="auto">
            <a:xfrm>
              <a:off x="3668713"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37" name="Rectangle 32">
              <a:extLst>
                <a:ext uri="{FF2B5EF4-FFF2-40B4-BE49-F238E27FC236}">
                  <a16:creationId xmlns:a16="http://schemas.microsoft.com/office/drawing/2014/main" id="{830CBE95-6226-46CD-B254-DD352F1FB78E}"/>
                </a:ext>
              </a:extLst>
            </p:cNvPr>
            <p:cNvSpPr>
              <a:spLocks noChangeArrowheads="1"/>
            </p:cNvSpPr>
            <p:nvPr/>
          </p:nvSpPr>
          <p:spPr bwMode="auto">
            <a:xfrm>
              <a:off x="3379788"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38" name="Rectangle 33">
              <a:extLst>
                <a:ext uri="{FF2B5EF4-FFF2-40B4-BE49-F238E27FC236}">
                  <a16:creationId xmlns:a16="http://schemas.microsoft.com/office/drawing/2014/main" id="{8F1048B9-A8A8-4DB4-AFFB-32EE8B726A4D}"/>
                </a:ext>
              </a:extLst>
            </p:cNvPr>
            <p:cNvSpPr>
              <a:spLocks noChangeArrowheads="1"/>
            </p:cNvSpPr>
            <p:nvPr/>
          </p:nvSpPr>
          <p:spPr bwMode="auto">
            <a:xfrm>
              <a:off x="3813175" y="209867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39" name="Rectangle 34">
              <a:extLst>
                <a:ext uri="{FF2B5EF4-FFF2-40B4-BE49-F238E27FC236}">
                  <a16:creationId xmlns:a16="http://schemas.microsoft.com/office/drawing/2014/main" id="{DBF12116-80BC-414A-9467-096FD5BF7F6C}"/>
                </a:ext>
              </a:extLst>
            </p:cNvPr>
            <p:cNvSpPr>
              <a:spLocks noChangeArrowheads="1"/>
            </p:cNvSpPr>
            <p:nvPr/>
          </p:nvSpPr>
          <p:spPr bwMode="auto">
            <a:xfrm>
              <a:off x="3959225"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40" name="Rectangle 35">
              <a:extLst>
                <a:ext uri="{FF2B5EF4-FFF2-40B4-BE49-F238E27FC236}">
                  <a16:creationId xmlns:a16="http://schemas.microsoft.com/office/drawing/2014/main" id="{801DFF76-6ED4-408F-8B55-6A0A46A593DD}"/>
                </a:ext>
              </a:extLst>
            </p:cNvPr>
            <p:cNvSpPr>
              <a:spLocks noChangeArrowheads="1"/>
            </p:cNvSpPr>
            <p:nvPr/>
          </p:nvSpPr>
          <p:spPr bwMode="auto">
            <a:xfrm>
              <a:off x="4075113" y="209867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41" name="Rectangle 36">
              <a:extLst>
                <a:ext uri="{FF2B5EF4-FFF2-40B4-BE49-F238E27FC236}">
                  <a16:creationId xmlns:a16="http://schemas.microsoft.com/office/drawing/2014/main" id="{FBD844C8-139B-485C-A22B-20CEC2B2FD1F}"/>
                </a:ext>
              </a:extLst>
            </p:cNvPr>
            <p:cNvSpPr>
              <a:spLocks noChangeArrowheads="1"/>
            </p:cNvSpPr>
            <p:nvPr/>
          </p:nvSpPr>
          <p:spPr bwMode="auto">
            <a:xfrm>
              <a:off x="4222750"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42" name="Rectangle 37">
              <a:extLst>
                <a:ext uri="{FF2B5EF4-FFF2-40B4-BE49-F238E27FC236}">
                  <a16:creationId xmlns:a16="http://schemas.microsoft.com/office/drawing/2014/main" id="{AE92309B-3F2C-4A13-8937-305C364159FA}"/>
                </a:ext>
              </a:extLst>
            </p:cNvPr>
            <p:cNvSpPr>
              <a:spLocks noChangeArrowheads="1"/>
            </p:cNvSpPr>
            <p:nvPr/>
          </p:nvSpPr>
          <p:spPr bwMode="auto">
            <a:xfrm>
              <a:off x="4333875" y="209867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43" name="Rectangle 38">
              <a:extLst>
                <a:ext uri="{FF2B5EF4-FFF2-40B4-BE49-F238E27FC236}">
                  <a16:creationId xmlns:a16="http://schemas.microsoft.com/office/drawing/2014/main" id="{02CFD67F-0C5A-4A93-A2C7-0F012B81ACA6}"/>
                </a:ext>
              </a:extLst>
            </p:cNvPr>
            <p:cNvSpPr>
              <a:spLocks noChangeArrowheads="1"/>
            </p:cNvSpPr>
            <p:nvPr/>
          </p:nvSpPr>
          <p:spPr bwMode="auto">
            <a:xfrm>
              <a:off x="4481513"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44" name="Rectangle 39">
              <a:extLst>
                <a:ext uri="{FF2B5EF4-FFF2-40B4-BE49-F238E27FC236}">
                  <a16:creationId xmlns:a16="http://schemas.microsoft.com/office/drawing/2014/main" id="{CB110EC2-4E0D-439F-A3F3-0375805226C2}"/>
                </a:ext>
              </a:extLst>
            </p:cNvPr>
            <p:cNvSpPr>
              <a:spLocks noChangeArrowheads="1"/>
            </p:cNvSpPr>
            <p:nvPr/>
          </p:nvSpPr>
          <p:spPr bwMode="auto">
            <a:xfrm>
              <a:off x="4899025" y="209867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45" name="Rectangle 40">
              <a:extLst>
                <a:ext uri="{FF2B5EF4-FFF2-40B4-BE49-F238E27FC236}">
                  <a16:creationId xmlns:a16="http://schemas.microsoft.com/office/drawing/2014/main" id="{73E06BCB-7CA2-437F-A6F7-34EA6E17D3E8}"/>
                </a:ext>
              </a:extLst>
            </p:cNvPr>
            <p:cNvSpPr>
              <a:spLocks noChangeArrowheads="1"/>
            </p:cNvSpPr>
            <p:nvPr/>
          </p:nvSpPr>
          <p:spPr bwMode="auto">
            <a:xfrm>
              <a:off x="5045075"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46" name="Rectangle 41">
              <a:extLst>
                <a:ext uri="{FF2B5EF4-FFF2-40B4-BE49-F238E27FC236}">
                  <a16:creationId xmlns:a16="http://schemas.microsoft.com/office/drawing/2014/main" id="{E891D156-88B6-4F7C-BD2D-F2F63F7BF0E7}"/>
                </a:ext>
              </a:extLst>
            </p:cNvPr>
            <p:cNvSpPr>
              <a:spLocks noChangeArrowheads="1"/>
            </p:cNvSpPr>
            <p:nvPr/>
          </p:nvSpPr>
          <p:spPr bwMode="auto">
            <a:xfrm>
              <a:off x="5157788" y="209867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47" name="Rectangle 42">
              <a:extLst>
                <a:ext uri="{FF2B5EF4-FFF2-40B4-BE49-F238E27FC236}">
                  <a16:creationId xmlns:a16="http://schemas.microsoft.com/office/drawing/2014/main" id="{194A2306-CDC6-4CD0-83A2-0D1997AE2987}"/>
                </a:ext>
              </a:extLst>
            </p:cNvPr>
            <p:cNvSpPr>
              <a:spLocks noChangeArrowheads="1"/>
            </p:cNvSpPr>
            <p:nvPr/>
          </p:nvSpPr>
          <p:spPr bwMode="auto">
            <a:xfrm>
              <a:off x="5305425"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48" name="Rectangle 43">
              <a:extLst>
                <a:ext uri="{FF2B5EF4-FFF2-40B4-BE49-F238E27FC236}">
                  <a16:creationId xmlns:a16="http://schemas.microsoft.com/office/drawing/2014/main" id="{65026166-2E1E-4CFF-BBDC-4D53CF258BD7}"/>
                </a:ext>
              </a:extLst>
            </p:cNvPr>
            <p:cNvSpPr>
              <a:spLocks noChangeArrowheads="1"/>
            </p:cNvSpPr>
            <p:nvPr/>
          </p:nvSpPr>
          <p:spPr bwMode="auto">
            <a:xfrm>
              <a:off x="5421313" y="209867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49" name="Rectangle 44">
              <a:extLst>
                <a:ext uri="{FF2B5EF4-FFF2-40B4-BE49-F238E27FC236}">
                  <a16:creationId xmlns:a16="http://schemas.microsoft.com/office/drawing/2014/main" id="{52D8A77D-3C9B-4AAC-95FE-5CE5FD93A36C}"/>
                </a:ext>
              </a:extLst>
            </p:cNvPr>
            <p:cNvSpPr>
              <a:spLocks noChangeArrowheads="1"/>
            </p:cNvSpPr>
            <p:nvPr/>
          </p:nvSpPr>
          <p:spPr bwMode="auto">
            <a:xfrm>
              <a:off x="5829300"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50" name="Rectangle 45">
              <a:extLst>
                <a:ext uri="{FF2B5EF4-FFF2-40B4-BE49-F238E27FC236}">
                  <a16:creationId xmlns:a16="http://schemas.microsoft.com/office/drawing/2014/main" id="{98DD2FE3-F11A-4B09-8FEE-01F8C8F1C50E}"/>
                </a:ext>
              </a:extLst>
            </p:cNvPr>
            <p:cNvSpPr>
              <a:spLocks noChangeArrowheads="1"/>
            </p:cNvSpPr>
            <p:nvPr/>
          </p:nvSpPr>
          <p:spPr bwMode="auto">
            <a:xfrm>
              <a:off x="5567363"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51" name="Rectangle 46">
              <a:extLst>
                <a:ext uri="{FF2B5EF4-FFF2-40B4-BE49-F238E27FC236}">
                  <a16:creationId xmlns:a16="http://schemas.microsoft.com/office/drawing/2014/main" id="{0A7D9575-4CD6-4BFC-84E1-831364DE4D6E}"/>
                </a:ext>
              </a:extLst>
            </p:cNvPr>
            <p:cNvSpPr>
              <a:spLocks noChangeArrowheads="1"/>
            </p:cNvSpPr>
            <p:nvPr/>
          </p:nvSpPr>
          <p:spPr bwMode="auto">
            <a:xfrm>
              <a:off x="5984875" y="1914525"/>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52" name="Rectangle 47">
              <a:extLst>
                <a:ext uri="{FF2B5EF4-FFF2-40B4-BE49-F238E27FC236}">
                  <a16:creationId xmlns:a16="http://schemas.microsoft.com/office/drawing/2014/main" id="{F9B7032D-398E-4B44-B326-CB7711865DC4}"/>
                </a:ext>
              </a:extLst>
            </p:cNvPr>
            <p:cNvSpPr>
              <a:spLocks noChangeArrowheads="1"/>
            </p:cNvSpPr>
            <p:nvPr/>
          </p:nvSpPr>
          <p:spPr bwMode="auto">
            <a:xfrm>
              <a:off x="6102350"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53" name="Rectangle 48">
              <a:extLst>
                <a:ext uri="{FF2B5EF4-FFF2-40B4-BE49-F238E27FC236}">
                  <a16:creationId xmlns:a16="http://schemas.microsoft.com/office/drawing/2014/main" id="{C7EA22B1-AEFD-44A3-B1C8-19D48CC6D9B2}"/>
                </a:ext>
              </a:extLst>
            </p:cNvPr>
            <p:cNvSpPr>
              <a:spLocks noChangeArrowheads="1"/>
            </p:cNvSpPr>
            <p:nvPr/>
          </p:nvSpPr>
          <p:spPr bwMode="auto">
            <a:xfrm>
              <a:off x="6216650" y="1914525"/>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54" name="Rectangle 49">
              <a:extLst>
                <a:ext uri="{FF2B5EF4-FFF2-40B4-BE49-F238E27FC236}">
                  <a16:creationId xmlns:a16="http://schemas.microsoft.com/office/drawing/2014/main" id="{236F9242-3759-41BA-A38A-C94A901364B5}"/>
                </a:ext>
              </a:extLst>
            </p:cNvPr>
            <p:cNvSpPr>
              <a:spLocks noChangeArrowheads="1"/>
            </p:cNvSpPr>
            <p:nvPr/>
          </p:nvSpPr>
          <p:spPr bwMode="auto">
            <a:xfrm>
              <a:off x="6335713"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55" name="Rectangle 50">
              <a:extLst>
                <a:ext uri="{FF2B5EF4-FFF2-40B4-BE49-F238E27FC236}">
                  <a16:creationId xmlns:a16="http://schemas.microsoft.com/office/drawing/2014/main" id="{872A5AF9-FB5F-47E2-844B-B2E99006833A}"/>
                </a:ext>
              </a:extLst>
            </p:cNvPr>
            <p:cNvSpPr>
              <a:spLocks noChangeArrowheads="1"/>
            </p:cNvSpPr>
            <p:nvPr/>
          </p:nvSpPr>
          <p:spPr bwMode="auto">
            <a:xfrm>
              <a:off x="6448425" y="1914525"/>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56" name="Rectangle 51">
              <a:extLst>
                <a:ext uri="{FF2B5EF4-FFF2-40B4-BE49-F238E27FC236}">
                  <a16:creationId xmlns:a16="http://schemas.microsoft.com/office/drawing/2014/main" id="{78B0DB38-2E41-4FEF-8E74-B4831BDC97A8}"/>
                </a:ext>
              </a:extLst>
            </p:cNvPr>
            <p:cNvSpPr>
              <a:spLocks noChangeArrowheads="1"/>
            </p:cNvSpPr>
            <p:nvPr/>
          </p:nvSpPr>
          <p:spPr bwMode="auto">
            <a:xfrm>
              <a:off x="6819900"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57" name="Rectangle 52">
              <a:extLst>
                <a:ext uri="{FF2B5EF4-FFF2-40B4-BE49-F238E27FC236}">
                  <a16:creationId xmlns:a16="http://schemas.microsoft.com/office/drawing/2014/main" id="{775EC1E5-54AB-4390-8F5A-8572B7B18B0A}"/>
                </a:ext>
              </a:extLst>
            </p:cNvPr>
            <p:cNvSpPr>
              <a:spLocks noChangeArrowheads="1"/>
            </p:cNvSpPr>
            <p:nvPr/>
          </p:nvSpPr>
          <p:spPr bwMode="auto">
            <a:xfrm>
              <a:off x="2600325" y="2452688"/>
              <a:ext cx="422275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58" name="Rectangle 53">
              <a:extLst>
                <a:ext uri="{FF2B5EF4-FFF2-40B4-BE49-F238E27FC236}">
                  <a16:creationId xmlns:a16="http://schemas.microsoft.com/office/drawing/2014/main" id="{BE610C8B-356D-4E09-838E-A051B40C4459}"/>
                </a:ext>
              </a:extLst>
            </p:cNvPr>
            <p:cNvSpPr>
              <a:spLocks noChangeArrowheads="1"/>
            </p:cNvSpPr>
            <p:nvPr/>
          </p:nvSpPr>
          <p:spPr bwMode="auto">
            <a:xfrm>
              <a:off x="6567488"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59" name="Rectangle 54">
              <a:extLst>
                <a:ext uri="{FF2B5EF4-FFF2-40B4-BE49-F238E27FC236}">
                  <a16:creationId xmlns:a16="http://schemas.microsoft.com/office/drawing/2014/main" id="{044E2FCC-9622-4D2C-8394-8B6CADED6E89}"/>
                </a:ext>
              </a:extLst>
            </p:cNvPr>
            <p:cNvSpPr>
              <a:spLocks noChangeArrowheads="1"/>
            </p:cNvSpPr>
            <p:nvPr/>
          </p:nvSpPr>
          <p:spPr bwMode="auto">
            <a:xfrm>
              <a:off x="2600325"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60" name="Rectangle 55">
              <a:extLst>
                <a:ext uri="{FF2B5EF4-FFF2-40B4-BE49-F238E27FC236}">
                  <a16:creationId xmlns:a16="http://schemas.microsoft.com/office/drawing/2014/main" id="{76DFAAAB-4F43-4763-A3C2-DECA533D808B}"/>
                </a:ext>
              </a:extLst>
            </p:cNvPr>
            <p:cNvSpPr>
              <a:spLocks noChangeArrowheads="1"/>
            </p:cNvSpPr>
            <p:nvPr/>
          </p:nvSpPr>
          <p:spPr bwMode="auto">
            <a:xfrm>
              <a:off x="2274888" y="254635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61" name="Rectangle 56">
              <a:extLst>
                <a:ext uri="{FF2B5EF4-FFF2-40B4-BE49-F238E27FC236}">
                  <a16:creationId xmlns:a16="http://schemas.microsoft.com/office/drawing/2014/main" id="{448840F2-E826-40B3-9A79-710F0C85BEC2}"/>
                </a:ext>
              </a:extLst>
            </p:cNvPr>
            <p:cNvSpPr>
              <a:spLocks noChangeArrowheads="1"/>
            </p:cNvSpPr>
            <p:nvPr/>
          </p:nvSpPr>
          <p:spPr bwMode="auto">
            <a:xfrm>
              <a:off x="3668713"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62" name="Rectangle 57">
              <a:extLst>
                <a:ext uri="{FF2B5EF4-FFF2-40B4-BE49-F238E27FC236}">
                  <a16:creationId xmlns:a16="http://schemas.microsoft.com/office/drawing/2014/main" id="{F41978CC-0FA1-4F0B-8312-B3C247CD6987}"/>
                </a:ext>
              </a:extLst>
            </p:cNvPr>
            <p:cNvSpPr>
              <a:spLocks noChangeArrowheads="1"/>
            </p:cNvSpPr>
            <p:nvPr/>
          </p:nvSpPr>
          <p:spPr bwMode="auto">
            <a:xfrm>
              <a:off x="2946400"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63" name="Rectangle 58">
              <a:extLst>
                <a:ext uri="{FF2B5EF4-FFF2-40B4-BE49-F238E27FC236}">
                  <a16:creationId xmlns:a16="http://schemas.microsoft.com/office/drawing/2014/main" id="{7478CA2E-5350-4BA7-A393-032CBDA68DCA}"/>
                </a:ext>
              </a:extLst>
            </p:cNvPr>
            <p:cNvSpPr>
              <a:spLocks noChangeArrowheads="1"/>
            </p:cNvSpPr>
            <p:nvPr/>
          </p:nvSpPr>
          <p:spPr bwMode="auto">
            <a:xfrm>
              <a:off x="4010025"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64" name="Rectangle 59">
              <a:extLst>
                <a:ext uri="{FF2B5EF4-FFF2-40B4-BE49-F238E27FC236}">
                  <a16:creationId xmlns:a16="http://schemas.microsoft.com/office/drawing/2014/main" id="{72E3AED7-A75D-4F77-8C0C-F3CA06A7ECA3}"/>
                </a:ext>
              </a:extLst>
            </p:cNvPr>
            <p:cNvSpPr>
              <a:spLocks noChangeArrowheads="1"/>
            </p:cNvSpPr>
            <p:nvPr/>
          </p:nvSpPr>
          <p:spPr bwMode="auto">
            <a:xfrm>
              <a:off x="5829300"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65" name="Rectangle 60">
              <a:extLst>
                <a:ext uri="{FF2B5EF4-FFF2-40B4-BE49-F238E27FC236}">
                  <a16:creationId xmlns:a16="http://schemas.microsoft.com/office/drawing/2014/main" id="{54CF9CBD-0B72-4EC0-8122-106DD48C7790}"/>
                </a:ext>
              </a:extLst>
            </p:cNvPr>
            <p:cNvSpPr>
              <a:spLocks noChangeArrowheads="1"/>
            </p:cNvSpPr>
            <p:nvPr/>
          </p:nvSpPr>
          <p:spPr bwMode="auto">
            <a:xfrm>
              <a:off x="5091113"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66" name="Rectangle 61">
              <a:extLst>
                <a:ext uri="{FF2B5EF4-FFF2-40B4-BE49-F238E27FC236}">
                  <a16:creationId xmlns:a16="http://schemas.microsoft.com/office/drawing/2014/main" id="{44706999-1E1B-4E78-8051-A96117C0A270}"/>
                </a:ext>
              </a:extLst>
            </p:cNvPr>
            <p:cNvSpPr>
              <a:spLocks noChangeArrowheads="1"/>
            </p:cNvSpPr>
            <p:nvPr/>
          </p:nvSpPr>
          <p:spPr bwMode="auto">
            <a:xfrm>
              <a:off x="6819900"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67" name="Rectangle 62">
              <a:extLst>
                <a:ext uri="{FF2B5EF4-FFF2-40B4-BE49-F238E27FC236}">
                  <a16:creationId xmlns:a16="http://schemas.microsoft.com/office/drawing/2014/main" id="{F5D58FEE-FABD-4E1F-B628-30A8F82675A9}"/>
                </a:ext>
              </a:extLst>
            </p:cNvPr>
            <p:cNvSpPr>
              <a:spLocks noChangeArrowheads="1"/>
            </p:cNvSpPr>
            <p:nvPr/>
          </p:nvSpPr>
          <p:spPr bwMode="auto">
            <a:xfrm>
              <a:off x="6126163"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68" name="Rectangle 63">
              <a:extLst>
                <a:ext uri="{FF2B5EF4-FFF2-40B4-BE49-F238E27FC236}">
                  <a16:creationId xmlns:a16="http://schemas.microsoft.com/office/drawing/2014/main" id="{A79F1C85-8267-40BA-B09B-49B70EFBD2E3}"/>
                </a:ext>
              </a:extLst>
            </p:cNvPr>
            <p:cNvSpPr>
              <a:spLocks noChangeArrowheads="1"/>
            </p:cNvSpPr>
            <p:nvPr/>
          </p:nvSpPr>
          <p:spPr bwMode="auto">
            <a:xfrm>
              <a:off x="2600325"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69" name="Rectangle 64">
              <a:extLst>
                <a:ext uri="{FF2B5EF4-FFF2-40B4-BE49-F238E27FC236}">
                  <a16:creationId xmlns:a16="http://schemas.microsoft.com/office/drawing/2014/main" id="{874D6374-F561-4F40-A760-A5DA830F6C69}"/>
                </a:ext>
              </a:extLst>
            </p:cNvPr>
            <p:cNvSpPr>
              <a:spLocks noChangeArrowheads="1"/>
            </p:cNvSpPr>
            <p:nvPr/>
          </p:nvSpPr>
          <p:spPr bwMode="auto">
            <a:xfrm>
              <a:off x="2274888" y="2851150"/>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70" name="Rectangle 65">
              <a:extLst>
                <a:ext uri="{FF2B5EF4-FFF2-40B4-BE49-F238E27FC236}">
                  <a16:creationId xmlns:a16="http://schemas.microsoft.com/office/drawing/2014/main" id="{D1C45C56-1ABC-421A-9E87-47FB6519558C}"/>
                </a:ext>
              </a:extLst>
            </p:cNvPr>
            <p:cNvSpPr>
              <a:spLocks noChangeArrowheads="1"/>
            </p:cNvSpPr>
            <p:nvPr/>
          </p:nvSpPr>
          <p:spPr bwMode="auto">
            <a:xfrm>
              <a:off x="3668713"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71" name="Rectangle 66">
              <a:extLst>
                <a:ext uri="{FF2B5EF4-FFF2-40B4-BE49-F238E27FC236}">
                  <a16:creationId xmlns:a16="http://schemas.microsoft.com/office/drawing/2014/main" id="{944611F7-BB2F-4808-A8C5-FAE763BC0EA5}"/>
                </a:ext>
              </a:extLst>
            </p:cNvPr>
            <p:cNvSpPr>
              <a:spLocks noChangeArrowheads="1"/>
            </p:cNvSpPr>
            <p:nvPr/>
          </p:nvSpPr>
          <p:spPr bwMode="auto">
            <a:xfrm>
              <a:off x="2947988"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72" name="Rectangle 67">
              <a:extLst>
                <a:ext uri="{FF2B5EF4-FFF2-40B4-BE49-F238E27FC236}">
                  <a16:creationId xmlns:a16="http://schemas.microsoft.com/office/drawing/2014/main" id="{33DE64B2-ED69-4CFD-B980-5783D63E182F}"/>
                </a:ext>
              </a:extLst>
            </p:cNvPr>
            <p:cNvSpPr>
              <a:spLocks noChangeArrowheads="1"/>
            </p:cNvSpPr>
            <p:nvPr/>
          </p:nvSpPr>
          <p:spPr bwMode="auto">
            <a:xfrm>
              <a:off x="4011613"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73" name="Rectangle 68">
              <a:extLst>
                <a:ext uri="{FF2B5EF4-FFF2-40B4-BE49-F238E27FC236}">
                  <a16:creationId xmlns:a16="http://schemas.microsoft.com/office/drawing/2014/main" id="{23940915-12A3-4C4E-A7CB-27C578F2D6E9}"/>
                </a:ext>
              </a:extLst>
            </p:cNvPr>
            <p:cNvSpPr>
              <a:spLocks noChangeArrowheads="1"/>
            </p:cNvSpPr>
            <p:nvPr/>
          </p:nvSpPr>
          <p:spPr bwMode="auto">
            <a:xfrm>
              <a:off x="5829300"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74" name="Rectangle 69">
              <a:extLst>
                <a:ext uri="{FF2B5EF4-FFF2-40B4-BE49-F238E27FC236}">
                  <a16:creationId xmlns:a16="http://schemas.microsoft.com/office/drawing/2014/main" id="{9858E81E-93A1-4867-BA1F-233E58507262}"/>
                </a:ext>
              </a:extLst>
            </p:cNvPr>
            <p:cNvSpPr>
              <a:spLocks noChangeArrowheads="1"/>
            </p:cNvSpPr>
            <p:nvPr/>
          </p:nvSpPr>
          <p:spPr bwMode="auto">
            <a:xfrm>
              <a:off x="5092700"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75" name="Rectangle 70">
              <a:extLst>
                <a:ext uri="{FF2B5EF4-FFF2-40B4-BE49-F238E27FC236}">
                  <a16:creationId xmlns:a16="http://schemas.microsoft.com/office/drawing/2014/main" id="{B2FF91BF-5730-4CAB-8558-844C6EDA5E04}"/>
                </a:ext>
              </a:extLst>
            </p:cNvPr>
            <p:cNvSpPr>
              <a:spLocks noChangeArrowheads="1"/>
            </p:cNvSpPr>
            <p:nvPr/>
          </p:nvSpPr>
          <p:spPr bwMode="auto">
            <a:xfrm>
              <a:off x="6819900"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76" name="Rectangle 71">
              <a:extLst>
                <a:ext uri="{FF2B5EF4-FFF2-40B4-BE49-F238E27FC236}">
                  <a16:creationId xmlns:a16="http://schemas.microsoft.com/office/drawing/2014/main" id="{3EB25E6B-891D-489E-B5DD-9A8E95CD402C}"/>
                </a:ext>
              </a:extLst>
            </p:cNvPr>
            <p:cNvSpPr>
              <a:spLocks noChangeArrowheads="1"/>
            </p:cNvSpPr>
            <p:nvPr/>
          </p:nvSpPr>
          <p:spPr bwMode="auto">
            <a:xfrm>
              <a:off x="6127750"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77" name="Rectangle 72">
              <a:extLst>
                <a:ext uri="{FF2B5EF4-FFF2-40B4-BE49-F238E27FC236}">
                  <a16:creationId xmlns:a16="http://schemas.microsoft.com/office/drawing/2014/main" id="{FC84693E-B8A5-4C68-93EB-0DCB98599711}"/>
                </a:ext>
              </a:extLst>
            </p:cNvPr>
            <p:cNvSpPr>
              <a:spLocks noChangeArrowheads="1"/>
            </p:cNvSpPr>
            <p:nvPr/>
          </p:nvSpPr>
          <p:spPr bwMode="auto">
            <a:xfrm>
              <a:off x="2600325"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78" name="Rectangle 73">
              <a:extLst>
                <a:ext uri="{FF2B5EF4-FFF2-40B4-BE49-F238E27FC236}">
                  <a16:creationId xmlns:a16="http://schemas.microsoft.com/office/drawing/2014/main" id="{2965FA2E-B7FB-4B8C-9718-CC2897ED76CA}"/>
                </a:ext>
              </a:extLst>
            </p:cNvPr>
            <p:cNvSpPr>
              <a:spLocks noChangeArrowheads="1"/>
            </p:cNvSpPr>
            <p:nvPr/>
          </p:nvSpPr>
          <p:spPr bwMode="auto">
            <a:xfrm>
              <a:off x="2274888" y="3152775"/>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79" name="Rectangle 74">
              <a:extLst>
                <a:ext uri="{FF2B5EF4-FFF2-40B4-BE49-F238E27FC236}">
                  <a16:creationId xmlns:a16="http://schemas.microsoft.com/office/drawing/2014/main" id="{3435E60F-8A9F-4A91-AC68-8B7F856AA9EA}"/>
                </a:ext>
              </a:extLst>
            </p:cNvPr>
            <p:cNvSpPr>
              <a:spLocks noChangeArrowheads="1"/>
            </p:cNvSpPr>
            <p:nvPr/>
          </p:nvSpPr>
          <p:spPr bwMode="auto">
            <a:xfrm>
              <a:off x="3668713"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80" name="Rectangle 75">
              <a:extLst>
                <a:ext uri="{FF2B5EF4-FFF2-40B4-BE49-F238E27FC236}">
                  <a16:creationId xmlns:a16="http://schemas.microsoft.com/office/drawing/2014/main" id="{4A2B10F8-AAB7-4EC5-BFA9-232322B0B0E6}"/>
                </a:ext>
              </a:extLst>
            </p:cNvPr>
            <p:cNvSpPr>
              <a:spLocks noChangeArrowheads="1"/>
            </p:cNvSpPr>
            <p:nvPr/>
          </p:nvSpPr>
          <p:spPr bwMode="auto">
            <a:xfrm>
              <a:off x="2947988"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81" name="Rectangle 76">
              <a:extLst>
                <a:ext uri="{FF2B5EF4-FFF2-40B4-BE49-F238E27FC236}">
                  <a16:creationId xmlns:a16="http://schemas.microsoft.com/office/drawing/2014/main" id="{67CE0237-CE85-44EB-8B90-12E362D6AEDC}"/>
                </a:ext>
              </a:extLst>
            </p:cNvPr>
            <p:cNvSpPr>
              <a:spLocks noChangeArrowheads="1"/>
            </p:cNvSpPr>
            <p:nvPr/>
          </p:nvSpPr>
          <p:spPr bwMode="auto">
            <a:xfrm>
              <a:off x="4011613"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82" name="Rectangle 77">
              <a:extLst>
                <a:ext uri="{FF2B5EF4-FFF2-40B4-BE49-F238E27FC236}">
                  <a16:creationId xmlns:a16="http://schemas.microsoft.com/office/drawing/2014/main" id="{78DAE7EC-5B62-4A37-97E5-B724E5EDDD79}"/>
                </a:ext>
              </a:extLst>
            </p:cNvPr>
            <p:cNvSpPr>
              <a:spLocks noChangeArrowheads="1"/>
            </p:cNvSpPr>
            <p:nvPr/>
          </p:nvSpPr>
          <p:spPr bwMode="auto">
            <a:xfrm>
              <a:off x="5829300"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83" name="Rectangle 78">
              <a:extLst>
                <a:ext uri="{FF2B5EF4-FFF2-40B4-BE49-F238E27FC236}">
                  <a16:creationId xmlns:a16="http://schemas.microsoft.com/office/drawing/2014/main" id="{E8A47F12-6922-4384-BE8B-3D54B0260C72}"/>
                </a:ext>
              </a:extLst>
            </p:cNvPr>
            <p:cNvSpPr>
              <a:spLocks noChangeArrowheads="1"/>
            </p:cNvSpPr>
            <p:nvPr/>
          </p:nvSpPr>
          <p:spPr bwMode="auto">
            <a:xfrm>
              <a:off x="5092700"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84" name="Rectangle 79">
              <a:extLst>
                <a:ext uri="{FF2B5EF4-FFF2-40B4-BE49-F238E27FC236}">
                  <a16:creationId xmlns:a16="http://schemas.microsoft.com/office/drawing/2014/main" id="{B27A179C-69D5-48EE-BE5F-CEFF79E4040B}"/>
                </a:ext>
              </a:extLst>
            </p:cNvPr>
            <p:cNvSpPr>
              <a:spLocks noChangeArrowheads="1"/>
            </p:cNvSpPr>
            <p:nvPr/>
          </p:nvSpPr>
          <p:spPr bwMode="auto">
            <a:xfrm>
              <a:off x="6819900"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85" name="Rectangle 80">
              <a:extLst>
                <a:ext uri="{FF2B5EF4-FFF2-40B4-BE49-F238E27FC236}">
                  <a16:creationId xmlns:a16="http://schemas.microsoft.com/office/drawing/2014/main" id="{FBD795E6-3CB3-439E-9C72-8654D251358A}"/>
                </a:ext>
              </a:extLst>
            </p:cNvPr>
            <p:cNvSpPr>
              <a:spLocks noChangeArrowheads="1"/>
            </p:cNvSpPr>
            <p:nvPr/>
          </p:nvSpPr>
          <p:spPr bwMode="auto">
            <a:xfrm>
              <a:off x="6127750"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86" name="Rectangle 81">
              <a:extLst>
                <a:ext uri="{FF2B5EF4-FFF2-40B4-BE49-F238E27FC236}">
                  <a16:creationId xmlns:a16="http://schemas.microsoft.com/office/drawing/2014/main" id="{7794B694-2C0C-449E-8C3C-F8D5CD2BD4BE}"/>
                </a:ext>
              </a:extLst>
            </p:cNvPr>
            <p:cNvSpPr>
              <a:spLocks noChangeArrowheads="1"/>
            </p:cNvSpPr>
            <p:nvPr/>
          </p:nvSpPr>
          <p:spPr bwMode="auto">
            <a:xfrm>
              <a:off x="2600325"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87" name="Rectangle 82">
              <a:extLst>
                <a:ext uri="{FF2B5EF4-FFF2-40B4-BE49-F238E27FC236}">
                  <a16:creationId xmlns:a16="http://schemas.microsoft.com/office/drawing/2014/main" id="{6B932436-A2EC-4627-86C6-12E583658469}"/>
                </a:ext>
              </a:extLst>
            </p:cNvPr>
            <p:cNvSpPr>
              <a:spLocks noChangeArrowheads="1"/>
            </p:cNvSpPr>
            <p:nvPr/>
          </p:nvSpPr>
          <p:spPr bwMode="auto">
            <a:xfrm>
              <a:off x="2274888" y="345757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88" name="Rectangle 83">
              <a:extLst>
                <a:ext uri="{FF2B5EF4-FFF2-40B4-BE49-F238E27FC236}">
                  <a16:creationId xmlns:a16="http://schemas.microsoft.com/office/drawing/2014/main" id="{F7C839AF-7B2A-4CF5-BC28-E511CBD1024B}"/>
                </a:ext>
              </a:extLst>
            </p:cNvPr>
            <p:cNvSpPr>
              <a:spLocks noChangeArrowheads="1"/>
            </p:cNvSpPr>
            <p:nvPr/>
          </p:nvSpPr>
          <p:spPr bwMode="auto">
            <a:xfrm>
              <a:off x="3668713"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89" name="Rectangle 84">
              <a:extLst>
                <a:ext uri="{FF2B5EF4-FFF2-40B4-BE49-F238E27FC236}">
                  <a16:creationId xmlns:a16="http://schemas.microsoft.com/office/drawing/2014/main" id="{39D19922-C543-466B-ACE9-795F55E84F1F}"/>
                </a:ext>
              </a:extLst>
            </p:cNvPr>
            <p:cNvSpPr>
              <a:spLocks noChangeArrowheads="1"/>
            </p:cNvSpPr>
            <p:nvPr/>
          </p:nvSpPr>
          <p:spPr bwMode="auto">
            <a:xfrm>
              <a:off x="2946400"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90" name="Rectangle 85">
              <a:extLst>
                <a:ext uri="{FF2B5EF4-FFF2-40B4-BE49-F238E27FC236}">
                  <a16:creationId xmlns:a16="http://schemas.microsoft.com/office/drawing/2014/main" id="{1B44E27E-6252-44AE-953D-05F821BEAAAB}"/>
                </a:ext>
              </a:extLst>
            </p:cNvPr>
            <p:cNvSpPr>
              <a:spLocks noChangeArrowheads="1"/>
            </p:cNvSpPr>
            <p:nvPr/>
          </p:nvSpPr>
          <p:spPr bwMode="auto">
            <a:xfrm>
              <a:off x="4010025"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91" name="Rectangle 86">
              <a:extLst>
                <a:ext uri="{FF2B5EF4-FFF2-40B4-BE49-F238E27FC236}">
                  <a16:creationId xmlns:a16="http://schemas.microsoft.com/office/drawing/2014/main" id="{2C226075-8B59-45D7-AC79-A02CF6FF8E10}"/>
                </a:ext>
              </a:extLst>
            </p:cNvPr>
            <p:cNvSpPr>
              <a:spLocks noChangeArrowheads="1"/>
            </p:cNvSpPr>
            <p:nvPr/>
          </p:nvSpPr>
          <p:spPr bwMode="auto">
            <a:xfrm>
              <a:off x="5829300"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92" name="Rectangle 87">
              <a:extLst>
                <a:ext uri="{FF2B5EF4-FFF2-40B4-BE49-F238E27FC236}">
                  <a16:creationId xmlns:a16="http://schemas.microsoft.com/office/drawing/2014/main" id="{14F024E2-17B6-4E3C-B473-41D6153A23BA}"/>
                </a:ext>
              </a:extLst>
            </p:cNvPr>
            <p:cNvSpPr>
              <a:spLocks noChangeArrowheads="1"/>
            </p:cNvSpPr>
            <p:nvPr/>
          </p:nvSpPr>
          <p:spPr bwMode="auto">
            <a:xfrm>
              <a:off x="5091113"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93" name="Rectangle 88">
              <a:extLst>
                <a:ext uri="{FF2B5EF4-FFF2-40B4-BE49-F238E27FC236}">
                  <a16:creationId xmlns:a16="http://schemas.microsoft.com/office/drawing/2014/main" id="{00FA989C-FB80-46B0-B755-1AEE23CDFAE8}"/>
                </a:ext>
              </a:extLst>
            </p:cNvPr>
            <p:cNvSpPr>
              <a:spLocks noChangeArrowheads="1"/>
            </p:cNvSpPr>
            <p:nvPr/>
          </p:nvSpPr>
          <p:spPr bwMode="auto">
            <a:xfrm>
              <a:off x="6819900"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94" name="Rectangle 89">
              <a:extLst>
                <a:ext uri="{FF2B5EF4-FFF2-40B4-BE49-F238E27FC236}">
                  <a16:creationId xmlns:a16="http://schemas.microsoft.com/office/drawing/2014/main" id="{AD23A4EE-2F7F-4106-AA02-181DC77E3D66}"/>
                </a:ext>
              </a:extLst>
            </p:cNvPr>
            <p:cNvSpPr>
              <a:spLocks noChangeArrowheads="1"/>
            </p:cNvSpPr>
            <p:nvPr/>
          </p:nvSpPr>
          <p:spPr bwMode="auto">
            <a:xfrm>
              <a:off x="6126163"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95" name="Rectangle 90">
              <a:extLst>
                <a:ext uri="{FF2B5EF4-FFF2-40B4-BE49-F238E27FC236}">
                  <a16:creationId xmlns:a16="http://schemas.microsoft.com/office/drawing/2014/main" id="{09C3CA6E-E81E-40F0-9640-35978C2D95FA}"/>
                </a:ext>
              </a:extLst>
            </p:cNvPr>
            <p:cNvSpPr>
              <a:spLocks noChangeArrowheads="1"/>
            </p:cNvSpPr>
            <p:nvPr/>
          </p:nvSpPr>
          <p:spPr bwMode="auto">
            <a:xfrm>
              <a:off x="2600325"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96" name="Rectangle 91">
              <a:extLst>
                <a:ext uri="{FF2B5EF4-FFF2-40B4-BE49-F238E27FC236}">
                  <a16:creationId xmlns:a16="http://schemas.microsoft.com/office/drawing/2014/main" id="{8A952738-8591-4D51-B797-1D517C17C94C}"/>
                </a:ext>
              </a:extLst>
            </p:cNvPr>
            <p:cNvSpPr>
              <a:spLocks noChangeArrowheads="1"/>
            </p:cNvSpPr>
            <p:nvPr/>
          </p:nvSpPr>
          <p:spPr bwMode="auto">
            <a:xfrm>
              <a:off x="2274888" y="3762375"/>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97" name="Rectangle 92">
              <a:extLst>
                <a:ext uri="{FF2B5EF4-FFF2-40B4-BE49-F238E27FC236}">
                  <a16:creationId xmlns:a16="http://schemas.microsoft.com/office/drawing/2014/main" id="{788C9B8B-B92C-4891-B224-D1C05D94FACF}"/>
                </a:ext>
              </a:extLst>
            </p:cNvPr>
            <p:cNvSpPr>
              <a:spLocks noChangeArrowheads="1"/>
            </p:cNvSpPr>
            <p:nvPr/>
          </p:nvSpPr>
          <p:spPr bwMode="auto">
            <a:xfrm>
              <a:off x="3668713"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98" name="Rectangle 93">
              <a:extLst>
                <a:ext uri="{FF2B5EF4-FFF2-40B4-BE49-F238E27FC236}">
                  <a16:creationId xmlns:a16="http://schemas.microsoft.com/office/drawing/2014/main" id="{471D26D6-1606-42BB-B96A-9A7E4F4081C2}"/>
                </a:ext>
              </a:extLst>
            </p:cNvPr>
            <p:cNvSpPr>
              <a:spLocks noChangeArrowheads="1"/>
            </p:cNvSpPr>
            <p:nvPr/>
          </p:nvSpPr>
          <p:spPr bwMode="auto">
            <a:xfrm>
              <a:off x="2946400"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99" name="Rectangle 94">
              <a:extLst>
                <a:ext uri="{FF2B5EF4-FFF2-40B4-BE49-F238E27FC236}">
                  <a16:creationId xmlns:a16="http://schemas.microsoft.com/office/drawing/2014/main" id="{50EDF227-A953-44DE-8C0F-DCD6D64F3CEC}"/>
                </a:ext>
              </a:extLst>
            </p:cNvPr>
            <p:cNvSpPr>
              <a:spLocks noChangeArrowheads="1"/>
            </p:cNvSpPr>
            <p:nvPr/>
          </p:nvSpPr>
          <p:spPr bwMode="auto">
            <a:xfrm>
              <a:off x="4008438"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700" name="Rectangle 95">
              <a:extLst>
                <a:ext uri="{FF2B5EF4-FFF2-40B4-BE49-F238E27FC236}">
                  <a16:creationId xmlns:a16="http://schemas.microsoft.com/office/drawing/2014/main" id="{C8E66347-FAC9-4D6A-AC86-6561893501C6}"/>
                </a:ext>
              </a:extLst>
            </p:cNvPr>
            <p:cNvSpPr>
              <a:spLocks noChangeArrowheads="1"/>
            </p:cNvSpPr>
            <p:nvPr/>
          </p:nvSpPr>
          <p:spPr bwMode="auto">
            <a:xfrm>
              <a:off x="5829300"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701" name="Rectangle 96">
              <a:extLst>
                <a:ext uri="{FF2B5EF4-FFF2-40B4-BE49-F238E27FC236}">
                  <a16:creationId xmlns:a16="http://schemas.microsoft.com/office/drawing/2014/main" id="{4A656A31-A7BB-45C7-AB52-A461C98304AC}"/>
                </a:ext>
              </a:extLst>
            </p:cNvPr>
            <p:cNvSpPr>
              <a:spLocks noChangeArrowheads="1"/>
            </p:cNvSpPr>
            <p:nvPr/>
          </p:nvSpPr>
          <p:spPr bwMode="auto">
            <a:xfrm>
              <a:off x="5089525"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702" name="Rectangle 97">
              <a:extLst>
                <a:ext uri="{FF2B5EF4-FFF2-40B4-BE49-F238E27FC236}">
                  <a16:creationId xmlns:a16="http://schemas.microsoft.com/office/drawing/2014/main" id="{B6BABBBF-FDC8-43B1-8550-10A254E3853C}"/>
                </a:ext>
              </a:extLst>
            </p:cNvPr>
            <p:cNvSpPr>
              <a:spLocks noChangeArrowheads="1"/>
            </p:cNvSpPr>
            <p:nvPr/>
          </p:nvSpPr>
          <p:spPr bwMode="auto">
            <a:xfrm>
              <a:off x="6819900"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703" name="Rectangle 98">
              <a:extLst>
                <a:ext uri="{FF2B5EF4-FFF2-40B4-BE49-F238E27FC236}">
                  <a16:creationId xmlns:a16="http://schemas.microsoft.com/office/drawing/2014/main" id="{7A0DC4BB-F54A-4ED5-9322-D53AEB7741B3}"/>
                </a:ext>
              </a:extLst>
            </p:cNvPr>
            <p:cNvSpPr>
              <a:spLocks noChangeArrowheads="1"/>
            </p:cNvSpPr>
            <p:nvPr/>
          </p:nvSpPr>
          <p:spPr bwMode="auto">
            <a:xfrm>
              <a:off x="6126163"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704" name="Rectangle 99">
              <a:extLst>
                <a:ext uri="{FF2B5EF4-FFF2-40B4-BE49-F238E27FC236}">
                  <a16:creationId xmlns:a16="http://schemas.microsoft.com/office/drawing/2014/main" id="{83CEAFEB-B417-47E1-9F6F-0EA590C87BFA}"/>
                </a:ext>
              </a:extLst>
            </p:cNvPr>
            <p:cNvSpPr>
              <a:spLocks noChangeArrowheads="1"/>
            </p:cNvSpPr>
            <p:nvPr/>
          </p:nvSpPr>
          <p:spPr bwMode="auto">
            <a:xfrm>
              <a:off x="2600325"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705" name="Rectangle 100">
              <a:extLst>
                <a:ext uri="{FF2B5EF4-FFF2-40B4-BE49-F238E27FC236}">
                  <a16:creationId xmlns:a16="http://schemas.microsoft.com/office/drawing/2014/main" id="{8B77606F-EE35-4B0D-895E-8B3014417BA3}"/>
                </a:ext>
              </a:extLst>
            </p:cNvPr>
            <p:cNvSpPr>
              <a:spLocks noChangeArrowheads="1"/>
            </p:cNvSpPr>
            <p:nvPr/>
          </p:nvSpPr>
          <p:spPr bwMode="auto">
            <a:xfrm>
              <a:off x="2274888" y="4064000"/>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706" name="Rectangle 101">
              <a:extLst>
                <a:ext uri="{FF2B5EF4-FFF2-40B4-BE49-F238E27FC236}">
                  <a16:creationId xmlns:a16="http://schemas.microsoft.com/office/drawing/2014/main" id="{F6E5501A-84F1-4EC6-827B-A29C7B5CA288}"/>
                </a:ext>
              </a:extLst>
            </p:cNvPr>
            <p:cNvSpPr>
              <a:spLocks noChangeArrowheads="1"/>
            </p:cNvSpPr>
            <p:nvPr/>
          </p:nvSpPr>
          <p:spPr bwMode="auto">
            <a:xfrm>
              <a:off x="3668713"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707" name="Rectangle 102">
              <a:extLst>
                <a:ext uri="{FF2B5EF4-FFF2-40B4-BE49-F238E27FC236}">
                  <a16:creationId xmlns:a16="http://schemas.microsoft.com/office/drawing/2014/main" id="{99E405F6-8A26-4BCE-AE15-F7660F0AB8E0}"/>
                </a:ext>
              </a:extLst>
            </p:cNvPr>
            <p:cNvSpPr>
              <a:spLocks noChangeArrowheads="1"/>
            </p:cNvSpPr>
            <p:nvPr/>
          </p:nvSpPr>
          <p:spPr bwMode="auto">
            <a:xfrm>
              <a:off x="2947988"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708" name="Rectangle 103">
              <a:extLst>
                <a:ext uri="{FF2B5EF4-FFF2-40B4-BE49-F238E27FC236}">
                  <a16:creationId xmlns:a16="http://schemas.microsoft.com/office/drawing/2014/main" id="{756E8DB1-8CE7-4F57-81C6-5CF341DD69DF}"/>
                </a:ext>
              </a:extLst>
            </p:cNvPr>
            <p:cNvSpPr>
              <a:spLocks noChangeArrowheads="1"/>
            </p:cNvSpPr>
            <p:nvPr/>
          </p:nvSpPr>
          <p:spPr bwMode="auto">
            <a:xfrm>
              <a:off x="4010025"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709" name="Rectangle 104">
              <a:extLst>
                <a:ext uri="{FF2B5EF4-FFF2-40B4-BE49-F238E27FC236}">
                  <a16:creationId xmlns:a16="http://schemas.microsoft.com/office/drawing/2014/main" id="{258DF4D1-4080-42EC-AD6A-D413899F9E5C}"/>
                </a:ext>
              </a:extLst>
            </p:cNvPr>
            <p:cNvSpPr>
              <a:spLocks noChangeArrowheads="1"/>
            </p:cNvSpPr>
            <p:nvPr/>
          </p:nvSpPr>
          <p:spPr bwMode="auto">
            <a:xfrm>
              <a:off x="5829300"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710" name="Rectangle 105">
              <a:extLst>
                <a:ext uri="{FF2B5EF4-FFF2-40B4-BE49-F238E27FC236}">
                  <a16:creationId xmlns:a16="http://schemas.microsoft.com/office/drawing/2014/main" id="{97618B62-512D-43ED-8F9D-EA1786FA8B82}"/>
                </a:ext>
              </a:extLst>
            </p:cNvPr>
            <p:cNvSpPr>
              <a:spLocks noChangeArrowheads="1"/>
            </p:cNvSpPr>
            <p:nvPr/>
          </p:nvSpPr>
          <p:spPr bwMode="auto">
            <a:xfrm>
              <a:off x="5091113"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711" name="Rectangle 106">
              <a:extLst>
                <a:ext uri="{FF2B5EF4-FFF2-40B4-BE49-F238E27FC236}">
                  <a16:creationId xmlns:a16="http://schemas.microsoft.com/office/drawing/2014/main" id="{615908C5-F90A-451E-9098-DDAEB785DC6D}"/>
                </a:ext>
              </a:extLst>
            </p:cNvPr>
            <p:cNvSpPr>
              <a:spLocks noChangeArrowheads="1"/>
            </p:cNvSpPr>
            <p:nvPr/>
          </p:nvSpPr>
          <p:spPr bwMode="auto">
            <a:xfrm>
              <a:off x="6819900"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712" name="Rectangle 107">
              <a:extLst>
                <a:ext uri="{FF2B5EF4-FFF2-40B4-BE49-F238E27FC236}">
                  <a16:creationId xmlns:a16="http://schemas.microsoft.com/office/drawing/2014/main" id="{6DC8B3D6-986E-4DB1-BCA8-51A27B6F7604}"/>
                </a:ext>
              </a:extLst>
            </p:cNvPr>
            <p:cNvSpPr>
              <a:spLocks noChangeArrowheads="1"/>
            </p:cNvSpPr>
            <p:nvPr/>
          </p:nvSpPr>
          <p:spPr bwMode="auto">
            <a:xfrm>
              <a:off x="6127750"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713" name="Rectangle 108">
              <a:extLst>
                <a:ext uri="{FF2B5EF4-FFF2-40B4-BE49-F238E27FC236}">
                  <a16:creationId xmlns:a16="http://schemas.microsoft.com/office/drawing/2014/main" id="{5FD0F65A-8DAB-4E5B-855B-AA5C536DFAB7}"/>
                </a:ext>
              </a:extLst>
            </p:cNvPr>
            <p:cNvSpPr>
              <a:spLocks noChangeArrowheads="1"/>
            </p:cNvSpPr>
            <p:nvPr/>
          </p:nvSpPr>
          <p:spPr bwMode="auto">
            <a:xfrm>
              <a:off x="2600325"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714" name="Rectangle 109">
              <a:extLst>
                <a:ext uri="{FF2B5EF4-FFF2-40B4-BE49-F238E27FC236}">
                  <a16:creationId xmlns:a16="http://schemas.microsoft.com/office/drawing/2014/main" id="{2EE30EFF-B732-48CA-AA65-AD22B0DF15B7}"/>
                </a:ext>
              </a:extLst>
            </p:cNvPr>
            <p:cNvSpPr>
              <a:spLocks noChangeArrowheads="1"/>
            </p:cNvSpPr>
            <p:nvPr/>
          </p:nvSpPr>
          <p:spPr bwMode="auto">
            <a:xfrm>
              <a:off x="2274888" y="43688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715" name="Rectangle 110">
              <a:extLst>
                <a:ext uri="{FF2B5EF4-FFF2-40B4-BE49-F238E27FC236}">
                  <a16:creationId xmlns:a16="http://schemas.microsoft.com/office/drawing/2014/main" id="{5CEEC7A0-354B-4AF2-A16A-CD34ADF4A69B}"/>
                </a:ext>
              </a:extLst>
            </p:cNvPr>
            <p:cNvSpPr>
              <a:spLocks noChangeArrowheads="1"/>
            </p:cNvSpPr>
            <p:nvPr/>
          </p:nvSpPr>
          <p:spPr bwMode="auto">
            <a:xfrm>
              <a:off x="3668713"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716" name="Rectangle 111">
              <a:extLst>
                <a:ext uri="{FF2B5EF4-FFF2-40B4-BE49-F238E27FC236}">
                  <a16:creationId xmlns:a16="http://schemas.microsoft.com/office/drawing/2014/main" id="{20F02AC2-1CF0-4C8B-90DD-FFC457351BFC}"/>
                </a:ext>
              </a:extLst>
            </p:cNvPr>
            <p:cNvSpPr>
              <a:spLocks noChangeArrowheads="1"/>
            </p:cNvSpPr>
            <p:nvPr/>
          </p:nvSpPr>
          <p:spPr bwMode="auto">
            <a:xfrm>
              <a:off x="2946400"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717" name="Rectangle 112">
              <a:extLst>
                <a:ext uri="{FF2B5EF4-FFF2-40B4-BE49-F238E27FC236}">
                  <a16:creationId xmlns:a16="http://schemas.microsoft.com/office/drawing/2014/main" id="{0B91DF21-2D94-4852-BF7A-02D83B299710}"/>
                </a:ext>
              </a:extLst>
            </p:cNvPr>
            <p:cNvSpPr>
              <a:spLocks noChangeArrowheads="1"/>
            </p:cNvSpPr>
            <p:nvPr/>
          </p:nvSpPr>
          <p:spPr bwMode="auto">
            <a:xfrm>
              <a:off x="4010025"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718" name="Rectangle 113">
              <a:extLst>
                <a:ext uri="{FF2B5EF4-FFF2-40B4-BE49-F238E27FC236}">
                  <a16:creationId xmlns:a16="http://schemas.microsoft.com/office/drawing/2014/main" id="{B80E5D73-E2F8-4CD2-8496-513356F61976}"/>
                </a:ext>
              </a:extLst>
            </p:cNvPr>
            <p:cNvSpPr>
              <a:spLocks noChangeArrowheads="1"/>
            </p:cNvSpPr>
            <p:nvPr/>
          </p:nvSpPr>
          <p:spPr bwMode="auto">
            <a:xfrm>
              <a:off x="5829300"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719" name="Rectangle 114">
              <a:extLst>
                <a:ext uri="{FF2B5EF4-FFF2-40B4-BE49-F238E27FC236}">
                  <a16:creationId xmlns:a16="http://schemas.microsoft.com/office/drawing/2014/main" id="{48EE15E6-9B2E-4E6B-99AD-3999C6AA156F}"/>
                </a:ext>
              </a:extLst>
            </p:cNvPr>
            <p:cNvSpPr>
              <a:spLocks noChangeArrowheads="1"/>
            </p:cNvSpPr>
            <p:nvPr/>
          </p:nvSpPr>
          <p:spPr bwMode="auto">
            <a:xfrm>
              <a:off x="5091113"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720" name="Rectangle 115">
              <a:extLst>
                <a:ext uri="{FF2B5EF4-FFF2-40B4-BE49-F238E27FC236}">
                  <a16:creationId xmlns:a16="http://schemas.microsoft.com/office/drawing/2014/main" id="{68454735-D38F-47E6-9C90-D5AB81760A93}"/>
                </a:ext>
              </a:extLst>
            </p:cNvPr>
            <p:cNvSpPr>
              <a:spLocks noChangeArrowheads="1"/>
            </p:cNvSpPr>
            <p:nvPr/>
          </p:nvSpPr>
          <p:spPr bwMode="auto">
            <a:xfrm>
              <a:off x="6819900"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721" name="Rectangle 116">
              <a:extLst>
                <a:ext uri="{FF2B5EF4-FFF2-40B4-BE49-F238E27FC236}">
                  <a16:creationId xmlns:a16="http://schemas.microsoft.com/office/drawing/2014/main" id="{25E1F4D6-F70D-4454-B904-08BDF20176EF}"/>
                </a:ext>
              </a:extLst>
            </p:cNvPr>
            <p:cNvSpPr>
              <a:spLocks noChangeArrowheads="1"/>
            </p:cNvSpPr>
            <p:nvPr/>
          </p:nvSpPr>
          <p:spPr bwMode="auto">
            <a:xfrm>
              <a:off x="6126163"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722" name="Rectangle 117">
              <a:extLst>
                <a:ext uri="{FF2B5EF4-FFF2-40B4-BE49-F238E27FC236}">
                  <a16:creationId xmlns:a16="http://schemas.microsoft.com/office/drawing/2014/main" id="{A4E8CE9D-FEFE-4D9D-8533-B8749F2E13ED}"/>
                </a:ext>
              </a:extLst>
            </p:cNvPr>
            <p:cNvSpPr>
              <a:spLocks noChangeArrowheads="1"/>
            </p:cNvSpPr>
            <p:nvPr/>
          </p:nvSpPr>
          <p:spPr bwMode="auto">
            <a:xfrm>
              <a:off x="2600325"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723" name="Rectangle 118">
              <a:extLst>
                <a:ext uri="{FF2B5EF4-FFF2-40B4-BE49-F238E27FC236}">
                  <a16:creationId xmlns:a16="http://schemas.microsoft.com/office/drawing/2014/main" id="{BF597562-6693-4BD2-8BAE-4A486488578F}"/>
                </a:ext>
              </a:extLst>
            </p:cNvPr>
            <p:cNvSpPr>
              <a:spLocks noChangeArrowheads="1"/>
            </p:cNvSpPr>
            <p:nvPr/>
          </p:nvSpPr>
          <p:spPr bwMode="auto">
            <a:xfrm>
              <a:off x="2274888" y="46736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H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724" name="Rectangle 119">
              <a:extLst>
                <a:ext uri="{FF2B5EF4-FFF2-40B4-BE49-F238E27FC236}">
                  <a16:creationId xmlns:a16="http://schemas.microsoft.com/office/drawing/2014/main" id="{430DEDE8-8CAE-4C5E-B330-7BED245BCC08}"/>
                </a:ext>
              </a:extLst>
            </p:cNvPr>
            <p:cNvSpPr>
              <a:spLocks noChangeArrowheads="1"/>
            </p:cNvSpPr>
            <p:nvPr/>
          </p:nvSpPr>
          <p:spPr bwMode="auto">
            <a:xfrm>
              <a:off x="3668713"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725" name="Rectangle 120">
              <a:extLst>
                <a:ext uri="{FF2B5EF4-FFF2-40B4-BE49-F238E27FC236}">
                  <a16:creationId xmlns:a16="http://schemas.microsoft.com/office/drawing/2014/main" id="{92EDB409-E5F5-45F1-BFB7-6476C7C425AC}"/>
                </a:ext>
              </a:extLst>
            </p:cNvPr>
            <p:cNvSpPr>
              <a:spLocks noChangeArrowheads="1"/>
            </p:cNvSpPr>
            <p:nvPr/>
          </p:nvSpPr>
          <p:spPr bwMode="auto">
            <a:xfrm>
              <a:off x="2946400"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726" name="Rectangle 121">
              <a:extLst>
                <a:ext uri="{FF2B5EF4-FFF2-40B4-BE49-F238E27FC236}">
                  <a16:creationId xmlns:a16="http://schemas.microsoft.com/office/drawing/2014/main" id="{900A7722-795B-48F1-9CCC-34BBF5EE303F}"/>
                </a:ext>
              </a:extLst>
            </p:cNvPr>
            <p:cNvSpPr>
              <a:spLocks noChangeArrowheads="1"/>
            </p:cNvSpPr>
            <p:nvPr/>
          </p:nvSpPr>
          <p:spPr bwMode="auto">
            <a:xfrm>
              <a:off x="4010025"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727" name="Rectangle 122">
              <a:extLst>
                <a:ext uri="{FF2B5EF4-FFF2-40B4-BE49-F238E27FC236}">
                  <a16:creationId xmlns:a16="http://schemas.microsoft.com/office/drawing/2014/main" id="{CFEDC246-A735-4409-AD86-690DA05749EA}"/>
                </a:ext>
              </a:extLst>
            </p:cNvPr>
            <p:cNvSpPr>
              <a:spLocks noChangeArrowheads="1"/>
            </p:cNvSpPr>
            <p:nvPr/>
          </p:nvSpPr>
          <p:spPr bwMode="auto">
            <a:xfrm>
              <a:off x="5829300"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728" name="Rectangle 123">
              <a:extLst>
                <a:ext uri="{FF2B5EF4-FFF2-40B4-BE49-F238E27FC236}">
                  <a16:creationId xmlns:a16="http://schemas.microsoft.com/office/drawing/2014/main" id="{AC849473-2BD4-433E-8AE0-3DC2F372FC3A}"/>
                </a:ext>
              </a:extLst>
            </p:cNvPr>
            <p:cNvSpPr>
              <a:spLocks noChangeArrowheads="1"/>
            </p:cNvSpPr>
            <p:nvPr/>
          </p:nvSpPr>
          <p:spPr bwMode="auto">
            <a:xfrm>
              <a:off x="5091113"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729" name="Rectangle 124">
              <a:extLst>
                <a:ext uri="{FF2B5EF4-FFF2-40B4-BE49-F238E27FC236}">
                  <a16:creationId xmlns:a16="http://schemas.microsoft.com/office/drawing/2014/main" id="{817A2719-CA46-4482-B871-CAD3BCB928B2}"/>
                </a:ext>
              </a:extLst>
            </p:cNvPr>
            <p:cNvSpPr>
              <a:spLocks noChangeArrowheads="1"/>
            </p:cNvSpPr>
            <p:nvPr/>
          </p:nvSpPr>
          <p:spPr bwMode="auto">
            <a:xfrm>
              <a:off x="6819900"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730" name="Rectangle 125">
              <a:extLst>
                <a:ext uri="{FF2B5EF4-FFF2-40B4-BE49-F238E27FC236}">
                  <a16:creationId xmlns:a16="http://schemas.microsoft.com/office/drawing/2014/main" id="{49113ACD-0DFF-4D6B-8249-7AE77042D9C9}"/>
                </a:ext>
              </a:extLst>
            </p:cNvPr>
            <p:cNvSpPr>
              <a:spLocks noChangeArrowheads="1"/>
            </p:cNvSpPr>
            <p:nvPr/>
          </p:nvSpPr>
          <p:spPr bwMode="auto">
            <a:xfrm>
              <a:off x="2600325" y="5018088"/>
              <a:ext cx="422275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731" name="Rectangle 126">
              <a:extLst>
                <a:ext uri="{FF2B5EF4-FFF2-40B4-BE49-F238E27FC236}">
                  <a16:creationId xmlns:a16="http://schemas.microsoft.com/office/drawing/2014/main" id="{7CEBD90E-1967-41CE-99F8-D6DD1791518E}"/>
                </a:ext>
              </a:extLst>
            </p:cNvPr>
            <p:cNvSpPr>
              <a:spLocks noChangeArrowheads="1"/>
            </p:cNvSpPr>
            <p:nvPr/>
          </p:nvSpPr>
          <p:spPr bwMode="auto">
            <a:xfrm>
              <a:off x="6126163"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65538" name="Title 1">
            <a:extLst>
              <a:ext uri="{FF2B5EF4-FFF2-40B4-BE49-F238E27FC236}">
                <a16:creationId xmlns:a16="http://schemas.microsoft.com/office/drawing/2014/main" id="{A02CF986-3CBC-412E-BAE0-A5B40FA35A6F}"/>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K-map for Y</a:t>
            </a:r>
            <a:r>
              <a:rPr kumimoji="0" lang="en-US" altLang="en-US" sz="3600" b="1" i="0" u="none" strike="noStrike" kern="120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cs typeface="+mn-cs"/>
              </a:rPr>
              <a:t>1</a:t>
            </a:r>
          </a:p>
        </p:txBody>
      </p:sp>
      <p:sp>
        <p:nvSpPr>
          <p:cNvPr id="65539" name="Rectangle 158">
            <a:extLst>
              <a:ext uri="{FF2B5EF4-FFF2-40B4-BE49-F238E27FC236}">
                <a16:creationId xmlns:a16="http://schemas.microsoft.com/office/drawing/2014/main" id="{9A1B3C3C-3B19-4052-A21F-A4DD72C9F103}"/>
              </a:ext>
            </a:extLst>
          </p:cNvPr>
          <p:cNvSpPr>
            <a:spLocks noChangeArrowheads="1"/>
          </p:cNvSpPr>
          <p:nvPr/>
        </p:nvSpPr>
        <p:spPr bwMode="auto">
          <a:xfrm>
            <a:off x="2049463" y="3200400"/>
            <a:ext cx="179387" cy="2379663"/>
          </a:xfrm>
          <a:prstGeom prst="rect">
            <a:avLst/>
          </a:prstGeom>
          <a:solidFill>
            <a:schemeClr val="accent1"/>
          </a:solidFill>
          <a:ln w="9525">
            <a:solidFill>
              <a:schemeClr val="tx1"/>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40" name="Rectangle 159">
            <a:extLst>
              <a:ext uri="{FF2B5EF4-FFF2-40B4-BE49-F238E27FC236}">
                <a16:creationId xmlns:a16="http://schemas.microsoft.com/office/drawing/2014/main" id="{D65AE5F0-820E-4577-A18C-4822D9464C81}"/>
              </a:ext>
            </a:extLst>
          </p:cNvPr>
          <p:cNvSpPr>
            <a:spLocks noChangeArrowheads="1"/>
          </p:cNvSpPr>
          <p:nvPr/>
        </p:nvSpPr>
        <p:spPr bwMode="auto">
          <a:xfrm>
            <a:off x="2363788" y="3203575"/>
            <a:ext cx="179387" cy="2379663"/>
          </a:xfrm>
          <a:prstGeom prst="rect">
            <a:avLst/>
          </a:prstGeom>
          <a:solidFill>
            <a:schemeClr val="accent1"/>
          </a:solidFill>
          <a:ln w="9525">
            <a:solidFill>
              <a:schemeClr val="tx1"/>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41" name="Rectangle 160">
            <a:extLst>
              <a:ext uri="{FF2B5EF4-FFF2-40B4-BE49-F238E27FC236}">
                <a16:creationId xmlns:a16="http://schemas.microsoft.com/office/drawing/2014/main" id="{FEE77FE1-5CFF-4C95-BF29-BABA508E5F04}"/>
              </a:ext>
            </a:extLst>
          </p:cNvPr>
          <p:cNvSpPr>
            <a:spLocks noChangeArrowheads="1"/>
          </p:cNvSpPr>
          <p:nvPr/>
        </p:nvSpPr>
        <p:spPr bwMode="auto">
          <a:xfrm>
            <a:off x="3140075" y="3195638"/>
            <a:ext cx="180975" cy="2379662"/>
          </a:xfrm>
          <a:prstGeom prst="rect">
            <a:avLst/>
          </a:prstGeom>
          <a:solidFill>
            <a:schemeClr val="accent1"/>
          </a:solidFill>
          <a:ln w="9525">
            <a:solidFill>
              <a:schemeClr val="tx1"/>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42" name="Rectangle 161">
            <a:extLst>
              <a:ext uri="{FF2B5EF4-FFF2-40B4-BE49-F238E27FC236}">
                <a16:creationId xmlns:a16="http://schemas.microsoft.com/office/drawing/2014/main" id="{C1A33B45-381D-4909-9AC8-313E37A89902}"/>
              </a:ext>
            </a:extLst>
          </p:cNvPr>
          <p:cNvSpPr>
            <a:spLocks noChangeArrowheads="1"/>
          </p:cNvSpPr>
          <p:nvPr/>
        </p:nvSpPr>
        <p:spPr bwMode="auto">
          <a:xfrm>
            <a:off x="3454400" y="3198813"/>
            <a:ext cx="180975" cy="2379662"/>
          </a:xfrm>
          <a:prstGeom prst="rect">
            <a:avLst/>
          </a:prstGeom>
          <a:solidFill>
            <a:schemeClr val="accent1"/>
          </a:solidFill>
          <a:ln w="9525">
            <a:solidFill>
              <a:schemeClr val="tx1"/>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65543" name="Group 237">
            <a:extLst>
              <a:ext uri="{FF2B5EF4-FFF2-40B4-BE49-F238E27FC236}">
                <a16:creationId xmlns:a16="http://schemas.microsoft.com/office/drawing/2014/main" id="{24040DA9-3092-4F81-857C-4D134EC57D0A}"/>
              </a:ext>
            </a:extLst>
          </p:cNvPr>
          <p:cNvGrpSpPr>
            <a:grpSpLocks/>
          </p:cNvGrpSpPr>
          <p:nvPr/>
        </p:nvGrpSpPr>
        <p:grpSpPr bwMode="auto">
          <a:xfrm>
            <a:off x="5648325" y="2203450"/>
            <a:ext cx="2490788" cy="2673350"/>
            <a:chOff x="5083175" y="838200"/>
            <a:chExt cx="2490788" cy="2673350"/>
          </a:xfrm>
        </p:grpSpPr>
        <p:sp>
          <p:nvSpPr>
            <p:cNvPr id="65545" name="Rectangle 47">
              <a:extLst>
                <a:ext uri="{FF2B5EF4-FFF2-40B4-BE49-F238E27FC236}">
                  <a16:creationId xmlns:a16="http://schemas.microsoft.com/office/drawing/2014/main" id="{4661BD3F-6BBB-42F5-8C52-BA11AB95D8C4}"/>
                </a:ext>
              </a:extLst>
            </p:cNvPr>
            <p:cNvSpPr>
              <a:spLocks noChangeArrowheads="1"/>
            </p:cNvSpPr>
            <p:nvPr/>
          </p:nvSpPr>
          <p:spPr bwMode="auto">
            <a:xfrm>
              <a:off x="5756275" y="1446212"/>
              <a:ext cx="801688" cy="819150"/>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46" name="Line 48">
              <a:extLst>
                <a:ext uri="{FF2B5EF4-FFF2-40B4-BE49-F238E27FC236}">
                  <a16:creationId xmlns:a16="http://schemas.microsoft.com/office/drawing/2014/main" id="{11B4F7AB-73B8-4AF8-964C-E65701449AC0}"/>
                </a:ext>
              </a:extLst>
            </p:cNvPr>
            <p:cNvSpPr>
              <a:spLocks noChangeShapeType="1"/>
            </p:cNvSpPr>
            <p:nvPr/>
          </p:nvSpPr>
          <p:spPr bwMode="auto">
            <a:xfrm flipH="1">
              <a:off x="5756275" y="1865312"/>
              <a:ext cx="801688"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47" name="Line 49">
              <a:extLst>
                <a:ext uri="{FF2B5EF4-FFF2-40B4-BE49-F238E27FC236}">
                  <a16:creationId xmlns:a16="http://schemas.microsoft.com/office/drawing/2014/main" id="{429DCF13-899F-4D20-B100-72CE8CAADFA8}"/>
                </a:ext>
              </a:extLst>
            </p:cNvPr>
            <p:cNvSpPr>
              <a:spLocks noChangeShapeType="1"/>
            </p:cNvSpPr>
            <p:nvPr/>
          </p:nvSpPr>
          <p:spPr bwMode="auto">
            <a:xfrm flipV="1">
              <a:off x="6156325" y="1446212"/>
              <a:ext cx="1588" cy="81915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48" name="Line 50">
              <a:extLst>
                <a:ext uri="{FF2B5EF4-FFF2-40B4-BE49-F238E27FC236}">
                  <a16:creationId xmlns:a16="http://schemas.microsoft.com/office/drawing/2014/main" id="{F8EB971C-E154-4A4E-A73E-ACF9591CABD7}"/>
                </a:ext>
              </a:extLst>
            </p:cNvPr>
            <p:cNvSpPr>
              <a:spLocks noChangeShapeType="1"/>
            </p:cNvSpPr>
            <p:nvPr/>
          </p:nvSpPr>
          <p:spPr bwMode="auto">
            <a:xfrm>
              <a:off x="5335588" y="1044575"/>
              <a:ext cx="420687" cy="401637"/>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49" name="Rectangle 51">
              <a:extLst>
                <a:ext uri="{FF2B5EF4-FFF2-40B4-BE49-F238E27FC236}">
                  <a16:creationId xmlns:a16="http://schemas.microsoft.com/office/drawing/2014/main" id="{FFB4F6D9-8B2E-4091-B0A5-2A2A11BC01BC}"/>
                </a:ext>
              </a:extLst>
            </p:cNvPr>
            <p:cNvSpPr>
              <a:spLocks noChangeArrowheads="1"/>
            </p:cNvSpPr>
            <p:nvPr/>
          </p:nvSpPr>
          <p:spPr bwMode="auto">
            <a:xfrm>
              <a:off x="6557963" y="1446212"/>
              <a:ext cx="819150" cy="819150"/>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50" name="Line 52">
              <a:extLst>
                <a:ext uri="{FF2B5EF4-FFF2-40B4-BE49-F238E27FC236}">
                  <a16:creationId xmlns:a16="http://schemas.microsoft.com/office/drawing/2014/main" id="{CBA76856-31D4-4426-BDF7-5D8838F91FB3}"/>
                </a:ext>
              </a:extLst>
            </p:cNvPr>
            <p:cNvSpPr>
              <a:spLocks noChangeShapeType="1"/>
            </p:cNvSpPr>
            <p:nvPr/>
          </p:nvSpPr>
          <p:spPr bwMode="auto">
            <a:xfrm flipH="1">
              <a:off x="6557963" y="1865312"/>
              <a:ext cx="819150"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51" name="Line 53">
              <a:extLst>
                <a:ext uri="{FF2B5EF4-FFF2-40B4-BE49-F238E27FC236}">
                  <a16:creationId xmlns:a16="http://schemas.microsoft.com/office/drawing/2014/main" id="{B65F77F2-67FC-4B86-A012-818AB454D1F9}"/>
                </a:ext>
              </a:extLst>
            </p:cNvPr>
            <p:cNvSpPr>
              <a:spLocks noChangeShapeType="1"/>
            </p:cNvSpPr>
            <p:nvPr/>
          </p:nvSpPr>
          <p:spPr bwMode="auto">
            <a:xfrm flipV="1">
              <a:off x="6958013" y="1446212"/>
              <a:ext cx="1587" cy="81915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52" name="Rectangle 55">
              <a:extLst>
                <a:ext uri="{FF2B5EF4-FFF2-40B4-BE49-F238E27FC236}">
                  <a16:creationId xmlns:a16="http://schemas.microsoft.com/office/drawing/2014/main" id="{815C6CE0-62C5-4949-9440-8A07D8E4AA9D}"/>
                </a:ext>
              </a:extLst>
            </p:cNvPr>
            <p:cNvSpPr>
              <a:spLocks noChangeArrowheads="1"/>
            </p:cNvSpPr>
            <p:nvPr/>
          </p:nvSpPr>
          <p:spPr bwMode="auto">
            <a:xfrm>
              <a:off x="5867400" y="122396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53" name="Rectangle 56">
              <a:extLst>
                <a:ext uri="{FF2B5EF4-FFF2-40B4-BE49-F238E27FC236}">
                  <a16:creationId xmlns:a16="http://schemas.microsoft.com/office/drawing/2014/main" id="{609D612C-2600-4AE7-945F-A0686B6178A6}"/>
                </a:ext>
              </a:extLst>
            </p:cNvPr>
            <p:cNvSpPr>
              <a:spLocks noChangeArrowheads="1"/>
            </p:cNvSpPr>
            <p:nvPr/>
          </p:nvSpPr>
          <p:spPr bwMode="auto">
            <a:xfrm>
              <a:off x="6272213" y="1223962"/>
              <a:ext cx="24923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54" name="Rectangle 57">
              <a:extLst>
                <a:ext uri="{FF2B5EF4-FFF2-40B4-BE49-F238E27FC236}">
                  <a16:creationId xmlns:a16="http://schemas.microsoft.com/office/drawing/2014/main" id="{C09136DF-78F4-4FA4-B128-BED91EE64830}"/>
                </a:ext>
              </a:extLst>
            </p:cNvPr>
            <p:cNvSpPr>
              <a:spLocks noChangeArrowheads="1"/>
            </p:cNvSpPr>
            <p:nvPr/>
          </p:nvSpPr>
          <p:spPr bwMode="auto">
            <a:xfrm>
              <a:off x="6678613" y="1223962"/>
              <a:ext cx="24923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55" name="Rectangle 58">
              <a:extLst>
                <a:ext uri="{FF2B5EF4-FFF2-40B4-BE49-F238E27FC236}">
                  <a16:creationId xmlns:a16="http://schemas.microsoft.com/office/drawing/2014/main" id="{7A61BD0E-F98C-41F5-B2B4-004A819EFA92}"/>
                </a:ext>
              </a:extLst>
            </p:cNvPr>
            <p:cNvSpPr>
              <a:spLocks noChangeArrowheads="1"/>
            </p:cNvSpPr>
            <p:nvPr/>
          </p:nvSpPr>
          <p:spPr bwMode="auto">
            <a:xfrm>
              <a:off x="7083425" y="122396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56" name="Rectangle 59">
              <a:extLst>
                <a:ext uri="{FF2B5EF4-FFF2-40B4-BE49-F238E27FC236}">
                  <a16:creationId xmlns:a16="http://schemas.microsoft.com/office/drawing/2014/main" id="{3A7E26E3-3825-475C-BFFB-3A3CF3429D4B}"/>
                </a:ext>
              </a:extLst>
            </p:cNvPr>
            <p:cNvSpPr>
              <a:spLocks noChangeArrowheads="1"/>
            </p:cNvSpPr>
            <p:nvPr/>
          </p:nvSpPr>
          <p:spPr bwMode="auto">
            <a:xfrm>
              <a:off x="5494338" y="1560512"/>
              <a:ext cx="24923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57" name="Rectangle 60">
              <a:extLst>
                <a:ext uri="{FF2B5EF4-FFF2-40B4-BE49-F238E27FC236}">
                  <a16:creationId xmlns:a16="http://schemas.microsoft.com/office/drawing/2014/main" id="{A1EF5527-2357-4944-BAFA-DF6471021E57}"/>
                </a:ext>
              </a:extLst>
            </p:cNvPr>
            <p:cNvSpPr>
              <a:spLocks noChangeArrowheads="1"/>
            </p:cNvSpPr>
            <p:nvPr/>
          </p:nvSpPr>
          <p:spPr bwMode="auto">
            <a:xfrm>
              <a:off x="5484813" y="1966912"/>
              <a:ext cx="24923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58" name="Rectangle 61">
              <a:extLst>
                <a:ext uri="{FF2B5EF4-FFF2-40B4-BE49-F238E27FC236}">
                  <a16:creationId xmlns:a16="http://schemas.microsoft.com/office/drawing/2014/main" id="{BF5333A0-804C-41E4-814F-0C402300976B}"/>
                </a:ext>
              </a:extLst>
            </p:cNvPr>
            <p:cNvSpPr>
              <a:spLocks noChangeArrowheads="1"/>
            </p:cNvSpPr>
            <p:nvPr/>
          </p:nvSpPr>
          <p:spPr bwMode="auto">
            <a:xfrm>
              <a:off x="6319838" y="1570037"/>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59" name="Rectangle 62">
              <a:extLst>
                <a:ext uri="{FF2B5EF4-FFF2-40B4-BE49-F238E27FC236}">
                  <a16:creationId xmlns:a16="http://schemas.microsoft.com/office/drawing/2014/main" id="{7B304B89-A984-488B-95D9-D6EC50074920}"/>
                </a:ext>
              </a:extLst>
            </p:cNvPr>
            <p:cNvSpPr>
              <a:spLocks noChangeArrowheads="1"/>
            </p:cNvSpPr>
            <p:nvPr/>
          </p:nvSpPr>
          <p:spPr bwMode="auto">
            <a:xfrm>
              <a:off x="5910263" y="1974850"/>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60" name="Rectangle 63">
              <a:extLst>
                <a:ext uri="{FF2B5EF4-FFF2-40B4-BE49-F238E27FC236}">
                  <a16:creationId xmlns:a16="http://schemas.microsoft.com/office/drawing/2014/main" id="{11DD293C-029E-4D0D-B36B-91D49010C9F3}"/>
                </a:ext>
              </a:extLst>
            </p:cNvPr>
            <p:cNvSpPr>
              <a:spLocks noChangeArrowheads="1"/>
            </p:cNvSpPr>
            <p:nvPr/>
          </p:nvSpPr>
          <p:spPr bwMode="auto">
            <a:xfrm>
              <a:off x="6319838" y="1974850"/>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61" name="Rectangle 64">
              <a:extLst>
                <a:ext uri="{FF2B5EF4-FFF2-40B4-BE49-F238E27FC236}">
                  <a16:creationId xmlns:a16="http://schemas.microsoft.com/office/drawing/2014/main" id="{3DF602CE-C8DD-4C73-A757-9CBF56D6E62D}"/>
                </a:ext>
              </a:extLst>
            </p:cNvPr>
            <p:cNvSpPr>
              <a:spLocks noChangeArrowheads="1"/>
            </p:cNvSpPr>
            <p:nvPr/>
          </p:nvSpPr>
          <p:spPr bwMode="auto">
            <a:xfrm>
              <a:off x="6727825" y="1570037"/>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62" name="Rectangle 65">
              <a:extLst>
                <a:ext uri="{FF2B5EF4-FFF2-40B4-BE49-F238E27FC236}">
                  <a16:creationId xmlns:a16="http://schemas.microsoft.com/office/drawing/2014/main" id="{FD46C870-636E-4BAC-895D-8DD735EFBB1E}"/>
                </a:ext>
              </a:extLst>
            </p:cNvPr>
            <p:cNvSpPr>
              <a:spLocks noChangeArrowheads="1"/>
            </p:cNvSpPr>
            <p:nvPr/>
          </p:nvSpPr>
          <p:spPr bwMode="auto">
            <a:xfrm>
              <a:off x="6727825" y="1974850"/>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63" name="Rectangle 66">
              <a:extLst>
                <a:ext uri="{FF2B5EF4-FFF2-40B4-BE49-F238E27FC236}">
                  <a16:creationId xmlns:a16="http://schemas.microsoft.com/office/drawing/2014/main" id="{EEDF4338-383F-4C40-8273-F74385ABB452}"/>
                </a:ext>
              </a:extLst>
            </p:cNvPr>
            <p:cNvSpPr>
              <a:spLocks noChangeArrowheads="1"/>
            </p:cNvSpPr>
            <p:nvPr/>
          </p:nvSpPr>
          <p:spPr bwMode="auto">
            <a:xfrm>
              <a:off x="7123113" y="1570037"/>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64" name="Rectangle 67">
              <a:extLst>
                <a:ext uri="{FF2B5EF4-FFF2-40B4-BE49-F238E27FC236}">
                  <a16:creationId xmlns:a16="http://schemas.microsoft.com/office/drawing/2014/main" id="{75AFE1B7-DB1F-4BD6-945A-33679ED248B0}"/>
                </a:ext>
              </a:extLst>
            </p:cNvPr>
            <p:cNvSpPr>
              <a:spLocks noChangeArrowheads="1"/>
            </p:cNvSpPr>
            <p:nvPr/>
          </p:nvSpPr>
          <p:spPr bwMode="auto">
            <a:xfrm>
              <a:off x="7123113" y="1974850"/>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65" name="Rectangle 68">
              <a:extLst>
                <a:ext uri="{FF2B5EF4-FFF2-40B4-BE49-F238E27FC236}">
                  <a16:creationId xmlns:a16="http://schemas.microsoft.com/office/drawing/2014/main" id="{CAFB3B60-C852-43FB-9E3E-4F8972402B59}"/>
                </a:ext>
              </a:extLst>
            </p:cNvPr>
            <p:cNvSpPr>
              <a:spLocks noChangeArrowheads="1"/>
            </p:cNvSpPr>
            <p:nvPr/>
          </p:nvSpPr>
          <p:spPr bwMode="auto">
            <a:xfrm>
              <a:off x="5756275" y="2265362"/>
              <a:ext cx="801688" cy="801688"/>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66" name="Line 69">
              <a:extLst>
                <a:ext uri="{FF2B5EF4-FFF2-40B4-BE49-F238E27FC236}">
                  <a16:creationId xmlns:a16="http://schemas.microsoft.com/office/drawing/2014/main" id="{BEE56266-4FFC-4476-B7E9-A00A67099EC3}"/>
                </a:ext>
              </a:extLst>
            </p:cNvPr>
            <p:cNvSpPr>
              <a:spLocks noChangeShapeType="1"/>
            </p:cNvSpPr>
            <p:nvPr/>
          </p:nvSpPr>
          <p:spPr bwMode="auto">
            <a:xfrm flipH="1">
              <a:off x="5756275" y="2667000"/>
              <a:ext cx="801688" cy="1587"/>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67" name="Line 70">
              <a:extLst>
                <a:ext uri="{FF2B5EF4-FFF2-40B4-BE49-F238E27FC236}">
                  <a16:creationId xmlns:a16="http://schemas.microsoft.com/office/drawing/2014/main" id="{5F441FB5-EF60-4684-8BB5-31369EE36A3D}"/>
                </a:ext>
              </a:extLst>
            </p:cNvPr>
            <p:cNvSpPr>
              <a:spLocks noChangeShapeType="1"/>
            </p:cNvSpPr>
            <p:nvPr/>
          </p:nvSpPr>
          <p:spPr bwMode="auto">
            <a:xfrm flipV="1">
              <a:off x="6156325" y="2265362"/>
              <a:ext cx="1588" cy="8016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68" name="Rectangle 71">
              <a:extLst>
                <a:ext uri="{FF2B5EF4-FFF2-40B4-BE49-F238E27FC236}">
                  <a16:creationId xmlns:a16="http://schemas.microsoft.com/office/drawing/2014/main" id="{0AF3EF39-105D-4CA2-8854-70F959A1F440}"/>
                </a:ext>
              </a:extLst>
            </p:cNvPr>
            <p:cNvSpPr>
              <a:spLocks noChangeArrowheads="1"/>
            </p:cNvSpPr>
            <p:nvPr/>
          </p:nvSpPr>
          <p:spPr bwMode="auto">
            <a:xfrm>
              <a:off x="6557963" y="2265362"/>
              <a:ext cx="819150" cy="801688"/>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69" name="Line 72">
              <a:extLst>
                <a:ext uri="{FF2B5EF4-FFF2-40B4-BE49-F238E27FC236}">
                  <a16:creationId xmlns:a16="http://schemas.microsoft.com/office/drawing/2014/main" id="{C7670C9A-2A9B-425F-A409-FEC10FCE4647}"/>
                </a:ext>
              </a:extLst>
            </p:cNvPr>
            <p:cNvSpPr>
              <a:spLocks noChangeShapeType="1"/>
            </p:cNvSpPr>
            <p:nvPr/>
          </p:nvSpPr>
          <p:spPr bwMode="auto">
            <a:xfrm flipH="1">
              <a:off x="6557963" y="2667000"/>
              <a:ext cx="819150" cy="1587"/>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70" name="Line 73">
              <a:extLst>
                <a:ext uri="{FF2B5EF4-FFF2-40B4-BE49-F238E27FC236}">
                  <a16:creationId xmlns:a16="http://schemas.microsoft.com/office/drawing/2014/main" id="{530AE8E8-B0F5-47BA-90B3-F295D3D0182D}"/>
                </a:ext>
              </a:extLst>
            </p:cNvPr>
            <p:cNvSpPr>
              <a:spLocks noChangeShapeType="1"/>
            </p:cNvSpPr>
            <p:nvPr/>
          </p:nvSpPr>
          <p:spPr bwMode="auto">
            <a:xfrm flipV="1">
              <a:off x="6958013" y="2265362"/>
              <a:ext cx="1587" cy="8016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71" name="Rectangle 74">
              <a:extLst>
                <a:ext uri="{FF2B5EF4-FFF2-40B4-BE49-F238E27FC236}">
                  <a16:creationId xmlns:a16="http://schemas.microsoft.com/office/drawing/2014/main" id="{B0CE1C54-0EE0-401C-91FC-726F874223CC}"/>
                </a:ext>
              </a:extLst>
            </p:cNvPr>
            <p:cNvSpPr>
              <a:spLocks noChangeArrowheads="1"/>
            </p:cNvSpPr>
            <p:nvPr/>
          </p:nvSpPr>
          <p:spPr bwMode="auto">
            <a:xfrm>
              <a:off x="5910263" y="1570037"/>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72" name="Rectangle 75">
              <a:extLst>
                <a:ext uri="{FF2B5EF4-FFF2-40B4-BE49-F238E27FC236}">
                  <a16:creationId xmlns:a16="http://schemas.microsoft.com/office/drawing/2014/main" id="{05CE6DF6-FB06-4647-ACB4-381C7E8DDA25}"/>
                </a:ext>
              </a:extLst>
            </p:cNvPr>
            <p:cNvSpPr>
              <a:spLocks noChangeArrowheads="1"/>
            </p:cNvSpPr>
            <p:nvPr/>
          </p:nvSpPr>
          <p:spPr bwMode="auto">
            <a:xfrm>
              <a:off x="6319838" y="2381250"/>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73" name="Rectangle 76">
              <a:extLst>
                <a:ext uri="{FF2B5EF4-FFF2-40B4-BE49-F238E27FC236}">
                  <a16:creationId xmlns:a16="http://schemas.microsoft.com/office/drawing/2014/main" id="{A56C305A-91AC-42E3-8B52-FB006480B28E}"/>
                </a:ext>
              </a:extLst>
            </p:cNvPr>
            <p:cNvSpPr>
              <a:spLocks noChangeArrowheads="1"/>
            </p:cNvSpPr>
            <p:nvPr/>
          </p:nvSpPr>
          <p:spPr bwMode="auto">
            <a:xfrm>
              <a:off x="5910263" y="2786062"/>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74" name="Rectangle 77">
              <a:extLst>
                <a:ext uri="{FF2B5EF4-FFF2-40B4-BE49-F238E27FC236}">
                  <a16:creationId xmlns:a16="http://schemas.microsoft.com/office/drawing/2014/main" id="{F0D1F555-503F-43F2-876F-DA0E825CCC24}"/>
                </a:ext>
              </a:extLst>
            </p:cNvPr>
            <p:cNvSpPr>
              <a:spLocks noChangeArrowheads="1"/>
            </p:cNvSpPr>
            <p:nvPr/>
          </p:nvSpPr>
          <p:spPr bwMode="auto">
            <a:xfrm>
              <a:off x="6319838" y="2786062"/>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75" name="Rectangle 78">
              <a:extLst>
                <a:ext uri="{FF2B5EF4-FFF2-40B4-BE49-F238E27FC236}">
                  <a16:creationId xmlns:a16="http://schemas.microsoft.com/office/drawing/2014/main" id="{33D4FE5F-0FFF-4CC4-A2C7-22BAC9033B8E}"/>
                </a:ext>
              </a:extLst>
            </p:cNvPr>
            <p:cNvSpPr>
              <a:spLocks noChangeArrowheads="1"/>
            </p:cNvSpPr>
            <p:nvPr/>
          </p:nvSpPr>
          <p:spPr bwMode="auto">
            <a:xfrm>
              <a:off x="6727825" y="2381250"/>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76" name="Rectangle 79">
              <a:extLst>
                <a:ext uri="{FF2B5EF4-FFF2-40B4-BE49-F238E27FC236}">
                  <a16:creationId xmlns:a16="http://schemas.microsoft.com/office/drawing/2014/main" id="{AAB4D22E-1A01-48AE-A11A-281C512DF81A}"/>
                </a:ext>
              </a:extLst>
            </p:cNvPr>
            <p:cNvSpPr>
              <a:spLocks noChangeArrowheads="1"/>
            </p:cNvSpPr>
            <p:nvPr/>
          </p:nvSpPr>
          <p:spPr bwMode="auto">
            <a:xfrm>
              <a:off x="6727825" y="2786062"/>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77" name="Rectangle 80">
              <a:extLst>
                <a:ext uri="{FF2B5EF4-FFF2-40B4-BE49-F238E27FC236}">
                  <a16:creationId xmlns:a16="http://schemas.microsoft.com/office/drawing/2014/main" id="{A48238CE-9C9E-4FF0-9BD2-DAB69168041C}"/>
                </a:ext>
              </a:extLst>
            </p:cNvPr>
            <p:cNvSpPr>
              <a:spLocks noChangeArrowheads="1"/>
            </p:cNvSpPr>
            <p:nvPr/>
          </p:nvSpPr>
          <p:spPr bwMode="auto">
            <a:xfrm>
              <a:off x="7123113" y="2381250"/>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78" name="Rectangle 81">
              <a:extLst>
                <a:ext uri="{FF2B5EF4-FFF2-40B4-BE49-F238E27FC236}">
                  <a16:creationId xmlns:a16="http://schemas.microsoft.com/office/drawing/2014/main" id="{D10983F7-82D1-41F2-A67A-5BE362A2ABD6}"/>
                </a:ext>
              </a:extLst>
            </p:cNvPr>
            <p:cNvSpPr>
              <a:spLocks noChangeArrowheads="1"/>
            </p:cNvSpPr>
            <p:nvPr/>
          </p:nvSpPr>
          <p:spPr bwMode="auto">
            <a:xfrm>
              <a:off x="7123113" y="2786062"/>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79" name="Rectangle 82">
              <a:extLst>
                <a:ext uri="{FF2B5EF4-FFF2-40B4-BE49-F238E27FC236}">
                  <a16:creationId xmlns:a16="http://schemas.microsoft.com/office/drawing/2014/main" id="{08D7C5DE-03C2-40E6-985D-1B37D16DFDAA}"/>
                </a:ext>
              </a:extLst>
            </p:cNvPr>
            <p:cNvSpPr>
              <a:spLocks noChangeArrowheads="1"/>
            </p:cNvSpPr>
            <p:nvPr/>
          </p:nvSpPr>
          <p:spPr bwMode="auto">
            <a:xfrm>
              <a:off x="5910263" y="2381250"/>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80" name="Rectangle 83">
              <a:extLst>
                <a:ext uri="{FF2B5EF4-FFF2-40B4-BE49-F238E27FC236}">
                  <a16:creationId xmlns:a16="http://schemas.microsoft.com/office/drawing/2014/main" id="{FC081A18-8238-4CB1-8FBD-863A7F7DD13D}"/>
                </a:ext>
              </a:extLst>
            </p:cNvPr>
            <p:cNvSpPr>
              <a:spLocks noChangeArrowheads="1"/>
            </p:cNvSpPr>
            <p:nvPr/>
          </p:nvSpPr>
          <p:spPr bwMode="auto">
            <a:xfrm>
              <a:off x="5484813" y="2381250"/>
              <a:ext cx="24923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81" name="Rectangle 84">
              <a:extLst>
                <a:ext uri="{FF2B5EF4-FFF2-40B4-BE49-F238E27FC236}">
                  <a16:creationId xmlns:a16="http://schemas.microsoft.com/office/drawing/2014/main" id="{5788C647-0D66-46CD-B8D5-9C18F633D4EF}"/>
                </a:ext>
              </a:extLst>
            </p:cNvPr>
            <p:cNvSpPr>
              <a:spLocks noChangeArrowheads="1"/>
            </p:cNvSpPr>
            <p:nvPr/>
          </p:nvSpPr>
          <p:spPr bwMode="auto">
            <a:xfrm>
              <a:off x="5484813" y="2786062"/>
              <a:ext cx="24923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82" name="Rectangle 85">
              <a:extLst>
                <a:ext uri="{FF2B5EF4-FFF2-40B4-BE49-F238E27FC236}">
                  <a16:creationId xmlns:a16="http://schemas.microsoft.com/office/drawing/2014/main" id="{D2534CE2-3C30-4B5D-BF8E-4A1901D0C154}"/>
                </a:ext>
              </a:extLst>
            </p:cNvPr>
            <p:cNvSpPr>
              <a:spLocks noChangeArrowheads="1"/>
            </p:cNvSpPr>
            <p:nvPr/>
          </p:nvSpPr>
          <p:spPr bwMode="auto">
            <a:xfrm>
              <a:off x="5481638" y="838200"/>
              <a:ext cx="195262"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83" name="Rectangle 86">
              <a:extLst>
                <a:ext uri="{FF2B5EF4-FFF2-40B4-BE49-F238E27FC236}">
                  <a16:creationId xmlns:a16="http://schemas.microsoft.com/office/drawing/2014/main" id="{5123EAC7-570D-4465-9093-4EC154542BDA}"/>
                </a:ext>
              </a:extLst>
            </p:cNvPr>
            <p:cNvSpPr>
              <a:spLocks noChangeArrowheads="1"/>
            </p:cNvSpPr>
            <p:nvPr/>
          </p:nvSpPr>
          <p:spPr bwMode="auto">
            <a:xfrm>
              <a:off x="5564188" y="925512"/>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84" name="Rectangle 87">
              <a:extLst>
                <a:ext uri="{FF2B5EF4-FFF2-40B4-BE49-F238E27FC236}">
                  <a16:creationId xmlns:a16="http://schemas.microsoft.com/office/drawing/2014/main" id="{B99062EA-ABA0-4B95-88DE-902751FEE388}"/>
                </a:ext>
              </a:extLst>
            </p:cNvPr>
            <p:cNvSpPr>
              <a:spLocks noChangeArrowheads="1"/>
            </p:cNvSpPr>
            <p:nvPr/>
          </p:nvSpPr>
          <p:spPr bwMode="auto">
            <a:xfrm>
              <a:off x="5645150" y="838200"/>
              <a:ext cx="195263"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85" name="Rectangle 88">
              <a:extLst>
                <a:ext uri="{FF2B5EF4-FFF2-40B4-BE49-F238E27FC236}">
                  <a16:creationId xmlns:a16="http://schemas.microsoft.com/office/drawing/2014/main" id="{CA53BD33-DBC6-4A6C-B693-F75879244146}"/>
                </a:ext>
              </a:extLst>
            </p:cNvPr>
            <p:cNvSpPr>
              <a:spLocks noChangeArrowheads="1"/>
            </p:cNvSpPr>
            <p:nvPr/>
          </p:nvSpPr>
          <p:spPr bwMode="auto">
            <a:xfrm>
              <a:off x="5729288" y="925512"/>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86" name="Rectangle 89">
              <a:extLst>
                <a:ext uri="{FF2B5EF4-FFF2-40B4-BE49-F238E27FC236}">
                  <a16:creationId xmlns:a16="http://schemas.microsoft.com/office/drawing/2014/main" id="{046F787D-647A-47FF-8AA6-AE51831F7D63}"/>
                </a:ext>
              </a:extLst>
            </p:cNvPr>
            <p:cNvSpPr>
              <a:spLocks noChangeArrowheads="1"/>
            </p:cNvSpPr>
            <p:nvPr/>
          </p:nvSpPr>
          <p:spPr bwMode="auto">
            <a:xfrm>
              <a:off x="5083175" y="1084262"/>
              <a:ext cx="198438"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87" name="Freeform 90">
              <a:extLst>
                <a:ext uri="{FF2B5EF4-FFF2-40B4-BE49-F238E27FC236}">
                  <a16:creationId xmlns:a16="http://schemas.microsoft.com/office/drawing/2014/main" id="{51664865-DFCD-4906-80BC-F8D1CBB79002}"/>
                </a:ext>
              </a:extLst>
            </p:cNvPr>
            <p:cNvSpPr>
              <a:spLocks/>
            </p:cNvSpPr>
            <p:nvPr/>
          </p:nvSpPr>
          <p:spPr bwMode="auto">
            <a:xfrm>
              <a:off x="6629400" y="1517650"/>
              <a:ext cx="676275" cy="676275"/>
            </a:xfrm>
            <a:custGeom>
              <a:avLst/>
              <a:gdLst>
                <a:gd name="T0" fmla="*/ 2147483646 w 853"/>
                <a:gd name="T1" fmla="*/ 0 h 853"/>
                <a:gd name="T2" fmla="*/ 2147483646 w 853"/>
                <a:gd name="T3" fmla="*/ 0 h 853"/>
                <a:gd name="T4" fmla="*/ 2147483646 w 853"/>
                <a:gd name="T5" fmla="*/ 0 h 853"/>
                <a:gd name="T6" fmla="*/ 2147483646 w 853"/>
                <a:gd name="T7" fmla="*/ 0 h 853"/>
                <a:gd name="T8" fmla="*/ 2147483646 w 853"/>
                <a:gd name="T9" fmla="*/ 2147483646 h 853"/>
                <a:gd name="T10" fmla="*/ 2147483646 w 853"/>
                <a:gd name="T11" fmla="*/ 2147483646 h 853"/>
                <a:gd name="T12" fmla="*/ 2147483646 w 853"/>
                <a:gd name="T13" fmla="*/ 2147483646 h 853"/>
                <a:gd name="T14" fmla="*/ 2147483646 w 853"/>
                <a:gd name="T15" fmla="*/ 2147483646 h 853"/>
                <a:gd name="T16" fmla="*/ 2147483646 w 853"/>
                <a:gd name="T17" fmla="*/ 2147483646 h 853"/>
                <a:gd name="T18" fmla="*/ 2147483646 w 853"/>
                <a:gd name="T19" fmla="*/ 2147483646 h 853"/>
                <a:gd name="T20" fmla="*/ 0 w 853"/>
                <a:gd name="T21" fmla="*/ 2147483646 h 853"/>
                <a:gd name="T22" fmla="*/ 0 w 853"/>
                <a:gd name="T23" fmla="*/ 2147483646 h 853"/>
                <a:gd name="T24" fmla="*/ 0 w 853"/>
                <a:gd name="T25" fmla="*/ 2147483646 h 853"/>
                <a:gd name="T26" fmla="*/ 0 w 853"/>
                <a:gd name="T27" fmla="*/ 2147483646 h 853"/>
                <a:gd name="T28" fmla="*/ 0 w 853"/>
                <a:gd name="T29" fmla="*/ 2147483646 h 853"/>
                <a:gd name="T30" fmla="*/ 0 w 853"/>
                <a:gd name="T31" fmla="*/ 2147483646 h 853"/>
                <a:gd name="T32" fmla="*/ 0 w 853"/>
                <a:gd name="T33" fmla="*/ 2147483646 h 853"/>
                <a:gd name="T34" fmla="*/ 0 w 853"/>
                <a:gd name="T35" fmla="*/ 2147483646 h 853"/>
                <a:gd name="T36" fmla="*/ 0 w 853"/>
                <a:gd name="T37" fmla="*/ 2147483646 h 853"/>
                <a:gd name="T38" fmla="*/ 2147483646 w 853"/>
                <a:gd name="T39" fmla="*/ 2147483646 h 853"/>
                <a:gd name="T40" fmla="*/ 2147483646 w 853"/>
                <a:gd name="T41" fmla="*/ 2147483646 h 853"/>
                <a:gd name="T42" fmla="*/ 2147483646 w 853"/>
                <a:gd name="T43" fmla="*/ 2147483646 h 853"/>
                <a:gd name="T44" fmla="*/ 2147483646 w 853"/>
                <a:gd name="T45" fmla="*/ 2147483646 h 853"/>
                <a:gd name="T46" fmla="*/ 2147483646 w 853"/>
                <a:gd name="T47" fmla="*/ 2147483646 h 853"/>
                <a:gd name="T48" fmla="*/ 2147483646 w 853"/>
                <a:gd name="T49" fmla="*/ 2147483646 h 853"/>
                <a:gd name="T50" fmla="*/ 2147483646 w 853"/>
                <a:gd name="T51" fmla="*/ 2147483646 h 853"/>
                <a:gd name="T52" fmla="*/ 2147483646 w 853"/>
                <a:gd name="T53" fmla="*/ 2147483646 h 853"/>
                <a:gd name="T54" fmla="*/ 2147483646 w 853"/>
                <a:gd name="T55" fmla="*/ 2147483646 h 853"/>
                <a:gd name="T56" fmla="*/ 2147483646 w 853"/>
                <a:gd name="T57" fmla="*/ 2147483646 h 853"/>
                <a:gd name="T58" fmla="*/ 2147483646 w 853"/>
                <a:gd name="T59" fmla="*/ 2147483646 h 853"/>
                <a:gd name="T60" fmla="*/ 2147483646 w 853"/>
                <a:gd name="T61" fmla="*/ 2147483646 h 853"/>
                <a:gd name="T62" fmla="*/ 2147483646 w 853"/>
                <a:gd name="T63" fmla="*/ 2147483646 h 853"/>
                <a:gd name="T64" fmla="*/ 2147483646 w 853"/>
                <a:gd name="T65" fmla="*/ 2147483646 h 853"/>
                <a:gd name="T66" fmla="*/ 2147483646 w 853"/>
                <a:gd name="T67" fmla="*/ 2147483646 h 853"/>
                <a:gd name="T68" fmla="*/ 2147483646 w 853"/>
                <a:gd name="T69" fmla="*/ 2147483646 h 853"/>
                <a:gd name="T70" fmla="*/ 2147483646 w 853"/>
                <a:gd name="T71" fmla="*/ 2147483646 h 853"/>
                <a:gd name="T72" fmla="*/ 2147483646 w 853"/>
                <a:gd name="T73" fmla="*/ 2147483646 h 853"/>
                <a:gd name="T74" fmla="*/ 2147483646 w 853"/>
                <a:gd name="T75" fmla="*/ 2147483646 h 853"/>
                <a:gd name="T76" fmla="*/ 2147483646 w 853"/>
                <a:gd name="T77" fmla="*/ 2147483646 h 853"/>
                <a:gd name="T78" fmla="*/ 2147483646 w 853"/>
                <a:gd name="T79" fmla="*/ 2147483646 h 853"/>
                <a:gd name="T80" fmla="*/ 2147483646 w 853"/>
                <a:gd name="T81" fmla="*/ 2147483646 h 853"/>
                <a:gd name="T82" fmla="*/ 2147483646 w 853"/>
                <a:gd name="T83" fmla="*/ 2147483646 h 853"/>
                <a:gd name="T84" fmla="*/ 2147483646 w 853"/>
                <a:gd name="T85" fmla="*/ 2147483646 h 853"/>
                <a:gd name="T86" fmla="*/ 2147483646 w 853"/>
                <a:gd name="T87" fmla="*/ 2147483646 h 853"/>
                <a:gd name="T88" fmla="*/ 2147483646 w 853"/>
                <a:gd name="T89" fmla="*/ 2147483646 h 853"/>
                <a:gd name="T90" fmla="*/ 2147483646 w 853"/>
                <a:gd name="T91" fmla="*/ 2147483646 h 853"/>
                <a:gd name="T92" fmla="*/ 2147483646 w 853"/>
                <a:gd name="T93" fmla="*/ 2147483646 h 853"/>
                <a:gd name="T94" fmla="*/ 2147483646 w 853"/>
                <a:gd name="T95" fmla="*/ 2147483646 h 853"/>
                <a:gd name="T96" fmla="*/ 2147483646 w 853"/>
                <a:gd name="T97" fmla="*/ 2147483646 h 853"/>
                <a:gd name="T98" fmla="*/ 2147483646 w 853"/>
                <a:gd name="T99" fmla="*/ 2147483646 h 853"/>
                <a:gd name="T100" fmla="*/ 2147483646 w 853"/>
                <a:gd name="T101" fmla="*/ 2147483646 h 853"/>
                <a:gd name="T102" fmla="*/ 2147483646 w 853"/>
                <a:gd name="T103" fmla="*/ 2147483646 h 853"/>
                <a:gd name="T104" fmla="*/ 2147483646 w 853"/>
                <a:gd name="T105" fmla="*/ 2147483646 h 853"/>
                <a:gd name="T106" fmla="*/ 2147483646 w 853"/>
                <a:gd name="T107" fmla="*/ 2147483646 h 853"/>
                <a:gd name="T108" fmla="*/ 2147483646 w 853"/>
                <a:gd name="T109" fmla="*/ 0 h 853"/>
                <a:gd name="T110" fmla="*/ 2147483646 w 853"/>
                <a:gd name="T111" fmla="*/ 0 h 853"/>
                <a:gd name="T112" fmla="*/ 2147483646 w 853"/>
                <a:gd name="T113" fmla="*/ 0 h 853"/>
                <a:gd name="T114" fmla="*/ 2147483646 w 853"/>
                <a:gd name="T115" fmla="*/ 0 h 85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53"/>
                <a:gd name="T175" fmla="*/ 0 h 853"/>
                <a:gd name="T176" fmla="*/ 853 w 853"/>
                <a:gd name="T177" fmla="*/ 853 h 85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53" h="853">
                  <a:moveTo>
                    <a:pt x="427" y="0"/>
                  </a:moveTo>
                  <a:lnTo>
                    <a:pt x="398" y="0"/>
                  </a:lnTo>
                  <a:lnTo>
                    <a:pt x="372" y="0"/>
                  </a:lnTo>
                  <a:lnTo>
                    <a:pt x="348" y="0"/>
                  </a:lnTo>
                  <a:lnTo>
                    <a:pt x="325" y="0"/>
                  </a:lnTo>
                  <a:lnTo>
                    <a:pt x="303" y="0"/>
                  </a:lnTo>
                  <a:lnTo>
                    <a:pt x="283" y="0"/>
                  </a:lnTo>
                  <a:lnTo>
                    <a:pt x="263" y="0"/>
                  </a:lnTo>
                  <a:lnTo>
                    <a:pt x="247" y="0"/>
                  </a:lnTo>
                  <a:lnTo>
                    <a:pt x="231" y="0"/>
                  </a:lnTo>
                  <a:lnTo>
                    <a:pt x="217" y="0"/>
                  </a:lnTo>
                  <a:lnTo>
                    <a:pt x="202" y="0"/>
                  </a:lnTo>
                  <a:lnTo>
                    <a:pt x="190" y="0"/>
                  </a:lnTo>
                  <a:lnTo>
                    <a:pt x="179" y="0"/>
                  </a:lnTo>
                  <a:lnTo>
                    <a:pt x="168" y="0"/>
                  </a:lnTo>
                  <a:lnTo>
                    <a:pt x="159" y="0"/>
                  </a:lnTo>
                  <a:lnTo>
                    <a:pt x="150" y="0"/>
                  </a:lnTo>
                  <a:lnTo>
                    <a:pt x="143" y="0"/>
                  </a:lnTo>
                  <a:lnTo>
                    <a:pt x="136" y="0"/>
                  </a:lnTo>
                  <a:lnTo>
                    <a:pt x="129" y="0"/>
                  </a:lnTo>
                  <a:lnTo>
                    <a:pt x="124" y="0"/>
                  </a:lnTo>
                  <a:lnTo>
                    <a:pt x="118" y="0"/>
                  </a:lnTo>
                  <a:lnTo>
                    <a:pt x="113" y="0"/>
                  </a:lnTo>
                  <a:lnTo>
                    <a:pt x="110" y="0"/>
                  </a:lnTo>
                  <a:lnTo>
                    <a:pt x="105" y="0"/>
                  </a:lnTo>
                  <a:lnTo>
                    <a:pt x="101" y="0"/>
                  </a:lnTo>
                  <a:lnTo>
                    <a:pt x="98" y="0"/>
                  </a:lnTo>
                  <a:lnTo>
                    <a:pt x="95" y="0"/>
                  </a:lnTo>
                  <a:lnTo>
                    <a:pt x="92" y="0"/>
                  </a:lnTo>
                  <a:lnTo>
                    <a:pt x="88" y="0"/>
                  </a:lnTo>
                  <a:lnTo>
                    <a:pt x="84" y="0"/>
                  </a:lnTo>
                  <a:lnTo>
                    <a:pt x="82" y="0"/>
                  </a:lnTo>
                  <a:lnTo>
                    <a:pt x="78" y="0"/>
                  </a:lnTo>
                  <a:lnTo>
                    <a:pt x="75" y="0"/>
                  </a:lnTo>
                  <a:lnTo>
                    <a:pt x="71" y="0"/>
                  </a:lnTo>
                  <a:lnTo>
                    <a:pt x="68" y="0"/>
                  </a:lnTo>
                  <a:lnTo>
                    <a:pt x="65" y="0"/>
                  </a:lnTo>
                  <a:lnTo>
                    <a:pt x="63" y="0"/>
                  </a:lnTo>
                  <a:lnTo>
                    <a:pt x="60" y="0"/>
                  </a:lnTo>
                  <a:lnTo>
                    <a:pt x="58" y="2"/>
                  </a:lnTo>
                  <a:lnTo>
                    <a:pt x="55" y="2"/>
                  </a:lnTo>
                  <a:lnTo>
                    <a:pt x="53" y="2"/>
                  </a:lnTo>
                  <a:lnTo>
                    <a:pt x="51" y="2"/>
                  </a:lnTo>
                  <a:lnTo>
                    <a:pt x="49" y="3"/>
                  </a:lnTo>
                  <a:lnTo>
                    <a:pt x="48" y="3"/>
                  </a:lnTo>
                  <a:lnTo>
                    <a:pt x="46" y="4"/>
                  </a:lnTo>
                  <a:lnTo>
                    <a:pt x="45" y="4"/>
                  </a:lnTo>
                  <a:lnTo>
                    <a:pt x="43" y="5"/>
                  </a:lnTo>
                  <a:lnTo>
                    <a:pt x="42" y="6"/>
                  </a:lnTo>
                  <a:lnTo>
                    <a:pt x="40" y="8"/>
                  </a:lnTo>
                  <a:lnTo>
                    <a:pt x="39" y="9"/>
                  </a:lnTo>
                  <a:lnTo>
                    <a:pt x="37" y="10"/>
                  </a:lnTo>
                  <a:lnTo>
                    <a:pt x="36" y="11"/>
                  </a:lnTo>
                  <a:lnTo>
                    <a:pt x="35" y="12"/>
                  </a:lnTo>
                  <a:lnTo>
                    <a:pt x="34" y="15"/>
                  </a:lnTo>
                  <a:lnTo>
                    <a:pt x="33" y="16"/>
                  </a:lnTo>
                  <a:lnTo>
                    <a:pt x="31" y="18"/>
                  </a:lnTo>
                  <a:lnTo>
                    <a:pt x="30" y="21"/>
                  </a:lnTo>
                  <a:lnTo>
                    <a:pt x="29" y="23"/>
                  </a:lnTo>
                  <a:lnTo>
                    <a:pt x="28" y="27"/>
                  </a:lnTo>
                  <a:lnTo>
                    <a:pt x="27" y="29"/>
                  </a:lnTo>
                  <a:lnTo>
                    <a:pt x="25" y="33"/>
                  </a:lnTo>
                  <a:lnTo>
                    <a:pt x="23" y="36"/>
                  </a:lnTo>
                  <a:lnTo>
                    <a:pt x="22" y="40"/>
                  </a:lnTo>
                  <a:lnTo>
                    <a:pt x="19" y="44"/>
                  </a:lnTo>
                  <a:lnTo>
                    <a:pt x="18" y="47"/>
                  </a:lnTo>
                  <a:lnTo>
                    <a:pt x="17" y="51"/>
                  </a:lnTo>
                  <a:lnTo>
                    <a:pt x="15" y="54"/>
                  </a:lnTo>
                  <a:lnTo>
                    <a:pt x="13" y="58"/>
                  </a:lnTo>
                  <a:lnTo>
                    <a:pt x="12" y="60"/>
                  </a:lnTo>
                  <a:lnTo>
                    <a:pt x="11" y="64"/>
                  </a:lnTo>
                  <a:lnTo>
                    <a:pt x="10" y="67"/>
                  </a:lnTo>
                  <a:lnTo>
                    <a:pt x="9" y="69"/>
                  </a:lnTo>
                  <a:lnTo>
                    <a:pt x="7" y="73"/>
                  </a:lnTo>
                  <a:lnTo>
                    <a:pt x="7" y="75"/>
                  </a:lnTo>
                  <a:lnTo>
                    <a:pt x="6" y="77"/>
                  </a:lnTo>
                  <a:lnTo>
                    <a:pt x="5" y="80"/>
                  </a:lnTo>
                  <a:lnTo>
                    <a:pt x="5" y="83"/>
                  </a:lnTo>
                  <a:lnTo>
                    <a:pt x="4" y="86"/>
                  </a:lnTo>
                  <a:lnTo>
                    <a:pt x="4" y="88"/>
                  </a:lnTo>
                  <a:lnTo>
                    <a:pt x="3" y="92"/>
                  </a:lnTo>
                  <a:lnTo>
                    <a:pt x="3" y="94"/>
                  </a:lnTo>
                  <a:lnTo>
                    <a:pt x="3" y="98"/>
                  </a:lnTo>
                  <a:lnTo>
                    <a:pt x="1" y="101"/>
                  </a:lnTo>
                  <a:lnTo>
                    <a:pt x="1" y="105"/>
                  </a:lnTo>
                  <a:lnTo>
                    <a:pt x="1" y="109"/>
                  </a:lnTo>
                  <a:lnTo>
                    <a:pt x="1" y="112"/>
                  </a:lnTo>
                  <a:lnTo>
                    <a:pt x="1" y="117"/>
                  </a:lnTo>
                  <a:lnTo>
                    <a:pt x="1" y="122"/>
                  </a:lnTo>
                  <a:lnTo>
                    <a:pt x="0" y="127"/>
                  </a:lnTo>
                  <a:lnTo>
                    <a:pt x="0" y="131"/>
                  </a:lnTo>
                  <a:lnTo>
                    <a:pt x="0" y="137"/>
                  </a:lnTo>
                  <a:lnTo>
                    <a:pt x="0" y="143"/>
                  </a:lnTo>
                  <a:lnTo>
                    <a:pt x="0" y="149"/>
                  </a:lnTo>
                  <a:lnTo>
                    <a:pt x="0" y="157"/>
                  </a:lnTo>
                  <a:lnTo>
                    <a:pt x="0" y="164"/>
                  </a:lnTo>
                  <a:lnTo>
                    <a:pt x="0" y="171"/>
                  </a:lnTo>
                  <a:lnTo>
                    <a:pt x="0" y="178"/>
                  </a:lnTo>
                  <a:lnTo>
                    <a:pt x="0" y="187"/>
                  </a:lnTo>
                  <a:lnTo>
                    <a:pt x="0" y="193"/>
                  </a:lnTo>
                  <a:lnTo>
                    <a:pt x="0" y="200"/>
                  </a:lnTo>
                  <a:lnTo>
                    <a:pt x="0" y="206"/>
                  </a:lnTo>
                  <a:lnTo>
                    <a:pt x="0" y="212"/>
                  </a:lnTo>
                  <a:lnTo>
                    <a:pt x="0" y="218"/>
                  </a:lnTo>
                  <a:lnTo>
                    <a:pt x="0" y="223"/>
                  </a:lnTo>
                  <a:lnTo>
                    <a:pt x="0" y="229"/>
                  </a:lnTo>
                  <a:lnTo>
                    <a:pt x="0" y="234"/>
                  </a:lnTo>
                  <a:lnTo>
                    <a:pt x="0" y="240"/>
                  </a:lnTo>
                  <a:lnTo>
                    <a:pt x="0" y="244"/>
                  </a:lnTo>
                  <a:lnTo>
                    <a:pt x="0" y="250"/>
                  </a:lnTo>
                  <a:lnTo>
                    <a:pt x="0" y="255"/>
                  </a:lnTo>
                  <a:lnTo>
                    <a:pt x="0" y="261"/>
                  </a:lnTo>
                  <a:lnTo>
                    <a:pt x="0" y="267"/>
                  </a:lnTo>
                  <a:lnTo>
                    <a:pt x="0" y="273"/>
                  </a:lnTo>
                  <a:lnTo>
                    <a:pt x="0" y="279"/>
                  </a:lnTo>
                  <a:lnTo>
                    <a:pt x="0" y="287"/>
                  </a:lnTo>
                  <a:lnTo>
                    <a:pt x="0" y="294"/>
                  </a:lnTo>
                  <a:lnTo>
                    <a:pt x="0" y="301"/>
                  </a:lnTo>
                  <a:lnTo>
                    <a:pt x="0" y="309"/>
                  </a:lnTo>
                  <a:lnTo>
                    <a:pt x="0" y="318"/>
                  </a:lnTo>
                  <a:lnTo>
                    <a:pt x="0" y="327"/>
                  </a:lnTo>
                  <a:lnTo>
                    <a:pt x="0" y="337"/>
                  </a:lnTo>
                  <a:lnTo>
                    <a:pt x="0" y="347"/>
                  </a:lnTo>
                  <a:lnTo>
                    <a:pt x="0" y="359"/>
                  </a:lnTo>
                  <a:lnTo>
                    <a:pt x="0" y="371"/>
                  </a:lnTo>
                  <a:lnTo>
                    <a:pt x="0" y="383"/>
                  </a:lnTo>
                  <a:lnTo>
                    <a:pt x="0" y="397"/>
                  </a:lnTo>
                  <a:lnTo>
                    <a:pt x="0" y="412"/>
                  </a:lnTo>
                  <a:lnTo>
                    <a:pt x="0" y="427"/>
                  </a:lnTo>
                  <a:lnTo>
                    <a:pt x="0" y="443"/>
                  </a:lnTo>
                  <a:lnTo>
                    <a:pt x="0" y="457"/>
                  </a:lnTo>
                  <a:lnTo>
                    <a:pt x="0" y="470"/>
                  </a:lnTo>
                  <a:lnTo>
                    <a:pt x="0" y="484"/>
                  </a:lnTo>
                  <a:lnTo>
                    <a:pt x="0" y="496"/>
                  </a:lnTo>
                  <a:lnTo>
                    <a:pt x="0" y="507"/>
                  </a:lnTo>
                  <a:lnTo>
                    <a:pt x="0" y="517"/>
                  </a:lnTo>
                  <a:lnTo>
                    <a:pt x="0" y="527"/>
                  </a:lnTo>
                  <a:lnTo>
                    <a:pt x="0" y="535"/>
                  </a:lnTo>
                  <a:lnTo>
                    <a:pt x="0" y="545"/>
                  </a:lnTo>
                  <a:lnTo>
                    <a:pt x="0" y="552"/>
                  </a:lnTo>
                  <a:lnTo>
                    <a:pt x="0" y="561"/>
                  </a:lnTo>
                  <a:lnTo>
                    <a:pt x="0" y="568"/>
                  </a:lnTo>
                  <a:lnTo>
                    <a:pt x="0" y="574"/>
                  </a:lnTo>
                  <a:lnTo>
                    <a:pt x="0" y="580"/>
                  </a:lnTo>
                  <a:lnTo>
                    <a:pt x="0" y="587"/>
                  </a:lnTo>
                  <a:lnTo>
                    <a:pt x="0" y="592"/>
                  </a:lnTo>
                  <a:lnTo>
                    <a:pt x="0" y="598"/>
                  </a:lnTo>
                  <a:lnTo>
                    <a:pt x="0" y="604"/>
                  </a:lnTo>
                  <a:lnTo>
                    <a:pt x="0" y="609"/>
                  </a:lnTo>
                  <a:lnTo>
                    <a:pt x="0" y="615"/>
                  </a:lnTo>
                  <a:lnTo>
                    <a:pt x="0" y="620"/>
                  </a:lnTo>
                  <a:lnTo>
                    <a:pt x="0" y="626"/>
                  </a:lnTo>
                  <a:lnTo>
                    <a:pt x="0" y="630"/>
                  </a:lnTo>
                  <a:lnTo>
                    <a:pt x="0" y="636"/>
                  </a:lnTo>
                  <a:lnTo>
                    <a:pt x="0" y="641"/>
                  </a:lnTo>
                  <a:lnTo>
                    <a:pt x="0" y="647"/>
                  </a:lnTo>
                  <a:lnTo>
                    <a:pt x="0" y="654"/>
                  </a:lnTo>
                  <a:lnTo>
                    <a:pt x="0" y="660"/>
                  </a:lnTo>
                  <a:lnTo>
                    <a:pt x="0" y="668"/>
                  </a:lnTo>
                  <a:lnTo>
                    <a:pt x="0" y="675"/>
                  </a:lnTo>
                  <a:lnTo>
                    <a:pt x="0" y="682"/>
                  </a:lnTo>
                  <a:lnTo>
                    <a:pt x="0" y="690"/>
                  </a:lnTo>
                  <a:lnTo>
                    <a:pt x="0" y="698"/>
                  </a:lnTo>
                  <a:lnTo>
                    <a:pt x="0" y="704"/>
                  </a:lnTo>
                  <a:lnTo>
                    <a:pt x="0" y="711"/>
                  </a:lnTo>
                  <a:lnTo>
                    <a:pt x="0" y="717"/>
                  </a:lnTo>
                  <a:lnTo>
                    <a:pt x="0" y="722"/>
                  </a:lnTo>
                  <a:lnTo>
                    <a:pt x="0" y="728"/>
                  </a:lnTo>
                  <a:lnTo>
                    <a:pt x="1" y="733"/>
                  </a:lnTo>
                  <a:lnTo>
                    <a:pt x="1" y="737"/>
                  </a:lnTo>
                  <a:lnTo>
                    <a:pt x="1" y="741"/>
                  </a:lnTo>
                  <a:lnTo>
                    <a:pt x="1" y="745"/>
                  </a:lnTo>
                  <a:lnTo>
                    <a:pt x="1" y="749"/>
                  </a:lnTo>
                  <a:lnTo>
                    <a:pt x="1" y="753"/>
                  </a:lnTo>
                  <a:lnTo>
                    <a:pt x="3" y="755"/>
                  </a:lnTo>
                  <a:lnTo>
                    <a:pt x="3" y="759"/>
                  </a:lnTo>
                  <a:lnTo>
                    <a:pt x="3" y="763"/>
                  </a:lnTo>
                  <a:lnTo>
                    <a:pt x="4" y="765"/>
                  </a:lnTo>
                  <a:lnTo>
                    <a:pt x="4" y="767"/>
                  </a:lnTo>
                  <a:lnTo>
                    <a:pt x="5" y="771"/>
                  </a:lnTo>
                  <a:lnTo>
                    <a:pt x="5" y="773"/>
                  </a:lnTo>
                  <a:lnTo>
                    <a:pt x="6" y="776"/>
                  </a:lnTo>
                  <a:lnTo>
                    <a:pt x="7" y="778"/>
                  </a:lnTo>
                  <a:lnTo>
                    <a:pt x="7" y="782"/>
                  </a:lnTo>
                  <a:lnTo>
                    <a:pt x="9" y="784"/>
                  </a:lnTo>
                  <a:lnTo>
                    <a:pt x="10" y="787"/>
                  </a:lnTo>
                  <a:lnTo>
                    <a:pt x="11" y="790"/>
                  </a:lnTo>
                  <a:lnTo>
                    <a:pt x="12" y="793"/>
                  </a:lnTo>
                  <a:lnTo>
                    <a:pt x="13" y="796"/>
                  </a:lnTo>
                  <a:lnTo>
                    <a:pt x="15" y="799"/>
                  </a:lnTo>
                  <a:lnTo>
                    <a:pt x="17" y="802"/>
                  </a:lnTo>
                  <a:lnTo>
                    <a:pt x="18" y="806"/>
                  </a:lnTo>
                  <a:lnTo>
                    <a:pt x="19" y="811"/>
                  </a:lnTo>
                  <a:lnTo>
                    <a:pt x="22" y="814"/>
                  </a:lnTo>
                  <a:lnTo>
                    <a:pt x="23" y="818"/>
                  </a:lnTo>
                  <a:lnTo>
                    <a:pt x="25" y="821"/>
                  </a:lnTo>
                  <a:lnTo>
                    <a:pt x="27" y="824"/>
                  </a:lnTo>
                  <a:lnTo>
                    <a:pt x="28" y="827"/>
                  </a:lnTo>
                  <a:lnTo>
                    <a:pt x="29" y="830"/>
                  </a:lnTo>
                  <a:lnTo>
                    <a:pt x="30" y="832"/>
                  </a:lnTo>
                  <a:lnTo>
                    <a:pt x="31" y="835"/>
                  </a:lnTo>
                  <a:lnTo>
                    <a:pt x="33" y="837"/>
                  </a:lnTo>
                  <a:lnTo>
                    <a:pt x="34" y="840"/>
                  </a:lnTo>
                  <a:lnTo>
                    <a:pt x="35" y="841"/>
                  </a:lnTo>
                  <a:lnTo>
                    <a:pt x="36" y="842"/>
                  </a:lnTo>
                  <a:lnTo>
                    <a:pt x="37" y="844"/>
                  </a:lnTo>
                  <a:lnTo>
                    <a:pt x="39" y="846"/>
                  </a:lnTo>
                  <a:lnTo>
                    <a:pt x="40" y="847"/>
                  </a:lnTo>
                  <a:lnTo>
                    <a:pt x="42" y="848"/>
                  </a:lnTo>
                  <a:lnTo>
                    <a:pt x="43" y="848"/>
                  </a:lnTo>
                  <a:lnTo>
                    <a:pt x="45" y="849"/>
                  </a:lnTo>
                  <a:lnTo>
                    <a:pt x="46" y="850"/>
                  </a:lnTo>
                  <a:lnTo>
                    <a:pt x="48" y="850"/>
                  </a:lnTo>
                  <a:lnTo>
                    <a:pt x="49" y="852"/>
                  </a:lnTo>
                  <a:lnTo>
                    <a:pt x="51" y="852"/>
                  </a:lnTo>
                  <a:lnTo>
                    <a:pt x="53" y="852"/>
                  </a:lnTo>
                  <a:lnTo>
                    <a:pt x="55" y="852"/>
                  </a:lnTo>
                  <a:lnTo>
                    <a:pt x="58" y="853"/>
                  </a:lnTo>
                  <a:lnTo>
                    <a:pt x="60" y="853"/>
                  </a:lnTo>
                  <a:lnTo>
                    <a:pt x="63" y="853"/>
                  </a:lnTo>
                  <a:lnTo>
                    <a:pt x="65" y="853"/>
                  </a:lnTo>
                  <a:lnTo>
                    <a:pt x="68" y="853"/>
                  </a:lnTo>
                  <a:lnTo>
                    <a:pt x="71" y="853"/>
                  </a:lnTo>
                  <a:lnTo>
                    <a:pt x="75" y="853"/>
                  </a:lnTo>
                  <a:lnTo>
                    <a:pt x="78" y="853"/>
                  </a:lnTo>
                  <a:lnTo>
                    <a:pt x="82" y="853"/>
                  </a:lnTo>
                  <a:lnTo>
                    <a:pt x="84" y="853"/>
                  </a:lnTo>
                  <a:lnTo>
                    <a:pt x="88" y="853"/>
                  </a:lnTo>
                  <a:lnTo>
                    <a:pt x="92" y="853"/>
                  </a:lnTo>
                  <a:lnTo>
                    <a:pt x="95" y="853"/>
                  </a:lnTo>
                  <a:lnTo>
                    <a:pt x="98" y="853"/>
                  </a:lnTo>
                  <a:lnTo>
                    <a:pt x="101" y="853"/>
                  </a:lnTo>
                  <a:lnTo>
                    <a:pt x="105" y="853"/>
                  </a:lnTo>
                  <a:lnTo>
                    <a:pt x="110" y="853"/>
                  </a:lnTo>
                  <a:lnTo>
                    <a:pt x="113" y="853"/>
                  </a:lnTo>
                  <a:lnTo>
                    <a:pt x="118" y="853"/>
                  </a:lnTo>
                  <a:lnTo>
                    <a:pt x="124" y="853"/>
                  </a:lnTo>
                  <a:lnTo>
                    <a:pt x="129" y="853"/>
                  </a:lnTo>
                  <a:lnTo>
                    <a:pt x="136" y="853"/>
                  </a:lnTo>
                  <a:lnTo>
                    <a:pt x="143" y="853"/>
                  </a:lnTo>
                  <a:lnTo>
                    <a:pt x="150" y="853"/>
                  </a:lnTo>
                  <a:lnTo>
                    <a:pt x="159" y="853"/>
                  </a:lnTo>
                  <a:lnTo>
                    <a:pt x="168" y="853"/>
                  </a:lnTo>
                  <a:lnTo>
                    <a:pt x="179" y="853"/>
                  </a:lnTo>
                  <a:lnTo>
                    <a:pt x="190" y="853"/>
                  </a:lnTo>
                  <a:lnTo>
                    <a:pt x="202" y="853"/>
                  </a:lnTo>
                  <a:lnTo>
                    <a:pt x="217" y="853"/>
                  </a:lnTo>
                  <a:lnTo>
                    <a:pt x="231" y="853"/>
                  </a:lnTo>
                  <a:lnTo>
                    <a:pt x="247" y="853"/>
                  </a:lnTo>
                  <a:lnTo>
                    <a:pt x="263" y="853"/>
                  </a:lnTo>
                  <a:lnTo>
                    <a:pt x="283" y="853"/>
                  </a:lnTo>
                  <a:lnTo>
                    <a:pt x="303" y="853"/>
                  </a:lnTo>
                  <a:lnTo>
                    <a:pt x="325" y="853"/>
                  </a:lnTo>
                  <a:lnTo>
                    <a:pt x="348" y="853"/>
                  </a:lnTo>
                  <a:lnTo>
                    <a:pt x="372" y="853"/>
                  </a:lnTo>
                  <a:lnTo>
                    <a:pt x="398" y="853"/>
                  </a:lnTo>
                  <a:lnTo>
                    <a:pt x="427" y="853"/>
                  </a:lnTo>
                  <a:lnTo>
                    <a:pt x="455" y="853"/>
                  </a:lnTo>
                  <a:lnTo>
                    <a:pt x="481" y="853"/>
                  </a:lnTo>
                  <a:lnTo>
                    <a:pt x="506" y="853"/>
                  </a:lnTo>
                  <a:lnTo>
                    <a:pt x="529" y="853"/>
                  </a:lnTo>
                  <a:lnTo>
                    <a:pt x="551" y="853"/>
                  </a:lnTo>
                  <a:lnTo>
                    <a:pt x="570" y="853"/>
                  </a:lnTo>
                  <a:lnTo>
                    <a:pt x="589" y="853"/>
                  </a:lnTo>
                  <a:lnTo>
                    <a:pt x="606" y="853"/>
                  </a:lnTo>
                  <a:lnTo>
                    <a:pt x="622" y="853"/>
                  </a:lnTo>
                  <a:lnTo>
                    <a:pt x="637" y="853"/>
                  </a:lnTo>
                  <a:lnTo>
                    <a:pt x="651" y="853"/>
                  </a:lnTo>
                  <a:lnTo>
                    <a:pt x="663" y="853"/>
                  </a:lnTo>
                  <a:lnTo>
                    <a:pt x="675" y="853"/>
                  </a:lnTo>
                  <a:lnTo>
                    <a:pt x="684" y="853"/>
                  </a:lnTo>
                  <a:lnTo>
                    <a:pt x="694" y="853"/>
                  </a:lnTo>
                  <a:lnTo>
                    <a:pt x="702" y="853"/>
                  </a:lnTo>
                  <a:lnTo>
                    <a:pt x="711" y="853"/>
                  </a:lnTo>
                  <a:lnTo>
                    <a:pt x="717" y="853"/>
                  </a:lnTo>
                  <a:lnTo>
                    <a:pt x="724" y="853"/>
                  </a:lnTo>
                  <a:lnTo>
                    <a:pt x="730" y="853"/>
                  </a:lnTo>
                  <a:lnTo>
                    <a:pt x="735" y="853"/>
                  </a:lnTo>
                  <a:lnTo>
                    <a:pt x="740" y="853"/>
                  </a:lnTo>
                  <a:lnTo>
                    <a:pt x="744" y="853"/>
                  </a:lnTo>
                  <a:lnTo>
                    <a:pt x="748" y="853"/>
                  </a:lnTo>
                  <a:lnTo>
                    <a:pt x="752" y="853"/>
                  </a:lnTo>
                  <a:lnTo>
                    <a:pt x="755" y="853"/>
                  </a:lnTo>
                  <a:lnTo>
                    <a:pt x="759" y="853"/>
                  </a:lnTo>
                  <a:lnTo>
                    <a:pt x="761" y="853"/>
                  </a:lnTo>
                  <a:lnTo>
                    <a:pt x="765" y="853"/>
                  </a:lnTo>
                  <a:lnTo>
                    <a:pt x="768" y="853"/>
                  </a:lnTo>
                  <a:lnTo>
                    <a:pt x="772" y="853"/>
                  </a:lnTo>
                  <a:lnTo>
                    <a:pt x="774" y="853"/>
                  </a:lnTo>
                  <a:lnTo>
                    <a:pt x="778" y="853"/>
                  </a:lnTo>
                  <a:lnTo>
                    <a:pt x="782" y="853"/>
                  </a:lnTo>
                  <a:lnTo>
                    <a:pt x="785" y="853"/>
                  </a:lnTo>
                  <a:lnTo>
                    <a:pt x="788" y="853"/>
                  </a:lnTo>
                  <a:lnTo>
                    <a:pt x="790" y="853"/>
                  </a:lnTo>
                  <a:lnTo>
                    <a:pt x="794" y="853"/>
                  </a:lnTo>
                  <a:lnTo>
                    <a:pt x="795" y="853"/>
                  </a:lnTo>
                  <a:lnTo>
                    <a:pt x="797" y="852"/>
                  </a:lnTo>
                  <a:lnTo>
                    <a:pt x="800" y="852"/>
                  </a:lnTo>
                  <a:lnTo>
                    <a:pt x="802" y="852"/>
                  </a:lnTo>
                  <a:lnTo>
                    <a:pt x="803" y="852"/>
                  </a:lnTo>
                  <a:lnTo>
                    <a:pt x="806" y="850"/>
                  </a:lnTo>
                  <a:lnTo>
                    <a:pt x="807" y="850"/>
                  </a:lnTo>
                  <a:lnTo>
                    <a:pt x="808" y="849"/>
                  </a:lnTo>
                  <a:lnTo>
                    <a:pt x="810" y="848"/>
                  </a:lnTo>
                  <a:lnTo>
                    <a:pt x="812" y="848"/>
                  </a:lnTo>
                  <a:lnTo>
                    <a:pt x="813" y="847"/>
                  </a:lnTo>
                  <a:lnTo>
                    <a:pt x="814" y="846"/>
                  </a:lnTo>
                  <a:lnTo>
                    <a:pt x="815" y="844"/>
                  </a:lnTo>
                  <a:lnTo>
                    <a:pt x="816" y="842"/>
                  </a:lnTo>
                  <a:lnTo>
                    <a:pt x="818" y="841"/>
                  </a:lnTo>
                  <a:lnTo>
                    <a:pt x="819" y="840"/>
                  </a:lnTo>
                  <a:lnTo>
                    <a:pt x="820" y="837"/>
                  </a:lnTo>
                  <a:lnTo>
                    <a:pt x="821" y="835"/>
                  </a:lnTo>
                  <a:lnTo>
                    <a:pt x="822" y="832"/>
                  </a:lnTo>
                  <a:lnTo>
                    <a:pt x="824" y="830"/>
                  </a:lnTo>
                  <a:lnTo>
                    <a:pt x="825" y="827"/>
                  </a:lnTo>
                  <a:lnTo>
                    <a:pt x="826" y="824"/>
                  </a:lnTo>
                  <a:lnTo>
                    <a:pt x="828" y="821"/>
                  </a:lnTo>
                  <a:lnTo>
                    <a:pt x="830" y="818"/>
                  </a:lnTo>
                  <a:lnTo>
                    <a:pt x="831" y="814"/>
                  </a:lnTo>
                  <a:lnTo>
                    <a:pt x="833" y="811"/>
                  </a:lnTo>
                  <a:lnTo>
                    <a:pt x="835" y="806"/>
                  </a:lnTo>
                  <a:lnTo>
                    <a:pt x="837" y="802"/>
                  </a:lnTo>
                  <a:lnTo>
                    <a:pt x="838" y="799"/>
                  </a:lnTo>
                  <a:lnTo>
                    <a:pt x="839" y="796"/>
                  </a:lnTo>
                  <a:lnTo>
                    <a:pt x="841" y="793"/>
                  </a:lnTo>
                  <a:lnTo>
                    <a:pt x="842" y="790"/>
                  </a:lnTo>
                  <a:lnTo>
                    <a:pt x="843" y="787"/>
                  </a:lnTo>
                  <a:lnTo>
                    <a:pt x="844" y="784"/>
                  </a:lnTo>
                  <a:lnTo>
                    <a:pt x="845" y="782"/>
                  </a:lnTo>
                  <a:lnTo>
                    <a:pt x="847" y="778"/>
                  </a:lnTo>
                  <a:lnTo>
                    <a:pt x="847" y="776"/>
                  </a:lnTo>
                  <a:lnTo>
                    <a:pt x="848" y="773"/>
                  </a:lnTo>
                  <a:lnTo>
                    <a:pt x="849" y="771"/>
                  </a:lnTo>
                  <a:lnTo>
                    <a:pt x="849" y="767"/>
                  </a:lnTo>
                  <a:lnTo>
                    <a:pt x="849" y="765"/>
                  </a:lnTo>
                  <a:lnTo>
                    <a:pt x="850" y="763"/>
                  </a:lnTo>
                  <a:lnTo>
                    <a:pt x="850" y="759"/>
                  </a:lnTo>
                  <a:lnTo>
                    <a:pt x="851" y="755"/>
                  </a:lnTo>
                  <a:lnTo>
                    <a:pt x="851" y="753"/>
                  </a:lnTo>
                  <a:lnTo>
                    <a:pt x="851" y="749"/>
                  </a:lnTo>
                  <a:lnTo>
                    <a:pt x="851" y="745"/>
                  </a:lnTo>
                  <a:lnTo>
                    <a:pt x="851" y="741"/>
                  </a:lnTo>
                  <a:lnTo>
                    <a:pt x="853" y="737"/>
                  </a:lnTo>
                  <a:lnTo>
                    <a:pt x="853" y="733"/>
                  </a:lnTo>
                  <a:lnTo>
                    <a:pt x="853" y="728"/>
                  </a:lnTo>
                  <a:lnTo>
                    <a:pt x="853" y="722"/>
                  </a:lnTo>
                  <a:lnTo>
                    <a:pt x="853" y="717"/>
                  </a:lnTo>
                  <a:lnTo>
                    <a:pt x="853" y="711"/>
                  </a:lnTo>
                  <a:lnTo>
                    <a:pt x="853" y="704"/>
                  </a:lnTo>
                  <a:lnTo>
                    <a:pt x="853" y="698"/>
                  </a:lnTo>
                  <a:lnTo>
                    <a:pt x="853" y="690"/>
                  </a:lnTo>
                  <a:lnTo>
                    <a:pt x="853" y="682"/>
                  </a:lnTo>
                  <a:lnTo>
                    <a:pt x="853" y="675"/>
                  </a:lnTo>
                  <a:lnTo>
                    <a:pt x="853" y="668"/>
                  </a:lnTo>
                  <a:lnTo>
                    <a:pt x="853" y="660"/>
                  </a:lnTo>
                  <a:lnTo>
                    <a:pt x="853" y="654"/>
                  </a:lnTo>
                  <a:lnTo>
                    <a:pt x="853" y="647"/>
                  </a:lnTo>
                  <a:lnTo>
                    <a:pt x="853" y="641"/>
                  </a:lnTo>
                  <a:lnTo>
                    <a:pt x="853" y="636"/>
                  </a:lnTo>
                  <a:lnTo>
                    <a:pt x="853" y="630"/>
                  </a:lnTo>
                  <a:lnTo>
                    <a:pt x="853" y="626"/>
                  </a:lnTo>
                  <a:lnTo>
                    <a:pt x="853" y="620"/>
                  </a:lnTo>
                  <a:lnTo>
                    <a:pt x="853" y="615"/>
                  </a:lnTo>
                  <a:lnTo>
                    <a:pt x="853" y="609"/>
                  </a:lnTo>
                  <a:lnTo>
                    <a:pt x="853" y="604"/>
                  </a:lnTo>
                  <a:lnTo>
                    <a:pt x="853" y="598"/>
                  </a:lnTo>
                  <a:lnTo>
                    <a:pt x="853" y="592"/>
                  </a:lnTo>
                  <a:lnTo>
                    <a:pt x="853" y="587"/>
                  </a:lnTo>
                  <a:lnTo>
                    <a:pt x="853" y="580"/>
                  </a:lnTo>
                  <a:lnTo>
                    <a:pt x="853" y="574"/>
                  </a:lnTo>
                  <a:lnTo>
                    <a:pt x="853" y="568"/>
                  </a:lnTo>
                  <a:lnTo>
                    <a:pt x="853" y="561"/>
                  </a:lnTo>
                  <a:lnTo>
                    <a:pt x="853" y="552"/>
                  </a:lnTo>
                  <a:lnTo>
                    <a:pt x="853" y="545"/>
                  </a:lnTo>
                  <a:lnTo>
                    <a:pt x="853" y="535"/>
                  </a:lnTo>
                  <a:lnTo>
                    <a:pt x="853" y="527"/>
                  </a:lnTo>
                  <a:lnTo>
                    <a:pt x="853" y="517"/>
                  </a:lnTo>
                  <a:lnTo>
                    <a:pt x="853" y="507"/>
                  </a:lnTo>
                  <a:lnTo>
                    <a:pt x="853" y="496"/>
                  </a:lnTo>
                  <a:lnTo>
                    <a:pt x="853" y="484"/>
                  </a:lnTo>
                  <a:lnTo>
                    <a:pt x="853" y="470"/>
                  </a:lnTo>
                  <a:lnTo>
                    <a:pt x="853" y="457"/>
                  </a:lnTo>
                  <a:lnTo>
                    <a:pt x="853" y="443"/>
                  </a:lnTo>
                  <a:lnTo>
                    <a:pt x="853" y="427"/>
                  </a:lnTo>
                  <a:lnTo>
                    <a:pt x="853" y="412"/>
                  </a:lnTo>
                  <a:lnTo>
                    <a:pt x="853" y="397"/>
                  </a:lnTo>
                  <a:lnTo>
                    <a:pt x="853" y="383"/>
                  </a:lnTo>
                  <a:lnTo>
                    <a:pt x="853" y="371"/>
                  </a:lnTo>
                  <a:lnTo>
                    <a:pt x="853" y="359"/>
                  </a:lnTo>
                  <a:lnTo>
                    <a:pt x="853" y="347"/>
                  </a:lnTo>
                  <a:lnTo>
                    <a:pt x="853" y="337"/>
                  </a:lnTo>
                  <a:lnTo>
                    <a:pt x="853" y="327"/>
                  </a:lnTo>
                  <a:lnTo>
                    <a:pt x="853" y="318"/>
                  </a:lnTo>
                  <a:lnTo>
                    <a:pt x="853" y="309"/>
                  </a:lnTo>
                  <a:lnTo>
                    <a:pt x="853" y="301"/>
                  </a:lnTo>
                  <a:lnTo>
                    <a:pt x="853" y="294"/>
                  </a:lnTo>
                  <a:lnTo>
                    <a:pt x="853" y="287"/>
                  </a:lnTo>
                  <a:lnTo>
                    <a:pt x="853" y="279"/>
                  </a:lnTo>
                  <a:lnTo>
                    <a:pt x="853" y="273"/>
                  </a:lnTo>
                  <a:lnTo>
                    <a:pt x="853" y="267"/>
                  </a:lnTo>
                  <a:lnTo>
                    <a:pt x="853" y="261"/>
                  </a:lnTo>
                  <a:lnTo>
                    <a:pt x="853" y="255"/>
                  </a:lnTo>
                  <a:lnTo>
                    <a:pt x="853" y="250"/>
                  </a:lnTo>
                  <a:lnTo>
                    <a:pt x="853" y="244"/>
                  </a:lnTo>
                  <a:lnTo>
                    <a:pt x="853" y="240"/>
                  </a:lnTo>
                  <a:lnTo>
                    <a:pt x="853" y="234"/>
                  </a:lnTo>
                  <a:lnTo>
                    <a:pt x="853" y="229"/>
                  </a:lnTo>
                  <a:lnTo>
                    <a:pt x="853" y="223"/>
                  </a:lnTo>
                  <a:lnTo>
                    <a:pt x="853" y="218"/>
                  </a:lnTo>
                  <a:lnTo>
                    <a:pt x="853" y="212"/>
                  </a:lnTo>
                  <a:lnTo>
                    <a:pt x="853" y="206"/>
                  </a:lnTo>
                  <a:lnTo>
                    <a:pt x="853" y="200"/>
                  </a:lnTo>
                  <a:lnTo>
                    <a:pt x="853" y="193"/>
                  </a:lnTo>
                  <a:lnTo>
                    <a:pt x="853" y="187"/>
                  </a:lnTo>
                  <a:lnTo>
                    <a:pt x="853" y="178"/>
                  </a:lnTo>
                  <a:lnTo>
                    <a:pt x="853" y="171"/>
                  </a:lnTo>
                  <a:lnTo>
                    <a:pt x="853" y="164"/>
                  </a:lnTo>
                  <a:lnTo>
                    <a:pt x="853" y="157"/>
                  </a:lnTo>
                  <a:lnTo>
                    <a:pt x="853" y="149"/>
                  </a:lnTo>
                  <a:lnTo>
                    <a:pt x="853" y="143"/>
                  </a:lnTo>
                  <a:lnTo>
                    <a:pt x="853" y="137"/>
                  </a:lnTo>
                  <a:lnTo>
                    <a:pt x="853" y="131"/>
                  </a:lnTo>
                  <a:lnTo>
                    <a:pt x="853" y="127"/>
                  </a:lnTo>
                  <a:lnTo>
                    <a:pt x="853" y="122"/>
                  </a:lnTo>
                  <a:lnTo>
                    <a:pt x="853" y="117"/>
                  </a:lnTo>
                  <a:lnTo>
                    <a:pt x="851" y="112"/>
                  </a:lnTo>
                  <a:lnTo>
                    <a:pt x="851" y="109"/>
                  </a:lnTo>
                  <a:lnTo>
                    <a:pt x="851" y="105"/>
                  </a:lnTo>
                  <a:lnTo>
                    <a:pt x="851" y="101"/>
                  </a:lnTo>
                  <a:lnTo>
                    <a:pt x="851" y="98"/>
                  </a:lnTo>
                  <a:lnTo>
                    <a:pt x="850" y="94"/>
                  </a:lnTo>
                  <a:lnTo>
                    <a:pt x="850" y="92"/>
                  </a:lnTo>
                  <a:lnTo>
                    <a:pt x="849" y="88"/>
                  </a:lnTo>
                  <a:lnTo>
                    <a:pt x="849" y="86"/>
                  </a:lnTo>
                  <a:lnTo>
                    <a:pt x="849" y="83"/>
                  </a:lnTo>
                  <a:lnTo>
                    <a:pt x="848" y="80"/>
                  </a:lnTo>
                  <a:lnTo>
                    <a:pt x="847" y="77"/>
                  </a:lnTo>
                  <a:lnTo>
                    <a:pt x="847" y="75"/>
                  </a:lnTo>
                  <a:lnTo>
                    <a:pt x="845" y="73"/>
                  </a:lnTo>
                  <a:lnTo>
                    <a:pt x="844" y="69"/>
                  </a:lnTo>
                  <a:lnTo>
                    <a:pt x="843" y="67"/>
                  </a:lnTo>
                  <a:lnTo>
                    <a:pt x="842" y="64"/>
                  </a:lnTo>
                  <a:lnTo>
                    <a:pt x="841" y="60"/>
                  </a:lnTo>
                  <a:lnTo>
                    <a:pt x="839" y="58"/>
                  </a:lnTo>
                  <a:lnTo>
                    <a:pt x="838" y="54"/>
                  </a:lnTo>
                  <a:lnTo>
                    <a:pt x="837" y="51"/>
                  </a:lnTo>
                  <a:lnTo>
                    <a:pt x="835" y="47"/>
                  </a:lnTo>
                  <a:lnTo>
                    <a:pt x="833" y="44"/>
                  </a:lnTo>
                  <a:lnTo>
                    <a:pt x="831" y="40"/>
                  </a:lnTo>
                  <a:lnTo>
                    <a:pt x="830" y="36"/>
                  </a:lnTo>
                  <a:lnTo>
                    <a:pt x="828" y="33"/>
                  </a:lnTo>
                  <a:lnTo>
                    <a:pt x="826" y="29"/>
                  </a:lnTo>
                  <a:lnTo>
                    <a:pt x="825" y="27"/>
                  </a:lnTo>
                  <a:lnTo>
                    <a:pt x="824" y="23"/>
                  </a:lnTo>
                  <a:lnTo>
                    <a:pt x="822" y="21"/>
                  </a:lnTo>
                  <a:lnTo>
                    <a:pt x="821" y="18"/>
                  </a:lnTo>
                  <a:lnTo>
                    <a:pt x="820" y="16"/>
                  </a:lnTo>
                  <a:lnTo>
                    <a:pt x="819" y="15"/>
                  </a:lnTo>
                  <a:lnTo>
                    <a:pt x="818" y="12"/>
                  </a:lnTo>
                  <a:lnTo>
                    <a:pt x="816" y="11"/>
                  </a:lnTo>
                  <a:lnTo>
                    <a:pt x="815" y="10"/>
                  </a:lnTo>
                  <a:lnTo>
                    <a:pt x="814" y="9"/>
                  </a:lnTo>
                  <a:lnTo>
                    <a:pt x="813" y="8"/>
                  </a:lnTo>
                  <a:lnTo>
                    <a:pt x="812" y="6"/>
                  </a:lnTo>
                  <a:lnTo>
                    <a:pt x="810" y="5"/>
                  </a:lnTo>
                  <a:lnTo>
                    <a:pt x="808" y="4"/>
                  </a:lnTo>
                  <a:lnTo>
                    <a:pt x="807" y="4"/>
                  </a:lnTo>
                  <a:lnTo>
                    <a:pt x="806" y="3"/>
                  </a:lnTo>
                  <a:lnTo>
                    <a:pt x="803" y="3"/>
                  </a:lnTo>
                  <a:lnTo>
                    <a:pt x="802" y="2"/>
                  </a:lnTo>
                  <a:lnTo>
                    <a:pt x="800" y="2"/>
                  </a:lnTo>
                  <a:lnTo>
                    <a:pt x="797" y="2"/>
                  </a:lnTo>
                  <a:lnTo>
                    <a:pt x="795" y="2"/>
                  </a:lnTo>
                  <a:lnTo>
                    <a:pt x="794" y="0"/>
                  </a:lnTo>
                  <a:lnTo>
                    <a:pt x="790" y="0"/>
                  </a:lnTo>
                  <a:lnTo>
                    <a:pt x="788" y="0"/>
                  </a:lnTo>
                  <a:lnTo>
                    <a:pt x="785" y="0"/>
                  </a:lnTo>
                  <a:lnTo>
                    <a:pt x="782" y="0"/>
                  </a:lnTo>
                  <a:lnTo>
                    <a:pt x="778" y="0"/>
                  </a:lnTo>
                  <a:lnTo>
                    <a:pt x="774" y="0"/>
                  </a:lnTo>
                  <a:lnTo>
                    <a:pt x="772" y="0"/>
                  </a:lnTo>
                  <a:lnTo>
                    <a:pt x="768" y="0"/>
                  </a:lnTo>
                  <a:lnTo>
                    <a:pt x="765" y="0"/>
                  </a:lnTo>
                  <a:lnTo>
                    <a:pt x="761" y="0"/>
                  </a:lnTo>
                  <a:lnTo>
                    <a:pt x="759" y="0"/>
                  </a:lnTo>
                  <a:lnTo>
                    <a:pt x="755" y="0"/>
                  </a:lnTo>
                  <a:lnTo>
                    <a:pt x="752" y="0"/>
                  </a:lnTo>
                  <a:lnTo>
                    <a:pt x="748" y="0"/>
                  </a:lnTo>
                  <a:lnTo>
                    <a:pt x="744" y="0"/>
                  </a:lnTo>
                  <a:lnTo>
                    <a:pt x="740" y="0"/>
                  </a:lnTo>
                  <a:lnTo>
                    <a:pt x="735" y="0"/>
                  </a:lnTo>
                  <a:lnTo>
                    <a:pt x="730" y="0"/>
                  </a:lnTo>
                  <a:lnTo>
                    <a:pt x="724" y="0"/>
                  </a:lnTo>
                  <a:lnTo>
                    <a:pt x="717" y="0"/>
                  </a:lnTo>
                  <a:lnTo>
                    <a:pt x="711" y="0"/>
                  </a:lnTo>
                  <a:lnTo>
                    <a:pt x="702" y="0"/>
                  </a:lnTo>
                  <a:lnTo>
                    <a:pt x="694" y="0"/>
                  </a:lnTo>
                  <a:lnTo>
                    <a:pt x="684" y="0"/>
                  </a:lnTo>
                  <a:lnTo>
                    <a:pt x="675" y="0"/>
                  </a:lnTo>
                  <a:lnTo>
                    <a:pt x="663" y="0"/>
                  </a:lnTo>
                  <a:lnTo>
                    <a:pt x="651" y="0"/>
                  </a:lnTo>
                  <a:lnTo>
                    <a:pt x="637" y="0"/>
                  </a:lnTo>
                  <a:lnTo>
                    <a:pt x="622" y="0"/>
                  </a:lnTo>
                  <a:lnTo>
                    <a:pt x="606" y="0"/>
                  </a:lnTo>
                  <a:lnTo>
                    <a:pt x="589" y="0"/>
                  </a:lnTo>
                  <a:lnTo>
                    <a:pt x="570" y="0"/>
                  </a:lnTo>
                  <a:lnTo>
                    <a:pt x="551" y="0"/>
                  </a:lnTo>
                  <a:lnTo>
                    <a:pt x="529" y="0"/>
                  </a:lnTo>
                  <a:lnTo>
                    <a:pt x="506" y="0"/>
                  </a:lnTo>
                  <a:lnTo>
                    <a:pt x="481" y="0"/>
                  </a:lnTo>
                  <a:lnTo>
                    <a:pt x="455" y="0"/>
                  </a:lnTo>
                  <a:lnTo>
                    <a:pt x="427" y="0"/>
                  </a:lnTo>
                  <a:close/>
                </a:path>
              </a:pathLst>
            </a:custGeom>
            <a:noFill/>
            <a:ln w="17463">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88" name="Rectangle 98">
              <a:extLst>
                <a:ext uri="{FF2B5EF4-FFF2-40B4-BE49-F238E27FC236}">
                  <a16:creationId xmlns:a16="http://schemas.microsoft.com/office/drawing/2014/main" id="{2C5A957E-BFA6-4CB7-8D5D-7BF7669F32DA}"/>
                </a:ext>
              </a:extLst>
            </p:cNvPr>
            <p:cNvSpPr>
              <a:spLocks noChangeArrowheads="1"/>
            </p:cNvSpPr>
            <p:nvPr/>
          </p:nvSpPr>
          <p:spPr bwMode="auto">
            <a:xfrm>
              <a:off x="5294313" y="1171575"/>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89" name="Rectangle 175">
              <a:extLst>
                <a:ext uri="{FF2B5EF4-FFF2-40B4-BE49-F238E27FC236}">
                  <a16:creationId xmlns:a16="http://schemas.microsoft.com/office/drawing/2014/main" id="{62EB4611-82FE-4F65-AB67-B40844B0F71B}"/>
                </a:ext>
              </a:extLst>
            </p:cNvPr>
            <p:cNvSpPr>
              <a:spLocks noChangeArrowheads="1"/>
            </p:cNvSpPr>
            <p:nvPr/>
          </p:nvSpPr>
          <p:spPr bwMode="auto">
            <a:xfrm>
              <a:off x="5624513" y="3222625"/>
              <a:ext cx="214312"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90" name="Rectangle 176">
              <a:extLst>
                <a:ext uri="{FF2B5EF4-FFF2-40B4-BE49-F238E27FC236}">
                  <a16:creationId xmlns:a16="http://schemas.microsoft.com/office/drawing/2014/main" id="{A2A2FFAE-0381-43A2-8C46-79F2F098366D}"/>
                </a:ext>
              </a:extLst>
            </p:cNvPr>
            <p:cNvSpPr>
              <a:spLocks noChangeArrowheads="1"/>
            </p:cNvSpPr>
            <p:nvPr/>
          </p:nvSpPr>
          <p:spPr bwMode="auto">
            <a:xfrm>
              <a:off x="5740400" y="3309937"/>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91" name="Rectangle 177">
              <a:extLst>
                <a:ext uri="{FF2B5EF4-FFF2-40B4-BE49-F238E27FC236}">
                  <a16:creationId xmlns:a16="http://schemas.microsoft.com/office/drawing/2014/main" id="{686F0EA6-BEC8-4F04-A418-5868DF58256E}"/>
                </a:ext>
              </a:extLst>
            </p:cNvPr>
            <p:cNvSpPr>
              <a:spLocks noChangeArrowheads="1"/>
            </p:cNvSpPr>
            <p:nvPr/>
          </p:nvSpPr>
          <p:spPr bwMode="auto">
            <a:xfrm>
              <a:off x="6075363" y="3222625"/>
              <a:ext cx="198437"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92" name="Rectangle 178">
              <a:extLst>
                <a:ext uri="{FF2B5EF4-FFF2-40B4-BE49-F238E27FC236}">
                  <a16:creationId xmlns:a16="http://schemas.microsoft.com/office/drawing/2014/main" id="{CBE3B15C-98F1-4D23-9765-FBFFE2633A35}"/>
                </a:ext>
              </a:extLst>
            </p:cNvPr>
            <p:cNvSpPr>
              <a:spLocks noChangeArrowheads="1"/>
            </p:cNvSpPr>
            <p:nvPr/>
          </p:nvSpPr>
          <p:spPr bwMode="auto">
            <a:xfrm>
              <a:off x="6286500" y="3309937"/>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93" name="Rectangle 179">
              <a:extLst>
                <a:ext uri="{FF2B5EF4-FFF2-40B4-BE49-F238E27FC236}">
                  <a16:creationId xmlns:a16="http://schemas.microsoft.com/office/drawing/2014/main" id="{F84C28DF-54DB-4F16-A4C8-B50E6A135002}"/>
                </a:ext>
              </a:extLst>
            </p:cNvPr>
            <p:cNvSpPr>
              <a:spLocks noChangeArrowheads="1"/>
            </p:cNvSpPr>
            <p:nvPr/>
          </p:nvSpPr>
          <p:spPr bwMode="auto">
            <a:xfrm>
              <a:off x="6540500" y="3222625"/>
              <a:ext cx="195263"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94" name="Rectangle 180">
              <a:extLst>
                <a:ext uri="{FF2B5EF4-FFF2-40B4-BE49-F238E27FC236}">
                  <a16:creationId xmlns:a16="http://schemas.microsoft.com/office/drawing/2014/main" id="{BA2EB28C-5154-4311-96C5-7D518EB22411}"/>
                </a:ext>
              </a:extLst>
            </p:cNvPr>
            <p:cNvSpPr>
              <a:spLocks noChangeArrowheads="1"/>
            </p:cNvSpPr>
            <p:nvPr/>
          </p:nvSpPr>
          <p:spPr bwMode="auto">
            <a:xfrm>
              <a:off x="6623050" y="3309937"/>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95" name="Rectangle 181">
              <a:extLst>
                <a:ext uri="{FF2B5EF4-FFF2-40B4-BE49-F238E27FC236}">
                  <a16:creationId xmlns:a16="http://schemas.microsoft.com/office/drawing/2014/main" id="{C989B4B8-0392-4513-B122-E4CA33D8180E}"/>
                </a:ext>
              </a:extLst>
            </p:cNvPr>
            <p:cNvSpPr>
              <a:spLocks noChangeArrowheads="1"/>
            </p:cNvSpPr>
            <p:nvPr/>
          </p:nvSpPr>
          <p:spPr bwMode="auto">
            <a:xfrm>
              <a:off x="6704013" y="3222625"/>
              <a:ext cx="195262"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96" name="Rectangle 182">
              <a:extLst>
                <a:ext uri="{FF2B5EF4-FFF2-40B4-BE49-F238E27FC236}">
                  <a16:creationId xmlns:a16="http://schemas.microsoft.com/office/drawing/2014/main" id="{2119B5D2-536F-43FF-9220-0631B064366C}"/>
                </a:ext>
              </a:extLst>
            </p:cNvPr>
            <p:cNvSpPr>
              <a:spLocks noChangeArrowheads="1"/>
            </p:cNvSpPr>
            <p:nvPr/>
          </p:nvSpPr>
          <p:spPr bwMode="auto">
            <a:xfrm>
              <a:off x="6786563" y="3300412"/>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97" name="Rectangle 183">
              <a:extLst>
                <a:ext uri="{FF2B5EF4-FFF2-40B4-BE49-F238E27FC236}">
                  <a16:creationId xmlns:a16="http://schemas.microsoft.com/office/drawing/2014/main" id="{62F5E6CF-0A06-407D-B0FB-A4DB0CC45923}"/>
                </a:ext>
              </a:extLst>
            </p:cNvPr>
            <p:cNvSpPr>
              <a:spLocks noChangeArrowheads="1"/>
            </p:cNvSpPr>
            <p:nvPr/>
          </p:nvSpPr>
          <p:spPr bwMode="auto">
            <a:xfrm>
              <a:off x="7035800" y="3222625"/>
              <a:ext cx="198438"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98" name="Rectangle 184">
              <a:extLst>
                <a:ext uri="{FF2B5EF4-FFF2-40B4-BE49-F238E27FC236}">
                  <a16:creationId xmlns:a16="http://schemas.microsoft.com/office/drawing/2014/main" id="{13445791-580E-42AF-9343-36870C6A8C58}"/>
                </a:ext>
              </a:extLst>
            </p:cNvPr>
            <p:cNvSpPr>
              <a:spLocks noChangeArrowheads="1"/>
            </p:cNvSpPr>
            <p:nvPr/>
          </p:nvSpPr>
          <p:spPr bwMode="auto">
            <a:xfrm>
              <a:off x="7248525" y="3309937"/>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599" name="Rectangle 185">
              <a:extLst>
                <a:ext uri="{FF2B5EF4-FFF2-40B4-BE49-F238E27FC236}">
                  <a16:creationId xmlns:a16="http://schemas.microsoft.com/office/drawing/2014/main" id="{231B378C-5AEB-48C6-BF80-E48150728743}"/>
                </a:ext>
              </a:extLst>
            </p:cNvPr>
            <p:cNvSpPr>
              <a:spLocks noChangeArrowheads="1"/>
            </p:cNvSpPr>
            <p:nvPr/>
          </p:nvSpPr>
          <p:spPr bwMode="auto">
            <a:xfrm>
              <a:off x="7329488" y="3222625"/>
              <a:ext cx="195262"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00" name="Rectangle 186">
              <a:extLst>
                <a:ext uri="{FF2B5EF4-FFF2-40B4-BE49-F238E27FC236}">
                  <a16:creationId xmlns:a16="http://schemas.microsoft.com/office/drawing/2014/main" id="{CF875539-4EBE-4442-8787-6C227EC8979C}"/>
                </a:ext>
              </a:extLst>
            </p:cNvPr>
            <p:cNvSpPr>
              <a:spLocks noChangeArrowheads="1"/>
            </p:cNvSpPr>
            <p:nvPr/>
          </p:nvSpPr>
          <p:spPr bwMode="auto">
            <a:xfrm>
              <a:off x="7412038" y="3321050"/>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01" name="Rectangle 187">
              <a:extLst>
                <a:ext uri="{FF2B5EF4-FFF2-40B4-BE49-F238E27FC236}">
                  <a16:creationId xmlns:a16="http://schemas.microsoft.com/office/drawing/2014/main" id="{9FBB1352-7D93-41B2-9BC9-C57FC4166DFF}"/>
                </a:ext>
              </a:extLst>
            </p:cNvPr>
            <p:cNvSpPr>
              <a:spLocks noChangeArrowheads="1"/>
            </p:cNvSpPr>
            <p:nvPr/>
          </p:nvSpPr>
          <p:spPr bwMode="auto">
            <a:xfrm>
              <a:off x="6397625" y="3222625"/>
              <a:ext cx="215900"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02" name="Rectangle 188">
              <a:extLst>
                <a:ext uri="{FF2B5EF4-FFF2-40B4-BE49-F238E27FC236}">
                  <a16:creationId xmlns:a16="http://schemas.microsoft.com/office/drawing/2014/main" id="{EC8513A9-2BA6-40D2-8477-2FB1FD33B2E4}"/>
                </a:ext>
              </a:extLst>
            </p:cNvPr>
            <p:cNvSpPr>
              <a:spLocks noChangeArrowheads="1"/>
            </p:cNvSpPr>
            <p:nvPr/>
          </p:nvSpPr>
          <p:spPr bwMode="auto">
            <a:xfrm>
              <a:off x="6896100" y="3222625"/>
              <a:ext cx="215900"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03" name="Line 189">
              <a:extLst>
                <a:ext uri="{FF2B5EF4-FFF2-40B4-BE49-F238E27FC236}">
                  <a16:creationId xmlns:a16="http://schemas.microsoft.com/office/drawing/2014/main" id="{B6A5422F-2A1A-4F39-AAFE-51919F7121EC}"/>
                </a:ext>
              </a:extLst>
            </p:cNvPr>
            <p:cNvSpPr>
              <a:spLocks noChangeShapeType="1"/>
            </p:cNvSpPr>
            <p:nvPr/>
          </p:nvSpPr>
          <p:spPr bwMode="auto">
            <a:xfrm flipH="1">
              <a:off x="6099175" y="3240087"/>
              <a:ext cx="76200"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04" name="Line 190">
              <a:extLst>
                <a:ext uri="{FF2B5EF4-FFF2-40B4-BE49-F238E27FC236}">
                  <a16:creationId xmlns:a16="http://schemas.microsoft.com/office/drawing/2014/main" id="{8380F921-7028-451C-86D1-C16C24A483D8}"/>
                </a:ext>
              </a:extLst>
            </p:cNvPr>
            <p:cNvSpPr>
              <a:spLocks noChangeShapeType="1"/>
            </p:cNvSpPr>
            <p:nvPr/>
          </p:nvSpPr>
          <p:spPr bwMode="auto">
            <a:xfrm flipH="1">
              <a:off x="6710363" y="3240087"/>
              <a:ext cx="57150"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05" name="Line 191">
              <a:extLst>
                <a:ext uri="{FF2B5EF4-FFF2-40B4-BE49-F238E27FC236}">
                  <a16:creationId xmlns:a16="http://schemas.microsoft.com/office/drawing/2014/main" id="{1BF10459-3D45-4D71-B5E8-1AE57E145107}"/>
                </a:ext>
              </a:extLst>
            </p:cNvPr>
            <p:cNvSpPr>
              <a:spLocks noChangeShapeType="1"/>
            </p:cNvSpPr>
            <p:nvPr/>
          </p:nvSpPr>
          <p:spPr bwMode="auto">
            <a:xfrm flipH="1">
              <a:off x="7339013" y="3240087"/>
              <a:ext cx="57150"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06" name="Freeform 192">
              <a:extLst>
                <a:ext uri="{FF2B5EF4-FFF2-40B4-BE49-F238E27FC236}">
                  <a16:creationId xmlns:a16="http://schemas.microsoft.com/office/drawing/2014/main" id="{DA750F92-2F57-461A-BDDC-2AE54FAFF752}"/>
                </a:ext>
              </a:extLst>
            </p:cNvPr>
            <p:cNvSpPr>
              <a:spLocks/>
            </p:cNvSpPr>
            <p:nvPr/>
          </p:nvSpPr>
          <p:spPr bwMode="auto">
            <a:xfrm>
              <a:off x="7062788" y="1566862"/>
              <a:ext cx="203200" cy="1419225"/>
            </a:xfrm>
            <a:custGeom>
              <a:avLst/>
              <a:gdLst>
                <a:gd name="T0" fmla="*/ 2147483646 w 256"/>
                <a:gd name="T1" fmla="*/ 2147483646 h 1789"/>
                <a:gd name="T2" fmla="*/ 2147483646 w 256"/>
                <a:gd name="T3" fmla="*/ 2147483646 h 1789"/>
                <a:gd name="T4" fmla="*/ 2147483646 w 256"/>
                <a:gd name="T5" fmla="*/ 2147483646 h 1789"/>
                <a:gd name="T6" fmla="*/ 2147483646 w 256"/>
                <a:gd name="T7" fmla="*/ 2147483646 h 1789"/>
                <a:gd name="T8" fmla="*/ 2147483646 w 256"/>
                <a:gd name="T9" fmla="*/ 2147483646 h 1789"/>
                <a:gd name="T10" fmla="*/ 2147483646 w 256"/>
                <a:gd name="T11" fmla="*/ 2147483646 h 1789"/>
                <a:gd name="T12" fmla="*/ 2147483646 w 256"/>
                <a:gd name="T13" fmla="*/ 2147483646 h 1789"/>
                <a:gd name="T14" fmla="*/ 2147483646 w 256"/>
                <a:gd name="T15" fmla="*/ 2147483646 h 1789"/>
                <a:gd name="T16" fmla="*/ 2147483646 w 256"/>
                <a:gd name="T17" fmla="*/ 2147483646 h 1789"/>
                <a:gd name="T18" fmla="*/ 2147483646 w 256"/>
                <a:gd name="T19" fmla="*/ 2147483646 h 1789"/>
                <a:gd name="T20" fmla="*/ 2147483646 w 256"/>
                <a:gd name="T21" fmla="*/ 2147483646 h 1789"/>
                <a:gd name="T22" fmla="*/ 2147483646 w 256"/>
                <a:gd name="T23" fmla="*/ 2147483646 h 1789"/>
                <a:gd name="T24" fmla="*/ 2147483646 w 256"/>
                <a:gd name="T25" fmla="*/ 2147483646 h 1789"/>
                <a:gd name="T26" fmla="*/ 2147483646 w 256"/>
                <a:gd name="T27" fmla="*/ 0 h 1789"/>
                <a:gd name="T28" fmla="*/ 2147483646 w 256"/>
                <a:gd name="T29" fmla="*/ 0 h 1789"/>
                <a:gd name="T30" fmla="*/ 2147483646 w 256"/>
                <a:gd name="T31" fmla="*/ 2147483646 h 1789"/>
                <a:gd name="T32" fmla="*/ 2147483646 w 256"/>
                <a:gd name="T33" fmla="*/ 2147483646 h 1789"/>
                <a:gd name="T34" fmla="*/ 2147483646 w 256"/>
                <a:gd name="T35" fmla="*/ 2147483646 h 1789"/>
                <a:gd name="T36" fmla="*/ 2147483646 w 256"/>
                <a:gd name="T37" fmla="*/ 2147483646 h 1789"/>
                <a:gd name="T38" fmla="*/ 2147483646 w 256"/>
                <a:gd name="T39" fmla="*/ 2147483646 h 1789"/>
                <a:gd name="T40" fmla="*/ 2147483646 w 256"/>
                <a:gd name="T41" fmla="*/ 2147483646 h 1789"/>
                <a:gd name="T42" fmla="*/ 2147483646 w 256"/>
                <a:gd name="T43" fmla="*/ 2147483646 h 1789"/>
                <a:gd name="T44" fmla="*/ 2147483646 w 256"/>
                <a:gd name="T45" fmla="*/ 2147483646 h 1789"/>
                <a:gd name="T46" fmla="*/ 0 w 256"/>
                <a:gd name="T47" fmla="*/ 2147483646 h 1789"/>
                <a:gd name="T48" fmla="*/ 0 w 256"/>
                <a:gd name="T49" fmla="*/ 2147483646 h 1789"/>
                <a:gd name="T50" fmla="*/ 0 w 256"/>
                <a:gd name="T51" fmla="*/ 2147483646 h 1789"/>
                <a:gd name="T52" fmla="*/ 0 w 256"/>
                <a:gd name="T53" fmla="*/ 2147483646 h 1789"/>
                <a:gd name="T54" fmla="*/ 0 w 256"/>
                <a:gd name="T55" fmla="*/ 2147483646 h 1789"/>
                <a:gd name="T56" fmla="*/ 0 w 256"/>
                <a:gd name="T57" fmla="*/ 2147483646 h 1789"/>
                <a:gd name="T58" fmla="*/ 0 w 256"/>
                <a:gd name="T59" fmla="*/ 2147483646 h 1789"/>
                <a:gd name="T60" fmla="*/ 0 w 256"/>
                <a:gd name="T61" fmla="*/ 2147483646 h 1789"/>
                <a:gd name="T62" fmla="*/ 0 w 256"/>
                <a:gd name="T63" fmla="*/ 2147483646 h 1789"/>
                <a:gd name="T64" fmla="*/ 0 w 256"/>
                <a:gd name="T65" fmla="*/ 2147483646 h 1789"/>
                <a:gd name="T66" fmla="*/ 2147483646 w 256"/>
                <a:gd name="T67" fmla="*/ 2147483646 h 1789"/>
                <a:gd name="T68" fmla="*/ 2147483646 w 256"/>
                <a:gd name="T69" fmla="*/ 2147483646 h 1789"/>
                <a:gd name="T70" fmla="*/ 2147483646 w 256"/>
                <a:gd name="T71" fmla="*/ 2147483646 h 1789"/>
                <a:gd name="T72" fmla="*/ 2147483646 w 256"/>
                <a:gd name="T73" fmla="*/ 2147483646 h 1789"/>
                <a:gd name="T74" fmla="*/ 2147483646 w 256"/>
                <a:gd name="T75" fmla="*/ 2147483646 h 1789"/>
                <a:gd name="T76" fmla="*/ 2147483646 w 256"/>
                <a:gd name="T77" fmla="*/ 2147483646 h 1789"/>
                <a:gd name="T78" fmla="*/ 2147483646 w 256"/>
                <a:gd name="T79" fmla="*/ 2147483646 h 1789"/>
                <a:gd name="T80" fmla="*/ 2147483646 w 256"/>
                <a:gd name="T81" fmla="*/ 2147483646 h 1789"/>
                <a:gd name="T82" fmla="*/ 2147483646 w 256"/>
                <a:gd name="T83" fmla="*/ 2147483646 h 1789"/>
                <a:gd name="T84" fmla="*/ 2147483646 w 256"/>
                <a:gd name="T85" fmla="*/ 2147483646 h 1789"/>
                <a:gd name="T86" fmla="*/ 2147483646 w 256"/>
                <a:gd name="T87" fmla="*/ 2147483646 h 1789"/>
                <a:gd name="T88" fmla="*/ 2147483646 w 256"/>
                <a:gd name="T89" fmla="*/ 2147483646 h 1789"/>
                <a:gd name="T90" fmla="*/ 2147483646 w 256"/>
                <a:gd name="T91" fmla="*/ 2147483646 h 1789"/>
                <a:gd name="T92" fmla="*/ 2147483646 w 256"/>
                <a:gd name="T93" fmla="*/ 2147483646 h 1789"/>
                <a:gd name="T94" fmla="*/ 2147483646 w 256"/>
                <a:gd name="T95" fmla="*/ 2147483646 h 1789"/>
                <a:gd name="T96" fmla="*/ 2147483646 w 256"/>
                <a:gd name="T97" fmla="*/ 2147483646 h 1789"/>
                <a:gd name="T98" fmla="*/ 2147483646 w 256"/>
                <a:gd name="T99" fmla="*/ 2147483646 h 1789"/>
                <a:gd name="T100" fmla="*/ 2147483646 w 256"/>
                <a:gd name="T101" fmla="*/ 2147483646 h 1789"/>
                <a:gd name="T102" fmla="*/ 2147483646 w 256"/>
                <a:gd name="T103" fmla="*/ 2147483646 h 1789"/>
                <a:gd name="T104" fmla="*/ 2147483646 w 256"/>
                <a:gd name="T105" fmla="*/ 2147483646 h 1789"/>
                <a:gd name="T106" fmla="*/ 2147483646 w 256"/>
                <a:gd name="T107" fmla="*/ 2147483646 h 1789"/>
                <a:gd name="T108" fmla="*/ 2147483646 w 256"/>
                <a:gd name="T109" fmla="*/ 2147483646 h 1789"/>
                <a:gd name="T110" fmla="*/ 2147483646 w 256"/>
                <a:gd name="T111" fmla="*/ 2147483646 h 178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56"/>
                <a:gd name="T169" fmla="*/ 0 h 1789"/>
                <a:gd name="T170" fmla="*/ 256 w 256"/>
                <a:gd name="T171" fmla="*/ 1789 h 178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56" h="1789">
                  <a:moveTo>
                    <a:pt x="256" y="894"/>
                  </a:moveTo>
                  <a:lnTo>
                    <a:pt x="256" y="835"/>
                  </a:lnTo>
                  <a:lnTo>
                    <a:pt x="256" y="780"/>
                  </a:lnTo>
                  <a:lnTo>
                    <a:pt x="256" y="728"/>
                  </a:lnTo>
                  <a:lnTo>
                    <a:pt x="256" y="679"/>
                  </a:lnTo>
                  <a:lnTo>
                    <a:pt x="256" y="634"/>
                  </a:lnTo>
                  <a:lnTo>
                    <a:pt x="256" y="592"/>
                  </a:lnTo>
                  <a:lnTo>
                    <a:pt x="256" y="553"/>
                  </a:lnTo>
                  <a:lnTo>
                    <a:pt x="256" y="517"/>
                  </a:lnTo>
                  <a:lnTo>
                    <a:pt x="256" y="483"/>
                  </a:lnTo>
                  <a:lnTo>
                    <a:pt x="256" y="453"/>
                  </a:lnTo>
                  <a:lnTo>
                    <a:pt x="256" y="424"/>
                  </a:lnTo>
                  <a:lnTo>
                    <a:pt x="256" y="399"/>
                  </a:lnTo>
                  <a:lnTo>
                    <a:pt x="256" y="375"/>
                  </a:lnTo>
                  <a:lnTo>
                    <a:pt x="256" y="353"/>
                  </a:lnTo>
                  <a:lnTo>
                    <a:pt x="256" y="333"/>
                  </a:lnTo>
                  <a:lnTo>
                    <a:pt x="256" y="315"/>
                  </a:lnTo>
                  <a:lnTo>
                    <a:pt x="256" y="299"/>
                  </a:lnTo>
                  <a:lnTo>
                    <a:pt x="256" y="283"/>
                  </a:lnTo>
                  <a:lnTo>
                    <a:pt x="256" y="270"/>
                  </a:lnTo>
                  <a:lnTo>
                    <a:pt x="256" y="258"/>
                  </a:lnTo>
                  <a:lnTo>
                    <a:pt x="256" y="247"/>
                  </a:lnTo>
                  <a:lnTo>
                    <a:pt x="256" y="238"/>
                  </a:lnTo>
                  <a:lnTo>
                    <a:pt x="256" y="228"/>
                  </a:lnTo>
                  <a:lnTo>
                    <a:pt x="256" y="220"/>
                  </a:lnTo>
                  <a:lnTo>
                    <a:pt x="256" y="211"/>
                  </a:lnTo>
                  <a:lnTo>
                    <a:pt x="256" y="204"/>
                  </a:lnTo>
                  <a:lnTo>
                    <a:pt x="256" y="197"/>
                  </a:lnTo>
                  <a:lnTo>
                    <a:pt x="256" y="191"/>
                  </a:lnTo>
                  <a:lnTo>
                    <a:pt x="256" y="184"/>
                  </a:lnTo>
                  <a:lnTo>
                    <a:pt x="256" y="176"/>
                  </a:lnTo>
                  <a:lnTo>
                    <a:pt x="256" y="170"/>
                  </a:lnTo>
                  <a:lnTo>
                    <a:pt x="256" y="162"/>
                  </a:lnTo>
                  <a:lnTo>
                    <a:pt x="256" y="155"/>
                  </a:lnTo>
                  <a:lnTo>
                    <a:pt x="256" y="149"/>
                  </a:lnTo>
                  <a:lnTo>
                    <a:pt x="256" y="142"/>
                  </a:lnTo>
                  <a:lnTo>
                    <a:pt x="256" y="136"/>
                  </a:lnTo>
                  <a:lnTo>
                    <a:pt x="256" y="130"/>
                  </a:lnTo>
                  <a:lnTo>
                    <a:pt x="256" y="125"/>
                  </a:lnTo>
                  <a:lnTo>
                    <a:pt x="256" y="120"/>
                  </a:lnTo>
                  <a:lnTo>
                    <a:pt x="256" y="115"/>
                  </a:lnTo>
                  <a:lnTo>
                    <a:pt x="255" y="110"/>
                  </a:lnTo>
                  <a:lnTo>
                    <a:pt x="255" y="107"/>
                  </a:lnTo>
                  <a:lnTo>
                    <a:pt x="255" y="103"/>
                  </a:lnTo>
                  <a:lnTo>
                    <a:pt x="255" y="99"/>
                  </a:lnTo>
                  <a:lnTo>
                    <a:pt x="254" y="96"/>
                  </a:lnTo>
                  <a:lnTo>
                    <a:pt x="254" y="92"/>
                  </a:lnTo>
                  <a:lnTo>
                    <a:pt x="253" y="89"/>
                  </a:lnTo>
                  <a:lnTo>
                    <a:pt x="253" y="86"/>
                  </a:lnTo>
                  <a:lnTo>
                    <a:pt x="251" y="84"/>
                  </a:lnTo>
                  <a:lnTo>
                    <a:pt x="250" y="80"/>
                  </a:lnTo>
                  <a:lnTo>
                    <a:pt x="250" y="78"/>
                  </a:lnTo>
                  <a:lnTo>
                    <a:pt x="249" y="75"/>
                  </a:lnTo>
                  <a:lnTo>
                    <a:pt x="248" y="73"/>
                  </a:lnTo>
                  <a:lnTo>
                    <a:pt x="245" y="71"/>
                  </a:lnTo>
                  <a:lnTo>
                    <a:pt x="244" y="68"/>
                  </a:lnTo>
                  <a:lnTo>
                    <a:pt x="243" y="66"/>
                  </a:lnTo>
                  <a:lnTo>
                    <a:pt x="241" y="62"/>
                  </a:lnTo>
                  <a:lnTo>
                    <a:pt x="239" y="60"/>
                  </a:lnTo>
                  <a:lnTo>
                    <a:pt x="237" y="57"/>
                  </a:lnTo>
                  <a:lnTo>
                    <a:pt x="235" y="54"/>
                  </a:lnTo>
                  <a:lnTo>
                    <a:pt x="232" y="51"/>
                  </a:lnTo>
                  <a:lnTo>
                    <a:pt x="230" y="48"/>
                  </a:lnTo>
                  <a:lnTo>
                    <a:pt x="227" y="44"/>
                  </a:lnTo>
                  <a:lnTo>
                    <a:pt x="224" y="41"/>
                  </a:lnTo>
                  <a:lnTo>
                    <a:pt x="221" y="37"/>
                  </a:lnTo>
                  <a:lnTo>
                    <a:pt x="219" y="33"/>
                  </a:lnTo>
                  <a:lnTo>
                    <a:pt x="217" y="30"/>
                  </a:lnTo>
                  <a:lnTo>
                    <a:pt x="214" y="27"/>
                  </a:lnTo>
                  <a:lnTo>
                    <a:pt x="212" y="25"/>
                  </a:lnTo>
                  <a:lnTo>
                    <a:pt x="209" y="21"/>
                  </a:lnTo>
                  <a:lnTo>
                    <a:pt x="207" y="19"/>
                  </a:lnTo>
                  <a:lnTo>
                    <a:pt x="205" y="17"/>
                  </a:lnTo>
                  <a:lnTo>
                    <a:pt x="203" y="15"/>
                  </a:lnTo>
                  <a:lnTo>
                    <a:pt x="201" y="13"/>
                  </a:lnTo>
                  <a:lnTo>
                    <a:pt x="199" y="12"/>
                  </a:lnTo>
                  <a:lnTo>
                    <a:pt x="197" y="9"/>
                  </a:lnTo>
                  <a:lnTo>
                    <a:pt x="195" y="8"/>
                  </a:lnTo>
                  <a:lnTo>
                    <a:pt x="193" y="7"/>
                  </a:lnTo>
                  <a:lnTo>
                    <a:pt x="190" y="6"/>
                  </a:lnTo>
                  <a:lnTo>
                    <a:pt x="189" y="5"/>
                  </a:lnTo>
                  <a:lnTo>
                    <a:pt x="187" y="5"/>
                  </a:lnTo>
                  <a:lnTo>
                    <a:pt x="184" y="3"/>
                  </a:lnTo>
                  <a:lnTo>
                    <a:pt x="182" y="3"/>
                  </a:lnTo>
                  <a:lnTo>
                    <a:pt x="178" y="2"/>
                  </a:lnTo>
                  <a:lnTo>
                    <a:pt x="176" y="2"/>
                  </a:lnTo>
                  <a:lnTo>
                    <a:pt x="172" y="1"/>
                  </a:lnTo>
                  <a:lnTo>
                    <a:pt x="170" y="1"/>
                  </a:lnTo>
                  <a:lnTo>
                    <a:pt x="166" y="1"/>
                  </a:lnTo>
                  <a:lnTo>
                    <a:pt x="162" y="1"/>
                  </a:lnTo>
                  <a:lnTo>
                    <a:pt x="159" y="0"/>
                  </a:lnTo>
                  <a:lnTo>
                    <a:pt x="154" y="0"/>
                  </a:lnTo>
                  <a:lnTo>
                    <a:pt x="149" y="0"/>
                  </a:lnTo>
                  <a:lnTo>
                    <a:pt x="144" y="0"/>
                  </a:lnTo>
                  <a:lnTo>
                    <a:pt x="140" y="0"/>
                  </a:lnTo>
                  <a:lnTo>
                    <a:pt x="135" y="0"/>
                  </a:lnTo>
                  <a:lnTo>
                    <a:pt x="129" y="0"/>
                  </a:lnTo>
                  <a:lnTo>
                    <a:pt x="123" y="0"/>
                  </a:lnTo>
                  <a:lnTo>
                    <a:pt x="118" y="0"/>
                  </a:lnTo>
                  <a:lnTo>
                    <a:pt x="112" y="0"/>
                  </a:lnTo>
                  <a:lnTo>
                    <a:pt x="107" y="0"/>
                  </a:lnTo>
                  <a:lnTo>
                    <a:pt x="104" y="0"/>
                  </a:lnTo>
                  <a:lnTo>
                    <a:pt x="99" y="0"/>
                  </a:lnTo>
                  <a:lnTo>
                    <a:pt x="95" y="1"/>
                  </a:lnTo>
                  <a:lnTo>
                    <a:pt x="92" y="1"/>
                  </a:lnTo>
                  <a:lnTo>
                    <a:pt x="88" y="1"/>
                  </a:lnTo>
                  <a:lnTo>
                    <a:pt x="84" y="1"/>
                  </a:lnTo>
                  <a:lnTo>
                    <a:pt x="82" y="2"/>
                  </a:lnTo>
                  <a:lnTo>
                    <a:pt x="78" y="2"/>
                  </a:lnTo>
                  <a:lnTo>
                    <a:pt x="76" y="3"/>
                  </a:lnTo>
                  <a:lnTo>
                    <a:pt x="74" y="3"/>
                  </a:lnTo>
                  <a:lnTo>
                    <a:pt x="71" y="5"/>
                  </a:lnTo>
                  <a:lnTo>
                    <a:pt x="69" y="5"/>
                  </a:lnTo>
                  <a:lnTo>
                    <a:pt x="66" y="6"/>
                  </a:lnTo>
                  <a:lnTo>
                    <a:pt x="64" y="7"/>
                  </a:lnTo>
                  <a:lnTo>
                    <a:pt x="63" y="8"/>
                  </a:lnTo>
                  <a:lnTo>
                    <a:pt x="60" y="9"/>
                  </a:lnTo>
                  <a:lnTo>
                    <a:pt x="58" y="12"/>
                  </a:lnTo>
                  <a:lnTo>
                    <a:pt x="57" y="13"/>
                  </a:lnTo>
                  <a:lnTo>
                    <a:pt x="54" y="15"/>
                  </a:lnTo>
                  <a:lnTo>
                    <a:pt x="52" y="17"/>
                  </a:lnTo>
                  <a:lnTo>
                    <a:pt x="51" y="19"/>
                  </a:lnTo>
                  <a:lnTo>
                    <a:pt x="48" y="21"/>
                  </a:lnTo>
                  <a:lnTo>
                    <a:pt x="46" y="25"/>
                  </a:lnTo>
                  <a:lnTo>
                    <a:pt x="43" y="27"/>
                  </a:lnTo>
                  <a:lnTo>
                    <a:pt x="41" y="30"/>
                  </a:lnTo>
                  <a:lnTo>
                    <a:pt x="39" y="33"/>
                  </a:lnTo>
                  <a:lnTo>
                    <a:pt x="36" y="37"/>
                  </a:lnTo>
                  <a:lnTo>
                    <a:pt x="33" y="41"/>
                  </a:lnTo>
                  <a:lnTo>
                    <a:pt x="30" y="44"/>
                  </a:lnTo>
                  <a:lnTo>
                    <a:pt x="27" y="48"/>
                  </a:lnTo>
                  <a:lnTo>
                    <a:pt x="24" y="51"/>
                  </a:lnTo>
                  <a:lnTo>
                    <a:pt x="22" y="54"/>
                  </a:lnTo>
                  <a:lnTo>
                    <a:pt x="19" y="57"/>
                  </a:lnTo>
                  <a:lnTo>
                    <a:pt x="18" y="60"/>
                  </a:lnTo>
                  <a:lnTo>
                    <a:pt x="16" y="62"/>
                  </a:lnTo>
                  <a:lnTo>
                    <a:pt x="15" y="66"/>
                  </a:lnTo>
                  <a:lnTo>
                    <a:pt x="12" y="68"/>
                  </a:lnTo>
                  <a:lnTo>
                    <a:pt x="11" y="71"/>
                  </a:lnTo>
                  <a:lnTo>
                    <a:pt x="10" y="73"/>
                  </a:lnTo>
                  <a:lnTo>
                    <a:pt x="9" y="75"/>
                  </a:lnTo>
                  <a:lnTo>
                    <a:pt x="7" y="78"/>
                  </a:lnTo>
                  <a:lnTo>
                    <a:pt x="6" y="80"/>
                  </a:lnTo>
                  <a:lnTo>
                    <a:pt x="5" y="84"/>
                  </a:lnTo>
                  <a:lnTo>
                    <a:pt x="5" y="86"/>
                  </a:lnTo>
                  <a:lnTo>
                    <a:pt x="4" y="89"/>
                  </a:lnTo>
                  <a:lnTo>
                    <a:pt x="4" y="92"/>
                  </a:lnTo>
                  <a:lnTo>
                    <a:pt x="3" y="96"/>
                  </a:lnTo>
                  <a:lnTo>
                    <a:pt x="3" y="99"/>
                  </a:lnTo>
                  <a:lnTo>
                    <a:pt x="3" y="103"/>
                  </a:lnTo>
                  <a:lnTo>
                    <a:pt x="1" y="107"/>
                  </a:lnTo>
                  <a:lnTo>
                    <a:pt x="1" y="110"/>
                  </a:lnTo>
                  <a:lnTo>
                    <a:pt x="1" y="115"/>
                  </a:lnTo>
                  <a:lnTo>
                    <a:pt x="1" y="120"/>
                  </a:lnTo>
                  <a:lnTo>
                    <a:pt x="1" y="125"/>
                  </a:lnTo>
                  <a:lnTo>
                    <a:pt x="1" y="130"/>
                  </a:lnTo>
                  <a:lnTo>
                    <a:pt x="1" y="136"/>
                  </a:lnTo>
                  <a:lnTo>
                    <a:pt x="1" y="142"/>
                  </a:lnTo>
                  <a:lnTo>
                    <a:pt x="0" y="149"/>
                  </a:lnTo>
                  <a:lnTo>
                    <a:pt x="0" y="155"/>
                  </a:lnTo>
                  <a:lnTo>
                    <a:pt x="0" y="162"/>
                  </a:lnTo>
                  <a:lnTo>
                    <a:pt x="0" y="170"/>
                  </a:lnTo>
                  <a:lnTo>
                    <a:pt x="0" y="176"/>
                  </a:lnTo>
                  <a:lnTo>
                    <a:pt x="0" y="184"/>
                  </a:lnTo>
                  <a:lnTo>
                    <a:pt x="0" y="191"/>
                  </a:lnTo>
                  <a:lnTo>
                    <a:pt x="0" y="197"/>
                  </a:lnTo>
                  <a:lnTo>
                    <a:pt x="0" y="204"/>
                  </a:lnTo>
                  <a:lnTo>
                    <a:pt x="0" y="211"/>
                  </a:lnTo>
                  <a:lnTo>
                    <a:pt x="0" y="220"/>
                  </a:lnTo>
                  <a:lnTo>
                    <a:pt x="0" y="228"/>
                  </a:lnTo>
                  <a:lnTo>
                    <a:pt x="0" y="238"/>
                  </a:lnTo>
                  <a:lnTo>
                    <a:pt x="0" y="247"/>
                  </a:lnTo>
                  <a:lnTo>
                    <a:pt x="0" y="258"/>
                  </a:lnTo>
                  <a:lnTo>
                    <a:pt x="0" y="270"/>
                  </a:lnTo>
                  <a:lnTo>
                    <a:pt x="0" y="283"/>
                  </a:lnTo>
                  <a:lnTo>
                    <a:pt x="0" y="299"/>
                  </a:lnTo>
                  <a:lnTo>
                    <a:pt x="0" y="315"/>
                  </a:lnTo>
                  <a:lnTo>
                    <a:pt x="0" y="333"/>
                  </a:lnTo>
                  <a:lnTo>
                    <a:pt x="0" y="353"/>
                  </a:lnTo>
                  <a:lnTo>
                    <a:pt x="0" y="375"/>
                  </a:lnTo>
                  <a:lnTo>
                    <a:pt x="0" y="399"/>
                  </a:lnTo>
                  <a:lnTo>
                    <a:pt x="0" y="424"/>
                  </a:lnTo>
                  <a:lnTo>
                    <a:pt x="0" y="453"/>
                  </a:lnTo>
                  <a:lnTo>
                    <a:pt x="0" y="483"/>
                  </a:lnTo>
                  <a:lnTo>
                    <a:pt x="0" y="517"/>
                  </a:lnTo>
                  <a:lnTo>
                    <a:pt x="0" y="553"/>
                  </a:lnTo>
                  <a:lnTo>
                    <a:pt x="0" y="592"/>
                  </a:lnTo>
                  <a:lnTo>
                    <a:pt x="0" y="634"/>
                  </a:lnTo>
                  <a:lnTo>
                    <a:pt x="0" y="679"/>
                  </a:lnTo>
                  <a:lnTo>
                    <a:pt x="0" y="728"/>
                  </a:lnTo>
                  <a:lnTo>
                    <a:pt x="0" y="780"/>
                  </a:lnTo>
                  <a:lnTo>
                    <a:pt x="0" y="835"/>
                  </a:lnTo>
                  <a:lnTo>
                    <a:pt x="0" y="894"/>
                  </a:lnTo>
                  <a:lnTo>
                    <a:pt x="0" y="953"/>
                  </a:lnTo>
                  <a:lnTo>
                    <a:pt x="0" y="1010"/>
                  </a:lnTo>
                  <a:lnTo>
                    <a:pt x="0" y="1061"/>
                  </a:lnTo>
                  <a:lnTo>
                    <a:pt x="0" y="1109"/>
                  </a:lnTo>
                  <a:lnTo>
                    <a:pt x="0" y="1155"/>
                  </a:lnTo>
                  <a:lnTo>
                    <a:pt x="0" y="1197"/>
                  </a:lnTo>
                  <a:lnTo>
                    <a:pt x="0" y="1236"/>
                  </a:lnTo>
                  <a:lnTo>
                    <a:pt x="0" y="1272"/>
                  </a:lnTo>
                  <a:lnTo>
                    <a:pt x="0" y="1305"/>
                  </a:lnTo>
                  <a:lnTo>
                    <a:pt x="0" y="1337"/>
                  </a:lnTo>
                  <a:lnTo>
                    <a:pt x="0" y="1364"/>
                  </a:lnTo>
                  <a:lnTo>
                    <a:pt x="0" y="1391"/>
                  </a:lnTo>
                  <a:lnTo>
                    <a:pt x="0" y="1415"/>
                  </a:lnTo>
                  <a:lnTo>
                    <a:pt x="0" y="1436"/>
                  </a:lnTo>
                  <a:lnTo>
                    <a:pt x="0" y="1456"/>
                  </a:lnTo>
                  <a:lnTo>
                    <a:pt x="0" y="1474"/>
                  </a:lnTo>
                  <a:lnTo>
                    <a:pt x="0" y="1490"/>
                  </a:lnTo>
                  <a:lnTo>
                    <a:pt x="0" y="1505"/>
                  </a:lnTo>
                  <a:lnTo>
                    <a:pt x="0" y="1518"/>
                  </a:lnTo>
                  <a:lnTo>
                    <a:pt x="0" y="1530"/>
                  </a:lnTo>
                  <a:lnTo>
                    <a:pt x="0" y="1542"/>
                  </a:lnTo>
                  <a:lnTo>
                    <a:pt x="0" y="1552"/>
                  </a:lnTo>
                  <a:lnTo>
                    <a:pt x="0" y="1560"/>
                  </a:lnTo>
                  <a:lnTo>
                    <a:pt x="0" y="1569"/>
                  </a:lnTo>
                  <a:lnTo>
                    <a:pt x="0" y="1577"/>
                  </a:lnTo>
                  <a:lnTo>
                    <a:pt x="0" y="1584"/>
                  </a:lnTo>
                  <a:lnTo>
                    <a:pt x="0" y="1591"/>
                  </a:lnTo>
                  <a:lnTo>
                    <a:pt x="0" y="1599"/>
                  </a:lnTo>
                  <a:lnTo>
                    <a:pt x="0" y="1605"/>
                  </a:lnTo>
                  <a:lnTo>
                    <a:pt x="0" y="1612"/>
                  </a:lnTo>
                  <a:lnTo>
                    <a:pt x="0" y="1619"/>
                  </a:lnTo>
                  <a:lnTo>
                    <a:pt x="0" y="1626"/>
                  </a:lnTo>
                  <a:lnTo>
                    <a:pt x="0" y="1633"/>
                  </a:lnTo>
                  <a:lnTo>
                    <a:pt x="0" y="1641"/>
                  </a:lnTo>
                  <a:lnTo>
                    <a:pt x="1" y="1647"/>
                  </a:lnTo>
                  <a:lnTo>
                    <a:pt x="1" y="1653"/>
                  </a:lnTo>
                  <a:lnTo>
                    <a:pt x="1" y="1659"/>
                  </a:lnTo>
                  <a:lnTo>
                    <a:pt x="1" y="1665"/>
                  </a:lnTo>
                  <a:lnTo>
                    <a:pt x="1" y="1670"/>
                  </a:lnTo>
                  <a:lnTo>
                    <a:pt x="1" y="1674"/>
                  </a:lnTo>
                  <a:lnTo>
                    <a:pt x="1" y="1678"/>
                  </a:lnTo>
                  <a:lnTo>
                    <a:pt x="1" y="1683"/>
                  </a:lnTo>
                  <a:lnTo>
                    <a:pt x="3" y="1686"/>
                  </a:lnTo>
                  <a:lnTo>
                    <a:pt x="3" y="1690"/>
                  </a:lnTo>
                  <a:lnTo>
                    <a:pt x="3" y="1694"/>
                  </a:lnTo>
                  <a:lnTo>
                    <a:pt x="4" y="1696"/>
                  </a:lnTo>
                  <a:lnTo>
                    <a:pt x="4" y="1700"/>
                  </a:lnTo>
                  <a:lnTo>
                    <a:pt x="5" y="1702"/>
                  </a:lnTo>
                  <a:lnTo>
                    <a:pt x="5" y="1706"/>
                  </a:lnTo>
                  <a:lnTo>
                    <a:pt x="6" y="1708"/>
                  </a:lnTo>
                  <a:lnTo>
                    <a:pt x="7" y="1710"/>
                  </a:lnTo>
                  <a:lnTo>
                    <a:pt x="9" y="1713"/>
                  </a:lnTo>
                  <a:lnTo>
                    <a:pt x="10" y="1716"/>
                  </a:lnTo>
                  <a:lnTo>
                    <a:pt x="11" y="1719"/>
                  </a:lnTo>
                  <a:lnTo>
                    <a:pt x="12" y="1721"/>
                  </a:lnTo>
                  <a:lnTo>
                    <a:pt x="15" y="1724"/>
                  </a:lnTo>
                  <a:lnTo>
                    <a:pt x="16" y="1726"/>
                  </a:lnTo>
                  <a:lnTo>
                    <a:pt x="18" y="1728"/>
                  </a:lnTo>
                  <a:lnTo>
                    <a:pt x="19" y="1732"/>
                  </a:lnTo>
                  <a:lnTo>
                    <a:pt x="22" y="1734"/>
                  </a:lnTo>
                  <a:lnTo>
                    <a:pt x="24" y="1738"/>
                  </a:lnTo>
                  <a:lnTo>
                    <a:pt x="27" y="1742"/>
                  </a:lnTo>
                  <a:lnTo>
                    <a:pt x="30" y="1745"/>
                  </a:lnTo>
                  <a:lnTo>
                    <a:pt x="33" y="1749"/>
                  </a:lnTo>
                  <a:lnTo>
                    <a:pt x="36" y="1752"/>
                  </a:lnTo>
                  <a:lnTo>
                    <a:pt x="39" y="1756"/>
                  </a:lnTo>
                  <a:lnTo>
                    <a:pt x="41" y="1758"/>
                  </a:lnTo>
                  <a:lnTo>
                    <a:pt x="43" y="1762"/>
                  </a:lnTo>
                  <a:lnTo>
                    <a:pt x="46" y="1764"/>
                  </a:lnTo>
                  <a:lnTo>
                    <a:pt x="48" y="1767"/>
                  </a:lnTo>
                  <a:lnTo>
                    <a:pt x="51" y="1769"/>
                  </a:lnTo>
                  <a:lnTo>
                    <a:pt x="52" y="1772"/>
                  </a:lnTo>
                  <a:lnTo>
                    <a:pt x="54" y="1774"/>
                  </a:lnTo>
                  <a:lnTo>
                    <a:pt x="57" y="1775"/>
                  </a:lnTo>
                  <a:lnTo>
                    <a:pt x="58" y="1778"/>
                  </a:lnTo>
                  <a:lnTo>
                    <a:pt x="60" y="1779"/>
                  </a:lnTo>
                  <a:lnTo>
                    <a:pt x="63" y="1780"/>
                  </a:lnTo>
                  <a:lnTo>
                    <a:pt x="64" y="1781"/>
                  </a:lnTo>
                  <a:lnTo>
                    <a:pt x="66" y="1783"/>
                  </a:lnTo>
                  <a:lnTo>
                    <a:pt x="69" y="1784"/>
                  </a:lnTo>
                  <a:lnTo>
                    <a:pt x="71" y="1785"/>
                  </a:lnTo>
                  <a:lnTo>
                    <a:pt x="74" y="1786"/>
                  </a:lnTo>
                  <a:lnTo>
                    <a:pt x="76" y="1786"/>
                  </a:lnTo>
                  <a:lnTo>
                    <a:pt x="78" y="1787"/>
                  </a:lnTo>
                  <a:lnTo>
                    <a:pt x="82" y="1787"/>
                  </a:lnTo>
                  <a:lnTo>
                    <a:pt x="84" y="1787"/>
                  </a:lnTo>
                  <a:lnTo>
                    <a:pt x="88" y="1789"/>
                  </a:lnTo>
                  <a:lnTo>
                    <a:pt x="92" y="1789"/>
                  </a:lnTo>
                  <a:lnTo>
                    <a:pt x="95" y="1789"/>
                  </a:lnTo>
                  <a:lnTo>
                    <a:pt x="99" y="1789"/>
                  </a:lnTo>
                  <a:lnTo>
                    <a:pt x="104" y="1789"/>
                  </a:lnTo>
                  <a:lnTo>
                    <a:pt x="107" y="1789"/>
                  </a:lnTo>
                  <a:lnTo>
                    <a:pt x="112" y="1789"/>
                  </a:lnTo>
                  <a:lnTo>
                    <a:pt x="118" y="1789"/>
                  </a:lnTo>
                  <a:lnTo>
                    <a:pt x="123" y="1789"/>
                  </a:lnTo>
                  <a:lnTo>
                    <a:pt x="129" y="1789"/>
                  </a:lnTo>
                  <a:lnTo>
                    <a:pt x="135" y="1789"/>
                  </a:lnTo>
                  <a:lnTo>
                    <a:pt x="140" y="1789"/>
                  </a:lnTo>
                  <a:lnTo>
                    <a:pt x="144" y="1789"/>
                  </a:lnTo>
                  <a:lnTo>
                    <a:pt x="149" y="1789"/>
                  </a:lnTo>
                  <a:lnTo>
                    <a:pt x="154" y="1789"/>
                  </a:lnTo>
                  <a:lnTo>
                    <a:pt x="159" y="1789"/>
                  </a:lnTo>
                  <a:lnTo>
                    <a:pt x="162" y="1789"/>
                  </a:lnTo>
                  <a:lnTo>
                    <a:pt x="166" y="1789"/>
                  </a:lnTo>
                  <a:lnTo>
                    <a:pt x="170" y="1789"/>
                  </a:lnTo>
                  <a:lnTo>
                    <a:pt x="172" y="1787"/>
                  </a:lnTo>
                  <a:lnTo>
                    <a:pt x="176" y="1787"/>
                  </a:lnTo>
                  <a:lnTo>
                    <a:pt x="178" y="1787"/>
                  </a:lnTo>
                  <a:lnTo>
                    <a:pt x="182" y="1786"/>
                  </a:lnTo>
                  <a:lnTo>
                    <a:pt x="184" y="1786"/>
                  </a:lnTo>
                  <a:lnTo>
                    <a:pt x="187" y="1785"/>
                  </a:lnTo>
                  <a:lnTo>
                    <a:pt x="189" y="1784"/>
                  </a:lnTo>
                  <a:lnTo>
                    <a:pt x="190" y="1783"/>
                  </a:lnTo>
                  <a:lnTo>
                    <a:pt x="193" y="1781"/>
                  </a:lnTo>
                  <a:lnTo>
                    <a:pt x="195" y="1780"/>
                  </a:lnTo>
                  <a:lnTo>
                    <a:pt x="197" y="1779"/>
                  </a:lnTo>
                  <a:lnTo>
                    <a:pt x="199" y="1778"/>
                  </a:lnTo>
                  <a:lnTo>
                    <a:pt x="201" y="1775"/>
                  </a:lnTo>
                  <a:lnTo>
                    <a:pt x="203" y="1774"/>
                  </a:lnTo>
                  <a:lnTo>
                    <a:pt x="205" y="1772"/>
                  </a:lnTo>
                  <a:lnTo>
                    <a:pt x="207" y="1769"/>
                  </a:lnTo>
                  <a:lnTo>
                    <a:pt x="209" y="1767"/>
                  </a:lnTo>
                  <a:lnTo>
                    <a:pt x="212" y="1764"/>
                  </a:lnTo>
                  <a:lnTo>
                    <a:pt x="214" y="1762"/>
                  </a:lnTo>
                  <a:lnTo>
                    <a:pt x="217" y="1758"/>
                  </a:lnTo>
                  <a:lnTo>
                    <a:pt x="219" y="1756"/>
                  </a:lnTo>
                  <a:lnTo>
                    <a:pt x="221" y="1752"/>
                  </a:lnTo>
                  <a:lnTo>
                    <a:pt x="224" y="1749"/>
                  </a:lnTo>
                  <a:lnTo>
                    <a:pt x="227" y="1745"/>
                  </a:lnTo>
                  <a:lnTo>
                    <a:pt x="230" y="1742"/>
                  </a:lnTo>
                  <a:lnTo>
                    <a:pt x="232" y="1738"/>
                  </a:lnTo>
                  <a:lnTo>
                    <a:pt x="235" y="1734"/>
                  </a:lnTo>
                  <a:lnTo>
                    <a:pt x="237" y="1732"/>
                  </a:lnTo>
                  <a:lnTo>
                    <a:pt x="239" y="1728"/>
                  </a:lnTo>
                  <a:lnTo>
                    <a:pt x="241" y="1726"/>
                  </a:lnTo>
                  <a:lnTo>
                    <a:pt x="243" y="1724"/>
                  </a:lnTo>
                  <a:lnTo>
                    <a:pt x="244" y="1721"/>
                  </a:lnTo>
                  <a:lnTo>
                    <a:pt x="245" y="1719"/>
                  </a:lnTo>
                  <a:lnTo>
                    <a:pt x="248" y="1716"/>
                  </a:lnTo>
                  <a:lnTo>
                    <a:pt x="249" y="1713"/>
                  </a:lnTo>
                  <a:lnTo>
                    <a:pt x="250" y="1710"/>
                  </a:lnTo>
                  <a:lnTo>
                    <a:pt x="250" y="1708"/>
                  </a:lnTo>
                  <a:lnTo>
                    <a:pt x="251" y="1706"/>
                  </a:lnTo>
                  <a:lnTo>
                    <a:pt x="253" y="1702"/>
                  </a:lnTo>
                  <a:lnTo>
                    <a:pt x="253" y="1700"/>
                  </a:lnTo>
                  <a:lnTo>
                    <a:pt x="254" y="1696"/>
                  </a:lnTo>
                  <a:lnTo>
                    <a:pt x="254" y="1694"/>
                  </a:lnTo>
                  <a:lnTo>
                    <a:pt x="255" y="1690"/>
                  </a:lnTo>
                  <a:lnTo>
                    <a:pt x="255" y="1686"/>
                  </a:lnTo>
                  <a:lnTo>
                    <a:pt x="255" y="1683"/>
                  </a:lnTo>
                  <a:lnTo>
                    <a:pt x="255" y="1678"/>
                  </a:lnTo>
                  <a:lnTo>
                    <a:pt x="256" y="1674"/>
                  </a:lnTo>
                  <a:lnTo>
                    <a:pt x="256" y="1670"/>
                  </a:lnTo>
                  <a:lnTo>
                    <a:pt x="256" y="1665"/>
                  </a:lnTo>
                  <a:lnTo>
                    <a:pt x="256" y="1659"/>
                  </a:lnTo>
                  <a:lnTo>
                    <a:pt x="256" y="1653"/>
                  </a:lnTo>
                  <a:lnTo>
                    <a:pt x="256" y="1647"/>
                  </a:lnTo>
                  <a:lnTo>
                    <a:pt x="256" y="1641"/>
                  </a:lnTo>
                  <a:lnTo>
                    <a:pt x="256" y="1633"/>
                  </a:lnTo>
                  <a:lnTo>
                    <a:pt x="256" y="1626"/>
                  </a:lnTo>
                  <a:lnTo>
                    <a:pt x="256" y="1619"/>
                  </a:lnTo>
                  <a:lnTo>
                    <a:pt x="256" y="1612"/>
                  </a:lnTo>
                  <a:lnTo>
                    <a:pt x="256" y="1605"/>
                  </a:lnTo>
                  <a:lnTo>
                    <a:pt x="256" y="1599"/>
                  </a:lnTo>
                  <a:lnTo>
                    <a:pt x="256" y="1591"/>
                  </a:lnTo>
                  <a:lnTo>
                    <a:pt x="256" y="1584"/>
                  </a:lnTo>
                  <a:lnTo>
                    <a:pt x="256" y="1577"/>
                  </a:lnTo>
                  <a:lnTo>
                    <a:pt x="256" y="1569"/>
                  </a:lnTo>
                  <a:lnTo>
                    <a:pt x="256" y="1560"/>
                  </a:lnTo>
                  <a:lnTo>
                    <a:pt x="256" y="1552"/>
                  </a:lnTo>
                  <a:lnTo>
                    <a:pt x="256" y="1542"/>
                  </a:lnTo>
                  <a:lnTo>
                    <a:pt x="256" y="1530"/>
                  </a:lnTo>
                  <a:lnTo>
                    <a:pt x="256" y="1518"/>
                  </a:lnTo>
                  <a:lnTo>
                    <a:pt x="256" y="1505"/>
                  </a:lnTo>
                  <a:lnTo>
                    <a:pt x="256" y="1490"/>
                  </a:lnTo>
                  <a:lnTo>
                    <a:pt x="256" y="1474"/>
                  </a:lnTo>
                  <a:lnTo>
                    <a:pt x="256" y="1456"/>
                  </a:lnTo>
                  <a:lnTo>
                    <a:pt x="256" y="1436"/>
                  </a:lnTo>
                  <a:lnTo>
                    <a:pt x="256" y="1415"/>
                  </a:lnTo>
                  <a:lnTo>
                    <a:pt x="256" y="1391"/>
                  </a:lnTo>
                  <a:lnTo>
                    <a:pt x="256" y="1364"/>
                  </a:lnTo>
                  <a:lnTo>
                    <a:pt x="256" y="1337"/>
                  </a:lnTo>
                  <a:lnTo>
                    <a:pt x="256" y="1305"/>
                  </a:lnTo>
                  <a:lnTo>
                    <a:pt x="256" y="1272"/>
                  </a:lnTo>
                  <a:lnTo>
                    <a:pt x="256" y="1236"/>
                  </a:lnTo>
                  <a:lnTo>
                    <a:pt x="256" y="1197"/>
                  </a:lnTo>
                  <a:lnTo>
                    <a:pt x="256" y="1155"/>
                  </a:lnTo>
                  <a:lnTo>
                    <a:pt x="256" y="1109"/>
                  </a:lnTo>
                  <a:lnTo>
                    <a:pt x="256" y="1061"/>
                  </a:lnTo>
                  <a:lnTo>
                    <a:pt x="256" y="1010"/>
                  </a:lnTo>
                  <a:lnTo>
                    <a:pt x="256" y="953"/>
                  </a:lnTo>
                  <a:lnTo>
                    <a:pt x="256" y="894"/>
                  </a:lnTo>
                  <a:close/>
                </a:path>
              </a:pathLst>
            </a:custGeom>
            <a:noFill/>
            <a:ln w="1746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07" name="Freeform 193">
              <a:extLst>
                <a:ext uri="{FF2B5EF4-FFF2-40B4-BE49-F238E27FC236}">
                  <a16:creationId xmlns:a16="http://schemas.microsoft.com/office/drawing/2014/main" id="{EC7B8026-8DCA-4E97-8489-40ADF2FC262A}"/>
                </a:ext>
              </a:extLst>
            </p:cNvPr>
            <p:cNvSpPr>
              <a:spLocks/>
            </p:cNvSpPr>
            <p:nvPr/>
          </p:nvSpPr>
          <p:spPr bwMode="auto">
            <a:xfrm>
              <a:off x="6223000" y="2330450"/>
              <a:ext cx="269875" cy="674687"/>
            </a:xfrm>
            <a:custGeom>
              <a:avLst/>
              <a:gdLst>
                <a:gd name="T0" fmla="*/ 2147483646 w 340"/>
                <a:gd name="T1" fmla="*/ 2147483646 h 852"/>
                <a:gd name="T2" fmla="*/ 2147483646 w 340"/>
                <a:gd name="T3" fmla="*/ 2147483646 h 852"/>
                <a:gd name="T4" fmla="*/ 2147483646 w 340"/>
                <a:gd name="T5" fmla="*/ 2147483646 h 852"/>
                <a:gd name="T6" fmla="*/ 2147483646 w 340"/>
                <a:gd name="T7" fmla="*/ 2147483646 h 852"/>
                <a:gd name="T8" fmla="*/ 2147483646 w 340"/>
                <a:gd name="T9" fmla="*/ 2147483646 h 852"/>
                <a:gd name="T10" fmla="*/ 2147483646 w 340"/>
                <a:gd name="T11" fmla="*/ 2147483646 h 852"/>
                <a:gd name="T12" fmla="*/ 2147483646 w 340"/>
                <a:gd name="T13" fmla="*/ 2147483646 h 852"/>
                <a:gd name="T14" fmla="*/ 2147483646 w 340"/>
                <a:gd name="T15" fmla="*/ 2147483646 h 852"/>
                <a:gd name="T16" fmla="*/ 2147483646 w 340"/>
                <a:gd name="T17" fmla="*/ 2147483646 h 852"/>
                <a:gd name="T18" fmla="*/ 2147483646 w 340"/>
                <a:gd name="T19" fmla="*/ 2147483646 h 852"/>
                <a:gd name="T20" fmla="*/ 2147483646 w 340"/>
                <a:gd name="T21" fmla="*/ 2147483646 h 852"/>
                <a:gd name="T22" fmla="*/ 2147483646 w 340"/>
                <a:gd name="T23" fmla="*/ 2147483646 h 852"/>
                <a:gd name="T24" fmla="*/ 2147483646 w 340"/>
                <a:gd name="T25" fmla="*/ 0 h 852"/>
                <a:gd name="T26" fmla="*/ 2147483646 w 340"/>
                <a:gd name="T27" fmla="*/ 0 h 852"/>
                <a:gd name="T28" fmla="*/ 2147483646 w 340"/>
                <a:gd name="T29" fmla="*/ 0 h 852"/>
                <a:gd name="T30" fmla="*/ 2147483646 w 340"/>
                <a:gd name="T31" fmla="*/ 2147483646 h 852"/>
                <a:gd name="T32" fmla="*/ 2147483646 w 340"/>
                <a:gd name="T33" fmla="*/ 2147483646 h 852"/>
                <a:gd name="T34" fmla="*/ 2147483646 w 340"/>
                <a:gd name="T35" fmla="*/ 2147483646 h 852"/>
                <a:gd name="T36" fmla="*/ 2147483646 w 340"/>
                <a:gd name="T37" fmla="*/ 2147483646 h 852"/>
                <a:gd name="T38" fmla="*/ 2147483646 w 340"/>
                <a:gd name="T39" fmla="*/ 2147483646 h 852"/>
                <a:gd name="T40" fmla="*/ 2147483646 w 340"/>
                <a:gd name="T41" fmla="*/ 2147483646 h 852"/>
                <a:gd name="T42" fmla="*/ 2147483646 w 340"/>
                <a:gd name="T43" fmla="*/ 2147483646 h 852"/>
                <a:gd name="T44" fmla="*/ 0 w 340"/>
                <a:gd name="T45" fmla="*/ 2147483646 h 852"/>
                <a:gd name="T46" fmla="*/ 0 w 340"/>
                <a:gd name="T47" fmla="*/ 2147483646 h 852"/>
                <a:gd name="T48" fmla="*/ 0 w 340"/>
                <a:gd name="T49" fmla="*/ 2147483646 h 852"/>
                <a:gd name="T50" fmla="*/ 0 w 340"/>
                <a:gd name="T51" fmla="*/ 2147483646 h 852"/>
                <a:gd name="T52" fmla="*/ 0 w 340"/>
                <a:gd name="T53" fmla="*/ 2147483646 h 852"/>
                <a:gd name="T54" fmla="*/ 0 w 340"/>
                <a:gd name="T55" fmla="*/ 2147483646 h 852"/>
                <a:gd name="T56" fmla="*/ 0 w 340"/>
                <a:gd name="T57" fmla="*/ 2147483646 h 852"/>
                <a:gd name="T58" fmla="*/ 0 w 340"/>
                <a:gd name="T59" fmla="*/ 2147483646 h 852"/>
                <a:gd name="T60" fmla="*/ 0 w 340"/>
                <a:gd name="T61" fmla="*/ 2147483646 h 852"/>
                <a:gd name="T62" fmla="*/ 0 w 340"/>
                <a:gd name="T63" fmla="*/ 2147483646 h 852"/>
                <a:gd name="T64" fmla="*/ 0 w 340"/>
                <a:gd name="T65" fmla="*/ 2147483646 h 852"/>
                <a:gd name="T66" fmla="*/ 0 w 340"/>
                <a:gd name="T67" fmla="*/ 2147483646 h 852"/>
                <a:gd name="T68" fmla="*/ 2147483646 w 340"/>
                <a:gd name="T69" fmla="*/ 2147483646 h 852"/>
                <a:gd name="T70" fmla="*/ 2147483646 w 340"/>
                <a:gd name="T71" fmla="*/ 2147483646 h 852"/>
                <a:gd name="T72" fmla="*/ 2147483646 w 340"/>
                <a:gd name="T73" fmla="*/ 2147483646 h 852"/>
                <a:gd name="T74" fmla="*/ 2147483646 w 340"/>
                <a:gd name="T75" fmla="*/ 2147483646 h 852"/>
                <a:gd name="T76" fmla="*/ 2147483646 w 340"/>
                <a:gd name="T77" fmla="*/ 2147483646 h 852"/>
                <a:gd name="T78" fmla="*/ 2147483646 w 340"/>
                <a:gd name="T79" fmla="*/ 2147483646 h 852"/>
                <a:gd name="T80" fmla="*/ 2147483646 w 340"/>
                <a:gd name="T81" fmla="*/ 2147483646 h 852"/>
                <a:gd name="T82" fmla="*/ 2147483646 w 340"/>
                <a:gd name="T83" fmla="*/ 2147483646 h 852"/>
                <a:gd name="T84" fmla="*/ 2147483646 w 340"/>
                <a:gd name="T85" fmla="*/ 2147483646 h 852"/>
                <a:gd name="T86" fmla="*/ 2147483646 w 340"/>
                <a:gd name="T87" fmla="*/ 2147483646 h 852"/>
                <a:gd name="T88" fmla="*/ 2147483646 w 340"/>
                <a:gd name="T89" fmla="*/ 2147483646 h 852"/>
                <a:gd name="T90" fmla="*/ 2147483646 w 340"/>
                <a:gd name="T91" fmla="*/ 2147483646 h 852"/>
                <a:gd name="T92" fmla="*/ 2147483646 w 340"/>
                <a:gd name="T93" fmla="*/ 2147483646 h 852"/>
                <a:gd name="T94" fmla="*/ 2147483646 w 340"/>
                <a:gd name="T95" fmla="*/ 2147483646 h 852"/>
                <a:gd name="T96" fmla="*/ 2147483646 w 340"/>
                <a:gd name="T97" fmla="*/ 2147483646 h 852"/>
                <a:gd name="T98" fmla="*/ 2147483646 w 340"/>
                <a:gd name="T99" fmla="*/ 2147483646 h 852"/>
                <a:gd name="T100" fmla="*/ 2147483646 w 340"/>
                <a:gd name="T101" fmla="*/ 2147483646 h 852"/>
                <a:gd name="T102" fmla="*/ 2147483646 w 340"/>
                <a:gd name="T103" fmla="*/ 2147483646 h 852"/>
                <a:gd name="T104" fmla="*/ 2147483646 w 340"/>
                <a:gd name="T105" fmla="*/ 2147483646 h 852"/>
                <a:gd name="T106" fmla="*/ 2147483646 w 340"/>
                <a:gd name="T107" fmla="*/ 2147483646 h 852"/>
                <a:gd name="T108" fmla="*/ 2147483646 w 340"/>
                <a:gd name="T109" fmla="*/ 2147483646 h 852"/>
                <a:gd name="T110" fmla="*/ 2147483646 w 340"/>
                <a:gd name="T111" fmla="*/ 2147483646 h 852"/>
                <a:gd name="T112" fmla="*/ 2147483646 w 340"/>
                <a:gd name="T113" fmla="*/ 2147483646 h 852"/>
                <a:gd name="T114" fmla="*/ 2147483646 w 340"/>
                <a:gd name="T115" fmla="*/ 2147483646 h 852"/>
                <a:gd name="T116" fmla="*/ 2147483646 w 340"/>
                <a:gd name="T117" fmla="*/ 2147483646 h 852"/>
                <a:gd name="T118" fmla="*/ 2147483646 w 340"/>
                <a:gd name="T119" fmla="*/ 2147483646 h 852"/>
                <a:gd name="T120" fmla="*/ 2147483646 w 340"/>
                <a:gd name="T121" fmla="*/ 2147483646 h 85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40"/>
                <a:gd name="T184" fmla="*/ 0 h 852"/>
                <a:gd name="T185" fmla="*/ 340 w 340"/>
                <a:gd name="T186" fmla="*/ 852 h 85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40" h="852">
                  <a:moveTo>
                    <a:pt x="340" y="426"/>
                  </a:moveTo>
                  <a:lnTo>
                    <a:pt x="340" y="410"/>
                  </a:lnTo>
                  <a:lnTo>
                    <a:pt x="340" y="396"/>
                  </a:lnTo>
                  <a:lnTo>
                    <a:pt x="340" y="383"/>
                  </a:lnTo>
                  <a:lnTo>
                    <a:pt x="340" y="370"/>
                  </a:lnTo>
                  <a:lnTo>
                    <a:pt x="340" y="357"/>
                  </a:lnTo>
                  <a:lnTo>
                    <a:pt x="340" y="347"/>
                  </a:lnTo>
                  <a:lnTo>
                    <a:pt x="340" y="336"/>
                  </a:lnTo>
                  <a:lnTo>
                    <a:pt x="340" y="326"/>
                  </a:lnTo>
                  <a:lnTo>
                    <a:pt x="340" y="317"/>
                  </a:lnTo>
                  <a:lnTo>
                    <a:pt x="340" y="308"/>
                  </a:lnTo>
                  <a:lnTo>
                    <a:pt x="340" y="301"/>
                  </a:lnTo>
                  <a:lnTo>
                    <a:pt x="340" y="293"/>
                  </a:lnTo>
                  <a:lnTo>
                    <a:pt x="340" y="285"/>
                  </a:lnTo>
                  <a:lnTo>
                    <a:pt x="340" y="279"/>
                  </a:lnTo>
                  <a:lnTo>
                    <a:pt x="340" y="272"/>
                  </a:lnTo>
                  <a:lnTo>
                    <a:pt x="340" y="266"/>
                  </a:lnTo>
                  <a:lnTo>
                    <a:pt x="340" y="260"/>
                  </a:lnTo>
                  <a:lnTo>
                    <a:pt x="340" y="255"/>
                  </a:lnTo>
                  <a:lnTo>
                    <a:pt x="340" y="249"/>
                  </a:lnTo>
                  <a:lnTo>
                    <a:pt x="340" y="244"/>
                  </a:lnTo>
                  <a:lnTo>
                    <a:pt x="340" y="238"/>
                  </a:lnTo>
                  <a:lnTo>
                    <a:pt x="340" y="234"/>
                  </a:lnTo>
                  <a:lnTo>
                    <a:pt x="340" y="228"/>
                  </a:lnTo>
                  <a:lnTo>
                    <a:pt x="340" y="223"/>
                  </a:lnTo>
                  <a:lnTo>
                    <a:pt x="340" y="217"/>
                  </a:lnTo>
                  <a:lnTo>
                    <a:pt x="340" y="211"/>
                  </a:lnTo>
                  <a:lnTo>
                    <a:pt x="340" y="205"/>
                  </a:lnTo>
                  <a:lnTo>
                    <a:pt x="340" y="199"/>
                  </a:lnTo>
                  <a:lnTo>
                    <a:pt x="340" y="193"/>
                  </a:lnTo>
                  <a:lnTo>
                    <a:pt x="340" y="186"/>
                  </a:lnTo>
                  <a:lnTo>
                    <a:pt x="340" y="178"/>
                  </a:lnTo>
                  <a:lnTo>
                    <a:pt x="340" y="170"/>
                  </a:lnTo>
                  <a:lnTo>
                    <a:pt x="340" y="163"/>
                  </a:lnTo>
                  <a:lnTo>
                    <a:pt x="340" y="156"/>
                  </a:lnTo>
                  <a:lnTo>
                    <a:pt x="340" y="148"/>
                  </a:lnTo>
                  <a:lnTo>
                    <a:pt x="340" y="142"/>
                  </a:lnTo>
                  <a:lnTo>
                    <a:pt x="340" y="136"/>
                  </a:lnTo>
                  <a:lnTo>
                    <a:pt x="340" y="130"/>
                  </a:lnTo>
                  <a:lnTo>
                    <a:pt x="340" y="125"/>
                  </a:lnTo>
                  <a:lnTo>
                    <a:pt x="340" y="121"/>
                  </a:lnTo>
                  <a:lnTo>
                    <a:pt x="340" y="116"/>
                  </a:lnTo>
                  <a:lnTo>
                    <a:pt x="339" y="112"/>
                  </a:lnTo>
                  <a:lnTo>
                    <a:pt x="339" y="107"/>
                  </a:lnTo>
                  <a:lnTo>
                    <a:pt x="339" y="104"/>
                  </a:lnTo>
                  <a:lnTo>
                    <a:pt x="338" y="100"/>
                  </a:lnTo>
                  <a:lnTo>
                    <a:pt x="338" y="97"/>
                  </a:lnTo>
                  <a:lnTo>
                    <a:pt x="337" y="94"/>
                  </a:lnTo>
                  <a:lnTo>
                    <a:pt x="336" y="91"/>
                  </a:lnTo>
                  <a:lnTo>
                    <a:pt x="334" y="88"/>
                  </a:lnTo>
                  <a:lnTo>
                    <a:pt x="333" y="85"/>
                  </a:lnTo>
                  <a:lnTo>
                    <a:pt x="332" y="82"/>
                  </a:lnTo>
                  <a:lnTo>
                    <a:pt x="331" y="80"/>
                  </a:lnTo>
                  <a:lnTo>
                    <a:pt x="328" y="77"/>
                  </a:lnTo>
                  <a:lnTo>
                    <a:pt x="327" y="74"/>
                  </a:lnTo>
                  <a:lnTo>
                    <a:pt x="325" y="71"/>
                  </a:lnTo>
                  <a:lnTo>
                    <a:pt x="324" y="69"/>
                  </a:lnTo>
                  <a:lnTo>
                    <a:pt x="321" y="65"/>
                  </a:lnTo>
                  <a:lnTo>
                    <a:pt x="318" y="63"/>
                  </a:lnTo>
                  <a:lnTo>
                    <a:pt x="315" y="61"/>
                  </a:lnTo>
                  <a:lnTo>
                    <a:pt x="313" y="57"/>
                  </a:lnTo>
                  <a:lnTo>
                    <a:pt x="309" y="53"/>
                  </a:lnTo>
                  <a:lnTo>
                    <a:pt x="306" y="50"/>
                  </a:lnTo>
                  <a:lnTo>
                    <a:pt x="302" y="46"/>
                  </a:lnTo>
                  <a:lnTo>
                    <a:pt x="298" y="43"/>
                  </a:lnTo>
                  <a:lnTo>
                    <a:pt x="295" y="39"/>
                  </a:lnTo>
                  <a:lnTo>
                    <a:pt x="291" y="35"/>
                  </a:lnTo>
                  <a:lnTo>
                    <a:pt x="288" y="32"/>
                  </a:lnTo>
                  <a:lnTo>
                    <a:pt x="284" y="29"/>
                  </a:lnTo>
                  <a:lnTo>
                    <a:pt x="282" y="26"/>
                  </a:lnTo>
                  <a:lnTo>
                    <a:pt x="278" y="23"/>
                  </a:lnTo>
                  <a:lnTo>
                    <a:pt x="276" y="21"/>
                  </a:lnTo>
                  <a:lnTo>
                    <a:pt x="273" y="18"/>
                  </a:lnTo>
                  <a:lnTo>
                    <a:pt x="270" y="16"/>
                  </a:lnTo>
                  <a:lnTo>
                    <a:pt x="267" y="14"/>
                  </a:lnTo>
                  <a:lnTo>
                    <a:pt x="265" y="12"/>
                  </a:lnTo>
                  <a:lnTo>
                    <a:pt x="262" y="10"/>
                  </a:lnTo>
                  <a:lnTo>
                    <a:pt x="259" y="9"/>
                  </a:lnTo>
                  <a:lnTo>
                    <a:pt x="256" y="8"/>
                  </a:lnTo>
                  <a:lnTo>
                    <a:pt x="254" y="6"/>
                  </a:lnTo>
                  <a:lnTo>
                    <a:pt x="250" y="5"/>
                  </a:lnTo>
                  <a:lnTo>
                    <a:pt x="248" y="4"/>
                  </a:lnTo>
                  <a:lnTo>
                    <a:pt x="244" y="4"/>
                  </a:lnTo>
                  <a:lnTo>
                    <a:pt x="241" y="3"/>
                  </a:lnTo>
                  <a:lnTo>
                    <a:pt x="237" y="3"/>
                  </a:lnTo>
                  <a:lnTo>
                    <a:pt x="233" y="2"/>
                  </a:lnTo>
                  <a:lnTo>
                    <a:pt x="230" y="2"/>
                  </a:lnTo>
                  <a:lnTo>
                    <a:pt x="225" y="2"/>
                  </a:lnTo>
                  <a:lnTo>
                    <a:pt x="220" y="0"/>
                  </a:lnTo>
                  <a:lnTo>
                    <a:pt x="215" y="0"/>
                  </a:lnTo>
                  <a:lnTo>
                    <a:pt x="211" y="0"/>
                  </a:lnTo>
                  <a:lnTo>
                    <a:pt x="205" y="0"/>
                  </a:lnTo>
                  <a:lnTo>
                    <a:pt x="199" y="0"/>
                  </a:lnTo>
                  <a:lnTo>
                    <a:pt x="193" y="0"/>
                  </a:lnTo>
                  <a:lnTo>
                    <a:pt x="185" y="0"/>
                  </a:lnTo>
                  <a:lnTo>
                    <a:pt x="178" y="0"/>
                  </a:lnTo>
                  <a:lnTo>
                    <a:pt x="171" y="0"/>
                  </a:lnTo>
                  <a:lnTo>
                    <a:pt x="163" y="0"/>
                  </a:lnTo>
                  <a:lnTo>
                    <a:pt x="155" y="0"/>
                  </a:lnTo>
                  <a:lnTo>
                    <a:pt x="149" y="0"/>
                  </a:lnTo>
                  <a:lnTo>
                    <a:pt x="142" y="0"/>
                  </a:lnTo>
                  <a:lnTo>
                    <a:pt x="136" y="0"/>
                  </a:lnTo>
                  <a:lnTo>
                    <a:pt x="131" y="0"/>
                  </a:lnTo>
                  <a:lnTo>
                    <a:pt x="125" y="0"/>
                  </a:lnTo>
                  <a:lnTo>
                    <a:pt x="120" y="0"/>
                  </a:lnTo>
                  <a:lnTo>
                    <a:pt x="116" y="2"/>
                  </a:lnTo>
                  <a:lnTo>
                    <a:pt x="112" y="2"/>
                  </a:lnTo>
                  <a:lnTo>
                    <a:pt x="108" y="2"/>
                  </a:lnTo>
                  <a:lnTo>
                    <a:pt x="104" y="3"/>
                  </a:lnTo>
                  <a:lnTo>
                    <a:pt x="100" y="3"/>
                  </a:lnTo>
                  <a:lnTo>
                    <a:pt x="98" y="4"/>
                  </a:lnTo>
                  <a:lnTo>
                    <a:pt x="94" y="4"/>
                  </a:lnTo>
                  <a:lnTo>
                    <a:pt x="90" y="5"/>
                  </a:lnTo>
                  <a:lnTo>
                    <a:pt x="88" y="6"/>
                  </a:lnTo>
                  <a:lnTo>
                    <a:pt x="86" y="8"/>
                  </a:lnTo>
                  <a:lnTo>
                    <a:pt x="82" y="9"/>
                  </a:lnTo>
                  <a:lnTo>
                    <a:pt x="80" y="10"/>
                  </a:lnTo>
                  <a:lnTo>
                    <a:pt x="77" y="12"/>
                  </a:lnTo>
                  <a:lnTo>
                    <a:pt x="75" y="14"/>
                  </a:lnTo>
                  <a:lnTo>
                    <a:pt x="71" y="16"/>
                  </a:lnTo>
                  <a:lnTo>
                    <a:pt x="69" y="18"/>
                  </a:lnTo>
                  <a:lnTo>
                    <a:pt x="66" y="21"/>
                  </a:lnTo>
                  <a:lnTo>
                    <a:pt x="63" y="23"/>
                  </a:lnTo>
                  <a:lnTo>
                    <a:pt x="60" y="26"/>
                  </a:lnTo>
                  <a:lnTo>
                    <a:pt x="57" y="29"/>
                  </a:lnTo>
                  <a:lnTo>
                    <a:pt x="54" y="32"/>
                  </a:lnTo>
                  <a:lnTo>
                    <a:pt x="51" y="35"/>
                  </a:lnTo>
                  <a:lnTo>
                    <a:pt x="47" y="39"/>
                  </a:lnTo>
                  <a:lnTo>
                    <a:pt x="42" y="43"/>
                  </a:lnTo>
                  <a:lnTo>
                    <a:pt x="39" y="46"/>
                  </a:lnTo>
                  <a:lnTo>
                    <a:pt x="35" y="50"/>
                  </a:lnTo>
                  <a:lnTo>
                    <a:pt x="31" y="53"/>
                  </a:lnTo>
                  <a:lnTo>
                    <a:pt x="29" y="57"/>
                  </a:lnTo>
                  <a:lnTo>
                    <a:pt x="25" y="61"/>
                  </a:lnTo>
                  <a:lnTo>
                    <a:pt x="23" y="63"/>
                  </a:lnTo>
                  <a:lnTo>
                    <a:pt x="21" y="65"/>
                  </a:lnTo>
                  <a:lnTo>
                    <a:pt x="18" y="69"/>
                  </a:lnTo>
                  <a:lnTo>
                    <a:pt x="16" y="71"/>
                  </a:lnTo>
                  <a:lnTo>
                    <a:pt x="15" y="74"/>
                  </a:lnTo>
                  <a:lnTo>
                    <a:pt x="12" y="77"/>
                  </a:lnTo>
                  <a:lnTo>
                    <a:pt x="11" y="80"/>
                  </a:lnTo>
                  <a:lnTo>
                    <a:pt x="9" y="82"/>
                  </a:lnTo>
                  <a:lnTo>
                    <a:pt x="7" y="85"/>
                  </a:lnTo>
                  <a:lnTo>
                    <a:pt x="6" y="88"/>
                  </a:lnTo>
                  <a:lnTo>
                    <a:pt x="6" y="91"/>
                  </a:lnTo>
                  <a:lnTo>
                    <a:pt x="5" y="94"/>
                  </a:lnTo>
                  <a:lnTo>
                    <a:pt x="4" y="97"/>
                  </a:lnTo>
                  <a:lnTo>
                    <a:pt x="3" y="100"/>
                  </a:lnTo>
                  <a:lnTo>
                    <a:pt x="3" y="104"/>
                  </a:lnTo>
                  <a:lnTo>
                    <a:pt x="3" y="107"/>
                  </a:lnTo>
                  <a:lnTo>
                    <a:pt x="1" y="112"/>
                  </a:lnTo>
                  <a:lnTo>
                    <a:pt x="1" y="116"/>
                  </a:lnTo>
                  <a:lnTo>
                    <a:pt x="1" y="121"/>
                  </a:lnTo>
                  <a:lnTo>
                    <a:pt x="0" y="125"/>
                  </a:lnTo>
                  <a:lnTo>
                    <a:pt x="0" y="130"/>
                  </a:lnTo>
                  <a:lnTo>
                    <a:pt x="0" y="136"/>
                  </a:lnTo>
                  <a:lnTo>
                    <a:pt x="0" y="142"/>
                  </a:lnTo>
                  <a:lnTo>
                    <a:pt x="0" y="148"/>
                  </a:lnTo>
                  <a:lnTo>
                    <a:pt x="0" y="156"/>
                  </a:lnTo>
                  <a:lnTo>
                    <a:pt x="0" y="163"/>
                  </a:lnTo>
                  <a:lnTo>
                    <a:pt x="0" y="170"/>
                  </a:lnTo>
                  <a:lnTo>
                    <a:pt x="0" y="178"/>
                  </a:lnTo>
                  <a:lnTo>
                    <a:pt x="0" y="186"/>
                  </a:lnTo>
                  <a:lnTo>
                    <a:pt x="0" y="193"/>
                  </a:lnTo>
                  <a:lnTo>
                    <a:pt x="0" y="199"/>
                  </a:lnTo>
                  <a:lnTo>
                    <a:pt x="0" y="205"/>
                  </a:lnTo>
                  <a:lnTo>
                    <a:pt x="0" y="212"/>
                  </a:lnTo>
                  <a:lnTo>
                    <a:pt x="0" y="217"/>
                  </a:lnTo>
                  <a:lnTo>
                    <a:pt x="0" y="223"/>
                  </a:lnTo>
                  <a:lnTo>
                    <a:pt x="0" y="229"/>
                  </a:lnTo>
                  <a:lnTo>
                    <a:pt x="0" y="235"/>
                  </a:lnTo>
                  <a:lnTo>
                    <a:pt x="0" y="241"/>
                  </a:lnTo>
                  <a:lnTo>
                    <a:pt x="0" y="246"/>
                  </a:lnTo>
                  <a:lnTo>
                    <a:pt x="0" y="252"/>
                  </a:lnTo>
                  <a:lnTo>
                    <a:pt x="0" y="259"/>
                  </a:lnTo>
                  <a:lnTo>
                    <a:pt x="0" y="265"/>
                  </a:lnTo>
                  <a:lnTo>
                    <a:pt x="0" y="272"/>
                  </a:lnTo>
                  <a:lnTo>
                    <a:pt x="0" y="279"/>
                  </a:lnTo>
                  <a:lnTo>
                    <a:pt x="0" y="287"/>
                  </a:lnTo>
                  <a:lnTo>
                    <a:pt x="0" y="295"/>
                  </a:lnTo>
                  <a:lnTo>
                    <a:pt x="0" y="303"/>
                  </a:lnTo>
                  <a:lnTo>
                    <a:pt x="0" y="313"/>
                  </a:lnTo>
                  <a:lnTo>
                    <a:pt x="0" y="323"/>
                  </a:lnTo>
                  <a:lnTo>
                    <a:pt x="0" y="333"/>
                  </a:lnTo>
                  <a:lnTo>
                    <a:pt x="0" y="344"/>
                  </a:lnTo>
                  <a:lnTo>
                    <a:pt x="0" y="356"/>
                  </a:lnTo>
                  <a:lnTo>
                    <a:pt x="0" y="370"/>
                  </a:lnTo>
                  <a:lnTo>
                    <a:pt x="0" y="383"/>
                  </a:lnTo>
                  <a:lnTo>
                    <a:pt x="0" y="398"/>
                  </a:lnTo>
                  <a:lnTo>
                    <a:pt x="0" y="414"/>
                  </a:lnTo>
                  <a:lnTo>
                    <a:pt x="0" y="431"/>
                  </a:lnTo>
                  <a:lnTo>
                    <a:pt x="0" y="449"/>
                  </a:lnTo>
                  <a:lnTo>
                    <a:pt x="0" y="468"/>
                  </a:lnTo>
                  <a:lnTo>
                    <a:pt x="0" y="489"/>
                  </a:lnTo>
                  <a:lnTo>
                    <a:pt x="0" y="507"/>
                  </a:lnTo>
                  <a:lnTo>
                    <a:pt x="0" y="523"/>
                  </a:lnTo>
                  <a:lnTo>
                    <a:pt x="0" y="539"/>
                  </a:lnTo>
                  <a:lnTo>
                    <a:pt x="0" y="553"/>
                  </a:lnTo>
                  <a:lnTo>
                    <a:pt x="0" y="568"/>
                  </a:lnTo>
                  <a:lnTo>
                    <a:pt x="0" y="581"/>
                  </a:lnTo>
                  <a:lnTo>
                    <a:pt x="0" y="592"/>
                  </a:lnTo>
                  <a:lnTo>
                    <a:pt x="0" y="604"/>
                  </a:lnTo>
                  <a:lnTo>
                    <a:pt x="0" y="614"/>
                  </a:lnTo>
                  <a:lnTo>
                    <a:pt x="0" y="623"/>
                  </a:lnTo>
                  <a:lnTo>
                    <a:pt x="0" y="632"/>
                  </a:lnTo>
                  <a:lnTo>
                    <a:pt x="0" y="640"/>
                  </a:lnTo>
                  <a:lnTo>
                    <a:pt x="0" y="647"/>
                  </a:lnTo>
                  <a:lnTo>
                    <a:pt x="0" y="654"/>
                  </a:lnTo>
                  <a:lnTo>
                    <a:pt x="0" y="660"/>
                  </a:lnTo>
                  <a:lnTo>
                    <a:pt x="0" y="666"/>
                  </a:lnTo>
                  <a:lnTo>
                    <a:pt x="0" y="671"/>
                  </a:lnTo>
                  <a:lnTo>
                    <a:pt x="0" y="676"/>
                  </a:lnTo>
                  <a:lnTo>
                    <a:pt x="0" y="681"/>
                  </a:lnTo>
                  <a:lnTo>
                    <a:pt x="0" y="684"/>
                  </a:lnTo>
                  <a:lnTo>
                    <a:pt x="0" y="689"/>
                  </a:lnTo>
                  <a:lnTo>
                    <a:pt x="0" y="693"/>
                  </a:lnTo>
                  <a:lnTo>
                    <a:pt x="0" y="696"/>
                  </a:lnTo>
                  <a:lnTo>
                    <a:pt x="0" y="700"/>
                  </a:lnTo>
                  <a:lnTo>
                    <a:pt x="0" y="703"/>
                  </a:lnTo>
                  <a:lnTo>
                    <a:pt x="0" y="706"/>
                  </a:lnTo>
                  <a:lnTo>
                    <a:pt x="0" y="710"/>
                  </a:lnTo>
                  <a:lnTo>
                    <a:pt x="0" y="713"/>
                  </a:lnTo>
                  <a:lnTo>
                    <a:pt x="0" y="717"/>
                  </a:lnTo>
                  <a:lnTo>
                    <a:pt x="0" y="721"/>
                  </a:lnTo>
                  <a:lnTo>
                    <a:pt x="0" y="724"/>
                  </a:lnTo>
                  <a:lnTo>
                    <a:pt x="0" y="728"/>
                  </a:lnTo>
                  <a:lnTo>
                    <a:pt x="0" y="731"/>
                  </a:lnTo>
                  <a:lnTo>
                    <a:pt x="0" y="735"/>
                  </a:lnTo>
                  <a:lnTo>
                    <a:pt x="0" y="739"/>
                  </a:lnTo>
                  <a:lnTo>
                    <a:pt x="0" y="741"/>
                  </a:lnTo>
                  <a:lnTo>
                    <a:pt x="0" y="745"/>
                  </a:lnTo>
                  <a:lnTo>
                    <a:pt x="0" y="747"/>
                  </a:lnTo>
                  <a:lnTo>
                    <a:pt x="1" y="749"/>
                  </a:lnTo>
                  <a:lnTo>
                    <a:pt x="1" y="752"/>
                  </a:lnTo>
                  <a:lnTo>
                    <a:pt x="1" y="754"/>
                  </a:lnTo>
                  <a:lnTo>
                    <a:pt x="3" y="757"/>
                  </a:lnTo>
                  <a:lnTo>
                    <a:pt x="3" y="759"/>
                  </a:lnTo>
                  <a:lnTo>
                    <a:pt x="3" y="760"/>
                  </a:lnTo>
                  <a:lnTo>
                    <a:pt x="4" y="763"/>
                  </a:lnTo>
                  <a:lnTo>
                    <a:pt x="5" y="765"/>
                  </a:lnTo>
                  <a:lnTo>
                    <a:pt x="6" y="766"/>
                  </a:lnTo>
                  <a:lnTo>
                    <a:pt x="6" y="769"/>
                  </a:lnTo>
                  <a:lnTo>
                    <a:pt x="7" y="771"/>
                  </a:lnTo>
                  <a:lnTo>
                    <a:pt x="9" y="773"/>
                  </a:lnTo>
                  <a:lnTo>
                    <a:pt x="11" y="775"/>
                  </a:lnTo>
                  <a:lnTo>
                    <a:pt x="12" y="777"/>
                  </a:lnTo>
                  <a:lnTo>
                    <a:pt x="15" y="779"/>
                  </a:lnTo>
                  <a:lnTo>
                    <a:pt x="16" y="782"/>
                  </a:lnTo>
                  <a:lnTo>
                    <a:pt x="18" y="784"/>
                  </a:lnTo>
                  <a:lnTo>
                    <a:pt x="21" y="787"/>
                  </a:lnTo>
                  <a:lnTo>
                    <a:pt x="23" y="789"/>
                  </a:lnTo>
                  <a:lnTo>
                    <a:pt x="25" y="793"/>
                  </a:lnTo>
                  <a:lnTo>
                    <a:pt x="29" y="795"/>
                  </a:lnTo>
                  <a:lnTo>
                    <a:pt x="31" y="799"/>
                  </a:lnTo>
                  <a:lnTo>
                    <a:pt x="35" y="802"/>
                  </a:lnTo>
                  <a:lnTo>
                    <a:pt x="39" y="806"/>
                  </a:lnTo>
                  <a:lnTo>
                    <a:pt x="42" y="809"/>
                  </a:lnTo>
                  <a:lnTo>
                    <a:pt x="47" y="813"/>
                  </a:lnTo>
                  <a:lnTo>
                    <a:pt x="51" y="817"/>
                  </a:lnTo>
                  <a:lnTo>
                    <a:pt x="54" y="820"/>
                  </a:lnTo>
                  <a:lnTo>
                    <a:pt x="57" y="824"/>
                  </a:lnTo>
                  <a:lnTo>
                    <a:pt x="60" y="826"/>
                  </a:lnTo>
                  <a:lnTo>
                    <a:pt x="63" y="829"/>
                  </a:lnTo>
                  <a:lnTo>
                    <a:pt x="65" y="832"/>
                  </a:lnTo>
                  <a:lnTo>
                    <a:pt x="69" y="835"/>
                  </a:lnTo>
                  <a:lnTo>
                    <a:pt x="71" y="836"/>
                  </a:lnTo>
                  <a:lnTo>
                    <a:pt x="72" y="838"/>
                  </a:lnTo>
                  <a:lnTo>
                    <a:pt x="75" y="840"/>
                  </a:lnTo>
                  <a:lnTo>
                    <a:pt x="77" y="842"/>
                  </a:lnTo>
                  <a:lnTo>
                    <a:pt x="80" y="843"/>
                  </a:lnTo>
                  <a:lnTo>
                    <a:pt x="82" y="844"/>
                  </a:lnTo>
                  <a:lnTo>
                    <a:pt x="83" y="846"/>
                  </a:lnTo>
                  <a:lnTo>
                    <a:pt x="86" y="847"/>
                  </a:lnTo>
                  <a:lnTo>
                    <a:pt x="88" y="848"/>
                  </a:lnTo>
                  <a:lnTo>
                    <a:pt x="89" y="848"/>
                  </a:lnTo>
                  <a:lnTo>
                    <a:pt x="92" y="849"/>
                  </a:lnTo>
                  <a:lnTo>
                    <a:pt x="94" y="850"/>
                  </a:lnTo>
                  <a:lnTo>
                    <a:pt x="96" y="850"/>
                  </a:lnTo>
                  <a:lnTo>
                    <a:pt x="98" y="850"/>
                  </a:lnTo>
                  <a:lnTo>
                    <a:pt x="100" y="852"/>
                  </a:lnTo>
                  <a:lnTo>
                    <a:pt x="102" y="852"/>
                  </a:lnTo>
                  <a:lnTo>
                    <a:pt x="105" y="852"/>
                  </a:lnTo>
                  <a:lnTo>
                    <a:pt x="108" y="852"/>
                  </a:lnTo>
                  <a:lnTo>
                    <a:pt x="111" y="852"/>
                  </a:lnTo>
                  <a:lnTo>
                    <a:pt x="114" y="852"/>
                  </a:lnTo>
                  <a:lnTo>
                    <a:pt x="117" y="852"/>
                  </a:lnTo>
                  <a:lnTo>
                    <a:pt x="120" y="852"/>
                  </a:lnTo>
                  <a:lnTo>
                    <a:pt x="124" y="852"/>
                  </a:lnTo>
                  <a:lnTo>
                    <a:pt x="128" y="852"/>
                  </a:lnTo>
                  <a:lnTo>
                    <a:pt x="132" y="852"/>
                  </a:lnTo>
                  <a:lnTo>
                    <a:pt x="136" y="852"/>
                  </a:lnTo>
                  <a:lnTo>
                    <a:pt x="140" y="852"/>
                  </a:lnTo>
                  <a:lnTo>
                    <a:pt x="142" y="852"/>
                  </a:lnTo>
                  <a:lnTo>
                    <a:pt x="146" y="852"/>
                  </a:lnTo>
                  <a:lnTo>
                    <a:pt x="148" y="852"/>
                  </a:lnTo>
                  <a:lnTo>
                    <a:pt x="151" y="852"/>
                  </a:lnTo>
                  <a:lnTo>
                    <a:pt x="154" y="852"/>
                  </a:lnTo>
                  <a:lnTo>
                    <a:pt x="157" y="852"/>
                  </a:lnTo>
                  <a:lnTo>
                    <a:pt x="158" y="852"/>
                  </a:lnTo>
                  <a:lnTo>
                    <a:pt x="160" y="852"/>
                  </a:lnTo>
                  <a:lnTo>
                    <a:pt x="163" y="852"/>
                  </a:lnTo>
                  <a:lnTo>
                    <a:pt x="165" y="852"/>
                  </a:lnTo>
                  <a:lnTo>
                    <a:pt x="167" y="852"/>
                  </a:lnTo>
                  <a:lnTo>
                    <a:pt x="169" y="852"/>
                  </a:lnTo>
                  <a:lnTo>
                    <a:pt x="171" y="852"/>
                  </a:lnTo>
                  <a:lnTo>
                    <a:pt x="173" y="852"/>
                  </a:lnTo>
                  <a:lnTo>
                    <a:pt x="175" y="852"/>
                  </a:lnTo>
                  <a:lnTo>
                    <a:pt x="177" y="852"/>
                  </a:lnTo>
                  <a:lnTo>
                    <a:pt x="179" y="852"/>
                  </a:lnTo>
                  <a:lnTo>
                    <a:pt x="181" y="852"/>
                  </a:lnTo>
                  <a:lnTo>
                    <a:pt x="183" y="852"/>
                  </a:lnTo>
                  <a:lnTo>
                    <a:pt x="185" y="852"/>
                  </a:lnTo>
                  <a:lnTo>
                    <a:pt x="188" y="852"/>
                  </a:lnTo>
                  <a:lnTo>
                    <a:pt x="190" y="852"/>
                  </a:lnTo>
                  <a:lnTo>
                    <a:pt x="194" y="852"/>
                  </a:lnTo>
                  <a:lnTo>
                    <a:pt x="196" y="852"/>
                  </a:lnTo>
                  <a:lnTo>
                    <a:pt x="200" y="852"/>
                  </a:lnTo>
                  <a:lnTo>
                    <a:pt x="202" y="852"/>
                  </a:lnTo>
                  <a:lnTo>
                    <a:pt x="206" y="852"/>
                  </a:lnTo>
                  <a:lnTo>
                    <a:pt x="209" y="852"/>
                  </a:lnTo>
                  <a:lnTo>
                    <a:pt x="213" y="852"/>
                  </a:lnTo>
                  <a:lnTo>
                    <a:pt x="218" y="852"/>
                  </a:lnTo>
                  <a:lnTo>
                    <a:pt x="221" y="852"/>
                  </a:lnTo>
                  <a:lnTo>
                    <a:pt x="224" y="852"/>
                  </a:lnTo>
                  <a:lnTo>
                    <a:pt x="227" y="852"/>
                  </a:lnTo>
                  <a:lnTo>
                    <a:pt x="231" y="852"/>
                  </a:lnTo>
                  <a:lnTo>
                    <a:pt x="233" y="852"/>
                  </a:lnTo>
                  <a:lnTo>
                    <a:pt x="236" y="852"/>
                  </a:lnTo>
                  <a:lnTo>
                    <a:pt x="238" y="852"/>
                  </a:lnTo>
                  <a:lnTo>
                    <a:pt x="241" y="852"/>
                  </a:lnTo>
                  <a:lnTo>
                    <a:pt x="243" y="850"/>
                  </a:lnTo>
                  <a:lnTo>
                    <a:pt x="245" y="850"/>
                  </a:lnTo>
                  <a:lnTo>
                    <a:pt x="248" y="850"/>
                  </a:lnTo>
                  <a:lnTo>
                    <a:pt x="250" y="849"/>
                  </a:lnTo>
                  <a:lnTo>
                    <a:pt x="252" y="848"/>
                  </a:lnTo>
                  <a:lnTo>
                    <a:pt x="254" y="848"/>
                  </a:lnTo>
                  <a:lnTo>
                    <a:pt x="256" y="847"/>
                  </a:lnTo>
                  <a:lnTo>
                    <a:pt x="258" y="846"/>
                  </a:lnTo>
                  <a:lnTo>
                    <a:pt x="260" y="844"/>
                  </a:lnTo>
                  <a:lnTo>
                    <a:pt x="262" y="843"/>
                  </a:lnTo>
                  <a:lnTo>
                    <a:pt x="264" y="842"/>
                  </a:lnTo>
                  <a:lnTo>
                    <a:pt x="266" y="840"/>
                  </a:lnTo>
                  <a:lnTo>
                    <a:pt x="268" y="838"/>
                  </a:lnTo>
                  <a:lnTo>
                    <a:pt x="271" y="836"/>
                  </a:lnTo>
                  <a:lnTo>
                    <a:pt x="273" y="835"/>
                  </a:lnTo>
                  <a:lnTo>
                    <a:pt x="276" y="832"/>
                  </a:lnTo>
                  <a:lnTo>
                    <a:pt x="278" y="829"/>
                  </a:lnTo>
                  <a:lnTo>
                    <a:pt x="282" y="826"/>
                  </a:lnTo>
                  <a:lnTo>
                    <a:pt x="284" y="824"/>
                  </a:lnTo>
                  <a:lnTo>
                    <a:pt x="288" y="820"/>
                  </a:lnTo>
                  <a:lnTo>
                    <a:pt x="291" y="817"/>
                  </a:lnTo>
                  <a:lnTo>
                    <a:pt x="295" y="813"/>
                  </a:lnTo>
                  <a:lnTo>
                    <a:pt x="298" y="809"/>
                  </a:lnTo>
                  <a:lnTo>
                    <a:pt x="302" y="806"/>
                  </a:lnTo>
                  <a:lnTo>
                    <a:pt x="306" y="802"/>
                  </a:lnTo>
                  <a:lnTo>
                    <a:pt x="309" y="799"/>
                  </a:lnTo>
                  <a:lnTo>
                    <a:pt x="313" y="795"/>
                  </a:lnTo>
                  <a:lnTo>
                    <a:pt x="315" y="793"/>
                  </a:lnTo>
                  <a:lnTo>
                    <a:pt x="318" y="789"/>
                  </a:lnTo>
                  <a:lnTo>
                    <a:pt x="321" y="787"/>
                  </a:lnTo>
                  <a:lnTo>
                    <a:pt x="324" y="783"/>
                  </a:lnTo>
                  <a:lnTo>
                    <a:pt x="325" y="781"/>
                  </a:lnTo>
                  <a:lnTo>
                    <a:pt x="327" y="778"/>
                  </a:lnTo>
                  <a:lnTo>
                    <a:pt x="328" y="776"/>
                  </a:lnTo>
                  <a:lnTo>
                    <a:pt x="331" y="772"/>
                  </a:lnTo>
                  <a:lnTo>
                    <a:pt x="332" y="770"/>
                  </a:lnTo>
                  <a:lnTo>
                    <a:pt x="333" y="767"/>
                  </a:lnTo>
                  <a:lnTo>
                    <a:pt x="334" y="764"/>
                  </a:lnTo>
                  <a:lnTo>
                    <a:pt x="336" y="761"/>
                  </a:lnTo>
                  <a:lnTo>
                    <a:pt x="337" y="758"/>
                  </a:lnTo>
                  <a:lnTo>
                    <a:pt x="338" y="755"/>
                  </a:lnTo>
                  <a:lnTo>
                    <a:pt x="338" y="752"/>
                  </a:lnTo>
                  <a:lnTo>
                    <a:pt x="339" y="748"/>
                  </a:lnTo>
                  <a:lnTo>
                    <a:pt x="339" y="745"/>
                  </a:lnTo>
                  <a:lnTo>
                    <a:pt x="339" y="741"/>
                  </a:lnTo>
                  <a:lnTo>
                    <a:pt x="340" y="736"/>
                  </a:lnTo>
                  <a:lnTo>
                    <a:pt x="340" y="731"/>
                  </a:lnTo>
                  <a:lnTo>
                    <a:pt x="340" y="727"/>
                  </a:lnTo>
                  <a:lnTo>
                    <a:pt x="340" y="722"/>
                  </a:lnTo>
                  <a:lnTo>
                    <a:pt x="340" y="716"/>
                  </a:lnTo>
                  <a:lnTo>
                    <a:pt x="340" y="710"/>
                  </a:lnTo>
                  <a:lnTo>
                    <a:pt x="340" y="704"/>
                  </a:lnTo>
                  <a:lnTo>
                    <a:pt x="340" y="696"/>
                  </a:lnTo>
                  <a:lnTo>
                    <a:pt x="340" y="689"/>
                  </a:lnTo>
                  <a:lnTo>
                    <a:pt x="340" y="682"/>
                  </a:lnTo>
                  <a:lnTo>
                    <a:pt x="340" y="674"/>
                  </a:lnTo>
                  <a:lnTo>
                    <a:pt x="340" y="666"/>
                  </a:lnTo>
                  <a:lnTo>
                    <a:pt x="340" y="659"/>
                  </a:lnTo>
                  <a:lnTo>
                    <a:pt x="340" y="653"/>
                  </a:lnTo>
                  <a:lnTo>
                    <a:pt x="340" y="647"/>
                  </a:lnTo>
                  <a:lnTo>
                    <a:pt x="340" y="641"/>
                  </a:lnTo>
                  <a:lnTo>
                    <a:pt x="340" y="635"/>
                  </a:lnTo>
                  <a:lnTo>
                    <a:pt x="340" y="629"/>
                  </a:lnTo>
                  <a:lnTo>
                    <a:pt x="340" y="624"/>
                  </a:lnTo>
                  <a:lnTo>
                    <a:pt x="340" y="620"/>
                  </a:lnTo>
                  <a:lnTo>
                    <a:pt x="340" y="614"/>
                  </a:lnTo>
                  <a:lnTo>
                    <a:pt x="340" y="609"/>
                  </a:lnTo>
                  <a:lnTo>
                    <a:pt x="340" y="603"/>
                  </a:lnTo>
                  <a:lnTo>
                    <a:pt x="340" y="598"/>
                  </a:lnTo>
                  <a:lnTo>
                    <a:pt x="340" y="592"/>
                  </a:lnTo>
                  <a:lnTo>
                    <a:pt x="340" y="586"/>
                  </a:lnTo>
                  <a:lnTo>
                    <a:pt x="340" y="580"/>
                  </a:lnTo>
                  <a:lnTo>
                    <a:pt x="340" y="574"/>
                  </a:lnTo>
                  <a:lnTo>
                    <a:pt x="340" y="567"/>
                  </a:lnTo>
                  <a:lnTo>
                    <a:pt x="340" y="559"/>
                  </a:lnTo>
                  <a:lnTo>
                    <a:pt x="340" y="552"/>
                  </a:lnTo>
                  <a:lnTo>
                    <a:pt x="340" y="544"/>
                  </a:lnTo>
                  <a:lnTo>
                    <a:pt x="340" y="535"/>
                  </a:lnTo>
                  <a:lnTo>
                    <a:pt x="340" y="526"/>
                  </a:lnTo>
                  <a:lnTo>
                    <a:pt x="340" y="516"/>
                  </a:lnTo>
                  <a:lnTo>
                    <a:pt x="340" y="505"/>
                  </a:lnTo>
                  <a:lnTo>
                    <a:pt x="340" y="495"/>
                  </a:lnTo>
                  <a:lnTo>
                    <a:pt x="340" y="483"/>
                  </a:lnTo>
                  <a:lnTo>
                    <a:pt x="340" y="469"/>
                  </a:lnTo>
                  <a:lnTo>
                    <a:pt x="340" y="456"/>
                  </a:lnTo>
                  <a:lnTo>
                    <a:pt x="340" y="442"/>
                  </a:lnTo>
                  <a:lnTo>
                    <a:pt x="340" y="426"/>
                  </a:lnTo>
                  <a:close/>
                </a:path>
              </a:pathLst>
            </a:custGeom>
            <a:noFill/>
            <a:ln w="17463">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608" name="Rectangle 198">
              <a:extLst>
                <a:ext uri="{FF2B5EF4-FFF2-40B4-BE49-F238E27FC236}">
                  <a16:creationId xmlns:a16="http://schemas.microsoft.com/office/drawing/2014/main" id="{1F239C8C-D58C-48A5-8237-F1D14A94B54E}"/>
                </a:ext>
              </a:extLst>
            </p:cNvPr>
            <p:cNvSpPr>
              <a:spLocks noChangeArrowheads="1"/>
            </p:cNvSpPr>
            <p:nvPr/>
          </p:nvSpPr>
          <p:spPr bwMode="auto">
            <a:xfrm>
              <a:off x="5892800" y="3222625"/>
              <a:ext cx="215900"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pic>
        <p:nvPicPr>
          <p:cNvPr id="65544" name="Picture 2" descr="Screen shot 2013-12-04 at 1.36.37 PM.png">
            <a:extLst>
              <a:ext uri="{FF2B5EF4-FFF2-40B4-BE49-F238E27FC236}">
                <a16:creationId xmlns:a16="http://schemas.microsoft.com/office/drawing/2014/main" id="{C8ECA714-F1FD-41A5-ABBD-313C532B2FA7}"/>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410200" y="4560888"/>
            <a:ext cx="3657600" cy="668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6561" name="Group 1">
            <a:extLst>
              <a:ext uri="{FF2B5EF4-FFF2-40B4-BE49-F238E27FC236}">
                <a16:creationId xmlns:a16="http://schemas.microsoft.com/office/drawing/2014/main" id="{5295EE6D-A25C-4356-984D-6DE7CB38229B}"/>
              </a:ext>
            </a:extLst>
          </p:cNvPr>
          <p:cNvGrpSpPr>
            <a:grpSpLocks/>
          </p:cNvGrpSpPr>
          <p:nvPr/>
        </p:nvGrpSpPr>
        <p:grpSpPr bwMode="auto">
          <a:xfrm>
            <a:off x="381000" y="1665288"/>
            <a:ext cx="4557713" cy="3973512"/>
            <a:chOff x="2274888" y="1057275"/>
            <a:chExt cx="4557712" cy="3973513"/>
          </a:xfrm>
        </p:grpSpPr>
        <p:sp>
          <p:nvSpPr>
            <p:cNvPr id="66595" name="Rectangle 4">
              <a:extLst>
                <a:ext uri="{FF2B5EF4-FFF2-40B4-BE49-F238E27FC236}">
                  <a16:creationId xmlns:a16="http://schemas.microsoft.com/office/drawing/2014/main" id="{46D41E80-840D-4F37-9BE5-C12EDC2899E8}"/>
                </a:ext>
              </a:extLst>
            </p:cNvPr>
            <p:cNvSpPr>
              <a:spLocks noChangeArrowheads="1"/>
            </p:cNvSpPr>
            <p:nvPr/>
          </p:nvSpPr>
          <p:spPr bwMode="auto">
            <a:xfrm>
              <a:off x="2600325" y="1057275"/>
              <a:ext cx="4222750"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596" name="Rectangle 5">
              <a:extLst>
                <a:ext uri="{FF2B5EF4-FFF2-40B4-BE49-F238E27FC236}">
                  <a16:creationId xmlns:a16="http://schemas.microsoft.com/office/drawing/2014/main" id="{F7021AA3-56E3-4ADC-998C-A24DA61B88EC}"/>
                </a:ext>
              </a:extLst>
            </p:cNvPr>
            <p:cNvSpPr>
              <a:spLocks noChangeArrowheads="1"/>
            </p:cNvSpPr>
            <p:nvPr/>
          </p:nvSpPr>
          <p:spPr bwMode="auto">
            <a:xfrm>
              <a:off x="2600325"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597" name="Rectangle 6">
              <a:extLst>
                <a:ext uri="{FF2B5EF4-FFF2-40B4-BE49-F238E27FC236}">
                  <a16:creationId xmlns:a16="http://schemas.microsoft.com/office/drawing/2014/main" id="{E43C4AA8-F5F2-4510-AC27-8AFF5C0C4BFF}"/>
                </a:ext>
              </a:extLst>
            </p:cNvPr>
            <p:cNvSpPr>
              <a:spLocks noChangeArrowheads="1"/>
            </p:cNvSpPr>
            <p:nvPr/>
          </p:nvSpPr>
          <p:spPr bwMode="auto">
            <a:xfrm>
              <a:off x="3668713"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598" name="Rectangle 7">
              <a:extLst>
                <a:ext uri="{FF2B5EF4-FFF2-40B4-BE49-F238E27FC236}">
                  <a16:creationId xmlns:a16="http://schemas.microsoft.com/office/drawing/2014/main" id="{B1116023-7D76-493D-882A-A326DEF4834F}"/>
                </a:ext>
              </a:extLst>
            </p:cNvPr>
            <p:cNvSpPr>
              <a:spLocks noChangeArrowheads="1"/>
            </p:cNvSpPr>
            <p:nvPr/>
          </p:nvSpPr>
          <p:spPr bwMode="auto">
            <a:xfrm>
              <a:off x="2763838" y="1317625"/>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599" name="Rectangle 8">
              <a:extLst>
                <a:ext uri="{FF2B5EF4-FFF2-40B4-BE49-F238E27FC236}">
                  <a16:creationId xmlns:a16="http://schemas.microsoft.com/office/drawing/2014/main" id="{21B3BDD4-4777-46DA-8793-D367C9F38481}"/>
                </a:ext>
              </a:extLst>
            </p:cNvPr>
            <p:cNvSpPr>
              <a:spLocks noChangeArrowheads="1"/>
            </p:cNvSpPr>
            <p:nvPr/>
          </p:nvSpPr>
          <p:spPr bwMode="auto">
            <a:xfrm>
              <a:off x="5829300"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00" name="Rectangle 9">
              <a:extLst>
                <a:ext uri="{FF2B5EF4-FFF2-40B4-BE49-F238E27FC236}">
                  <a16:creationId xmlns:a16="http://schemas.microsoft.com/office/drawing/2014/main" id="{7591DA89-2F8E-4BF9-A22D-F22770C67B04}"/>
                </a:ext>
              </a:extLst>
            </p:cNvPr>
            <p:cNvSpPr>
              <a:spLocks noChangeArrowheads="1"/>
            </p:cNvSpPr>
            <p:nvPr/>
          </p:nvSpPr>
          <p:spPr bwMode="auto">
            <a:xfrm>
              <a:off x="6819900"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01" name="Rectangle 10">
              <a:extLst>
                <a:ext uri="{FF2B5EF4-FFF2-40B4-BE49-F238E27FC236}">
                  <a16:creationId xmlns:a16="http://schemas.microsoft.com/office/drawing/2014/main" id="{84FB964F-206A-4258-B1F9-AD6F7D82E3BD}"/>
                </a:ext>
              </a:extLst>
            </p:cNvPr>
            <p:cNvSpPr>
              <a:spLocks noChangeArrowheads="1"/>
            </p:cNvSpPr>
            <p:nvPr/>
          </p:nvSpPr>
          <p:spPr bwMode="auto">
            <a:xfrm>
              <a:off x="3668713" y="1538288"/>
              <a:ext cx="217170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02" name="Rectangle 11">
              <a:extLst>
                <a:ext uri="{FF2B5EF4-FFF2-40B4-BE49-F238E27FC236}">
                  <a16:creationId xmlns:a16="http://schemas.microsoft.com/office/drawing/2014/main" id="{D5EBAFF1-3AB7-47F5-878F-6B9B52DD0C34}"/>
                </a:ext>
              </a:extLst>
            </p:cNvPr>
            <p:cNvSpPr>
              <a:spLocks noChangeArrowheads="1"/>
            </p:cNvSpPr>
            <p:nvPr/>
          </p:nvSpPr>
          <p:spPr bwMode="auto">
            <a:xfrm>
              <a:off x="2600325"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03" name="Rectangle 12">
              <a:extLst>
                <a:ext uri="{FF2B5EF4-FFF2-40B4-BE49-F238E27FC236}">
                  <a16:creationId xmlns:a16="http://schemas.microsoft.com/office/drawing/2014/main" id="{56E835BE-6112-4A76-A24A-12172913AEC7}"/>
                </a:ext>
              </a:extLst>
            </p:cNvPr>
            <p:cNvSpPr>
              <a:spLocks noChangeArrowheads="1"/>
            </p:cNvSpPr>
            <p:nvPr/>
          </p:nvSpPr>
          <p:spPr bwMode="auto">
            <a:xfrm>
              <a:off x="4240213" y="1171575"/>
              <a:ext cx="10842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 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04" name="Rectangle 13">
              <a:extLst>
                <a:ext uri="{FF2B5EF4-FFF2-40B4-BE49-F238E27FC236}">
                  <a16:creationId xmlns:a16="http://schemas.microsoft.com/office/drawing/2014/main" id="{30926789-9882-4FC0-90A7-6324495A8CAD}"/>
                </a:ext>
              </a:extLst>
            </p:cNvPr>
            <p:cNvSpPr>
              <a:spLocks noChangeArrowheads="1"/>
            </p:cNvSpPr>
            <p:nvPr/>
          </p:nvSpPr>
          <p:spPr bwMode="auto">
            <a:xfrm>
              <a:off x="3668713"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05" name="Rectangle 14">
              <a:extLst>
                <a:ext uri="{FF2B5EF4-FFF2-40B4-BE49-F238E27FC236}">
                  <a16:creationId xmlns:a16="http://schemas.microsoft.com/office/drawing/2014/main" id="{E56618B2-02B2-49FE-8458-42556280377F}"/>
                </a:ext>
              </a:extLst>
            </p:cNvPr>
            <p:cNvSpPr>
              <a:spLocks noChangeArrowheads="1"/>
            </p:cNvSpPr>
            <p:nvPr/>
          </p:nvSpPr>
          <p:spPr bwMode="auto">
            <a:xfrm>
              <a:off x="2903538" y="1641475"/>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06" name="Rectangle 15">
              <a:extLst>
                <a:ext uri="{FF2B5EF4-FFF2-40B4-BE49-F238E27FC236}">
                  <a16:creationId xmlns:a16="http://schemas.microsoft.com/office/drawing/2014/main" id="{2CFA85ED-BAA5-4816-BD09-6FA2415B58C0}"/>
                </a:ext>
              </a:extLst>
            </p:cNvPr>
            <p:cNvSpPr>
              <a:spLocks noChangeArrowheads="1"/>
            </p:cNvSpPr>
            <p:nvPr/>
          </p:nvSpPr>
          <p:spPr bwMode="auto">
            <a:xfrm>
              <a:off x="3878263" y="1641475"/>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07" name="Rectangle 16">
              <a:extLst>
                <a:ext uri="{FF2B5EF4-FFF2-40B4-BE49-F238E27FC236}">
                  <a16:creationId xmlns:a16="http://schemas.microsoft.com/office/drawing/2014/main" id="{A0F95FEB-C2AD-4F37-8B1C-938539FF241D}"/>
                </a:ext>
              </a:extLst>
            </p:cNvPr>
            <p:cNvSpPr>
              <a:spLocks noChangeArrowheads="1"/>
            </p:cNvSpPr>
            <p:nvPr/>
          </p:nvSpPr>
          <p:spPr bwMode="auto">
            <a:xfrm>
              <a:off x="4138613" y="1641475"/>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08" name="Rectangle 17">
              <a:extLst>
                <a:ext uri="{FF2B5EF4-FFF2-40B4-BE49-F238E27FC236}">
                  <a16:creationId xmlns:a16="http://schemas.microsoft.com/office/drawing/2014/main" id="{1EE33C69-CB10-4DAB-9536-A3B97D2DEE2C}"/>
                </a:ext>
              </a:extLst>
            </p:cNvPr>
            <p:cNvSpPr>
              <a:spLocks noChangeArrowheads="1"/>
            </p:cNvSpPr>
            <p:nvPr/>
          </p:nvSpPr>
          <p:spPr bwMode="auto">
            <a:xfrm>
              <a:off x="4405313" y="16414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09" name="Rectangle 18">
              <a:extLst>
                <a:ext uri="{FF2B5EF4-FFF2-40B4-BE49-F238E27FC236}">
                  <a16:creationId xmlns:a16="http://schemas.microsoft.com/office/drawing/2014/main" id="{26C09B1A-7B06-4A4D-8CB9-BEFFB86D78F2}"/>
                </a:ext>
              </a:extLst>
            </p:cNvPr>
            <p:cNvSpPr>
              <a:spLocks noChangeArrowheads="1"/>
            </p:cNvSpPr>
            <p:nvPr/>
          </p:nvSpPr>
          <p:spPr bwMode="auto">
            <a:xfrm>
              <a:off x="4962525" y="1641475"/>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10" name="Rectangle 19">
              <a:extLst>
                <a:ext uri="{FF2B5EF4-FFF2-40B4-BE49-F238E27FC236}">
                  <a16:creationId xmlns:a16="http://schemas.microsoft.com/office/drawing/2014/main" id="{AFCAA4B8-E1AB-4A95-B89B-DE6CE9D038A2}"/>
                </a:ext>
              </a:extLst>
            </p:cNvPr>
            <p:cNvSpPr>
              <a:spLocks noChangeArrowheads="1"/>
            </p:cNvSpPr>
            <p:nvPr/>
          </p:nvSpPr>
          <p:spPr bwMode="auto">
            <a:xfrm>
              <a:off x="5222875" y="1641475"/>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11" name="Rectangle 20">
              <a:extLst>
                <a:ext uri="{FF2B5EF4-FFF2-40B4-BE49-F238E27FC236}">
                  <a16:creationId xmlns:a16="http://schemas.microsoft.com/office/drawing/2014/main" id="{23017BAD-A4D2-42EF-B2BF-E9996495C319}"/>
                </a:ext>
              </a:extLst>
            </p:cNvPr>
            <p:cNvSpPr>
              <a:spLocks noChangeArrowheads="1"/>
            </p:cNvSpPr>
            <p:nvPr/>
          </p:nvSpPr>
          <p:spPr bwMode="auto">
            <a:xfrm>
              <a:off x="5829300"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12" name="Rectangle 21">
              <a:extLst>
                <a:ext uri="{FF2B5EF4-FFF2-40B4-BE49-F238E27FC236}">
                  <a16:creationId xmlns:a16="http://schemas.microsoft.com/office/drawing/2014/main" id="{114897B0-08CE-4F70-9F82-C02416A8210B}"/>
                </a:ext>
              </a:extLst>
            </p:cNvPr>
            <p:cNvSpPr>
              <a:spLocks noChangeArrowheads="1"/>
            </p:cNvSpPr>
            <p:nvPr/>
          </p:nvSpPr>
          <p:spPr bwMode="auto">
            <a:xfrm>
              <a:off x="5489575" y="16414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13" name="Rectangle 22">
              <a:extLst>
                <a:ext uri="{FF2B5EF4-FFF2-40B4-BE49-F238E27FC236}">
                  <a16:creationId xmlns:a16="http://schemas.microsoft.com/office/drawing/2014/main" id="{C0489806-C73D-4FCF-9997-3E0E1DA5F6AF}"/>
                </a:ext>
              </a:extLst>
            </p:cNvPr>
            <p:cNvSpPr>
              <a:spLocks noChangeArrowheads="1"/>
            </p:cNvSpPr>
            <p:nvPr/>
          </p:nvSpPr>
          <p:spPr bwMode="auto">
            <a:xfrm>
              <a:off x="6819900"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14" name="Rectangle 23">
              <a:extLst>
                <a:ext uri="{FF2B5EF4-FFF2-40B4-BE49-F238E27FC236}">
                  <a16:creationId xmlns:a16="http://schemas.microsoft.com/office/drawing/2014/main" id="{DE542DF4-E2DD-441F-B28C-57C828CE40A3}"/>
                </a:ext>
              </a:extLst>
            </p:cNvPr>
            <p:cNvSpPr>
              <a:spLocks noChangeArrowheads="1"/>
            </p:cNvSpPr>
            <p:nvPr/>
          </p:nvSpPr>
          <p:spPr bwMode="auto">
            <a:xfrm>
              <a:off x="3668713" y="1995488"/>
              <a:ext cx="217170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15" name="Rectangle 24">
              <a:extLst>
                <a:ext uri="{FF2B5EF4-FFF2-40B4-BE49-F238E27FC236}">
                  <a16:creationId xmlns:a16="http://schemas.microsoft.com/office/drawing/2014/main" id="{D9CBEA8C-45EE-44EF-BDEB-5B16F8CF9CE5}"/>
                </a:ext>
              </a:extLst>
            </p:cNvPr>
            <p:cNvSpPr>
              <a:spLocks noChangeArrowheads="1"/>
            </p:cNvSpPr>
            <p:nvPr/>
          </p:nvSpPr>
          <p:spPr bwMode="auto">
            <a:xfrm>
              <a:off x="2600325"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16" name="Rectangle 25">
              <a:extLst>
                <a:ext uri="{FF2B5EF4-FFF2-40B4-BE49-F238E27FC236}">
                  <a16:creationId xmlns:a16="http://schemas.microsoft.com/office/drawing/2014/main" id="{EE556A5C-BC44-4141-8976-395FE5CFFD78}"/>
                </a:ext>
              </a:extLst>
            </p:cNvPr>
            <p:cNvSpPr>
              <a:spLocks noChangeArrowheads="1"/>
            </p:cNvSpPr>
            <p:nvPr/>
          </p:nvSpPr>
          <p:spPr bwMode="auto">
            <a:xfrm>
              <a:off x="6021388" y="1495425"/>
              <a:ext cx="684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Count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17" name="Rectangle 26">
              <a:extLst>
                <a:ext uri="{FF2B5EF4-FFF2-40B4-BE49-F238E27FC236}">
                  <a16:creationId xmlns:a16="http://schemas.microsoft.com/office/drawing/2014/main" id="{A9353E40-428B-4120-8471-B39C88DCFE14}"/>
                </a:ext>
              </a:extLst>
            </p:cNvPr>
            <p:cNvSpPr>
              <a:spLocks noChangeArrowheads="1"/>
            </p:cNvSpPr>
            <p:nvPr/>
          </p:nvSpPr>
          <p:spPr bwMode="auto">
            <a:xfrm>
              <a:off x="2778125" y="1914525"/>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18" name="Rectangle 27">
              <a:extLst>
                <a:ext uri="{FF2B5EF4-FFF2-40B4-BE49-F238E27FC236}">
                  <a16:creationId xmlns:a16="http://schemas.microsoft.com/office/drawing/2014/main" id="{D1321701-0BB4-4EF1-A029-0509B4A6CE77}"/>
                </a:ext>
              </a:extLst>
            </p:cNvPr>
            <p:cNvSpPr>
              <a:spLocks noChangeArrowheads="1"/>
            </p:cNvSpPr>
            <p:nvPr/>
          </p:nvSpPr>
          <p:spPr bwMode="auto">
            <a:xfrm>
              <a:off x="2903538"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19" name="Rectangle 28">
              <a:extLst>
                <a:ext uri="{FF2B5EF4-FFF2-40B4-BE49-F238E27FC236}">
                  <a16:creationId xmlns:a16="http://schemas.microsoft.com/office/drawing/2014/main" id="{59AFD23F-807C-488E-A2AB-0FADFC6C88C2}"/>
                </a:ext>
              </a:extLst>
            </p:cNvPr>
            <p:cNvSpPr>
              <a:spLocks noChangeArrowheads="1"/>
            </p:cNvSpPr>
            <p:nvPr/>
          </p:nvSpPr>
          <p:spPr bwMode="auto">
            <a:xfrm>
              <a:off x="3017838" y="1914525"/>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20" name="Rectangle 29">
              <a:extLst>
                <a:ext uri="{FF2B5EF4-FFF2-40B4-BE49-F238E27FC236}">
                  <a16:creationId xmlns:a16="http://schemas.microsoft.com/office/drawing/2014/main" id="{7DF11835-54BD-4F92-B9D9-F8E425154C4E}"/>
                </a:ext>
              </a:extLst>
            </p:cNvPr>
            <p:cNvSpPr>
              <a:spLocks noChangeArrowheads="1"/>
            </p:cNvSpPr>
            <p:nvPr/>
          </p:nvSpPr>
          <p:spPr bwMode="auto">
            <a:xfrm>
              <a:off x="3141663"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21" name="Rectangle 30">
              <a:extLst>
                <a:ext uri="{FF2B5EF4-FFF2-40B4-BE49-F238E27FC236}">
                  <a16:creationId xmlns:a16="http://schemas.microsoft.com/office/drawing/2014/main" id="{920D9202-86E6-4643-AA25-FCF9FB6C5255}"/>
                </a:ext>
              </a:extLst>
            </p:cNvPr>
            <p:cNvSpPr>
              <a:spLocks noChangeArrowheads="1"/>
            </p:cNvSpPr>
            <p:nvPr/>
          </p:nvSpPr>
          <p:spPr bwMode="auto">
            <a:xfrm>
              <a:off x="3254375" y="1914525"/>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22" name="Rectangle 31">
              <a:extLst>
                <a:ext uri="{FF2B5EF4-FFF2-40B4-BE49-F238E27FC236}">
                  <a16:creationId xmlns:a16="http://schemas.microsoft.com/office/drawing/2014/main" id="{3AB49764-69BD-42A3-BE40-D2E84770AB57}"/>
                </a:ext>
              </a:extLst>
            </p:cNvPr>
            <p:cNvSpPr>
              <a:spLocks noChangeArrowheads="1"/>
            </p:cNvSpPr>
            <p:nvPr/>
          </p:nvSpPr>
          <p:spPr bwMode="auto">
            <a:xfrm>
              <a:off x="3668713"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23" name="Rectangle 32">
              <a:extLst>
                <a:ext uri="{FF2B5EF4-FFF2-40B4-BE49-F238E27FC236}">
                  <a16:creationId xmlns:a16="http://schemas.microsoft.com/office/drawing/2014/main" id="{4DABA62B-E2E4-47D1-AA5A-D7CFB7BABD41}"/>
                </a:ext>
              </a:extLst>
            </p:cNvPr>
            <p:cNvSpPr>
              <a:spLocks noChangeArrowheads="1"/>
            </p:cNvSpPr>
            <p:nvPr/>
          </p:nvSpPr>
          <p:spPr bwMode="auto">
            <a:xfrm>
              <a:off x="3379788"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24" name="Rectangle 33">
              <a:extLst>
                <a:ext uri="{FF2B5EF4-FFF2-40B4-BE49-F238E27FC236}">
                  <a16:creationId xmlns:a16="http://schemas.microsoft.com/office/drawing/2014/main" id="{58C7D222-F1A4-4B00-A5BB-951DC80FE487}"/>
                </a:ext>
              </a:extLst>
            </p:cNvPr>
            <p:cNvSpPr>
              <a:spLocks noChangeArrowheads="1"/>
            </p:cNvSpPr>
            <p:nvPr/>
          </p:nvSpPr>
          <p:spPr bwMode="auto">
            <a:xfrm>
              <a:off x="3813175" y="209867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25" name="Rectangle 34">
              <a:extLst>
                <a:ext uri="{FF2B5EF4-FFF2-40B4-BE49-F238E27FC236}">
                  <a16:creationId xmlns:a16="http://schemas.microsoft.com/office/drawing/2014/main" id="{A5A9B273-412C-41EC-822C-D3C00C2B32A6}"/>
                </a:ext>
              </a:extLst>
            </p:cNvPr>
            <p:cNvSpPr>
              <a:spLocks noChangeArrowheads="1"/>
            </p:cNvSpPr>
            <p:nvPr/>
          </p:nvSpPr>
          <p:spPr bwMode="auto">
            <a:xfrm>
              <a:off x="3959225"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26" name="Rectangle 35">
              <a:extLst>
                <a:ext uri="{FF2B5EF4-FFF2-40B4-BE49-F238E27FC236}">
                  <a16:creationId xmlns:a16="http://schemas.microsoft.com/office/drawing/2014/main" id="{58B0C415-9F04-4F97-BD71-A378BDD532D5}"/>
                </a:ext>
              </a:extLst>
            </p:cNvPr>
            <p:cNvSpPr>
              <a:spLocks noChangeArrowheads="1"/>
            </p:cNvSpPr>
            <p:nvPr/>
          </p:nvSpPr>
          <p:spPr bwMode="auto">
            <a:xfrm>
              <a:off x="4075113" y="209867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27" name="Rectangle 36">
              <a:extLst>
                <a:ext uri="{FF2B5EF4-FFF2-40B4-BE49-F238E27FC236}">
                  <a16:creationId xmlns:a16="http://schemas.microsoft.com/office/drawing/2014/main" id="{678E259C-0AC8-45F7-B6ED-79C8E7414BBF}"/>
                </a:ext>
              </a:extLst>
            </p:cNvPr>
            <p:cNvSpPr>
              <a:spLocks noChangeArrowheads="1"/>
            </p:cNvSpPr>
            <p:nvPr/>
          </p:nvSpPr>
          <p:spPr bwMode="auto">
            <a:xfrm>
              <a:off x="4222750"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28" name="Rectangle 37">
              <a:extLst>
                <a:ext uri="{FF2B5EF4-FFF2-40B4-BE49-F238E27FC236}">
                  <a16:creationId xmlns:a16="http://schemas.microsoft.com/office/drawing/2014/main" id="{C9A794F9-4D5E-4A2A-A69C-924DFC4DB168}"/>
                </a:ext>
              </a:extLst>
            </p:cNvPr>
            <p:cNvSpPr>
              <a:spLocks noChangeArrowheads="1"/>
            </p:cNvSpPr>
            <p:nvPr/>
          </p:nvSpPr>
          <p:spPr bwMode="auto">
            <a:xfrm>
              <a:off x="4333875" y="209867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29" name="Rectangle 38">
              <a:extLst>
                <a:ext uri="{FF2B5EF4-FFF2-40B4-BE49-F238E27FC236}">
                  <a16:creationId xmlns:a16="http://schemas.microsoft.com/office/drawing/2014/main" id="{54F78AC3-7A58-4C02-9BC5-174D3292EA99}"/>
                </a:ext>
              </a:extLst>
            </p:cNvPr>
            <p:cNvSpPr>
              <a:spLocks noChangeArrowheads="1"/>
            </p:cNvSpPr>
            <p:nvPr/>
          </p:nvSpPr>
          <p:spPr bwMode="auto">
            <a:xfrm>
              <a:off x="4481513"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30" name="Rectangle 39">
              <a:extLst>
                <a:ext uri="{FF2B5EF4-FFF2-40B4-BE49-F238E27FC236}">
                  <a16:creationId xmlns:a16="http://schemas.microsoft.com/office/drawing/2014/main" id="{F3DA5640-60AE-4A70-BC81-9FF338ADA1CB}"/>
                </a:ext>
              </a:extLst>
            </p:cNvPr>
            <p:cNvSpPr>
              <a:spLocks noChangeArrowheads="1"/>
            </p:cNvSpPr>
            <p:nvPr/>
          </p:nvSpPr>
          <p:spPr bwMode="auto">
            <a:xfrm>
              <a:off x="4899025" y="209867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31" name="Rectangle 40">
              <a:extLst>
                <a:ext uri="{FF2B5EF4-FFF2-40B4-BE49-F238E27FC236}">
                  <a16:creationId xmlns:a16="http://schemas.microsoft.com/office/drawing/2014/main" id="{A60E1AEE-7F74-49A0-BA29-7029A954FB3D}"/>
                </a:ext>
              </a:extLst>
            </p:cNvPr>
            <p:cNvSpPr>
              <a:spLocks noChangeArrowheads="1"/>
            </p:cNvSpPr>
            <p:nvPr/>
          </p:nvSpPr>
          <p:spPr bwMode="auto">
            <a:xfrm>
              <a:off x="5045075"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32" name="Rectangle 41">
              <a:extLst>
                <a:ext uri="{FF2B5EF4-FFF2-40B4-BE49-F238E27FC236}">
                  <a16:creationId xmlns:a16="http://schemas.microsoft.com/office/drawing/2014/main" id="{938A7E38-30FE-4B5F-B3E3-C84AB3C51792}"/>
                </a:ext>
              </a:extLst>
            </p:cNvPr>
            <p:cNvSpPr>
              <a:spLocks noChangeArrowheads="1"/>
            </p:cNvSpPr>
            <p:nvPr/>
          </p:nvSpPr>
          <p:spPr bwMode="auto">
            <a:xfrm>
              <a:off x="5157788" y="209867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33" name="Rectangle 42">
              <a:extLst>
                <a:ext uri="{FF2B5EF4-FFF2-40B4-BE49-F238E27FC236}">
                  <a16:creationId xmlns:a16="http://schemas.microsoft.com/office/drawing/2014/main" id="{E5B81ECA-4A91-4681-A227-5DCD8B3B49C0}"/>
                </a:ext>
              </a:extLst>
            </p:cNvPr>
            <p:cNvSpPr>
              <a:spLocks noChangeArrowheads="1"/>
            </p:cNvSpPr>
            <p:nvPr/>
          </p:nvSpPr>
          <p:spPr bwMode="auto">
            <a:xfrm>
              <a:off x="5305425"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34" name="Rectangle 43">
              <a:extLst>
                <a:ext uri="{FF2B5EF4-FFF2-40B4-BE49-F238E27FC236}">
                  <a16:creationId xmlns:a16="http://schemas.microsoft.com/office/drawing/2014/main" id="{5F0BF591-DE5A-4743-8845-1A2D75E58B99}"/>
                </a:ext>
              </a:extLst>
            </p:cNvPr>
            <p:cNvSpPr>
              <a:spLocks noChangeArrowheads="1"/>
            </p:cNvSpPr>
            <p:nvPr/>
          </p:nvSpPr>
          <p:spPr bwMode="auto">
            <a:xfrm>
              <a:off x="5421313" y="209867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35" name="Rectangle 44">
              <a:extLst>
                <a:ext uri="{FF2B5EF4-FFF2-40B4-BE49-F238E27FC236}">
                  <a16:creationId xmlns:a16="http://schemas.microsoft.com/office/drawing/2014/main" id="{19C4FEC8-8062-45EE-A4C2-5E60BBC3171F}"/>
                </a:ext>
              </a:extLst>
            </p:cNvPr>
            <p:cNvSpPr>
              <a:spLocks noChangeArrowheads="1"/>
            </p:cNvSpPr>
            <p:nvPr/>
          </p:nvSpPr>
          <p:spPr bwMode="auto">
            <a:xfrm>
              <a:off x="5829300"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36" name="Rectangle 45">
              <a:extLst>
                <a:ext uri="{FF2B5EF4-FFF2-40B4-BE49-F238E27FC236}">
                  <a16:creationId xmlns:a16="http://schemas.microsoft.com/office/drawing/2014/main" id="{CD50D982-3B49-41C3-81C8-4045683716ED}"/>
                </a:ext>
              </a:extLst>
            </p:cNvPr>
            <p:cNvSpPr>
              <a:spLocks noChangeArrowheads="1"/>
            </p:cNvSpPr>
            <p:nvPr/>
          </p:nvSpPr>
          <p:spPr bwMode="auto">
            <a:xfrm>
              <a:off x="5567363"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37" name="Rectangle 46">
              <a:extLst>
                <a:ext uri="{FF2B5EF4-FFF2-40B4-BE49-F238E27FC236}">
                  <a16:creationId xmlns:a16="http://schemas.microsoft.com/office/drawing/2014/main" id="{3B390AB3-F1D0-4C9B-AA1C-802198E73577}"/>
                </a:ext>
              </a:extLst>
            </p:cNvPr>
            <p:cNvSpPr>
              <a:spLocks noChangeArrowheads="1"/>
            </p:cNvSpPr>
            <p:nvPr/>
          </p:nvSpPr>
          <p:spPr bwMode="auto">
            <a:xfrm>
              <a:off x="5984875" y="1914525"/>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38" name="Rectangle 47">
              <a:extLst>
                <a:ext uri="{FF2B5EF4-FFF2-40B4-BE49-F238E27FC236}">
                  <a16:creationId xmlns:a16="http://schemas.microsoft.com/office/drawing/2014/main" id="{5AEC4F67-ACFD-454D-AF6B-5E047BA2ECD0}"/>
                </a:ext>
              </a:extLst>
            </p:cNvPr>
            <p:cNvSpPr>
              <a:spLocks noChangeArrowheads="1"/>
            </p:cNvSpPr>
            <p:nvPr/>
          </p:nvSpPr>
          <p:spPr bwMode="auto">
            <a:xfrm>
              <a:off x="6102350"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39" name="Rectangle 48">
              <a:extLst>
                <a:ext uri="{FF2B5EF4-FFF2-40B4-BE49-F238E27FC236}">
                  <a16:creationId xmlns:a16="http://schemas.microsoft.com/office/drawing/2014/main" id="{C4C52D14-5042-4B5C-A0CA-4F90A4E67BC4}"/>
                </a:ext>
              </a:extLst>
            </p:cNvPr>
            <p:cNvSpPr>
              <a:spLocks noChangeArrowheads="1"/>
            </p:cNvSpPr>
            <p:nvPr/>
          </p:nvSpPr>
          <p:spPr bwMode="auto">
            <a:xfrm>
              <a:off x="6216650" y="1914525"/>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40" name="Rectangle 49">
              <a:extLst>
                <a:ext uri="{FF2B5EF4-FFF2-40B4-BE49-F238E27FC236}">
                  <a16:creationId xmlns:a16="http://schemas.microsoft.com/office/drawing/2014/main" id="{37F81BD7-E962-474E-94C1-9B682EF52540}"/>
                </a:ext>
              </a:extLst>
            </p:cNvPr>
            <p:cNvSpPr>
              <a:spLocks noChangeArrowheads="1"/>
            </p:cNvSpPr>
            <p:nvPr/>
          </p:nvSpPr>
          <p:spPr bwMode="auto">
            <a:xfrm>
              <a:off x="6335713"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41" name="Rectangle 50">
              <a:extLst>
                <a:ext uri="{FF2B5EF4-FFF2-40B4-BE49-F238E27FC236}">
                  <a16:creationId xmlns:a16="http://schemas.microsoft.com/office/drawing/2014/main" id="{7724BF4C-F6BB-42D9-95FB-09101123DE6B}"/>
                </a:ext>
              </a:extLst>
            </p:cNvPr>
            <p:cNvSpPr>
              <a:spLocks noChangeArrowheads="1"/>
            </p:cNvSpPr>
            <p:nvPr/>
          </p:nvSpPr>
          <p:spPr bwMode="auto">
            <a:xfrm>
              <a:off x="6448425" y="1914525"/>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42" name="Rectangle 51">
              <a:extLst>
                <a:ext uri="{FF2B5EF4-FFF2-40B4-BE49-F238E27FC236}">
                  <a16:creationId xmlns:a16="http://schemas.microsoft.com/office/drawing/2014/main" id="{1402787A-CFC2-4373-8F12-5284992F3A7A}"/>
                </a:ext>
              </a:extLst>
            </p:cNvPr>
            <p:cNvSpPr>
              <a:spLocks noChangeArrowheads="1"/>
            </p:cNvSpPr>
            <p:nvPr/>
          </p:nvSpPr>
          <p:spPr bwMode="auto">
            <a:xfrm>
              <a:off x="6819900"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43" name="Rectangle 52">
              <a:extLst>
                <a:ext uri="{FF2B5EF4-FFF2-40B4-BE49-F238E27FC236}">
                  <a16:creationId xmlns:a16="http://schemas.microsoft.com/office/drawing/2014/main" id="{46DCC8AC-95CC-4033-94A5-C1520452BCD5}"/>
                </a:ext>
              </a:extLst>
            </p:cNvPr>
            <p:cNvSpPr>
              <a:spLocks noChangeArrowheads="1"/>
            </p:cNvSpPr>
            <p:nvPr/>
          </p:nvSpPr>
          <p:spPr bwMode="auto">
            <a:xfrm>
              <a:off x="2600325" y="2452688"/>
              <a:ext cx="422275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44" name="Rectangle 53">
              <a:extLst>
                <a:ext uri="{FF2B5EF4-FFF2-40B4-BE49-F238E27FC236}">
                  <a16:creationId xmlns:a16="http://schemas.microsoft.com/office/drawing/2014/main" id="{AD893C0E-049E-4343-98BD-69408930F7F6}"/>
                </a:ext>
              </a:extLst>
            </p:cNvPr>
            <p:cNvSpPr>
              <a:spLocks noChangeArrowheads="1"/>
            </p:cNvSpPr>
            <p:nvPr/>
          </p:nvSpPr>
          <p:spPr bwMode="auto">
            <a:xfrm>
              <a:off x="6567488"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45" name="Rectangle 54">
              <a:extLst>
                <a:ext uri="{FF2B5EF4-FFF2-40B4-BE49-F238E27FC236}">
                  <a16:creationId xmlns:a16="http://schemas.microsoft.com/office/drawing/2014/main" id="{CDB2946E-17B2-4EA7-A30D-78B4063013BC}"/>
                </a:ext>
              </a:extLst>
            </p:cNvPr>
            <p:cNvSpPr>
              <a:spLocks noChangeArrowheads="1"/>
            </p:cNvSpPr>
            <p:nvPr/>
          </p:nvSpPr>
          <p:spPr bwMode="auto">
            <a:xfrm>
              <a:off x="2600325"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46" name="Rectangle 55">
              <a:extLst>
                <a:ext uri="{FF2B5EF4-FFF2-40B4-BE49-F238E27FC236}">
                  <a16:creationId xmlns:a16="http://schemas.microsoft.com/office/drawing/2014/main" id="{B60738D4-84EA-4BBE-A12A-17A19FCC32B6}"/>
                </a:ext>
              </a:extLst>
            </p:cNvPr>
            <p:cNvSpPr>
              <a:spLocks noChangeArrowheads="1"/>
            </p:cNvSpPr>
            <p:nvPr/>
          </p:nvSpPr>
          <p:spPr bwMode="auto">
            <a:xfrm>
              <a:off x="2274888" y="254635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47" name="Rectangle 56">
              <a:extLst>
                <a:ext uri="{FF2B5EF4-FFF2-40B4-BE49-F238E27FC236}">
                  <a16:creationId xmlns:a16="http://schemas.microsoft.com/office/drawing/2014/main" id="{1D60B2D8-B0AE-47B6-98E0-895C3CA120EC}"/>
                </a:ext>
              </a:extLst>
            </p:cNvPr>
            <p:cNvSpPr>
              <a:spLocks noChangeArrowheads="1"/>
            </p:cNvSpPr>
            <p:nvPr/>
          </p:nvSpPr>
          <p:spPr bwMode="auto">
            <a:xfrm>
              <a:off x="3668713"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48" name="Rectangle 57">
              <a:extLst>
                <a:ext uri="{FF2B5EF4-FFF2-40B4-BE49-F238E27FC236}">
                  <a16:creationId xmlns:a16="http://schemas.microsoft.com/office/drawing/2014/main" id="{FDADEB3B-3CE9-4A6C-9526-6D058FC596B9}"/>
                </a:ext>
              </a:extLst>
            </p:cNvPr>
            <p:cNvSpPr>
              <a:spLocks noChangeArrowheads="1"/>
            </p:cNvSpPr>
            <p:nvPr/>
          </p:nvSpPr>
          <p:spPr bwMode="auto">
            <a:xfrm>
              <a:off x="2946400"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49" name="Rectangle 58">
              <a:extLst>
                <a:ext uri="{FF2B5EF4-FFF2-40B4-BE49-F238E27FC236}">
                  <a16:creationId xmlns:a16="http://schemas.microsoft.com/office/drawing/2014/main" id="{25F8E946-E8E3-4C20-92E8-3B8599556D61}"/>
                </a:ext>
              </a:extLst>
            </p:cNvPr>
            <p:cNvSpPr>
              <a:spLocks noChangeArrowheads="1"/>
            </p:cNvSpPr>
            <p:nvPr/>
          </p:nvSpPr>
          <p:spPr bwMode="auto">
            <a:xfrm>
              <a:off x="4010025"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50" name="Rectangle 59">
              <a:extLst>
                <a:ext uri="{FF2B5EF4-FFF2-40B4-BE49-F238E27FC236}">
                  <a16:creationId xmlns:a16="http://schemas.microsoft.com/office/drawing/2014/main" id="{E77C183C-2355-45D4-A253-75747E8DA58D}"/>
                </a:ext>
              </a:extLst>
            </p:cNvPr>
            <p:cNvSpPr>
              <a:spLocks noChangeArrowheads="1"/>
            </p:cNvSpPr>
            <p:nvPr/>
          </p:nvSpPr>
          <p:spPr bwMode="auto">
            <a:xfrm>
              <a:off x="5829300"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51" name="Rectangle 60">
              <a:extLst>
                <a:ext uri="{FF2B5EF4-FFF2-40B4-BE49-F238E27FC236}">
                  <a16:creationId xmlns:a16="http://schemas.microsoft.com/office/drawing/2014/main" id="{863E2B80-B83B-4188-BBEE-CAE14D3E6573}"/>
                </a:ext>
              </a:extLst>
            </p:cNvPr>
            <p:cNvSpPr>
              <a:spLocks noChangeArrowheads="1"/>
            </p:cNvSpPr>
            <p:nvPr/>
          </p:nvSpPr>
          <p:spPr bwMode="auto">
            <a:xfrm>
              <a:off x="5091113"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52" name="Rectangle 61">
              <a:extLst>
                <a:ext uri="{FF2B5EF4-FFF2-40B4-BE49-F238E27FC236}">
                  <a16:creationId xmlns:a16="http://schemas.microsoft.com/office/drawing/2014/main" id="{5EA331E0-25A1-4911-A555-CAF3F5182A0D}"/>
                </a:ext>
              </a:extLst>
            </p:cNvPr>
            <p:cNvSpPr>
              <a:spLocks noChangeArrowheads="1"/>
            </p:cNvSpPr>
            <p:nvPr/>
          </p:nvSpPr>
          <p:spPr bwMode="auto">
            <a:xfrm>
              <a:off x="6819900"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53" name="Rectangle 62">
              <a:extLst>
                <a:ext uri="{FF2B5EF4-FFF2-40B4-BE49-F238E27FC236}">
                  <a16:creationId xmlns:a16="http://schemas.microsoft.com/office/drawing/2014/main" id="{444C0245-B063-4838-AE08-CAE2510996A4}"/>
                </a:ext>
              </a:extLst>
            </p:cNvPr>
            <p:cNvSpPr>
              <a:spLocks noChangeArrowheads="1"/>
            </p:cNvSpPr>
            <p:nvPr/>
          </p:nvSpPr>
          <p:spPr bwMode="auto">
            <a:xfrm>
              <a:off x="6126163"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54" name="Rectangle 63">
              <a:extLst>
                <a:ext uri="{FF2B5EF4-FFF2-40B4-BE49-F238E27FC236}">
                  <a16:creationId xmlns:a16="http://schemas.microsoft.com/office/drawing/2014/main" id="{7070DC28-9A3A-43F5-AEDB-F41655E3A099}"/>
                </a:ext>
              </a:extLst>
            </p:cNvPr>
            <p:cNvSpPr>
              <a:spLocks noChangeArrowheads="1"/>
            </p:cNvSpPr>
            <p:nvPr/>
          </p:nvSpPr>
          <p:spPr bwMode="auto">
            <a:xfrm>
              <a:off x="2600325"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55" name="Rectangle 64">
              <a:extLst>
                <a:ext uri="{FF2B5EF4-FFF2-40B4-BE49-F238E27FC236}">
                  <a16:creationId xmlns:a16="http://schemas.microsoft.com/office/drawing/2014/main" id="{49AADFD1-FB58-4B5F-92D0-8784CDEA7522}"/>
                </a:ext>
              </a:extLst>
            </p:cNvPr>
            <p:cNvSpPr>
              <a:spLocks noChangeArrowheads="1"/>
            </p:cNvSpPr>
            <p:nvPr/>
          </p:nvSpPr>
          <p:spPr bwMode="auto">
            <a:xfrm>
              <a:off x="2274888" y="2851150"/>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56" name="Rectangle 65">
              <a:extLst>
                <a:ext uri="{FF2B5EF4-FFF2-40B4-BE49-F238E27FC236}">
                  <a16:creationId xmlns:a16="http://schemas.microsoft.com/office/drawing/2014/main" id="{8D64B864-0069-4BCA-AB5E-7E1339FB5B6A}"/>
                </a:ext>
              </a:extLst>
            </p:cNvPr>
            <p:cNvSpPr>
              <a:spLocks noChangeArrowheads="1"/>
            </p:cNvSpPr>
            <p:nvPr/>
          </p:nvSpPr>
          <p:spPr bwMode="auto">
            <a:xfrm>
              <a:off x="3668713"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57" name="Rectangle 66">
              <a:extLst>
                <a:ext uri="{FF2B5EF4-FFF2-40B4-BE49-F238E27FC236}">
                  <a16:creationId xmlns:a16="http://schemas.microsoft.com/office/drawing/2014/main" id="{DA1797E8-C980-49E7-8176-E6F76C45D42A}"/>
                </a:ext>
              </a:extLst>
            </p:cNvPr>
            <p:cNvSpPr>
              <a:spLocks noChangeArrowheads="1"/>
            </p:cNvSpPr>
            <p:nvPr/>
          </p:nvSpPr>
          <p:spPr bwMode="auto">
            <a:xfrm>
              <a:off x="2947988"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58" name="Rectangle 67">
              <a:extLst>
                <a:ext uri="{FF2B5EF4-FFF2-40B4-BE49-F238E27FC236}">
                  <a16:creationId xmlns:a16="http://schemas.microsoft.com/office/drawing/2014/main" id="{9E10F348-BC26-4913-A967-0A85A0391326}"/>
                </a:ext>
              </a:extLst>
            </p:cNvPr>
            <p:cNvSpPr>
              <a:spLocks noChangeArrowheads="1"/>
            </p:cNvSpPr>
            <p:nvPr/>
          </p:nvSpPr>
          <p:spPr bwMode="auto">
            <a:xfrm>
              <a:off x="4011613"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59" name="Rectangle 68">
              <a:extLst>
                <a:ext uri="{FF2B5EF4-FFF2-40B4-BE49-F238E27FC236}">
                  <a16:creationId xmlns:a16="http://schemas.microsoft.com/office/drawing/2014/main" id="{1F57B969-3267-4ECA-A1AE-4769BC9B9337}"/>
                </a:ext>
              </a:extLst>
            </p:cNvPr>
            <p:cNvSpPr>
              <a:spLocks noChangeArrowheads="1"/>
            </p:cNvSpPr>
            <p:nvPr/>
          </p:nvSpPr>
          <p:spPr bwMode="auto">
            <a:xfrm>
              <a:off x="5829300"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60" name="Rectangle 69">
              <a:extLst>
                <a:ext uri="{FF2B5EF4-FFF2-40B4-BE49-F238E27FC236}">
                  <a16:creationId xmlns:a16="http://schemas.microsoft.com/office/drawing/2014/main" id="{720AC791-4197-4431-97A1-434F1BC41C5E}"/>
                </a:ext>
              </a:extLst>
            </p:cNvPr>
            <p:cNvSpPr>
              <a:spLocks noChangeArrowheads="1"/>
            </p:cNvSpPr>
            <p:nvPr/>
          </p:nvSpPr>
          <p:spPr bwMode="auto">
            <a:xfrm>
              <a:off x="5092700"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61" name="Rectangle 70">
              <a:extLst>
                <a:ext uri="{FF2B5EF4-FFF2-40B4-BE49-F238E27FC236}">
                  <a16:creationId xmlns:a16="http://schemas.microsoft.com/office/drawing/2014/main" id="{50892C3D-4891-4074-9A9A-F5183C64E444}"/>
                </a:ext>
              </a:extLst>
            </p:cNvPr>
            <p:cNvSpPr>
              <a:spLocks noChangeArrowheads="1"/>
            </p:cNvSpPr>
            <p:nvPr/>
          </p:nvSpPr>
          <p:spPr bwMode="auto">
            <a:xfrm>
              <a:off x="6819900"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62" name="Rectangle 71">
              <a:extLst>
                <a:ext uri="{FF2B5EF4-FFF2-40B4-BE49-F238E27FC236}">
                  <a16:creationId xmlns:a16="http://schemas.microsoft.com/office/drawing/2014/main" id="{CE8E6FAB-BAA8-41D2-B6FF-A7EBC62252D7}"/>
                </a:ext>
              </a:extLst>
            </p:cNvPr>
            <p:cNvSpPr>
              <a:spLocks noChangeArrowheads="1"/>
            </p:cNvSpPr>
            <p:nvPr/>
          </p:nvSpPr>
          <p:spPr bwMode="auto">
            <a:xfrm>
              <a:off x="6127750"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63" name="Rectangle 72">
              <a:extLst>
                <a:ext uri="{FF2B5EF4-FFF2-40B4-BE49-F238E27FC236}">
                  <a16:creationId xmlns:a16="http://schemas.microsoft.com/office/drawing/2014/main" id="{01F110DC-E8E2-4980-9F86-4FBC9A5A1634}"/>
                </a:ext>
              </a:extLst>
            </p:cNvPr>
            <p:cNvSpPr>
              <a:spLocks noChangeArrowheads="1"/>
            </p:cNvSpPr>
            <p:nvPr/>
          </p:nvSpPr>
          <p:spPr bwMode="auto">
            <a:xfrm>
              <a:off x="2600325"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64" name="Rectangle 73">
              <a:extLst>
                <a:ext uri="{FF2B5EF4-FFF2-40B4-BE49-F238E27FC236}">
                  <a16:creationId xmlns:a16="http://schemas.microsoft.com/office/drawing/2014/main" id="{DFF232B2-E926-4FEE-A3C7-3FB09AF31989}"/>
                </a:ext>
              </a:extLst>
            </p:cNvPr>
            <p:cNvSpPr>
              <a:spLocks noChangeArrowheads="1"/>
            </p:cNvSpPr>
            <p:nvPr/>
          </p:nvSpPr>
          <p:spPr bwMode="auto">
            <a:xfrm>
              <a:off x="2274888" y="3152775"/>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65" name="Rectangle 74">
              <a:extLst>
                <a:ext uri="{FF2B5EF4-FFF2-40B4-BE49-F238E27FC236}">
                  <a16:creationId xmlns:a16="http://schemas.microsoft.com/office/drawing/2014/main" id="{D5D4AEA8-C19F-4736-ACE9-C4A216D2A3F7}"/>
                </a:ext>
              </a:extLst>
            </p:cNvPr>
            <p:cNvSpPr>
              <a:spLocks noChangeArrowheads="1"/>
            </p:cNvSpPr>
            <p:nvPr/>
          </p:nvSpPr>
          <p:spPr bwMode="auto">
            <a:xfrm>
              <a:off x="3668713"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66" name="Rectangle 75">
              <a:extLst>
                <a:ext uri="{FF2B5EF4-FFF2-40B4-BE49-F238E27FC236}">
                  <a16:creationId xmlns:a16="http://schemas.microsoft.com/office/drawing/2014/main" id="{91FC2EF9-60A9-4FAF-B381-976BBFA6928A}"/>
                </a:ext>
              </a:extLst>
            </p:cNvPr>
            <p:cNvSpPr>
              <a:spLocks noChangeArrowheads="1"/>
            </p:cNvSpPr>
            <p:nvPr/>
          </p:nvSpPr>
          <p:spPr bwMode="auto">
            <a:xfrm>
              <a:off x="2947988"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67" name="Rectangle 76">
              <a:extLst>
                <a:ext uri="{FF2B5EF4-FFF2-40B4-BE49-F238E27FC236}">
                  <a16:creationId xmlns:a16="http://schemas.microsoft.com/office/drawing/2014/main" id="{9831A9B5-A292-4D4D-946B-35062DFC3248}"/>
                </a:ext>
              </a:extLst>
            </p:cNvPr>
            <p:cNvSpPr>
              <a:spLocks noChangeArrowheads="1"/>
            </p:cNvSpPr>
            <p:nvPr/>
          </p:nvSpPr>
          <p:spPr bwMode="auto">
            <a:xfrm>
              <a:off x="4011613"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68" name="Rectangle 77">
              <a:extLst>
                <a:ext uri="{FF2B5EF4-FFF2-40B4-BE49-F238E27FC236}">
                  <a16:creationId xmlns:a16="http://schemas.microsoft.com/office/drawing/2014/main" id="{81B1D124-4B6E-4AE4-A516-61DD3EA5A924}"/>
                </a:ext>
              </a:extLst>
            </p:cNvPr>
            <p:cNvSpPr>
              <a:spLocks noChangeArrowheads="1"/>
            </p:cNvSpPr>
            <p:nvPr/>
          </p:nvSpPr>
          <p:spPr bwMode="auto">
            <a:xfrm>
              <a:off x="5829300"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69" name="Rectangle 78">
              <a:extLst>
                <a:ext uri="{FF2B5EF4-FFF2-40B4-BE49-F238E27FC236}">
                  <a16:creationId xmlns:a16="http://schemas.microsoft.com/office/drawing/2014/main" id="{B62B47E6-C3C9-480B-8DFF-137111AF8D58}"/>
                </a:ext>
              </a:extLst>
            </p:cNvPr>
            <p:cNvSpPr>
              <a:spLocks noChangeArrowheads="1"/>
            </p:cNvSpPr>
            <p:nvPr/>
          </p:nvSpPr>
          <p:spPr bwMode="auto">
            <a:xfrm>
              <a:off x="5092700"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70" name="Rectangle 79">
              <a:extLst>
                <a:ext uri="{FF2B5EF4-FFF2-40B4-BE49-F238E27FC236}">
                  <a16:creationId xmlns:a16="http://schemas.microsoft.com/office/drawing/2014/main" id="{F06E52DC-F4E4-4872-ABA8-3D7F5DB3B0BD}"/>
                </a:ext>
              </a:extLst>
            </p:cNvPr>
            <p:cNvSpPr>
              <a:spLocks noChangeArrowheads="1"/>
            </p:cNvSpPr>
            <p:nvPr/>
          </p:nvSpPr>
          <p:spPr bwMode="auto">
            <a:xfrm>
              <a:off x="6819900"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71" name="Rectangle 80">
              <a:extLst>
                <a:ext uri="{FF2B5EF4-FFF2-40B4-BE49-F238E27FC236}">
                  <a16:creationId xmlns:a16="http://schemas.microsoft.com/office/drawing/2014/main" id="{00BB16D6-C1F8-4201-8039-79640DE62018}"/>
                </a:ext>
              </a:extLst>
            </p:cNvPr>
            <p:cNvSpPr>
              <a:spLocks noChangeArrowheads="1"/>
            </p:cNvSpPr>
            <p:nvPr/>
          </p:nvSpPr>
          <p:spPr bwMode="auto">
            <a:xfrm>
              <a:off x="6127750"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72" name="Rectangle 81">
              <a:extLst>
                <a:ext uri="{FF2B5EF4-FFF2-40B4-BE49-F238E27FC236}">
                  <a16:creationId xmlns:a16="http://schemas.microsoft.com/office/drawing/2014/main" id="{25E95015-C12F-4EBD-9340-8E208244F3E0}"/>
                </a:ext>
              </a:extLst>
            </p:cNvPr>
            <p:cNvSpPr>
              <a:spLocks noChangeArrowheads="1"/>
            </p:cNvSpPr>
            <p:nvPr/>
          </p:nvSpPr>
          <p:spPr bwMode="auto">
            <a:xfrm>
              <a:off x="2600325"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73" name="Rectangle 82">
              <a:extLst>
                <a:ext uri="{FF2B5EF4-FFF2-40B4-BE49-F238E27FC236}">
                  <a16:creationId xmlns:a16="http://schemas.microsoft.com/office/drawing/2014/main" id="{9324F18E-ECE5-4AF0-87C1-9344532991E0}"/>
                </a:ext>
              </a:extLst>
            </p:cNvPr>
            <p:cNvSpPr>
              <a:spLocks noChangeArrowheads="1"/>
            </p:cNvSpPr>
            <p:nvPr/>
          </p:nvSpPr>
          <p:spPr bwMode="auto">
            <a:xfrm>
              <a:off x="2274888" y="345757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74" name="Rectangle 83">
              <a:extLst>
                <a:ext uri="{FF2B5EF4-FFF2-40B4-BE49-F238E27FC236}">
                  <a16:creationId xmlns:a16="http://schemas.microsoft.com/office/drawing/2014/main" id="{07C55DF1-78D2-44EF-9032-01120D094002}"/>
                </a:ext>
              </a:extLst>
            </p:cNvPr>
            <p:cNvSpPr>
              <a:spLocks noChangeArrowheads="1"/>
            </p:cNvSpPr>
            <p:nvPr/>
          </p:nvSpPr>
          <p:spPr bwMode="auto">
            <a:xfrm>
              <a:off x="3668713"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75" name="Rectangle 84">
              <a:extLst>
                <a:ext uri="{FF2B5EF4-FFF2-40B4-BE49-F238E27FC236}">
                  <a16:creationId xmlns:a16="http://schemas.microsoft.com/office/drawing/2014/main" id="{431E008D-5452-485E-9D6C-7D34CEFDFAB2}"/>
                </a:ext>
              </a:extLst>
            </p:cNvPr>
            <p:cNvSpPr>
              <a:spLocks noChangeArrowheads="1"/>
            </p:cNvSpPr>
            <p:nvPr/>
          </p:nvSpPr>
          <p:spPr bwMode="auto">
            <a:xfrm>
              <a:off x="2946400"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76" name="Rectangle 85">
              <a:extLst>
                <a:ext uri="{FF2B5EF4-FFF2-40B4-BE49-F238E27FC236}">
                  <a16:creationId xmlns:a16="http://schemas.microsoft.com/office/drawing/2014/main" id="{DD915B64-BE87-4651-806A-13C90ADE2231}"/>
                </a:ext>
              </a:extLst>
            </p:cNvPr>
            <p:cNvSpPr>
              <a:spLocks noChangeArrowheads="1"/>
            </p:cNvSpPr>
            <p:nvPr/>
          </p:nvSpPr>
          <p:spPr bwMode="auto">
            <a:xfrm>
              <a:off x="4010025"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77" name="Rectangle 86">
              <a:extLst>
                <a:ext uri="{FF2B5EF4-FFF2-40B4-BE49-F238E27FC236}">
                  <a16:creationId xmlns:a16="http://schemas.microsoft.com/office/drawing/2014/main" id="{EDC93142-DBE3-4E51-8FA0-BAF773DA7392}"/>
                </a:ext>
              </a:extLst>
            </p:cNvPr>
            <p:cNvSpPr>
              <a:spLocks noChangeArrowheads="1"/>
            </p:cNvSpPr>
            <p:nvPr/>
          </p:nvSpPr>
          <p:spPr bwMode="auto">
            <a:xfrm>
              <a:off x="5829300"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78" name="Rectangle 87">
              <a:extLst>
                <a:ext uri="{FF2B5EF4-FFF2-40B4-BE49-F238E27FC236}">
                  <a16:creationId xmlns:a16="http://schemas.microsoft.com/office/drawing/2014/main" id="{F0606D2F-C96A-4D04-8A66-8E19E05AAD46}"/>
                </a:ext>
              </a:extLst>
            </p:cNvPr>
            <p:cNvSpPr>
              <a:spLocks noChangeArrowheads="1"/>
            </p:cNvSpPr>
            <p:nvPr/>
          </p:nvSpPr>
          <p:spPr bwMode="auto">
            <a:xfrm>
              <a:off x="5091113"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79" name="Rectangle 88">
              <a:extLst>
                <a:ext uri="{FF2B5EF4-FFF2-40B4-BE49-F238E27FC236}">
                  <a16:creationId xmlns:a16="http://schemas.microsoft.com/office/drawing/2014/main" id="{59ED7E6F-DC9D-4737-90E8-C35DADB8EFF8}"/>
                </a:ext>
              </a:extLst>
            </p:cNvPr>
            <p:cNvSpPr>
              <a:spLocks noChangeArrowheads="1"/>
            </p:cNvSpPr>
            <p:nvPr/>
          </p:nvSpPr>
          <p:spPr bwMode="auto">
            <a:xfrm>
              <a:off x="6819900"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80" name="Rectangle 89">
              <a:extLst>
                <a:ext uri="{FF2B5EF4-FFF2-40B4-BE49-F238E27FC236}">
                  <a16:creationId xmlns:a16="http://schemas.microsoft.com/office/drawing/2014/main" id="{46FDDC09-DE75-43ED-97C8-35849C00FAA7}"/>
                </a:ext>
              </a:extLst>
            </p:cNvPr>
            <p:cNvSpPr>
              <a:spLocks noChangeArrowheads="1"/>
            </p:cNvSpPr>
            <p:nvPr/>
          </p:nvSpPr>
          <p:spPr bwMode="auto">
            <a:xfrm>
              <a:off x="6126163"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81" name="Rectangle 90">
              <a:extLst>
                <a:ext uri="{FF2B5EF4-FFF2-40B4-BE49-F238E27FC236}">
                  <a16:creationId xmlns:a16="http://schemas.microsoft.com/office/drawing/2014/main" id="{F33E766B-1D3B-41BF-8B84-045671903CC6}"/>
                </a:ext>
              </a:extLst>
            </p:cNvPr>
            <p:cNvSpPr>
              <a:spLocks noChangeArrowheads="1"/>
            </p:cNvSpPr>
            <p:nvPr/>
          </p:nvSpPr>
          <p:spPr bwMode="auto">
            <a:xfrm>
              <a:off x="2600325"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82" name="Rectangle 91">
              <a:extLst>
                <a:ext uri="{FF2B5EF4-FFF2-40B4-BE49-F238E27FC236}">
                  <a16:creationId xmlns:a16="http://schemas.microsoft.com/office/drawing/2014/main" id="{F7185E03-31A1-4474-B3FB-D32AF59E77E4}"/>
                </a:ext>
              </a:extLst>
            </p:cNvPr>
            <p:cNvSpPr>
              <a:spLocks noChangeArrowheads="1"/>
            </p:cNvSpPr>
            <p:nvPr/>
          </p:nvSpPr>
          <p:spPr bwMode="auto">
            <a:xfrm>
              <a:off x="2274888" y="3762375"/>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83" name="Rectangle 92">
              <a:extLst>
                <a:ext uri="{FF2B5EF4-FFF2-40B4-BE49-F238E27FC236}">
                  <a16:creationId xmlns:a16="http://schemas.microsoft.com/office/drawing/2014/main" id="{062E93F0-81B0-41DF-A284-2777CA8F033E}"/>
                </a:ext>
              </a:extLst>
            </p:cNvPr>
            <p:cNvSpPr>
              <a:spLocks noChangeArrowheads="1"/>
            </p:cNvSpPr>
            <p:nvPr/>
          </p:nvSpPr>
          <p:spPr bwMode="auto">
            <a:xfrm>
              <a:off x="3668713"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84" name="Rectangle 93">
              <a:extLst>
                <a:ext uri="{FF2B5EF4-FFF2-40B4-BE49-F238E27FC236}">
                  <a16:creationId xmlns:a16="http://schemas.microsoft.com/office/drawing/2014/main" id="{2FEC9052-577A-44DE-A935-CF58C502717F}"/>
                </a:ext>
              </a:extLst>
            </p:cNvPr>
            <p:cNvSpPr>
              <a:spLocks noChangeArrowheads="1"/>
            </p:cNvSpPr>
            <p:nvPr/>
          </p:nvSpPr>
          <p:spPr bwMode="auto">
            <a:xfrm>
              <a:off x="2946400"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85" name="Rectangle 94">
              <a:extLst>
                <a:ext uri="{FF2B5EF4-FFF2-40B4-BE49-F238E27FC236}">
                  <a16:creationId xmlns:a16="http://schemas.microsoft.com/office/drawing/2014/main" id="{A24992AD-435B-41F6-91BF-0F75ED0697E8}"/>
                </a:ext>
              </a:extLst>
            </p:cNvPr>
            <p:cNvSpPr>
              <a:spLocks noChangeArrowheads="1"/>
            </p:cNvSpPr>
            <p:nvPr/>
          </p:nvSpPr>
          <p:spPr bwMode="auto">
            <a:xfrm>
              <a:off x="4008438"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86" name="Rectangle 95">
              <a:extLst>
                <a:ext uri="{FF2B5EF4-FFF2-40B4-BE49-F238E27FC236}">
                  <a16:creationId xmlns:a16="http://schemas.microsoft.com/office/drawing/2014/main" id="{9D72DA0B-A08C-4710-9071-2BEB2012B6EA}"/>
                </a:ext>
              </a:extLst>
            </p:cNvPr>
            <p:cNvSpPr>
              <a:spLocks noChangeArrowheads="1"/>
            </p:cNvSpPr>
            <p:nvPr/>
          </p:nvSpPr>
          <p:spPr bwMode="auto">
            <a:xfrm>
              <a:off x="5829300"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87" name="Rectangle 96">
              <a:extLst>
                <a:ext uri="{FF2B5EF4-FFF2-40B4-BE49-F238E27FC236}">
                  <a16:creationId xmlns:a16="http://schemas.microsoft.com/office/drawing/2014/main" id="{81CABA18-BD3B-4EA7-8C56-92FC5365D340}"/>
                </a:ext>
              </a:extLst>
            </p:cNvPr>
            <p:cNvSpPr>
              <a:spLocks noChangeArrowheads="1"/>
            </p:cNvSpPr>
            <p:nvPr/>
          </p:nvSpPr>
          <p:spPr bwMode="auto">
            <a:xfrm>
              <a:off x="5089525"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88" name="Rectangle 97">
              <a:extLst>
                <a:ext uri="{FF2B5EF4-FFF2-40B4-BE49-F238E27FC236}">
                  <a16:creationId xmlns:a16="http://schemas.microsoft.com/office/drawing/2014/main" id="{DD826B9D-F7BD-49DC-891F-1D8463C53CD8}"/>
                </a:ext>
              </a:extLst>
            </p:cNvPr>
            <p:cNvSpPr>
              <a:spLocks noChangeArrowheads="1"/>
            </p:cNvSpPr>
            <p:nvPr/>
          </p:nvSpPr>
          <p:spPr bwMode="auto">
            <a:xfrm>
              <a:off x="6819900"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89" name="Rectangle 98">
              <a:extLst>
                <a:ext uri="{FF2B5EF4-FFF2-40B4-BE49-F238E27FC236}">
                  <a16:creationId xmlns:a16="http://schemas.microsoft.com/office/drawing/2014/main" id="{93646A84-3B7B-4EEB-B294-16AA207A7C58}"/>
                </a:ext>
              </a:extLst>
            </p:cNvPr>
            <p:cNvSpPr>
              <a:spLocks noChangeArrowheads="1"/>
            </p:cNvSpPr>
            <p:nvPr/>
          </p:nvSpPr>
          <p:spPr bwMode="auto">
            <a:xfrm>
              <a:off x="6126163"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90" name="Rectangle 99">
              <a:extLst>
                <a:ext uri="{FF2B5EF4-FFF2-40B4-BE49-F238E27FC236}">
                  <a16:creationId xmlns:a16="http://schemas.microsoft.com/office/drawing/2014/main" id="{5A3460EE-3449-4690-B1D7-F32F0D8EDAD3}"/>
                </a:ext>
              </a:extLst>
            </p:cNvPr>
            <p:cNvSpPr>
              <a:spLocks noChangeArrowheads="1"/>
            </p:cNvSpPr>
            <p:nvPr/>
          </p:nvSpPr>
          <p:spPr bwMode="auto">
            <a:xfrm>
              <a:off x="2600325"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91" name="Rectangle 100">
              <a:extLst>
                <a:ext uri="{FF2B5EF4-FFF2-40B4-BE49-F238E27FC236}">
                  <a16:creationId xmlns:a16="http://schemas.microsoft.com/office/drawing/2014/main" id="{48FAF4C8-8F57-4AB6-A727-F04ED29253B6}"/>
                </a:ext>
              </a:extLst>
            </p:cNvPr>
            <p:cNvSpPr>
              <a:spLocks noChangeArrowheads="1"/>
            </p:cNvSpPr>
            <p:nvPr/>
          </p:nvSpPr>
          <p:spPr bwMode="auto">
            <a:xfrm>
              <a:off x="2274888" y="4064000"/>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92" name="Rectangle 101">
              <a:extLst>
                <a:ext uri="{FF2B5EF4-FFF2-40B4-BE49-F238E27FC236}">
                  <a16:creationId xmlns:a16="http://schemas.microsoft.com/office/drawing/2014/main" id="{BD6DD9D1-D5E1-4084-998E-829C1FD8D750}"/>
                </a:ext>
              </a:extLst>
            </p:cNvPr>
            <p:cNvSpPr>
              <a:spLocks noChangeArrowheads="1"/>
            </p:cNvSpPr>
            <p:nvPr/>
          </p:nvSpPr>
          <p:spPr bwMode="auto">
            <a:xfrm>
              <a:off x="3668713"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93" name="Rectangle 102">
              <a:extLst>
                <a:ext uri="{FF2B5EF4-FFF2-40B4-BE49-F238E27FC236}">
                  <a16:creationId xmlns:a16="http://schemas.microsoft.com/office/drawing/2014/main" id="{DD43003D-3D59-4C2B-90BF-B0F6B7DBD9A7}"/>
                </a:ext>
              </a:extLst>
            </p:cNvPr>
            <p:cNvSpPr>
              <a:spLocks noChangeArrowheads="1"/>
            </p:cNvSpPr>
            <p:nvPr/>
          </p:nvSpPr>
          <p:spPr bwMode="auto">
            <a:xfrm>
              <a:off x="2947988"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94" name="Rectangle 103">
              <a:extLst>
                <a:ext uri="{FF2B5EF4-FFF2-40B4-BE49-F238E27FC236}">
                  <a16:creationId xmlns:a16="http://schemas.microsoft.com/office/drawing/2014/main" id="{E153879A-3D8F-48DC-9EA9-7A03AF9580F4}"/>
                </a:ext>
              </a:extLst>
            </p:cNvPr>
            <p:cNvSpPr>
              <a:spLocks noChangeArrowheads="1"/>
            </p:cNvSpPr>
            <p:nvPr/>
          </p:nvSpPr>
          <p:spPr bwMode="auto">
            <a:xfrm>
              <a:off x="4010025"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95" name="Rectangle 104">
              <a:extLst>
                <a:ext uri="{FF2B5EF4-FFF2-40B4-BE49-F238E27FC236}">
                  <a16:creationId xmlns:a16="http://schemas.microsoft.com/office/drawing/2014/main" id="{50363FBF-C436-4EEA-8B7A-67319BA76577}"/>
                </a:ext>
              </a:extLst>
            </p:cNvPr>
            <p:cNvSpPr>
              <a:spLocks noChangeArrowheads="1"/>
            </p:cNvSpPr>
            <p:nvPr/>
          </p:nvSpPr>
          <p:spPr bwMode="auto">
            <a:xfrm>
              <a:off x="5829300"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96" name="Rectangle 105">
              <a:extLst>
                <a:ext uri="{FF2B5EF4-FFF2-40B4-BE49-F238E27FC236}">
                  <a16:creationId xmlns:a16="http://schemas.microsoft.com/office/drawing/2014/main" id="{A4DA7223-275D-450A-868C-54F7F28D343F}"/>
                </a:ext>
              </a:extLst>
            </p:cNvPr>
            <p:cNvSpPr>
              <a:spLocks noChangeArrowheads="1"/>
            </p:cNvSpPr>
            <p:nvPr/>
          </p:nvSpPr>
          <p:spPr bwMode="auto">
            <a:xfrm>
              <a:off x="5091113"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97" name="Rectangle 106">
              <a:extLst>
                <a:ext uri="{FF2B5EF4-FFF2-40B4-BE49-F238E27FC236}">
                  <a16:creationId xmlns:a16="http://schemas.microsoft.com/office/drawing/2014/main" id="{46808F3C-5F0B-496B-8896-E7D9B845F1E3}"/>
                </a:ext>
              </a:extLst>
            </p:cNvPr>
            <p:cNvSpPr>
              <a:spLocks noChangeArrowheads="1"/>
            </p:cNvSpPr>
            <p:nvPr/>
          </p:nvSpPr>
          <p:spPr bwMode="auto">
            <a:xfrm>
              <a:off x="6819900"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98" name="Rectangle 107">
              <a:extLst>
                <a:ext uri="{FF2B5EF4-FFF2-40B4-BE49-F238E27FC236}">
                  <a16:creationId xmlns:a16="http://schemas.microsoft.com/office/drawing/2014/main" id="{CCDE0AA3-7869-4205-8462-08E625375414}"/>
                </a:ext>
              </a:extLst>
            </p:cNvPr>
            <p:cNvSpPr>
              <a:spLocks noChangeArrowheads="1"/>
            </p:cNvSpPr>
            <p:nvPr/>
          </p:nvSpPr>
          <p:spPr bwMode="auto">
            <a:xfrm>
              <a:off x="6127750"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699" name="Rectangle 108">
              <a:extLst>
                <a:ext uri="{FF2B5EF4-FFF2-40B4-BE49-F238E27FC236}">
                  <a16:creationId xmlns:a16="http://schemas.microsoft.com/office/drawing/2014/main" id="{BF250C09-BC24-4873-8996-4AB30FA255EE}"/>
                </a:ext>
              </a:extLst>
            </p:cNvPr>
            <p:cNvSpPr>
              <a:spLocks noChangeArrowheads="1"/>
            </p:cNvSpPr>
            <p:nvPr/>
          </p:nvSpPr>
          <p:spPr bwMode="auto">
            <a:xfrm>
              <a:off x="2600325"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700" name="Rectangle 109">
              <a:extLst>
                <a:ext uri="{FF2B5EF4-FFF2-40B4-BE49-F238E27FC236}">
                  <a16:creationId xmlns:a16="http://schemas.microsoft.com/office/drawing/2014/main" id="{E31D83BE-B0FA-4D89-90C5-B5AE142C0932}"/>
                </a:ext>
              </a:extLst>
            </p:cNvPr>
            <p:cNvSpPr>
              <a:spLocks noChangeArrowheads="1"/>
            </p:cNvSpPr>
            <p:nvPr/>
          </p:nvSpPr>
          <p:spPr bwMode="auto">
            <a:xfrm>
              <a:off x="2274888" y="43688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701" name="Rectangle 110">
              <a:extLst>
                <a:ext uri="{FF2B5EF4-FFF2-40B4-BE49-F238E27FC236}">
                  <a16:creationId xmlns:a16="http://schemas.microsoft.com/office/drawing/2014/main" id="{F15429E2-EF7C-4B31-BABE-F07648133833}"/>
                </a:ext>
              </a:extLst>
            </p:cNvPr>
            <p:cNvSpPr>
              <a:spLocks noChangeArrowheads="1"/>
            </p:cNvSpPr>
            <p:nvPr/>
          </p:nvSpPr>
          <p:spPr bwMode="auto">
            <a:xfrm>
              <a:off x="3668713"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702" name="Rectangle 111">
              <a:extLst>
                <a:ext uri="{FF2B5EF4-FFF2-40B4-BE49-F238E27FC236}">
                  <a16:creationId xmlns:a16="http://schemas.microsoft.com/office/drawing/2014/main" id="{83F73560-A8E2-4896-9760-211448325A19}"/>
                </a:ext>
              </a:extLst>
            </p:cNvPr>
            <p:cNvSpPr>
              <a:spLocks noChangeArrowheads="1"/>
            </p:cNvSpPr>
            <p:nvPr/>
          </p:nvSpPr>
          <p:spPr bwMode="auto">
            <a:xfrm>
              <a:off x="2946400"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703" name="Rectangle 112">
              <a:extLst>
                <a:ext uri="{FF2B5EF4-FFF2-40B4-BE49-F238E27FC236}">
                  <a16:creationId xmlns:a16="http://schemas.microsoft.com/office/drawing/2014/main" id="{6E430082-6A00-45F7-B5C2-8D5469241EBF}"/>
                </a:ext>
              </a:extLst>
            </p:cNvPr>
            <p:cNvSpPr>
              <a:spLocks noChangeArrowheads="1"/>
            </p:cNvSpPr>
            <p:nvPr/>
          </p:nvSpPr>
          <p:spPr bwMode="auto">
            <a:xfrm>
              <a:off x="4010025"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704" name="Rectangle 113">
              <a:extLst>
                <a:ext uri="{FF2B5EF4-FFF2-40B4-BE49-F238E27FC236}">
                  <a16:creationId xmlns:a16="http://schemas.microsoft.com/office/drawing/2014/main" id="{FDC6556D-A2A2-426E-895E-4CEF4C06AD0E}"/>
                </a:ext>
              </a:extLst>
            </p:cNvPr>
            <p:cNvSpPr>
              <a:spLocks noChangeArrowheads="1"/>
            </p:cNvSpPr>
            <p:nvPr/>
          </p:nvSpPr>
          <p:spPr bwMode="auto">
            <a:xfrm>
              <a:off x="5829300"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705" name="Rectangle 114">
              <a:extLst>
                <a:ext uri="{FF2B5EF4-FFF2-40B4-BE49-F238E27FC236}">
                  <a16:creationId xmlns:a16="http://schemas.microsoft.com/office/drawing/2014/main" id="{83AEAF45-8026-4CDD-99CB-9E377041D7E8}"/>
                </a:ext>
              </a:extLst>
            </p:cNvPr>
            <p:cNvSpPr>
              <a:spLocks noChangeArrowheads="1"/>
            </p:cNvSpPr>
            <p:nvPr/>
          </p:nvSpPr>
          <p:spPr bwMode="auto">
            <a:xfrm>
              <a:off x="5091113"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706" name="Rectangle 115">
              <a:extLst>
                <a:ext uri="{FF2B5EF4-FFF2-40B4-BE49-F238E27FC236}">
                  <a16:creationId xmlns:a16="http://schemas.microsoft.com/office/drawing/2014/main" id="{6FCFCB01-2D2B-4DEB-9880-ED3C557C234B}"/>
                </a:ext>
              </a:extLst>
            </p:cNvPr>
            <p:cNvSpPr>
              <a:spLocks noChangeArrowheads="1"/>
            </p:cNvSpPr>
            <p:nvPr/>
          </p:nvSpPr>
          <p:spPr bwMode="auto">
            <a:xfrm>
              <a:off x="6819900"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707" name="Rectangle 116">
              <a:extLst>
                <a:ext uri="{FF2B5EF4-FFF2-40B4-BE49-F238E27FC236}">
                  <a16:creationId xmlns:a16="http://schemas.microsoft.com/office/drawing/2014/main" id="{CCF380C2-01BD-4EFE-A951-5C2B9B8E1587}"/>
                </a:ext>
              </a:extLst>
            </p:cNvPr>
            <p:cNvSpPr>
              <a:spLocks noChangeArrowheads="1"/>
            </p:cNvSpPr>
            <p:nvPr/>
          </p:nvSpPr>
          <p:spPr bwMode="auto">
            <a:xfrm>
              <a:off x="6126163"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708" name="Rectangle 117">
              <a:extLst>
                <a:ext uri="{FF2B5EF4-FFF2-40B4-BE49-F238E27FC236}">
                  <a16:creationId xmlns:a16="http://schemas.microsoft.com/office/drawing/2014/main" id="{1A42EB72-7235-4C55-847E-C7092FF0970E}"/>
                </a:ext>
              </a:extLst>
            </p:cNvPr>
            <p:cNvSpPr>
              <a:spLocks noChangeArrowheads="1"/>
            </p:cNvSpPr>
            <p:nvPr/>
          </p:nvSpPr>
          <p:spPr bwMode="auto">
            <a:xfrm>
              <a:off x="2600325"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709" name="Rectangle 118">
              <a:extLst>
                <a:ext uri="{FF2B5EF4-FFF2-40B4-BE49-F238E27FC236}">
                  <a16:creationId xmlns:a16="http://schemas.microsoft.com/office/drawing/2014/main" id="{3C52A6A4-8F70-431B-8A30-17700D5012B4}"/>
                </a:ext>
              </a:extLst>
            </p:cNvPr>
            <p:cNvSpPr>
              <a:spLocks noChangeArrowheads="1"/>
            </p:cNvSpPr>
            <p:nvPr/>
          </p:nvSpPr>
          <p:spPr bwMode="auto">
            <a:xfrm>
              <a:off x="2274888" y="46736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H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710" name="Rectangle 119">
              <a:extLst>
                <a:ext uri="{FF2B5EF4-FFF2-40B4-BE49-F238E27FC236}">
                  <a16:creationId xmlns:a16="http://schemas.microsoft.com/office/drawing/2014/main" id="{AC76C466-5AE6-4794-9B7F-02A82F77FE5B}"/>
                </a:ext>
              </a:extLst>
            </p:cNvPr>
            <p:cNvSpPr>
              <a:spLocks noChangeArrowheads="1"/>
            </p:cNvSpPr>
            <p:nvPr/>
          </p:nvSpPr>
          <p:spPr bwMode="auto">
            <a:xfrm>
              <a:off x="3668713"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711" name="Rectangle 120">
              <a:extLst>
                <a:ext uri="{FF2B5EF4-FFF2-40B4-BE49-F238E27FC236}">
                  <a16:creationId xmlns:a16="http://schemas.microsoft.com/office/drawing/2014/main" id="{9E3BBFE5-538B-42F8-8EA8-82F9656A4401}"/>
                </a:ext>
              </a:extLst>
            </p:cNvPr>
            <p:cNvSpPr>
              <a:spLocks noChangeArrowheads="1"/>
            </p:cNvSpPr>
            <p:nvPr/>
          </p:nvSpPr>
          <p:spPr bwMode="auto">
            <a:xfrm>
              <a:off x="2946400"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712" name="Rectangle 121">
              <a:extLst>
                <a:ext uri="{FF2B5EF4-FFF2-40B4-BE49-F238E27FC236}">
                  <a16:creationId xmlns:a16="http://schemas.microsoft.com/office/drawing/2014/main" id="{B105D815-70A0-4AC4-9098-B1DE33A6DA70}"/>
                </a:ext>
              </a:extLst>
            </p:cNvPr>
            <p:cNvSpPr>
              <a:spLocks noChangeArrowheads="1"/>
            </p:cNvSpPr>
            <p:nvPr/>
          </p:nvSpPr>
          <p:spPr bwMode="auto">
            <a:xfrm>
              <a:off x="4010025"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713" name="Rectangle 122">
              <a:extLst>
                <a:ext uri="{FF2B5EF4-FFF2-40B4-BE49-F238E27FC236}">
                  <a16:creationId xmlns:a16="http://schemas.microsoft.com/office/drawing/2014/main" id="{1E526392-56A4-4550-B1F6-F511F18E6436}"/>
                </a:ext>
              </a:extLst>
            </p:cNvPr>
            <p:cNvSpPr>
              <a:spLocks noChangeArrowheads="1"/>
            </p:cNvSpPr>
            <p:nvPr/>
          </p:nvSpPr>
          <p:spPr bwMode="auto">
            <a:xfrm>
              <a:off x="5829300"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714" name="Rectangle 123">
              <a:extLst>
                <a:ext uri="{FF2B5EF4-FFF2-40B4-BE49-F238E27FC236}">
                  <a16:creationId xmlns:a16="http://schemas.microsoft.com/office/drawing/2014/main" id="{302E56A2-51CC-4096-A0DC-D63529AAB343}"/>
                </a:ext>
              </a:extLst>
            </p:cNvPr>
            <p:cNvSpPr>
              <a:spLocks noChangeArrowheads="1"/>
            </p:cNvSpPr>
            <p:nvPr/>
          </p:nvSpPr>
          <p:spPr bwMode="auto">
            <a:xfrm>
              <a:off x="5091113"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715" name="Rectangle 124">
              <a:extLst>
                <a:ext uri="{FF2B5EF4-FFF2-40B4-BE49-F238E27FC236}">
                  <a16:creationId xmlns:a16="http://schemas.microsoft.com/office/drawing/2014/main" id="{2C5D343A-1A29-425B-8BBF-6F5A05ADD886}"/>
                </a:ext>
              </a:extLst>
            </p:cNvPr>
            <p:cNvSpPr>
              <a:spLocks noChangeArrowheads="1"/>
            </p:cNvSpPr>
            <p:nvPr/>
          </p:nvSpPr>
          <p:spPr bwMode="auto">
            <a:xfrm>
              <a:off x="6819900"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716" name="Rectangle 125">
              <a:extLst>
                <a:ext uri="{FF2B5EF4-FFF2-40B4-BE49-F238E27FC236}">
                  <a16:creationId xmlns:a16="http://schemas.microsoft.com/office/drawing/2014/main" id="{09569664-8C26-4C79-9795-8F72E7B4D1C0}"/>
                </a:ext>
              </a:extLst>
            </p:cNvPr>
            <p:cNvSpPr>
              <a:spLocks noChangeArrowheads="1"/>
            </p:cNvSpPr>
            <p:nvPr/>
          </p:nvSpPr>
          <p:spPr bwMode="auto">
            <a:xfrm>
              <a:off x="2600325" y="5018088"/>
              <a:ext cx="422275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717" name="Rectangle 126">
              <a:extLst>
                <a:ext uri="{FF2B5EF4-FFF2-40B4-BE49-F238E27FC236}">
                  <a16:creationId xmlns:a16="http://schemas.microsoft.com/office/drawing/2014/main" id="{0C4A39F2-E545-4A1E-89A0-C2CA14B73208}"/>
                </a:ext>
              </a:extLst>
            </p:cNvPr>
            <p:cNvSpPr>
              <a:spLocks noChangeArrowheads="1"/>
            </p:cNvSpPr>
            <p:nvPr/>
          </p:nvSpPr>
          <p:spPr bwMode="auto">
            <a:xfrm>
              <a:off x="6126163"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66562" name="Title 1">
            <a:extLst>
              <a:ext uri="{FF2B5EF4-FFF2-40B4-BE49-F238E27FC236}">
                <a16:creationId xmlns:a16="http://schemas.microsoft.com/office/drawing/2014/main" id="{9AAE11FE-C035-4D3D-9DF6-E793CE823624}"/>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K-map for Y</a:t>
            </a:r>
            <a:r>
              <a:rPr kumimoji="0" lang="en-US" altLang="en-US" sz="3600" b="1" i="0" u="none" strike="noStrike" kern="120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cs typeface="+mn-cs"/>
              </a:rPr>
              <a:t>2</a:t>
            </a:r>
          </a:p>
        </p:txBody>
      </p:sp>
      <p:grpSp>
        <p:nvGrpSpPr>
          <p:cNvPr id="66563" name="Group 127">
            <a:extLst>
              <a:ext uri="{FF2B5EF4-FFF2-40B4-BE49-F238E27FC236}">
                <a16:creationId xmlns:a16="http://schemas.microsoft.com/office/drawing/2014/main" id="{74EFEDCA-4C6A-4503-9B3B-56738D40F3B9}"/>
              </a:ext>
            </a:extLst>
          </p:cNvPr>
          <p:cNvGrpSpPr>
            <a:grpSpLocks/>
          </p:cNvGrpSpPr>
          <p:nvPr/>
        </p:nvGrpSpPr>
        <p:grpSpPr bwMode="auto">
          <a:xfrm>
            <a:off x="5651500" y="2214563"/>
            <a:ext cx="2284413" cy="2754312"/>
            <a:chOff x="1295400" y="838200"/>
            <a:chExt cx="2284413" cy="2753757"/>
          </a:xfrm>
        </p:grpSpPr>
        <p:sp>
          <p:nvSpPr>
            <p:cNvPr id="66564" name="Rectangle 4">
              <a:extLst>
                <a:ext uri="{FF2B5EF4-FFF2-40B4-BE49-F238E27FC236}">
                  <a16:creationId xmlns:a16="http://schemas.microsoft.com/office/drawing/2014/main" id="{52F57261-B907-4457-BF78-3F465873FAA2}"/>
                </a:ext>
              </a:extLst>
            </p:cNvPr>
            <p:cNvSpPr>
              <a:spLocks noChangeArrowheads="1"/>
            </p:cNvSpPr>
            <p:nvPr/>
          </p:nvSpPr>
          <p:spPr bwMode="auto">
            <a:xfrm>
              <a:off x="1957388" y="1446212"/>
              <a:ext cx="820737" cy="819150"/>
            </a:xfrm>
            <a:prstGeom prst="rect">
              <a:avLst/>
            </a:prstGeom>
            <a:solidFill>
              <a:srgbClr val="FFFFFF"/>
            </a:solidFill>
            <a:ln w="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565" name="Line 5">
              <a:extLst>
                <a:ext uri="{FF2B5EF4-FFF2-40B4-BE49-F238E27FC236}">
                  <a16:creationId xmlns:a16="http://schemas.microsoft.com/office/drawing/2014/main" id="{DD203555-C7CD-4A8A-857B-444B0BD433B5}"/>
                </a:ext>
              </a:extLst>
            </p:cNvPr>
            <p:cNvSpPr>
              <a:spLocks noChangeShapeType="1"/>
            </p:cNvSpPr>
            <p:nvPr/>
          </p:nvSpPr>
          <p:spPr bwMode="auto">
            <a:xfrm flipH="1">
              <a:off x="1957388" y="1865312"/>
              <a:ext cx="820737"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566" name="Line 6">
              <a:extLst>
                <a:ext uri="{FF2B5EF4-FFF2-40B4-BE49-F238E27FC236}">
                  <a16:creationId xmlns:a16="http://schemas.microsoft.com/office/drawing/2014/main" id="{4E171099-6381-43A0-BBAA-1D7D352AB038}"/>
                </a:ext>
              </a:extLst>
            </p:cNvPr>
            <p:cNvSpPr>
              <a:spLocks noChangeShapeType="1"/>
            </p:cNvSpPr>
            <p:nvPr/>
          </p:nvSpPr>
          <p:spPr bwMode="auto">
            <a:xfrm flipV="1">
              <a:off x="2378075" y="1446212"/>
              <a:ext cx="1588" cy="8191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567" name="Line 7">
              <a:extLst>
                <a:ext uri="{FF2B5EF4-FFF2-40B4-BE49-F238E27FC236}">
                  <a16:creationId xmlns:a16="http://schemas.microsoft.com/office/drawing/2014/main" id="{1B155BBC-989C-4502-BB7F-0644EAEFC9DF}"/>
                </a:ext>
              </a:extLst>
            </p:cNvPr>
            <p:cNvSpPr>
              <a:spLocks noChangeShapeType="1"/>
            </p:cNvSpPr>
            <p:nvPr/>
          </p:nvSpPr>
          <p:spPr bwMode="auto">
            <a:xfrm>
              <a:off x="1557338" y="1044575"/>
              <a:ext cx="400050" cy="40163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568" name="Rectangle 8">
              <a:extLst>
                <a:ext uri="{FF2B5EF4-FFF2-40B4-BE49-F238E27FC236}">
                  <a16:creationId xmlns:a16="http://schemas.microsoft.com/office/drawing/2014/main" id="{EF545121-5A87-4531-B38B-093544E03FA9}"/>
                </a:ext>
              </a:extLst>
            </p:cNvPr>
            <p:cNvSpPr>
              <a:spLocks noChangeArrowheads="1"/>
            </p:cNvSpPr>
            <p:nvPr/>
          </p:nvSpPr>
          <p:spPr bwMode="auto">
            <a:xfrm>
              <a:off x="2778125" y="1446212"/>
              <a:ext cx="801688" cy="819150"/>
            </a:xfrm>
            <a:prstGeom prst="rect">
              <a:avLst/>
            </a:prstGeom>
            <a:solidFill>
              <a:srgbClr val="FFFFFF"/>
            </a:solidFill>
            <a:ln w="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569" name="Line 9">
              <a:extLst>
                <a:ext uri="{FF2B5EF4-FFF2-40B4-BE49-F238E27FC236}">
                  <a16:creationId xmlns:a16="http://schemas.microsoft.com/office/drawing/2014/main" id="{9FA531A8-EFCF-4E80-8ACB-19F60EB40E9F}"/>
                </a:ext>
              </a:extLst>
            </p:cNvPr>
            <p:cNvSpPr>
              <a:spLocks noChangeShapeType="1"/>
            </p:cNvSpPr>
            <p:nvPr/>
          </p:nvSpPr>
          <p:spPr bwMode="auto">
            <a:xfrm flipH="1">
              <a:off x="2778125" y="1865312"/>
              <a:ext cx="801688"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570" name="Line 10">
              <a:extLst>
                <a:ext uri="{FF2B5EF4-FFF2-40B4-BE49-F238E27FC236}">
                  <a16:creationId xmlns:a16="http://schemas.microsoft.com/office/drawing/2014/main" id="{305D9E56-4236-4838-B8A3-E4CD3163256F}"/>
                </a:ext>
              </a:extLst>
            </p:cNvPr>
            <p:cNvSpPr>
              <a:spLocks noChangeShapeType="1"/>
            </p:cNvSpPr>
            <p:nvPr/>
          </p:nvSpPr>
          <p:spPr bwMode="auto">
            <a:xfrm flipV="1">
              <a:off x="3179763" y="1446212"/>
              <a:ext cx="1587" cy="8191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571" name="Rectangle 11">
              <a:extLst>
                <a:ext uri="{FF2B5EF4-FFF2-40B4-BE49-F238E27FC236}">
                  <a16:creationId xmlns:a16="http://schemas.microsoft.com/office/drawing/2014/main" id="{5C563F24-4FF6-4C09-988C-16C291EBE5C2}"/>
                </a:ext>
              </a:extLst>
            </p:cNvPr>
            <p:cNvSpPr>
              <a:spLocks noChangeArrowheads="1"/>
            </p:cNvSpPr>
            <p:nvPr/>
          </p:nvSpPr>
          <p:spPr bwMode="auto">
            <a:xfrm>
              <a:off x="2079625" y="122396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572" name="Rectangle 12">
              <a:extLst>
                <a:ext uri="{FF2B5EF4-FFF2-40B4-BE49-F238E27FC236}">
                  <a16:creationId xmlns:a16="http://schemas.microsoft.com/office/drawing/2014/main" id="{8BB44CDF-CA95-4F6F-8D7C-0BC78AAF6DF6}"/>
                </a:ext>
              </a:extLst>
            </p:cNvPr>
            <p:cNvSpPr>
              <a:spLocks noChangeArrowheads="1"/>
            </p:cNvSpPr>
            <p:nvPr/>
          </p:nvSpPr>
          <p:spPr bwMode="auto">
            <a:xfrm>
              <a:off x="2486025" y="122396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573" name="Rectangle 13">
              <a:extLst>
                <a:ext uri="{FF2B5EF4-FFF2-40B4-BE49-F238E27FC236}">
                  <a16:creationId xmlns:a16="http://schemas.microsoft.com/office/drawing/2014/main" id="{3AAE1247-2B69-4E2E-AD88-85BAB0578F26}"/>
                </a:ext>
              </a:extLst>
            </p:cNvPr>
            <p:cNvSpPr>
              <a:spLocks noChangeArrowheads="1"/>
            </p:cNvSpPr>
            <p:nvPr/>
          </p:nvSpPr>
          <p:spPr bwMode="auto">
            <a:xfrm>
              <a:off x="2890838" y="1223962"/>
              <a:ext cx="24923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574" name="Rectangle 14">
              <a:extLst>
                <a:ext uri="{FF2B5EF4-FFF2-40B4-BE49-F238E27FC236}">
                  <a16:creationId xmlns:a16="http://schemas.microsoft.com/office/drawing/2014/main" id="{27BD9FF5-ACDC-432E-903E-E087CDCD759F}"/>
                </a:ext>
              </a:extLst>
            </p:cNvPr>
            <p:cNvSpPr>
              <a:spLocks noChangeArrowheads="1"/>
            </p:cNvSpPr>
            <p:nvPr/>
          </p:nvSpPr>
          <p:spPr bwMode="auto">
            <a:xfrm>
              <a:off x="3297238" y="1223962"/>
              <a:ext cx="24923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575" name="Rectangle 15">
              <a:extLst>
                <a:ext uri="{FF2B5EF4-FFF2-40B4-BE49-F238E27FC236}">
                  <a16:creationId xmlns:a16="http://schemas.microsoft.com/office/drawing/2014/main" id="{91550C49-711B-4016-99CD-B180D5EAEB07}"/>
                </a:ext>
              </a:extLst>
            </p:cNvPr>
            <p:cNvSpPr>
              <a:spLocks noChangeArrowheads="1"/>
            </p:cNvSpPr>
            <p:nvPr/>
          </p:nvSpPr>
          <p:spPr bwMode="auto">
            <a:xfrm>
              <a:off x="1708150" y="156051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576" name="Rectangle 16">
              <a:extLst>
                <a:ext uri="{FF2B5EF4-FFF2-40B4-BE49-F238E27FC236}">
                  <a16:creationId xmlns:a16="http://schemas.microsoft.com/office/drawing/2014/main" id="{84D086F2-9C8A-4311-9F4E-64363543C849}"/>
                </a:ext>
              </a:extLst>
            </p:cNvPr>
            <p:cNvSpPr>
              <a:spLocks noChangeArrowheads="1"/>
            </p:cNvSpPr>
            <p:nvPr/>
          </p:nvSpPr>
          <p:spPr bwMode="auto">
            <a:xfrm>
              <a:off x="1698625" y="196691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577" name="Rectangle 17">
              <a:extLst>
                <a:ext uri="{FF2B5EF4-FFF2-40B4-BE49-F238E27FC236}">
                  <a16:creationId xmlns:a16="http://schemas.microsoft.com/office/drawing/2014/main" id="{CCFB4F44-3EBA-4909-9698-8AC2837348D5}"/>
                </a:ext>
              </a:extLst>
            </p:cNvPr>
            <p:cNvSpPr>
              <a:spLocks noChangeArrowheads="1"/>
            </p:cNvSpPr>
            <p:nvPr/>
          </p:nvSpPr>
          <p:spPr bwMode="auto">
            <a:xfrm>
              <a:off x="2532063" y="1570037"/>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578" name="Rectangle 24">
              <a:extLst>
                <a:ext uri="{FF2B5EF4-FFF2-40B4-BE49-F238E27FC236}">
                  <a16:creationId xmlns:a16="http://schemas.microsoft.com/office/drawing/2014/main" id="{A870C6DC-EE74-4C49-9F1F-D4860F7ACFDE}"/>
                </a:ext>
              </a:extLst>
            </p:cNvPr>
            <p:cNvSpPr>
              <a:spLocks noChangeArrowheads="1"/>
            </p:cNvSpPr>
            <p:nvPr/>
          </p:nvSpPr>
          <p:spPr bwMode="auto">
            <a:xfrm>
              <a:off x="1957388" y="2265362"/>
              <a:ext cx="820737" cy="801688"/>
            </a:xfrm>
            <a:prstGeom prst="rect">
              <a:avLst/>
            </a:prstGeom>
            <a:solidFill>
              <a:srgbClr val="FFFFFF"/>
            </a:solidFill>
            <a:ln w="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579" name="Line 25">
              <a:extLst>
                <a:ext uri="{FF2B5EF4-FFF2-40B4-BE49-F238E27FC236}">
                  <a16:creationId xmlns:a16="http://schemas.microsoft.com/office/drawing/2014/main" id="{AEC09E47-8B01-4F18-8997-1E75DACC55C6}"/>
                </a:ext>
              </a:extLst>
            </p:cNvPr>
            <p:cNvSpPr>
              <a:spLocks noChangeShapeType="1"/>
            </p:cNvSpPr>
            <p:nvPr/>
          </p:nvSpPr>
          <p:spPr bwMode="auto">
            <a:xfrm flipH="1">
              <a:off x="1957388" y="2667000"/>
              <a:ext cx="820737"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580" name="Line 26">
              <a:extLst>
                <a:ext uri="{FF2B5EF4-FFF2-40B4-BE49-F238E27FC236}">
                  <a16:creationId xmlns:a16="http://schemas.microsoft.com/office/drawing/2014/main" id="{04FEC06C-6B9C-4061-862B-68612E12892C}"/>
                </a:ext>
              </a:extLst>
            </p:cNvPr>
            <p:cNvSpPr>
              <a:spLocks noChangeShapeType="1"/>
            </p:cNvSpPr>
            <p:nvPr/>
          </p:nvSpPr>
          <p:spPr bwMode="auto">
            <a:xfrm flipV="1">
              <a:off x="2378075" y="2265362"/>
              <a:ext cx="1588" cy="8016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581" name="Rectangle 27">
              <a:extLst>
                <a:ext uri="{FF2B5EF4-FFF2-40B4-BE49-F238E27FC236}">
                  <a16:creationId xmlns:a16="http://schemas.microsoft.com/office/drawing/2014/main" id="{E43AEF0A-8DB4-4B7C-ADFD-49DC0B26A6BE}"/>
                </a:ext>
              </a:extLst>
            </p:cNvPr>
            <p:cNvSpPr>
              <a:spLocks noChangeArrowheads="1"/>
            </p:cNvSpPr>
            <p:nvPr/>
          </p:nvSpPr>
          <p:spPr bwMode="auto">
            <a:xfrm>
              <a:off x="2778125" y="2265362"/>
              <a:ext cx="801688" cy="801688"/>
            </a:xfrm>
            <a:prstGeom prst="rect">
              <a:avLst/>
            </a:prstGeom>
            <a:solidFill>
              <a:srgbClr val="FFFFFF"/>
            </a:solidFill>
            <a:ln w="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582" name="Line 28">
              <a:extLst>
                <a:ext uri="{FF2B5EF4-FFF2-40B4-BE49-F238E27FC236}">
                  <a16:creationId xmlns:a16="http://schemas.microsoft.com/office/drawing/2014/main" id="{CDCEC619-0969-480E-83C0-64B2FEBD9C76}"/>
                </a:ext>
              </a:extLst>
            </p:cNvPr>
            <p:cNvSpPr>
              <a:spLocks noChangeShapeType="1"/>
            </p:cNvSpPr>
            <p:nvPr/>
          </p:nvSpPr>
          <p:spPr bwMode="auto">
            <a:xfrm flipH="1">
              <a:off x="2778125" y="2667000"/>
              <a:ext cx="801688"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583" name="Line 29">
              <a:extLst>
                <a:ext uri="{FF2B5EF4-FFF2-40B4-BE49-F238E27FC236}">
                  <a16:creationId xmlns:a16="http://schemas.microsoft.com/office/drawing/2014/main" id="{E80D604C-EEC6-4902-AF88-C405E5679D90}"/>
                </a:ext>
              </a:extLst>
            </p:cNvPr>
            <p:cNvSpPr>
              <a:spLocks noChangeShapeType="1"/>
            </p:cNvSpPr>
            <p:nvPr/>
          </p:nvSpPr>
          <p:spPr bwMode="auto">
            <a:xfrm flipV="1">
              <a:off x="3179763" y="2265362"/>
              <a:ext cx="1587" cy="8016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584" name="Rectangle 30">
              <a:extLst>
                <a:ext uri="{FF2B5EF4-FFF2-40B4-BE49-F238E27FC236}">
                  <a16:creationId xmlns:a16="http://schemas.microsoft.com/office/drawing/2014/main" id="{512760EE-B7D5-44D8-A357-B989A34B326A}"/>
                </a:ext>
              </a:extLst>
            </p:cNvPr>
            <p:cNvSpPr>
              <a:spLocks noChangeArrowheads="1"/>
            </p:cNvSpPr>
            <p:nvPr/>
          </p:nvSpPr>
          <p:spPr bwMode="auto">
            <a:xfrm>
              <a:off x="2122488" y="1570037"/>
              <a:ext cx="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585" name="Rectangle 39">
              <a:extLst>
                <a:ext uri="{FF2B5EF4-FFF2-40B4-BE49-F238E27FC236}">
                  <a16:creationId xmlns:a16="http://schemas.microsoft.com/office/drawing/2014/main" id="{6D559851-7112-472A-9F65-CF7397CC0E45}"/>
                </a:ext>
              </a:extLst>
            </p:cNvPr>
            <p:cNvSpPr>
              <a:spLocks noChangeArrowheads="1"/>
            </p:cNvSpPr>
            <p:nvPr/>
          </p:nvSpPr>
          <p:spPr bwMode="auto">
            <a:xfrm>
              <a:off x="1698625" y="2381250"/>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586" name="Rectangle 40">
              <a:extLst>
                <a:ext uri="{FF2B5EF4-FFF2-40B4-BE49-F238E27FC236}">
                  <a16:creationId xmlns:a16="http://schemas.microsoft.com/office/drawing/2014/main" id="{E1D14F7B-8A42-4361-8F3D-3C78B9AB2BC7}"/>
                </a:ext>
              </a:extLst>
            </p:cNvPr>
            <p:cNvSpPr>
              <a:spLocks noChangeArrowheads="1"/>
            </p:cNvSpPr>
            <p:nvPr/>
          </p:nvSpPr>
          <p:spPr bwMode="auto">
            <a:xfrm>
              <a:off x="1698625" y="278606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587" name="Rectangle 41">
              <a:extLst>
                <a:ext uri="{FF2B5EF4-FFF2-40B4-BE49-F238E27FC236}">
                  <a16:creationId xmlns:a16="http://schemas.microsoft.com/office/drawing/2014/main" id="{9ED9A9BD-647D-4D66-B516-58E9EEEA1FDB}"/>
                </a:ext>
              </a:extLst>
            </p:cNvPr>
            <p:cNvSpPr>
              <a:spLocks noChangeArrowheads="1"/>
            </p:cNvSpPr>
            <p:nvPr/>
          </p:nvSpPr>
          <p:spPr bwMode="auto">
            <a:xfrm>
              <a:off x="1695450" y="838200"/>
              <a:ext cx="195263"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588" name="Rectangle 42">
              <a:extLst>
                <a:ext uri="{FF2B5EF4-FFF2-40B4-BE49-F238E27FC236}">
                  <a16:creationId xmlns:a16="http://schemas.microsoft.com/office/drawing/2014/main" id="{FB427EA5-4897-4037-B286-23B9DD97E6E7}"/>
                </a:ext>
              </a:extLst>
            </p:cNvPr>
            <p:cNvSpPr>
              <a:spLocks noChangeArrowheads="1"/>
            </p:cNvSpPr>
            <p:nvPr/>
          </p:nvSpPr>
          <p:spPr bwMode="auto">
            <a:xfrm>
              <a:off x="1778000" y="925512"/>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589" name="Rectangle 43">
              <a:extLst>
                <a:ext uri="{FF2B5EF4-FFF2-40B4-BE49-F238E27FC236}">
                  <a16:creationId xmlns:a16="http://schemas.microsoft.com/office/drawing/2014/main" id="{84CB152F-001E-4BB8-BED4-4518371AAB5F}"/>
                </a:ext>
              </a:extLst>
            </p:cNvPr>
            <p:cNvSpPr>
              <a:spLocks noChangeArrowheads="1"/>
            </p:cNvSpPr>
            <p:nvPr/>
          </p:nvSpPr>
          <p:spPr bwMode="auto">
            <a:xfrm>
              <a:off x="1858963" y="838200"/>
              <a:ext cx="195262"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590" name="Rectangle 44">
              <a:extLst>
                <a:ext uri="{FF2B5EF4-FFF2-40B4-BE49-F238E27FC236}">
                  <a16:creationId xmlns:a16="http://schemas.microsoft.com/office/drawing/2014/main" id="{74B1F883-A9C4-48C9-AFA1-AE19F738E96F}"/>
                </a:ext>
              </a:extLst>
            </p:cNvPr>
            <p:cNvSpPr>
              <a:spLocks noChangeArrowheads="1"/>
            </p:cNvSpPr>
            <p:nvPr/>
          </p:nvSpPr>
          <p:spPr bwMode="auto">
            <a:xfrm>
              <a:off x="1941513" y="925512"/>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591" name="Rectangle 45">
              <a:extLst>
                <a:ext uri="{FF2B5EF4-FFF2-40B4-BE49-F238E27FC236}">
                  <a16:creationId xmlns:a16="http://schemas.microsoft.com/office/drawing/2014/main" id="{AEFD8CB7-457A-4ADC-BDE9-DAFB3847BEDF}"/>
                </a:ext>
              </a:extLst>
            </p:cNvPr>
            <p:cNvSpPr>
              <a:spLocks noChangeArrowheads="1"/>
            </p:cNvSpPr>
            <p:nvPr/>
          </p:nvSpPr>
          <p:spPr bwMode="auto">
            <a:xfrm>
              <a:off x="1295400" y="1084262"/>
              <a:ext cx="198438"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592" name="Rectangle 54">
              <a:extLst>
                <a:ext uri="{FF2B5EF4-FFF2-40B4-BE49-F238E27FC236}">
                  <a16:creationId xmlns:a16="http://schemas.microsoft.com/office/drawing/2014/main" id="{B5AED2A2-D59D-47DD-B576-BE67F00B005B}"/>
                </a:ext>
              </a:extLst>
            </p:cNvPr>
            <p:cNvSpPr>
              <a:spLocks noChangeArrowheads="1"/>
            </p:cNvSpPr>
            <p:nvPr/>
          </p:nvSpPr>
          <p:spPr bwMode="auto">
            <a:xfrm>
              <a:off x="1506538" y="1171575"/>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593" name="Rectangle 164">
              <a:extLst>
                <a:ext uri="{FF2B5EF4-FFF2-40B4-BE49-F238E27FC236}">
                  <a16:creationId xmlns:a16="http://schemas.microsoft.com/office/drawing/2014/main" id="{D740962E-4253-477B-8DF4-135F4F49BF1B}"/>
                </a:ext>
              </a:extLst>
            </p:cNvPr>
            <p:cNvSpPr>
              <a:spLocks noChangeArrowheads="1"/>
            </p:cNvSpPr>
            <p:nvPr/>
          </p:nvSpPr>
          <p:spPr bwMode="auto">
            <a:xfrm>
              <a:off x="2284413" y="3309937"/>
              <a:ext cx="0"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594" name="Rectangle 169">
              <a:extLst>
                <a:ext uri="{FF2B5EF4-FFF2-40B4-BE49-F238E27FC236}">
                  <a16:creationId xmlns:a16="http://schemas.microsoft.com/office/drawing/2014/main" id="{8E3FA9B6-9360-4373-AE5A-50FF28BD64E6}"/>
                </a:ext>
              </a:extLst>
            </p:cNvPr>
            <p:cNvSpPr>
              <a:spLocks noChangeArrowheads="1"/>
            </p:cNvSpPr>
            <p:nvPr/>
          </p:nvSpPr>
          <p:spPr bwMode="auto">
            <a:xfrm>
              <a:off x="2941638" y="3222625"/>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585" name="Group 1">
            <a:extLst>
              <a:ext uri="{FF2B5EF4-FFF2-40B4-BE49-F238E27FC236}">
                <a16:creationId xmlns:a16="http://schemas.microsoft.com/office/drawing/2014/main" id="{3B61D570-AF8A-43F2-8D64-2E47C8D3E32E}"/>
              </a:ext>
            </a:extLst>
          </p:cNvPr>
          <p:cNvGrpSpPr>
            <a:grpSpLocks/>
          </p:cNvGrpSpPr>
          <p:nvPr/>
        </p:nvGrpSpPr>
        <p:grpSpPr bwMode="auto">
          <a:xfrm>
            <a:off x="381000" y="1665288"/>
            <a:ext cx="4557713" cy="3973512"/>
            <a:chOff x="2274888" y="1057275"/>
            <a:chExt cx="4557712" cy="3973513"/>
          </a:xfrm>
        </p:grpSpPr>
        <p:sp>
          <p:nvSpPr>
            <p:cNvPr id="67621" name="Rectangle 4">
              <a:extLst>
                <a:ext uri="{FF2B5EF4-FFF2-40B4-BE49-F238E27FC236}">
                  <a16:creationId xmlns:a16="http://schemas.microsoft.com/office/drawing/2014/main" id="{7B978AC1-C67A-48C2-AF60-955597692C75}"/>
                </a:ext>
              </a:extLst>
            </p:cNvPr>
            <p:cNvSpPr>
              <a:spLocks noChangeArrowheads="1"/>
            </p:cNvSpPr>
            <p:nvPr/>
          </p:nvSpPr>
          <p:spPr bwMode="auto">
            <a:xfrm>
              <a:off x="2600325" y="1057275"/>
              <a:ext cx="4222750"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22" name="Rectangle 5">
              <a:extLst>
                <a:ext uri="{FF2B5EF4-FFF2-40B4-BE49-F238E27FC236}">
                  <a16:creationId xmlns:a16="http://schemas.microsoft.com/office/drawing/2014/main" id="{086411BD-63A6-492C-AFEF-04DCD9138A82}"/>
                </a:ext>
              </a:extLst>
            </p:cNvPr>
            <p:cNvSpPr>
              <a:spLocks noChangeArrowheads="1"/>
            </p:cNvSpPr>
            <p:nvPr/>
          </p:nvSpPr>
          <p:spPr bwMode="auto">
            <a:xfrm>
              <a:off x="2600325"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23" name="Rectangle 6">
              <a:extLst>
                <a:ext uri="{FF2B5EF4-FFF2-40B4-BE49-F238E27FC236}">
                  <a16:creationId xmlns:a16="http://schemas.microsoft.com/office/drawing/2014/main" id="{354DFE31-C5DF-4CAE-A0E6-E425D22F8B0C}"/>
                </a:ext>
              </a:extLst>
            </p:cNvPr>
            <p:cNvSpPr>
              <a:spLocks noChangeArrowheads="1"/>
            </p:cNvSpPr>
            <p:nvPr/>
          </p:nvSpPr>
          <p:spPr bwMode="auto">
            <a:xfrm>
              <a:off x="3668713"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24" name="Rectangle 7">
              <a:extLst>
                <a:ext uri="{FF2B5EF4-FFF2-40B4-BE49-F238E27FC236}">
                  <a16:creationId xmlns:a16="http://schemas.microsoft.com/office/drawing/2014/main" id="{C3B964B0-16D5-4081-92BC-C22CB4E9825A}"/>
                </a:ext>
              </a:extLst>
            </p:cNvPr>
            <p:cNvSpPr>
              <a:spLocks noChangeArrowheads="1"/>
            </p:cNvSpPr>
            <p:nvPr/>
          </p:nvSpPr>
          <p:spPr bwMode="auto">
            <a:xfrm>
              <a:off x="2763838" y="1317625"/>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25" name="Rectangle 8">
              <a:extLst>
                <a:ext uri="{FF2B5EF4-FFF2-40B4-BE49-F238E27FC236}">
                  <a16:creationId xmlns:a16="http://schemas.microsoft.com/office/drawing/2014/main" id="{6AA8FD78-D986-4F10-B08B-544AEFD332B4}"/>
                </a:ext>
              </a:extLst>
            </p:cNvPr>
            <p:cNvSpPr>
              <a:spLocks noChangeArrowheads="1"/>
            </p:cNvSpPr>
            <p:nvPr/>
          </p:nvSpPr>
          <p:spPr bwMode="auto">
            <a:xfrm>
              <a:off x="5829300"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26" name="Rectangle 9">
              <a:extLst>
                <a:ext uri="{FF2B5EF4-FFF2-40B4-BE49-F238E27FC236}">
                  <a16:creationId xmlns:a16="http://schemas.microsoft.com/office/drawing/2014/main" id="{CACCEBB2-AA0D-4591-844F-03CF1AF815C3}"/>
                </a:ext>
              </a:extLst>
            </p:cNvPr>
            <p:cNvSpPr>
              <a:spLocks noChangeArrowheads="1"/>
            </p:cNvSpPr>
            <p:nvPr/>
          </p:nvSpPr>
          <p:spPr bwMode="auto">
            <a:xfrm>
              <a:off x="6819900"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27" name="Rectangle 10">
              <a:extLst>
                <a:ext uri="{FF2B5EF4-FFF2-40B4-BE49-F238E27FC236}">
                  <a16:creationId xmlns:a16="http://schemas.microsoft.com/office/drawing/2014/main" id="{CD49BA1C-7EBF-424D-A3DD-121C9EFF3BB9}"/>
                </a:ext>
              </a:extLst>
            </p:cNvPr>
            <p:cNvSpPr>
              <a:spLocks noChangeArrowheads="1"/>
            </p:cNvSpPr>
            <p:nvPr/>
          </p:nvSpPr>
          <p:spPr bwMode="auto">
            <a:xfrm>
              <a:off x="3668713" y="1538288"/>
              <a:ext cx="217170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28" name="Rectangle 11">
              <a:extLst>
                <a:ext uri="{FF2B5EF4-FFF2-40B4-BE49-F238E27FC236}">
                  <a16:creationId xmlns:a16="http://schemas.microsoft.com/office/drawing/2014/main" id="{D9906ACA-D7D9-4631-A8F0-1E05275EC6DF}"/>
                </a:ext>
              </a:extLst>
            </p:cNvPr>
            <p:cNvSpPr>
              <a:spLocks noChangeArrowheads="1"/>
            </p:cNvSpPr>
            <p:nvPr/>
          </p:nvSpPr>
          <p:spPr bwMode="auto">
            <a:xfrm>
              <a:off x="2600325"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29" name="Rectangle 12">
              <a:extLst>
                <a:ext uri="{FF2B5EF4-FFF2-40B4-BE49-F238E27FC236}">
                  <a16:creationId xmlns:a16="http://schemas.microsoft.com/office/drawing/2014/main" id="{EC1863D1-9E42-4BD1-8BA1-BD942BB6DD60}"/>
                </a:ext>
              </a:extLst>
            </p:cNvPr>
            <p:cNvSpPr>
              <a:spLocks noChangeArrowheads="1"/>
            </p:cNvSpPr>
            <p:nvPr/>
          </p:nvSpPr>
          <p:spPr bwMode="auto">
            <a:xfrm>
              <a:off x="4240213" y="1171575"/>
              <a:ext cx="10842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 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30" name="Rectangle 13">
              <a:extLst>
                <a:ext uri="{FF2B5EF4-FFF2-40B4-BE49-F238E27FC236}">
                  <a16:creationId xmlns:a16="http://schemas.microsoft.com/office/drawing/2014/main" id="{E573C6C8-6CF6-4EF9-8ADA-A602D1182B5E}"/>
                </a:ext>
              </a:extLst>
            </p:cNvPr>
            <p:cNvSpPr>
              <a:spLocks noChangeArrowheads="1"/>
            </p:cNvSpPr>
            <p:nvPr/>
          </p:nvSpPr>
          <p:spPr bwMode="auto">
            <a:xfrm>
              <a:off x="3668713"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31" name="Rectangle 14">
              <a:extLst>
                <a:ext uri="{FF2B5EF4-FFF2-40B4-BE49-F238E27FC236}">
                  <a16:creationId xmlns:a16="http://schemas.microsoft.com/office/drawing/2014/main" id="{0AF4E42E-7398-440F-916A-467832570BAF}"/>
                </a:ext>
              </a:extLst>
            </p:cNvPr>
            <p:cNvSpPr>
              <a:spLocks noChangeArrowheads="1"/>
            </p:cNvSpPr>
            <p:nvPr/>
          </p:nvSpPr>
          <p:spPr bwMode="auto">
            <a:xfrm>
              <a:off x="2903538" y="1641475"/>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32" name="Rectangle 15">
              <a:extLst>
                <a:ext uri="{FF2B5EF4-FFF2-40B4-BE49-F238E27FC236}">
                  <a16:creationId xmlns:a16="http://schemas.microsoft.com/office/drawing/2014/main" id="{8C23F36A-D7B4-4B70-BF4C-F83185944745}"/>
                </a:ext>
              </a:extLst>
            </p:cNvPr>
            <p:cNvSpPr>
              <a:spLocks noChangeArrowheads="1"/>
            </p:cNvSpPr>
            <p:nvPr/>
          </p:nvSpPr>
          <p:spPr bwMode="auto">
            <a:xfrm>
              <a:off x="3878263" y="1641475"/>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33" name="Rectangle 16">
              <a:extLst>
                <a:ext uri="{FF2B5EF4-FFF2-40B4-BE49-F238E27FC236}">
                  <a16:creationId xmlns:a16="http://schemas.microsoft.com/office/drawing/2014/main" id="{FEE32A82-C90A-4C8A-9A62-57A11CF54BE1}"/>
                </a:ext>
              </a:extLst>
            </p:cNvPr>
            <p:cNvSpPr>
              <a:spLocks noChangeArrowheads="1"/>
            </p:cNvSpPr>
            <p:nvPr/>
          </p:nvSpPr>
          <p:spPr bwMode="auto">
            <a:xfrm>
              <a:off x="4138613" y="1641475"/>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34" name="Rectangle 17">
              <a:extLst>
                <a:ext uri="{FF2B5EF4-FFF2-40B4-BE49-F238E27FC236}">
                  <a16:creationId xmlns:a16="http://schemas.microsoft.com/office/drawing/2014/main" id="{7DFBF8C7-55BA-4B3E-8CD6-E295A0601461}"/>
                </a:ext>
              </a:extLst>
            </p:cNvPr>
            <p:cNvSpPr>
              <a:spLocks noChangeArrowheads="1"/>
            </p:cNvSpPr>
            <p:nvPr/>
          </p:nvSpPr>
          <p:spPr bwMode="auto">
            <a:xfrm>
              <a:off x="4405313" y="16414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35" name="Rectangle 18">
              <a:extLst>
                <a:ext uri="{FF2B5EF4-FFF2-40B4-BE49-F238E27FC236}">
                  <a16:creationId xmlns:a16="http://schemas.microsoft.com/office/drawing/2014/main" id="{C7190B02-2FE5-4F3A-AF68-0673DB10BD4E}"/>
                </a:ext>
              </a:extLst>
            </p:cNvPr>
            <p:cNvSpPr>
              <a:spLocks noChangeArrowheads="1"/>
            </p:cNvSpPr>
            <p:nvPr/>
          </p:nvSpPr>
          <p:spPr bwMode="auto">
            <a:xfrm>
              <a:off x="4962525" y="1641475"/>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36" name="Rectangle 19">
              <a:extLst>
                <a:ext uri="{FF2B5EF4-FFF2-40B4-BE49-F238E27FC236}">
                  <a16:creationId xmlns:a16="http://schemas.microsoft.com/office/drawing/2014/main" id="{142A9C96-0A7B-4141-8147-CE07F60739F5}"/>
                </a:ext>
              </a:extLst>
            </p:cNvPr>
            <p:cNvSpPr>
              <a:spLocks noChangeArrowheads="1"/>
            </p:cNvSpPr>
            <p:nvPr/>
          </p:nvSpPr>
          <p:spPr bwMode="auto">
            <a:xfrm>
              <a:off x="5222875" y="1641475"/>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37" name="Rectangle 20">
              <a:extLst>
                <a:ext uri="{FF2B5EF4-FFF2-40B4-BE49-F238E27FC236}">
                  <a16:creationId xmlns:a16="http://schemas.microsoft.com/office/drawing/2014/main" id="{7FF264EF-957A-4585-92AE-133681BAE713}"/>
                </a:ext>
              </a:extLst>
            </p:cNvPr>
            <p:cNvSpPr>
              <a:spLocks noChangeArrowheads="1"/>
            </p:cNvSpPr>
            <p:nvPr/>
          </p:nvSpPr>
          <p:spPr bwMode="auto">
            <a:xfrm>
              <a:off x="5829300"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38" name="Rectangle 21">
              <a:extLst>
                <a:ext uri="{FF2B5EF4-FFF2-40B4-BE49-F238E27FC236}">
                  <a16:creationId xmlns:a16="http://schemas.microsoft.com/office/drawing/2014/main" id="{F7C4C109-8729-4A08-8B4C-7C95F7DD259B}"/>
                </a:ext>
              </a:extLst>
            </p:cNvPr>
            <p:cNvSpPr>
              <a:spLocks noChangeArrowheads="1"/>
            </p:cNvSpPr>
            <p:nvPr/>
          </p:nvSpPr>
          <p:spPr bwMode="auto">
            <a:xfrm>
              <a:off x="5489575" y="16414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39" name="Rectangle 22">
              <a:extLst>
                <a:ext uri="{FF2B5EF4-FFF2-40B4-BE49-F238E27FC236}">
                  <a16:creationId xmlns:a16="http://schemas.microsoft.com/office/drawing/2014/main" id="{5C2C4AA5-32D8-4C02-A17A-C00600EE12FA}"/>
                </a:ext>
              </a:extLst>
            </p:cNvPr>
            <p:cNvSpPr>
              <a:spLocks noChangeArrowheads="1"/>
            </p:cNvSpPr>
            <p:nvPr/>
          </p:nvSpPr>
          <p:spPr bwMode="auto">
            <a:xfrm>
              <a:off x="6819900"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40" name="Rectangle 23">
              <a:extLst>
                <a:ext uri="{FF2B5EF4-FFF2-40B4-BE49-F238E27FC236}">
                  <a16:creationId xmlns:a16="http://schemas.microsoft.com/office/drawing/2014/main" id="{FC0924D9-DFB8-4F7D-B203-097F7BEAE6C7}"/>
                </a:ext>
              </a:extLst>
            </p:cNvPr>
            <p:cNvSpPr>
              <a:spLocks noChangeArrowheads="1"/>
            </p:cNvSpPr>
            <p:nvPr/>
          </p:nvSpPr>
          <p:spPr bwMode="auto">
            <a:xfrm>
              <a:off x="3668713" y="1995488"/>
              <a:ext cx="217170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41" name="Rectangle 24">
              <a:extLst>
                <a:ext uri="{FF2B5EF4-FFF2-40B4-BE49-F238E27FC236}">
                  <a16:creationId xmlns:a16="http://schemas.microsoft.com/office/drawing/2014/main" id="{AABAB7C5-BC2B-4E65-ADAA-BF65A296373B}"/>
                </a:ext>
              </a:extLst>
            </p:cNvPr>
            <p:cNvSpPr>
              <a:spLocks noChangeArrowheads="1"/>
            </p:cNvSpPr>
            <p:nvPr/>
          </p:nvSpPr>
          <p:spPr bwMode="auto">
            <a:xfrm>
              <a:off x="2600325"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42" name="Rectangle 25">
              <a:extLst>
                <a:ext uri="{FF2B5EF4-FFF2-40B4-BE49-F238E27FC236}">
                  <a16:creationId xmlns:a16="http://schemas.microsoft.com/office/drawing/2014/main" id="{E1E7451F-43F0-4919-AA35-F476A5CAAE17}"/>
                </a:ext>
              </a:extLst>
            </p:cNvPr>
            <p:cNvSpPr>
              <a:spLocks noChangeArrowheads="1"/>
            </p:cNvSpPr>
            <p:nvPr/>
          </p:nvSpPr>
          <p:spPr bwMode="auto">
            <a:xfrm>
              <a:off x="6021388" y="1495425"/>
              <a:ext cx="684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Count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43" name="Rectangle 26">
              <a:extLst>
                <a:ext uri="{FF2B5EF4-FFF2-40B4-BE49-F238E27FC236}">
                  <a16:creationId xmlns:a16="http://schemas.microsoft.com/office/drawing/2014/main" id="{010F2A07-03F9-427B-993D-8E14C0808C76}"/>
                </a:ext>
              </a:extLst>
            </p:cNvPr>
            <p:cNvSpPr>
              <a:spLocks noChangeArrowheads="1"/>
            </p:cNvSpPr>
            <p:nvPr/>
          </p:nvSpPr>
          <p:spPr bwMode="auto">
            <a:xfrm>
              <a:off x="2778125" y="1914525"/>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44" name="Rectangle 27">
              <a:extLst>
                <a:ext uri="{FF2B5EF4-FFF2-40B4-BE49-F238E27FC236}">
                  <a16:creationId xmlns:a16="http://schemas.microsoft.com/office/drawing/2014/main" id="{9B5BE598-E828-4007-B6C5-27A28AB47F88}"/>
                </a:ext>
              </a:extLst>
            </p:cNvPr>
            <p:cNvSpPr>
              <a:spLocks noChangeArrowheads="1"/>
            </p:cNvSpPr>
            <p:nvPr/>
          </p:nvSpPr>
          <p:spPr bwMode="auto">
            <a:xfrm>
              <a:off x="2903538"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45" name="Rectangle 28">
              <a:extLst>
                <a:ext uri="{FF2B5EF4-FFF2-40B4-BE49-F238E27FC236}">
                  <a16:creationId xmlns:a16="http://schemas.microsoft.com/office/drawing/2014/main" id="{4816556E-33AF-4BE1-8226-84283A8806AA}"/>
                </a:ext>
              </a:extLst>
            </p:cNvPr>
            <p:cNvSpPr>
              <a:spLocks noChangeArrowheads="1"/>
            </p:cNvSpPr>
            <p:nvPr/>
          </p:nvSpPr>
          <p:spPr bwMode="auto">
            <a:xfrm>
              <a:off x="3017838" y="1914525"/>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46" name="Rectangle 29">
              <a:extLst>
                <a:ext uri="{FF2B5EF4-FFF2-40B4-BE49-F238E27FC236}">
                  <a16:creationId xmlns:a16="http://schemas.microsoft.com/office/drawing/2014/main" id="{C7B681E4-05A9-4D1D-8B14-A07AFEC778FD}"/>
                </a:ext>
              </a:extLst>
            </p:cNvPr>
            <p:cNvSpPr>
              <a:spLocks noChangeArrowheads="1"/>
            </p:cNvSpPr>
            <p:nvPr/>
          </p:nvSpPr>
          <p:spPr bwMode="auto">
            <a:xfrm>
              <a:off x="3141663"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47" name="Rectangle 30">
              <a:extLst>
                <a:ext uri="{FF2B5EF4-FFF2-40B4-BE49-F238E27FC236}">
                  <a16:creationId xmlns:a16="http://schemas.microsoft.com/office/drawing/2014/main" id="{0E6C709C-451C-4F28-82AA-9DB654993C05}"/>
                </a:ext>
              </a:extLst>
            </p:cNvPr>
            <p:cNvSpPr>
              <a:spLocks noChangeArrowheads="1"/>
            </p:cNvSpPr>
            <p:nvPr/>
          </p:nvSpPr>
          <p:spPr bwMode="auto">
            <a:xfrm>
              <a:off x="3254375" y="1914525"/>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48" name="Rectangle 31">
              <a:extLst>
                <a:ext uri="{FF2B5EF4-FFF2-40B4-BE49-F238E27FC236}">
                  <a16:creationId xmlns:a16="http://schemas.microsoft.com/office/drawing/2014/main" id="{01E1673A-8500-4B36-B600-D8B5B222C672}"/>
                </a:ext>
              </a:extLst>
            </p:cNvPr>
            <p:cNvSpPr>
              <a:spLocks noChangeArrowheads="1"/>
            </p:cNvSpPr>
            <p:nvPr/>
          </p:nvSpPr>
          <p:spPr bwMode="auto">
            <a:xfrm>
              <a:off x="3668713"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49" name="Rectangle 32">
              <a:extLst>
                <a:ext uri="{FF2B5EF4-FFF2-40B4-BE49-F238E27FC236}">
                  <a16:creationId xmlns:a16="http://schemas.microsoft.com/office/drawing/2014/main" id="{00D42287-0D8D-4AFE-A6BF-F4CF431B44F4}"/>
                </a:ext>
              </a:extLst>
            </p:cNvPr>
            <p:cNvSpPr>
              <a:spLocks noChangeArrowheads="1"/>
            </p:cNvSpPr>
            <p:nvPr/>
          </p:nvSpPr>
          <p:spPr bwMode="auto">
            <a:xfrm>
              <a:off x="3379788"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50" name="Rectangle 33">
              <a:extLst>
                <a:ext uri="{FF2B5EF4-FFF2-40B4-BE49-F238E27FC236}">
                  <a16:creationId xmlns:a16="http://schemas.microsoft.com/office/drawing/2014/main" id="{DF89FE12-3A0B-4EFF-88AF-08BB4ECDC096}"/>
                </a:ext>
              </a:extLst>
            </p:cNvPr>
            <p:cNvSpPr>
              <a:spLocks noChangeArrowheads="1"/>
            </p:cNvSpPr>
            <p:nvPr/>
          </p:nvSpPr>
          <p:spPr bwMode="auto">
            <a:xfrm>
              <a:off x="3813175" y="209867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51" name="Rectangle 34">
              <a:extLst>
                <a:ext uri="{FF2B5EF4-FFF2-40B4-BE49-F238E27FC236}">
                  <a16:creationId xmlns:a16="http://schemas.microsoft.com/office/drawing/2014/main" id="{5D16006D-6BDC-435C-AA74-1B16B52D7520}"/>
                </a:ext>
              </a:extLst>
            </p:cNvPr>
            <p:cNvSpPr>
              <a:spLocks noChangeArrowheads="1"/>
            </p:cNvSpPr>
            <p:nvPr/>
          </p:nvSpPr>
          <p:spPr bwMode="auto">
            <a:xfrm>
              <a:off x="3959225"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52" name="Rectangle 35">
              <a:extLst>
                <a:ext uri="{FF2B5EF4-FFF2-40B4-BE49-F238E27FC236}">
                  <a16:creationId xmlns:a16="http://schemas.microsoft.com/office/drawing/2014/main" id="{73815AF4-208E-40C5-B69D-FD96C256A09A}"/>
                </a:ext>
              </a:extLst>
            </p:cNvPr>
            <p:cNvSpPr>
              <a:spLocks noChangeArrowheads="1"/>
            </p:cNvSpPr>
            <p:nvPr/>
          </p:nvSpPr>
          <p:spPr bwMode="auto">
            <a:xfrm>
              <a:off x="4075113" y="209867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53" name="Rectangle 36">
              <a:extLst>
                <a:ext uri="{FF2B5EF4-FFF2-40B4-BE49-F238E27FC236}">
                  <a16:creationId xmlns:a16="http://schemas.microsoft.com/office/drawing/2014/main" id="{019F0AFD-2A4D-4F64-ACE6-0CF11DF0E1ED}"/>
                </a:ext>
              </a:extLst>
            </p:cNvPr>
            <p:cNvSpPr>
              <a:spLocks noChangeArrowheads="1"/>
            </p:cNvSpPr>
            <p:nvPr/>
          </p:nvSpPr>
          <p:spPr bwMode="auto">
            <a:xfrm>
              <a:off x="4222750"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54" name="Rectangle 37">
              <a:extLst>
                <a:ext uri="{FF2B5EF4-FFF2-40B4-BE49-F238E27FC236}">
                  <a16:creationId xmlns:a16="http://schemas.microsoft.com/office/drawing/2014/main" id="{DE30FD4E-BDFD-48EE-9B4F-307EC061D94C}"/>
                </a:ext>
              </a:extLst>
            </p:cNvPr>
            <p:cNvSpPr>
              <a:spLocks noChangeArrowheads="1"/>
            </p:cNvSpPr>
            <p:nvPr/>
          </p:nvSpPr>
          <p:spPr bwMode="auto">
            <a:xfrm>
              <a:off x="4333875" y="209867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55" name="Rectangle 38">
              <a:extLst>
                <a:ext uri="{FF2B5EF4-FFF2-40B4-BE49-F238E27FC236}">
                  <a16:creationId xmlns:a16="http://schemas.microsoft.com/office/drawing/2014/main" id="{14DA6E65-FA57-49AF-8052-2412C2F833AF}"/>
                </a:ext>
              </a:extLst>
            </p:cNvPr>
            <p:cNvSpPr>
              <a:spLocks noChangeArrowheads="1"/>
            </p:cNvSpPr>
            <p:nvPr/>
          </p:nvSpPr>
          <p:spPr bwMode="auto">
            <a:xfrm>
              <a:off x="4481513"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56" name="Rectangle 39">
              <a:extLst>
                <a:ext uri="{FF2B5EF4-FFF2-40B4-BE49-F238E27FC236}">
                  <a16:creationId xmlns:a16="http://schemas.microsoft.com/office/drawing/2014/main" id="{68A840C7-1018-442D-B265-3EC0963AC4DD}"/>
                </a:ext>
              </a:extLst>
            </p:cNvPr>
            <p:cNvSpPr>
              <a:spLocks noChangeArrowheads="1"/>
            </p:cNvSpPr>
            <p:nvPr/>
          </p:nvSpPr>
          <p:spPr bwMode="auto">
            <a:xfrm>
              <a:off x="4899025" y="209867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57" name="Rectangle 40">
              <a:extLst>
                <a:ext uri="{FF2B5EF4-FFF2-40B4-BE49-F238E27FC236}">
                  <a16:creationId xmlns:a16="http://schemas.microsoft.com/office/drawing/2014/main" id="{6C39CFF7-48CD-4E92-81FA-BE24DF877E77}"/>
                </a:ext>
              </a:extLst>
            </p:cNvPr>
            <p:cNvSpPr>
              <a:spLocks noChangeArrowheads="1"/>
            </p:cNvSpPr>
            <p:nvPr/>
          </p:nvSpPr>
          <p:spPr bwMode="auto">
            <a:xfrm>
              <a:off x="5045075"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58" name="Rectangle 41">
              <a:extLst>
                <a:ext uri="{FF2B5EF4-FFF2-40B4-BE49-F238E27FC236}">
                  <a16:creationId xmlns:a16="http://schemas.microsoft.com/office/drawing/2014/main" id="{5E337E70-28BB-4EA3-9AB3-F2C4C5A49424}"/>
                </a:ext>
              </a:extLst>
            </p:cNvPr>
            <p:cNvSpPr>
              <a:spLocks noChangeArrowheads="1"/>
            </p:cNvSpPr>
            <p:nvPr/>
          </p:nvSpPr>
          <p:spPr bwMode="auto">
            <a:xfrm>
              <a:off x="5157788" y="209867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59" name="Rectangle 42">
              <a:extLst>
                <a:ext uri="{FF2B5EF4-FFF2-40B4-BE49-F238E27FC236}">
                  <a16:creationId xmlns:a16="http://schemas.microsoft.com/office/drawing/2014/main" id="{5A322E84-ACB5-444E-A458-6212BDA470DA}"/>
                </a:ext>
              </a:extLst>
            </p:cNvPr>
            <p:cNvSpPr>
              <a:spLocks noChangeArrowheads="1"/>
            </p:cNvSpPr>
            <p:nvPr/>
          </p:nvSpPr>
          <p:spPr bwMode="auto">
            <a:xfrm>
              <a:off x="5305425"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60" name="Rectangle 43">
              <a:extLst>
                <a:ext uri="{FF2B5EF4-FFF2-40B4-BE49-F238E27FC236}">
                  <a16:creationId xmlns:a16="http://schemas.microsoft.com/office/drawing/2014/main" id="{789BC8AF-BA4B-4A02-AA40-2F423176CDAA}"/>
                </a:ext>
              </a:extLst>
            </p:cNvPr>
            <p:cNvSpPr>
              <a:spLocks noChangeArrowheads="1"/>
            </p:cNvSpPr>
            <p:nvPr/>
          </p:nvSpPr>
          <p:spPr bwMode="auto">
            <a:xfrm>
              <a:off x="5421313" y="209867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61" name="Rectangle 44">
              <a:extLst>
                <a:ext uri="{FF2B5EF4-FFF2-40B4-BE49-F238E27FC236}">
                  <a16:creationId xmlns:a16="http://schemas.microsoft.com/office/drawing/2014/main" id="{3AF2BDA9-CA2E-4FD1-BEA1-C6781B7F9B0A}"/>
                </a:ext>
              </a:extLst>
            </p:cNvPr>
            <p:cNvSpPr>
              <a:spLocks noChangeArrowheads="1"/>
            </p:cNvSpPr>
            <p:nvPr/>
          </p:nvSpPr>
          <p:spPr bwMode="auto">
            <a:xfrm>
              <a:off x="5829300"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62" name="Rectangle 45">
              <a:extLst>
                <a:ext uri="{FF2B5EF4-FFF2-40B4-BE49-F238E27FC236}">
                  <a16:creationId xmlns:a16="http://schemas.microsoft.com/office/drawing/2014/main" id="{F469C37D-9DA6-4DE2-9B2A-E7EDC079BD8C}"/>
                </a:ext>
              </a:extLst>
            </p:cNvPr>
            <p:cNvSpPr>
              <a:spLocks noChangeArrowheads="1"/>
            </p:cNvSpPr>
            <p:nvPr/>
          </p:nvSpPr>
          <p:spPr bwMode="auto">
            <a:xfrm>
              <a:off x="5567363"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63" name="Rectangle 46">
              <a:extLst>
                <a:ext uri="{FF2B5EF4-FFF2-40B4-BE49-F238E27FC236}">
                  <a16:creationId xmlns:a16="http://schemas.microsoft.com/office/drawing/2014/main" id="{7E9B4934-7436-426F-9340-3CF24656A39C}"/>
                </a:ext>
              </a:extLst>
            </p:cNvPr>
            <p:cNvSpPr>
              <a:spLocks noChangeArrowheads="1"/>
            </p:cNvSpPr>
            <p:nvPr/>
          </p:nvSpPr>
          <p:spPr bwMode="auto">
            <a:xfrm>
              <a:off x="5984875" y="1914525"/>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64" name="Rectangle 47">
              <a:extLst>
                <a:ext uri="{FF2B5EF4-FFF2-40B4-BE49-F238E27FC236}">
                  <a16:creationId xmlns:a16="http://schemas.microsoft.com/office/drawing/2014/main" id="{20783139-32D3-4A71-8D9F-804AE5183908}"/>
                </a:ext>
              </a:extLst>
            </p:cNvPr>
            <p:cNvSpPr>
              <a:spLocks noChangeArrowheads="1"/>
            </p:cNvSpPr>
            <p:nvPr/>
          </p:nvSpPr>
          <p:spPr bwMode="auto">
            <a:xfrm>
              <a:off x="6102350"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65" name="Rectangle 48">
              <a:extLst>
                <a:ext uri="{FF2B5EF4-FFF2-40B4-BE49-F238E27FC236}">
                  <a16:creationId xmlns:a16="http://schemas.microsoft.com/office/drawing/2014/main" id="{B9BB825C-8264-4ADA-BCC2-0F8190FD288C}"/>
                </a:ext>
              </a:extLst>
            </p:cNvPr>
            <p:cNvSpPr>
              <a:spLocks noChangeArrowheads="1"/>
            </p:cNvSpPr>
            <p:nvPr/>
          </p:nvSpPr>
          <p:spPr bwMode="auto">
            <a:xfrm>
              <a:off x="6216650" y="1914525"/>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66" name="Rectangle 49">
              <a:extLst>
                <a:ext uri="{FF2B5EF4-FFF2-40B4-BE49-F238E27FC236}">
                  <a16:creationId xmlns:a16="http://schemas.microsoft.com/office/drawing/2014/main" id="{666FF89D-5537-419C-87C3-0276789D4C92}"/>
                </a:ext>
              </a:extLst>
            </p:cNvPr>
            <p:cNvSpPr>
              <a:spLocks noChangeArrowheads="1"/>
            </p:cNvSpPr>
            <p:nvPr/>
          </p:nvSpPr>
          <p:spPr bwMode="auto">
            <a:xfrm>
              <a:off x="6335713"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67" name="Rectangle 50">
              <a:extLst>
                <a:ext uri="{FF2B5EF4-FFF2-40B4-BE49-F238E27FC236}">
                  <a16:creationId xmlns:a16="http://schemas.microsoft.com/office/drawing/2014/main" id="{DF2B699E-CB90-4950-AFD2-1DED76EFE63B}"/>
                </a:ext>
              </a:extLst>
            </p:cNvPr>
            <p:cNvSpPr>
              <a:spLocks noChangeArrowheads="1"/>
            </p:cNvSpPr>
            <p:nvPr/>
          </p:nvSpPr>
          <p:spPr bwMode="auto">
            <a:xfrm>
              <a:off x="6448425" y="1914525"/>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68" name="Rectangle 51">
              <a:extLst>
                <a:ext uri="{FF2B5EF4-FFF2-40B4-BE49-F238E27FC236}">
                  <a16:creationId xmlns:a16="http://schemas.microsoft.com/office/drawing/2014/main" id="{F06C8BF3-BC9B-4A72-80EB-519727D94678}"/>
                </a:ext>
              </a:extLst>
            </p:cNvPr>
            <p:cNvSpPr>
              <a:spLocks noChangeArrowheads="1"/>
            </p:cNvSpPr>
            <p:nvPr/>
          </p:nvSpPr>
          <p:spPr bwMode="auto">
            <a:xfrm>
              <a:off x="6819900"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69" name="Rectangle 52">
              <a:extLst>
                <a:ext uri="{FF2B5EF4-FFF2-40B4-BE49-F238E27FC236}">
                  <a16:creationId xmlns:a16="http://schemas.microsoft.com/office/drawing/2014/main" id="{4342F685-A074-4E76-9DDE-6C55F3C183ED}"/>
                </a:ext>
              </a:extLst>
            </p:cNvPr>
            <p:cNvSpPr>
              <a:spLocks noChangeArrowheads="1"/>
            </p:cNvSpPr>
            <p:nvPr/>
          </p:nvSpPr>
          <p:spPr bwMode="auto">
            <a:xfrm>
              <a:off x="2600325" y="2452688"/>
              <a:ext cx="422275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70" name="Rectangle 53">
              <a:extLst>
                <a:ext uri="{FF2B5EF4-FFF2-40B4-BE49-F238E27FC236}">
                  <a16:creationId xmlns:a16="http://schemas.microsoft.com/office/drawing/2014/main" id="{99E97B91-FD62-45DC-ACFC-68E72D7E1DD8}"/>
                </a:ext>
              </a:extLst>
            </p:cNvPr>
            <p:cNvSpPr>
              <a:spLocks noChangeArrowheads="1"/>
            </p:cNvSpPr>
            <p:nvPr/>
          </p:nvSpPr>
          <p:spPr bwMode="auto">
            <a:xfrm>
              <a:off x="6567488"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71" name="Rectangle 54">
              <a:extLst>
                <a:ext uri="{FF2B5EF4-FFF2-40B4-BE49-F238E27FC236}">
                  <a16:creationId xmlns:a16="http://schemas.microsoft.com/office/drawing/2014/main" id="{DD22D83C-D062-4C9F-98D9-60C5A685D3FF}"/>
                </a:ext>
              </a:extLst>
            </p:cNvPr>
            <p:cNvSpPr>
              <a:spLocks noChangeArrowheads="1"/>
            </p:cNvSpPr>
            <p:nvPr/>
          </p:nvSpPr>
          <p:spPr bwMode="auto">
            <a:xfrm>
              <a:off x="2600325"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72" name="Rectangle 55">
              <a:extLst>
                <a:ext uri="{FF2B5EF4-FFF2-40B4-BE49-F238E27FC236}">
                  <a16:creationId xmlns:a16="http://schemas.microsoft.com/office/drawing/2014/main" id="{7020DB08-F02F-492A-A477-E0422BEA5D32}"/>
                </a:ext>
              </a:extLst>
            </p:cNvPr>
            <p:cNvSpPr>
              <a:spLocks noChangeArrowheads="1"/>
            </p:cNvSpPr>
            <p:nvPr/>
          </p:nvSpPr>
          <p:spPr bwMode="auto">
            <a:xfrm>
              <a:off x="2274888" y="254635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73" name="Rectangle 56">
              <a:extLst>
                <a:ext uri="{FF2B5EF4-FFF2-40B4-BE49-F238E27FC236}">
                  <a16:creationId xmlns:a16="http://schemas.microsoft.com/office/drawing/2014/main" id="{B7128916-5360-4E57-9E9D-9866F49448F1}"/>
                </a:ext>
              </a:extLst>
            </p:cNvPr>
            <p:cNvSpPr>
              <a:spLocks noChangeArrowheads="1"/>
            </p:cNvSpPr>
            <p:nvPr/>
          </p:nvSpPr>
          <p:spPr bwMode="auto">
            <a:xfrm>
              <a:off x="3668713"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74" name="Rectangle 57">
              <a:extLst>
                <a:ext uri="{FF2B5EF4-FFF2-40B4-BE49-F238E27FC236}">
                  <a16:creationId xmlns:a16="http://schemas.microsoft.com/office/drawing/2014/main" id="{43B7384E-9875-4AF8-A2F2-955501C074C7}"/>
                </a:ext>
              </a:extLst>
            </p:cNvPr>
            <p:cNvSpPr>
              <a:spLocks noChangeArrowheads="1"/>
            </p:cNvSpPr>
            <p:nvPr/>
          </p:nvSpPr>
          <p:spPr bwMode="auto">
            <a:xfrm>
              <a:off x="2946400"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75" name="Rectangle 58">
              <a:extLst>
                <a:ext uri="{FF2B5EF4-FFF2-40B4-BE49-F238E27FC236}">
                  <a16:creationId xmlns:a16="http://schemas.microsoft.com/office/drawing/2014/main" id="{34E3EDDB-AE5E-4D92-B978-B032F3731E2B}"/>
                </a:ext>
              </a:extLst>
            </p:cNvPr>
            <p:cNvSpPr>
              <a:spLocks noChangeArrowheads="1"/>
            </p:cNvSpPr>
            <p:nvPr/>
          </p:nvSpPr>
          <p:spPr bwMode="auto">
            <a:xfrm>
              <a:off x="4010025"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76" name="Rectangle 59">
              <a:extLst>
                <a:ext uri="{FF2B5EF4-FFF2-40B4-BE49-F238E27FC236}">
                  <a16:creationId xmlns:a16="http://schemas.microsoft.com/office/drawing/2014/main" id="{B92A4454-A07C-4AAA-A48E-506CEBC9535C}"/>
                </a:ext>
              </a:extLst>
            </p:cNvPr>
            <p:cNvSpPr>
              <a:spLocks noChangeArrowheads="1"/>
            </p:cNvSpPr>
            <p:nvPr/>
          </p:nvSpPr>
          <p:spPr bwMode="auto">
            <a:xfrm>
              <a:off x="5829300"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77" name="Rectangle 60">
              <a:extLst>
                <a:ext uri="{FF2B5EF4-FFF2-40B4-BE49-F238E27FC236}">
                  <a16:creationId xmlns:a16="http://schemas.microsoft.com/office/drawing/2014/main" id="{BF5B8C7D-5379-4F6A-85F8-4E7629BA601E}"/>
                </a:ext>
              </a:extLst>
            </p:cNvPr>
            <p:cNvSpPr>
              <a:spLocks noChangeArrowheads="1"/>
            </p:cNvSpPr>
            <p:nvPr/>
          </p:nvSpPr>
          <p:spPr bwMode="auto">
            <a:xfrm>
              <a:off x="5091113"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78" name="Rectangle 61">
              <a:extLst>
                <a:ext uri="{FF2B5EF4-FFF2-40B4-BE49-F238E27FC236}">
                  <a16:creationId xmlns:a16="http://schemas.microsoft.com/office/drawing/2014/main" id="{49A4AD97-6408-4C46-9C38-D7B5AABB55B9}"/>
                </a:ext>
              </a:extLst>
            </p:cNvPr>
            <p:cNvSpPr>
              <a:spLocks noChangeArrowheads="1"/>
            </p:cNvSpPr>
            <p:nvPr/>
          </p:nvSpPr>
          <p:spPr bwMode="auto">
            <a:xfrm>
              <a:off x="6819900"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79" name="Rectangle 62">
              <a:extLst>
                <a:ext uri="{FF2B5EF4-FFF2-40B4-BE49-F238E27FC236}">
                  <a16:creationId xmlns:a16="http://schemas.microsoft.com/office/drawing/2014/main" id="{1FA136E6-1831-49A2-9588-A50A832CB797}"/>
                </a:ext>
              </a:extLst>
            </p:cNvPr>
            <p:cNvSpPr>
              <a:spLocks noChangeArrowheads="1"/>
            </p:cNvSpPr>
            <p:nvPr/>
          </p:nvSpPr>
          <p:spPr bwMode="auto">
            <a:xfrm>
              <a:off x="6126163"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80" name="Rectangle 63">
              <a:extLst>
                <a:ext uri="{FF2B5EF4-FFF2-40B4-BE49-F238E27FC236}">
                  <a16:creationId xmlns:a16="http://schemas.microsoft.com/office/drawing/2014/main" id="{715D7F1E-7736-4138-841F-347D9E4CD059}"/>
                </a:ext>
              </a:extLst>
            </p:cNvPr>
            <p:cNvSpPr>
              <a:spLocks noChangeArrowheads="1"/>
            </p:cNvSpPr>
            <p:nvPr/>
          </p:nvSpPr>
          <p:spPr bwMode="auto">
            <a:xfrm>
              <a:off x="2600325"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81" name="Rectangle 64">
              <a:extLst>
                <a:ext uri="{FF2B5EF4-FFF2-40B4-BE49-F238E27FC236}">
                  <a16:creationId xmlns:a16="http://schemas.microsoft.com/office/drawing/2014/main" id="{21898010-3BFA-4920-9FA5-66FB207297B7}"/>
                </a:ext>
              </a:extLst>
            </p:cNvPr>
            <p:cNvSpPr>
              <a:spLocks noChangeArrowheads="1"/>
            </p:cNvSpPr>
            <p:nvPr/>
          </p:nvSpPr>
          <p:spPr bwMode="auto">
            <a:xfrm>
              <a:off x="2274888" y="2851150"/>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82" name="Rectangle 65">
              <a:extLst>
                <a:ext uri="{FF2B5EF4-FFF2-40B4-BE49-F238E27FC236}">
                  <a16:creationId xmlns:a16="http://schemas.microsoft.com/office/drawing/2014/main" id="{C7D99C01-5786-4210-B963-BFEB3D59DC59}"/>
                </a:ext>
              </a:extLst>
            </p:cNvPr>
            <p:cNvSpPr>
              <a:spLocks noChangeArrowheads="1"/>
            </p:cNvSpPr>
            <p:nvPr/>
          </p:nvSpPr>
          <p:spPr bwMode="auto">
            <a:xfrm>
              <a:off x="3668713"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83" name="Rectangle 66">
              <a:extLst>
                <a:ext uri="{FF2B5EF4-FFF2-40B4-BE49-F238E27FC236}">
                  <a16:creationId xmlns:a16="http://schemas.microsoft.com/office/drawing/2014/main" id="{F7813075-B503-4985-92B2-C98865F84D0D}"/>
                </a:ext>
              </a:extLst>
            </p:cNvPr>
            <p:cNvSpPr>
              <a:spLocks noChangeArrowheads="1"/>
            </p:cNvSpPr>
            <p:nvPr/>
          </p:nvSpPr>
          <p:spPr bwMode="auto">
            <a:xfrm>
              <a:off x="2947988"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84" name="Rectangle 67">
              <a:extLst>
                <a:ext uri="{FF2B5EF4-FFF2-40B4-BE49-F238E27FC236}">
                  <a16:creationId xmlns:a16="http://schemas.microsoft.com/office/drawing/2014/main" id="{236319FB-BB08-4C33-9F73-FA8D15D8EDFE}"/>
                </a:ext>
              </a:extLst>
            </p:cNvPr>
            <p:cNvSpPr>
              <a:spLocks noChangeArrowheads="1"/>
            </p:cNvSpPr>
            <p:nvPr/>
          </p:nvSpPr>
          <p:spPr bwMode="auto">
            <a:xfrm>
              <a:off x="4011613"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85" name="Rectangle 68">
              <a:extLst>
                <a:ext uri="{FF2B5EF4-FFF2-40B4-BE49-F238E27FC236}">
                  <a16:creationId xmlns:a16="http://schemas.microsoft.com/office/drawing/2014/main" id="{1BE7841C-02C8-4BDA-82AF-27CC2B5F023F}"/>
                </a:ext>
              </a:extLst>
            </p:cNvPr>
            <p:cNvSpPr>
              <a:spLocks noChangeArrowheads="1"/>
            </p:cNvSpPr>
            <p:nvPr/>
          </p:nvSpPr>
          <p:spPr bwMode="auto">
            <a:xfrm>
              <a:off x="5829300"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86" name="Rectangle 69">
              <a:extLst>
                <a:ext uri="{FF2B5EF4-FFF2-40B4-BE49-F238E27FC236}">
                  <a16:creationId xmlns:a16="http://schemas.microsoft.com/office/drawing/2014/main" id="{BC454B70-0C1D-4F45-8C8E-3D87E9440232}"/>
                </a:ext>
              </a:extLst>
            </p:cNvPr>
            <p:cNvSpPr>
              <a:spLocks noChangeArrowheads="1"/>
            </p:cNvSpPr>
            <p:nvPr/>
          </p:nvSpPr>
          <p:spPr bwMode="auto">
            <a:xfrm>
              <a:off x="5092700"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87" name="Rectangle 70">
              <a:extLst>
                <a:ext uri="{FF2B5EF4-FFF2-40B4-BE49-F238E27FC236}">
                  <a16:creationId xmlns:a16="http://schemas.microsoft.com/office/drawing/2014/main" id="{238EA9F7-B1BF-49AA-A03B-E737A324909B}"/>
                </a:ext>
              </a:extLst>
            </p:cNvPr>
            <p:cNvSpPr>
              <a:spLocks noChangeArrowheads="1"/>
            </p:cNvSpPr>
            <p:nvPr/>
          </p:nvSpPr>
          <p:spPr bwMode="auto">
            <a:xfrm>
              <a:off x="6819900"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88" name="Rectangle 71">
              <a:extLst>
                <a:ext uri="{FF2B5EF4-FFF2-40B4-BE49-F238E27FC236}">
                  <a16:creationId xmlns:a16="http://schemas.microsoft.com/office/drawing/2014/main" id="{F739D039-16CE-46AD-9162-89C521B814C5}"/>
                </a:ext>
              </a:extLst>
            </p:cNvPr>
            <p:cNvSpPr>
              <a:spLocks noChangeArrowheads="1"/>
            </p:cNvSpPr>
            <p:nvPr/>
          </p:nvSpPr>
          <p:spPr bwMode="auto">
            <a:xfrm>
              <a:off x="6127750"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89" name="Rectangle 72">
              <a:extLst>
                <a:ext uri="{FF2B5EF4-FFF2-40B4-BE49-F238E27FC236}">
                  <a16:creationId xmlns:a16="http://schemas.microsoft.com/office/drawing/2014/main" id="{6F2C9F36-B9D1-4C59-8A4A-2C558B845F1A}"/>
                </a:ext>
              </a:extLst>
            </p:cNvPr>
            <p:cNvSpPr>
              <a:spLocks noChangeArrowheads="1"/>
            </p:cNvSpPr>
            <p:nvPr/>
          </p:nvSpPr>
          <p:spPr bwMode="auto">
            <a:xfrm>
              <a:off x="2600325"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90" name="Rectangle 73">
              <a:extLst>
                <a:ext uri="{FF2B5EF4-FFF2-40B4-BE49-F238E27FC236}">
                  <a16:creationId xmlns:a16="http://schemas.microsoft.com/office/drawing/2014/main" id="{8B61D467-30E5-4253-A37A-D135BEFBB3BE}"/>
                </a:ext>
              </a:extLst>
            </p:cNvPr>
            <p:cNvSpPr>
              <a:spLocks noChangeArrowheads="1"/>
            </p:cNvSpPr>
            <p:nvPr/>
          </p:nvSpPr>
          <p:spPr bwMode="auto">
            <a:xfrm>
              <a:off x="2274888" y="3152775"/>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91" name="Rectangle 74">
              <a:extLst>
                <a:ext uri="{FF2B5EF4-FFF2-40B4-BE49-F238E27FC236}">
                  <a16:creationId xmlns:a16="http://schemas.microsoft.com/office/drawing/2014/main" id="{3072D8D8-3D83-476B-96BF-B29131EAFE8E}"/>
                </a:ext>
              </a:extLst>
            </p:cNvPr>
            <p:cNvSpPr>
              <a:spLocks noChangeArrowheads="1"/>
            </p:cNvSpPr>
            <p:nvPr/>
          </p:nvSpPr>
          <p:spPr bwMode="auto">
            <a:xfrm>
              <a:off x="3668713"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92" name="Rectangle 75">
              <a:extLst>
                <a:ext uri="{FF2B5EF4-FFF2-40B4-BE49-F238E27FC236}">
                  <a16:creationId xmlns:a16="http://schemas.microsoft.com/office/drawing/2014/main" id="{42607EA9-9228-4AEC-A94E-5F2F4DC7CE24}"/>
                </a:ext>
              </a:extLst>
            </p:cNvPr>
            <p:cNvSpPr>
              <a:spLocks noChangeArrowheads="1"/>
            </p:cNvSpPr>
            <p:nvPr/>
          </p:nvSpPr>
          <p:spPr bwMode="auto">
            <a:xfrm>
              <a:off x="2947988"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93" name="Rectangle 76">
              <a:extLst>
                <a:ext uri="{FF2B5EF4-FFF2-40B4-BE49-F238E27FC236}">
                  <a16:creationId xmlns:a16="http://schemas.microsoft.com/office/drawing/2014/main" id="{D630F0E6-4C5B-41E0-9C13-CAE5F2789CDA}"/>
                </a:ext>
              </a:extLst>
            </p:cNvPr>
            <p:cNvSpPr>
              <a:spLocks noChangeArrowheads="1"/>
            </p:cNvSpPr>
            <p:nvPr/>
          </p:nvSpPr>
          <p:spPr bwMode="auto">
            <a:xfrm>
              <a:off x="4011613"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94" name="Rectangle 77">
              <a:extLst>
                <a:ext uri="{FF2B5EF4-FFF2-40B4-BE49-F238E27FC236}">
                  <a16:creationId xmlns:a16="http://schemas.microsoft.com/office/drawing/2014/main" id="{6392172D-8CE7-4C8E-9FF0-0CB6EFE87C93}"/>
                </a:ext>
              </a:extLst>
            </p:cNvPr>
            <p:cNvSpPr>
              <a:spLocks noChangeArrowheads="1"/>
            </p:cNvSpPr>
            <p:nvPr/>
          </p:nvSpPr>
          <p:spPr bwMode="auto">
            <a:xfrm>
              <a:off x="5829300"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95" name="Rectangle 78">
              <a:extLst>
                <a:ext uri="{FF2B5EF4-FFF2-40B4-BE49-F238E27FC236}">
                  <a16:creationId xmlns:a16="http://schemas.microsoft.com/office/drawing/2014/main" id="{210E0BDE-0096-4FB3-B676-A6F29A708C91}"/>
                </a:ext>
              </a:extLst>
            </p:cNvPr>
            <p:cNvSpPr>
              <a:spLocks noChangeArrowheads="1"/>
            </p:cNvSpPr>
            <p:nvPr/>
          </p:nvSpPr>
          <p:spPr bwMode="auto">
            <a:xfrm>
              <a:off x="5092700"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96" name="Rectangle 79">
              <a:extLst>
                <a:ext uri="{FF2B5EF4-FFF2-40B4-BE49-F238E27FC236}">
                  <a16:creationId xmlns:a16="http://schemas.microsoft.com/office/drawing/2014/main" id="{6CEC8C72-C826-4C79-9311-8C48798DCEAD}"/>
                </a:ext>
              </a:extLst>
            </p:cNvPr>
            <p:cNvSpPr>
              <a:spLocks noChangeArrowheads="1"/>
            </p:cNvSpPr>
            <p:nvPr/>
          </p:nvSpPr>
          <p:spPr bwMode="auto">
            <a:xfrm>
              <a:off x="6819900"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97" name="Rectangle 80">
              <a:extLst>
                <a:ext uri="{FF2B5EF4-FFF2-40B4-BE49-F238E27FC236}">
                  <a16:creationId xmlns:a16="http://schemas.microsoft.com/office/drawing/2014/main" id="{196A9903-9D2C-48A3-B4F5-5B20D8777F08}"/>
                </a:ext>
              </a:extLst>
            </p:cNvPr>
            <p:cNvSpPr>
              <a:spLocks noChangeArrowheads="1"/>
            </p:cNvSpPr>
            <p:nvPr/>
          </p:nvSpPr>
          <p:spPr bwMode="auto">
            <a:xfrm>
              <a:off x="6127750"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98" name="Rectangle 81">
              <a:extLst>
                <a:ext uri="{FF2B5EF4-FFF2-40B4-BE49-F238E27FC236}">
                  <a16:creationId xmlns:a16="http://schemas.microsoft.com/office/drawing/2014/main" id="{5E4E701E-6ABB-428A-8741-D0AAF3283675}"/>
                </a:ext>
              </a:extLst>
            </p:cNvPr>
            <p:cNvSpPr>
              <a:spLocks noChangeArrowheads="1"/>
            </p:cNvSpPr>
            <p:nvPr/>
          </p:nvSpPr>
          <p:spPr bwMode="auto">
            <a:xfrm>
              <a:off x="2600325"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99" name="Rectangle 82">
              <a:extLst>
                <a:ext uri="{FF2B5EF4-FFF2-40B4-BE49-F238E27FC236}">
                  <a16:creationId xmlns:a16="http://schemas.microsoft.com/office/drawing/2014/main" id="{B5881DB6-B6DE-48ED-81A5-1A52BC061764}"/>
                </a:ext>
              </a:extLst>
            </p:cNvPr>
            <p:cNvSpPr>
              <a:spLocks noChangeArrowheads="1"/>
            </p:cNvSpPr>
            <p:nvPr/>
          </p:nvSpPr>
          <p:spPr bwMode="auto">
            <a:xfrm>
              <a:off x="2274888" y="345757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00" name="Rectangle 83">
              <a:extLst>
                <a:ext uri="{FF2B5EF4-FFF2-40B4-BE49-F238E27FC236}">
                  <a16:creationId xmlns:a16="http://schemas.microsoft.com/office/drawing/2014/main" id="{8B70FF9A-47F7-47EB-B980-F049064AF3AE}"/>
                </a:ext>
              </a:extLst>
            </p:cNvPr>
            <p:cNvSpPr>
              <a:spLocks noChangeArrowheads="1"/>
            </p:cNvSpPr>
            <p:nvPr/>
          </p:nvSpPr>
          <p:spPr bwMode="auto">
            <a:xfrm>
              <a:off x="3668713"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01" name="Rectangle 84">
              <a:extLst>
                <a:ext uri="{FF2B5EF4-FFF2-40B4-BE49-F238E27FC236}">
                  <a16:creationId xmlns:a16="http://schemas.microsoft.com/office/drawing/2014/main" id="{4DA1F664-8E40-481A-9DFE-373CF01B6386}"/>
                </a:ext>
              </a:extLst>
            </p:cNvPr>
            <p:cNvSpPr>
              <a:spLocks noChangeArrowheads="1"/>
            </p:cNvSpPr>
            <p:nvPr/>
          </p:nvSpPr>
          <p:spPr bwMode="auto">
            <a:xfrm>
              <a:off x="2946400"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02" name="Rectangle 85">
              <a:extLst>
                <a:ext uri="{FF2B5EF4-FFF2-40B4-BE49-F238E27FC236}">
                  <a16:creationId xmlns:a16="http://schemas.microsoft.com/office/drawing/2014/main" id="{432A96E2-95ED-4B6A-8C00-A39FEB2F1639}"/>
                </a:ext>
              </a:extLst>
            </p:cNvPr>
            <p:cNvSpPr>
              <a:spLocks noChangeArrowheads="1"/>
            </p:cNvSpPr>
            <p:nvPr/>
          </p:nvSpPr>
          <p:spPr bwMode="auto">
            <a:xfrm>
              <a:off x="4010025"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03" name="Rectangle 86">
              <a:extLst>
                <a:ext uri="{FF2B5EF4-FFF2-40B4-BE49-F238E27FC236}">
                  <a16:creationId xmlns:a16="http://schemas.microsoft.com/office/drawing/2014/main" id="{2A7C5D05-9B08-4B88-9D93-E34CDF03CD08}"/>
                </a:ext>
              </a:extLst>
            </p:cNvPr>
            <p:cNvSpPr>
              <a:spLocks noChangeArrowheads="1"/>
            </p:cNvSpPr>
            <p:nvPr/>
          </p:nvSpPr>
          <p:spPr bwMode="auto">
            <a:xfrm>
              <a:off x="5829300"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04" name="Rectangle 87">
              <a:extLst>
                <a:ext uri="{FF2B5EF4-FFF2-40B4-BE49-F238E27FC236}">
                  <a16:creationId xmlns:a16="http://schemas.microsoft.com/office/drawing/2014/main" id="{7D4A1148-1435-4FE9-9FB6-D780955DAF9F}"/>
                </a:ext>
              </a:extLst>
            </p:cNvPr>
            <p:cNvSpPr>
              <a:spLocks noChangeArrowheads="1"/>
            </p:cNvSpPr>
            <p:nvPr/>
          </p:nvSpPr>
          <p:spPr bwMode="auto">
            <a:xfrm>
              <a:off x="5091113"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05" name="Rectangle 88">
              <a:extLst>
                <a:ext uri="{FF2B5EF4-FFF2-40B4-BE49-F238E27FC236}">
                  <a16:creationId xmlns:a16="http://schemas.microsoft.com/office/drawing/2014/main" id="{F438FA88-138B-467C-AE7E-AD498BFCBABE}"/>
                </a:ext>
              </a:extLst>
            </p:cNvPr>
            <p:cNvSpPr>
              <a:spLocks noChangeArrowheads="1"/>
            </p:cNvSpPr>
            <p:nvPr/>
          </p:nvSpPr>
          <p:spPr bwMode="auto">
            <a:xfrm>
              <a:off x="6819900"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06" name="Rectangle 89">
              <a:extLst>
                <a:ext uri="{FF2B5EF4-FFF2-40B4-BE49-F238E27FC236}">
                  <a16:creationId xmlns:a16="http://schemas.microsoft.com/office/drawing/2014/main" id="{667E5A1D-64AC-4ED7-B1E2-F69C4F003611}"/>
                </a:ext>
              </a:extLst>
            </p:cNvPr>
            <p:cNvSpPr>
              <a:spLocks noChangeArrowheads="1"/>
            </p:cNvSpPr>
            <p:nvPr/>
          </p:nvSpPr>
          <p:spPr bwMode="auto">
            <a:xfrm>
              <a:off x="6126163"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07" name="Rectangle 90">
              <a:extLst>
                <a:ext uri="{FF2B5EF4-FFF2-40B4-BE49-F238E27FC236}">
                  <a16:creationId xmlns:a16="http://schemas.microsoft.com/office/drawing/2014/main" id="{5A090B49-46AF-4F32-B22D-2C5F56ADD605}"/>
                </a:ext>
              </a:extLst>
            </p:cNvPr>
            <p:cNvSpPr>
              <a:spLocks noChangeArrowheads="1"/>
            </p:cNvSpPr>
            <p:nvPr/>
          </p:nvSpPr>
          <p:spPr bwMode="auto">
            <a:xfrm>
              <a:off x="2600325"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08" name="Rectangle 91">
              <a:extLst>
                <a:ext uri="{FF2B5EF4-FFF2-40B4-BE49-F238E27FC236}">
                  <a16:creationId xmlns:a16="http://schemas.microsoft.com/office/drawing/2014/main" id="{56B89695-20E8-4346-B6FD-04883EE3954B}"/>
                </a:ext>
              </a:extLst>
            </p:cNvPr>
            <p:cNvSpPr>
              <a:spLocks noChangeArrowheads="1"/>
            </p:cNvSpPr>
            <p:nvPr/>
          </p:nvSpPr>
          <p:spPr bwMode="auto">
            <a:xfrm>
              <a:off x="2274888" y="3762375"/>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09" name="Rectangle 92">
              <a:extLst>
                <a:ext uri="{FF2B5EF4-FFF2-40B4-BE49-F238E27FC236}">
                  <a16:creationId xmlns:a16="http://schemas.microsoft.com/office/drawing/2014/main" id="{107A214C-8088-4053-83F8-3F418C53D756}"/>
                </a:ext>
              </a:extLst>
            </p:cNvPr>
            <p:cNvSpPr>
              <a:spLocks noChangeArrowheads="1"/>
            </p:cNvSpPr>
            <p:nvPr/>
          </p:nvSpPr>
          <p:spPr bwMode="auto">
            <a:xfrm>
              <a:off x="3668713"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10" name="Rectangle 93">
              <a:extLst>
                <a:ext uri="{FF2B5EF4-FFF2-40B4-BE49-F238E27FC236}">
                  <a16:creationId xmlns:a16="http://schemas.microsoft.com/office/drawing/2014/main" id="{618695FA-3B56-4A0E-971B-49C7D7C8C9CF}"/>
                </a:ext>
              </a:extLst>
            </p:cNvPr>
            <p:cNvSpPr>
              <a:spLocks noChangeArrowheads="1"/>
            </p:cNvSpPr>
            <p:nvPr/>
          </p:nvSpPr>
          <p:spPr bwMode="auto">
            <a:xfrm>
              <a:off x="2946400"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11" name="Rectangle 94">
              <a:extLst>
                <a:ext uri="{FF2B5EF4-FFF2-40B4-BE49-F238E27FC236}">
                  <a16:creationId xmlns:a16="http://schemas.microsoft.com/office/drawing/2014/main" id="{E17894DD-8551-4F0C-9F7B-DDDE7ED61BDA}"/>
                </a:ext>
              </a:extLst>
            </p:cNvPr>
            <p:cNvSpPr>
              <a:spLocks noChangeArrowheads="1"/>
            </p:cNvSpPr>
            <p:nvPr/>
          </p:nvSpPr>
          <p:spPr bwMode="auto">
            <a:xfrm>
              <a:off x="4008438"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12" name="Rectangle 95">
              <a:extLst>
                <a:ext uri="{FF2B5EF4-FFF2-40B4-BE49-F238E27FC236}">
                  <a16:creationId xmlns:a16="http://schemas.microsoft.com/office/drawing/2014/main" id="{5D77AC90-4BB0-495A-A9C3-020BFEC291BB}"/>
                </a:ext>
              </a:extLst>
            </p:cNvPr>
            <p:cNvSpPr>
              <a:spLocks noChangeArrowheads="1"/>
            </p:cNvSpPr>
            <p:nvPr/>
          </p:nvSpPr>
          <p:spPr bwMode="auto">
            <a:xfrm>
              <a:off x="5829300"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13" name="Rectangle 96">
              <a:extLst>
                <a:ext uri="{FF2B5EF4-FFF2-40B4-BE49-F238E27FC236}">
                  <a16:creationId xmlns:a16="http://schemas.microsoft.com/office/drawing/2014/main" id="{9CFFDD66-F138-4376-A353-660FAE05356F}"/>
                </a:ext>
              </a:extLst>
            </p:cNvPr>
            <p:cNvSpPr>
              <a:spLocks noChangeArrowheads="1"/>
            </p:cNvSpPr>
            <p:nvPr/>
          </p:nvSpPr>
          <p:spPr bwMode="auto">
            <a:xfrm>
              <a:off x="5089525"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14" name="Rectangle 97">
              <a:extLst>
                <a:ext uri="{FF2B5EF4-FFF2-40B4-BE49-F238E27FC236}">
                  <a16:creationId xmlns:a16="http://schemas.microsoft.com/office/drawing/2014/main" id="{F6343DBC-A1E3-43BC-99D4-908C2F5B380E}"/>
                </a:ext>
              </a:extLst>
            </p:cNvPr>
            <p:cNvSpPr>
              <a:spLocks noChangeArrowheads="1"/>
            </p:cNvSpPr>
            <p:nvPr/>
          </p:nvSpPr>
          <p:spPr bwMode="auto">
            <a:xfrm>
              <a:off x="6819900"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15" name="Rectangle 98">
              <a:extLst>
                <a:ext uri="{FF2B5EF4-FFF2-40B4-BE49-F238E27FC236}">
                  <a16:creationId xmlns:a16="http://schemas.microsoft.com/office/drawing/2014/main" id="{0F660A0D-99AB-441F-8356-5FF6F147F840}"/>
                </a:ext>
              </a:extLst>
            </p:cNvPr>
            <p:cNvSpPr>
              <a:spLocks noChangeArrowheads="1"/>
            </p:cNvSpPr>
            <p:nvPr/>
          </p:nvSpPr>
          <p:spPr bwMode="auto">
            <a:xfrm>
              <a:off x="6126163"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16" name="Rectangle 99">
              <a:extLst>
                <a:ext uri="{FF2B5EF4-FFF2-40B4-BE49-F238E27FC236}">
                  <a16:creationId xmlns:a16="http://schemas.microsoft.com/office/drawing/2014/main" id="{6E2712A2-389C-47FE-8A1C-4F7B0297F1C0}"/>
                </a:ext>
              </a:extLst>
            </p:cNvPr>
            <p:cNvSpPr>
              <a:spLocks noChangeArrowheads="1"/>
            </p:cNvSpPr>
            <p:nvPr/>
          </p:nvSpPr>
          <p:spPr bwMode="auto">
            <a:xfrm>
              <a:off x="2600325"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17" name="Rectangle 100">
              <a:extLst>
                <a:ext uri="{FF2B5EF4-FFF2-40B4-BE49-F238E27FC236}">
                  <a16:creationId xmlns:a16="http://schemas.microsoft.com/office/drawing/2014/main" id="{DA89099A-7074-4333-981F-4675FD748E9B}"/>
                </a:ext>
              </a:extLst>
            </p:cNvPr>
            <p:cNvSpPr>
              <a:spLocks noChangeArrowheads="1"/>
            </p:cNvSpPr>
            <p:nvPr/>
          </p:nvSpPr>
          <p:spPr bwMode="auto">
            <a:xfrm>
              <a:off x="2274888" y="4064000"/>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18" name="Rectangle 101">
              <a:extLst>
                <a:ext uri="{FF2B5EF4-FFF2-40B4-BE49-F238E27FC236}">
                  <a16:creationId xmlns:a16="http://schemas.microsoft.com/office/drawing/2014/main" id="{FE4F8B4D-8A92-400D-AEE4-C3347CF89CD7}"/>
                </a:ext>
              </a:extLst>
            </p:cNvPr>
            <p:cNvSpPr>
              <a:spLocks noChangeArrowheads="1"/>
            </p:cNvSpPr>
            <p:nvPr/>
          </p:nvSpPr>
          <p:spPr bwMode="auto">
            <a:xfrm>
              <a:off x="3668713"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19" name="Rectangle 102">
              <a:extLst>
                <a:ext uri="{FF2B5EF4-FFF2-40B4-BE49-F238E27FC236}">
                  <a16:creationId xmlns:a16="http://schemas.microsoft.com/office/drawing/2014/main" id="{BBD356AC-33A9-4E25-BA48-F2FD0A9584C9}"/>
                </a:ext>
              </a:extLst>
            </p:cNvPr>
            <p:cNvSpPr>
              <a:spLocks noChangeArrowheads="1"/>
            </p:cNvSpPr>
            <p:nvPr/>
          </p:nvSpPr>
          <p:spPr bwMode="auto">
            <a:xfrm>
              <a:off x="2947988"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20" name="Rectangle 103">
              <a:extLst>
                <a:ext uri="{FF2B5EF4-FFF2-40B4-BE49-F238E27FC236}">
                  <a16:creationId xmlns:a16="http://schemas.microsoft.com/office/drawing/2014/main" id="{8C758C5A-E1E2-4DE8-B439-896B95F24CF5}"/>
                </a:ext>
              </a:extLst>
            </p:cNvPr>
            <p:cNvSpPr>
              <a:spLocks noChangeArrowheads="1"/>
            </p:cNvSpPr>
            <p:nvPr/>
          </p:nvSpPr>
          <p:spPr bwMode="auto">
            <a:xfrm>
              <a:off x="4010025"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21" name="Rectangle 104">
              <a:extLst>
                <a:ext uri="{FF2B5EF4-FFF2-40B4-BE49-F238E27FC236}">
                  <a16:creationId xmlns:a16="http://schemas.microsoft.com/office/drawing/2014/main" id="{E274050D-D625-4273-9B57-2F5564D97425}"/>
                </a:ext>
              </a:extLst>
            </p:cNvPr>
            <p:cNvSpPr>
              <a:spLocks noChangeArrowheads="1"/>
            </p:cNvSpPr>
            <p:nvPr/>
          </p:nvSpPr>
          <p:spPr bwMode="auto">
            <a:xfrm>
              <a:off x="5829300"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22" name="Rectangle 105">
              <a:extLst>
                <a:ext uri="{FF2B5EF4-FFF2-40B4-BE49-F238E27FC236}">
                  <a16:creationId xmlns:a16="http://schemas.microsoft.com/office/drawing/2014/main" id="{7FB5CCD2-2BBF-4E72-9E95-2AFB79044749}"/>
                </a:ext>
              </a:extLst>
            </p:cNvPr>
            <p:cNvSpPr>
              <a:spLocks noChangeArrowheads="1"/>
            </p:cNvSpPr>
            <p:nvPr/>
          </p:nvSpPr>
          <p:spPr bwMode="auto">
            <a:xfrm>
              <a:off x="5091113"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23" name="Rectangle 106">
              <a:extLst>
                <a:ext uri="{FF2B5EF4-FFF2-40B4-BE49-F238E27FC236}">
                  <a16:creationId xmlns:a16="http://schemas.microsoft.com/office/drawing/2014/main" id="{BFF239F5-EA54-4D07-AF7F-8CC209E51ABD}"/>
                </a:ext>
              </a:extLst>
            </p:cNvPr>
            <p:cNvSpPr>
              <a:spLocks noChangeArrowheads="1"/>
            </p:cNvSpPr>
            <p:nvPr/>
          </p:nvSpPr>
          <p:spPr bwMode="auto">
            <a:xfrm>
              <a:off x="6819900"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24" name="Rectangle 107">
              <a:extLst>
                <a:ext uri="{FF2B5EF4-FFF2-40B4-BE49-F238E27FC236}">
                  <a16:creationId xmlns:a16="http://schemas.microsoft.com/office/drawing/2014/main" id="{1E04DC10-0B60-445A-8E3B-00CF94559FC8}"/>
                </a:ext>
              </a:extLst>
            </p:cNvPr>
            <p:cNvSpPr>
              <a:spLocks noChangeArrowheads="1"/>
            </p:cNvSpPr>
            <p:nvPr/>
          </p:nvSpPr>
          <p:spPr bwMode="auto">
            <a:xfrm>
              <a:off x="6127750"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25" name="Rectangle 108">
              <a:extLst>
                <a:ext uri="{FF2B5EF4-FFF2-40B4-BE49-F238E27FC236}">
                  <a16:creationId xmlns:a16="http://schemas.microsoft.com/office/drawing/2014/main" id="{F215B9E0-3035-49E0-BDF9-8728743D58B1}"/>
                </a:ext>
              </a:extLst>
            </p:cNvPr>
            <p:cNvSpPr>
              <a:spLocks noChangeArrowheads="1"/>
            </p:cNvSpPr>
            <p:nvPr/>
          </p:nvSpPr>
          <p:spPr bwMode="auto">
            <a:xfrm>
              <a:off x="2600325"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26" name="Rectangle 109">
              <a:extLst>
                <a:ext uri="{FF2B5EF4-FFF2-40B4-BE49-F238E27FC236}">
                  <a16:creationId xmlns:a16="http://schemas.microsoft.com/office/drawing/2014/main" id="{234DF3F4-5617-4B68-A31E-C228CEA5D9A7}"/>
                </a:ext>
              </a:extLst>
            </p:cNvPr>
            <p:cNvSpPr>
              <a:spLocks noChangeArrowheads="1"/>
            </p:cNvSpPr>
            <p:nvPr/>
          </p:nvSpPr>
          <p:spPr bwMode="auto">
            <a:xfrm>
              <a:off x="2274888" y="43688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27" name="Rectangle 110">
              <a:extLst>
                <a:ext uri="{FF2B5EF4-FFF2-40B4-BE49-F238E27FC236}">
                  <a16:creationId xmlns:a16="http://schemas.microsoft.com/office/drawing/2014/main" id="{8DA9C52A-BA4E-43F2-8036-F86EA7E7103D}"/>
                </a:ext>
              </a:extLst>
            </p:cNvPr>
            <p:cNvSpPr>
              <a:spLocks noChangeArrowheads="1"/>
            </p:cNvSpPr>
            <p:nvPr/>
          </p:nvSpPr>
          <p:spPr bwMode="auto">
            <a:xfrm>
              <a:off x="3668713"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28" name="Rectangle 111">
              <a:extLst>
                <a:ext uri="{FF2B5EF4-FFF2-40B4-BE49-F238E27FC236}">
                  <a16:creationId xmlns:a16="http://schemas.microsoft.com/office/drawing/2014/main" id="{69766D54-D773-4ACB-9831-3AEA3C57074A}"/>
                </a:ext>
              </a:extLst>
            </p:cNvPr>
            <p:cNvSpPr>
              <a:spLocks noChangeArrowheads="1"/>
            </p:cNvSpPr>
            <p:nvPr/>
          </p:nvSpPr>
          <p:spPr bwMode="auto">
            <a:xfrm>
              <a:off x="2946400"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29" name="Rectangle 112">
              <a:extLst>
                <a:ext uri="{FF2B5EF4-FFF2-40B4-BE49-F238E27FC236}">
                  <a16:creationId xmlns:a16="http://schemas.microsoft.com/office/drawing/2014/main" id="{C5DD952D-50D6-463D-ACDB-B2753CEAACA0}"/>
                </a:ext>
              </a:extLst>
            </p:cNvPr>
            <p:cNvSpPr>
              <a:spLocks noChangeArrowheads="1"/>
            </p:cNvSpPr>
            <p:nvPr/>
          </p:nvSpPr>
          <p:spPr bwMode="auto">
            <a:xfrm>
              <a:off x="4010025"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30" name="Rectangle 113">
              <a:extLst>
                <a:ext uri="{FF2B5EF4-FFF2-40B4-BE49-F238E27FC236}">
                  <a16:creationId xmlns:a16="http://schemas.microsoft.com/office/drawing/2014/main" id="{607E2D51-E94D-41EF-9E9F-39A3B14BC9E9}"/>
                </a:ext>
              </a:extLst>
            </p:cNvPr>
            <p:cNvSpPr>
              <a:spLocks noChangeArrowheads="1"/>
            </p:cNvSpPr>
            <p:nvPr/>
          </p:nvSpPr>
          <p:spPr bwMode="auto">
            <a:xfrm>
              <a:off x="5829300"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31" name="Rectangle 114">
              <a:extLst>
                <a:ext uri="{FF2B5EF4-FFF2-40B4-BE49-F238E27FC236}">
                  <a16:creationId xmlns:a16="http://schemas.microsoft.com/office/drawing/2014/main" id="{C6F16111-1C3C-4AF4-824E-5F54F9D7ED0C}"/>
                </a:ext>
              </a:extLst>
            </p:cNvPr>
            <p:cNvSpPr>
              <a:spLocks noChangeArrowheads="1"/>
            </p:cNvSpPr>
            <p:nvPr/>
          </p:nvSpPr>
          <p:spPr bwMode="auto">
            <a:xfrm>
              <a:off x="5091113"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32" name="Rectangle 115">
              <a:extLst>
                <a:ext uri="{FF2B5EF4-FFF2-40B4-BE49-F238E27FC236}">
                  <a16:creationId xmlns:a16="http://schemas.microsoft.com/office/drawing/2014/main" id="{D601459C-8C44-4C12-A014-D4CF252E293F}"/>
                </a:ext>
              </a:extLst>
            </p:cNvPr>
            <p:cNvSpPr>
              <a:spLocks noChangeArrowheads="1"/>
            </p:cNvSpPr>
            <p:nvPr/>
          </p:nvSpPr>
          <p:spPr bwMode="auto">
            <a:xfrm>
              <a:off x="6819900"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33" name="Rectangle 116">
              <a:extLst>
                <a:ext uri="{FF2B5EF4-FFF2-40B4-BE49-F238E27FC236}">
                  <a16:creationId xmlns:a16="http://schemas.microsoft.com/office/drawing/2014/main" id="{918CF099-4E7D-4C76-BD81-92BE68B2527B}"/>
                </a:ext>
              </a:extLst>
            </p:cNvPr>
            <p:cNvSpPr>
              <a:spLocks noChangeArrowheads="1"/>
            </p:cNvSpPr>
            <p:nvPr/>
          </p:nvSpPr>
          <p:spPr bwMode="auto">
            <a:xfrm>
              <a:off x="6126163"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34" name="Rectangle 117">
              <a:extLst>
                <a:ext uri="{FF2B5EF4-FFF2-40B4-BE49-F238E27FC236}">
                  <a16:creationId xmlns:a16="http://schemas.microsoft.com/office/drawing/2014/main" id="{23AE6D51-AE88-4441-8782-FD0AB064B176}"/>
                </a:ext>
              </a:extLst>
            </p:cNvPr>
            <p:cNvSpPr>
              <a:spLocks noChangeArrowheads="1"/>
            </p:cNvSpPr>
            <p:nvPr/>
          </p:nvSpPr>
          <p:spPr bwMode="auto">
            <a:xfrm>
              <a:off x="2600325"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35" name="Rectangle 118">
              <a:extLst>
                <a:ext uri="{FF2B5EF4-FFF2-40B4-BE49-F238E27FC236}">
                  <a16:creationId xmlns:a16="http://schemas.microsoft.com/office/drawing/2014/main" id="{A4700DE7-5757-4EEF-B6AE-337C3C367762}"/>
                </a:ext>
              </a:extLst>
            </p:cNvPr>
            <p:cNvSpPr>
              <a:spLocks noChangeArrowheads="1"/>
            </p:cNvSpPr>
            <p:nvPr/>
          </p:nvSpPr>
          <p:spPr bwMode="auto">
            <a:xfrm>
              <a:off x="2274888" y="46736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H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36" name="Rectangle 119">
              <a:extLst>
                <a:ext uri="{FF2B5EF4-FFF2-40B4-BE49-F238E27FC236}">
                  <a16:creationId xmlns:a16="http://schemas.microsoft.com/office/drawing/2014/main" id="{F7CF928D-8238-4DA2-8A92-0DCD6287DF03}"/>
                </a:ext>
              </a:extLst>
            </p:cNvPr>
            <p:cNvSpPr>
              <a:spLocks noChangeArrowheads="1"/>
            </p:cNvSpPr>
            <p:nvPr/>
          </p:nvSpPr>
          <p:spPr bwMode="auto">
            <a:xfrm>
              <a:off x="3668713"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37" name="Rectangle 120">
              <a:extLst>
                <a:ext uri="{FF2B5EF4-FFF2-40B4-BE49-F238E27FC236}">
                  <a16:creationId xmlns:a16="http://schemas.microsoft.com/office/drawing/2014/main" id="{FB9CBA41-FD3A-4953-AA64-31D70B6D0702}"/>
                </a:ext>
              </a:extLst>
            </p:cNvPr>
            <p:cNvSpPr>
              <a:spLocks noChangeArrowheads="1"/>
            </p:cNvSpPr>
            <p:nvPr/>
          </p:nvSpPr>
          <p:spPr bwMode="auto">
            <a:xfrm>
              <a:off x="2946400"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38" name="Rectangle 121">
              <a:extLst>
                <a:ext uri="{FF2B5EF4-FFF2-40B4-BE49-F238E27FC236}">
                  <a16:creationId xmlns:a16="http://schemas.microsoft.com/office/drawing/2014/main" id="{29F5BCC1-D56C-49ED-A814-9DB6AAE546A5}"/>
                </a:ext>
              </a:extLst>
            </p:cNvPr>
            <p:cNvSpPr>
              <a:spLocks noChangeArrowheads="1"/>
            </p:cNvSpPr>
            <p:nvPr/>
          </p:nvSpPr>
          <p:spPr bwMode="auto">
            <a:xfrm>
              <a:off x="4010025"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39" name="Rectangle 122">
              <a:extLst>
                <a:ext uri="{FF2B5EF4-FFF2-40B4-BE49-F238E27FC236}">
                  <a16:creationId xmlns:a16="http://schemas.microsoft.com/office/drawing/2014/main" id="{3AE329A9-9A3C-47C7-B116-B182F8DDECB0}"/>
                </a:ext>
              </a:extLst>
            </p:cNvPr>
            <p:cNvSpPr>
              <a:spLocks noChangeArrowheads="1"/>
            </p:cNvSpPr>
            <p:nvPr/>
          </p:nvSpPr>
          <p:spPr bwMode="auto">
            <a:xfrm>
              <a:off x="5829300"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40" name="Rectangle 123">
              <a:extLst>
                <a:ext uri="{FF2B5EF4-FFF2-40B4-BE49-F238E27FC236}">
                  <a16:creationId xmlns:a16="http://schemas.microsoft.com/office/drawing/2014/main" id="{CBD18A6C-CE6F-40F2-8B90-7DFF9E775B0C}"/>
                </a:ext>
              </a:extLst>
            </p:cNvPr>
            <p:cNvSpPr>
              <a:spLocks noChangeArrowheads="1"/>
            </p:cNvSpPr>
            <p:nvPr/>
          </p:nvSpPr>
          <p:spPr bwMode="auto">
            <a:xfrm>
              <a:off x="5091113"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41" name="Rectangle 124">
              <a:extLst>
                <a:ext uri="{FF2B5EF4-FFF2-40B4-BE49-F238E27FC236}">
                  <a16:creationId xmlns:a16="http://schemas.microsoft.com/office/drawing/2014/main" id="{8EC83404-B66E-4734-911B-26247EE69854}"/>
                </a:ext>
              </a:extLst>
            </p:cNvPr>
            <p:cNvSpPr>
              <a:spLocks noChangeArrowheads="1"/>
            </p:cNvSpPr>
            <p:nvPr/>
          </p:nvSpPr>
          <p:spPr bwMode="auto">
            <a:xfrm>
              <a:off x="6819900"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42" name="Rectangle 125">
              <a:extLst>
                <a:ext uri="{FF2B5EF4-FFF2-40B4-BE49-F238E27FC236}">
                  <a16:creationId xmlns:a16="http://schemas.microsoft.com/office/drawing/2014/main" id="{584C3A33-7FB4-43A8-8A2D-B7F0B6F03EB9}"/>
                </a:ext>
              </a:extLst>
            </p:cNvPr>
            <p:cNvSpPr>
              <a:spLocks noChangeArrowheads="1"/>
            </p:cNvSpPr>
            <p:nvPr/>
          </p:nvSpPr>
          <p:spPr bwMode="auto">
            <a:xfrm>
              <a:off x="2600325" y="5018088"/>
              <a:ext cx="422275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743" name="Rectangle 126">
              <a:extLst>
                <a:ext uri="{FF2B5EF4-FFF2-40B4-BE49-F238E27FC236}">
                  <a16:creationId xmlns:a16="http://schemas.microsoft.com/office/drawing/2014/main" id="{F27CF0F2-1295-4203-AA72-8A3EDE85EEAF}"/>
                </a:ext>
              </a:extLst>
            </p:cNvPr>
            <p:cNvSpPr>
              <a:spLocks noChangeArrowheads="1"/>
            </p:cNvSpPr>
            <p:nvPr/>
          </p:nvSpPr>
          <p:spPr bwMode="auto">
            <a:xfrm>
              <a:off x="6126163"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67586" name="Title 1">
            <a:extLst>
              <a:ext uri="{FF2B5EF4-FFF2-40B4-BE49-F238E27FC236}">
                <a16:creationId xmlns:a16="http://schemas.microsoft.com/office/drawing/2014/main" id="{A24F8B3F-F17A-40D2-B38D-67248900EA9E}"/>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K-map for Y</a:t>
            </a:r>
            <a:r>
              <a:rPr kumimoji="0" lang="en-US" altLang="en-US" sz="3600" b="1" i="0" u="none" strike="noStrike" kern="120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cs typeface="+mn-cs"/>
              </a:rPr>
              <a:t>2</a:t>
            </a:r>
          </a:p>
        </p:txBody>
      </p:sp>
      <p:grpSp>
        <p:nvGrpSpPr>
          <p:cNvPr id="67587" name="Group 127">
            <a:extLst>
              <a:ext uri="{FF2B5EF4-FFF2-40B4-BE49-F238E27FC236}">
                <a16:creationId xmlns:a16="http://schemas.microsoft.com/office/drawing/2014/main" id="{CB5E8120-62FC-4FCD-9766-8AA7CCBA2617}"/>
              </a:ext>
            </a:extLst>
          </p:cNvPr>
          <p:cNvGrpSpPr>
            <a:grpSpLocks/>
          </p:cNvGrpSpPr>
          <p:nvPr/>
        </p:nvGrpSpPr>
        <p:grpSpPr bwMode="auto">
          <a:xfrm>
            <a:off x="5651500" y="2214563"/>
            <a:ext cx="2284413" cy="2754312"/>
            <a:chOff x="1295400" y="838200"/>
            <a:chExt cx="2284413" cy="2753757"/>
          </a:xfrm>
        </p:grpSpPr>
        <p:sp>
          <p:nvSpPr>
            <p:cNvPr id="67590" name="Rectangle 4">
              <a:extLst>
                <a:ext uri="{FF2B5EF4-FFF2-40B4-BE49-F238E27FC236}">
                  <a16:creationId xmlns:a16="http://schemas.microsoft.com/office/drawing/2014/main" id="{E184D1DD-D954-4656-9EB9-2E6BA1158840}"/>
                </a:ext>
              </a:extLst>
            </p:cNvPr>
            <p:cNvSpPr>
              <a:spLocks noChangeArrowheads="1"/>
            </p:cNvSpPr>
            <p:nvPr/>
          </p:nvSpPr>
          <p:spPr bwMode="auto">
            <a:xfrm>
              <a:off x="1957388" y="1446212"/>
              <a:ext cx="820737" cy="819150"/>
            </a:xfrm>
            <a:prstGeom prst="rect">
              <a:avLst/>
            </a:prstGeom>
            <a:solidFill>
              <a:srgbClr val="FFFFFF"/>
            </a:solidFill>
            <a:ln w="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591" name="Line 5">
              <a:extLst>
                <a:ext uri="{FF2B5EF4-FFF2-40B4-BE49-F238E27FC236}">
                  <a16:creationId xmlns:a16="http://schemas.microsoft.com/office/drawing/2014/main" id="{9EB3A64C-64CC-4D58-8E8F-E2398B330C57}"/>
                </a:ext>
              </a:extLst>
            </p:cNvPr>
            <p:cNvSpPr>
              <a:spLocks noChangeShapeType="1"/>
            </p:cNvSpPr>
            <p:nvPr/>
          </p:nvSpPr>
          <p:spPr bwMode="auto">
            <a:xfrm flipH="1">
              <a:off x="1957388" y="1865312"/>
              <a:ext cx="820737"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592" name="Line 6">
              <a:extLst>
                <a:ext uri="{FF2B5EF4-FFF2-40B4-BE49-F238E27FC236}">
                  <a16:creationId xmlns:a16="http://schemas.microsoft.com/office/drawing/2014/main" id="{74F7259A-20FD-4CDB-8569-4D8BC4CDFE56}"/>
                </a:ext>
              </a:extLst>
            </p:cNvPr>
            <p:cNvSpPr>
              <a:spLocks noChangeShapeType="1"/>
            </p:cNvSpPr>
            <p:nvPr/>
          </p:nvSpPr>
          <p:spPr bwMode="auto">
            <a:xfrm flipV="1">
              <a:off x="2378075" y="1446212"/>
              <a:ext cx="1588" cy="8191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593" name="Line 7">
              <a:extLst>
                <a:ext uri="{FF2B5EF4-FFF2-40B4-BE49-F238E27FC236}">
                  <a16:creationId xmlns:a16="http://schemas.microsoft.com/office/drawing/2014/main" id="{FF4B6234-2330-4D12-9DE1-7F74D3ECFC92}"/>
                </a:ext>
              </a:extLst>
            </p:cNvPr>
            <p:cNvSpPr>
              <a:spLocks noChangeShapeType="1"/>
            </p:cNvSpPr>
            <p:nvPr/>
          </p:nvSpPr>
          <p:spPr bwMode="auto">
            <a:xfrm>
              <a:off x="1557338" y="1044575"/>
              <a:ext cx="400050" cy="40163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594" name="Rectangle 8">
              <a:extLst>
                <a:ext uri="{FF2B5EF4-FFF2-40B4-BE49-F238E27FC236}">
                  <a16:creationId xmlns:a16="http://schemas.microsoft.com/office/drawing/2014/main" id="{5E366F18-59DA-4240-9BF4-BD2ED67BD9E9}"/>
                </a:ext>
              </a:extLst>
            </p:cNvPr>
            <p:cNvSpPr>
              <a:spLocks noChangeArrowheads="1"/>
            </p:cNvSpPr>
            <p:nvPr/>
          </p:nvSpPr>
          <p:spPr bwMode="auto">
            <a:xfrm>
              <a:off x="2778125" y="1446212"/>
              <a:ext cx="801688" cy="819150"/>
            </a:xfrm>
            <a:prstGeom prst="rect">
              <a:avLst/>
            </a:prstGeom>
            <a:solidFill>
              <a:srgbClr val="FFFFFF"/>
            </a:solidFill>
            <a:ln w="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595" name="Line 9">
              <a:extLst>
                <a:ext uri="{FF2B5EF4-FFF2-40B4-BE49-F238E27FC236}">
                  <a16:creationId xmlns:a16="http://schemas.microsoft.com/office/drawing/2014/main" id="{1E4A139A-5B7F-4F6C-BF03-E8AAEF326E0A}"/>
                </a:ext>
              </a:extLst>
            </p:cNvPr>
            <p:cNvSpPr>
              <a:spLocks noChangeShapeType="1"/>
            </p:cNvSpPr>
            <p:nvPr/>
          </p:nvSpPr>
          <p:spPr bwMode="auto">
            <a:xfrm flipH="1">
              <a:off x="2778125" y="1865312"/>
              <a:ext cx="801688"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596" name="Line 10">
              <a:extLst>
                <a:ext uri="{FF2B5EF4-FFF2-40B4-BE49-F238E27FC236}">
                  <a16:creationId xmlns:a16="http://schemas.microsoft.com/office/drawing/2014/main" id="{DA2B82A2-DA84-4D4A-8249-99D0FCC31051}"/>
                </a:ext>
              </a:extLst>
            </p:cNvPr>
            <p:cNvSpPr>
              <a:spLocks noChangeShapeType="1"/>
            </p:cNvSpPr>
            <p:nvPr/>
          </p:nvSpPr>
          <p:spPr bwMode="auto">
            <a:xfrm flipV="1">
              <a:off x="3179763" y="1446212"/>
              <a:ext cx="1587" cy="8191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597" name="Rectangle 11">
              <a:extLst>
                <a:ext uri="{FF2B5EF4-FFF2-40B4-BE49-F238E27FC236}">
                  <a16:creationId xmlns:a16="http://schemas.microsoft.com/office/drawing/2014/main" id="{0DB71DC4-7FDC-4A54-8D66-38445904C6E7}"/>
                </a:ext>
              </a:extLst>
            </p:cNvPr>
            <p:cNvSpPr>
              <a:spLocks noChangeArrowheads="1"/>
            </p:cNvSpPr>
            <p:nvPr/>
          </p:nvSpPr>
          <p:spPr bwMode="auto">
            <a:xfrm>
              <a:off x="2079625" y="122396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598" name="Rectangle 12">
              <a:extLst>
                <a:ext uri="{FF2B5EF4-FFF2-40B4-BE49-F238E27FC236}">
                  <a16:creationId xmlns:a16="http://schemas.microsoft.com/office/drawing/2014/main" id="{15AF14B6-C8A6-464E-97D0-4E6F96050A82}"/>
                </a:ext>
              </a:extLst>
            </p:cNvPr>
            <p:cNvSpPr>
              <a:spLocks noChangeArrowheads="1"/>
            </p:cNvSpPr>
            <p:nvPr/>
          </p:nvSpPr>
          <p:spPr bwMode="auto">
            <a:xfrm>
              <a:off x="2486025" y="122396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599" name="Rectangle 13">
              <a:extLst>
                <a:ext uri="{FF2B5EF4-FFF2-40B4-BE49-F238E27FC236}">
                  <a16:creationId xmlns:a16="http://schemas.microsoft.com/office/drawing/2014/main" id="{A793AE53-05F8-49F3-AAF5-84AAB0B655E1}"/>
                </a:ext>
              </a:extLst>
            </p:cNvPr>
            <p:cNvSpPr>
              <a:spLocks noChangeArrowheads="1"/>
            </p:cNvSpPr>
            <p:nvPr/>
          </p:nvSpPr>
          <p:spPr bwMode="auto">
            <a:xfrm>
              <a:off x="2890838" y="1223962"/>
              <a:ext cx="24923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00" name="Rectangle 14">
              <a:extLst>
                <a:ext uri="{FF2B5EF4-FFF2-40B4-BE49-F238E27FC236}">
                  <a16:creationId xmlns:a16="http://schemas.microsoft.com/office/drawing/2014/main" id="{B651AEEC-3C10-43F1-B03C-E2129BE57203}"/>
                </a:ext>
              </a:extLst>
            </p:cNvPr>
            <p:cNvSpPr>
              <a:spLocks noChangeArrowheads="1"/>
            </p:cNvSpPr>
            <p:nvPr/>
          </p:nvSpPr>
          <p:spPr bwMode="auto">
            <a:xfrm>
              <a:off x="3297238" y="1223962"/>
              <a:ext cx="24923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01" name="Rectangle 15">
              <a:extLst>
                <a:ext uri="{FF2B5EF4-FFF2-40B4-BE49-F238E27FC236}">
                  <a16:creationId xmlns:a16="http://schemas.microsoft.com/office/drawing/2014/main" id="{DEFAC71E-C4AD-41EE-AA3D-72B2FD4D2179}"/>
                </a:ext>
              </a:extLst>
            </p:cNvPr>
            <p:cNvSpPr>
              <a:spLocks noChangeArrowheads="1"/>
            </p:cNvSpPr>
            <p:nvPr/>
          </p:nvSpPr>
          <p:spPr bwMode="auto">
            <a:xfrm>
              <a:off x="1708150" y="156051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02" name="Rectangle 16">
              <a:extLst>
                <a:ext uri="{FF2B5EF4-FFF2-40B4-BE49-F238E27FC236}">
                  <a16:creationId xmlns:a16="http://schemas.microsoft.com/office/drawing/2014/main" id="{47FFC23E-778A-444B-B939-382A559F3359}"/>
                </a:ext>
              </a:extLst>
            </p:cNvPr>
            <p:cNvSpPr>
              <a:spLocks noChangeArrowheads="1"/>
            </p:cNvSpPr>
            <p:nvPr/>
          </p:nvSpPr>
          <p:spPr bwMode="auto">
            <a:xfrm>
              <a:off x="1698625" y="196691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03" name="Rectangle 17">
              <a:extLst>
                <a:ext uri="{FF2B5EF4-FFF2-40B4-BE49-F238E27FC236}">
                  <a16:creationId xmlns:a16="http://schemas.microsoft.com/office/drawing/2014/main" id="{A90D653F-6406-4BA2-B709-F4ECA869AD5B}"/>
                </a:ext>
              </a:extLst>
            </p:cNvPr>
            <p:cNvSpPr>
              <a:spLocks noChangeArrowheads="1"/>
            </p:cNvSpPr>
            <p:nvPr/>
          </p:nvSpPr>
          <p:spPr bwMode="auto">
            <a:xfrm>
              <a:off x="2532063" y="1570037"/>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04" name="Rectangle 24">
              <a:extLst>
                <a:ext uri="{FF2B5EF4-FFF2-40B4-BE49-F238E27FC236}">
                  <a16:creationId xmlns:a16="http://schemas.microsoft.com/office/drawing/2014/main" id="{14C69036-AC23-47A7-90A1-AB6CE2450290}"/>
                </a:ext>
              </a:extLst>
            </p:cNvPr>
            <p:cNvSpPr>
              <a:spLocks noChangeArrowheads="1"/>
            </p:cNvSpPr>
            <p:nvPr/>
          </p:nvSpPr>
          <p:spPr bwMode="auto">
            <a:xfrm>
              <a:off x="1957388" y="2265362"/>
              <a:ext cx="820737" cy="801688"/>
            </a:xfrm>
            <a:prstGeom prst="rect">
              <a:avLst/>
            </a:prstGeom>
            <a:solidFill>
              <a:srgbClr val="FFFFFF"/>
            </a:solidFill>
            <a:ln w="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05" name="Line 25">
              <a:extLst>
                <a:ext uri="{FF2B5EF4-FFF2-40B4-BE49-F238E27FC236}">
                  <a16:creationId xmlns:a16="http://schemas.microsoft.com/office/drawing/2014/main" id="{5A62600B-3C10-4CA1-80B4-CB08F7CD62FF}"/>
                </a:ext>
              </a:extLst>
            </p:cNvPr>
            <p:cNvSpPr>
              <a:spLocks noChangeShapeType="1"/>
            </p:cNvSpPr>
            <p:nvPr/>
          </p:nvSpPr>
          <p:spPr bwMode="auto">
            <a:xfrm flipH="1">
              <a:off x="1957388" y="2667000"/>
              <a:ext cx="820737"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06" name="Line 26">
              <a:extLst>
                <a:ext uri="{FF2B5EF4-FFF2-40B4-BE49-F238E27FC236}">
                  <a16:creationId xmlns:a16="http://schemas.microsoft.com/office/drawing/2014/main" id="{DAF41852-3E8F-4889-B4CD-C1F339A738F8}"/>
                </a:ext>
              </a:extLst>
            </p:cNvPr>
            <p:cNvSpPr>
              <a:spLocks noChangeShapeType="1"/>
            </p:cNvSpPr>
            <p:nvPr/>
          </p:nvSpPr>
          <p:spPr bwMode="auto">
            <a:xfrm flipV="1">
              <a:off x="2378075" y="2265362"/>
              <a:ext cx="1588" cy="8016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07" name="Rectangle 27">
              <a:extLst>
                <a:ext uri="{FF2B5EF4-FFF2-40B4-BE49-F238E27FC236}">
                  <a16:creationId xmlns:a16="http://schemas.microsoft.com/office/drawing/2014/main" id="{79AF99BF-1505-4E37-984B-422DA45E3F4B}"/>
                </a:ext>
              </a:extLst>
            </p:cNvPr>
            <p:cNvSpPr>
              <a:spLocks noChangeArrowheads="1"/>
            </p:cNvSpPr>
            <p:nvPr/>
          </p:nvSpPr>
          <p:spPr bwMode="auto">
            <a:xfrm>
              <a:off x="2778125" y="2265362"/>
              <a:ext cx="801688" cy="801688"/>
            </a:xfrm>
            <a:prstGeom prst="rect">
              <a:avLst/>
            </a:prstGeom>
            <a:solidFill>
              <a:srgbClr val="FFFFFF"/>
            </a:solidFill>
            <a:ln w="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08" name="Line 28">
              <a:extLst>
                <a:ext uri="{FF2B5EF4-FFF2-40B4-BE49-F238E27FC236}">
                  <a16:creationId xmlns:a16="http://schemas.microsoft.com/office/drawing/2014/main" id="{496A10ED-4B03-4714-93DB-F12B5D8BDF4C}"/>
                </a:ext>
              </a:extLst>
            </p:cNvPr>
            <p:cNvSpPr>
              <a:spLocks noChangeShapeType="1"/>
            </p:cNvSpPr>
            <p:nvPr/>
          </p:nvSpPr>
          <p:spPr bwMode="auto">
            <a:xfrm flipH="1">
              <a:off x="2778125" y="2667000"/>
              <a:ext cx="801688"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09" name="Line 29">
              <a:extLst>
                <a:ext uri="{FF2B5EF4-FFF2-40B4-BE49-F238E27FC236}">
                  <a16:creationId xmlns:a16="http://schemas.microsoft.com/office/drawing/2014/main" id="{F6038916-07E7-4113-8378-F6AEBDD92CE1}"/>
                </a:ext>
              </a:extLst>
            </p:cNvPr>
            <p:cNvSpPr>
              <a:spLocks noChangeShapeType="1"/>
            </p:cNvSpPr>
            <p:nvPr/>
          </p:nvSpPr>
          <p:spPr bwMode="auto">
            <a:xfrm flipV="1">
              <a:off x="3179763" y="2265362"/>
              <a:ext cx="1587" cy="8016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10" name="Rectangle 30">
              <a:extLst>
                <a:ext uri="{FF2B5EF4-FFF2-40B4-BE49-F238E27FC236}">
                  <a16:creationId xmlns:a16="http://schemas.microsoft.com/office/drawing/2014/main" id="{8FD41E14-70CA-494B-8746-5BF29333AC3C}"/>
                </a:ext>
              </a:extLst>
            </p:cNvPr>
            <p:cNvSpPr>
              <a:spLocks noChangeArrowheads="1"/>
            </p:cNvSpPr>
            <p:nvPr/>
          </p:nvSpPr>
          <p:spPr bwMode="auto">
            <a:xfrm>
              <a:off x="2122488" y="1570037"/>
              <a:ext cx="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11" name="Rectangle 39">
              <a:extLst>
                <a:ext uri="{FF2B5EF4-FFF2-40B4-BE49-F238E27FC236}">
                  <a16:creationId xmlns:a16="http://schemas.microsoft.com/office/drawing/2014/main" id="{979B11F4-204A-4C2E-8A2A-8FD90E7031DB}"/>
                </a:ext>
              </a:extLst>
            </p:cNvPr>
            <p:cNvSpPr>
              <a:spLocks noChangeArrowheads="1"/>
            </p:cNvSpPr>
            <p:nvPr/>
          </p:nvSpPr>
          <p:spPr bwMode="auto">
            <a:xfrm>
              <a:off x="1698625" y="2381250"/>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12" name="Rectangle 40">
              <a:extLst>
                <a:ext uri="{FF2B5EF4-FFF2-40B4-BE49-F238E27FC236}">
                  <a16:creationId xmlns:a16="http://schemas.microsoft.com/office/drawing/2014/main" id="{A4FD15DC-5E92-48EA-B33C-B5B06402A3F5}"/>
                </a:ext>
              </a:extLst>
            </p:cNvPr>
            <p:cNvSpPr>
              <a:spLocks noChangeArrowheads="1"/>
            </p:cNvSpPr>
            <p:nvPr/>
          </p:nvSpPr>
          <p:spPr bwMode="auto">
            <a:xfrm>
              <a:off x="1698625" y="278606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13" name="Rectangle 41">
              <a:extLst>
                <a:ext uri="{FF2B5EF4-FFF2-40B4-BE49-F238E27FC236}">
                  <a16:creationId xmlns:a16="http://schemas.microsoft.com/office/drawing/2014/main" id="{0004319D-AF7C-404C-8F40-CA60655ADA88}"/>
                </a:ext>
              </a:extLst>
            </p:cNvPr>
            <p:cNvSpPr>
              <a:spLocks noChangeArrowheads="1"/>
            </p:cNvSpPr>
            <p:nvPr/>
          </p:nvSpPr>
          <p:spPr bwMode="auto">
            <a:xfrm>
              <a:off x="1695450" y="838200"/>
              <a:ext cx="195263"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14" name="Rectangle 42">
              <a:extLst>
                <a:ext uri="{FF2B5EF4-FFF2-40B4-BE49-F238E27FC236}">
                  <a16:creationId xmlns:a16="http://schemas.microsoft.com/office/drawing/2014/main" id="{0093F138-51A7-4347-8FB5-462569E0BE07}"/>
                </a:ext>
              </a:extLst>
            </p:cNvPr>
            <p:cNvSpPr>
              <a:spLocks noChangeArrowheads="1"/>
            </p:cNvSpPr>
            <p:nvPr/>
          </p:nvSpPr>
          <p:spPr bwMode="auto">
            <a:xfrm>
              <a:off x="1778000" y="925512"/>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15" name="Rectangle 43">
              <a:extLst>
                <a:ext uri="{FF2B5EF4-FFF2-40B4-BE49-F238E27FC236}">
                  <a16:creationId xmlns:a16="http://schemas.microsoft.com/office/drawing/2014/main" id="{DFD35904-2EAD-4754-B2F5-8B8FDF403F6B}"/>
                </a:ext>
              </a:extLst>
            </p:cNvPr>
            <p:cNvSpPr>
              <a:spLocks noChangeArrowheads="1"/>
            </p:cNvSpPr>
            <p:nvPr/>
          </p:nvSpPr>
          <p:spPr bwMode="auto">
            <a:xfrm>
              <a:off x="1858963" y="838200"/>
              <a:ext cx="195262"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16" name="Rectangle 44">
              <a:extLst>
                <a:ext uri="{FF2B5EF4-FFF2-40B4-BE49-F238E27FC236}">
                  <a16:creationId xmlns:a16="http://schemas.microsoft.com/office/drawing/2014/main" id="{B4B7C636-8E6F-4018-BF35-9E4FF6EB5C98}"/>
                </a:ext>
              </a:extLst>
            </p:cNvPr>
            <p:cNvSpPr>
              <a:spLocks noChangeArrowheads="1"/>
            </p:cNvSpPr>
            <p:nvPr/>
          </p:nvSpPr>
          <p:spPr bwMode="auto">
            <a:xfrm>
              <a:off x="1941513" y="925512"/>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17" name="Rectangle 45">
              <a:extLst>
                <a:ext uri="{FF2B5EF4-FFF2-40B4-BE49-F238E27FC236}">
                  <a16:creationId xmlns:a16="http://schemas.microsoft.com/office/drawing/2014/main" id="{8C01AA8A-8A3A-40CF-916F-21D64B19BDBC}"/>
                </a:ext>
              </a:extLst>
            </p:cNvPr>
            <p:cNvSpPr>
              <a:spLocks noChangeArrowheads="1"/>
            </p:cNvSpPr>
            <p:nvPr/>
          </p:nvSpPr>
          <p:spPr bwMode="auto">
            <a:xfrm>
              <a:off x="1295400" y="1084262"/>
              <a:ext cx="198438"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18" name="Rectangle 54">
              <a:extLst>
                <a:ext uri="{FF2B5EF4-FFF2-40B4-BE49-F238E27FC236}">
                  <a16:creationId xmlns:a16="http://schemas.microsoft.com/office/drawing/2014/main" id="{15EB7130-74EF-4C45-BD7D-8CB00065D3EC}"/>
                </a:ext>
              </a:extLst>
            </p:cNvPr>
            <p:cNvSpPr>
              <a:spLocks noChangeArrowheads="1"/>
            </p:cNvSpPr>
            <p:nvPr/>
          </p:nvSpPr>
          <p:spPr bwMode="auto">
            <a:xfrm>
              <a:off x="1506538" y="1171575"/>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19" name="Rectangle 164">
              <a:extLst>
                <a:ext uri="{FF2B5EF4-FFF2-40B4-BE49-F238E27FC236}">
                  <a16:creationId xmlns:a16="http://schemas.microsoft.com/office/drawing/2014/main" id="{441FD1DE-B7B9-42B9-A359-0BD616DFD26C}"/>
                </a:ext>
              </a:extLst>
            </p:cNvPr>
            <p:cNvSpPr>
              <a:spLocks noChangeArrowheads="1"/>
            </p:cNvSpPr>
            <p:nvPr/>
          </p:nvSpPr>
          <p:spPr bwMode="auto">
            <a:xfrm>
              <a:off x="2284413" y="3309937"/>
              <a:ext cx="0"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620" name="Rectangle 169">
              <a:extLst>
                <a:ext uri="{FF2B5EF4-FFF2-40B4-BE49-F238E27FC236}">
                  <a16:creationId xmlns:a16="http://schemas.microsoft.com/office/drawing/2014/main" id="{36F0C90D-6A9D-42CB-86B4-BFCC4BCAB955}"/>
                </a:ext>
              </a:extLst>
            </p:cNvPr>
            <p:cNvSpPr>
              <a:spLocks noChangeArrowheads="1"/>
            </p:cNvSpPr>
            <p:nvPr/>
          </p:nvSpPr>
          <p:spPr bwMode="auto">
            <a:xfrm>
              <a:off x="2941638" y="3222625"/>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67588" name="Rectangle 162">
            <a:extLst>
              <a:ext uri="{FF2B5EF4-FFF2-40B4-BE49-F238E27FC236}">
                <a16:creationId xmlns:a16="http://schemas.microsoft.com/office/drawing/2014/main" id="{4FE4D951-AD11-486C-9525-24567578972C}"/>
              </a:ext>
            </a:extLst>
          </p:cNvPr>
          <p:cNvSpPr>
            <a:spLocks noChangeArrowheads="1"/>
          </p:cNvSpPr>
          <p:nvPr/>
        </p:nvSpPr>
        <p:spPr bwMode="auto">
          <a:xfrm>
            <a:off x="2257425" y="3200400"/>
            <a:ext cx="369888" cy="2379663"/>
          </a:xfrm>
          <a:prstGeom prst="rect">
            <a:avLst/>
          </a:prstGeom>
          <a:solidFill>
            <a:schemeClr val="accent1"/>
          </a:solidFill>
          <a:ln w="9525">
            <a:solidFill>
              <a:schemeClr val="tx1"/>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589" name="Rectangle 170">
            <a:extLst>
              <a:ext uri="{FF2B5EF4-FFF2-40B4-BE49-F238E27FC236}">
                <a16:creationId xmlns:a16="http://schemas.microsoft.com/office/drawing/2014/main" id="{E18E46B2-B94B-479F-833F-31A1054DAC1F}"/>
              </a:ext>
            </a:extLst>
          </p:cNvPr>
          <p:cNvSpPr>
            <a:spLocks noChangeArrowheads="1"/>
          </p:cNvSpPr>
          <p:nvPr/>
        </p:nvSpPr>
        <p:spPr bwMode="auto">
          <a:xfrm>
            <a:off x="3328988" y="3205163"/>
            <a:ext cx="369887" cy="2379662"/>
          </a:xfrm>
          <a:prstGeom prst="rect">
            <a:avLst/>
          </a:prstGeom>
          <a:solidFill>
            <a:schemeClr val="accent1"/>
          </a:solidFill>
          <a:ln w="9525">
            <a:solidFill>
              <a:schemeClr val="tx1"/>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8609" name="Group 1">
            <a:extLst>
              <a:ext uri="{FF2B5EF4-FFF2-40B4-BE49-F238E27FC236}">
                <a16:creationId xmlns:a16="http://schemas.microsoft.com/office/drawing/2014/main" id="{090002C0-EE46-4113-A149-24DE3D81567A}"/>
              </a:ext>
            </a:extLst>
          </p:cNvPr>
          <p:cNvGrpSpPr>
            <a:grpSpLocks/>
          </p:cNvGrpSpPr>
          <p:nvPr/>
        </p:nvGrpSpPr>
        <p:grpSpPr bwMode="auto">
          <a:xfrm>
            <a:off x="381000" y="1665288"/>
            <a:ext cx="4557713" cy="3973512"/>
            <a:chOff x="2274888" y="1057275"/>
            <a:chExt cx="4557712" cy="3973513"/>
          </a:xfrm>
        </p:grpSpPr>
        <p:sp>
          <p:nvSpPr>
            <p:cNvPr id="68657" name="Rectangle 4">
              <a:extLst>
                <a:ext uri="{FF2B5EF4-FFF2-40B4-BE49-F238E27FC236}">
                  <a16:creationId xmlns:a16="http://schemas.microsoft.com/office/drawing/2014/main" id="{71CD96DF-4306-451B-AEAA-E949EB39AE2B}"/>
                </a:ext>
              </a:extLst>
            </p:cNvPr>
            <p:cNvSpPr>
              <a:spLocks noChangeArrowheads="1"/>
            </p:cNvSpPr>
            <p:nvPr/>
          </p:nvSpPr>
          <p:spPr bwMode="auto">
            <a:xfrm>
              <a:off x="2600325" y="1057275"/>
              <a:ext cx="4222750"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58" name="Rectangle 5">
              <a:extLst>
                <a:ext uri="{FF2B5EF4-FFF2-40B4-BE49-F238E27FC236}">
                  <a16:creationId xmlns:a16="http://schemas.microsoft.com/office/drawing/2014/main" id="{1B0DB410-F1E6-4B44-B3CB-B2FB6D3AF37C}"/>
                </a:ext>
              </a:extLst>
            </p:cNvPr>
            <p:cNvSpPr>
              <a:spLocks noChangeArrowheads="1"/>
            </p:cNvSpPr>
            <p:nvPr/>
          </p:nvSpPr>
          <p:spPr bwMode="auto">
            <a:xfrm>
              <a:off x="2600325"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59" name="Rectangle 6">
              <a:extLst>
                <a:ext uri="{FF2B5EF4-FFF2-40B4-BE49-F238E27FC236}">
                  <a16:creationId xmlns:a16="http://schemas.microsoft.com/office/drawing/2014/main" id="{D03CB502-DDDB-45DD-BA23-799587A441BC}"/>
                </a:ext>
              </a:extLst>
            </p:cNvPr>
            <p:cNvSpPr>
              <a:spLocks noChangeArrowheads="1"/>
            </p:cNvSpPr>
            <p:nvPr/>
          </p:nvSpPr>
          <p:spPr bwMode="auto">
            <a:xfrm>
              <a:off x="3668713"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60" name="Rectangle 7">
              <a:extLst>
                <a:ext uri="{FF2B5EF4-FFF2-40B4-BE49-F238E27FC236}">
                  <a16:creationId xmlns:a16="http://schemas.microsoft.com/office/drawing/2014/main" id="{5C9998E9-07CD-42ED-815C-E0AAACC58B88}"/>
                </a:ext>
              </a:extLst>
            </p:cNvPr>
            <p:cNvSpPr>
              <a:spLocks noChangeArrowheads="1"/>
            </p:cNvSpPr>
            <p:nvPr/>
          </p:nvSpPr>
          <p:spPr bwMode="auto">
            <a:xfrm>
              <a:off x="2763838" y="1317625"/>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61" name="Rectangle 8">
              <a:extLst>
                <a:ext uri="{FF2B5EF4-FFF2-40B4-BE49-F238E27FC236}">
                  <a16:creationId xmlns:a16="http://schemas.microsoft.com/office/drawing/2014/main" id="{9C4F432B-2428-4499-966F-5449A867FC23}"/>
                </a:ext>
              </a:extLst>
            </p:cNvPr>
            <p:cNvSpPr>
              <a:spLocks noChangeArrowheads="1"/>
            </p:cNvSpPr>
            <p:nvPr/>
          </p:nvSpPr>
          <p:spPr bwMode="auto">
            <a:xfrm>
              <a:off x="5829300"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62" name="Rectangle 9">
              <a:extLst>
                <a:ext uri="{FF2B5EF4-FFF2-40B4-BE49-F238E27FC236}">
                  <a16:creationId xmlns:a16="http://schemas.microsoft.com/office/drawing/2014/main" id="{C0896BDB-43FB-4ED6-9498-EACFC422B0DB}"/>
                </a:ext>
              </a:extLst>
            </p:cNvPr>
            <p:cNvSpPr>
              <a:spLocks noChangeArrowheads="1"/>
            </p:cNvSpPr>
            <p:nvPr/>
          </p:nvSpPr>
          <p:spPr bwMode="auto">
            <a:xfrm>
              <a:off x="6819900"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63" name="Rectangle 10">
              <a:extLst>
                <a:ext uri="{FF2B5EF4-FFF2-40B4-BE49-F238E27FC236}">
                  <a16:creationId xmlns:a16="http://schemas.microsoft.com/office/drawing/2014/main" id="{56A3F5BE-B782-4DFA-A166-ECA753FDFE46}"/>
                </a:ext>
              </a:extLst>
            </p:cNvPr>
            <p:cNvSpPr>
              <a:spLocks noChangeArrowheads="1"/>
            </p:cNvSpPr>
            <p:nvPr/>
          </p:nvSpPr>
          <p:spPr bwMode="auto">
            <a:xfrm>
              <a:off x="3668713" y="1538288"/>
              <a:ext cx="217170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64" name="Rectangle 11">
              <a:extLst>
                <a:ext uri="{FF2B5EF4-FFF2-40B4-BE49-F238E27FC236}">
                  <a16:creationId xmlns:a16="http://schemas.microsoft.com/office/drawing/2014/main" id="{D4E9DAB0-D881-4A04-B545-583CDE697D9B}"/>
                </a:ext>
              </a:extLst>
            </p:cNvPr>
            <p:cNvSpPr>
              <a:spLocks noChangeArrowheads="1"/>
            </p:cNvSpPr>
            <p:nvPr/>
          </p:nvSpPr>
          <p:spPr bwMode="auto">
            <a:xfrm>
              <a:off x="2600325"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65" name="Rectangle 12">
              <a:extLst>
                <a:ext uri="{FF2B5EF4-FFF2-40B4-BE49-F238E27FC236}">
                  <a16:creationId xmlns:a16="http://schemas.microsoft.com/office/drawing/2014/main" id="{B3927BB5-740A-448B-8835-9BCE57CA6539}"/>
                </a:ext>
              </a:extLst>
            </p:cNvPr>
            <p:cNvSpPr>
              <a:spLocks noChangeArrowheads="1"/>
            </p:cNvSpPr>
            <p:nvPr/>
          </p:nvSpPr>
          <p:spPr bwMode="auto">
            <a:xfrm>
              <a:off x="4240213" y="1171575"/>
              <a:ext cx="10842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 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66" name="Rectangle 13">
              <a:extLst>
                <a:ext uri="{FF2B5EF4-FFF2-40B4-BE49-F238E27FC236}">
                  <a16:creationId xmlns:a16="http://schemas.microsoft.com/office/drawing/2014/main" id="{D2E12659-9E1E-4FAE-9A37-EDFFDDC36BDB}"/>
                </a:ext>
              </a:extLst>
            </p:cNvPr>
            <p:cNvSpPr>
              <a:spLocks noChangeArrowheads="1"/>
            </p:cNvSpPr>
            <p:nvPr/>
          </p:nvSpPr>
          <p:spPr bwMode="auto">
            <a:xfrm>
              <a:off x="3668713"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67" name="Rectangle 14">
              <a:extLst>
                <a:ext uri="{FF2B5EF4-FFF2-40B4-BE49-F238E27FC236}">
                  <a16:creationId xmlns:a16="http://schemas.microsoft.com/office/drawing/2014/main" id="{0785CB00-AA59-48ED-A2C3-ED2A349E9645}"/>
                </a:ext>
              </a:extLst>
            </p:cNvPr>
            <p:cNvSpPr>
              <a:spLocks noChangeArrowheads="1"/>
            </p:cNvSpPr>
            <p:nvPr/>
          </p:nvSpPr>
          <p:spPr bwMode="auto">
            <a:xfrm>
              <a:off x="2903538" y="1641475"/>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68" name="Rectangle 15">
              <a:extLst>
                <a:ext uri="{FF2B5EF4-FFF2-40B4-BE49-F238E27FC236}">
                  <a16:creationId xmlns:a16="http://schemas.microsoft.com/office/drawing/2014/main" id="{49896CAF-898E-4D06-9B17-94144B08391D}"/>
                </a:ext>
              </a:extLst>
            </p:cNvPr>
            <p:cNvSpPr>
              <a:spLocks noChangeArrowheads="1"/>
            </p:cNvSpPr>
            <p:nvPr/>
          </p:nvSpPr>
          <p:spPr bwMode="auto">
            <a:xfrm>
              <a:off x="3878263" y="1641475"/>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69" name="Rectangle 16">
              <a:extLst>
                <a:ext uri="{FF2B5EF4-FFF2-40B4-BE49-F238E27FC236}">
                  <a16:creationId xmlns:a16="http://schemas.microsoft.com/office/drawing/2014/main" id="{4442D4D4-3B47-43BE-B169-B6C4101DF4D6}"/>
                </a:ext>
              </a:extLst>
            </p:cNvPr>
            <p:cNvSpPr>
              <a:spLocks noChangeArrowheads="1"/>
            </p:cNvSpPr>
            <p:nvPr/>
          </p:nvSpPr>
          <p:spPr bwMode="auto">
            <a:xfrm>
              <a:off x="4138613" y="1641475"/>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70" name="Rectangle 17">
              <a:extLst>
                <a:ext uri="{FF2B5EF4-FFF2-40B4-BE49-F238E27FC236}">
                  <a16:creationId xmlns:a16="http://schemas.microsoft.com/office/drawing/2014/main" id="{FBC65957-3C5A-4768-BCA6-2867A046115F}"/>
                </a:ext>
              </a:extLst>
            </p:cNvPr>
            <p:cNvSpPr>
              <a:spLocks noChangeArrowheads="1"/>
            </p:cNvSpPr>
            <p:nvPr/>
          </p:nvSpPr>
          <p:spPr bwMode="auto">
            <a:xfrm>
              <a:off x="4405313" y="16414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71" name="Rectangle 18">
              <a:extLst>
                <a:ext uri="{FF2B5EF4-FFF2-40B4-BE49-F238E27FC236}">
                  <a16:creationId xmlns:a16="http://schemas.microsoft.com/office/drawing/2014/main" id="{264ACC0A-4767-409A-B8D4-3DDB738FC0B3}"/>
                </a:ext>
              </a:extLst>
            </p:cNvPr>
            <p:cNvSpPr>
              <a:spLocks noChangeArrowheads="1"/>
            </p:cNvSpPr>
            <p:nvPr/>
          </p:nvSpPr>
          <p:spPr bwMode="auto">
            <a:xfrm>
              <a:off x="4962525" y="1641475"/>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72" name="Rectangle 19">
              <a:extLst>
                <a:ext uri="{FF2B5EF4-FFF2-40B4-BE49-F238E27FC236}">
                  <a16:creationId xmlns:a16="http://schemas.microsoft.com/office/drawing/2014/main" id="{5902CCD0-B995-4810-93B9-D2ACF0B9388E}"/>
                </a:ext>
              </a:extLst>
            </p:cNvPr>
            <p:cNvSpPr>
              <a:spLocks noChangeArrowheads="1"/>
            </p:cNvSpPr>
            <p:nvPr/>
          </p:nvSpPr>
          <p:spPr bwMode="auto">
            <a:xfrm>
              <a:off x="5222875" y="1641475"/>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73" name="Rectangle 20">
              <a:extLst>
                <a:ext uri="{FF2B5EF4-FFF2-40B4-BE49-F238E27FC236}">
                  <a16:creationId xmlns:a16="http://schemas.microsoft.com/office/drawing/2014/main" id="{8D02B21A-3EBA-4F93-8EE1-9FDCCCBE2535}"/>
                </a:ext>
              </a:extLst>
            </p:cNvPr>
            <p:cNvSpPr>
              <a:spLocks noChangeArrowheads="1"/>
            </p:cNvSpPr>
            <p:nvPr/>
          </p:nvSpPr>
          <p:spPr bwMode="auto">
            <a:xfrm>
              <a:off x="5829300"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74" name="Rectangle 21">
              <a:extLst>
                <a:ext uri="{FF2B5EF4-FFF2-40B4-BE49-F238E27FC236}">
                  <a16:creationId xmlns:a16="http://schemas.microsoft.com/office/drawing/2014/main" id="{52D01A3D-7723-4E2C-B3CF-507E551A7616}"/>
                </a:ext>
              </a:extLst>
            </p:cNvPr>
            <p:cNvSpPr>
              <a:spLocks noChangeArrowheads="1"/>
            </p:cNvSpPr>
            <p:nvPr/>
          </p:nvSpPr>
          <p:spPr bwMode="auto">
            <a:xfrm>
              <a:off x="5489575" y="16414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75" name="Rectangle 22">
              <a:extLst>
                <a:ext uri="{FF2B5EF4-FFF2-40B4-BE49-F238E27FC236}">
                  <a16:creationId xmlns:a16="http://schemas.microsoft.com/office/drawing/2014/main" id="{CA77BD32-C624-48FD-B4CD-1D5E03EF2C1F}"/>
                </a:ext>
              </a:extLst>
            </p:cNvPr>
            <p:cNvSpPr>
              <a:spLocks noChangeArrowheads="1"/>
            </p:cNvSpPr>
            <p:nvPr/>
          </p:nvSpPr>
          <p:spPr bwMode="auto">
            <a:xfrm>
              <a:off x="6819900"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76" name="Rectangle 23">
              <a:extLst>
                <a:ext uri="{FF2B5EF4-FFF2-40B4-BE49-F238E27FC236}">
                  <a16:creationId xmlns:a16="http://schemas.microsoft.com/office/drawing/2014/main" id="{F181FDD5-5C1E-4CCC-B318-CD4AE95EA991}"/>
                </a:ext>
              </a:extLst>
            </p:cNvPr>
            <p:cNvSpPr>
              <a:spLocks noChangeArrowheads="1"/>
            </p:cNvSpPr>
            <p:nvPr/>
          </p:nvSpPr>
          <p:spPr bwMode="auto">
            <a:xfrm>
              <a:off x="3668713" y="1995488"/>
              <a:ext cx="217170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77" name="Rectangle 24">
              <a:extLst>
                <a:ext uri="{FF2B5EF4-FFF2-40B4-BE49-F238E27FC236}">
                  <a16:creationId xmlns:a16="http://schemas.microsoft.com/office/drawing/2014/main" id="{57E0DC4B-C00E-4873-B515-16B71E2A0618}"/>
                </a:ext>
              </a:extLst>
            </p:cNvPr>
            <p:cNvSpPr>
              <a:spLocks noChangeArrowheads="1"/>
            </p:cNvSpPr>
            <p:nvPr/>
          </p:nvSpPr>
          <p:spPr bwMode="auto">
            <a:xfrm>
              <a:off x="2600325"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78" name="Rectangle 25">
              <a:extLst>
                <a:ext uri="{FF2B5EF4-FFF2-40B4-BE49-F238E27FC236}">
                  <a16:creationId xmlns:a16="http://schemas.microsoft.com/office/drawing/2014/main" id="{10DF7995-3CEA-4764-AAE8-B10D4168D9FC}"/>
                </a:ext>
              </a:extLst>
            </p:cNvPr>
            <p:cNvSpPr>
              <a:spLocks noChangeArrowheads="1"/>
            </p:cNvSpPr>
            <p:nvPr/>
          </p:nvSpPr>
          <p:spPr bwMode="auto">
            <a:xfrm>
              <a:off x="6021388" y="1495425"/>
              <a:ext cx="684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Count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79" name="Rectangle 26">
              <a:extLst>
                <a:ext uri="{FF2B5EF4-FFF2-40B4-BE49-F238E27FC236}">
                  <a16:creationId xmlns:a16="http://schemas.microsoft.com/office/drawing/2014/main" id="{2760B230-2779-42BB-B66C-BCB8A9A19B9E}"/>
                </a:ext>
              </a:extLst>
            </p:cNvPr>
            <p:cNvSpPr>
              <a:spLocks noChangeArrowheads="1"/>
            </p:cNvSpPr>
            <p:nvPr/>
          </p:nvSpPr>
          <p:spPr bwMode="auto">
            <a:xfrm>
              <a:off x="2778125" y="1914525"/>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80" name="Rectangle 27">
              <a:extLst>
                <a:ext uri="{FF2B5EF4-FFF2-40B4-BE49-F238E27FC236}">
                  <a16:creationId xmlns:a16="http://schemas.microsoft.com/office/drawing/2014/main" id="{67D0FE9C-DC04-4D08-B577-B869CA30A37E}"/>
                </a:ext>
              </a:extLst>
            </p:cNvPr>
            <p:cNvSpPr>
              <a:spLocks noChangeArrowheads="1"/>
            </p:cNvSpPr>
            <p:nvPr/>
          </p:nvSpPr>
          <p:spPr bwMode="auto">
            <a:xfrm>
              <a:off x="2903538"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81" name="Rectangle 28">
              <a:extLst>
                <a:ext uri="{FF2B5EF4-FFF2-40B4-BE49-F238E27FC236}">
                  <a16:creationId xmlns:a16="http://schemas.microsoft.com/office/drawing/2014/main" id="{15A1E689-B2BB-4DBA-AC00-3695260B5964}"/>
                </a:ext>
              </a:extLst>
            </p:cNvPr>
            <p:cNvSpPr>
              <a:spLocks noChangeArrowheads="1"/>
            </p:cNvSpPr>
            <p:nvPr/>
          </p:nvSpPr>
          <p:spPr bwMode="auto">
            <a:xfrm>
              <a:off x="3017838" y="1914525"/>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82" name="Rectangle 29">
              <a:extLst>
                <a:ext uri="{FF2B5EF4-FFF2-40B4-BE49-F238E27FC236}">
                  <a16:creationId xmlns:a16="http://schemas.microsoft.com/office/drawing/2014/main" id="{50E3BCD7-CAE9-44D3-8DF3-0E405CD7899E}"/>
                </a:ext>
              </a:extLst>
            </p:cNvPr>
            <p:cNvSpPr>
              <a:spLocks noChangeArrowheads="1"/>
            </p:cNvSpPr>
            <p:nvPr/>
          </p:nvSpPr>
          <p:spPr bwMode="auto">
            <a:xfrm>
              <a:off x="3141663"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83" name="Rectangle 30">
              <a:extLst>
                <a:ext uri="{FF2B5EF4-FFF2-40B4-BE49-F238E27FC236}">
                  <a16:creationId xmlns:a16="http://schemas.microsoft.com/office/drawing/2014/main" id="{DC0F93DA-9893-4609-A516-7156593AB424}"/>
                </a:ext>
              </a:extLst>
            </p:cNvPr>
            <p:cNvSpPr>
              <a:spLocks noChangeArrowheads="1"/>
            </p:cNvSpPr>
            <p:nvPr/>
          </p:nvSpPr>
          <p:spPr bwMode="auto">
            <a:xfrm>
              <a:off x="3254375" y="1914525"/>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84" name="Rectangle 31">
              <a:extLst>
                <a:ext uri="{FF2B5EF4-FFF2-40B4-BE49-F238E27FC236}">
                  <a16:creationId xmlns:a16="http://schemas.microsoft.com/office/drawing/2014/main" id="{4DBE94B0-EDA9-4BEB-AA04-8471B1C2F875}"/>
                </a:ext>
              </a:extLst>
            </p:cNvPr>
            <p:cNvSpPr>
              <a:spLocks noChangeArrowheads="1"/>
            </p:cNvSpPr>
            <p:nvPr/>
          </p:nvSpPr>
          <p:spPr bwMode="auto">
            <a:xfrm>
              <a:off x="3668713"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85" name="Rectangle 32">
              <a:extLst>
                <a:ext uri="{FF2B5EF4-FFF2-40B4-BE49-F238E27FC236}">
                  <a16:creationId xmlns:a16="http://schemas.microsoft.com/office/drawing/2014/main" id="{2644B5C9-F256-4AB1-A2B8-E0EBDB6453FE}"/>
                </a:ext>
              </a:extLst>
            </p:cNvPr>
            <p:cNvSpPr>
              <a:spLocks noChangeArrowheads="1"/>
            </p:cNvSpPr>
            <p:nvPr/>
          </p:nvSpPr>
          <p:spPr bwMode="auto">
            <a:xfrm>
              <a:off x="3379788"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86" name="Rectangle 33">
              <a:extLst>
                <a:ext uri="{FF2B5EF4-FFF2-40B4-BE49-F238E27FC236}">
                  <a16:creationId xmlns:a16="http://schemas.microsoft.com/office/drawing/2014/main" id="{ED680A5A-D01D-438A-9549-A511FDDBF6D7}"/>
                </a:ext>
              </a:extLst>
            </p:cNvPr>
            <p:cNvSpPr>
              <a:spLocks noChangeArrowheads="1"/>
            </p:cNvSpPr>
            <p:nvPr/>
          </p:nvSpPr>
          <p:spPr bwMode="auto">
            <a:xfrm>
              <a:off x="3813175" y="209867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87" name="Rectangle 34">
              <a:extLst>
                <a:ext uri="{FF2B5EF4-FFF2-40B4-BE49-F238E27FC236}">
                  <a16:creationId xmlns:a16="http://schemas.microsoft.com/office/drawing/2014/main" id="{A070CA1A-1516-42C7-9462-5A0339451659}"/>
                </a:ext>
              </a:extLst>
            </p:cNvPr>
            <p:cNvSpPr>
              <a:spLocks noChangeArrowheads="1"/>
            </p:cNvSpPr>
            <p:nvPr/>
          </p:nvSpPr>
          <p:spPr bwMode="auto">
            <a:xfrm>
              <a:off x="3959225"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88" name="Rectangle 35">
              <a:extLst>
                <a:ext uri="{FF2B5EF4-FFF2-40B4-BE49-F238E27FC236}">
                  <a16:creationId xmlns:a16="http://schemas.microsoft.com/office/drawing/2014/main" id="{F9963A37-D819-45F2-9D69-50E99AD10132}"/>
                </a:ext>
              </a:extLst>
            </p:cNvPr>
            <p:cNvSpPr>
              <a:spLocks noChangeArrowheads="1"/>
            </p:cNvSpPr>
            <p:nvPr/>
          </p:nvSpPr>
          <p:spPr bwMode="auto">
            <a:xfrm>
              <a:off x="4075113" y="209867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89" name="Rectangle 36">
              <a:extLst>
                <a:ext uri="{FF2B5EF4-FFF2-40B4-BE49-F238E27FC236}">
                  <a16:creationId xmlns:a16="http://schemas.microsoft.com/office/drawing/2014/main" id="{9D37D63A-4670-4B83-939D-BCEB962E1099}"/>
                </a:ext>
              </a:extLst>
            </p:cNvPr>
            <p:cNvSpPr>
              <a:spLocks noChangeArrowheads="1"/>
            </p:cNvSpPr>
            <p:nvPr/>
          </p:nvSpPr>
          <p:spPr bwMode="auto">
            <a:xfrm>
              <a:off x="4222750"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90" name="Rectangle 37">
              <a:extLst>
                <a:ext uri="{FF2B5EF4-FFF2-40B4-BE49-F238E27FC236}">
                  <a16:creationId xmlns:a16="http://schemas.microsoft.com/office/drawing/2014/main" id="{9E38A769-D54C-487C-9333-D213A18BFB04}"/>
                </a:ext>
              </a:extLst>
            </p:cNvPr>
            <p:cNvSpPr>
              <a:spLocks noChangeArrowheads="1"/>
            </p:cNvSpPr>
            <p:nvPr/>
          </p:nvSpPr>
          <p:spPr bwMode="auto">
            <a:xfrm>
              <a:off x="4333875" y="209867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91" name="Rectangle 38">
              <a:extLst>
                <a:ext uri="{FF2B5EF4-FFF2-40B4-BE49-F238E27FC236}">
                  <a16:creationId xmlns:a16="http://schemas.microsoft.com/office/drawing/2014/main" id="{F05EDDFE-8474-4117-A6ED-89E574683947}"/>
                </a:ext>
              </a:extLst>
            </p:cNvPr>
            <p:cNvSpPr>
              <a:spLocks noChangeArrowheads="1"/>
            </p:cNvSpPr>
            <p:nvPr/>
          </p:nvSpPr>
          <p:spPr bwMode="auto">
            <a:xfrm>
              <a:off x="4481513"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92" name="Rectangle 39">
              <a:extLst>
                <a:ext uri="{FF2B5EF4-FFF2-40B4-BE49-F238E27FC236}">
                  <a16:creationId xmlns:a16="http://schemas.microsoft.com/office/drawing/2014/main" id="{19388303-5240-41AF-A6FE-380DDD3152B4}"/>
                </a:ext>
              </a:extLst>
            </p:cNvPr>
            <p:cNvSpPr>
              <a:spLocks noChangeArrowheads="1"/>
            </p:cNvSpPr>
            <p:nvPr/>
          </p:nvSpPr>
          <p:spPr bwMode="auto">
            <a:xfrm>
              <a:off x="4899025" y="209867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93" name="Rectangle 40">
              <a:extLst>
                <a:ext uri="{FF2B5EF4-FFF2-40B4-BE49-F238E27FC236}">
                  <a16:creationId xmlns:a16="http://schemas.microsoft.com/office/drawing/2014/main" id="{C123DC50-83AB-402F-A59E-4ABED17041AA}"/>
                </a:ext>
              </a:extLst>
            </p:cNvPr>
            <p:cNvSpPr>
              <a:spLocks noChangeArrowheads="1"/>
            </p:cNvSpPr>
            <p:nvPr/>
          </p:nvSpPr>
          <p:spPr bwMode="auto">
            <a:xfrm>
              <a:off x="5045075"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94" name="Rectangle 41">
              <a:extLst>
                <a:ext uri="{FF2B5EF4-FFF2-40B4-BE49-F238E27FC236}">
                  <a16:creationId xmlns:a16="http://schemas.microsoft.com/office/drawing/2014/main" id="{FA880520-7753-4057-8D7A-910A83C35793}"/>
                </a:ext>
              </a:extLst>
            </p:cNvPr>
            <p:cNvSpPr>
              <a:spLocks noChangeArrowheads="1"/>
            </p:cNvSpPr>
            <p:nvPr/>
          </p:nvSpPr>
          <p:spPr bwMode="auto">
            <a:xfrm>
              <a:off x="5157788" y="209867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95" name="Rectangle 42">
              <a:extLst>
                <a:ext uri="{FF2B5EF4-FFF2-40B4-BE49-F238E27FC236}">
                  <a16:creationId xmlns:a16="http://schemas.microsoft.com/office/drawing/2014/main" id="{5B241CD8-F464-494F-8271-07B677691A9B}"/>
                </a:ext>
              </a:extLst>
            </p:cNvPr>
            <p:cNvSpPr>
              <a:spLocks noChangeArrowheads="1"/>
            </p:cNvSpPr>
            <p:nvPr/>
          </p:nvSpPr>
          <p:spPr bwMode="auto">
            <a:xfrm>
              <a:off x="5305425"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96" name="Rectangle 43">
              <a:extLst>
                <a:ext uri="{FF2B5EF4-FFF2-40B4-BE49-F238E27FC236}">
                  <a16:creationId xmlns:a16="http://schemas.microsoft.com/office/drawing/2014/main" id="{701B268A-5AFF-4BCE-9A84-44E0334F3209}"/>
                </a:ext>
              </a:extLst>
            </p:cNvPr>
            <p:cNvSpPr>
              <a:spLocks noChangeArrowheads="1"/>
            </p:cNvSpPr>
            <p:nvPr/>
          </p:nvSpPr>
          <p:spPr bwMode="auto">
            <a:xfrm>
              <a:off x="5421313" y="209867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97" name="Rectangle 44">
              <a:extLst>
                <a:ext uri="{FF2B5EF4-FFF2-40B4-BE49-F238E27FC236}">
                  <a16:creationId xmlns:a16="http://schemas.microsoft.com/office/drawing/2014/main" id="{F2526843-2122-440E-B2E8-4FD85C895B5D}"/>
                </a:ext>
              </a:extLst>
            </p:cNvPr>
            <p:cNvSpPr>
              <a:spLocks noChangeArrowheads="1"/>
            </p:cNvSpPr>
            <p:nvPr/>
          </p:nvSpPr>
          <p:spPr bwMode="auto">
            <a:xfrm>
              <a:off x="5829300"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98" name="Rectangle 45">
              <a:extLst>
                <a:ext uri="{FF2B5EF4-FFF2-40B4-BE49-F238E27FC236}">
                  <a16:creationId xmlns:a16="http://schemas.microsoft.com/office/drawing/2014/main" id="{0451A0BC-CAED-4085-8B2B-9573C68142C3}"/>
                </a:ext>
              </a:extLst>
            </p:cNvPr>
            <p:cNvSpPr>
              <a:spLocks noChangeArrowheads="1"/>
            </p:cNvSpPr>
            <p:nvPr/>
          </p:nvSpPr>
          <p:spPr bwMode="auto">
            <a:xfrm>
              <a:off x="5567363"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99" name="Rectangle 46">
              <a:extLst>
                <a:ext uri="{FF2B5EF4-FFF2-40B4-BE49-F238E27FC236}">
                  <a16:creationId xmlns:a16="http://schemas.microsoft.com/office/drawing/2014/main" id="{4A8D2E29-5B96-4896-ACE3-94308CB47AA8}"/>
                </a:ext>
              </a:extLst>
            </p:cNvPr>
            <p:cNvSpPr>
              <a:spLocks noChangeArrowheads="1"/>
            </p:cNvSpPr>
            <p:nvPr/>
          </p:nvSpPr>
          <p:spPr bwMode="auto">
            <a:xfrm>
              <a:off x="5984875" y="1914525"/>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00" name="Rectangle 47">
              <a:extLst>
                <a:ext uri="{FF2B5EF4-FFF2-40B4-BE49-F238E27FC236}">
                  <a16:creationId xmlns:a16="http://schemas.microsoft.com/office/drawing/2014/main" id="{71859938-7663-4988-A53B-E7D360AA44EA}"/>
                </a:ext>
              </a:extLst>
            </p:cNvPr>
            <p:cNvSpPr>
              <a:spLocks noChangeArrowheads="1"/>
            </p:cNvSpPr>
            <p:nvPr/>
          </p:nvSpPr>
          <p:spPr bwMode="auto">
            <a:xfrm>
              <a:off x="6102350"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01" name="Rectangle 48">
              <a:extLst>
                <a:ext uri="{FF2B5EF4-FFF2-40B4-BE49-F238E27FC236}">
                  <a16:creationId xmlns:a16="http://schemas.microsoft.com/office/drawing/2014/main" id="{AE004497-D9FF-443D-B904-CCAB66406F0A}"/>
                </a:ext>
              </a:extLst>
            </p:cNvPr>
            <p:cNvSpPr>
              <a:spLocks noChangeArrowheads="1"/>
            </p:cNvSpPr>
            <p:nvPr/>
          </p:nvSpPr>
          <p:spPr bwMode="auto">
            <a:xfrm>
              <a:off x="6216650" y="1914525"/>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02" name="Rectangle 49">
              <a:extLst>
                <a:ext uri="{FF2B5EF4-FFF2-40B4-BE49-F238E27FC236}">
                  <a16:creationId xmlns:a16="http://schemas.microsoft.com/office/drawing/2014/main" id="{0B71D6B4-0487-4A9E-A1C2-E7C089FFE7CE}"/>
                </a:ext>
              </a:extLst>
            </p:cNvPr>
            <p:cNvSpPr>
              <a:spLocks noChangeArrowheads="1"/>
            </p:cNvSpPr>
            <p:nvPr/>
          </p:nvSpPr>
          <p:spPr bwMode="auto">
            <a:xfrm>
              <a:off x="6335713"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03" name="Rectangle 50">
              <a:extLst>
                <a:ext uri="{FF2B5EF4-FFF2-40B4-BE49-F238E27FC236}">
                  <a16:creationId xmlns:a16="http://schemas.microsoft.com/office/drawing/2014/main" id="{89273D32-048B-48FB-A2D6-540F570663B1}"/>
                </a:ext>
              </a:extLst>
            </p:cNvPr>
            <p:cNvSpPr>
              <a:spLocks noChangeArrowheads="1"/>
            </p:cNvSpPr>
            <p:nvPr/>
          </p:nvSpPr>
          <p:spPr bwMode="auto">
            <a:xfrm>
              <a:off x="6448425" y="1914525"/>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04" name="Rectangle 51">
              <a:extLst>
                <a:ext uri="{FF2B5EF4-FFF2-40B4-BE49-F238E27FC236}">
                  <a16:creationId xmlns:a16="http://schemas.microsoft.com/office/drawing/2014/main" id="{CA5FE8DF-43B6-409A-BECD-CB9CB32EB043}"/>
                </a:ext>
              </a:extLst>
            </p:cNvPr>
            <p:cNvSpPr>
              <a:spLocks noChangeArrowheads="1"/>
            </p:cNvSpPr>
            <p:nvPr/>
          </p:nvSpPr>
          <p:spPr bwMode="auto">
            <a:xfrm>
              <a:off x="6819900"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05" name="Rectangle 52">
              <a:extLst>
                <a:ext uri="{FF2B5EF4-FFF2-40B4-BE49-F238E27FC236}">
                  <a16:creationId xmlns:a16="http://schemas.microsoft.com/office/drawing/2014/main" id="{6DFE994B-BB5C-42A2-8986-9F6D03053FEB}"/>
                </a:ext>
              </a:extLst>
            </p:cNvPr>
            <p:cNvSpPr>
              <a:spLocks noChangeArrowheads="1"/>
            </p:cNvSpPr>
            <p:nvPr/>
          </p:nvSpPr>
          <p:spPr bwMode="auto">
            <a:xfrm>
              <a:off x="2600325" y="2452688"/>
              <a:ext cx="422275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06" name="Rectangle 53">
              <a:extLst>
                <a:ext uri="{FF2B5EF4-FFF2-40B4-BE49-F238E27FC236}">
                  <a16:creationId xmlns:a16="http://schemas.microsoft.com/office/drawing/2014/main" id="{C7F37E1E-E5DC-414C-9765-B951FD639224}"/>
                </a:ext>
              </a:extLst>
            </p:cNvPr>
            <p:cNvSpPr>
              <a:spLocks noChangeArrowheads="1"/>
            </p:cNvSpPr>
            <p:nvPr/>
          </p:nvSpPr>
          <p:spPr bwMode="auto">
            <a:xfrm>
              <a:off x="6567488"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07" name="Rectangle 54">
              <a:extLst>
                <a:ext uri="{FF2B5EF4-FFF2-40B4-BE49-F238E27FC236}">
                  <a16:creationId xmlns:a16="http://schemas.microsoft.com/office/drawing/2014/main" id="{7F2F4A37-642A-41B5-A9B0-3EA59AE215FA}"/>
                </a:ext>
              </a:extLst>
            </p:cNvPr>
            <p:cNvSpPr>
              <a:spLocks noChangeArrowheads="1"/>
            </p:cNvSpPr>
            <p:nvPr/>
          </p:nvSpPr>
          <p:spPr bwMode="auto">
            <a:xfrm>
              <a:off x="2600325"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08" name="Rectangle 55">
              <a:extLst>
                <a:ext uri="{FF2B5EF4-FFF2-40B4-BE49-F238E27FC236}">
                  <a16:creationId xmlns:a16="http://schemas.microsoft.com/office/drawing/2014/main" id="{C937696A-9D4F-48D0-B4B7-EE1EA6189405}"/>
                </a:ext>
              </a:extLst>
            </p:cNvPr>
            <p:cNvSpPr>
              <a:spLocks noChangeArrowheads="1"/>
            </p:cNvSpPr>
            <p:nvPr/>
          </p:nvSpPr>
          <p:spPr bwMode="auto">
            <a:xfrm>
              <a:off x="2274888" y="254635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09" name="Rectangle 56">
              <a:extLst>
                <a:ext uri="{FF2B5EF4-FFF2-40B4-BE49-F238E27FC236}">
                  <a16:creationId xmlns:a16="http://schemas.microsoft.com/office/drawing/2014/main" id="{F59764FC-A90E-425B-B933-14B7235C0587}"/>
                </a:ext>
              </a:extLst>
            </p:cNvPr>
            <p:cNvSpPr>
              <a:spLocks noChangeArrowheads="1"/>
            </p:cNvSpPr>
            <p:nvPr/>
          </p:nvSpPr>
          <p:spPr bwMode="auto">
            <a:xfrm>
              <a:off x="3668713"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10" name="Rectangle 57">
              <a:extLst>
                <a:ext uri="{FF2B5EF4-FFF2-40B4-BE49-F238E27FC236}">
                  <a16:creationId xmlns:a16="http://schemas.microsoft.com/office/drawing/2014/main" id="{196C98E5-5D34-4021-9A39-4AF86DC69FC6}"/>
                </a:ext>
              </a:extLst>
            </p:cNvPr>
            <p:cNvSpPr>
              <a:spLocks noChangeArrowheads="1"/>
            </p:cNvSpPr>
            <p:nvPr/>
          </p:nvSpPr>
          <p:spPr bwMode="auto">
            <a:xfrm>
              <a:off x="2946400"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11" name="Rectangle 58">
              <a:extLst>
                <a:ext uri="{FF2B5EF4-FFF2-40B4-BE49-F238E27FC236}">
                  <a16:creationId xmlns:a16="http://schemas.microsoft.com/office/drawing/2014/main" id="{B1D93F81-2EE1-4E88-8502-2DC78972160C}"/>
                </a:ext>
              </a:extLst>
            </p:cNvPr>
            <p:cNvSpPr>
              <a:spLocks noChangeArrowheads="1"/>
            </p:cNvSpPr>
            <p:nvPr/>
          </p:nvSpPr>
          <p:spPr bwMode="auto">
            <a:xfrm>
              <a:off x="4010025"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12" name="Rectangle 59">
              <a:extLst>
                <a:ext uri="{FF2B5EF4-FFF2-40B4-BE49-F238E27FC236}">
                  <a16:creationId xmlns:a16="http://schemas.microsoft.com/office/drawing/2014/main" id="{76F3C5E9-A8B8-419C-81A6-0A23DDB10231}"/>
                </a:ext>
              </a:extLst>
            </p:cNvPr>
            <p:cNvSpPr>
              <a:spLocks noChangeArrowheads="1"/>
            </p:cNvSpPr>
            <p:nvPr/>
          </p:nvSpPr>
          <p:spPr bwMode="auto">
            <a:xfrm>
              <a:off x="5829300"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13" name="Rectangle 60">
              <a:extLst>
                <a:ext uri="{FF2B5EF4-FFF2-40B4-BE49-F238E27FC236}">
                  <a16:creationId xmlns:a16="http://schemas.microsoft.com/office/drawing/2014/main" id="{41E7BA57-913A-4210-B8B7-B6204E3179B0}"/>
                </a:ext>
              </a:extLst>
            </p:cNvPr>
            <p:cNvSpPr>
              <a:spLocks noChangeArrowheads="1"/>
            </p:cNvSpPr>
            <p:nvPr/>
          </p:nvSpPr>
          <p:spPr bwMode="auto">
            <a:xfrm>
              <a:off x="5091113"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14" name="Rectangle 61">
              <a:extLst>
                <a:ext uri="{FF2B5EF4-FFF2-40B4-BE49-F238E27FC236}">
                  <a16:creationId xmlns:a16="http://schemas.microsoft.com/office/drawing/2014/main" id="{E1D66DE0-BF9E-4E7B-9947-070ABB98EDDA}"/>
                </a:ext>
              </a:extLst>
            </p:cNvPr>
            <p:cNvSpPr>
              <a:spLocks noChangeArrowheads="1"/>
            </p:cNvSpPr>
            <p:nvPr/>
          </p:nvSpPr>
          <p:spPr bwMode="auto">
            <a:xfrm>
              <a:off x="6819900"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15" name="Rectangle 62">
              <a:extLst>
                <a:ext uri="{FF2B5EF4-FFF2-40B4-BE49-F238E27FC236}">
                  <a16:creationId xmlns:a16="http://schemas.microsoft.com/office/drawing/2014/main" id="{1A63491F-5E35-4927-9F8A-9AD354E3F475}"/>
                </a:ext>
              </a:extLst>
            </p:cNvPr>
            <p:cNvSpPr>
              <a:spLocks noChangeArrowheads="1"/>
            </p:cNvSpPr>
            <p:nvPr/>
          </p:nvSpPr>
          <p:spPr bwMode="auto">
            <a:xfrm>
              <a:off x="6126163"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16" name="Rectangle 63">
              <a:extLst>
                <a:ext uri="{FF2B5EF4-FFF2-40B4-BE49-F238E27FC236}">
                  <a16:creationId xmlns:a16="http://schemas.microsoft.com/office/drawing/2014/main" id="{0FE8A1AC-EAD2-4512-B3A9-AA0187A7E5A4}"/>
                </a:ext>
              </a:extLst>
            </p:cNvPr>
            <p:cNvSpPr>
              <a:spLocks noChangeArrowheads="1"/>
            </p:cNvSpPr>
            <p:nvPr/>
          </p:nvSpPr>
          <p:spPr bwMode="auto">
            <a:xfrm>
              <a:off x="2600325"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17" name="Rectangle 64">
              <a:extLst>
                <a:ext uri="{FF2B5EF4-FFF2-40B4-BE49-F238E27FC236}">
                  <a16:creationId xmlns:a16="http://schemas.microsoft.com/office/drawing/2014/main" id="{4B78D128-447D-47FF-8D16-275E7C91697E}"/>
                </a:ext>
              </a:extLst>
            </p:cNvPr>
            <p:cNvSpPr>
              <a:spLocks noChangeArrowheads="1"/>
            </p:cNvSpPr>
            <p:nvPr/>
          </p:nvSpPr>
          <p:spPr bwMode="auto">
            <a:xfrm>
              <a:off x="2274888" y="2851150"/>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18" name="Rectangle 65">
              <a:extLst>
                <a:ext uri="{FF2B5EF4-FFF2-40B4-BE49-F238E27FC236}">
                  <a16:creationId xmlns:a16="http://schemas.microsoft.com/office/drawing/2014/main" id="{3E3D7F87-94E9-4152-85FC-37A067708843}"/>
                </a:ext>
              </a:extLst>
            </p:cNvPr>
            <p:cNvSpPr>
              <a:spLocks noChangeArrowheads="1"/>
            </p:cNvSpPr>
            <p:nvPr/>
          </p:nvSpPr>
          <p:spPr bwMode="auto">
            <a:xfrm>
              <a:off x="3668713"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19" name="Rectangle 66">
              <a:extLst>
                <a:ext uri="{FF2B5EF4-FFF2-40B4-BE49-F238E27FC236}">
                  <a16:creationId xmlns:a16="http://schemas.microsoft.com/office/drawing/2014/main" id="{8D792211-13E8-4A44-BE49-DE14CFBE0504}"/>
                </a:ext>
              </a:extLst>
            </p:cNvPr>
            <p:cNvSpPr>
              <a:spLocks noChangeArrowheads="1"/>
            </p:cNvSpPr>
            <p:nvPr/>
          </p:nvSpPr>
          <p:spPr bwMode="auto">
            <a:xfrm>
              <a:off x="2947988"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20" name="Rectangle 67">
              <a:extLst>
                <a:ext uri="{FF2B5EF4-FFF2-40B4-BE49-F238E27FC236}">
                  <a16:creationId xmlns:a16="http://schemas.microsoft.com/office/drawing/2014/main" id="{10B27C1F-724A-455B-94D1-30C16EA178E7}"/>
                </a:ext>
              </a:extLst>
            </p:cNvPr>
            <p:cNvSpPr>
              <a:spLocks noChangeArrowheads="1"/>
            </p:cNvSpPr>
            <p:nvPr/>
          </p:nvSpPr>
          <p:spPr bwMode="auto">
            <a:xfrm>
              <a:off x="4011613"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21" name="Rectangle 68">
              <a:extLst>
                <a:ext uri="{FF2B5EF4-FFF2-40B4-BE49-F238E27FC236}">
                  <a16:creationId xmlns:a16="http://schemas.microsoft.com/office/drawing/2014/main" id="{70C9A43A-7724-47BB-A212-479FB20752C3}"/>
                </a:ext>
              </a:extLst>
            </p:cNvPr>
            <p:cNvSpPr>
              <a:spLocks noChangeArrowheads="1"/>
            </p:cNvSpPr>
            <p:nvPr/>
          </p:nvSpPr>
          <p:spPr bwMode="auto">
            <a:xfrm>
              <a:off x="5829300"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22" name="Rectangle 69">
              <a:extLst>
                <a:ext uri="{FF2B5EF4-FFF2-40B4-BE49-F238E27FC236}">
                  <a16:creationId xmlns:a16="http://schemas.microsoft.com/office/drawing/2014/main" id="{DECE5A3A-CA6F-4A58-BEEE-18DE39B92DDF}"/>
                </a:ext>
              </a:extLst>
            </p:cNvPr>
            <p:cNvSpPr>
              <a:spLocks noChangeArrowheads="1"/>
            </p:cNvSpPr>
            <p:nvPr/>
          </p:nvSpPr>
          <p:spPr bwMode="auto">
            <a:xfrm>
              <a:off x="5092700"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23" name="Rectangle 70">
              <a:extLst>
                <a:ext uri="{FF2B5EF4-FFF2-40B4-BE49-F238E27FC236}">
                  <a16:creationId xmlns:a16="http://schemas.microsoft.com/office/drawing/2014/main" id="{1846EB0B-BB8A-413A-AB5A-563657BF2838}"/>
                </a:ext>
              </a:extLst>
            </p:cNvPr>
            <p:cNvSpPr>
              <a:spLocks noChangeArrowheads="1"/>
            </p:cNvSpPr>
            <p:nvPr/>
          </p:nvSpPr>
          <p:spPr bwMode="auto">
            <a:xfrm>
              <a:off x="6819900"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24" name="Rectangle 71">
              <a:extLst>
                <a:ext uri="{FF2B5EF4-FFF2-40B4-BE49-F238E27FC236}">
                  <a16:creationId xmlns:a16="http://schemas.microsoft.com/office/drawing/2014/main" id="{072D9B5F-6B94-48DD-A65F-E007C52F1FD3}"/>
                </a:ext>
              </a:extLst>
            </p:cNvPr>
            <p:cNvSpPr>
              <a:spLocks noChangeArrowheads="1"/>
            </p:cNvSpPr>
            <p:nvPr/>
          </p:nvSpPr>
          <p:spPr bwMode="auto">
            <a:xfrm>
              <a:off x="6127750"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25" name="Rectangle 72">
              <a:extLst>
                <a:ext uri="{FF2B5EF4-FFF2-40B4-BE49-F238E27FC236}">
                  <a16:creationId xmlns:a16="http://schemas.microsoft.com/office/drawing/2014/main" id="{F4054B66-FCEA-4710-9118-13EEF16CCABC}"/>
                </a:ext>
              </a:extLst>
            </p:cNvPr>
            <p:cNvSpPr>
              <a:spLocks noChangeArrowheads="1"/>
            </p:cNvSpPr>
            <p:nvPr/>
          </p:nvSpPr>
          <p:spPr bwMode="auto">
            <a:xfrm>
              <a:off x="2600325"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26" name="Rectangle 73">
              <a:extLst>
                <a:ext uri="{FF2B5EF4-FFF2-40B4-BE49-F238E27FC236}">
                  <a16:creationId xmlns:a16="http://schemas.microsoft.com/office/drawing/2014/main" id="{49CE91AB-D39B-4534-A754-BD502A637062}"/>
                </a:ext>
              </a:extLst>
            </p:cNvPr>
            <p:cNvSpPr>
              <a:spLocks noChangeArrowheads="1"/>
            </p:cNvSpPr>
            <p:nvPr/>
          </p:nvSpPr>
          <p:spPr bwMode="auto">
            <a:xfrm>
              <a:off x="2274888" y="3152775"/>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27" name="Rectangle 74">
              <a:extLst>
                <a:ext uri="{FF2B5EF4-FFF2-40B4-BE49-F238E27FC236}">
                  <a16:creationId xmlns:a16="http://schemas.microsoft.com/office/drawing/2014/main" id="{741CBEE5-4084-4E23-87B2-65CFE5A02B6C}"/>
                </a:ext>
              </a:extLst>
            </p:cNvPr>
            <p:cNvSpPr>
              <a:spLocks noChangeArrowheads="1"/>
            </p:cNvSpPr>
            <p:nvPr/>
          </p:nvSpPr>
          <p:spPr bwMode="auto">
            <a:xfrm>
              <a:off x="3668713"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28" name="Rectangle 75">
              <a:extLst>
                <a:ext uri="{FF2B5EF4-FFF2-40B4-BE49-F238E27FC236}">
                  <a16:creationId xmlns:a16="http://schemas.microsoft.com/office/drawing/2014/main" id="{40F0A550-90AB-43C4-8C3D-9F5D3B30D88D}"/>
                </a:ext>
              </a:extLst>
            </p:cNvPr>
            <p:cNvSpPr>
              <a:spLocks noChangeArrowheads="1"/>
            </p:cNvSpPr>
            <p:nvPr/>
          </p:nvSpPr>
          <p:spPr bwMode="auto">
            <a:xfrm>
              <a:off x="2947988"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29" name="Rectangle 76">
              <a:extLst>
                <a:ext uri="{FF2B5EF4-FFF2-40B4-BE49-F238E27FC236}">
                  <a16:creationId xmlns:a16="http://schemas.microsoft.com/office/drawing/2014/main" id="{FCC7EBA7-2FE0-4586-A595-E1A4DAF41EC0}"/>
                </a:ext>
              </a:extLst>
            </p:cNvPr>
            <p:cNvSpPr>
              <a:spLocks noChangeArrowheads="1"/>
            </p:cNvSpPr>
            <p:nvPr/>
          </p:nvSpPr>
          <p:spPr bwMode="auto">
            <a:xfrm>
              <a:off x="4011613"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30" name="Rectangle 77">
              <a:extLst>
                <a:ext uri="{FF2B5EF4-FFF2-40B4-BE49-F238E27FC236}">
                  <a16:creationId xmlns:a16="http://schemas.microsoft.com/office/drawing/2014/main" id="{E976882D-9DB7-4D87-98F2-930E92135EB3}"/>
                </a:ext>
              </a:extLst>
            </p:cNvPr>
            <p:cNvSpPr>
              <a:spLocks noChangeArrowheads="1"/>
            </p:cNvSpPr>
            <p:nvPr/>
          </p:nvSpPr>
          <p:spPr bwMode="auto">
            <a:xfrm>
              <a:off x="5829300"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31" name="Rectangle 78">
              <a:extLst>
                <a:ext uri="{FF2B5EF4-FFF2-40B4-BE49-F238E27FC236}">
                  <a16:creationId xmlns:a16="http://schemas.microsoft.com/office/drawing/2014/main" id="{D2CDCE7E-3551-452E-B01F-CD997FFFDA89}"/>
                </a:ext>
              </a:extLst>
            </p:cNvPr>
            <p:cNvSpPr>
              <a:spLocks noChangeArrowheads="1"/>
            </p:cNvSpPr>
            <p:nvPr/>
          </p:nvSpPr>
          <p:spPr bwMode="auto">
            <a:xfrm>
              <a:off x="5092700"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32" name="Rectangle 79">
              <a:extLst>
                <a:ext uri="{FF2B5EF4-FFF2-40B4-BE49-F238E27FC236}">
                  <a16:creationId xmlns:a16="http://schemas.microsoft.com/office/drawing/2014/main" id="{6F97DC6A-D0C7-4A46-9F01-2D24937FA48D}"/>
                </a:ext>
              </a:extLst>
            </p:cNvPr>
            <p:cNvSpPr>
              <a:spLocks noChangeArrowheads="1"/>
            </p:cNvSpPr>
            <p:nvPr/>
          </p:nvSpPr>
          <p:spPr bwMode="auto">
            <a:xfrm>
              <a:off x="6819900"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33" name="Rectangle 80">
              <a:extLst>
                <a:ext uri="{FF2B5EF4-FFF2-40B4-BE49-F238E27FC236}">
                  <a16:creationId xmlns:a16="http://schemas.microsoft.com/office/drawing/2014/main" id="{AF4413C1-8AD4-4E89-94A8-2CA30A0D74E3}"/>
                </a:ext>
              </a:extLst>
            </p:cNvPr>
            <p:cNvSpPr>
              <a:spLocks noChangeArrowheads="1"/>
            </p:cNvSpPr>
            <p:nvPr/>
          </p:nvSpPr>
          <p:spPr bwMode="auto">
            <a:xfrm>
              <a:off x="6127750"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34" name="Rectangle 81">
              <a:extLst>
                <a:ext uri="{FF2B5EF4-FFF2-40B4-BE49-F238E27FC236}">
                  <a16:creationId xmlns:a16="http://schemas.microsoft.com/office/drawing/2014/main" id="{9B3E2E13-AA5E-4D26-A91E-FF0E2C1DFAC8}"/>
                </a:ext>
              </a:extLst>
            </p:cNvPr>
            <p:cNvSpPr>
              <a:spLocks noChangeArrowheads="1"/>
            </p:cNvSpPr>
            <p:nvPr/>
          </p:nvSpPr>
          <p:spPr bwMode="auto">
            <a:xfrm>
              <a:off x="2600325"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35" name="Rectangle 82">
              <a:extLst>
                <a:ext uri="{FF2B5EF4-FFF2-40B4-BE49-F238E27FC236}">
                  <a16:creationId xmlns:a16="http://schemas.microsoft.com/office/drawing/2014/main" id="{8BE35853-5FFD-4255-87AF-6E7BB9351DDE}"/>
                </a:ext>
              </a:extLst>
            </p:cNvPr>
            <p:cNvSpPr>
              <a:spLocks noChangeArrowheads="1"/>
            </p:cNvSpPr>
            <p:nvPr/>
          </p:nvSpPr>
          <p:spPr bwMode="auto">
            <a:xfrm>
              <a:off x="2274888" y="345757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36" name="Rectangle 83">
              <a:extLst>
                <a:ext uri="{FF2B5EF4-FFF2-40B4-BE49-F238E27FC236}">
                  <a16:creationId xmlns:a16="http://schemas.microsoft.com/office/drawing/2014/main" id="{247D1968-E1F8-4762-B7CA-0189A38954F2}"/>
                </a:ext>
              </a:extLst>
            </p:cNvPr>
            <p:cNvSpPr>
              <a:spLocks noChangeArrowheads="1"/>
            </p:cNvSpPr>
            <p:nvPr/>
          </p:nvSpPr>
          <p:spPr bwMode="auto">
            <a:xfrm>
              <a:off x="3668713"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37" name="Rectangle 84">
              <a:extLst>
                <a:ext uri="{FF2B5EF4-FFF2-40B4-BE49-F238E27FC236}">
                  <a16:creationId xmlns:a16="http://schemas.microsoft.com/office/drawing/2014/main" id="{64FB8E49-5C2A-4061-9D20-7217ECFCE9E4}"/>
                </a:ext>
              </a:extLst>
            </p:cNvPr>
            <p:cNvSpPr>
              <a:spLocks noChangeArrowheads="1"/>
            </p:cNvSpPr>
            <p:nvPr/>
          </p:nvSpPr>
          <p:spPr bwMode="auto">
            <a:xfrm>
              <a:off x="2946400"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38" name="Rectangle 85">
              <a:extLst>
                <a:ext uri="{FF2B5EF4-FFF2-40B4-BE49-F238E27FC236}">
                  <a16:creationId xmlns:a16="http://schemas.microsoft.com/office/drawing/2014/main" id="{94234737-8853-4571-B63C-61079E1D572A}"/>
                </a:ext>
              </a:extLst>
            </p:cNvPr>
            <p:cNvSpPr>
              <a:spLocks noChangeArrowheads="1"/>
            </p:cNvSpPr>
            <p:nvPr/>
          </p:nvSpPr>
          <p:spPr bwMode="auto">
            <a:xfrm>
              <a:off x="4010025"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39" name="Rectangle 86">
              <a:extLst>
                <a:ext uri="{FF2B5EF4-FFF2-40B4-BE49-F238E27FC236}">
                  <a16:creationId xmlns:a16="http://schemas.microsoft.com/office/drawing/2014/main" id="{31543F18-0A72-40E2-8705-FA82EA0E20C5}"/>
                </a:ext>
              </a:extLst>
            </p:cNvPr>
            <p:cNvSpPr>
              <a:spLocks noChangeArrowheads="1"/>
            </p:cNvSpPr>
            <p:nvPr/>
          </p:nvSpPr>
          <p:spPr bwMode="auto">
            <a:xfrm>
              <a:off x="5829300"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40" name="Rectangle 87">
              <a:extLst>
                <a:ext uri="{FF2B5EF4-FFF2-40B4-BE49-F238E27FC236}">
                  <a16:creationId xmlns:a16="http://schemas.microsoft.com/office/drawing/2014/main" id="{DC4E63C6-8996-41C1-9535-2E80BC9DEC6D}"/>
                </a:ext>
              </a:extLst>
            </p:cNvPr>
            <p:cNvSpPr>
              <a:spLocks noChangeArrowheads="1"/>
            </p:cNvSpPr>
            <p:nvPr/>
          </p:nvSpPr>
          <p:spPr bwMode="auto">
            <a:xfrm>
              <a:off x="5091113"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41" name="Rectangle 88">
              <a:extLst>
                <a:ext uri="{FF2B5EF4-FFF2-40B4-BE49-F238E27FC236}">
                  <a16:creationId xmlns:a16="http://schemas.microsoft.com/office/drawing/2014/main" id="{B1274837-41F4-427F-A212-6D6CFF199350}"/>
                </a:ext>
              </a:extLst>
            </p:cNvPr>
            <p:cNvSpPr>
              <a:spLocks noChangeArrowheads="1"/>
            </p:cNvSpPr>
            <p:nvPr/>
          </p:nvSpPr>
          <p:spPr bwMode="auto">
            <a:xfrm>
              <a:off x="6819900"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42" name="Rectangle 89">
              <a:extLst>
                <a:ext uri="{FF2B5EF4-FFF2-40B4-BE49-F238E27FC236}">
                  <a16:creationId xmlns:a16="http://schemas.microsoft.com/office/drawing/2014/main" id="{50C8F7FE-34BD-4FAC-96FD-46AA38BDBCCE}"/>
                </a:ext>
              </a:extLst>
            </p:cNvPr>
            <p:cNvSpPr>
              <a:spLocks noChangeArrowheads="1"/>
            </p:cNvSpPr>
            <p:nvPr/>
          </p:nvSpPr>
          <p:spPr bwMode="auto">
            <a:xfrm>
              <a:off x="6126163"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43" name="Rectangle 90">
              <a:extLst>
                <a:ext uri="{FF2B5EF4-FFF2-40B4-BE49-F238E27FC236}">
                  <a16:creationId xmlns:a16="http://schemas.microsoft.com/office/drawing/2014/main" id="{2CF038C7-41DE-48CB-AD2C-766633DF0D51}"/>
                </a:ext>
              </a:extLst>
            </p:cNvPr>
            <p:cNvSpPr>
              <a:spLocks noChangeArrowheads="1"/>
            </p:cNvSpPr>
            <p:nvPr/>
          </p:nvSpPr>
          <p:spPr bwMode="auto">
            <a:xfrm>
              <a:off x="2600325"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44" name="Rectangle 91">
              <a:extLst>
                <a:ext uri="{FF2B5EF4-FFF2-40B4-BE49-F238E27FC236}">
                  <a16:creationId xmlns:a16="http://schemas.microsoft.com/office/drawing/2014/main" id="{E47A725F-D30D-4F43-98F4-51B6B48DBCE6}"/>
                </a:ext>
              </a:extLst>
            </p:cNvPr>
            <p:cNvSpPr>
              <a:spLocks noChangeArrowheads="1"/>
            </p:cNvSpPr>
            <p:nvPr/>
          </p:nvSpPr>
          <p:spPr bwMode="auto">
            <a:xfrm>
              <a:off x="2274888" y="3762375"/>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45" name="Rectangle 92">
              <a:extLst>
                <a:ext uri="{FF2B5EF4-FFF2-40B4-BE49-F238E27FC236}">
                  <a16:creationId xmlns:a16="http://schemas.microsoft.com/office/drawing/2014/main" id="{37233534-B980-4CE2-B208-418DE94EDCCB}"/>
                </a:ext>
              </a:extLst>
            </p:cNvPr>
            <p:cNvSpPr>
              <a:spLocks noChangeArrowheads="1"/>
            </p:cNvSpPr>
            <p:nvPr/>
          </p:nvSpPr>
          <p:spPr bwMode="auto">
            <a:xfrm>
              <a:off x="3668713"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46" name="Rectangle 93">
              <a:extLst>
                <a:ext uri="{FF2B5EF4-FFF2-40B4-BE49-F238E27FC236}">
                  <a16:creationId xmlns:a16="http://schemas.microsoft.com/office/drawing/2014/main" id="{D8B3F984-F292-4EAD-BF86-FEC428EA20A3}"/>
                </a:ext>
              </a:extLst>
            </p:cNvPr>
            <p:cNvSpPr>
              <a:spLocks noChangeArrowheads="1"/>
            </p:cNvSpPr>
            <p:nvPr/>
          </p:nvSpPr>
          <p:spPr bwMode="auto">
            <a:xfrm>
              <a:off x="2946400"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47" name="Rectangle 94">
              <a:extLst>
                <a:ext uri="{FF2B5EF4-FFF2-40B4-BE49-F238E27FC236}">
                  <a16:creationId xmlns:a16="http://schemas.microsoft.com/office/drawing/2014/main" id="{412D12C1-6B20-445E-845C-90D3E520E47C}"/>
                </a:ext>
              </a:extLst>
            </p:cNvPr>
            <p:cNvSpPr>
              <a:spLocks noChangeArrowheads="1"/>
            </p:cNvSpPr>
            <p:nvPr/>
          </p:nvSpPr>
          <p:spPr bwMode="auto">
            <a:xfrm>
              <a:off x="4008438"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48" name="Rectangle 95">
              <a:extLst>
                <a:ext uri="{FF2B5EF4-FFF2-40B4-BE49-F238E27FC236}">
                  <a16:creationId xmlns:a16="http://schemas.microsoft.com/office/drawing/2014/main" id="{CB3896C6-B58E-4B02-A399-C1F953B84B2B}"/>
                </a:ext>
              </a:extLst>
            </p:cNvPr>
            <p:cNvSpPr>
              <a:spLocks noChangeArrowheads="1"/>
            </p:cNvSpPr>
            <p:nvPr/>
          </p:nvSpPr>
          <p:spPr bwMode="auto">
            <a:xfrm>
              <a:off x="5829300"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49" name="Rectangle 96">
              <a:extLst>
                <a:ext uri="{FF2B5EF4-FFF2-40B4-BE49-F238E27FC236}">
                  <a16:creationId xmlns:a16="http://schemas.microsoft.com/office/drawing/2014/main" id="{1166662D-A807-430E-A194-7B8FDB5D80F4}"/>
                </a:ext>
              </a:extLst>
            </p:cNvPr>
            <p:cNvSpPr>
              <a:spLocks noChangeArrowheads="1"/>
            </p:cNvSpPr>
            <p:nvPr/>
          </p:nvSpPr>
          <p:spPr bwMode="auto">
            <a:xfrm>
              <a:off x="5089525"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50" name="Rectangle 97">
              <a:extLst>
                <a:ext uri="{FF2B5EF4-FFF2-40B4-BE49-F238E27FC236}">
                  <a16:creationId xmlns:a16="http://schemas.microsoft.com/office/drawing/2014/main" id="{C0710D02-6AA9-42CB-8730-1146D1542407}"/>
                </a:ext>
              </a:extLst>
            </p:cNvPr>
            <p:cNvSpPr>
              <a:spLocks noChangeArrowheads="1"/>
            </p:cNvSpPr>
            <p:nvPr/>
          </p:nvSpPr>
          <p:spPr bwMode="auto">
            <a:xfrm>
              <a:off x="6819900"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51" name="Rectangle 98">
              <a:extLst>
                <a:ext uri="{FF2B5EF4-FFF2-40B4-BE49-F238E27FC236}">
                  <a16:creationId xmlns:a16="http://schemas.microsoft.com/office/drawing/2014/main" id="{ED34854B-E37F-4E5B-9DFA-55C6E22A8DAC}"/>
                </a:ext>
              </a:extLst>
            </p:cNvPr>
            <p:cNvSpPr>
              <a:spLocks noChangeArrowheads="1"/>
            </p:cNvSpPr>
            <p:nvPr/>
          </p:nvSpPr>
          <p:spPr bwMode="auto">
            <a:xfrm>
              <a:off x="6126163"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52" name="Rectangle 99">
              <a:extLst>
                <a:ext uri="{FF2B5EF4-FFF2-40B4-BE49-F238E27FC236}">
                  <a16:creationId xmlns:a16="http://schemas.microsoft.com/office/drawing/2014/main" id="{047FF192-0D3B-4B85-BDD4-B0F4A1AF0FBB}"/>
                </a:ext>
              </a:extLst>
            </p:cNvPr>
            <p:cNvSpPr>
              <a:spLocks noChangeArrowheads="1"/>
            </p:cNvSpPr>
            <p:nvPr/>
          </p:nvSpPr>
          <p:spPr bwMode="auto">
            <a:xfrm>
              <a:off x="2600325"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53" name="Rectangle 100">
              <a:extLst>
                <a:ext uri="{FF2B5EF4-FFF2-40B4-BE49-F238E27FC236}">
                  <a16:creationId xmlns:a16="http://schemas.microsoft.com/office/drawing/2014/main" id="{ED790946-4B63-4E5D-8918-990700BEBB0B}"/>
                </a:ext>
              </a:extLst>
            </p:cNvPr>
            <p:cNvSpPr>
              <a:spLocks noChangeArrowheads="1"/>
            </p:cNvSpPr>
            <p:nvPr/>
          </p:nvSpPr>
          <p:spPr bwMode="auto">
            <a:xfrm>
              <a:off x="2274888" y="4064000"/>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54" name="Rectangle 101">
              <a:extLst>
                <a:ext uri="{FF2B5EF4-FFF2-40B4-BE49-F238E27FC236}">
                  <a16:creationId xmlns:a16="http://schemas.microsoft.com/office/drawing/2014/main" id="{EAABD1EF-9133-45CC-8474-6E09FC3F6749}"/>
                </a:ext>
              </a:extLst>
            </p:cNvPr>
            <p:cNvSpPr>
              <a:spLocks noChangeArrowheads="1"/>
            </p:cNvSpPr>
            <p:nvPr/>
          </p:nvSpPr>
          <p:spPr bwMode="auto">
            <a:xfrm>
              <a:off x="3668713"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55" name="Rectangle 102">
              <a:extLst>
                <a:ext uri="{FF2B5EF4-FFF2-40B4-BE49-F238E27FC236}">
                  <a16:creationId xmlns:a16="http://schemas.microsoft.com/office/drawing/2014/main" id="{B0FA834F-A509-44C5-BEF2-2DED8C35A810}"/>
                </a:ext>
              </a:extLst>
            </p:cNvPr>
            <p:cNvSpPr>
              <a:spLocks noChangeArrowheads="1"/>
            </p:cNvSpPr>
            <p:nvPr/>
          </p:nvSpPr>
          <p:spPr bwMode="auto">
            <a:xfrm>
              <a:off x="2947988"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56" name="Rectangle 103">
              <a:extLst>
                <a:ext uri="{FF2B5EF4-FFF2-40B4-BE49-F238E27FC236}">
                  <a16:creationId xmlns:a16="http://schemas.microsoft.com/office/drawing/2014/main" id="{5F9E9145-45F1-4319-BD6C-2C83B96B3FC3}"/>
                </a:ext>
              </a:extLst>
            </p:cNvPr>
            <p:cNvSpPr>
              <a:spLocks noChangeArrowheads="1"/>
            </p:cNvSpPr>
            <p:nvPr/>
          </p:nvSpPr>
          <p:spPr bwMode="auto">
            <a:xfrm>
              <a:off x="4010025"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57" name="Rectangle 104">
              <a:extLst>
                <a:ext uri="{FF2B5EF4-FFF2-40B4-BE49-F238E27FC236}">
                  <a16:creationId xmlns:a16="http://schemas.microsoft.com/office/drawing/2014/main" id="{41990437-84C3-4EBF-AD9B-6AFC9DBB0958}"/>
                </a:ext>
              </a:extLst>
            </p:cNvPr>
            <p:cNvSpPr>
              <a:spLocks noChangeArrowheads="1"/>
            </p:cNvSpPr>
            <p:nvPr/>
          </p:nvSpPr>
          <p:spPr bwMode="auto">
            <a:xfrm>
              <a:off x="5829300"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58" name="Rectangle 105">
              <a:extLst>
                <a:ext uri="{FF2B5EF4-FFF2-40B4-BE49-F238E27FC236}">
                  <a16:creationId xmlns:a16="http://schemas.microsoft.com/office/drawing/2014/main" id="{55CCE300-DCF9-4BA3-8B52-D2C13AFA5B77}"/>
                </a:ext>
              </a:extLst>
            </p:cNvPr>
            <p:cNvSpPr>
              <a:spLocks noChangeArrowheads="1"/>
            </p:cNvSpPr>
            <p:nvPr/>
          </p:nvSpPr>
          <p:spPr bwMode="auto">
            <a:xfrm>
              <a:off x="5091113"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59" name="Rectangle 106">
              <a:extLst>
                <a:ext uri="{FF2B5EF4-FFF2-40B4-BE49-F238E27FC236}">
                  <a16:creationId xmlns:a16="http://schemas.microsoft.com/office/drawing/2014/main" id="{ABA4F5BA-7FFA-49E7-9FC1-3832EBEA1A96}"/>
                </a:ext>
              </a:extLst>
            </p:cNvPr>
            <p:cNvSpPr>
              <a:spLocks noChangeArrowheads="1"/>
            </p:cNvSpPr>
            <p:nvPr/>
          </p:nvSpPr>
          <p:spPr bwMode="auto">
            <a:xfrm>
              <a:off x="6819900"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60" name="Rectangle 107">
              <a:extLst>
                <a:ext uri="{FF2B5EF4-FFF2-40B4-BE49-F238E27FC236}">
                  <a16:creationId xmlns:a16="http://schemas.microsoft.com/office/drawing/2014/main" id="{EBD56C65-3C03-4869-A506-599AA6C70E88}"/>
                </a:ext>
              </a:extLst>
            </p:cNvPr>
            <p:cNvSpPr>
              <a:spLocks noChangeArrowheads="1"/>
            </p:cNvSpPr>
            <p:nvPr/>
          </p:nvSpPr>
          <p:spPr bwMode="auto">
            <a:xfrm>
              <a:off x="6127750"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61" name="Rectangle 108">
              <a:extLst>
                <a:ext uri="{FF2B5EF4-FFF2-40B4-BE49-F238E27FC236}">
                  <a16:creationId xmlns:a16="http://schemas.microsoft.com/office/drawing/2014/main" id="{55C42809-5F09-4E0D-861B-F269BFEBD377}"/>
                </a:ext>
              </a:extLst>
            </p:cNvPr>
            <p:cNvSpPr>
              <a:spLocks noChangeArrowheads="1"/>
            </p:cNvSpPr>
            <p:nvPr/>
          </p:nvSpPr>
          <p:spPr bwMode="auto">
            <a:xfrm>
              <a:off x="2600325"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62" name="Rectangle 109">
              <a:extLst>
                <a:ext uri="{FF2B5EF4-FFF2-40B4-BE49-F238E27FC236}">
                  <a16:creationId xmlns:a16="http://schemas.microsoft.com/office/drawing/2014/main" id="{27E620A4-66A4-4CE8-BD72-7329B4EC8CE8}"/>
                </a:ext>
              </a:extLst>
            </p:cNvPr>
            <p:cNvSpPr>
              <a:spLocks noChangeArrowheads="1"/>
            </p:cNvSpPr>
            <p:nvPr/>
          </p:nvSpPr>
          <p:spPr bwMode="auto">
            <a:xfrm>
              <a:off x="2274888" y="43688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63" name="Rectangle 110">
              <a:extLst>
                <a:ext uri="{FF2B5EF4-FFF2-40B4-BE49-F238E27FC236}">
                  <a16:creationId xmlns:a16="http://schemas.microsoft.com/office/drawing/2014/main" id="{5A9249FB-9CA8-44A2-82DA-26A60F8ED2B8}"/>
                </a:ext>
              </a:extLst>
            </p:cNvPr>
            <p:cNvSpPr>
              <a:spLocks noChangeArrowheads="1"/>
            </p:cNvSpPr>
            <p:nvPr/>
          </p:nvSpPr>
          <p:spPr bwMode="auto">
            <a:xfrm>
              <a:off x="3668713"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64" name="Rectangle 111">
              <a:extLst>
                <a:ext uri="{FF2B5EF4-FFF2-40B4-BE49-F238E27FC236}">
                  <a16:creationId xmlns:a16="http://schemas.microsoft.com/office/drawing/2014/main" id="{FB059FB3-743A-48BE-B275-71C47A5D01E0}"/>
                </a:ext>
              </a:extLst>
            </p:cNvPr>
            <p:cNvSpPr>
              <a:spLocks noChangeArrowheads="1"/>
            </p:cNvSpPr>
            <p:nvPr/>
          </p:nvSpPr>
          <p:spPr bwMode="auto">
            <a:xfrm>
              <a:off x="2946400"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65" name="Rectangle 112">
              <a:extLst>
                <a:ext uri="{FF2B5EF4-FFF2-40B4-BE49-F238E27FC236}">
                  <a16:creationId xmlns:a16="http://schemas.microsoft.com/office/drawing/2014/main" id="{E68B0155-4EF5-4FA3-AB68-51EDCD41F227}"/>
                </a:ext>
              </a:extLst>
            </p:cNvPr>
            <p:cNvSpPr>
              <a:spLocks noChangeArrowheads="1"/>
            </p:cNvSpPr>
            <p:nvPr/>
          </p:nvSpPr>
          <p:spPr bwMode="auto">
            <a:xfrm>
              <a:off x="4010025"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66" name="Rectangle 113">
              <a:extLst>
                <a:ext uri="{FF2B5EF4-FFF2-40B4-BE49-F238E27FC236}">
                  <a16:creationId xmlns:a16="http://schemas.microsoft.com/office/drawing/2014/main" id="{5C908DB7-AA1B-4206-B8D0-1357D8808836}"/>
                </a:ext>
              </a:extLst>
            </p:cNvPr>
            <p:cNvSpPr>
              <a:spLocks noChangeArrowheads="1"/>
            </p:cNvSpPr>
            <p:nvPr/>
          </p:nvSpPr>
          <p:spPr bwMode="auto">
            <a:xfrm>
              <a:off x="5829300"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67" name="Rectangle 114">
              <a:extLst>
                <a:ext uri="{FF2B5EF4-FFF2-40B4-BE49-F238E27FC236}">
                  <a16:creationId xmlns:a16="http://schemas.microsoft.com/office/drawing/2014/main" id="{D7D3497C-166F-4EF1-8AF1-12FD2D67AC2B}"/>
                </a:ext>
              </a:extLst>
            </p:cNvPr>
            <p:cNvSpPr>
              <a:spLocks noChangeArrowheads="1"/>
            </p:cNvSpPr>
            <p:nvPr/>
          </p:nvSpPr>
          <p:spPr bwMode="auto">
            <a:xfrm>
              <a:off x="5091113"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68" name="Rectangle 115">
              <a:extLst>
                <a:ext uri="{FF2B5EF4-FFF2-40B4-BE49-F238E27FC236}">
                  <a16:creationId xmlns:a16="http://schemas.microsoft.com/office/drawing/2014/main" id="{5B02FB5D-07AE-4566-A577-60F164FDD02A}"/>
                </a:ext>
              </a:extLst>
            </p:cNvPr>
            <p:cNvSpPr>
              <a:spLocks noChangeArrowheads="1"/>
            </p:cNvSpPr>
            <p:nvPr/>
          </p:nvSpPr>
          <p:spPr bwMode="auto">
            <a:xfrm>
              <a:off x="6819900"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69" name="Rectangle 116">
              <a:extLst>
                <a:ext uri="{FF2B5EF4-FFF2-40B4-BE49-F238E27FC236}">
                  <a16:creationId xmlns:a16="http://schemas.microsoft.com/office/drawing/2014/main" id="{9E2B46CA-A944-49A6-BA81-F13C803ED3D7}"/>
                </a:ext>
              </a:extLst>
            </p:cNvPr>
            <p:cNvSpPr>
              <a:spLocks noChangeArrowheads="1"/>
            </p:cNvSpPr>
            <p:nvPr/>
          </p:nvSpPr>
          <p:spPr bwMode="auto">
            <a:xfrm>
              <a:off x="6126163"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70" name="Rectangle 117">
              <a:extLst>
                <a:ext uri="{FF2B5EF4-FFF2-40B4-BE49-F238E27FC236}">
                  <a16:creationId xmlns:a16="http://schemas.microsoft.com/office/drawing/2014/main" id="{C5E3EAE2-6466-4BEE-907F-59AA33215530}"/>
                </a:ext>
              </a:extLst>
            </p:cNvPr>
            <p:cNvSpPr>
              <a:spLocks noChangeArrowheads="1"/>
            </p:cNvSpPr>
            <p:nvPr/>
          </p:nvSpPr>
          <p:spPr bwMode="auto">
            <a:xfrm>
              <a:off x="2600325"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71" name="Rectangle 118">
              <a:extLst>
                <a:ext uri="{FF2B5EF4-FFF2-40B4-BE49-F238E27FC236}">
                  <a16:creationId xmlns:a16="http://schemas.microsoft.com/office/drawing/2014/main" id="{31A13FD5-F301-4BFA-B547-410B84BA5780}"/>
                </a:ext>
              </a:extLst>
            </p:cNvPr>
            <p:cNvSpPr>
              <a:spLocks noChangeArrowheads="1"/>
            </p:cNvSpPr>
            <p:nvPr/>
          </p:nvSpPr>
          <p:spPr bwMode="auto">
            <a:xfrm>
              <a:off x="2274888" y="46736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H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72" name="Rectangle 119">
              <a:extLst>
                <a:ext uri="{FF2B5EF4-FFF2-40B4-BE49-F238E27FC236}">
                  <a16:creationId xmlns:a16="http://schemas.microsoft.com/office/drawing/2014/main" id="{DB5E42B8-31C7-4035-BC3F-BF9F2E81AB67}"/>
                </a:ext>
              </a:extLst>
            </p:cNvPr>
            <p:cNvSpPr>
              <a:spLocks noChangeArrowheads="1"/>
            </p:cNvSpPr>
            <p:nvPr/>
          </p:nvSpPr>
          <p:spPr bwMode="auto">
            <a:xfrm>
              <a:off x="3668713"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73" name="Rectangle 120">
              <a:extLst>
                <a:ext uri="{FF2B5EF4-FFF2-40B4-BE49-F238E27FC236}">
                  <a16:creationId xmlns:a16="http://schemas.microsoft.com/office/drawing/2014/main" id="{00FFAC7E-056F-4DC8-8EBB-F3F4718DEC8F}"/>
                </a:ext>
              </a:extLst>
            </p:cNvPr>
            <p:cNvSpPr>
              <a:spLocks noChangeArrowheads="1"/>
            </p:cNvSpPr>
            <p:nvPr/>
          </p:nvSpPr>
          <p:spPr bwMode="auto">
            <a:xfrm>
              <a:off x="2946400"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74" name="Rectangle 121">
              <a:extLst>
                <a:ext uri="{FF2B5EF4-FFF2-40B4-BE49-F238E27FC236}">
                  <a16:creationId xmlns:a16="http://schemas.microsoft.com/office/drawing/2014/main" id="{2FBE32E7-37EE-457F-B349-4A00001C6B36}"/>
                </a:ext>
              </a:extLst>
            </p:cNvPr>
            <p:cNvSpPr>
              <a:spLocks noChangeArrowheads="1"/>
            </p:cNvSpPr>
            <p:nvPr/>
          </p:nvSpPr>
          <p:spPr bwMode="auto">
            <a:xfrm>
              <a:off x="4010025"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75" name="Rectangle 122">
              <a:extLst>
                <a:ext uri="{FF2B5EF4-FFF2-40B4-BE49-F238E27FC236}">
                  <a16:creationId xmlns:a16="http://schemas.microsoft.com/office/drawing/2014/main" id="{B1563CFF-9594-4D27-BAB4-9DAFD0FCF09F}"/>
                </a:ext>
              </a:extLst>
            </p:cNvPr>
            <p:cNvSpPr>
              <a:spLocks noChangeArrowheads="1"/>
            </p:cNvSpPr>
            <p:nvPr/>
          </p:nvSpPr>
          <p:spPr bwMode="auto">
            <a:xfrm>
              <a:off x="5829300"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76" name="Rectangle 123">
              <a:extLst>
                <a:ext uri="{FF2B5EF4-FFF2-40B4-BE49-F238E27FC236}">
                  <a16:creationId xmlns:a16="http://schemas.microsoft.com/office/drawing/2014/main" id="{1D7A25B7-4B26-44FB-B64A-7B6049201DC3}"/>
                </a:ext>
              </a:extLst>
            </p:cNvPr>
            <p:cNvSpPr>
              <a:spLocks noChangeArrowheads="1"/>
            </p:cNvSpPr>
            <p:nvPr/>
          </p:nvSpPr>
          <p:spPr bwMode="auto">
            <a:xfrm>
              <a:off x="5091113"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77" name="Rectangle 124">
              <a:extLst>
                <a:ext uri="{FF2B5EF4-FFF2-40B4-BE49-F238E27FC236}">
                  <a16:creationId xmlns:a16="http://schemas.microsoft.com/office/drawing/2014/main" id="{910A94BE-BACE-4855-80AD-157FED43D691}"/>
                </a:ext>
              </a:extLst>
            </p:cNvPr>
            <p:cNvSpPr>
              <a:spLocks noChangeArrowheads="1"/>
            </p:cNvSpPr>
            <p:nvPr/>
          </p:nvSpPr>
          <p:spPr bwMode="auto">
            <a:xfrm>
              <a:off x="6819900"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78" name="Rectangle 125">
              <a:extLst>
                <a:ext uri="{FF2B5EF4-FFF2-40B4-BE49-F238E27FC236}">
                  <a16:creationId xmlns:a16="http://schemas.microsoft.com/office/drawing/2014/main" id="{D5D88320-9647-4BE2-BC21-683601D37CF1}"/>
                </a:ext>
              </a:extLst>
            </p:cNvPr>
            <p:cNvSpPr>
              <a:spLocks noChangeArrowheads="1"/>
            </p:cNvSpPr>
            <p:nvPr/>
          </p:nvSpPr>
          <p:spPr bwMode="auto">
            <a:xfrm>
              <a:off x="2600325" y="5018088"/>
              <a:ext cx="422275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779" name="Rectangle 126">
              <a:extLst>
                <a:ext uri="{FF2B5EF4-FFF2-40B4-BE49-F238E27FC236}">
                  <a16:creationId xmlns:a16="http://schemas.microsoft.com/office/drawing/2014/main" id="{7D2FF6D5-2E98-44E1-9D8F-15FB70B43EDC}"/>
                </a:ext>
              </a:extLst>
            </p:cNvPr>
            <p:cNvSpPr>
              <a:spLocks noChangeArrowheads="1"/>
            </p:cNvSpPr>
            <p:nvPr/>
          </p:nvSpPr>
          <p:spPr bwMode="auto">
            <a:xfrm>
              <a:off x="6126163"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68610" name="Title 1">
            <a:extLst>
              <a:ext uri="{FF2B5EF4-FFF2-40B4-BE49-F238E27FC236}">
                <a16:creationId xmlns:a16="http://schemas.microsoft.com/office/drawing/2014/main" id="{FAD6706A-5036-41D4-8C34-3AD98F99353C}"/>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K-map for Y</a:t>
            </a:r>
            <a:r>
              <a:rPr kumimoji="0" lang="en-US" altLang="en-US" sz="3600" b="1" i="0" u="none" strike="noStrike" kern="120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cs typeface="+mn-cs"/>
              </a:rPr>
              <a:t>2</a:t>
            </a:r>
          </a:p>
        </p:txBody>
      </p:sp>
      <p:sp>
        <p:nvSpPr>
          <p:cNvPr id="68611" name="Rectangle 162">
            <a:extLst>
              <a:ext uri="{FF2B5EF4-FFF2-40B4-BE49-F238E27FC236}">
                <a16:creationId xmlns:a16="http://schemas.microsoft.com/office/drawing/2014/main" id="{E27EBD3E-A46C-4DE7-901E-3DA0AB3AB16A}"/>
              </a:ext>
            </a:extLst>
          </p:cNvPr>
          <p:cNvSpPr>
            <a:spLocks noChangeArrowheads="1"/>
          </p:cNvSpPr>
          <p:nvPr/>
        </p:nvSpPr>
        <p:spPr bwMode="auto">
          <a:xfrm>
            <a:off x="2257425" y="3200400"/>
            <a:ext cx="369888" cy="2379663"/>
          </a:xfrm>
          <a:prstGeom prst="rect">
            <a:avLst/>
          </a:prstGeom>
          <a:solidFill>
            <a:schemeClr val="accent1"/>
          </a:solidFill>
          <a:ln w="9525">
            <a:solidFill>
              <a:schemeClr val="tx1"/>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12" name="Rectangle 170">
            <a:extLst>
              <a:ext uri="{FF2B5EF4-FFF2-40B4-BE49-F238E27FC236}">
                <a16:creationId xmlns:a16="http://schemas.microsoft.com/office/drawing/2014/main" id="{8E63AAAF-7D3E-412D-91D4-D59E1A7DAD73}"/>
              </a:ext>
            </a:extLst>
          </p:cNvPr>
          <p:cNvSpPr>
            <a:spLocks noChangeArrowheads="1"/>
          </p:cNvSpPr>
          <p:nvPr/>
        </p:nvSpPr>
        <p:spPr bwMode="auto">
          <a:xfrm>
            <a:off x="3328988" y="3205163"/>
            <a:ext cx="369887" cy="2379662"/>
          </a:xfrm>
          <a:prstGeom prst="rect">
            <a:avLst/>
          </a:prstGeom>
          <a:solidFill>
            <a:schemeClr val="accent1"/>
          </a:solidFill>
          <a:ln w="9525">
            <a:solidFill>
              <a:schemeClr val="tx1"/>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68613" name="Group 221">
            <a:extLst>
              <a:ext uri="{FF2B5EF4-FFF2-40B4-BE49-F238E27FC236}">
                <a16:creationId xmlns:a16="http://schemas.microsoft.com/office/drawing/2014/main" id="{4607336F-7D66-41BF-B6EC-B8127D5AB66C}"/>
              </a:ext>
            </a:extLst>
          </p:cNvPr>
          <p:cNvGrpSpPr>
            <a:grpSpLocks/>
          </p:cNvGrpSpPr>
          <p:nvPr/>
        </p:nvGrpSpPr>
        <p:grpSpPr bwMode="auto">
          <a:xfrm>
            <a:off x="5651500" y="2209800"/>
            <a:ext cx="2298700" cy="2232025"/>
            <a:chOff x="3189288" y="3813175"/>
            <a:chExt cx="2298700" cy="2232025"/>
          </a:xfrm>
        </p:grpSpPr>
        <p:sp>
          <p:nvSpPr>
            <p:cNvPr id="68614" name="Rectangle 91">
              <a:extLst>
                <a:ext uri="{FF2B5EF4-FFF2-40B4-BE49-F238E27FC236}">
                  <a16:creationId xmlns:a16="http://schemas.microsoft.com/office/drawing/2014/main" id="{F86C6BC2-974C-404A-B66C-77EE9F231A0F}"/>
                </a:ext>
              </a:extLst>
            </p:cNvPr>
            <p:cNvSpPr>
              <a:spLocks noChangeArrowheads="1"/>
            </p:cNvSpPr>
            <p:nvPr/>
          </p:nvSpPr>
          <p:spPr bwMode="auto">
            <a:xfrm>
              <a:off x="3846513" y="4422775"/>
              <a:ext cx="820737" cy="820737"/>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15" name="Line 92">
              <a:extLst>
                <a:ext uri="{FF2B5EF4-FFF2-40B4-BE49-F238E27FC236}">
                  <a16:creationId xmlns:a16="http://schemas.microsoft.com/office/drawing/2014/main" id="{35B2006A-64E3-49BE-9AAB-98ABC49EC3B3}"/>
                </a:ext>
              </a:extLst>
            </p:cNvPr>
            <p:cNvSpPr>
              <a:spLocks noChangeShapeType="1"/>
            </p:cNvSpPr>
            <p:nvPr/>
          </p:nvSpPr>
          <p:spPr bwMode="auto">
            <a:xfrm flipH="1">
              <a:off x="3846513" y="4822825"/>
              <a:ext cx="820737" cy="1587"/>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16" name="Line 93">
              <a:extLst>
                <a:ext uri="{FF2B5EF4-FFF2-40B4-BE49-F238E27FC236}">
                  <a16:creationId xmlns:a16="http://schemas.microsoft.com/office/drawing/2014/main" id="{BED00B01-2AD7-4033-BB57-11073645CE80}"/>
                </a:ext>
              </a:extLst>
            </p:cNvPr>
            <p:cNvSpPr>
              <a:spLocks noChangeShapeType="1"/>
            </p:cNvSpPr>
            <p:nvPr/>
          </p:nvSpPr>
          <p:spPr bwMode="auto">
            <a:xfrm flipV="1">
              <a:off x="4267200" y="4422775"/>
              <a:ext cx="1588" cy="820737"/>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17" name="Line 94">
              <a:extLst>
                <a:ext uri="{FF2B5EF4-FFF2-40B4-BE49-F238E27FC236}">
                  <a16:creationId xmlns:a16="http://schemas.microsoft.com/office/drawing/2014/main" id="{7EFCE882-F9A0-4536-8D02-3C4BA77C0339}"/>
                </a:ext>
              </a:extLst>
            </p:cNvPr>
            <p:cNvSpPr>
              <a:spLocks noChangeShapeType="1"/>
            </p:cNvSpPr>
            <p:nvPr/>
          </p:nvSpPr>
          <p:spPr bwMode="auto">
            <a:xfrm>
              <a:off x="3446463" y="4021137"/>
              <a:ext cx="400050" cy="40163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18" name="Rectangle 95">
              <a:extLst>
                <a:ext uri="{FF2B5EF4-FFF2-40B4-BE49-F238E27FC236}">
                  <a16:creationId xmlns:a16="http://schemas.microsoft.com/office/drawing/2014/main" id="{69798C1B-C6CF-46F0-B589-65452B8EA496}"/>
                </a:ext>
              </a:extLst>
            </p:cNvPr>
            <p:cNvSpPr>
              <a:spLocks noChangeArrowheads="1"/>
            </p:cNvSpPr>
            <p:nvPr/>
          </p:nvSpPr>
          <p:spPr bwMode="auto">
            <a:xfrm>
              <a:off x="4667250" y="4422775"/>
              <a:ext cx="820738" cy="820737"/>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19" name="Line 96">
              <a:extLst>
                <a:ext uri="{FF2B5EF4-FFF2-40B4-BE49-F238E27FC236}">
                  <a16:creationId xmlns:a16="http://schemas.microsoft.com/office/drawing/2014/main" id="{A2F7EDE4-4549-4ACF-A37D-8E0F5928ADB0}"/>
                </a:ext>
              </a:extLst>
            </p:cNvPr>
            <p:cNvSpPr>
              <a:spLocks noChangeShapeType="1"/>
            </p:cNvSpPr>
            <p:nvPr/>
          </p:nvSpPr>
          <p:spPr bwMode="auto">
            <a:xfrm flipH="1">
              <a:off x="4667250" y="4822825"/>
              <a:ext cx="820738" cy="1587"/>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20" name="Line 97">
              <a:extLst>
                <a:ext uri="{FF2B5EF4-FFF2-40B4-BE49-F238E27FC236}">
                  <a16:creationId xmlns:a16="http://schemas.microsoft.com/office/drawing/2014/main" id="{2B971C35-94EB-46C4-9498-841D7B5A41FD}"/>
                </a:ext>
              </a:extLst>
            </p:cNvPr>
            <p:cNvSpPr>
              <a:spLocks noChangeShapeType="1"/>
            </p:cNvSpPr>
            <p:nvPr/>
          </p:nvSpPr>
          <p:spPr bwMode="auto">
            <a:xfrm flipV="1">
              <a:off x="5068888" y="4422775"/>
              <a:ext cx="1587" cy="820737"/>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21" name="Rectangle 99">
              <a:extLst>
                <a:ext uri="{FF2B5EF4-FFF2-40B4-BE49-F238E27FC236}">
                  <a16:creationId xmlns:a16="http://schemas.microsoft.com/office/drawing/2014/main" id="{D596F9F2-48F3-4290-B47D-67B535290BBD}"/>
                </a:ext>
              </a:extLst>
            </p:cNvPr>
            <p:cNvSpPr>
              <a:spLocks noChangeArrowheads="1"/>
            </p:cNvSpPr>
            <p:nvPr/>
          </p:nvSpPr>
          <p:spPr bwMode="auto">
            <a:xfrm>
              <a:off x="3973513" y="4198937"/>
              <a:ext cx="24923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22" name="Rectangle 100">
              <a:extLst>
                <a:ext uri="{FF2B5EF4-FFF2-40B4-BE49-F238E27FC236}">
                  <a16:creationId xmlns:a16="http://schemas.microsoft.com/office/drawing/2014/main" id="{8FADE39E-7152-48B9-B9B1-F3C812AFFF4A}"/>
                </a:ext>
              </a:extLst>
            </p:cNvPr>
            <p:cNvSpPr>
              <a:spLocks noChangeArrowheads="1"/>
            </p:cNvSpPr>
            <p:nvPr/>
          </p:nvSpPr>
          <p:spPr bwMode="auto">
            <a:xfrm>
              <a:off x="4378325" y="4198937"/>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23" name="Rectangle 101">
              <a:extLst>
                <a:ext uri="{FF2B5EF4-FFF2-40B4-BE49-F238E27FC236}">
                  <a16:creationId xmlns:a16="http://schemas.microsoft.com/office/drawing/2014/main" id="{818B4621-F41B-4285-AF13-F937A6B540AB}"/>
                </a:ext>
              </a:extLst>
            </p:cNvPr>
            <p:cNvSpPr>
              <a:spLocks noChangeArrowheads="1"/>
            </p:cNvSpPr>
            <p:nvPr/>
          </p:nvSpPr>
          <p:spPr bwMode="auto">
            <a:xfrm>
              <a:off x="4784725" y="4198937"/>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24" name="Rectangle 102">
              <a:extLst>
                <a:ext uri="{FF2B5EF4-FFF2-40B4-BE49-F238E27FC236}">
                  <a16:creationId xmlns:a16="http://schemas.microsoft.com/office/drawing/2014/main" id="{A5ED4D95-51B2-45A1-B7E2-BA81EB3B0039}"/>
                </a:ext>
              </a:extLst>
            </p:cNvPr>
            <p:cNvSpPr>
              <a:spLocks noChangeArrowheads="1"/>
            </p:cNvSpPr>
            <p:nvPr/>
          </p:nvSpPr>
          <p:spPr bwMode="auto">
            <a:xfrm>
              <a:off x="5191125" y="4198937"/>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25" name="Rectangle 103">
              <a:extLst>
                <a:ext uri="{FF2B5EF4-FFF2-40B4-BE49-F238E27FC236}">
                  <a16:creationId xmlns:a16="http://schemas.microsoft.com/office/drawing/2014/main" id="{FA12E874-8E0A-4C82-A4DC-A821EEBC6A59}"/>
                </a:ext>
              </a:extLst>
            </p:cNvPr>
            <p:cNvSpPr>
              <a:spLocks noChangeArrowheads="1"/>
            </p:cNvSpPr>
            <p:nvPr/>
          </p:nvSpPr>
          <p:spPr bwMode="auto">
            <a:xfrm>
              <a:off x="3600450" y="4537075"/>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26" name="Rectangle 104">
              <a:extLst>
                <a:ext uri="{FF2B5EF4-FFF2-40B4-BE49-F238E27FC236}">
                  <a16:creationId xmlns:a16="http://schemas.microsoft.com/office/drawing/2014/main" id="{4115D884-E7AC-45B0-AF9F-C82C8506DADC}"/>
                </a:ext>
              </a:extLst>
            </p:cNvPr>
            <p:cNvSpPr>
              <a:spLocks noChangeArrowheads="1"/>
            </p:cNvSpPr>
            <p:nvPr/>
          </p:nvSpPr>
          <p:spPr bwMode="auto">
            <a:xfrm>
              <a:off x="3613150" y="498316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27" name="Rectangle 105">
              <a:extLst>
                <a:ext uri="{FF2B5EF4-FFF2-40B4-BE49-F238E27FC236}">
                  <a16:creationId xmlns:a16="http://schemas.microsoft.com/office/drawing/2014/main" id="{0E0AA746-5BB0-4F1D-87D6-A8922B9A88C9}"/>
                </a:ext>
              </a:extLst>
            </p:cNvPr>
            <p:cNvSpPr>
              <a:spLocks noChangeArrowheads="1"/>
            </p:cNvSpPr>
            <p:nvPr/>
          </p:nvSpPr>
          <p:spPr bwMode="auto">
            <a:xfrm>
              <a:off x="4425950" y="4545012"/>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28" name="Rectangle 106">
              <a:extLst>
                <a:ext uri="{FF2B5EF4-FFF2-40B4-BE49-F238E27FC236}">
                  <a16:creationId xmlns:a16="http://schemas.microsoft.com/office/drawing/2014/main" id="{AC95067F-3579-4F57-AF8A-E1329806D62E}"/>
                </a:ext>
              </a:extLst>
            </p:cNvPr>
            <p:cNvSpPr>
              <a:spLocks noChangeArrowheads="1"/>
            </p:cNvSpPr>
            <p:nvPr/>
          </p:nvSpPr>
          <p:spPr bwMode="auto">
            <a:xfrm>
              <a:off x="4016375" y="4949825"/>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29" name="Rectangle 107">
              <a:extLst>
                <a:ext uri="{FF2B5EF4-FFF2-40B4-BE49-F238E27FC236}">
                  <a16:creationId xmlns:a16="http://schemas.microsoft.com/office/drawing/2014/main" id="{D0799FF9-348B-4B39-A73C-91138C7AFD6E}"/>
                </a:ext>
              </a:extLst>
            </p:cNvPr>
            <p:cNvSpPr>
              <a:spLocks noChangeArrowheads="1"/>
            </p:cNvSpPr>
            <p:nvPr/>
          </p:nvSpPr>
          <p:spPr bwMode="auto">
            <a:xfrm>
              <a:off x="4425950" y="4949825"/>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30" name="Rectangle 108">
              <a:extLst>
                <a:ext uri="{FF2B5EF4-FFF2-40B4-BE49-F238E27FC236}">
                  <a16:creationId xmlns:a16="http://schemas.microsoft.com/office/drawing/2014/main" id="{206AB762-452E-485E-9B6B-5C9CC6C313FA}"/>
                </a:ext>
              </a:extLst>
            </p:cNvPr>
            <p:cNvSpPr>
              <a:spLocks noChangeArrowheads="1"/>
            </p:cNvSpPr>
            <p:nvPr/>
          </p:nvSpPr>
          <p:spPr bwMode="auto">
            <a:xfrm>
              <a:off x="4833938" y="4545012"/>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31" name="Rectangle 109">
              <a:extLst>
                <a:ext uri="{FF2B5EF4-FFF2-40B4-BE49-F238E27FC236}">
                  <a16:creationId xmlns:a16="http://schemas.microsoft.com/office/drawing/2014/main" id="{DFEB9FBB-0794-4F86-AA3E-8BCEB298EF9A}"/>
                </a:ext>
              </a:extLst>
            </p:cNvPr>
            <p:cNvSpPr>
              <a:spLocks noChangeArrowheads="1"/>
            </p:cNvSpPr>
            <p:nvPr/>
          </p:nvSpPr>
          <p:spPr bwMode="auto">
            <a:xfrm>
              <a:off x="4833938" y="4949825"/>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32" name="Rectangle 110">
              <a:extLst>
                <a:ext uri="{FF2B5EF4-FFF2-40B4-BE49-F238E27FC236}">
                  <a16:creationId xmlns:a16="http://schemas.microsoft.com/office/drawing/2014/main" id="{839EE5BF-21E7-4B6D-8543-DB4A0CCF40CC}"/>
                </a:ext>
              </a:extLst>
            </p:cNvPr>
            <p:cNvSpPr>
              <a:spLocks noChangeArrowheads="1"/>
            </p:cNvSpPr>
            <p:nvPr/>
          </p:nvSpPr>
          <p:spPr bwMode="auto">
            <a:xfrm>
              <a:off x="5229225" y="4545012"/>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33" name="Rectangle 111">
              <a:extLst>
                <a:ext uri="{FF2B5EF4-FFF2-40B4-BE49-F238E27FC236}">
                  <a16:creationId xmlns:a16="http://schemas.microsoft.com/office/drawing/2014/main" id="{1B4C9C69-A5E3-40BE-AB84-89F671BB57B0}"/>
                </a:ext>
              </a:extLst>
            </p:cNvPr>
            <p:cNvSpPr>
              <a:spLocks noChangeArrowheads="1"/>
            </p:cNvSpPr>
            <p:nvPr/>
          </p:nvSpPr>
          <p:spPr bwMode="auto">
            <a:xfrm>
              <a:off x="5229225" y="4949825"/>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34" name="Rectangle 112">
              <a:extLst>
                <a:ext uri="{FF2B5EF4-FFF2-40B4-BE49-F238E27FC236}">
                  <a16:creationId xmlns:a16="http://schemas.microsoft.com/office/drawing/2014/main" id="{6AD2D5D1-FDAB-46BE-9BAF-5C63979942E3}"/>
                </a:ext>
              </a:extLst>
            </p:cNvPr>
            <p:cNvSpPr>
              <a:spLocks noChangeArrowheads="1"/>
            </p:cNvSpPr>
            <p:nvPr/>
          </p:nvSpPr>
          <p:spPr bwMode="auto">
            <a:xfrm>
              <a:off x="3846513" y="5243512"/>
              <a:ext cx="820737" cy="801688"/>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35" name="Line 113">
              <a:extLst>
                <a:ext uri="{FF2B5EF4-FFF2-40B4-BE49-F238E27FC236}">
                  <a16:creationId xmlns:a16="http://schemas.microsoft.com/office/drawing/2014/main" id="{AD4CFFDD-D034-4753-B734-A6342886967D}"/>
                </a:ext>
              </a:extLst>
            </p:cNvPr>
            <p:cNvSpPr>
              <a:spLocks noChangeShapeType="1"/>
            </p:cNvSpPr>
            <p:nvPr/>
          </p:nvSpPr>
          <p:spPr bwMode="auto">
            <a:xfrm flipH="1">
              <a:off x="3846513" y="5643562"/>
              <a:ext cx="820737"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36" name="Line 114">
              <a:extLst>
                <a:ext uri="{FF2B5EF4-FFF2-40B4-BE49-F238E27FC236}">
                  <a16:creationId xmlns:a16="http://schemas.microsoft.com/office/drawing/2014/main" id="{25FBD55A-B2D2-418C-A28F-90C6FF94B0C8}"/>
                </a:ext>
              </a:extLst>
            </p:cNvPr>
            <p:cNvSpPr>
              <a:spLocks noChangeShapeType="1"/>
            </p:cNvSpPr>
            <p:nvPr/>
          </p:nvSpPr>
          <p:spPr bwMode="auto">
            <a:xfrm flipV="1">
              <a:off x="4267200" y="5243512"/>
              <a:ext cx="1588" cy="8016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37" name="Rectangle 115">
              <a:extLst>
                <a:ext uri="{FF2B5EF4-FFF2-40B4-BE49-F238E27FC236}">
                  <a16:creationId xmlns:a16="http://schemas.microsoft.com/office/drawing/2014/main" id="{A99F0171-8F54-4BAF-BEFA-AD2D2BC157A2}"/>
                </a:ext>
              </a:extLst>
            </p:cNvPr>
            <p:cNvSpPr>
              <a:spLocks noChangeArrowheads="1"/>
            </p:cNvSpPr>
            <p:nvPr/>
          </p:nvSpPr>
          <p:spPr bwMode="auto">
            <a:xfrm>
              <a:off x="4667250" y="5243512"/>
              <a:ext cx="820738" cy="801688"/>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38" name="Line 116">
              <a:extLst>
                <a:ext uri="{FF2B5EF4-FFF2-40B4-BE49-F238E27FC236}">
                  <a16:creationId xmlns:a16="http://schemas.microsoft.com/office/drawing/2014/main" id="{B930A861-AD1A-4FF1-85E1-10FE7349F19B}"/>
                </a:ext>
              </a:extLst>
            </p:cNvPr>
            <p:cNvSpPr>
              <a:spLocks noChangeShapeType="1"/>
            </p:cNvSpPr>
            <p:nvPr/>
          </p:nvSpPr>
          <p:spPr bwMode="auto">
            <a:xfrm flipH="1">
              <a:off x="4667250" y="5643562"/>
              <a:ext cx="820738"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39" name="Line 117">
              <a:extLst>
                <a:ext uri="{FF2B5EF4-FFF2-40B4-BE49-F238E27FC236}">
                  <a16:creationId xmlns:a16="http://schemas.microsoft.com/office/drawing/2014/main" id="{0802BC95-BCEE-427D-AD52-95B4CF8B0C74}"/>
                </a:ext>
              </a:extLst>
            </p:cNvPr>
            <p:cNvSpPr>
              <a:spLocks noChangeShapeType="1"/>
            </p:cNvSpPr>
            <p:nvPr/>
          </p:nvSpPr>
          <p:spPr bwMode="auto">
            <a:xfrm flipV="1">
              <a:off x="5068888" y="5243512"/>
              <a:ext cx="1587" cy="8016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40" name="Rectangle 118">
              <a:extLst>
                <a:ext uri="{FF2B5EF4-FFF2-40B4-BE49-F238E27FC236}">
                  <a16:creationId xmlns:a16="http://schemas.microsoft.com/office/drawing/2014/main" id="{200A4850-7F0C-4F4C-B6D1-0140A0FED1B6}"/>
                </a:ext>
              </a:extLst>
            </p:cNvPr>
            <p:cNvSpPr>
              <a:spLocks noChangeArrowheads="1"/>
            </p:cNvSpPr>
            <p:nvPr/>
          </p:nvSpPr>
          <p:spPr bwMode="auto">
            <a:xfrm>
              <a:off x="4016375" y="4545012"/>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41" name="Rectangle 119">
              <a:extLst>
                <a:ext uri="{FF2B5EF4-FFF2-40B4-BE49-F238E27FC236}">
                  <a16:creationId xmlns:a16="http://schemas.microsoft.com/office/drawing/2014/main" id="{4641947B-6758-41F6-A226-68E4A62D6109}"/>
                </a:ext>
              </a:extLst>
            </p:cNvPr>
            <p:cNvSpPr>
              <a:spLocks noChangeArrowheads="1"/>
            </p:cNvSpPr>
            <p:nvPr/>
          </p:nvSpPr>
          <p:spPr bwMode="auto">
            <a:xfrm>
              <a:off x="4425950" y="5356225"/>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42" name="Rectangle 120">
              <a:extLst>
                <a:ext uri="{FF2B5EF4-FFF2-40B4-BE49-F238E27FC236}">
                  <a16:creationId xmlns:a16="http://schemas.microsoft.com/office/drawing/2014/main" id="{F19CA302-30A6-4EB1-AEE3-B53C0BE6E5D1}"/>
                </a:ext>
              </a:extLst>
            </p:cNvPr>
            <p:cNvSpPr>
              <a:spLocks noChangeArrowheads="1"/>
            </p:cNvSpPr>
            <p:nvPr/>
          </p:nvSpPr>
          <p:spPr bwMode="auto">
            <a:xfrm>
              <a:off x="4016375" y="5761037"/>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43" name="Rectangle 121">
              <a:extLst>
                <a:ext uri="{FF2B5EF4-FFF2-40B4-BE49-F238E27FC236}">
                  <a16:creationId xmlns:a16="http://schemas.microsoft.com/office/drawing/2014/main" id="{115D8A5A-8766-4999-87F2-178F172DC3FC}"/>
                </a:ext>
              </a:extLst>
            </p:cNvPr>
            <p:cNvSpPr>
              <a:spLocks noChangeArrowheads="1"/>
            </p:cNvSpPr>
            <p:nvPr/>
          </p:nvSpPr>
          <p:spPr bwMode="auto">
            <a:xfrm>
              <a:off x="4425950" y="5761037"/>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44" name="Rectangle 122">
              <a:extLst>
                <a:ext uri="{FF2B5EF4-FFF2-40B4-BE49-F238E27FC236}">
                  <a16:creationId xmlns:a16="http://schemas.microsoft.com/office/drawing/2014/main" id="{2A813764-C144-4BB9-9028-E58166A81E60}"/>
                </a:ext>
              </a:extLst>
            </p:cNvPr>
            <p:cNvSpPr>
              <a:spLocks noChangeArrowheads="1"/>
            </p:cNvSpPr>
            <p:nvPr/>
          </p:nvSpPr>
          <p:spPr bwMode="auto">
            <a:xfrm>
              <a:off x="4833938" y="5356225"/>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45" name="Rectangle 123">
              <a:extLst>
                <a:ext uri="{FF2B5EF4-FFF2-40B4-BE49-F238E27FC236}">
                  <a16:creationId xmlns:a16="http://schemas.microsoft.com/office/drawing/2014/main" id="{24BCA931-4060-4FA7-B748-1F16FBFB67A6}"/>
                </a:ext>
              </a:extLst>
            </p:cNvPr>
            <p:cNvSpPr>
              <a:spLocks noChangeArrowheads="1"/>
            </p:cNvSpPr>
            <p:nvPr/>
          </p:nvSpPr>
          <p:spPr bwMode="auto">
            <a:xfrm>
              <a:off x="4833938" y="5761037"/>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46" name="Rectangle 124">
              <a:extLst>
                <a:ext uri="{FF2B5EF4-FFF2-40B4-BE49-F238E27FC236}">
                  <a16:creationId xmlns:a16="http://schemas.microsoft.com/office/drawing/2014/main" id="{5763C8DA-B8B0-452D-AA41-FCEECEC1B828}"/>
                </a:ext>
              </a:extLst>
            </p:cNvPr>
            <p:cNvSpPr>
              <a:spLocks noChangeArrowheads="1"/>
            </p:cNvSpPr>
            <p:nvPr/>
          </p:nvSpPr>
          <p:spPr bwMode="auto">
            <a:xfrm>
              <a:off x="5229225" y="5356225"/>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47" name="Rectangle 125">
              <a:extLst>
                <a:ext uri="{FF2B5EF4-FFF2-40B4-BE49-F238E27FC236}">
                  <a16:creationId xmlns:a16="http://schemas.microsoft.com/office/drawing/2014/main" id="{7CF34616-61C0-4E71-B719-CCA473BFFD90}"/>
                </a:ext>
              </a:extLst>
            </p:cNvPr>
            <p:cNvSpPr>
              <a:spLocks noChangeArrowheads="1"/>
            </p:cNvSpPr>
            <p:nvPr/>
          </p:nvSpPr>
          <p:spPr bwMode="auto">
            <a:xfrm>
              <a:off x="5229225" y="5761037"/>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48" name="Rectangle 126">
              <a:extLst>
                <a:ext uri="{FF2B5EF4-FFF2-40B4-BE49-F238E27FC236}">
                  <a16:creationId xmlns:a16="http://schemas.microsoft.com/office/drawing/2014/main" id="{4C9CB17F-AAF3-4AB0-BCD9-429B01F150B3}"/>
                </a:ext>
              </a:extLst>
            </p:cNvPr>
            <p:cNvSpPr>
              <a:spLocks noChangeArrowheads="1"/>
            </p:cNvSpPr>
            <p:nvPr/>
          </p:nvSpPr>
          <p:spPr bwMode="auto">
            <a:xfrm>
              <a:off x="4016375" y="5356225"/>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49" name="Rectangle 127">
              <a:extLst>
                <a:ext uri="{FF2B5EF4-FFF2-40B4-BE49-F238E27FC236}">
                  <a16:creationId xmlns:a16="http://schemas.microsoft.com/office/drawing/2014/main" id="{6DFC5019-267C-4D41-A04E-5406F2756FD2}"/>
                </a:ext>
              </a:extLst>
            </p:cNvPr>
            <p:cNvSpPr>
              <a:spLocks noChangeArrowheads="1"/>
            </p:cNvSpPr>
            <p:nvPr/>
          </p:nvSpPr>
          <p:spPr bwMode="auto">
            <a:xfrm>
              <a:off x="3590925" y="5356225"/>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50" name="Rectangle 128">
              <a:extLst>
                <a:ext uri="{FF2B5EF4-FFF2-40B4-BE49-F238E27FC236}">
                  <a16:creationId xmlns:a16="http://schemas.microsoft.com/office/drawing/2014/main" id="{E5624A9E-7875-4173-BE55-485647292D95}"/>
                </a:ext>
              </a:extLst>
            </p:cNvPr>
            <p:cNvSpPr>
              <a:spLocks noChangeArrowheads="1"/>
            </p:cNvSpPr>
            <p:nvPr/>
          </p:nvSpPr>
          <p:spPr bwMode="auto">
            <a:xfrm>
              <a:off x="3590925" y="5761037"/>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51" name="Rectangle 129">
              <a:extLst>
                <a:ext uri="{FF2B5EF4-FFF2-40B4-BE49-F238E27FC236}">
                  <a16:creationId xmlns:a16="http://schemas.microsoft.com/office/drawing/2014/main" id="{46C46488-D8EA-4033-8991-03E4249EECF8}"/>
                </a:ext>
              </a:extLst>
            </p:cNvPr>
            <p:cNvSpPr>
              <a:spLocks noChangeArrowheads="1"/>
            </p:cNvSpPr>
            <p:nvPr/>
          </p:nvSpPr>
          <p:spPr bwMode="auto">
            <a:xfrm>
              <a:off x="3587750" y="3813175"/>
              <a:ext cx="195263"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52" name="Rectangle 130">
              <a:extLst>
                <a:ext uri="{FF2B5EF4-FFF2-40B4-BE49-F238E27FC236}">
                  <a16:creationId xmlns:a16="http://schemas.microsoft.com/office/drawing/2014/main" id="{3570ACA2-F157-49C2-AE08-5514F3EF3B58}"/>
                </a:ext>
              </a:extLst>
            </p:cNvPr>
            <p:cNvSpPr>
              <a:spLocks noChangeArrowheads="1"/>
            </p:cNvSpPr>
            <p:nvPr/>
          </p:nvSpPr>
          <p:spPr bwMode="auto">
            <a:xfrm>
              <a:off x="3671888" y="3900487"/>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53" name="Rectangle 131">
              <a:extLst>
                <a:ext uri="{FF2B5EF4-FFF2-40B4-BE49-F238E27FC236}">
                  <a16:creationId xmlns:a16="http://schemas.microsoft.com/office/drawing/2014/main" id="{D39B196A-811B-4716-9F03-C27B88E237DD}"/>
                </a:ext>
              </a:extLst>
            </p:cNvPr>
            <p:cNvSpPr>
              <a:spLocks noChangeArrowheads="1"/>
            </p:cNvSpPr>
            <p:nvPr/>
          </p:nvSpPr>
          <p:spPr bwMode="auto">
            <a:xfrm>
              <a:off x="3752850" y="3813175"/>
              <a:ext cx="195263"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54" name="Rectangle 132">
              <a:extLst>
                <a:ext uri="{FF2B5EF4-FFF2-40B4-BE49-F238E27FC236}">
                  <a16:creationId xmlns:a16="http://schemas.microsoft.com/office/drawing/2014/main" id="{A12180FF-F2E9-4FBB-B881-BD8B4145D21D}"/>
                </a:ext>
              </a:extLst>
            </p:cNvPr>
            <p:cNvSpPr>
              <a:spLocks noChangeArrowheads="1"/>
            </p:cNvSpPr>
            <p:nvPr/>
          </p:nvSpPr>
          <p:spPr bwMode="auto">
            <a:xfrm>
              <a:off x="3835400" y="3900487"/>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55" name="Rectangle 133">
              <a:extLst>
                <a:ext uri="{FF2B5EF4-FFF2-40B4-BE49-F238E27FC236}">
                  <a16:creationId xmlns:a16="http://schemas.microsoft.com/office/drawing/2014/main" id="{D50661F0-5139-431E-BC2B-B20EF789EF19}"/>
                </a:ext>
              </a:extLst>
            </p:cNvPr>
            <p:cNvSpPr>
              <a:spLocks noChangeArrowheads="1"/>
            </p:cNvSpPr>
            <p:nvPr/>
          </p:nvSpPr>
          <p:spPr bwMode="auto">
            <a:xfrm>
              <a:off x="3189288" y="4059237"/>
              <a:ext cx="198437"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56" name="Rectangle 135">
              <a:extLst>
                <a:ext uri="{FF2B5EF4-FFF2-40B4-BE49-F238E27FC236}">
                  <a16:creationId xmlns:a16="http://schemas.microsoft.com/office/drawing/2014/main" id="{C2E1AD72-E757-41E4-94AA-35AEE56B6770}"/>
                </a:ext>
              </a:extLst>
            </p:cNvPr>
            <p:cNvSpPr>
              <a:spLocks noChangeArrowheads="1"/>
            </p:cNvSpPr>
            <p:nvPr/>
          </p:nvSpPr>
          <p:spPr bwMode="auto">
            <a:xfrm>
              <a:off x="3400425" y="4146550"/>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9633" name="Group 1">
            <a:extLst>
              <a:ext uri="{FF2B5EF4-FFF2-40B4-BE49-F238E27FC236}">
                <a16:creationId xmlns:a16="http://schemas.microsoft.com/office/drawing/2014/main" id="{337F9A70-E9A3-4002-AD8B-061F4DA9A23C}"/>
              </a:ext>
            </a:extLst>
          </p:cNvPr>
          <p:cNvGrpSpPr>
            <a:grpSpLocks/>
          </p:cNvGrpSpPr>
          <p:nvPr/>
        </p:nvGrpSpPr>
        <p:grpSpPr bwMode="auto">
          <a:xfrm>
            <a:off x="381000" y="1665288"/>
            <a:ext cx="4557713" cy="3973512"/>
            <a:chOff x="2274888" y="1057275"/>
            <a:chExt cx="4557712" cy="3973513"/>
          </a:xfrm>
        </p:grpSpPr>
        <p:sp>
          <p:nvSpPr>
            <p:cNvPr id="69687" name="Rectangle 4">
              <a:extLst>
                <a:ext uri="{FF2B5EF4-FFF2-40B4-BE49-F238E27FC236}">
                  <a16:creationId xmlns:a16="http://schemas.microsoft.com/office/drawing/2014/main" id="{C4567D9E-CE33-499F-B9EE-109748A53432}"/>
                </a:ext>
              </a:extLst>
            </p:cNvPr>
            <p:cNvSpPr>
              <a:spLocks noChangeArrowheads="1"/>
            </p:cNvSpPr>
            <p:nvPr/>
          </p:nvSpPr>
          <p:spPr bwMode="auto">
            <a:xfrm>
              <a:off x="2600325" y="1057275"/>
              <a:ext cx="4222750"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88" name="Rectangle 5">
              <a:extLst>
                <a:ext uri="{FF2B5EF4-FFF2-40B4-BE49-F238E27FC236}">
                  <a16:creationId xmlns:a16="http://schemas.microsoft.com/office/drawing/2014/main" id="{52045702-7F8B-433A-8A8A-CF627EBD49B2}"/>
                </a:ext>
              </a:extLst>
            </p:cNvPr>
            <p:cNvSpPr>
              <a:spLocks noChangeArrowheads="1"/>
            </p:cNvSpPr>
            <p:nvPr/>
          </p:nvSpPr>
          <p:spPr bwMode="auto">
            <a:xfrm>
              <a:off x="2600325"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89" name="Rectangle 6">
              <a:extLst>
                <a:ext uri="{FF2B5EF4-FFF2-40B4-BE49-F238E27FC236}">
                  <a16:creationId xmlns:a16="http://schemas.microsoft.com/office/drawing/2014/main" id="{64A09686-AA43-4425-BFAB-CF05F6F8019A}"/>
                </a:ext>
              </a:extLst>
            </p:cNvPr>
            <p:cNvSpPr>
              <a:spLocks noChangeArrowheads="1"/>
            </p:cNvSpPr>
            <p:nvPr/>
          </p:nvSpPr>
          <p:spPr bwMode="auto">
            <a:xfrm>
              <a:off x="3668713"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90" name="Rectangle 7">
              <a:extLst>
                <a:ext uri="{FF2B5EF4-FFF2-40B4-BE49-F238E27FC236}">
                  <a16:creationId xmlns:a16="http://schemas.microsoft.com/office/drawing/2014/main" id="{C8457DD3-A81C-443E-AB4D-480FEE00120A}"/>
                </a:ext>
              </a:extLst>
            </p:cNvPr>
            <p:cNvSpPr>
              <a:spLocks noChangeArrowheads="1"/>
            </p:cNvSpPr>
            <p:nvPr/>
          </p:nvSpPr>
          <p:spPr bwMode="auto">
            <a:xfrm>
              <a:off x="2763838" y="1317625"/>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91" name="Rectangle 8">
              <a:extLst>
                <a:ext uri="{FF2B5EF4-FFF2-40B4-BE49-F238E27FC236}">
                  <a16:creationId xmlns:a16="http://schemas.microsoft.com/office/drawing/2014/main" id="{E9FC1B4E-745D-473E-ACBA-7FBB621F6CE7}"/>
                </a:ext>
              </a:extLst>
            </p:cNvPr>
            <p:cNvSpPr>
              <a:spLocks noChangeArrowheads="1"/>
            </p:cNvSpPr>
            <p:nvPr/>
          </p:nvSpPr>
          <p:spPr bwMode="auto">
            <a:xfrm>
              <a:off x="5829300"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92" name="Rectangle 9">
              <a:extLst>
                <a:ext uri="{FF2B5EF4-FFF2-40B4-BE49-F238E27FC236}">
                  <a16:creationId xmlns:a16="http://schemas.microsoft.com/office/drawing/2014/main" id="{70392A96-CDF7-4459-A10C-9E942896D90C}"/>
                </a:ext>
              </a:extLst>
            </p:cNvPr>
            <p:cNvSpPr>
              <a:spLocks noChangeArrowheads="1"/>
            </p:cNvSpPr>
            <p:nvPr/>
          </p:nvSpPr>
          <p:spPr bwMode="auto">
            <a:xfrm>
              <a:off x="6819900" y="1057275"/>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93" name="Rectangle 10">
              <a:extLst>
                <a:ext uri="{FF2B5EF4-FFF2-40B4-BE49-F238E27FC236}">
                  <a16:creationId xmlns:a16="http://schemas.microsoft.com/office/drawing/2014/main" id="{EC48B44C-772B-4498-A959-B200CC971017}"/>
                </a:ext>
              </a:extLst>
            </p:cNvPr>
            <p:cNvSpPr>
              <a:spLocks noChangeArrowheads="1"/>
            </p:cNvSpPr>
            <p:nvPr/>
          </p:nvSpPr>
          <p:spPr bwMode="auto">
            <a:xfrm>
              <a:off x="3668713" y="1538288"/>
              <a:ext cx="217170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94" name="Rectangle 11">
              <a:extLst>
                <a:ext uri="{FF2B5EF4-FFF2-40B4-BE49-F238E27FC236}">
                  <a16:creationId xmlns:a16="http://schemas.microsoft.com/office/drawing/2014/main" id="{6636D3D0-899B-4CF8-9F94-4FD938B46164}"/>
                </a:ext>
              </a:extLst>
            </p:cNvPr>
            <p:cNvSpPr>
              <a:spLocks noChangeArrowheads="1"/>
            </p:cNvSpPr>
            <p:nvPr/>
          </p:nvSpPr>
          <p:spPr bwMode="auto">
            <a:xfrm>
              <a:off x="2600325"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95" name="Rectangle 12">
              <a:extLst>
                <a:ext uri="{FF2B5EF4-FFF2-40B4-BE49-F238E27FC236}">
                  <a16:creationId xmlns:a16="http://schemas.microsoft.com/office/drawing/2014/main" id="{742CD986-C306-41B9-B701-277FDED27D9C}"/>
                </a:ext>
              </a:extLst>
            </p:cNvPr>
            <p:cNvSpPr>
              <a:spLocks noChangeArrowheads="1"/>
            </p:cNvSpPr>
            <p:nvPr/>
          </p:nvSpPr>
          <p:spPr bwMode="auto">
            <a:xfrm>
              <a:off x="4240213" y="1171575"/>
              <a:ext cx="10842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 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96" name="Rectangle 13">
              <a:extLst>
                <a:ext uri="{FF2B5EF4-FFF2-40B4-BE49-F238E27FC236}">
                  <a16:creationId xmlns:a16="http://schemas.microsoft.com/office/drawing/2014/main" id="{1428D089-0B2D-46E3-BAE8-688836209B41}"/>
                </a:ext>
              </a:extLst>
            </p:cNvPr>
            <p:cNvSpPr>
              <a:spLocks noChangeArrowheads="1"/>
            </p:cNvSpPr>
            <p:nvPr/>
          </p:nvSpPr>
          <p:spPr bwMode="auto">
            <a:xfrm>
              <a:off x="3668713"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97" name="Rectangle 14">
              <a:extLst>
                <a:ext uri="{FF2B5EF4-FFF2-40B4-BE49-F238E27FC236}">
                  <a16:creationId xmlns:a16="http://schemas.microsoft.com/office/drawing/2014/main" id="{21CC193A-5E55-4422-B651-C63ABF5DFC92}"/>
                </a:ext>
              </a:extLst>
            </p:cNvPr>
            <p:cNvSpPr>
              <a:spLocks noChangeArrowheads="1"/>
            </p:cNvSpPr>
            <p:nvPr/>
          </p:nvSpPr>
          <p:spPr bwMode="auto">
            <a:xfrm>
              <a:off x="2903538" y="1641475"/>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98" name="Rectangle 15">
              <a:extLst>
                <a:ext uri="{FF2B5EF4-FFF2-40B4-BE49-F238E27FC236}">
                  <a16:creationId xmlns:a16="http://schemas.microsoft.com/office/drawing/2014/main" id="{D9CC4F37-EA44-400A-9656-A0631BB9BA16}"/>
                </a:ext>
              </a:extLst>
            </p:cNvPr>
            <p:cNvSpPr>
              <a:spLocks noChangeArrowheads="1"/>
            </p:cNvSpPr>
            <p:nvPr/>
          </p:nvSpPr>
          <p:spPr bwMode="auto">
            <a:xfrm>
              <a:off x="3878263" y="1641475"/>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99" name="Rectangle 16">
              <a:extLst>
                <a:ext uri="{FF2B5EF4-FFF2-40B4-BE49-F238E27FC236}">
                  <a16:creationId xmlns:a16="http://schemas.microsoft.com/office/drawing/2014/main" id="{922E8AFF-8549-4271-B24E-B5BD311A6B03}"/>
                </a:ext>
              </a:extLst>
            </p:cNvPr>
            <p:cNvSpPr>
              <a:spLocks noChangeArrowheads="1"/>
            </p:cNvSpPr>
            <p:nvPr/>
          </p:nvSpPr>
          <p:spPr bwMode="auto">
            <a:xfrm>
              <a:off x="4138613" y="1641475"/>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00" name="Rectangle 17">
              <a:extLst>
                <a:ext uri="{FF2B5EF4-FFF2-40B4-BE49-F238E27FC236}">
                  <a16:creationId xmlns:a16="http://schemas.microsoft.com/office/drawing/2014/main" id="{2E01B8B1-3E0C-41D3-978B-01161BE1D8DE}"/>
                </a:ext>
              </a:extLst>
            </p:cNvPr>
            <p:cNvSpPr>
              <a:spLocks noChangeArrowheads="1"/>
            </p:cNvSpPr>
            <p:nvPr/>
          </p:nvSpPr>
          <p:spPr bwMode="auto">
            <a:xfrm>
              <a:off x="4405313" y="16414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01" name="Rectangle 18">
              <a:extLst>
                <a:ext uri="{FF2B5EF4-FFF2-40B4-BE49-F238E27FC236}">
                  <a16:creationId xmlns:a16="http://schemas.microsoft.com/office/drawing/2014/main" id="{FE1B20AD-7A06-4CE6-9FF4-40F771346583}"/>
                </a:ext>
              </a:extLst>
            </p:cNvPr>
            <p:cNvSpPr>
              <a:spLocks noChangeArrowheads="1"/>
            </p:cNvSpPr>
            <p:nvPr/>
          </p:nvSpPr>
          <p:spPr bwMode="auto">
            <a:xfrm>
              <a:off x="4962525" y="1641475"/>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02" name="Rectangle 19">
              <a:extLst>
                <a:ext uri="{FF2B5EF4-FFF2-40B4-BE49-F238E27FC236}">
                  <a16:creationId xmlns:a16="http://schemas.microsoft.com/office/drawing/2014/main" id="{971FE16E-DFF9-40CC-9A63-C10C4196E605}"/>
                </a:ext>
              </a:extLst>
            </p:cNvPr>
            <p:cNvSpPr>
              <a:spLocks noChangeArrowheads="1"/>
            </p:cNvSpPr>
            <p:nvPr/>
          </p:nvSpPr>
          <p:spPr bwMode="auto">
            <a:xfrm>
              <a:off x="5222875" y="1641475"/>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03" name="Rectangle 20">
              <a:extLst>
                <a:ext uri="{FF2B5EF4-FFF2-40B4-BE49-F238E27FC236}">
                  <a16:creationId xmlns:a16="http://schemas.microsoft.com/office/drawing/2014/main" id="{56D22FB2-68AD-4F94-B9C9-4AAB352B8F35}"/>
                </a:ext>
              </a:extLst>
            </p:cNvPr>
            <p:cNvSpPr>
              <a:spLocks noChangeArrowheads="1"/>
            </p:cNvSpPr>
            <p:nvPr/>
          </p:nvSpPr>
          <p:spPr bwMode="auto">
            <a:xfrm>
              <a:off x="5829300"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04" name="Rectangle 21">
              <a:extLst>
                <a:ext uri="{FF2B5EF4-FFF2-40B4-BE49-F238E27FC236}">
                  <a16:creationId xmlns:a16="http://schemas.microsoft.com/office/drawing/2014/main" id="{8139E392-B2F2-4202-B181-F4EDDB102998}"/>
                </a:ext>
              </a:extLst>
            </p:cNvPr>
            <p:cNvSpPr>
              <a:spLocks noChangeArrowheads="1"/>
            </p:cNvSpPr>
            <p:nvPr/>
          </p:nvSpPr>
          <p:spPr bwMode="auto">
            <a:xfrm>
              <a:off x="5489575" y="16414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05" name="Rectangle 22">
              <a:extLst>
                <a:ext uri="{FF2B5EF4-FFF2-40B4-BE49-F238E27FC236}">
                  <a16:creationId xmlns:a16="http://schemas.microsoft.com/office/drawing/2014/main" id="{AE8E626A-CD88-4793-93D3-A3212561FBEC}"/>
                </a:ext>
              </a:extLst>
            </p:cNvPr>
            <p:cNvSpPr>
              <a:spLocks noChangeArrowheads="1"/>
            </p:cNvSpPr>
            <p:nvPr/>
          </p:nvSpPr>
          <p:spPr bwMode="auto">
            <a:xfrm>
              <a:off x="6819900" y="15255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06" name="Rectangle 23">
              <a:extLst>
                <a:ext uri="{FF2B5EF4-FFF2-40B4-BE49-F238E27FC236}">
                  <a16:creationId xmlns:a16="http://schemas.microsoft.com/office/drawing/2014/main" id="{0F0D44E0-613F-49A2-9E91-8D2ABB3D74C3}"/>
                </a:ext>
              </a:extLst>
            </p:cNvPr>
            <p:cNvSpPr>
              <a:spLocks noChangeArrowheads="1"/>
            </p:cNvSpPr>
            <p:nvPr/>
          </p:nvSpPr>
          <p:spPr bwMode="auto">
            <a:xfrm>
              <a:off x="3668713" y="1995488"/>
              <a:ext cx="217170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07" name="Rectangle 24">
              <a:extLst>
                <a:ext uri="{FF2B5EF4-FFF2-40B4-BE49-F238E27FC236}">
                  <a16:creationId xmlns:a16="http://schemas.microsoft.com/office/drawing/2014/main" id="{8DF3169A-4A31-40CF-8DFE-F2ABBCE9BA75}"/>
                </a:ext>
              </a:extLst>
            </p:cNvPr>
            <p:cNvSpPr>
              <a:spLocks noChangeArrowheads="1"/>
            </p:cNvSpPr>
            <p:nvPr/>
          </p:nvSpPr>
          <p:spPr bwMode="auto">
            <a:xfrm>
              <a:off x="2600325"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08" name="Rectangle 25">
              <a:extLst>
                <a:ext uri="{FF2B5EF4-FFF2-40B4-BE49-F238E27FC236}">
                  <a16:creationId xmlns:a16="http://schemas.microsoft.com/office/drawing/2014/main" id="{E83FC501-7075-4EDF-A3CB-C48213AB640B}"/>
                </a:ext>
              </a:extLst>
            </p:cNvPr>
            <p:cNvSpPr>
              <a:spLocks noChangeArrowheads="1"/>
            </p:cNvSpPr>
            <p:nvPr/>
          </p:nvSpPr>
          <p:spPr bwMode="auto">
            <a:xfrm>
              <a:off x="6021388" y="1495425"/>
              <a:ext cx="684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Count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09" name="Rectangle 26">
              <a:extLst>
                <a:ext uri="{FF2B5EF4-FFF2-40B4-BE49-F238E27FC236}">
                  <a16:creationId xmlns:a16="http://schemas.microsoft.com/office/drawing/2014/main" id="{1742887E-CEC7-4979-955E-DD86EDEB3CED}"/>
                </a:ext>
              </a:extLst>
            </p:cNvPr>
            <p:cNvSpPr>
              <a:spLocks noChangeArrowheads="1"/>
            </p:cNvSpPr>
            <p:nvPr/>
          </p:nvSpPr>
          <p:spPr bwMode="auto">
            <a:xfrm>
              <a:off x="2778125" y="1914525"/>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10" name="Rectangle 27">
              <a:extLst>
                <a:ext uri="{FF2B5EF4-FFF2-40B4-BE49-F238E27FC236}">
                  <a16:creationId xmlns:a16="http://schemas.microsoft.com/office/drawing/2014/main" id="{EBB99803-854B-4830-8DF4-7C42921DBD2C}"/>
                </a:ext>
              </a:extLst>
            </p:cNvPr>
            <p:cNvSpPr>
              <a:spLocks noChangeArrowheads="1"/>
            </p:cNvSpPr>
            <p:nvPr/>
          </p:nvSpPr>
          <p:spPr bwMode="auto">
            <a:xfrm>
              <a:off x="2903538"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11" name="Rectangle 28">
              <a:extLst>
                <a:ext uri="{FF2B5EF4-FFF2-40B4-BE49-F238E27FC236}">
                  <a16:creationId xmlns:a16="http://schemas.microsoft.com/office/drawing/2014/main" id="{9474C36E-0B95-412D-85D8-27416C1A26C1}"/>
                </a:ext>
              </a:extLst>
            </p:cNvPr>
            <p:cNvSpPr>
              <a:spLocks noChangeArrowheads="1"/>
            </p:cNvSpPr>
            <p:nvPr/>
          </p:nvSpPr>
          <p:spPr bwMode="auto">
            <a:xfrm>
              <a:off x="3017838" y="1914525"/>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12" name="Rectangle 29">
              <a:extLst>
                <a:ext uri="{FF2B5EF4-FFF2-40B4-BE49-F238E27FC236}">
                  <a16:creationId xmlns:a16="http://schemas.microsoft.com/office/drawing/2014/main" id="{3B22565E-ACF6-4FA2-8E11-00AE2AC1282A}"/>
                </a:ext>
              </a:extLst>
            </p:cNvPr>
            <p:cNvSpPr>
              <a:spLocks noChangeArrowheads="1"/>
            </p:cNvSpPr>
            <p:nvPr/>
          </p:nvSpPr>
          <p:spPr bwMode="auto">
            <a:xfrm>
              <a:off x="3141663"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13" name="Rectangle 30">
              <a:extLst>
                <a:ext uri="{FF2B5EF4-FFF2-40B4-BE49-F238E27FC236}">
                  <a16:creationId xmlns:a16="http://schemas.microsoft.com/office/drawing/2014/main" id="{F6DF41D3-9611-4707-9963-49419F2AC39F}"/>
                </a:ext>
              </a:extLst>
            </p:cNvPr>
            <p:cNvSpPr>
              <a:spLocks noChangeArrowheads="1"/>
            </p:cNvSpPr>
            <p:nvPr/>
          </p:nvSpPr>
          <p:spPr bwMode="auto">
            <a:xfrm>
              <a:off x="3254375" y="1914525"/>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14" name="Rectangle 31">
              <a:extLst>
                <a:ext uri="{FF2B5EF4-FFF2-40B4-BE49-F238E27FC236}">
                  <a16:creationId xmlns:a16="http://schemas.microsoft.com/office/drawing/2014/main" id="{BB3DF4A1-3530-43B7-ABC8-832041205463}"/>
                </a:ext>
              </a:extLst>
            </p:cNvPr>
            <p:cNvSpPr>
              <a:spLocks noChangeArrowheads="1"/>
            </p:cNvSpPr>
            <p:nvPr/>
          </p:nvSpPr>
          <p:spPr bwMode="auto">
            <a:xfrm>
              <a:off x="3668713"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15" name="Rectangle 32">
              <a:extLst>
                <a:ext uri="{FF2B5EF4-FFF2-40B4-BE49-F238E27FC236}">
                  <a16:creationId xmlns:a16="http://schemas.microsoft.com/office/drawing/2014/main" id="{776886B3-B82C-4020-AAC7-EB91649CDEA5}"/>
                </a:ext>
              </a:extLst>
            </p:cNvPr>
            <p:cNvSpPr>
              <a:spLocks noChangeArrowheads="1"/>
            </p:cNvSpPr>
            <p:nvPr/>
          </p:nvSpPr>
          <p:spPr bwMode="auto">
            <a:xfrm>
              <a:off x="3379788"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16" name="Rectangle 33">
              <a:extLst>
                <a:ext uri="{FF2B5EF4-FFF2-40B4-BE49-F238E27FC236}">
                  <a16:creationId xmlns:a16="http://schemas.microsoft.com/office/drawing/2014/main" id="{58F9A9B0-0881-4A6A-B80A-8ABDDBDC9D5C}"/>
                </a:ext>
              </a:extLst>
            </p:cNvPr>
            <p:cNvSpPr>
              <a:spLocks noChangeArrowheads="1"/>
            </p:cNvSpPr>
            <p:nvPr/>
          </p:nvSpPr>
          <p:spPr bwMode="auto">
            <a:xfrm>
              <a:off x="3813175" y="209867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17" name="Rectangle 34">
              <a:extLst>
                <a:ext uri="{FF2B5EF4-FFF2-40B4-BE49-F238E27FC236}">
                  <a16:creationId xmlns:a16="http://schemas.microsoft.com/office/drawing/2014/main" id="{25DFE04F-1793-4C21-9498-6ACC3253DA76}"/>
                </a:ext>
              </a:extLst>
            </p:cNvPr>
            <p:cNvSpPr>
              <a:spLocks noChangeArrowheads="1"/>
            </p:cNvSpPr>
            <p:nvPr/>
          </p:nvSpPr>
          <p:spPr bwMode="auto">
            <a:xfrm>
              <a:off x="3959225"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18" name="Rectangle 35">
              <a:extLst>
                <a:ext uri="{FF2B5EF4-FFF2-40B4-BE49-F238E27FC236}">
                  <a16:creationId xmlns:a16="http://schemas.microsoft.com/office/drawing/2014/main" id="{54A995F8-E1FB-4D8F-B08C-29D5E31A0EE6}"/>
                </a:ext>
              </a:extLst>
            </p:cNvPr>
            <p:cNvSpPr>
              <a:spLocks noChangeArrowheads="1"/>
            </p:cNvSpPr>
            <p:nvPr/>
          </p:nvSpPr>
          <p:spPr bwMode="auto">
            <a:xfrm>
              <a:off x="4075113" y="209867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19" name="Rectangle 36">
              <a:extLst>
                <a:ext uri="{FF2B5EF4-FFF2-40B4-BE49-F238E27FC236}">
                  <a16:creationId xmlns:a16="http://schemas.microsoft.com/office/drawing/2014/main" id="{893981A7-E538-4CC5-9C5A-799037B33BD3}"/>
                </a:ext>
              </a:extLst>
            </p:cNvPr>
            <p:cNvSpPr>
              <a:spLocks noChangeArrowheads="1"/>
            </p:cNvSpPr>
            <p:nvPr/>
          </p:nvSpPr>
          <p:spPr bwMode="auto">
            <a:xfrm>
              <a:off x="4222750"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20" name="Rectangle 37">
              <a:extLst>
                <a:ext uri="{FF2B5EF4-FFF2-40B4-BE49-F238E27FC236}">
                  <a16:creationId xmlns:a16="http://schemas.microsoft.com/office/drawing/2014/main" id="{56CEA1FF-F051-414F-80E7-265BB0DAADAB}"/>
                </a:ext>
              </a:extLst>
            </p:cNvPr>
            <p:cNvSpPr>
              <a:spLocks noChangeArrowheads="1"/>
            </p:cNvSpPr>
            <p:nvPr/>
          </p:nvSpPr>
          <p:spPr bwMode="auto">
            <a:xfrm>
              <a:off x="4333875" y="209867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21" name="Rectangle 38">
              <a:extLst>
                <a:ext uri="{FF2B5EF4-FFF2-40B4-BE49-F238E27FC236}">
                  <a16:creationId xmlns:a16="http://schemas.microsoft.com/office/drawing/2014/main" id="{F59E53FF-5B6E-4774-A4EC-2BDE9B6A9881}"/>
                </a:ext>
              </a:extLst>
            </p:cNvPr>
            <p:cNvSpPr>
              <a:spLocks noChangeArrowheads="1"/>
            </p:cNvSpPr>
            <p:nvPr/>
          </p:nvSpPr>
          <p:spPr bwMode="auto">
            <a:xfrm>
              <a:off x="4481513"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22" name="Rectangle 39">
              <a:extLst>
                <a:ext uri="{FF2B5EF4-FFF2-40B4-BE49-F238E27FC236}">
                  <a16:creationId xmlns:a16="http://schemas.microsoft.com/office/drawing/2014/main" id="{6083A8E5-A481-4F9E-A136-987669B9876F}"/>
                </a:ext>
              </a:extLst>
            </p:cNvPr>
            <p:cNvSpPr>
              <a:spLocks noChangeArrowheads="1"/>
            </p:cNvSpPr>
            <p:nvPr/>
          </p:nvSpPr>
          <p:spPr bwMode="auto">
            <a:xfrm>
              <a:off x="4899025" y="209867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23" name="Rectangle 40">
              <a:extLst>
                <a:ext uri="{FF2B5EF4-FFF2-40B4-BE49-F238E27FC236}">
                  <a16:creationId xmlns:a16="http://schemas.microsoft.com/office/drawing/2014/main" id="{C1AA1AD6-3E4B-4E34-8449-3DFF56741422}"/>
                </a:ext>
              </a:extLst>
            </p:cNvPr>
            <p:cNvSpPr>
              <a:spLocks noChangeArrowheads="1"/>
            </p:cNvSpPr>
            <p:nvPr/>
          </p:nvSpPr>
          <p:spPr bwMode="auto">
            <a:xfrm>
              <a:off x="5045075"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24" name="Rectangle 41">
              <a:extLst>
                <a:ext uri="{FF2B5EF4-FFF2-40B4-BE49-F238E27FC236}">
                  <a16:creationId xmlns:a16="http://schemas.microsoft.com/office/drawing/2014/main" id="{1B498187-F6C6-41A0-B996-7E4321B3658D}"/>
                </a:ext>
              </a:extLst>
            </p:cNvPr>
            <p:cNvSpPr>
              <a:spLocks noChangeArrowheads="1"/>
            </p:cNvSpPr>
            <p:nvPr/>
          </p:nvSpPr>
          <p:spPr bwMode="auto">
            <a:xfrm>
              <a:off x="5157788" y="209867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25" name="Rectangle 42">
              <a:extLst>
                <a:ext uri="{FF2B5EF4-FFF2-40B4-BE49-F238E27FC236}">
                  <a16:creationId xmlns:a16="http://schemas.microsoft.com/office/drawing/2014/main" id="{A21C73FE-ADE6-4646-92CB-0FF21CD2FC32}"/>
                </a:ext>
              </a:extLst>
            </p:cNvPr>
            <p:cNvSpPr>
              <a:spLocks noChangeArrowheads="1"/>
            </p:cNvSpPr>
            <p:nvPr/>
          </p:nvSpPr>
          <p:spPr bwMode="auto">
            <a:xfrm>
              <a:off x="5305425"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26" name="Rectangle 43">
              <a:extLst>
                <a:ext uri="{FF2B5EF4-FFF2-40B4-BE49-F238E27FC236}">
                  <a16:creationId xmlns:a16="http://schemas.microsoft.com/office/drawing/2014/main" id="{F15A39B9-C280-4AD3-B734-FBB67838832C}"/>
                </a:ext>
              </a:extLst>
            </p:cNvPr>
            <p:cNvSpPr>
              <a:spLocks noChangeArrowheads="1"/>
            </p:cNvSpPr>
            <p:nvPr/>
          </p:nvSpPr>
          <p:spPr bwMode="auto">
            <a:xfrm>
              <a:off x="5421313" y="209867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27" name="Rectangle 44">
              <a:extLst>
                <a:ext uri="{FF2B5EF4-FFF2-40B4-BE49-F238E27FC236}">
                  <a16:creationId xmlns:a16="http://schemas.microsoft.com/office/drawing/2014/main" id="{198625C8-9B8B-40A5-B393-9DC67A17518B}"/>
                </a:ext>
              </a:extLst>
            </p:cNvPr>
            <p:cNvSpPr>
              <a:spLocks noChangeArrowheads="1"/>
            </p:cNvSpPr>
            <p:nvPr/>
          </p:nvSpPr>
          <p:spPr bwMode="auto">
            <a:xfrm>
              <a:off x="5829300"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28" name="Rectangle 45">
              <a:extLst>
                <a:ext uri="{FF2B5EF4-FFF2-40B4-BE49-F238E27FC236}">
                  <a16:creationId xmlns:a16="http://schemas.microsoft.com/office/drawing/2014/main" id="{47B740AF-3E7E-47DB-A55F-93E07BD636E9}"/>
                </a:ext>
              </a:extLst>
            </p:cNvPr>
            <p:cNvSpPr>
              <a:spLocks noChangeArrowheads="1"/>
            </p:cNvSpPr>
            <p:nvPr/>
          </p:nvSpPr>
          <p:spPr bwMode="auto">
            <a:xfrm>
              <a:off x="5567363" y="2197100"/>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29" name="Rectangle 46">
              <a:extLst>
                <a:ext uri="{FF2B5EF4-FFF2-40B4-BE49-F238E27FC236}">
                  <a16:creationId xmlns:a16="http://schemas.microsoft.com/office/drawing/2014/main" id="{43715645-5C07-439C-A9E3-17195F4B6033}"/>
                </a:ext>
              </a:extLst>
            </p:cNvPr>
            <p:cNvSpPr>
              <a:spLocks noChangeArrowheads="1"/>
            </p:cNvSpPr>
            <p:nvPr/>
          </p:nvSpPr>
          <p:spPr bwMode="auto">
            <a:xfrm>
              <a:off x="5984875" y="1914525"/>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30" name="Rectangle 47">
              <a:extLst>
                <a:ext uri="{FF2B5EF4-FFF2-40B4-BE49-F238E27FC236}">
                  <a16:creationId xmlns:a16="http://schemas.microsoft.com/office/drawing/2014/main" id="{9F42A012-318E-4D8F-B1B0-E0AB3A57BEFC}"/>
                </a:ext>
              </a:extLst>
            </p:cNvPr>
            <p:cNvSpPr>
              <a:spLocks noChangeArrowheads="1"/>
            </p:cNvSpPr>
            <p:nvPr/>
          </p:nvSpPr>
          <p:spPr bwMode="auto">
            <a:xfrm>
              <a:off x="6102350"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31" name="Rectangle 48">
              <a:extLst>
                <a:ext uri="{FF2B5EF4-FFF2-40B4-BE49-F238E27FC236}">
                  <a16:creationId xmlns:a16="http://schemas.microsoft.com/office/drawing/2014/main" id="{6771C57B-CAC2-4767-88AD-812D44ED4A17}"/>
                </a:ext>
              </a:extLst>
            </p:cNvPr>
            <p:cNvSpPr>
              <a:spLocks noChangeArrowheads="1"/>
            </p:cNvSpPr>
            <p:nvPr/>
          </p:nvSpPr>
          <p:spPr bwMode="auto">
            <a:xfrm>
              <a:off x="6216650" y="1914525"/>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32" name="Rectangle 49">
              <a:extLst>
                <a:ext uri="{FF2B5EF4-FFF2-40B4-BE49-F238E27FC236}">
                  <a16:creationId xmlns:a16="http://schemas.microsoft.com/office/drawing/2014/main" id="{D3F8555E-0DE5-4099-A6DD-DEFAC8C56881}"/>
                </a:ext>
              </a:extLst>
            </p:cNvPr>
            <p:cNvSpPr>
              <a:spLocks noChangeArrowheads="1"/>
            </p:cNvSpPr>
            <p:nvPr/>
          </p:nvSpPr>
          <p:spPr bwMode="auto">
            <a:xfrm>
              <a:off x="6335713"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33" name="Rectangle 50">
              <a:extLst>
                <a:ext uri="{FF2B5EF4-FFF2-40B4-BE49-F238E27FC236}">
                  <a16:creationId xmlns:a16="http://schemas.microsoft.com/office/drawing/2014/main" id="{8D14A1B9-60B0-4F42-823B-00A441712F29}"/>
                </a:ext>
              </a:extLst>
            </p:cNvPr>
            <p:cNvSpPr>
              <a:spLocks noChangeArrowheads="1"/>
            </p:cNvSpPr>
            <p:nvPr/>
          </p:nvSpPr>
          <p:spPr bwMode="auto">
            <a:xfrm>
              <a:off x="6448425" y="1914525"/>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34" name="Rectangle 51">
              <a:extLst>
                <a:ext uri="{FF2B5EF4-FFF2-40B4-BE49-F238E27FC236}">
                  <a16:creationId xmlns:a16="http://schemas.microsoft.com/office/drawing/2014/main" id="{B7E26DEC-DAB3-4E01-A507-B05F6000AFBF}"/>
                </a:ext>
              </a:extLst>
            </p:cNvPr>
            <p:cNvSpPr>
              <a:spLocks noChangeArrowheads="1"/>
            </p:cNvSpPr>
            <p:nvPr/>
          </p:nvSpPr>
          <p:spPr bwMode="auto">
            <a:xfrm>
              <a:off x="6819900" y="19827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35" name="Rectangle 52">
              <a:extLst>
                <a:ext uri="{FF2B5EF4-FFF2-40B4-BE49-F238E27FC236}">
                  <a16:creationId xmlns:a16="http://schemas.microsoft.com/office/drawing/2014/main" id="{C75DA6A3-6315-40CB-BDC5-37F285D70594}"/>
                </a:ext>
              </a:extLst>
            </p:cNvPr>
            <p:cNvSpPr>
              <a:spLocks noChangeArrowheads="1"/>
            </p:cNvSpPr>
            <p:nvPr/>
          </p:nvSpPr>
          <p:spPr bwMode="auto">
            <a:xfrm>
              <a:off x="2600325" y="2452688"/>
              <a:ext cx="422275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36" name="Rectangle 53">
              <a:extLst>
                <a:ext uri="{FF2B5EF4-FFF2-40B4-BE49-F238E27FC236}">
                  <a16:creationId xmlns:a16="http://schemas.microsoft.com/office/drawing/2014/main" id="{CB771953-F86D-43EC-A3C8-7170C1356E96}"/>
                </a:ext>
              </a:extLst>
            </p:cNvPr>
            <p:cNvSpPr>
              <a:spLocks noChangeArrowheads="1"/>
            </p:cNvSpPr>
            <p:nvPr/>
          </p:nvSpPr>
          <p:spPr bwMode="auto">
            <a:xfrm>
              <a:off x="6567488" y="2014538"/>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37" name="Rectangle 54">
              <a:extLst>
                <a:ext uri="{FF2B5EF4-FFF2-40B4-BE49-F238E27FC236}">
                  <a16:creationId xmlns:a16="http://schemas.microsoft.com/office/drawing/2014/main" id="{9466F58D-2A9A-4724-922F-9D9FE8AC33E1}"/>
                </a:ext>
              </a:extLst>
            </p:cNvPr>
            <p:cNvSpPr>
              <a:spLocks noChangeArrowheads="1"/>
            </p:cNvSpPr>
            <p:nvPr/>
          </p:nvSpPr>
          <p:spPr bwMode="auto">
            <a:xfrm>
              <a:off x="2600325"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38" name="Rectangle 55">
              <a:extLst>
                <a:ext uri="{FF2B5EF4-FFF2-40B4-BE49-F238E27FC236}">
                  <a16:creationId xmlns:a16="http://schemas.microsoft.com/office/drawing/2014/main" id="{74EC9E93-0FC7-4421-AB75-6C8B084A1E5A}"/>
                </a:ext>
              </a:extLst>
            </p:cNvPr>
            <p:cNvSpPr>
              <a:spLocks noChangeArrowheads="1"/>
            </p:cNvSpPr>
            <p:nvPr/>
          </p:nvSpPr>
          <p:spPr bwMode="auto">
            <a:xfrm>
              <a:off x="2274888" y="254635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39" name="Rectangle 56">
              <a:extLst>
                <a:ext uri="{FF2B5EF4-FFF2-40B4-BE49-F238E27FC236}">
                  <a16:creationId xmlns:a16="http://schemas.microsoft.com/office/drawing/2014/main" id="{3AB77707-7117-4F3E-86DA-D7EDE61C39FF}"/>
                </a:ext>
              </a:extLst>
            </p:cNvPr>
            <p:cNvSpPr>
              <a:spLocks noChangeArrowheads="1"/>
            </p:cNvSpPr>
            <p:nvPr/>
          </p:nvSpPr>
          <p:spPr bwMode="auto">
            <a:xfrm>
              <a:off x="3668713"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40" name="Rectangle 57">
              <a:extLst>
                <a:ext uri="{FF2B5EF4-FFF2-40B4-BE49-F238E27FC236}">
                  <a16:creationId xmlns:a16="http://schemas.microsoft.com/office/drawing/2014/main" id="{7A169E46-06B2-4622-B949-78E33399D166}"/>
                </a:ext>
              </a:extLst>
            </p:cNvPr>
            <p:cNvSpPr>
              <a:spLocks noChangeArrowheads="1"/>
            </p:cNvSpPr>
            <p:nvPr/>
          </p:nvSpPr>
          <p:spPr bwMode="auto">
            <a:xfrm>
              <a:off x="2946400"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41" name="Rectangle 58">
              <a:extLst>
                <a:ext uri="{FF2B5EF4-FFF2-40B4-BE49-F238E27FC236}">
                  <a16:creationId xmlns:a16="http://schemas.microsoft.com/office/drawing/2014/main" id="{B6059A37-C1A6-4919-9D93-BFAD8388A85B}"/>
                </a:ext>
              </a:extLst>
            </p:cNvPr>
            <p:cNvSpPr>
              <a:spLocks noChangeArrowheads="1"/>
            </p:cNvSpPr>
            <p:nvPr/>
          </p:nvSpPr>
          <p:spPr bwMode="auto">
            <a:xfrm>
              <a:off x="4010025"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42" name="Rectangle 59">
              <a:extLst>
                <a:ext uri="{FF2B5EF4-FFF2-40B4-BE49-F238E27FC236}">
                  <a16:creationId xmlns:a16="http://schemas.microsoft.com/office/drawing/2014/main" id="{9682B519-FD2F-449B-A515-E721A6235305}"/>
                </a:ext>
              </a:extLst>
            </p:cNvPr>
            <p:cNvSpPr>
              <a:spLocks noChangeArrowheads="1"/>
            </p:cNvSpPr>
            <p:nvPr/>
          </p:nvSpPr>
          <p:spPr bwMode="auto">
            <a:xfrm>
              <a:off x="5829300"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43" name="Rectangle 60">
              <a:extLst>
                <a:ext uri="{FF2B5EF4-FFF2-40B4-BE49-F238E27FC236}">
                  <a16:creationId xmlns:a16="http://schemas.microsoft.com/office/drawing/2014/main" id="{E62A8B30-CF2A-4B08-9B5F-59151C3FFC9E}"/>
                </a:ext>
              </a:extLst>
            </p:cNvPr>
            <p:cNvSpPr>
              <a:spLocks noChangeArrowheads="1"/>
            </p:cNvSpPr>
            <p:nvPr/>
          </p:nvSpPr>
          <p:spPr bwMode="auto">
            <a:xfrm>
              <a:off x="5091113"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44" name="Rectangle 61">
              <a:extLst>
                <a:ext uri="{FF2B5EF4-FFF2-40B4-BE49-F238E27FC236}">
                  <a16:creationId xmlns:a16="http://schemas.microsoft.com/office/drawing/2014/main" id="{9DB6FA85-3B8A-4DAA-99B3-4984001E492F}"/>
                </a:ext>
              </a:extLst>
            </p:cNvPr>
            <p:cNvSpPr>
              <a:spLocks noChangeArrowheads="1"/>
            </p:cNvSpPr>
            <p:nvPr/>
          </p:nvSpPr>
          <p:spPr bwMode="auto">
            <a:xfrm>
              <a:off x="6819900" y="24447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45" name="Rectangle 62">
              <a:extLst>
                <a:ext uri="{FF2B5EF4-FFF2-40B4-BE49-F238E27FC236}">
                  <a16:creationId xmlns:a16="http://schemas.microsoft.com/office/drawing/2014/main" id="{6449CDE4-CE09-4E06-AC8E-6168E8E1E55F}"/>
                </a:ext>
              </a:extLst>
            </p:cNvPr>
            <p:cNvSpPr>
              <a:spLocks noChangeArrowheads="1"/>
            </p:cNvSpPr>
            <p:nvPr/>
          </p:nvSpPr>
          <p:spPr bwMode="auto">
            <a:xfrm>
              <a:off x="6126163" y="25463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46" name="Rectangle 63">
              <a:extLst>
                <a:ext uri="{FF2B5EF4-FFF2-40B4-BE49-F238E27FC236}">
                  <a16:creationId xmlns:a16="http://schemas.microsoft.com/office/drawing/2014/main" id="{A5F8DA18-37F5-410C-A1E2-86D22F6B44E6}"/>
                </a:ext>
              </a:extLst>
            </p:cNvPr>
            <p:cNvSpPr>
              <a:spLocks noChangeArrowheads="1"/>
            </p:cNvSpPr>
            <p:nvPr/>
          </p:nvSpPr>
          <p:spPr bwMode="auto">
            <a:xfrm>
              <a:off x="2600325"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47" name="Rectangle 64">
              <a:extLst>
                <a:ext uri="{FF2B5EF4-FFF2-40B4-BE49-F238E27FC236}">
                  <a16:creationId xmlns:a16="http://schemas.microsoft.com/office/drawing/2014/main" id="{597DA329-E5E6-481D-9F5D-943F6A53E8EA}"/>
                </a:ext>
              </a:extLst>
            </p:cNvPr>
            <p:cNvSpPr>
              <a:spLocks noChangeArrowheads="1"/>
            </p:cNvSpPr>
            <p:nvPr/>
          </p:nvSpPr>
          <p:spPr bwMode="auto">
            <a:xfrm>
              <a:off x="2274888" y="2851150"/>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48" name="Rectangle 65">
              <a:extLst>
                <a:ext uri="{FF2B5EF4-FFF2-40B4-BE49-F238E27FC236}">
                  <a16:creationId xmlns:a16="http://schemas.microsoft.com/office/drawing/2014/main" id="{E26CD0EB-64F6-4E8B-A8BD-09A7E3B15C1E}"/>
                </a:ext>
              </a:extLst>
            </p:cNvPr>
            <p:cNvSpPr>
              <a:spLocks noChangeArrowheads="1"/>
            </p:cNvSpPr>
            <p:nvPr/>
          </p:nvSpPr>
          <p:spPr bwMode="auto">
            <a:xfrm>
              <a:off x="3668713"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49" name="Rectangle 66">
              <a:extLst>
                <a:ext uri="{FF2B5EF4-FFF2-40B4-BE49-F238E27FC236}">
                  <a16:creationId xmlns:a16="http://schemas.microsoft.com/office/drawing/2014/main" id="{8E1249B8-460A-4F02-8D5B-D76FD7EB0513}"/>
                </a:ext>
              </a:extLst>
            </p:cNvPr>
            <p:cNvSpPr>
              <a:spLocks noChangeArrowheads="1"/>
            </p:cNvSpPr>
            <p:nvPr/>
          </p:nvSpPr>
          <p:spPr bwMode="auto">
            <a:xfrm>
              <a:off x="2947988"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50" name="Rectangle 67">
              <a:extLst>
                <a:ext uri="{FF2B5EF4-FFF2-40B4-BE49-F238E27FC236}">
                  <a16:creationId xmlns:a16="http://schemas.microsoft.com/office/drawing/2014/main" id="{07AC7A28-CE95-4385-84F4-E02AA7D2D973}"/>
                </a:ext>
              </a:extLst>
            </p:cNvPr>
            <p:cNvSpPr>
              <a:spLocks noChangeArrowheads="1"/>
            </p:cNvSpPr>
            <p:nvPr/>
          </p:nvSpPr>
          <p:spPr bwMode="auto">
            <a:xfrm>
              <a:off x="4011613"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51" name="Rectangle 68">
              <a:extLst>
                <a:ext uri="{FF2B5EF4-FFF2-40B4-BE49-F238E27FC236}">
                  <a16:creationId xmlns:a16="http://schemas.microsoft.com/office/drawing/2014/main" id="{12DE3B5C-F3E5-4F4C-ACF6-ABD5534F1F1C}"/>
                </a:ext>
              </a:extLst>
            </p:cNvPr>
            <p:cNvSpPr>
              <a:spLocks noChangeArrowheads="1"/>
            </p:cNvSpPr>
            <p:nvPr/>
          </p:nvSpPr>
          <p:spPr bwMode="auto">
            <a:xfrm>
              <a:off x="5829300"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52" name="Rectangle 69">
              <a:extLst>
                <a:ext uri="{FF2B5EF4-FFF2-40B4-BE49-F238E27FC236}">
                  <a16:creationId xmlns:a16="http://schemas.microsoft.com/office/drawing/2014/main" id="{E45F5F11-0AEA-4EEB-8FAA-64DB4B5E24AC}"/>
                </a:ext>
              </a:extLst>
            </p:cNvPr>
            <p:cNvSpPr>
              <a:spLocks noChangeArrowheads="1"/>
            </p:cNvSpPr>
            <p:nvPr/>
          </p:nvSpPr>
          <p:spPr bwMode="auto">
            <a:xfrm>
              <a:off x="5092700"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53" name="Rectangle 70">
              <a:extLst>
                <a:ext uri="{FF2B5EF4-FFF2-40B4-BE49-F238E27FC236}">
                  <a16:creationId xmlns:a16="http://schemas.microsoft.com/office/drawing/2014/main" id="{1E1FD92F-19B9-45D0-94D5-D14232363B77}"/>
                </a:ext>
              </a:extLst>
            </p:cNvPr>
            <p:cNvSpPr>
              <a:spLocks noChangeArrowheads="1"/>
            </p:cNvSpPr>
            <p:nvPr/>
          </p:nvSpPr>
          <p:spPr bwMode="auto">
            <a:xfrm>
              <a:off x="6819900" y="2846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54" name="Rectangle 71">
              <a:extLst>
                <a:ext uri="{FF2B5EF4-FFF2-40B4-BE49-F238E27FC236}">
                  <a16:creationId xmlns:a16="http://schemas.microsoft.com/office/drawing/2014/main" id="{8A2C61F8-0279-4886-AFD5-F6CF37E81642}"/>
                </a:ext>
              </a:extLst>
            </p:cNvPr>
            <p:cNvSpPr>
              <a:spLocks noChangeArrowheads="1"/>
            </p:cNvSpPr>
            <p:nvPr/>
          </p:nvSpPr>
          <p:spPr bwMode="auto">
            <a:xfrm>
              <a:off x="6127750" y="285115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55" name="Rectangle 72">
              <a:extLst>
                <a:ext uri="{FF2B5EF4-FFF2-40B4-BE49-F238E27FC236}">
                  <a16:creationId xmlns:a16="http://schemas.microsoft.com/office/drawing/2014/main" id="{630293D3-1A93-4BF6-941B-5443C153C531}"/>
                </a:ext>
              </a:extLst>
            </p:cNvPr>
            <p:cNvSpPr>
              <a:spLocks noChangeArrowheads="1"/>
            </p:cNvSpPr>
            <p:nvPr/>
          </p:nvSpPr>
          <p:spPr bwMode="auto">
            <a:xfrm>
              <a:off x="2600325"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56" name="Rectangle 73">
              <a:extLst>
                <a:ext uri="{FF2B5EF4-FFF2-40B4-BE49-F238E27FC236}">
                  <a16:creationId xmlns:a16="http://schemas.microsoft.com/office/drawing/2014/main" id="{FD528DBE-68D9-44FE-A48F-EDA33EB18BF0}"/>
                </a:ext>
              </a:extLst>
            </p:cNvPr>
            <p:cNvSpPr>
              <a:spLocks noChangeArrowheads="1"/>
            </p:cNvSpPr>
            <p:nvPr/>
          </p:nvSpPr>
          <p:spPr bwMode="auto">
            <a:xfrm>
              <a:off x="2274888" y="3152775"/>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57" name="Rectangle 74">
              <a:extLst>
                <a:ext uri="{FF2B5EF4-FFF2-40B4-BE49-F238E27FC236}">
                  <a16:creationId xmlns:a16="http://schemas.microsoft.com/office/drawing/2014/main" id="{EBB54CE6-3F01-4D77-9829-263315AAE07D}"/>
                </a:ext>
              </a:extLst>
            </p:cNvPr>
            <p:cNvSpPr>
              <a:spLocks noChangeArrowheads="1"/>
            </p:cNvSpPr>
            <p:nvPr/>
          </p:nvSpPr>
          <p:spPr bwMode="auto">
            <a:xfrm>
              <a:off x="3668713"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58" name="Rectangle 75">
              <a:extLst>
                <a:ext uri="{FF2B5EF4-FFF2-40B4-BE49-F238E27FC236}">
                  <a16:creationId xmlns:a16="http://schemas.microsoft.com/office/drawing/2014/main" id="{D9433714-FE18-4594-843F-D4F6372DA061}"/>
                </a:ext>
              </a:extLst>
            </p:cNvPr>
            <p:cNvSpPr>
              <a:spLocks noChangeArrowheads="1"/>
            </p:cNvSpPr>
            <p:nvPr/>
          </p:nvSpPr>
          <p:spPr bwMode="auto">
            <a:xfrm>
              <a:off x="2947988"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59" name="Rectangle 76">
              <a:extLst>
                <a:ext uri="{FF2B5EF4-FFF2-40B4-BE49-F238E27FC236}">
                  <a16:creationId xmlns:a16="http://schemas.microsoft.com/office/drawing/2014/main" id="{497CFF47-BA2F-48D0-A1D2-93034BCE0CD6}"/>
                </a:ext>
              </a:extLst>
            </p:cNvPr>
            <p:cNvSpPr>
              <a:spLocks noChangeArrowheads="1"/>
            </p:cNvSpPr>
            <p:nvPr/>
          </p:nvSpPr>
          <p:spPr bwMode="auto">
            <a:xfrm>
              <a:off x="4011613"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60" name="Rectangle 77">
              <a:extLst>
                <a:ext uri="{FF2B5EF4-FFF2-40B4-BE49-F238E27FC236}">
                  <a16:creationId xmlns:a16="http://schemas.microsoft.com/office/drawing/2014/main" id="{F41C719A-D6EF-4FD7-8450-6E9F0DAE8FF3}"/>
                </a:ext>
              </a:extLst>
            </p:cNvPr>
            <p:cNvSpPr>
              <a:spLocks noChangeArrowheads="1"/>
            </p:cNvSpPr>
            <p:nvPr/>
          </p:nvSpPr>
          <p:spPr bwMode="auto">
            <a:xfrm>
              <a:off x="5829300"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61" name="Rectangle 78">
              <a:extLst>
                <a:ext uri="{FF2B5EF4-FFF2-40B4-BE49-F238E27FC236}">
                  <a16:creationId xmlns:a16="http://schemas.microsoft.com/office/drawing/2014/main" id="{BF0BE31D-F309-4AB8-8E4F-2F07E8061B51}"/>
                </a:ext>
              </a:extLst>
            </p:cNvPr>
            <p:cNvSpPr>
              <a:spLocks noChangeArrowheads="1"/>
            </p:cNvSpPr>
            <p:nvPr/>
          </p:nvSpPr>
          <p:spPr bwMode="auto">
            <a:xfrm>
              <a:off x="5092700"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62" name="Rectangle 79">
              <a:extLst>
                <a:ext uri="{FF2B5EF4-FFF2-40B4-BE49-F238E27FC236}">
                  <a16:creationId xmlns:a16="http://schemas.microsoft.com/office/drawing/2014/main" id="{AAEF1264-DB33-442C-AB26-ACBDDF88F49A}"/>
                </a:ext>
              </a:extLst>
            </p:cNvPr>
            <p:cNvSpPr>
              <a:spLocks noChangeArrowheads="1"/>
            </p:cNvSpPr>
            <p:nvPr/>
          </p:nvSpPr>
          <p:spPr bwMode="auto">
            <a:xfrm>
              <a:off x="6819900" y="31511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63" name="Rectangle 80">
              <a:extLst>
                <a:ext uri="{FF2B5EF4-FFF2-40B4-BE49-F238E27FC236}">
                  <a16:creationId xmlns:a16="http://schemas.microsoft.com/office/drawing/2014/main" id="{2C6F3D61-B8FE-45D6-81A1-10077D97604E}"/>
                </a:ext>
              </a:extLst>
            </p:cNvPr>
            <p:cNvSpPr>
              <a:spLocks noChangeArrowheads="1"/>
            </p:cNvSpPr>
            <p:nvPr/>
          </p:nvSpPr>
          <p:spPr bwMode="auto">
            <a:xfrm>
              <a:off x="6127750" y="3152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64" name="Rectangle 81">
              <a:extLst>
                <a:ext uri="{FF2B5EF4-FFF2-40B4-BE49-F238E27FC236}">
                  <a16:creationId xmlns:a16="http://schemas.microsoft.com/office/drawing/2014/main" id="{3A629C4B-D20A-499B-93F9-A6A7A11E2451}"/>
                </a:ext>
              </a:extLst>
            </p:cNvPr>
            <p:cNvSpPr>
              <a:spLocks noChangeArrowheads="1"/>
            </p:cNvSpPr>
            <p:nvPr/>
          </p:nvSpPr>
          <p:spPr bwMode="auto">
            <a:xfrm>
              <a:off x="2600325"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65" name="Rectangle 82">
              <a:extLst>
                <a:ext uri="{FF2B5EF4-FFF2-40B4-BE49-F238E27FC236}">
                  <a16:creationId xmlns:a16="http://schemas.microsoft.com/office/drawing/2014/main" id="{90B55386-F868-4164-B884-1C6F9B1726C6}"/>
                </a:ext>
              </a:extLst>
            </p:cNvPr>
            <p:cNvSpPr>
              <a:spLocks noChangeArrowheads="1"/>
            </p:cNvSpPr>
            <p:nvPr/>
          </p:nvSpPr>
          <p:spPr bwMode="auto">
            <a:xfrm>
              <a:off x="2274888" y="345757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66" name="Rectangle 83">
              <a:extLst>
                <a:ext uri="{FF2B5EF4-FFF2-40B4-BE49-F238E27FC236}">
                  <a16:creationId xmlns:a16="http://schemas.microsoft.com/office/drawing/2014/main" id="{5E485B2C-B49E-40EF-A7C7-EAC66EF446AF}"/>
                </a:ext>
              </a:extLst>
            </p:cNvPr>
            <p:cNvSpPr>
              <a:spLocks noChangeArrowheads="1"/>
            </p:cNvSpPr>
            <p:nvPr/>
          </p:nvSpPr>
          <p:spPr bwMode="auto">
            <a:xfrm>
              <a:off x="3668713"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67" name="Rectangle 84">
              <a:extLst>
                <a:ext uri="{FF2B5EF4-FFF2-40B4-BE49-F238E27FC236}">
                  <a16:creationId xmlns:a16="http://schemas.microsoft.com/office/drawing/2014/main" id="{3B703853-2E8F-44D5-B589-75A791CC25DD}"/>
                </a:ext>
              </a:extLst>
            </p:cNvPr>
            <p:cNvSpPr>
              <a:spLocks noChangeArrowheads="1"/>
            </p:cNvSpPr>
            <p:nvPr/>
          </p:nvSpPr>
          <p:spPr bwMode="auto">
            <a:xfrm>
              <a:off x="2946400"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68" name="Rectangle 85">
              <a:extLst>
                <a:ext uri="{FF2B5EF4-FFF2-40B4-BE49-F238E27FC236}">
                  <a16:creationId xmlns:a16="http://schemas.microsoft.com/office/drawing/2014/main" id="{39F916FA-A03A-4CCE-BB48-DDDB5F62F034}"/>
                </a:ext>
              </a:extLst>
            </p:cNvPr>
            <p:cNvSpPr>
              <a:spLocks noChangeArrowheads="1"/>
            </p:cNvSpPr>
            <p:nvPr/>
          </p:nvSpPr>
          <p:spPr bwMode="auto">
            <a:xfrm>
              <a:off x="4010025"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69" name="Rectangle 86">
              <a:extLst>
                <a:ext uri="{FF2B5EF4-FFF2-40B4-BE49-F238E27FC236}">
                  <a16:creationId xmlns:a16="http://schemas.microsoft.com/office/drawing/2014/main" id="{BE06D24D-0169-4252-93B3-B1201CDBDF7D}"/>
                </a:ext>
              </a:extLst>
            </p:cNvPr>
            <p:cNvSpPr>
              <a:spLocks noChangeArrowheads="1"/>
            </p:cNvSpPr>
            <p:nvPr/>
          </p:nvSpPr>
          <p:spPr bwMode="auto">
            <a:xfrm>
              <a:off x="5829300"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70" name="Rectangle 87">
              <a:extLst>
                <a:ext uri="{FF2B5EF4-FFF2-40B4-BE49-F238E27FC236}">
                  <a16:creationId xmlns:a16="http://schemas.microsoft.com/office/drawing/2014/main" id="{441E5FE7-FEBA-40E5-87A4-3934F999DDED}"/>
                </a:ext>
              </a:extLst>
            </p:cNvPr>
            <p:cNvSpPr>
              <a:spLocks noChangeArrowheads="1"/>
            </p:cNvSpPr>
            <p:nvPr/>
          </p:nvSpPr>
          <p:spPr bwMode="auto">
            <a:xfrm>
              <a:off x="5091113"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71" name="Rectangle 88">
              <a:extLst>
                <a:ext uri="{FF2B5EF4-FFF2-40B4-BE49-F238E27FC236}">
                  <a16:creationId xmlns:a16="http://schemas.microsoft.com/office/drawing/2014/main" id="{461ECC89-A438-48A9-A4A9-46FE303F8101}"/>
                </a:ext>
              </a:extLst>
            </p:cNvPr>
            <p:cNvSpPr>
              <a:spLocks noChangeArrowheads="1"/>
            </p:cNvSpPr>
            <p:nvPr/>
          </p:nvSpPr>
          <p:spPr bwMode="auto">
            <a:xfrm>
              <a:off x="6819900" y="34559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72" name="Rectangle 89">
              <a:extLst>
                <a:ext uri="{FF2B5EF4-FFF2-40B4-BE49-F238E27FC236}">
                  <a16:creationId xmlns:a16="http://schemas.microsoft.com/office/drawing/2014/main" id="{3B470202-6CCC-4778-B922-DAF598C03DA4}"/>
                </a:ext>
              </a:extLst>
            </p:cNvPr>
            <p:cNvSpPr>
              <a:spLocks noChangeArrowheads="1"/>
            </p:cNvSpPr>
            <p:nvPr/>
          </p:nvSpPr>
          <p:spPr bwMode="auto">
            <a:xfrm>
              <a:off x="6126163" y="3457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73" name="Rectangle 90">
              <a:extLst>
                <a:ext uri="{FF2B5EF4-FFF2-40B4-BE49-F238E27FC236}">
                  <a16:creationId xmlns:a16="http://schemas.microsoft.com/office/drawing/2014/main" id="{0147A2D1-9D87-49E1-91EC-ED922BD91D56}"/>
                </a:ext>
              </a:extLst>
            </p:cNvPr>
            <p:cNvSpPr>
              <a:spLocks noChangeArrowheads="1"/>
            </p:cNvSpPr>
            <p:nvPr/>
          </p:nvSpPr>
          <p:spPr bwMode="auto">
            <a:xfrm>
              <a:off x="2600325"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74" name="Rectangle 91">
              <a:extLst>
                <a:ext uri="{FF2B5EF4-FFF2-40B4-BE49-F238E27FC236}">
                  <a16:creationId xmlns:a16="http://schemas.microsoft.com/office/drawing/2014/main" id="{DE5F4CEF-6D60-4AE0-8E03-D0AAB30117D8}"/>
                </a:ext>
              </a:extLst>
            </p:cNvPr>
            <p:cNvSpPr>
              <a:spLocks noChangeArrowheads="1"/>
            </p:cNvSpPr>
            <p:nvPr/>
          </p:nvSpPr>
          <p:spPr bwMode="auto">
            <a:xfrm>
              <a:off x="2274888" y="3762375"/>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75" name="Rectangle 92">
              <a:extLst>
                <a:ext uri="{FF2B5EF4-FFF2-40B4-BE49-F238E27FC236}">
                  <a16:creationId xmlns:a16="http://schemas.microsoft.com/office/drawing/2014/main" id="{67DA08DE-51D1-43F3-97C8-A42AA7BDD8F2}"/>
                </a:ext>
              </a:extLst>
            </p:cNvPr>
            <p:cNvSpPr>
              <a:spLocks noChangeArrowheads="1"/>
            </p:cNvSpPr>
            <p:nvPr/>
          </p:nvSpPr>
          <p:spPr bwMode="auto">
            <a:xfrm>
              <a:off x="3668713"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76" name="Rectangle 93">
              <a:extLst>
                <a:ext uri="{FF2B5EF4-FFF2-40B4-BE49-F238E27FC236}">
                  <a16:creationId xmlns:a16="http://schemas.microsoft.com/office/drawing/2014/main" id="{1CCB6A12-F086-4E19-BFEA-A13F00896C61}"/>
                </a:ext>
              </a:extLst>
            </p:cNvPr>
            <p:cNvSpPr>
              <a:spLocks noChangeArrowheads="1"/>
            </p:cNvSpPr>
            <p:nvPr/>
          </p:nvSpPr>
          <p:spPr bwMode="auto">
            <a:xfrm>
              <a:off x="2946400"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77" name="Rectangle 94">
              <a:extLst>
                <a:ext uri="{FF2B5EF4-FFF2-40B4-BE49-F238E27FC236}">
                  <a16:creationId xmlns:a16="http://schemas.microsoft.com/office/drawing/2014/main" id="{E5AC842F-0B5E-4FE0-AD80-B486848DF81B}"/>
                </a:ext>
              </a:extLst>
            </p:cNvPr>
            <p:cNvSpPr>
              <a:spLocks noChangeArrowheads="1"/>
            </p:cNvSpPr>
            <p:nvPr/>
          </p:nvSpPr>
          <p:spPr bwMode="auto">
            <a:xfrm>
              <a:off x="4008438"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78" name="Rectangle 95">
              <a:extLst>
                <a:ext uri="{FF2B5EF4-FFF2-40B4-BE49-F238E27FC236}">
                  <a16:creationId xmlns:a16="http://schemas.microsoft.com/office/drawing/2014/main" id="{20FBE40C-9C20-4DD9-8B30-985960D05A5F}"/>
                </a:ext>
              </a:extLst>
            </p:cNvPr>
            <p:cNvSpPr>
              <a:spLocks noChangeArrowheads="1"/>
            </p:cNvSpPr>
            <p:nvPr/>
          </p:nvSpPr>
          <p:spPr bwMode="auto">
            <a:xfrm>
              <a:off x="5829300"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79" name="Rectangle 96">
              <a:extLst>
                <a:ext uri="{FF2B5EF4-FFF2-40B4-BE49-F238E27FC236}">
                  <a16:creationId xmlns:a16="http://schemas.microsoft.com/office/drawing/2014/main" id="{251CE6D5-85EC-48D8-9410-BF69510609ED}"/>
                </a:ext>
              </a:extLst>
            </p:cNvPr>
            <p:cNvSpPr>
              <a:spLocks noChangeArrowheads="1"/>
            </p:cNvSpPr>
            <p:nvPr/>
          </p:nvSpPr>
          <p:spPr bwMode="auto">
            <a:xfrm>
              <a:off x="5089525"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80" name="Rectangle 97">
              <a:extLst>
                <a:ext uri="{FF2B5EF4-FFF2-40B4-BE49-F238E27FC236}">
                  <a16:creationId xmlns:a16="http://schemas.microsoft.com/office/drawing/2014/main" id="{4532F3EA-2B76-4093-A21E-F49706B856D5}"/>
                </a:ext>
              </a:extLst>
            </p:cNvPr>
            <p:cNvSpPr>
              <a:spLocks noChangeArrowheads="1"/>
            </p:cNvSpPr>
            <p:nvPr/>
          </p:nvSpPr>
          <p:spPr bwMode="auto">
            <a:xfrm>
              <a:off x="6819900" y="37607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81" name="Rectangle 98">
              <a:extLst>
                <a:ext uri="{FF2B5EF4-FFF2-40B4-BE49-F238E27FC236}">
                  <a16:creationId xmlns:a16="http://schemas.microsoft.com/office/drawing/2014/main" id="{8866E9D9-E611-4361-8901-C08EE6910D41}"/>
                </a:ext>
              </a:extLst>
            </p:cNvPr>
            <p:cNvSpPr>
              <a:spLocks noChangeArrowheads="1"/>
            </p:cNvSpPr>
            <p:nvPr/>
          </p:nvSpPr>
          <p:spPr bwMode="auto">
            <a:xfrm>
              <a:off x="6126163" y="37623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82" name="Rectangle 99">
              <a:extLst>
                <a:ext uri="{FF2B5EF4-FFF2-40B4-BE49-F238E27FC236}">
                  <a16:creationId xmlns:a16="http://schemas.microsoft.com/office/drawing/2014/main" id="{11CEF3C4-B8EC-4F7C-8E6F-E02EC12FF0C5}"/>
                </a:ext>
              </a:extLst>
            </p:cNvPr>
            <p:cNvSpPr>
              <a:spLocks noChangeArrowheads="1"/>
            </p:cNvSpPr>
            <p:nvPr/>
          </p:nvSpPr>
          <p:spPr bwMode="auto">
            <a:xfrm>
              <a:off x="2600325"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83" name="Rectangle 100">
              <a:extLst>
                <a:ext uri="{FF2B5EF4-FFF2-40B4-BE49-F238E27FC236}">
                  <a16:creationId xmlns:a16="http://schemas.microsoft.com/office/drawing/2014/main" id="{D5BE2435-899F-4B55-8AE0-450BA6283EAB}"/>
                </a:ext>
              </a:extLst>
            </p:cNvPr>
            <p:cNvSpPr>
              <a:spLocks noChangeArrowheads="1"/>
            </p:cNvSpPr>
            <p:nvPr/>
          </p:nvSpPr>
          <p:spPr bwMode="auto">
            <a:xfrm>
              <a:off x="2274888" y="4064000"/>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84" name="Rectangle 101">
              <a:extLst>
                <a:ext uri="{FF2B5EF4-FFF2-40B4-BE49-F238E27FC236}">
                  <a16:creationId xmlns:a16="http://schemas.microsoft.com/office/drawing/2014/main" id="{FB76BAFF-79AF-436F-8FB0-F965FB979D50}"/>
                </a:ext>
              </a:extLst>
            </p:cNvPr>
            <p:cNvSpPr>
              <a:spLocks noChangeArrowheads="1"/>
            </p:cNvSpPr>
            <p:nvPr/>
          </p:nvSpPr>
          <p:spPr bwMode="auto">
            <a:xfrm>
              <a:off x="3668713"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85" name="Rectangle 102">
              <a:extLst>
                <a:ext uri="{FF2B5EF4-FFF2-40B4-BE49-F238E27FC236}">
                  <a16:creationId xmlns:a16="http://schemas.microsoft.com/office/drawing/2014/main" id="{8949CB13-158E-44DC-8D08-D51579D9027E}"/>
                </a:ext>
              </a:extLst>
            </p:cNvPr>
            <p:cNvSpPr>
              <a:spLocks noChangeArrowheads="1"/>
            </p:cNvSpPr>
            <p:nvPr/>
          </p:nvSpPr>
          <p:spPr bwMode="auto">
            <a:xfrm>
              <a:off x="2947988"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86" name="Rectangle 103">
              <a:extLst>
                <a:ext uri="{FF2B5EF4-FFF2-40B4-BE49-F238E27FC236}">
                  <a16:creationId xmlns:a16="http://schemas.microsoft.com/office/drawing/2014/main" id="{B4A250E7-28EE-4F58-9A34-B0FBCBCC9910}"/>
                </a:ext>
              </a:extLst>
            </p:cNvPr>
            <p:cNvSpPr>
              <a:spLocks noChangeArrowheads="1"/>
            </p:cNvSpPr>
            <p:nvPr/>
          </p:nvSpPr>
          <p:spPr bwMode="auto">
            <a:xfrm>
              <a:off x="4010025"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87" name="Rectangle 104">
              <a:extLst>
                <a:ext uri="{FF2B5EF4-FFF2-40B4-BE49-F238E27FC236}">
                  <a16:creationId xmlns:a16="http://schemas.microsoft.com/office/drawing/2014/main" id="{45E77AD7-B48A-4089-B302-5145D8E4E111}"/>
                </a:ext>
              </a:extLst>
            </p:cNvPr>
            <p:cNvSpPr>
              <a:spLocks noChangeArrowheads="1"/>
            </p:cNvSpPr>
            <p:nvPr/>
          </p:nvSpPr>
          <p:spPr bwMode="auto">
            <a:xfrm>
              <a:off x="5829300"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88" name="Rectangle 105">
              <a:extLst>
                <a:ext uri="{FF2B5EF4-FFF2-40B4-BE49-F238E27FC236}">
                  <a16:creationId xmlns:a16="http://schemas.microsoft.com/office/drawing/2014/main" id="{F27F7750-844B-4BCB-B91F-B949F21D3D00}"/>
                </a:ext>
              </a:extLst>
            </p:cNvPr>
            <p:cNvSpPr>
              <a:spLocks noChangeArrowheads="1"/>
            </p:cNvSpPr>
            <p:nvPr/>
          </p:nvSpPr>
          <p:spPr bwMode="auto">
            <a:xfrm>
              <a:off x="5091113"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89" name="Rectangle 106">
              <a:extLst>
                <a:ext uri="{FF2B5EF4-FFF2-40B4-BE49-F238E27FC236}">
                  <a16:creationId xmlns:a16="http://schemas.microsoft.com/office/drawing/2014/main" id="{D436FDB4-6D18-4FC5-8824-6290D9797156}"/>
                </a:ext>
              </a:extLst>
            </p:cNvPr>
            <p:cNvSpPr>
              <a:spLocks noChangeArrowheads="1"/>
            </p:cNvSpPr>
            <p:nvPr/>
          </p:nvSpPr>
          <p:spPr bwMode="auto">
            <a:xfrm>
              <a:off x="6819900" y="4065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90" name="Rectangle 107">
              <a:extLst>
                <a:ext uri="{FF2B5EF4-FFF2-40B4-BE49-F238E27FC236}">
                  <a16:creationId xmlns:a16="http://schemas.microsoft.com/office/drawing/2014/main" id="{83033AE1-EF9F-482F-B1AB-DE8CFF42157C}"/>
                </a:ext>
              </a:extLst>
            </p:cNvPr>
            <p:cNvSpPr>
              <a:spLocks noChangeArrowheads="1"/>
            </p:cNvSpPr>
            <p:nvPr/>
          </p:nvSpPr>
          <p:spPr bwMode="auto">
            <a:xfrm>
              <a:off x="6127750" y="40640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91" name="Rectangle 108">
              <a:extLst>
                <a:ext uri="{FF2B5EF4-FFF2-40B4-BE49-F238E27FC236}">
                  <a16:creationId xmlns:a16="http://schemas.microsoft.com/office/drawing/2014/main" id="{71BD8B83-B2E2-47E4-A76B-1F5F7CA4BD7D}"/>
                </a:ext>
              </a:extLst>
            </p:cNvPr>
            <p:cNvSpPr>
              <a:spLocks noChangeArrowheads="1"/>
            </p:cNvSpPr>
            <p:nvPr/>
          </p:nvSpPr>
          <p:spPr bwMode="auto">
            <a:xfrm>
              <a:off x="2600325"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92" name="Rectangle 109">
              <a:extLst>
                <a:ext uri="{FF2B5EF4-FFF2-40B4-BE49-F238E27FC236}">
                  <a16:creationId xmlns:a16="http://schemas.microsoft.com/office/drawing/2014/main" id="{5D24C1ED-46A0-4489-B9D2-197E1D1E90F5}"/>
                </a:ext>
              </a:extLst>
            </p:cNvPr>
            <p:cNvSpPr>
              <a:spLocks noChangeArrowheads="1"/>
            </p:cNvSpPr>
            <p:nvPr/>
          </p:nvSpPr>
          <p:spPr bwMode="auto">
            <a:xfrm>
              <a:off x="2274888" y="43688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93" name="Rectangle 110">
              <a:extLst>
                <a:ext uri="{FF2B5EF4-FFF2-40B4-BE49-F238E27FC236}">
                  <a16:creationId xmlns:a16="http://schemas.microsoft.com/office/drawing/2014/main" id="{B1D511E0-0311-4D09-B3F1-B31D1889EE29}"/>
                </a:ext>
              </a:extLst>
            </p:cNvPr>
            <p:cNvSpPr>
              <a:spLocks noChangeArrowheads="1"/>
            </p:cNvSpPr>
            <p:nvPr/>
          </p:nvSpPr>
          <p:spPr bwMode="auto">
            <a:xfrm>
              <a:off x="3668713"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94" name="Rectangle 111">
              <a:extLst>
                <a:ext uri="{FF2B5EF4-FFF2-40B4-BE49-F238E27FC236}">
                  <a16:creationId xmlns:a16="http://schemas.microsoft.com/office/drawing/2014/main" id="{43BDFD16-1E19-43AB-83B7-39A70F38A065}"/>
                </a:ext>
              </a:extLst>
            </p:cNvPr>
            <p:cNvSpPr>
              <a:spLocks noChangeArrowheads="1"/>
            </p:cNvSpPr>
            <p:nvPr/>
          </p:nvSpPr>
          <p:spPr bwMode="auto">
            <a:xfrm>
              <a:off x="2946400"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95" name="Rectangle 112">
              <a:extLst>
                <a:ext uri="{FF2B5EF4-FFF2-40B4-BE49-F238E27FC236}">
                  <a16:creationId xmlns:a16="http://schemas.microsoft.com/office/drawing/2014/main" id="{7811F87D-F6F5-4F67-995F-C56445F35EDE}"/>
                </a:ext>
              </a:extLst>
            </p:cNvPr>
            <p:cNvSpPr>
              <a:spLocks noChangeArrowheads="1"/>
            </p:cNvSpPr>
            <p:nvPr/>
          </p:nvSpPr>
          <p:spPr bwMode="auto">
            <a:xfrm>
              <a:off x="4010025"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96" name="Rectangle 113">
              <a:extLst>
                <a:ext uri="{FF2B5EF4-FFF2-40B4-BE49-F238E27FC236}">
                  <a16:creationId xmlns:a16="http://schemas.microsoft.com/office/drawing/2014/main" id="{19AE3068-588E-4528-8F6E-9F754AA7CD90}"/>
                </a:ext>
              </a:extLst>
            </p:cNvPr>
            <p:cNvSpPr>
              <a:spLocks noChangeArrowheads="1"/>
            </p:cNvSpPr>
            <p:nvPr/>
          </p:nvSpPr>
          <p:spPr bwMode="auto">
            <a:xfrm>
              <a:off x="5829300"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97" name="Rectangle 114">
              <a:extLst>
                <a:ext uri="{FF2B5EF4-FFF2-40B4-BE49-F238E27FC236}">
                  <a16:creationId xmlns:a16="http://schemas.microsoft.com/office/drawing/2014/main" id="{D6B49FA1-5D1A-4F43-974F-E5DFDB2B2094}"/>
                </a:ext>
              </a:extLst>
            </p:cNvPr>
            <p:cNvSpPr>
              <a:spLocks noChangeArrowheads="1"/>
            </p:cNvSpPr>
            <p:nvPr/>
          </p:nvSpPr>
          <p:spPr bwMode="auto">
            <a:xfrm>
              <a:off x="5091113"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98" name="Rectangle 115">
              <a:extLst>
                <a:ext uri="{FF2B5EF4-FFF2-40B4-BE49-F238E27FC236}">
                  <a16:creationId xmlns:a16="http://schemas.microsoft.com/office/drawing/2014/main" id="{600D9135-E887-4C23-B2C3-6D764B8279C7}"/>
                </a:ext>
              </a:extLst>
            </p:cNvPr>
            <p:cNvSpPr>
              <a:spLocks noChangeArrowheads="1"/>
            </p:cNvSpPr>
            <p:nvPr/>
          </p:nvSpPr>
          <p:spPr bwMode="auto">
            <a:xfrm>
              <a:off x="6819900" y="43703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99" name="Rectangle 116">
              <a:extLst>
                <a:ext uri="{FF2B5EF4-FFF2-40B4-BE49-F238E27FC236}">
                  <a16:creationId xmlns:a16="http://schemas.microsoft.com/office/drawing/2014/main" id="{306886E6-7B82-4F7C-9561-67E202A65C22}"/>
                </a:ext>
              </a:extLst>
            </p:cNvPr>
            <p:cNvSpPr>
              <a:spLocks noChangeArrowheads="1"/>
            </p:cNvSpPr>
            <p:nvPr/>
          </p:nvSpPr>
          <p:spPr bwMode="auto">
            <a:xfrm>
              <a:off x="6126163" y="43688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800" name="Rectangle 117">
              <a:extLst>
                <a:ext uri="{FF2B5EF4-FFF2-40B4-BE49-F238E27FC236}">
                  <a16:creationId xmlns:a16="http://schemas.microsoft.com/office/drawing/2014/main" id="{0B35A2C7-BA78-4D90-BC84-040ECD1A873B}"/>
                </a:ext>
              </a:extLst>
            </p:cNvPr>
            <p:cNvSpPr>
              <a:spLocks noChangeArrowheads="1"/>
            </p:cNvSpPr>
            <p:nvPr/>
          </p:nvSpPr>
          <p:spPr bwMode="auto">
            <a:xfrm>
              <a:off x="2600325"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801" name="Rectangle 118">
              <a:extLst>
                <a:ext uri="{FF2B5EF4-FFF2-40B4-BE49-F238E27FC236}">
                  <a16:creationId xmlns:a16="http://schemas.microsoft.com/office/drawing/2014/main" id="{3ACE7787-F1D3-437A-A110-3012EEA96C50}"/>
                </a:ext>
              </a:extLst>
            </p:cNvPr>
            <p:cNvSpPr>
              <a:spLocks noChangeArrowheads="1"/>
            </p:cNvSpPr>
            <p:nvPr/>
          </p:nvSpPr>
          <p:spPr bwMode="auto">
            <a:xfrm>
              <a:off x="2274888" y="46736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H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802" name="Rectangle 119">
              <a:extLst>
                <a:ext uri="{FF2B5EF4-FFF2-40B4-BE49-F238E27FC236}">
                  <a16:creationId xmlns:a16="http://schemas.microsoft.com/office/drawing/2014/main" id="{4761BBA6-2EA8-47E2-8C77-7F43B850AE41}"/>
                </a:ext>
              </a:extLst>
            </p:cNvPr>
            <p:cNvSpPr>
              <a:spLocks noChangeArrowheads="1"/>
            </p:cNvSpPr>
            <p:nvPr/>
          </p:nvSpPr>
          <p:spPr bwMode="auto">
            <a:xfrm>
              <a:off x="3668713"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803" name="Rectangle 120">
              <a:extLst>
                <a:ext uri="{FF2B5EF4-FFF2-40B4-BE49-F238E27FC236}">
                  <a16:creationId xmlns:a16="http://schemas.microsoft.com/office/drawing/2014/main" id="{D06A2E9D-FBCA-46A9-AB65-E3C25EC2F469}"/>
                </a:ext>
              </a:extLst>
            </p:cNvPr>
            <p:cNvSpPr>
              <a:spLocks noChangeArrowheads="1"/>
            </p:cNvSpPr>
            <p:nvPr/>
          </p:nvSpPr>
          <p:spPr bwMode="auto">
            <a:xfrm>
              <a:off x="2946400"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804" name="Rectangle 121">
              <a:extLst>
                <a:ext uri="{FF2B5EF4-FFF2-40B4-BE49-F238E27FC236}">
                  <a16:creationId xmlns:a16="http://schemas.microsoft.com/office/drawing/2014/main" id="{70B803DD-8415-4E86-832C-61CF698B2D21}"/>
                </a:ext>
              </a:extLst>
            </p:cNvPr>
            <p:cNvSpPr>
              <a:spLocks noChangeArrowheads="1"/>
            </p:cNvSpPr>
            <p:nvPr/>
          </p:nvSpPr>
          <p:spPr bwMode="auto">
            <a:xfrm>
              <a:off x="4010025"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805" name="Rectangle 122">
              <a:extLst>
                <a:ext uri="{FF2B5EF4-FFF2-40B4-BE49-F238E27FC236}">
                  <a16:creationId xmlns:a16="http://schemas.microsoft.com/office/drawing/2014/main" id="{774A8ABB-7459-4ABF-AECB-C5BF0700CB83}"/>
                </a:ext>
              </a:extLst>
            </p:cNvPr>
            <p:cNvSpPr>
              <a:spLocks noChangeArrowheads="1"/>
            </p:cNvSpPr>
            <p:nvPr/>
          </p:nvSpPr>
          <p:spPr bwMode="auto">
            <a:xfrm>
              <a:off x="5829300"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806" name="Rectangle 123">
              <a:extLst>
                <a:ext uri="{FF2B5EF4-FFF2-40B4-BE49-F238E27FC236}">
                  <a16:creationId xmlns:a16="http://schemas.microsoft.com/office/drawing/2014/main" id="{2F6DAA21-2488-4EE7-8CD8-177228800ED2}"/>
                </a:ext>
              </a:extLst>
            </p:cNvPr>
            <p:cNvSpPr>
              <a:spLocks noChangeArrowheads="1"/>
            </p:cNvSpPr>
            <p:nvPr/>
          </p:nvSpPr>
          <p:spPr bwMode="auto">
            <a:xfrm>
              <a:off x="5091113"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807" name="Rectangle 124">
              <a:extLst>
                <a:ext uri="{FF2B5EF4-FFF2-40B4-BE49-F238E27FC236}">
                  <a16:creationId xmlns:a16="http://schemas.microsoft.com/office/drawing/2014/main" id="{2A1F7485-1190-46AA-B0D3-9920E54F0B17}"/>
                </a:ext>
              </a:extLst>
            </p:cNvPr>
            <p:cNvSpPr>
              <a:spLocks noChangeArrowheads="1"/>
            </p:cNvSpPr>
            <p:nvPr/>
          </p:nvSpPr>
          <p:spPr bwMode="auto">
            <a:xfrm>
              <a:off x="6819900" y="467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808" name="Rectangle 125">
              <a:extLst>
                <a:ext uri="{FF2B5EF4-FFF2-40B4-BE49-F238E27FC236}">
                  <a16:creationId xmlns:a16="http://schemas.microsoft.com/office/drawing/2014/main" id="{F8BCB10D-DBC3-451E-BD5F-D4D5791935E6}"/>
                </a:ext>
              </a:extLst>
            </p:cNvPr>
            <p:cNvSpPr>
              <a:spLocks noChangeArrowheads="1"/>
            </p:cNvSpPr>
            <p:nvPr/>
          </p:nvSpPr>
          <p:spPr bwMode="auto">
            <a:xfrm>
              <a:off x="2600325" y="5018088"/>
              <a:ext cx="422275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809" name="Rectangle 126">
              <a:extLst>
                <a:ext uri="{FF2B5EF4-FFF2-40B4-BE49-F238E27FC236}">
                  <a16:creationId xmlns:a16="http://schemas.microsoft.com/office/drawing/2014/main" id="{8630DC48-A415-490F-A3A9-3BD80044925D}"/>
                </a:ext>
              </a:extLst>
            </p:cNvPr>
            <p:cNvSpPr>
              <a:spLocks noChangeArrowheads="1"/>
            </p:cNvSpPr>
            <p:nvPr/>
          </p:nvSpPr>
          <p:spPr bwMode="auto">
            <a:xfrm>
              <a:off x="6126163" y="46736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69634" name="Title 1">
            <a:extLst>
              <a:ext uri="{FF2B5EF4-FFF2-40B4-BE49-F238E27FC236}">
                <a16:creationId xmlns:a16="http://schemas.microsoft.com/office/drawing/2014/main" id="{A0B7E37C-09F1-4051-AC88-392C6C9B4401}"/>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K-map for Y</a:t>
            </a:r>
            <a:r>
              <a:rPr kumimoji="0" lang="en-US" altLang="en-US" sz="3600" b="1" i="0" u="none" strike="noStrike" kern="120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cs typeface="+mn-cs"/>
              </a:rPr>
              <a:t>2</a:t>
            </a:r>
          </a:p>
        </p:txBody>
      </p:sp>
      <p:sp>
        <p:nvSpPr>
          <p:cNvPr id="69635" name="Rectangle 162">
            <a:extLst>
              <a:ext uri="{FF2B5EF4-FFF2-40B4-BE49-F238E27FC236}">
                <a16:creationId xmlns:a16="http://schemas.microsoft.com/office/drawing/2014/main" id="{0917335F-E5CF-4890-A15F-0AAE775F629B}"/>
              </a:ext>
            </a:extLst>
          </p:cNvPr>
          <p:cNvSpPr>
            <a:spLocks noChangeArrowheads="1"/>
          </p:cNvSpPr>
          <p:nvPr/>
        </p:nvSpPr>
        <p:spPr bwMode="auto">
          <a:xfrm>
            <a:off x="2257425" y="3200400"/>
            <a:ext cx="369888" cy="2379663"/>
          </a:xfrm>
          <a:prstGeom prst="rect">
            <a:avLst/>
          </a:prstGeom>
          <a:solidFill>
            <a:schemeClr val="accent1"/>
          </a:solidFill>
          <a:ln w="9525">
            <a:solidFill>
              <a:schemeClr val="tx1"/>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36" name="Rectangle 170">
            <a:extLst>
              <a:ext uri="{FF2B5EF4-FFF2-40B4-BE49-F238E27FC236}">
                <a16:creationId xmlns:a16="http://schemas.microsoft.com/office/drawing/2014/main" id="{919AD10F-0FD4-4C1E-A8A4-187F9A650C94}"/>
              </a:ext>
            </a:extLst>
          </p:cNvPr>
          <p:cNvSpPr>
            <a:spLocks noChangeArrowheads="1"/>
          </p:cNvSpPr>
          <p:nvPr/>
        </p:nvSpPr>
        <p:spPr bwMode="auto">
          <a:xfrm>
            <a:off x="3328988" y="3205163"/>
            <a:ext cx="369887" cy="2379662"/>
          </a:xfrm>
          <a:prstGeom prst="rect">
            <a:avLst/>
          </a:prstGeom>
          <a:solidFill>
            <a:schemeClr val="accent1"/>
          </a:solidFill>
          <a:ln w="9525">
            <a:solidFill>
              <a:schemeClr val="tx1"/>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69637" name="Group 221">
            <a:extLst>
              <a:ext uri="{FF2B5EF4-FFF2-40B4-BE49-F238E27FC236}">
                <a16:creationId xmlns:a16="http://schemas.microsoft.com/office/drawing/2014/main" id="{EF67AD63-BC9C-4DD7-B791-3B85671FCFA4}"/>
              </a:ext>
            </a:extLst>
          </p:cNvPr>
          <p:cNvGrpSpPr>
            <a:grpSpLocks/>
          </p:cNvGrpSpPr>
          <p:nvPr/>
        </p:nvGrpSpPr>
        <p:grpSpPr bwMode="auto">
          <a:xfrm>
            <a:off x="5651500" y="2209800"/>
            <a:ext cx="2425700" cy="2232025"/>
            <a:chOff x="3189288" y="3813175"/>
            <a:chExt cx="2425700" cy="2232025"/>
          </a:xfrm>
        </p:grpSpPr>
        <p:sp>
          <p:nvSpPr>
            <p:cNvPr id="69639" name="Rectangle 91">
              <a:extLst>
                <a:ext uri="{FF2B5EF4-FFF2-40B4-BE49-F238E27FC236}">
                  <a16:creationId xmlns:a16="http://schemas.microsoft.com/office/drawing/2014/main" id="{F5EA1481-70E5-428D-9D49-31049E5D6E40}"/>
                </a:ext>
              </a:extLst>
            </p:cNvPr>
            <p:cNvSpPr>
              <a:spLocks noChangeArrowheads="1"/>
            </p:cNvSpPr>
            <p:nvPr/>
          </p:nvSpPr>
          <p:spPr bwMode="auto">
            <a:xfrm>
              <a:off x="3846513" y="4422775"/>
              <a:ext cx="820737" cy="820737"/>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40" name="Line 92">
              <a:extLst>
                <a:ext uri="{FF2B5EF4-FFF2-40B4-BE49-F238E27FC236}">
                  <a16:creationId xmlns:a16="http://schemas.microsoft.com/office/drawing/2014/main" id="{66EA1205-BA03-445B-963C-B56F723AE5EE}"/>
                </a:ext>
              </a:extLst>
            </p:cNvPr>
            <p:cNvSpPr>
              <a:spLocks noChangeShapeType="1"/>
            </p:cNvSpPr>
            <p:nvPr/>
          </p:nvSpPr>
          <p:spPr bwMode="auto">
            <a:xfrm flipH="1">
              <a:off x="3846513" y="4822825"/>
              <a:ext cx="820737" cy="1587"/>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41" name="Line 93">
              <a:extLst>
                <a:ext uri="{FF2B5EF4-FFF2-40B4-BE49-F238E27FC236}">
                  <a16:creationId xmlns:a16="http://schemas.microsoft.com/office/drawing/2014/main" id="{B6A2816D-FF51-4916-B670-BCDCD3DA1D78}"/>
                </a:ext>
              </a:extLst>
            </p:cNvPr>
            <p:cNvSpPr>
              <a:spLocks noChangeShapeType="1"/>
            </p:cNvSpPr>
            <p:nvPr/>
          </p:nvSpPr>
          <p:spPr bwMode="auto">
            <a:xfrm flipV="1">
              <a:off x="4267200" y="4422775"/>
              <a:ext cx="1588" cy="820737"/>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42" name="Line 94">
              <a:extLst>
                <a:ext uri="{FF2B5EF4-FFF2-40B4-BE49-F238E27FC236}">
                  <a16:creationId xmlns:a16="http://schemas.microsoft.com/office/drawing/2014/main" id="{83F29705-0467-473F-B42B-2583C59BEE8C}"/>
                </a:ext>
              </a:extLst>
            </p:cNvPr>
            <p:cNvSpPr>
              <a:spLocks noChangeShapeType="1"/>
            </p:cNvSpPr>
            <p:nvPr/>
          </p:nvSpPr>
          <p:spPr bwMode="auto">
            <a:xfrm>
              <a:off x="3446463" y="4021137"/>
              <a:ext cx="400050" cy="40163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43" name="Rectangle 95">
              <a:extLst>
                <a:ext uri="{FF2B5EF4-FFF2-40B4-BE49-F238E27FC236}">
                  <a16:creationId xmlns:a16="http://schemas.microsoft.com/office/drawing/2014/main" id="{B110489F-375C-4580-B4E9-E7D0C045DF00}"/>
                </a:ext>
              </a:extLst>
            </p:cNvPr>
            <p:cNvSpPr>
              <a:spLocks noChangeArrowheads="1"/>
            </p:cNvSpPr>
            <p:nvPr/>
          </p:nvSpPr>
          <p:spPr bwMode="auto">
            <a:xfrm>
              <a:off x="4667250" y="4422775"/>
              <a:ext cx="820738" cy="820737"/>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44" name="Line 96">
              <a:extLst>
                <a:ext uri="{FF2B5EF4-FFF2-40B4-BE49-F238E27FC236}">
                  <a16:creationId xmlns:a16="http://schemas.microsoft.com/office/drawing/2014/main" id="{F8A59BBC-7607-476A-A9DD-52E96977AAE6}"/>
                </a:ext>
              </a:extLst>
            </p:cNvPr>
            <p:cNvSpPr>
              <a:spLocks noChangeShapeType="1"/>
            </p:cNvSpPr>
            <p:nvPr/>
          </p:nvSpPr>
          <p:spPr bwMode="auto">
            <a:xfrm flipH="1">
              <a:off x="4667250" y="4822825"/>
              <a:ext cx="820738" cy="1587"/>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45" name="Line 97">
              <a:extLst>
                <a:ext uri="{FF2B5EF4-FFF2-40B4-BE49-F238E27FC236}">
                  <a16:creationId xmlns:a16="http://schemas.microsoft.com/office/drawing/2014/main" id="{A549FF36-316D-4C02-826B-D965EFFE8620}"/>
                </a:ext>
              </a:extLst>
            </p:cNvPr>
            <p:cNvSpPr>
              <a:spLocks noChangeShapeType="1"/>
            </p:cNvSpPr>
            <p:nvPr/>
          </p:nvSpPr>
          <p:spPr bwMode="auto">
            <a:xfrm flipV="1">
              <a:off x="5068888" y="4422775"/>
              <a:ext cx="1587" cy="820737"/>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46" name="Rectangle 99">
              <a:extLst>
                <a:ext uri="{FF2B5EF4-FFF2-40B4-BE49-F238E27FC236}">
                  <a16:creationId xmlns:a16="http://schemas.microsoft.com/office/drawing/2014/main" id="{AC24C574-EF47-44C1-A25A-FCDE27E0446A}"/>
                </a:ext>
              </a:extLst>
            </p:cNvPr>
            <p:cNvSpPr>
              <a:spLocks noChangeArrowheads="1"/>
            </p:cNvSpPr>
            <p:nvPr/>
          </p:nvSpPr>
          <p:spPr bwMode="auto">
            <a:xfrm>
              <a:off x="3973513" y="4198937"/>
              <a:ext cx="24923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47" name="Rectangle 100">
              <a:extLst>
                <a:ext uri="{FF2B5EF4-FFF2-40B4-BE49-F238E27FC236}">
                  <a16:creationId xmlns:a16="http://schemas.microsoft.com/office/drawing/2014/main" id="{911D4B47-527B-4DD6-A3BA-D7850CDDEB8B}"/>
                </a:ext>
              </a:extLst>
            </p:cNvPr>
            <p:cNvSpPr>
              <a:spLocks noChangeArrowheads="1"/>
            </p:cNvSpPr>
            <p:nvPr/>
          </p:nvSpPr>
          <p:spPr bwMode="auto">
            <a:xfrm>
              <a:off x="4378325" y="4198937"/>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48" name="Rectangle 101">
              <a:extLst>
                <a:ext uri="{FF2B5EF4-FFF2-40B4-BE49-F238E27FC236}">
                  <a16:creationId xmlns:a16="http://schemas.microsoft.com/office/drawing/2014/main" id="{E0137777-C793-45E3-8DC1-F34CAA7325A5}"/>
                </a:ext>
              </a:extLst>
            </p:cNvPr>
            <p:cNvSpPr>
              <a:spLocks noChangeArrowheads="1"/>
            </p:cNvSpPr>
            <p:nvPr/>
          </p:nvSpPr>
          <p:spPr bwMode="auto">
            <a:xfrm>
              <a:off x="4784725" y="4198937"/>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49" name="Rectangle 102">
              <a:extLst>
                <a:ext uri="{FF2B5EF4-FFF2-40B4-BE49-F238E27FC236}">
                  <a16:creationId xmlns:a16="http://schemas.microsoft.com/office/drawing/2014/main" id="{1DB6D857-3D43-47D2-955D-645593945F17}"/>
                </a:ext>
              </a:extLst>
            </p:cNvPr>
            <p:cNvSpPr>
              <a:spLocks noChangeArrowheads="1"/>
            </p:cNvSpPr>
            <p:nvPr/>
          </p:nvSpPr>
          <p:spPr bwMode="auto">
            <a:xfrm>
              <a:off x="5191125" y="4198937"/>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50" name="Rectangle 103">
              <a:extLst>
                <a:ext uri="{FF2B5EF4-FFF2-40B4-BE49-F238E27FC236}">
                  <a16:creationId xmlns:a16="http://schemas.microsoft.com/office/drawing/2014/main" id="{26D45D55-6519-4D7D-B073-3A091362AA33}"/>
                </a:ext>
              </a:extLst>
            </p:cNvPr>
            <p:cNvSpPr>
              <a:spLocks noChangeArrowheads="1"/>
            </p:cNvSpPr>
            <p:nvPr/>
          </p:nvSpPr>
          <p:spPr bwMode="auto">
            <a:xfrm>
              <a:off x="3600450" y="4537075"/>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51" name="Rectangle 104">
              <a:extLst>
                <a:ext uri="{FF2B5EF4-FFF2-40B4-BE49-F238E27FC236}">
                  <a16:creationId xmlns:a16="http://schemas.microsoft.com/office/drawing/2014/main" id="{A951C022-E692-47B2-B0A1-164D848F8305}"/>
                </a:ext>
              </a:extLst>
            </p:cNvPr>
            <p:cNvSpPr>
              <a:spLocks noChangeArrowheads="1"/>
            </p:cNvSpPr>
            <p:nvPr/>
          </p:nvSpPr>
          <p:spPr bwMode="auto">
            <a:xfrm>
              <a:off x="3613150" y="498316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52" name="Rectangle 105">
              <a:extLst>
                <a:ext uri="{FF2B5EF4-FFF2-40B4-BE49-F238E27FC236}">
                  <a16:creationId xmlns:a16="http://schemas.microsoft.com/office/drawing/2014/main" id="{A6CFD22A-EAA0-43FC-8741-06E8C0014D11}"/>
                </a:ext>
              </a:extLst>
            </p:cNvPr>
            <p:cNvSpPr>
              <a:spLocks noChangeArrowheads="1"/>
            </p:cNvSpPr>
            <p:nvPr/>
          </p:nvSpPr>
          <p:spPr bwMode="auto">
            <a:xfrm>
              <a:off x="4425950" y="4545012"/>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53" name="Rectangle 106">
              <a:extLst>
                <a:ext uri="{FF2B5EF4-FFF2-40B4-BE49-F238E27FC236}">
                  <a16:creationId xmlns:a16="http://schemas.microsoft.com/office/drawing/2014/main" id="{17761616-A80F-46E7-82E4-ACC6BB6539ED}"/>
                </a:ext>
              </a:extLst>
            </p:cNvPr>
            <p:cNvSpPr>
              <a:spLocks noChangeArrowheads="1"/>
            </p:cNvSpPr>
            <p:nvPr/>
          </p:nvSpPr>
          <p:spPr bwMode="auto">
            <a:xfrm>
              <a:off x="4016375" y="4949825"/>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54" name="Rectangle 107">
              <a:extLst>
                <a:ext uri="{FF2B5EF4-FFF2-40B4-BE49-F238E27FC236}">
                  <a16:creationId xmlns:a16="http://schemas.microsoft.com/office/drawing/2014/main" id="{857F9A4B-16F5-4820-8108-1EA7B682584E}"/>
                </a:ext>
              </a:extLst>
            </p:cNvPr>
            <p:cNvSpPr>
              <a:spLocks noChangeArrowheads="1"/>
            </p:cNvSpPr>
            <p:nvPr/>
          </p:nvSpPr>
          <p:spPr bwMode="auto">
            <a:xfrm>
              <a:off x="4425950" y="4949825"/>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55" name="Rectangle 108">
              <a:extLst>
                <a:ext uri="{FF2B5EF4-FFF2-40B4-BE49-F238E27FC236}">
                  <a16:creationId xmlns:a16="http://schemas.microsoft.com/office/drawing/2014/main" id="{B485E903-09AB-401E-B2E8-36EE0D607A7E}"/>
                </a:ext>
              </a:extLst>
            </p:cNvPr>
            <p:cNvSpPr>
              <a:spLocks noChangeArrowheads="1"/>
            </p:cNvSpPr>
            <p:nvPr/>
          </p:nvSpPr>
          <p:spPr bwMode="auto">
            <a:xfrm>
              <a:off x="4833938" y="4545012"/>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56" name="Rectangle 109">
              <a:extLst>
                <a:ext uri="{FF2B5EF4-FFF2-40B4-BE49-F238E27FC236}">
                  <a16:creationId xmlns:a16="http://schemas.microsoft.com/office/drawing/2014/main" id="{2827182D-A08A-4905-8574-40E5C8D967F2}"/>
                </a:ext>
              </a:extLst>
            </p:cNvPr>
            <p:cNvSpPr>
              <a:spLocks noChangeArrowheads="1"/>
            </p:cNvSpPr>
            <p:nvPr/>
          </p:nvSpPr>
          <p:spPr bwMode="auto">
            <a:xfrm>
              <a:off x="4833938" y="4949825"/>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57" name="Rectangle 110">
              <a:extLst>
                <a:ext uri="{FF2B5EF4-FFF2-40B4-BE49-F238E27FC236}">
                  <a16:creationId xmlns:a16="http://schemas.microsoft.com/office/drawing/2014/main" id="{C0AC2D34-C438-4354-9406-6E2C5DDE9163}"/>
                </a:ext>
              </a:extLst>
            </p:cNvPr>
            <p:cNvSpPr>
              <a:spLocks noChangeArrowheads="1"/>
            </p:cNvSpPr>
            <p:nvPr/>
          </p:nvSpPr>
          <p:spPr bwMode="auto">
            <a:xfrm>
              <a:off x="5229225" y="4545012"/>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58" name="Rectangle 111">
              <a:extLst>
                <a:ext uri="{FF2B5EF4-FFF2-40B4-BE49-F238E27FC236}">
                  <a16:creationId xmlns:a16="http://schemas.microsoft.com/office/drawing/2014/main" id="{28473F66-4603-4CD9-BDB9-4CBA3B684AEE}"/>
                </a:ext>
              </a:extLst>
            </p:cNvPr>
            <p:cNvSpPr>
              <a:spLocks noChangeArrowheads="1"/>
            </p:cNvSpPr>
            <p:nvPr/>
          </p:nvSpPr>
          <p:spPr bwMode="auto">
            <a:xfrm>
              <a:off x="5229225" y="4949825"/>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59" name="Rectangle 112">
              <a:extLst>
                <a:ext uri="{FF2B5EF4-FFF2-40B4-BE49-F238E27FC236}">
                  <a16:creationId xmlns:a16="http://schemas.microsoft.com/office/drawing/2014/main" id="{5D6B5581-A6AA-4516-A6F6-A7CCD95806AD}"/>
                </a:ext>
              </a:extLst>
            </p:cNvPr>
            <p:cNvSpPr>
              <a:spLocks noChangeArrowheads="1"/>
            </p:cNvSpPr>
            <p:nvPr/>
          </p:nvSpPr>
          <p:spPr bwMode="auto">
            <a:xfrm>
              <a:off x="3846513" y="5243512"/>
              <a:ext cx="820737" cy="801688"/>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60" name="Line 113">
              <a:extLst>
                <a:ext uri="{FF2B5EF4-FFF2-40B4-BE49-F238E27FC236}">
                  <a16:creationId xmlns:a16="http://schemas.microsoft.com/office/drawing/2014/main" id="{28266A7D-0D3A-4806-8635-42AA2D4F1D23}"/>
                </a:ext>
              </a:extLst>
            </p:cNvPr>
            <p:cNvSpPr>
              <a:spLocks noChangeShapeType="1"/>
            </p:cNvSpPr>
            <p:nvPr/>
          </p:nvSpPr>
          <p:spPr bwMode="auto">
            <a:xfrm flipH="1">
              <a:off x="3846513" y="5643562"/>
              <a:ext cx="820737"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61" name="Line 114">
              <a:extLst>
                <a:ext uri="{FF2B5EF4-FFF2-40B4-BE49-F238E27FC236}">
                  <a16:creationId xmlns:a16="http://schemas.microsoft.com/office/drawing/2014/main" id="{01547A6A-2E6A-441B-B2DE-D231B735A8FA}"/>
                </a:ext>
              </a:extLst>
            </p:cNvPr>
            <p:cNvSpPr>
              <a:spLocks noChangeShapeType="1"/>
            </p:cNvSpPr>
            <p:nvPr/>
          </p:nvSpPr>
          <p:spPr bwMode="auto">
            <a:xfrm flipV="1">
              <a:off x="4267200" y="5243512"/>
              <a:ext cx="1588" cy="8016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62" name="Rectangle 115">
              <a:extLst>
                <a:ext uri="{FF2B5EF4-FFF2-40B4-BE49-F238E27FC236}">
                  <a16:creationId xmlns:a16="http://schemas.microsoft.com/office/drawing/2014/main" id="{1565CE7D-1937-46F9-B64B-AAD65EA928F0}"/>
                </a:ext>
              </a:extLst>
            </p:cNvPr>
            <p:cNvSpPr>
              <a:spLocks noChangeArrowheads="1"/>
            </p:cNvSpPr>
            <p:nvPr/>
          </p:nvSpPr>
          <p:spPr bwMode="auto">
            <a:xfrm>
              <a:off x="4667250" y="5243512"/>
              <a:ext cx="820738" cy="801688"/>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63" name="Line 116">
              <a:extLst>
                <a:ext uri="{FF2B5EF4-FFF2-40B4-BE49-F238E27FC236}">
                  <a16:creationId xmlns:a16="http://schemas.microsoft.com/office/drawing/2014/main" id="{A3882AD1-35C2-4504-B57D-B8D4C77D9549}"/>
                </a:ext>
              </a:extLst>
            </p:cNvPr>
            <p:cNvSpPr>
              <a:spLocks noChangeShapeType="1"/>
            </p:cNvSpPr>
            <p:nvPr/>
          </p:nvSpPr>
          <p:spPr bwMode="auto">
            <a:xfrm flipH="1">
              <a:off x="4667250" y="5643562"/>
              <a:ext cx="820738"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64" name="Line 117">
              <a:extLst>
                <a:ext uri="{FF2B5EF4-FFF2-40B4-BE49-F238E27FC236}">
                  <a16:creationId xmlns:a16="http://schemas.microsoft.com/office/drawing/2014/main" id="{782F92DE-AA0B-4616-A002-AA6547DCA9BC}"/>
                </a:ext>
              </a:extLst>
            </p:cNvPr>
            <p:cNvSpPr>
              <a:spLocks noChangeShapeType="1"/>
            </p:cNvSpPr>
            <p:nvPr/>
          </p:nvSpPr>
          <p:spPr bwMode="auto">
            <a:xfrm flipV="1">
              <a:off x="5068888" y="5243512"/>
              <a:ext cx="1587" cy="8016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65" name="Rectangle 118">
              <a:extLst>
                <a:ext uri="{FF2B5EF4-FFF2-40B4-BE49-F238E27FC236}">
                  <a16:creationId xmlns:a16="http://schemas.microsoft.com/office/drawing/2014/main" id="{C6E4F6EF-4F3C-462B-842E-E47D6863B2D1}"/>
                </a:ext>
              </a:extLst>
            </p:cNvPr>
            <p:cNvSpPr>
              <a:spLocks noChangeArrowheads="1"/>
            </p:cNvSpPr>
            <p:nvPr/>
          </p:nvSpPr>
          <p:spPr bwMode="auto">
            <a:xfrm>
              <a:off x="4016375" y="4545012"/>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66" name="Rectangle 119">
              <a:extLst>
                <a:ext uri="{FF2B5EF4-FFF2-40B4-BE49-F238E27FC236}">
                  <a16:creationId xmlns:a16="http://schemas.microsoft.com/office/drawing/2014/main" id="{7D9B22F1-679B-4253-9079-DA1A005DD09B}"/>
                </a:ext>
              </a:extLst>
            </p:cNvPr>
            <p:cNvSpPr>
              <a:spLocks noChangeArrowheads="1"/>
            </p:cNvSpPr>
            <p:nvPr/>
          </p:nvSpPr>
          <p:spPr bwMode="auto">
            <a:xfrm>
              <a:off x="4425950" y="5356225"/>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67" name="Rectangle 120">
              <a:extLst>
                <a:ext uri="{FF2B5EF4-FFF2-40B4-BE49-F238E27FC236}">
                  <a16:creationId xmlns:a16="http://schemas.microsoft.com/office/drawing/2014/main" id="{584CD192-E72C-4D2D-BAD2-16C527BA8C61}"/>
                </a:ext>
              </a:extLst>
            </p:cNvPr>
            <p:cNvSpPr>
              <a:spLocks noChangeArrowheads="1"/>
            </p:cNvSpPr>
            <p:nvPr/>
          </p:nvSpPr>
          <p:spPr bwMode="auto">
            <a:xfrm>
              <a:off x="4016375" y="5761037"/>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68" name="Rectangle 121">
              <a:extLst>
                <a:ext uri="{FF2B5EF4-FFF2-40B4-BE49-F238E27FC236}">
                  <a16:creationId xmlns:a16="http://schemas.microsoft.com/office/drawing/2014/main" id="{85D32300-3D2C-43EF-A50A-A0F292037644}"/>
                </a:ext>
              </a:extLst>
            </p:cNvPr>
            <p:cNvSpPr>
              <a:spLocks noChangeArrowheads="1"/>
            </p:cNvSpPr>
            <p:nvPr/>
          </p:nvSpPr>
          <p:spPr bwMode="auto">
            <a:xfrm>
              <a:off x="4425950" y="5761037"/>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69" name="Rectangle 122">
              <a:extLst>
                <a:ext uri="{FF2B5EF4-FFF2-40B4-BE49-F238E27FC236}">
                  <a16:creationId xmlns:a16="http://schemas.microsoft.com/office/drawing/2014/main" id="{E96032AC-707F-499E-B815-7FC377039228}"/>
                </a:ext>
              </a:extLst>
            </p:cNvPr>
            <p:cNvSpPr>
              <a:spLocks noChangeArrowheads="1"/>
            </p:cNvSpPr>
            <p:nvPr/>
          </p:nvSpPr>
          <p:spPr bwMode="auto">
            <a:xfrm>
              <a:off x="4833938" y="5356225"/>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70" name="Rectangle 123">
              <a:extLst>
                <a:ext uri="{FF2B5EF4-FFF2-40B4-BE49-F238E27FC236}">
                  <a16:creationId xmlns:a16="http://schemas.microsoft.com/office/drawing/2014/main" id="{5874E010-A47D-4294-BB51-C14B9ED1D499}"/>
                </a:ext>
              </a:extLst>
            </p:cNvPr>
            <p:cNvSpPr>
              <a:spLocks noChangeArrowheads="1"/>
            </p:cNvSpPr>
            <p:nvPr/>
          </p:nvSpPr>
          <p:spPr bwMode="auto">
            <a:xfrm>
              <a:off x="4833938" y="5761037"/>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71" name="Rectangle 124">
              <a:extLst>
                <a:ext uri="{FF2B5EF4-FFF2-40B4-BE49-F238E27FC236}">
                  <a16:creationId xmlns:a16="http://schemas.microsoft.com/office/drawing/2014/main" id="{8B91A398-33F4-4715-8618-21D2F306F04B}"/>
                </a:ext>
              </a:extLst>
            </p:cNvPr>
            <p:cNvSpPr>
              <a:spLocks noChangeArrowheads="1"/>
            </p:cNvSpPr>
            <p:nvPr/>
          </p:nvSpPr>
          <p:spPr bwMode="auto">
            <a:xfrm>
              <a:off x="5229225" y="5356225"/>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72" name="Rectangle 125">
              <a:extLst>
                <a:ext uri="{FF2B5EF4-FFF2-40B4-BE49-F238E27FC236}">
                  <a16:creationId xmlns:a16="http://schemas.microsoft.com/office/drawing/2014/main" id="{16FDFA79-48A1-4B38-AD94-AB632B674540}"/>
                </a:ext>
              </a:extLst>
            </p:cNvPr>
            <p:cNvSpPr>
              <a:spLocks noChangeArrowheads="1"/>
            </p:cNvSpPr>
            <p:nvPr/>
          </p:nvSpPr>
          <p:spPr bwMode="auto">
            <a:xfrm>
              <a:off x="5229225" y="5761037"/>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73" name="Rectangle 126">
              <a:extLst>
                <a:ext uri="{FF2B5EF4-FFF2-40B4-BE49-F238E27FC236}">
                  <a16:creationId xmlns:a16="http://schemas.microsoft.com/office/drawing/2014/main" id="{D715E468-49AC-41B1-A29E-438ACC85585D}"/>
                </a:ext>
              </a:extLst>
            </p:cNvPr>
            <p:cNvSpPr>
              <a:spLocks noChangeArrowheads="1"/>
            </p:cNvSpPr>
            <p:nvPr/>
          </p:nvSpPr>
          <p:spPr bwMode="auto">
            <a:xfrm>
              <a:off x="4016375" y="5356225"/>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74" name="Rectangle 127">
              <a:extLst>
                <a:ext uri="{FF2B5EF4-FFF2-40B4-BE49-F238E27FC236}">
                  <a16:creationId xmlns:a16="http://schemas.microsoft.com/office/drawing/2014/main" id="{80FDD2A7-8A50-4A67-9301-A6DCA9E26F2E}"/>
                </a:ext>
              </a:extLst>
            </p:cNvPr>
            <p:cNvSpPr>
              <a:spLocks noChangeArrowheads="1"/>
            </p:cNvSpPr>
            <p:nvPr/>
          </p:nvSpPr>
          <p:spPr bwMode="auto">
            <a:xfrm>
              <a:off x="3590925" y="5356225"/>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75" name="Rectangle 128">
              <a:extLst>
                <a:ext uri="{FF2B5EF4-FFF2-40B4-BE49-F238E27FC236}">
                  <a16:creationId xmlns:a16="http://schemas.microsoft.com/office/drawing/2014/main" id="{4CC4FC6B-D6B3-409C-960D-3794E2730FCA}"/>
                </a:ext>
              </a:extLst>
            </p:cNvPr>
            <p:cNvSpPr>
              <a:spLocks noChangeArrowheads="1"/>
            </p:cNvSpPr>
            <p:nvPr/>
          </p:nvSpPr>
          <p:spPr bwMode="auto">
            <a:xfrm>
              <a:off x="3590925" y="5761037"/>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76" name="Rectangle 129">
              <a:extLst>
                <a:ext uri="{FF2B5EF4-FFF2-40B4-BE49-F238E27FC236}">
                  <a16:creationId xmlns:a16="http://schemas.microsoft.com/office/drawing/2014/main" id="{8FE28EC1-0CFF-4AEA-AC8D-78BB18EFA4B3}"/>
                </a:ext>
              </a:extLst>
            </p:cNvPr>
            <p:cNvSpPr>
              <a:spLocks noChangeArrowheads="1"/>
            </p:cNvSpPr>
            <p:nvPr/>
          </p:nvSpPr>
          <p:spPr bwMode="auto">
            <a:xfrm>
              <a:off x="3587750" y="3813175"/>
              <a:ext cx="195263"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77" name="Rectangle 130">
              <a:extLst>
                <a:ext uri="{FF2B5EF4-FFF2-40B4-BE49-F238E27FC236}">
                  <a16:creationId xmlns:a16="http://schemas.microsoft.com/office/drawing/2014/main" id="{26A9D454-B9E2-424B-8E05-307DBE89DF21}"/>
                </a:ext>
              </a:extLst>
            </p:cNvPr>
            <p:cNvSpPr>
              <a:spLocks noChangeArrowheads="1"/>
            </p:cNvSpPr>
            <p:nvPr/>
          </p:nvSpPr>
          <p:spPr bwMode="auto">
            <a:xfrm>
              <a:off x="3671888" y="3900487"/>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78" name="Rectangle 131">
              <a:extLst>
                <a:ext uri="{FF2B5EF4-FFF2-40B4-BE49-F238E27FC236}">
                  <a16:creationId xmlns:a16="http://schemas.microsoft.com/office/drawing/2014/main" id="{CD176D02-AC9F-4BA7-8CEE-385C9E52DE2B}"/>
                </a:ext>
              </a:extLst>
            </p:cNvPr>
            <p:cNvSpPr>
              <a:spLocks noChangeArrowheads="1"/>
            </p:cNvSpPr>
            <p:nvPr/>
          </p:nvSpPr>
          <p:spPr bwMode="auto">
            <a:xfrm>
              <a:off x="3752850" y="3813175"/>
              <a:ext cx="195263"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79" name="Rectangle 132">
              <a:extLst>
                <a:ext uri="{FF2B5EF4-FFF2-40B4-BE49-F238E27FC236}">
                  <a16:creationId xmlns:a16="http://schemas.microsoft.com/office/drawing/2014/main" id="{D3B9CEC9-23B4-46A6-8855-E0DFE79E8C69}"/>
                </a:ext>
              </a:extLst>
            </p:cNvPr>
            <p:cNvSpPr>
              <a:spLocks noChangeArrowheads="1"/>
            </p:cNvSpPr>
            <p:nvPr/>
          </p:nvSpPr>
          <p:spPr bwMode="auto">
            <a:xfrm>
              <a:off x="3835400" y="3900487"/>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80" name="Rectangle 133">
              <a:extLst>
                <a:ext uri="{FF2B5EF4-FFF2-40B4-BE49-F238E27FC236}">
                  <a16:creationId xmlns:a16="http://schemas.microsoft.com/office/drawing/2014/main" id="{F82F9218-2CFE-433C-811E-CB0B608702E6}"/>
                </a:ext>
              </a:extLst>
            </p:cNvPr>
            <p:cNvSpPr>
              <a:spLocks noChangeArrowheads="1"/>
            </p:cNvSpPr>
            <p:nvPr/>
          </p:nvSpPr>
          <p:spPr bwMode="auto">
            <a:xfrm>
              <a:off x="3189288" y="4059237"/>
              <a:ext cx="198437"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81" name="Freeform 134">
              <a:extLst>
                <a:ext uri="{FF2B5EF4-FFF2-40B4-BE49-F238E27FC236}">
                  <a16:creationId xmlns:a16="http://schemas.microsoft.com/office/drawing/2014/main" id="{CF8D0CFE-AABA-4373-A3ED-6EAB586A5C21}"/>
                </a:ext>
              </a:extLst>
            </p:cNvPr>
            <p:cNvSpPr>
              <a:spLocks/>
            </p:cNvSpPr>
            <p:nvPr/>
          </p:nvSpPr>
          <p:spPr bwMode="auto">
            <a:xfrm>
              <a:off x="3924300" y="4899025"/>
              <a:ext cx="676275" cy="676275"/>
            </a:xfrm>
            <a:custGeom>
              <a:avLst/>
              <a:gdLst>
                <a:gd name="T0" fmla="*/ 2147483646 w 851"/>
                <a:gd name="T1" fmla="*/ 0 h 851"/>
                <a:gd name="T2" fmla="*/ 2147483646 w 851"/>
                <a:gd name="T3" fmla="*/ 0 h 851"/>
                <a:gd name="T4" fmla="*/ 2147483646 w 851"/>
                <a:gd name="T5" fmla="*/ 0 h 851"/>
                <a:gd name="T6" fmla="*/ 2147483646 w 851"/>
                <a:gd name="T7" fmla="*/ 0 h 851"/>
                <a:gd name="T8" fmla="*/ 2147483646 w 851"/>
                <a:gd name="T9" fmla="*/ 2147483646 h 851"/>
                <a:gd name="T10" fmla="*/ 2147483646 w 851"/>
                <a:gd name="T11" fmla="*/ 2147483646 h 851"/>
                <a:gd name="T12" fmla="*/ 2147483646 w 851"/>
                <a:gd name="T13" fmla="*/ 2147483646 h 851"/>
                <a:gd name="T14" fmla="*/ 2147483646 w 851"/>
                <a:gd name="T15" fmla="*/ 2147483646 h 851"/>
                <a:gd name="T16" fmla="*/ 2147483646 w 851"/>
                <a:gd name="T17" fmla="*/ 2147483646 h 851"/>
                <a:gd name="T18" fmla="*/ 0 w 851"/>
                <a:gd name="T19" fmla="*/ 2147483646 h 851"/>
                <a:gd name="T20" fmla="*/ 0 w 851"/>
                <a:gd name="T21" fmla="*/ 2147483646 h 851"/>
                <a:gd name="T22" fmla="*/ 0 w 851"/>
                <a:gd name="T23" fmla="*/ 2147483646 h 851"/>
                <a:gd name="T24" fmla="*/ 0 w 851"/>
                <a:gd name="T25" fmla="*/ 2147483646 h 851"/>
                <a:gd name="T26" fmla="*/ 0 w 851"/>
                <a:gd name="T27" fmla="*/ 2147483646 h 851"/>
                <a:gd name="T28" fmla="*/ 0 w 851"/>
                <a:gd name="T29" fmla="*/ 2147483646 h 851"/>
                <a:gd name="T30" fmla="*/ 0 w 851"/>
                <a:gd name="T31" fmla="*/ 2147483646 h 851"/>
                <a:gd name="T32" fmla="*/ 0 w 851"/>
                <a:gd name="T33" fmla="*/ 2147483646 h 851"/>
                <a:gd name="T34" fmla="*/ 0 w 851"/>
                <a:gd name="T35" fmla="*/ 2147483646 h 851"/>
                <a:gd name="T36" fmla="*/ 0 w 851"/>
                <a:gd name="T37" fmla="*/ 2147483646 h 851"/>
                <a:gd name="T38" fmla="*/ 2147483646 w 851"/>
                <a:gd name="T39" fmla="*/ 2147483646 h 851"/>
                <a:gd name="T40" fmla="*/ 2147483646 w 851"/>
                <a:gd name="T41" fmla="*/ 2147483646 h 851"/>
                <a:gd name="T42" fmla="*/ 2147483646 w 851"/>
                <a:gd name="T43" fmla="*/ 2147483646 h 851"/>
                <a:gd name="T44" fmla="*/ 2147483646 w 851"/>
                <a:gd name="T45" fmla="*/ 2147483646 h 851"/>
                <a:gd name="T46" fmla="*/ 2147483646 w 851"/>
                <a:gd name="T47" fmla="*/ 2147483646 h 851"/>
                <a:gd name="T48" fmla="*/ 2147483646 w 851"/>
                <a:gd name="T49" fmla="*/ 2147483646 h 851"/>
                <a:gd name="T50" fmla="*/ 2147483646 w 851"/>
                <a:gd name="T51" fmla="*/ 2147483646 h 851"/>
                <a:gd name="T52" fmla="*/ 2147483646 w 851"/>
                <a:gd name="T53" fmla="*/ 2147483646 h 851"/>
                <a:gd name="T54" fmla="*/ 2147483646 w 851"/>
                <a:gd name="T55" fmla="*/ 2147483646 h 851"/>
                <a:gd name="T56" fmla="*/ 2147483646 w 851"/>
                <a:gd name="T57" fmla="*/ 2147483646 h 851"/>
                <a:gd name="T58" fmla="*/ 2147483646 w 851"/>
                <a:gd name="T59" fmla="*/ 2147483646 h 851"/>
                <a:gd name="T60" fmla="*/ 2147483646 w 851"/>
                <a:gd name="T61" fmla="*/ 2147483646 h 851"/>
                <a:gd name="T62" fmla="*/ 2147483646 w 851"/>
                <a:gd name="T63" fmla="*/ 2147483646 h 851"/>
                <a:gd name="T64" fmla="*/ 2147483646 w 851"/>
                <a:gd name="T65" fmla="*/ 2147483646 h 851"/>
                <a:gd name="T66" fmla="*/ 2147483646 w 851"/>
                <a:gd name="T67" fmla="*/ 2147483646 h 851"/>
                <a:gd name="T68" fmla="*/ 2147483646 w 851"/>
                <a:gd name="T69" fmla="*/ 2147483646 h 851"/>
                <a:gd name="T70" fmla="*/ 2147483646 w 851"/>
                <a:gd name="T71" fmla="*/ 2147483646 h 851"/>
                <a:gd name="T72" fmla="*/ 2147483646 w 851"/>
                <a:gd name="T73" fmla="*/ 2147483646 h 851"/>
                <a:gd name="T74" fmla="*/ 2147483646 w 851"/>
                <a:gd name="T75" fmla="*/ 2147483646 h 851"/>
                <a:gd name="T76" fmla="*/ 2147483646 w 851"/>
                <a:gd name="T77" fmla="*/ 2147483646 h 851"/>
                <a:gd name="T78" fmla="*/ 2147483646 w 851"/>
                <a:gd name="T79" fmla="*/ 2147483646 h 851"/>
                <a:gd name="T80" fmla="*/ 2147483646 w 851"/>
                <a:gd name="T81" fmla="*/ 2147483646 h 851"/>
                <a:gd name="T82" fmla="*/ 2147483646 w 851"/>
                <a:gd name="T83" fmla="*/ 2147483646 h 851"/>
                <a:gd name="T84" fmla="*/ 2147483646 w 851"/>
                <a:gd name="T85" fmla="*/ 2147483646 h 851"/>
                <a:gd name="T86" fmla="*/ 2147483646 w 851"/>
                <a:gd name="T87" fmla="*/ 2147483646 h 851"/>
                <a:gd name="T88" fmla="*/ 2147483646 w 851"/>
                <a:gd name="T89" fmla="*/ 2147483646 h 851"/>
                <a:gd name="T90" fmla="*/ 2147483646 w 851"/>
                <a:gd name="T91" fmla="*/ 2147483646 h 851"/>
                <a:gd name="T92" fmla="*/ 2147483646 w 851"/>
                <a:gd name="T93" fmla="*/ 2147483646 h 851"/>
                <a:gd name="T94" fmla="*/ 2147483646 w 851"/>
                <a:gd name="T95" fmla="*/ 2147483646 h 851"/>
                <a:gd name="T96" fmla="*/ 2147483646 w 851"/>
                <a:gd name="T97" fmla="*/ 2147483646 h 851"/>
                <a:gd name="T98" fmla="*/ 2147483646 w 851"/>
                <a:gd name="T99" fmla="*/ 2147483646 h 851"/>
                <a:gd name="T100" fmla="*/ 2147483646 w 851"/>
                <a:gd name="T101" fmla="*/ 2147483646 h 851"/>
                <a:gd name="T102" fmla="*/ 2147483646 w 851"/>
                <a:gd name="T103" fmla="*/ 2147483646 h 851"/>
                <a:gd name="T104" fmla="*/ 2147483646 w 851"/>
                <a:gd name="T105" fmla="*/ 2147483646 h 851"/>
                <a:gd name="T106" fmla="*/ 2147483646 w 851"/>
                <a:gd name="T107" fmla="*/ 0 h 851"/>
                <a:gd name="T108" fmla="*/ 2147483646 w 851"/>
                <a:gd name="T109" fmla="*/ 0 h 851"/>
                <a:gd name="T110" fmla="*/ 2147483646 w 851"/>
                <a:gd name="T111" fmla="*/ 0 h 851"/>
                <a:gd name="T112" fmla="*/ 2147483646 w 851"/>
                <a:gd name="T113" fmla="*/ 0 h 851"/>
                <a:gd name="T114" fmla="*/ 2147483646 w 851"/>
                <a:gd name="T115" fmla="*/ 0 h 85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51"/>
                <a:gd name="T175" fmla="*/ 0 h 851"/>
                <a:gd name="T176" fmla="*/ 851 w 851"/>
                <a:gd name="T177" fmla="*/ 851 h 85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51" h="851">
                  <a:moveTo>
                    <a:pt x="426" y="0"/>
                  </a:moveTo>
                  <a:lnTo>
                    <a:pt x="397" y="0"/>
                  </a:lnTo>
                  <a:lnTo>
                    <a:pt x="372" y="0"/>
                  </a:lnTo>
                  <a:lnTo>
                    <a:pt x="346" y="0"/>
                  </a:lnTo>
                  <a:lnTo>
                    <a:pt x="324" y="0"/>
                  </a:lnTo>
                  <a:lnTo>
                    <a:pt x="302" y="0"/>
                  </a:lnTo>
                  <a:lnTo>
                    <a:pt x="281" y="0"/>
                  </a:lnTo>
                  <a:lnTo>
                    <a:pt x="263" y="0"/>
                  </a:lnTo>
                  <a:lnTo>
                    <a:pt x="245" y="0"/>
                  </a:lnTo>
                  <a:lnTo>
                    <a:pt x="230" y="0"/>
                  </a:lnTo>
                  <a:lnTo>
                    <a:pt x="215" y="0"/>
                  </a:lnTo>
                  <a:lnTo>
                    <a:pt x="202" y="0"/>
                  </a:lnTo>
                  <a:lnTo>
                    <a:pt x="189" y="0"/>
                  </a:lnTo>
                  <a:lnTo>
                    <a:pt x="178" y="0"/>
                  </a:lnTo>
                  <a:lnTo>
                    <a:pt x="167" y="0"/>
                  </a:lnTo>
                  <a:lnTo>
                    <a:pt x="159" y="0"/>
                  </a:lnTo>
                  <a:lnTo>
                    <a:pt x="149" y="0"/>
                  </a:lnTo>
                  <a:lnTo>
                    <a:pt x="142" y="0"/>
                  </a:lnTo>
                  <a:lnTo>
                    <a:pt x="135" y="0"/>
                  </a:lnTo>
                  <a:lnTo>
                    <a:pt x="129" y="0"/>
                  </a:lnTo>
                  <a:lnTo>
                    <a:pt x="123" y="0"/>
                  </a:lnTo>
                  <a:lnTo>
                    <a:pt x="118" y="0"/>
                  </a:lnTo>
                  <a:lnTo>
                    <a:pt x="113" y="0"/>
                  </a:lnTo>
                  <a:lnTo>
                    <a:pt x="108" y="0"/>
                  </a:lnTo>
                  <a:lnTo>
                    <a:pt x="105" y="0"/>
                  </a:lnTo>
                  <a:lnTo>
                    <a:pt x="101" y="0"/>
                  </a:lnTo>
                  <a:lnTo>
                    <a:pt x="98" y="0"/>
                  </a:lnTo>
                  <a:lnTo>
                    <a:pt x="94" y="0"/>
                  </a:lnTo>
                  <a:lnTo>
                    <a:pt x="90" y="0"/>
                  </a:lnTo>
                  <a:lnTo>
                    <a:pt x="88" y="0"/>
                  </a:lnTo>
                  <a:lnTo>
                    <a:pt x="84" y="0"/>
                  </a:lnTo>
                  <a:lnTo>
                    <a:pt x="81" y="0"/>
                  </a:lnTo>
                  <a:lnTo>
                    <a:pt x="77" y="0"/>
                  </a:lnTo>
                  <a:lnTo>
                    <a:pt x="73" y="0"/>
                  </a:lnTo>
                  <a:lnTo>
                    <a:pt x="70" y="0"/>
                  </a:lnTo>
                  <a:lnTo>
                    <a:pt x="67" y="0"/>
                  </a:lnTo>
                  <a:lnTo>
                    <a:pt x="64" y="0"/>
                  </a:lnTo>
                  <a:lnTo>
                    <a:pt x="61" y="0"/>
                  </a:lnTo>
                  <a:lnTo>
                    <a:pt x="59" y="0"/>
                  </a:lnTo>
                  <a:lnTo>
                    <a:pt x="57" y="0"/>
                  </a:lnTo>
                  <a:lnTo>
                    <a:pt x="54" y="0"/>
                  </a:lnTo>
                  <a:lnTo>
                    <a:pt x="52" y="0"/>
                  </a:lnTo>
                  <a:lnTo>
                    <a:pt x="51" y="1"/>
                  </a:lnTo>
                  <a:lnTo>
                    <a:pt x="48" y="1"/>
                  </a:lnTo>
                  <a:lnTo>
                    <a:pt x="47" y="2"/>
                  </a:lnTo>
                  <a:lnTo>
                    <a:pt x="46" y="2"/>
                  </a:lnTo>
                  <a:lnTo>
                    <a:pt x="43" y="3"/>
                  </a:lnTo>
                  <a:lnTo>
                    <a:pt x="42" y="3"/>
                  </a:lnTo>
                  <a:lnTo>
                    <a:pt x="41" y="5"/>
                  </a:lnTo>
                  <a:lnTo>
                    <a:pt x="40" y="6"/>
                  </a:lnTo>
                  <a:lnTo>
                    <a:pt x="39" y="7"/>
                  </a:lnTo>
                  <a:lnTo>
                    <a:pt x="37" y="8"/>
                  </a:lnTo>
                  <a:lnTo>
                    <a:pt x="36" y="10"/>
                  </a:lnTo>
                  <a:lnTo>
                    <a:pt x="35" y="12"/>
                  </a:lnTo>
                  <a:lnTo>
                    <a:pt x="34" y="13"/>
                  </a:lnTo>
                  <a:lnTo>
                    <a:pt x="33" y="16"/>
                  </a:lnTo>
                  <a:lnTo>
                    <a:pt x="31" y="18"/>
                  </a:lnTo>
                  <a:lnTo>
                    <a:pt x="29" y="20"/>
                  </a:lnTo>
                  <a:lnTo>
                    <a:pt x="28" y="23"/>
                  </a:lnTo>
                  <a:lnTo>
                    <a:pt x="27" y="25"/>
                  </a:lnTo>
                  <a:lnTo>
                    <a:pt x="25" y="28"/>
                  </a:lnTo>
                  <a:lnTo>
                    <a:pt x="24" y="31"/>
                  </a:lnTo>
                  <a:lnTo>
                    <a:pt x="23" y="35"/>
                  </a:lnTo>
                  <a:lnTo>
                    <a:pt x="21" y="38"/>
                  </a:lnTo>
                  <a:lnTo>
                    <a:pt x="19" y="42"/>
                  </a:lnTo>
                  <a:lnTo>
                    <a:pt x="17" y="46"/>
                  </a:lnTo>
                  <a:lnTo>
                    <a:pt x="16" y="49"/>
                  </a:lnTo>
                  <a:lnTo>
                    <a:pt x="15" y="53"/>
                  </a:lnTo>
                  <a:lnTo>
                    <a:pt x="12" y="56"/>
                  </a:lnTo>
                  <a:lnTo>
                    <a:pt x="11" y="59"/>
                  </a:lnTo>
                  <a:lnTo>
                    <a:pt x="10" y="62"/>
                  </a:lnTo>
                  <a:lnTo>
                    <a:pt x="9" y="65"/>
                  </a:lnTo>
                  <a:lnTo>
                    <a:pt x="7" y="68"/>
                  </a:lnTo>
                  <a:lnTo>
                    <a:pt x="7" y="71"/>
                  </a:lnTo>
                  <a:lnTo>
                    <a:pt x="6" y="73"/>
                  </a:lnTo>
                  <a:lnTo>
                    <a:pt x="5" y="76"/>
                  </a:lnTo>
                  <a:lnTo>
                    <a:pt x="5" y="79"/>
                  </a:lnTo>
                  <a:lnTo>
                    <a:pt x="4" y="82"/>
                  </a:lnTo>
                  <a:lnTo>
                    <a:pt x="4" y="84"/>
                  </a:lnTo>
                  <a:lnTo>
                    <a:pt x="3" y="86"/>
                  </a:lnTo>
                  <a:lnTo>
                    <a:pt x="3" y="90"/>
                  </a:lnTo>
                  <a:lnTo>
                    <a:pt x="1" y="92"/>
                  </a:lnTo>
                  <a:lnTo>
                    <a:pt x="1" y="96"/>
                  </a:lnTo>
                  <a:lnTo>
                    <a:pt x="1" y="100"/>
                  </a:lnTo>
                  <a:lnTo>
                    <a:pt x="1" y="103"/>
                  </a:lnTo>
                  <a:lnTo>
                    <a:pt x="0" y="107"/>
                  </a:lnTo>
                  <a:lnTo>
                    <a:pt x="0" y="110"/>
                  </a:lnTo>
                  <a:lnTo>
                    <a:pt x="0" y="115"/>
                  </a:lnTo>
                  <a:lnTo>
                    <a:pt x="0" y="120"/>
                  </a:lnTo>
                  <a:lnTo>
                    <a:pt x="0" y="125"/>
                  </a:lnTo>
                  <a:lnTo>
                    <a:pt x="0" y="130"/>
                  </a:lnTo>
                  <a:lnTo>
                    <a:pt x="0" y="136"/>
                  </a:lnTo>
                  <a:lnTo>
                    <a:pt x="0" y="142"/>
                  </a:lnTo>
                  <a:lnTo>
                    <a:pt x="0" y="148"/>
                  </a:lnTo>
                  <a:lnTo>
                    <a:pt x="0" y="155"/>
                  </a:lnTo>
                  <a:lnTo>
                    <a:pt x="0" y="162"/>
                  </a:lnTo>
                  <a:lnTo>
                    <a:pt x="0" y="169"/>
                  </a:lnTo>
                  <a:lnTo>
                    <a:pt x="0" y="178"/>
                  </a:lnTo>
                  <a:lnTo>
                    <a:pt x="0" y="185"/>
                  </a:lnTo>
                  <a:lnTo>
                    <a:pt x="0" y="192"/>
                  </a:lnTo>
                  <a:lnTo>
                    <a:pt x="0" y="198"/>
                  </a:lnTo>
                  <a:lnTo>
                    <a:pt x="0" y="204"/>
                  </a:lnTo>
                  <a:lnTo>
                    <a:pt x="0" y="210"/>
                  </a:lnTo>
                  <a:lnTo>
                    <a:pt x="0" y="216"/>
                  </a:lnTo>
                  <a:lnTo>
                    <a:pt x="0" y="222"/>
                  </a:lnTo>
                  <a:lnTo>
                    <a:pt x="0" y="227"/>
                  </a:lnTo>
                  <a:lnTo>
                    <a:pt x="0" y="233"/>
                  </a:lnTo>
                  <a:lnTo>
                    <a:pt x="0" y="238"/>
                  </a:lnTo>
                  <a:lnTo>
                    <a:pt x="0" y="243"/>
                  </a:lnTo>
                  <a:lnTo>
                    <a:pt x="0" y="249"/>
                  </a:lnTo>
                  <a:lnTo>
                    <a:pt x="0" y="255"/>
                  </a:lnTo>
                  <a:lnTo>
                    <a:pt x="0" y="260"/>
                  </a:lnTo>
                  <a:lnTo>
                    <a:pt x="0" y="266"/>
                  </a:lnTo>
                  <a:lnTo>
                    <a:pt x="0" y="272"/>
                  </a:lnTo>
                  <a:lnTo>
                    <a:pt x="0" y="279"/>
                  </a:lnTo>
                  <a:lnTo>
                    <a:pt x="0" y="285"/>
                  </a:lnTo>
                  <a:lnTo>
                    <a:pt x="0" y="292"/>
                  </a:lnTo>
                  <a:lnTo>
                    <a:pt x="0" y="299"/>
                  </a:lnTo>
                  <a:lnTo>
                    <a:pt x="0" y="308"/>
                  </a:lnTo>
                  <a:lnTo>
                    <a:pt x="0" y="316"/>
                  </a:lnTo>
                  <a:lnTo>
                    <a:pt x="0" y="326"/>
                  </a:lnTo>
                  <a:lnTo>
                    <a:pt x="0" y="335"/>
                  </a:lnTo>
                  <a:lnTo>
                    <a:pt x="0" y="346"/>
                  </a:lnTo>
                  <a:lnTo>
                    <a:pt x="0" y="357"/>
                  </a:lnTo>
                  <a:lnTo>
                    <a:pt x="0" y="369"/>
                  </a:lnTo>
                  <a:lnTo>
                    <a:pt x="0" y="382"/>
                  </a:lnTo>
                  <a:lnTo>
                    <a:pt x="0" y="395"/>
                  </a:lnTo>
                  <a:lnTo>
                    <a:pt x="0" y="410"/>
                  </a:lnTo>
                  <a:lnTo>
                    <a:pt x="0" y="425"/>
                  </a:lnTo>
                  <a:lnTo>
                    <a:pt x="0" y="441"/>
                  </a:lnTo>
                  <a:lnTo>
                    <a:pt x="0" y="456"/>
                  </a:lnTo>
                  <a:lnTo>
                    <a:pt x="0" y="469"/>
                  </a:lnTo>
                  <a:lnTo>
                    <a:pt x="0" y="482"/>
                  </a:lnTo>
                  <a:lnTo>
                    <a:pt x="0" y="494"/>
                  </a:lnTo>
                  <a:lnTo>
                    <a:pt x="0" y="505"/>
                  </a:lnTo>
                  <a:lnTo>
                    <a:pt x="0" y="516"/>
                  </a:lnTo>
                  <a:lnTo>
                    <a:pt x="0" y="525"/>
                  </a:lnTo>
                  <a:lnTo>
                    <a:pt x="0" y="535"/>
                  </a:lnTo>
                  <a:lnTo>
                    <a:pt x="0" y="543"/>
                  </a:lnTo>
                  <a:lnTo>
                    <a:pt x="0" y="550"/>
                  </a:lnTo>
                  <a:lnTo>
                    <a:pt x="0" y="559"/>
                  </a:lnTo>
                  <a:lnTo>
                    <a:pt x="0" y="566"/>
                  </a:lnTo>
                  <a:lnTo>
                    <a:pt x="0" y="572"/>
                  </a:lnTo>
                  <a:lnTo>
                    <a:pt x="0" y="579"/>
                  </a:lnTo>
                  <a:lnTo>
                    <a:pt x="0" y="585"/>
                  </a:lnTo>
                  <a:lnTo>
                    <a:pt x="0" y="591"/>
                  </a:lnTo>
                  <a:lnTo>
                    <a:pt x="0" y="596"/>
                  </a:lnTo>
                  <a:lnTo>
                    <a:pt x="0" y="602"/>
                  </a:lnTo>
                  <a:lnTo>
                    <a:pt x="0" y="608"/>
                  </a:lnTo>
                  <a:lnTo>
                    <a:pt x="0" y="613"/>
                  </a:lnTo>
                  <a:lnTo>
                    <a:pt x="0" y="618"/>
                  </a:lnTo>
                  <a:lnTo>
                    <a:pt x="0" y="624"/>
                  </a:lnTo>
                  <a:lnTo>
                    <a:pt x="0" y="629"/>
                  </a:lnTo>
                  <a:lnTo>
                    <a:pt x="0" y="635"/>
                  </a:lnTo>
                  <a:lnTo>
                    <a:pt x="0" y="641"/>
                  </a:lnTo>
                  <a:lnTo>
                    <a:pt x="0" y="647"/>
                  </a:lnTo>
                  <a:lnTo>
                    <a:pt x="0" y="653"/>
                  </a:lnTo>
                  <a:lnTo>
                    <a:pt x="0" y="659"/>
                  </a:lnTo>
                  <a:lnTo>
                    <a:pt x="0" y="666"/>
                  </a:lnTo>
                  <a:lnTo>
                    <a:pt x="0" y="673"/>
                  </a:lnTo>
                  <a:lnTo>
                    <a:pt x="0" y="682"/>
                  </a:lnTo>
                  <a:lnTo>
                    <a:pt x="0" y="689"/>
                  </a:lnTo>
                  <a:lnTo>
                    <a:pt x="0" y="696"/>
                  </a:lnTo>
                  <a:lnTo>
                    <a:pt x="0" y="703"/>
                  </a:lnTo>
                  <a:lnTo>
                    <a:pt x="0" y="709"/>
                  </a:lnTo>
                  <a:lnTo>
                    <a:pt x="0" y="715"/>
                  </a:lnTo>
                  <a:lnTo>
                    <a:pt x="0" y="721"/>
                  </a:lnTo>
                  <a:lnTo>
                    <a:pt x="0" y="726"/>
                  </a:lnTo>
                  <a:lnTo>
                    <a:pt x="0" y="731"/>
                  </a:lnTo>
                  <a:lnTo>
                    <a:pt x="0" y="736"/>
                  </a:lnTo>
                  <a:lnTo>
                    <a:pt x="0" y="740"/>
                  </a:lnTo>
                  <a:lnTo>
                    <a:pt x="0" y="744"/>
                  </a:lnTo>
                  <a:lnTo>
                    <a:pt x="1" y="748"/>
                  </a:lnTo>
                  <a:lnTo>
                    <a:pt x="1" y="751"/>
                  </a:lnTo>
                  <a:lnTo>
                    <a:pt x="1" y="755"/>
                  </a:lnTo>
                  <a:lnTo>
                    <a:pt x="1" y="757"/>
                  </a:lnTo>
                  <a:lnTo>
                    <a:pt x="3" y="761"/>
                  </a:lnTo>
                  <a:lnTo>
                    <a:pt x="3" y="763"/>
                  </a:lnTo>
                  <a:lnTo>
                    <a:pt x="4" y="767"/>
                  </a:lnTo>
                  <a:lnTo>
                    <a:pt x="4" y="769"/>
                  </a:lnTo>
                  <a:lnTo>
                    <a:pt x="5" y="772"/>
                  </a:lnTo>
                  <a:lnTo>
                    <a:pt x="5" y="775"/>
                  </a:lnTo>
                  <a:lnTo>
                    <a:pt x="6" y="778"/>
                  </a:lnTo>
                  <a:lnTo>
                    <a:pt x="7" y="780"/>
                  </a:lnTo>
                  <a:lnTo>
                    <a:pt x="7" y="783"/>
                  </a:lnTo>
                  <a:lnTo>
                    <a:pt x="9" y="786"/>
                  </a:lnTo>
                  <a:lnTo>
                    <a:pt x="10" y="789"/>
                  </a:lnTo>
                  <a:lnTo>
                    <a:pt x="11" y="791"/>
                  </a:lnTo>
                  <a:lnTo>
                    <a:pt x="12" y="795"/>
                  </a:lnTo>
                  <a:lnTo>
                    <a:pt x="15" y="798"/>
                  </a:lnTo>
                  <a:lnTo>
                    <a:pt x="16" y="802"/>
                  </a:lnTo>
                  <a:lnTo>
                    <a:pt x="17" y="805"/>
                  </a:lnTo>
                  <a:lnTo>
                    <a:pt x="19" y="809"/>
                  </a:lnTo>
                  <a:lnTo>
                    <a:pt x="21" y="813"/>
                  </a:lnTo>
                  <a:lnTo>
                    <a:pt x="23" y="816"/>
                  </a:lnTo>
                  <a:lnTo>
                    <a:pt x="24" y="820"/>
                  </a:lnTo>
                  <a:lnTo>
                    <a:pt x="25" y="823"/>
                  </a:lnTo>
                  <a:lnTo>
                    <a:pt x="27" y="826"/>
                  </a:lnTo>
                  <a:lnTo>
                    <a:pt x="28" y="828"/>
                  </a:lnTo>
                  <a:lnTo>
                    <a:pt x="29" y="831"/>
                  </a:lnTo>
                  <a:lnTo>
                    <a:pt x="31" y="833"/>
                  </a:lnTo>
                  <a:lnTo>
                    <a:pt x="33" y="835"/>
                  </a:lnTo>
                  <a:lnTo>
                    <a:pt x="34" y="838"/>
                  </a:lnTo>
                  <a:lnTo>
                    <a:pt x="35" y="839"/>
                  </a:lnTo>
                  <a:lnTo>
                    <a:pt x="36" y="841"/>
                  </a:lnTo>
                  <a:lnTo>
                    <a:pt x="37" y="843"/>
                  </a:lnTo>
                  <a:lnTo>
                    <a:pt x="39" y="844"/>
                  </a:lnTo>
                  <a:lnTo>
                    <a:pt x="40" y="845"/>
                  </a:lnTo>
                  <a:lnTo>
                    <a:pt x="41" y="846"/>
                  </a:lnTo>
                  <a:lnTo>
                    <a:pt x="42" y="847"/>
                  </a:lnTo>
                  <a:lnTo>
                    <a:pt x="43" y="847"/>
                  </a:lnTo>
                  <a:lnTo>
                    <a:pt x="46" y="849"/>
                  </a:lnTo>
                  <a:lnTo>
                    <a:pt x="47" y="849"/>
                  </a:lnTo>
                  <a:lnTo>
                    <a:pt x="48" y="850"/>
                  </a:lnTo>
                  <a:lnTo>
                    <a:pt x="51" y="850"/>
                  </a:lnTo>
                  <a:lnTo>
                    <a:pt x="52" y="850"/>
                  </a:lnTo>
                  <a:lnTo>
                    <a:pt x="54" y="851"/>
                  </a:lnTo>
                  <a:lnTo>
                    <a:pt x="57" y="851"/>
                  </a:lnTo>
                  <a:lnTo>
                    <a:pt x="59" y="851"/>
                  </a:lnTo>
                  <a:lnTo>
                    <a:pt x="61" y="851"/>
                  </a:lnTo>
                  <a:lnTo>
                    <a:pt x="64" y="851"/>
                  </a:lnTo>
                  <a:lnTo>
                    <a:pt x="67" y="851"/>
                  </a:lnTo>
                  <a:lnTo>
                    <a:pt x="70" y="851"/>
                  </a:lnTo>
                  <a:lnTo>
                    <a:pt x="73" y="851"/>
                  </a:lnTo>
                  <a:lnTo>
                    <a:pt x="77" y="851"/>
                  </a:lnTo>
                  <a:lnTo>
                    <a:pt x="81" y="851"/>
                  </a:lnTo>
                  <a:lnTo>
                    <a:pt x="84" y="851"/>
                  </a:lnTo>
                  <a:lnTo>
                    <a:pt x="88" y="851"/>
                  </a:lnTo>
                  <a:lnTo>
                    <a:pt x="90" y="851"/>
                  </a:lnTo>
                  <a:lnTo>
                    <a:pt x="94" y="851"/>
                  </a:lnTo>
                  <a:lnTo>
                    <a:pt x="98" y="851"/>
                  </a:lnTo>
                  <a:lnTo>
                    <a:pt x="101" y="851"/>
                  </a:lnTo>
                  <a:lnTo>
                    <a:pt x="105" y="851"/>
                  </a:lnTo>
                  <a:lnTo>
                    <a:pt x="108" y="851"/>
                  </a:lnTo>
                  <a:lnTo>
                    <a:pt x="113" y="851"/>
                  </a:lnTo>
                  <a:lnTo>
                    <a:pt x="118" y="851"/>
                  </a:lnTo>
                  <a:lnTo>
                    <a:pt x="123" y="851"/>
                  </a:lnTo>
                  <a:lnTo>
                    <a:pt x="129" y="851"/>
                  </a:lnTo>
                  <a:lnTo>
                    <a:pt x="135" y="851"/>
                  </a:lnTo>
                  <a:lnTo>
                    <a:pt x="142" y="851"/>
                  </a:lnTo>
                  <a:lnTo>
                    <a:pt x="149" y="851"/>
                  </a:lnTo>
                  <a:lnTo>
                    <a:pt x="159" y="851"/>
                  </a:lnTo>
                  <a:lnTo>
                    <a:pt x="167" y="851"/>
                  </a:lnTo>
                  <a:lnTo>
                    <a:pt x="178" y="851"/>
                  </a:lnTo>
                  <a:lnTo>
                    <a:pt x="189" y="851"/>
                  </a:lnTo>
                  <a:lnTo>
                    <a:pt x="202" y="851"/>
                  </a:lnTo>
                  <a:lnTo>
                    <a:pt x="215" y="851"/>
                  </a:lnTo>
                  <a:lnTo>
                    <a:pt x="230" y="851"/>
                  </a:lnTo>
                  <a:lnTo>
                    <a:pt x="245" y="851"/>
                  </a:lnTo>
                  <a:lnTo>
                    <a:pt x="263" y="851"/>
                  </a:lnTo>
                  <a:lnTo>
                    <a:pt x="281" y="851"/>
                  </a:lnTo>
                  <a:lnTo>
                    <a:pt x="302" y="851"/>
                  </a:lnTo>
                  <a:lnTo>
                    <a:pt x="324" y="851"/>
                  </a:lnTo>
                  <a:lnTo>
                    <a:pt x="346" y="851"/>
                  </a:lnTo>
                  <a:lnTo>
                    <a:pt x="372" y="851"/>
                  </a:lnTo>
                  <a:lnTo>
                    <a:pt x="397" y="851"/>
                  </a:lnTo>
                  <a:lnTo>
                    <a:pt x="426" y="851"/>
                  </a:lnTo>
                  <a:lnTo>
                    <a:pt x="453" y="851"/>
                  </a:lnTo>
                  <a:lnTo>
                    <a:pt x="480" y="851"/>
                  </a:lnTo>
                  <a:lnTo>
                    <a:pt x="505" y="851"/>
                  </a:lnTo>
                  <a:lnTo>
                    <a:pt x="528" y="851"/>
                  </a:lnTo>
                  <a:lnTo>
                    <a:pt x="550" y="851"/>
                  </a:lnTo>
                  <a:lnTo>
                    <a:pt x="570" y="851"/>
                  </a:lnTo>
                  <a:lnTo>
                    <a:pt x="588" y="851"/>
                  </a:lnTo>
                  <a:lnTo>
                    <a:pt x="605" y="851"/>
                  </a:lnTo>
                  <a:lnTo>
                    <a:pt x="622" y="851"/>
                  </a:lnTo>
                  <a:lnTo>
                    <a:pt x="636" y="851"/>
                  </a:lnTo>
                  <a:lnTo>
                    <a:pt x="649" y="851"/>
                  </a:lnTo>
                  <a:lnTo>
                    <a:pt x="661" y="851"/>
                  </a:lnTo>
                  <a:lnTo>
                    <a:pt x="673" y="851"/>
                  </a:lnTo>
                  <a:lnTo>
                    <a:pt x="684" y="851"/>
                  </a:lnTo>
                  <a:lnTo>
                    <a:pt x="693" y="851"/>
                  </a:lnTo>
                  <a:lnTo>
                    <a:pt x="701" y="851"/>
                  </a:lnTo>
                  <a:lnTo>
                    <a:pt x="709" y="851"/>
                  </a:lnTo>
                  <a:lnTo>
                    <a:pt x="717" y="851"/>
                  </a:lnTo>
                  <a:lnTo>
                    <a:pt x="723" y="851"/>
                  </a:lnTo>
                  <a:lnTo>
                    <a:pt x="729" y="851"/>
                  </a:lnTo>
                  <a:lnTo>
                    <a:pt x="733" y="851"/>
                  </a:lnTo>
                  <a:lnTo>
                    <a:pt x="738" y="851"/>
                  </a:lnTo>
                  <a:lnTo>
                    <a:pt x="743" y="851"/>
                  </a:lnTo>
                  <a:lnTo>
                    <a:pt x="747" y="851"/>
                  </a:lnTo>
                  <a:lnTo>
                    <a:pt x="750" y="851"/>
                  </a:lnTo>
                  <a:lnTo>
                    <a:pt x="754" y="851"/>
                  </a:lnTo>
                  <a:lnTo>
                    <a:pt x="758" y="851"/>
                  </a:lnTo>
                  <a:lnTo>
                    <a:pt x="761" y="851"/>
                  </a:lnTo>
                  <a:lnTo>
                    <a:pt x="764" y="851"/>
                  </a:lnTo>
                  <a:lnTo>
                    <a:pt x="767" y="851"/>
                  </a:lnTo>
                  <a:lnTo>
                    <a:pt x="771" y="851"/>
                  </a:lnTo>
                  <a:lnTo>
                    <a:pt x="774" y="851"/>
                  </a:lnTo>
                  <a:lnTo>
                    <a:pt x="778" y="851"/>
                  </a:lnTo>
                  <a:lnTo>
                    <a:pt x="782" y="851"/>
                  </a:lnTo>
                  <a:lnTo>
                    <a:pt x="784" y="851"/>
                  </a:lnTo>
                  <a:lnTo>
                    <a:pt x="788" y="851"/>
                  </a:lnTo>
                  <a:lnTo>
                    <a:pt x="790" y="851"/>
                  </a:lnTo>
                  <a:lnTo>
                    <a:pt x="792" y="851"/>
                  </a:lnTo>
                  <a:lnTo>
                    <a:pt x="795" y="851"/>
                  </a:lnTo>
                  <a:lnTo>
                    <a:pt x="797" y="851"/>
                  </a:lnTo>
                  <a:lnTo>
                    <a:pt x="798" y="850"/>
                  </a:lnTo>
                  <a:lnTo>
                    <a:pt x="801" y="850"/>
                  </a:lnTo>
                  <a:lnTo>
                    <a:pt x="803" y="850"/>
                  </a:lnTo>
                  <a:lnTo>
                    <a:pt x="804" y="849"/>
                  </a:lnTo>
                  <a:lnTo>
                    <a:pt x="806" y="849"/>
                  </a:lnTo>
                  <a:lnTo>
                    <a:pt x="808" y="847"/>
                  </a:lnTo>
                  <a:lnTo>
                    <a:pt x="809" y="847"/>
                  </a:lnTo>
                  <a:lnTo>
                    <a:pt x="810" y="846"/>
                  </a:lnTo>
                  <a:lnTo>
                    <a:pt x="812" y="845"/>
                  </a:lnTo>
                  <a:lnTo>
                    <a:pt x="813" y="844"/>
                  </a:lnTo>
                  <a:lnTo>
                    <a:pt x="814" y="843"/>
                  </a:lnTo>
                  <a:lnTo>
                    <a:pt x="815" y="841"/>
                  </a:lnTo>
                  <a:lnTo>
                    <a:pt x="816" y="839"/>
                  </a:lnTo>
                  <a:lnTo>
                    <a:pt x="818" y="838"/>
                  </a:lnTo>
                  <a:lnTo>
                    <a:pt x="819" y="835"/>
                  </a:lnTo>
                  <a:lnTo>
                    <a:pt x="820" y="833"/>
                  </a:lnTo>
                  <a:lnTo>
                    <a:pt x="821" y="831"/>
                  </a:lnTo>
                  <a:lnTo>
                    <a:pt x="822" y="828"/>
                  </a:lnTo>
                  <a:lnTo>
                    <a:pt x="825" y="826"/>
                  </a:lnTo>
                  <a:lnTo>
                    <a:pt x="826" y="823"/>
                  </a:lnTo>
                  <a:lnTo>
                    <a:pt x="827" y="820"/>
                  </a:lnTo>
                  <a:lnTo>
                    <a:pt x="828" y="816"/>
                  </a:lnTo>
                  <a:lnTo>
                    <a:pt x="831" y="813"/>
                  </a:lnTo>
                  <a:lnTo>
                    <a:pt x="832" y="809"/>
                  </a:lnTo>
                  <a:lnTo>
                    <a:pt x="834" y="805"/>
                  </a:lnTo>
                  <a:lnTo>
                    <a:pt x="836" y="802"/>
                  </a:lnTo>
                  <a:lnTo>
                    <a:pt x="837" y="798"/>
                  </a:lnTo>
                  <a:lnTo>
                    <a:pt x="838" y="795"/>
                  </a:lnTo>
                  <a:lnTo>
                    <a:pt x="840" y="791"/>
                  </a:lnTo>
                  <a:lnTo>
                    <a:pt x="842" y="789"/>
                  </a:lnTo>
                  <a:lnTo>
                    <a:pt x="843" y="786"/>
                  </a:lnTo>
                  <a:lnTo>
                    <a:pt x="843" y="783"/>
                  </a:lnTo>
                  <a:lnTo>
                    <a:pt x="844" y="780"/>
                  </a:lnTo>
                  <a:lnTo>
                    <a:pt x="845" y="778"/>
                  </a:lnTo>
                  <a:lnTo>
                    <a:pt x="846" y="775"/>
                  </a:lnTo>
                  <a:lnTo>
                    <a:pt x="846" y="772"/>
                  </a:lnTo>
                  <a:lnTo>
                    <a:pt x="848" y="769"/>
                  </a:lnTo>
                  <a:lnTo>
                    <a:pt x="848" y="767"/>
                  </a:lnTo>
                  <a:lnTo>
                    <a:pt x="849" y="763"/>
                  </a:lnTo>
                  <a:lnTo>
                    <a:pt x="849" y="761"/>
                  </a:lnTo>
                  <a:lnTo>
                    <a:pt x="850" y="757"/>
                  </a:lnTo>
                  <a:lnTo>
                    <a:pt x="850" y="755"/>
                  </a:lnTo>
                  <a:lnTo>
                    <a:pt x="850" y="751"/>
                  </a:lnTo>
                  <a:lnTo>
                    <a:pt x="850" y="748"/>
                  </a:lnTo>
                  <a:lnTo>
                    <a:pt x="851" y="744"/>
                  </a:lnTo>
                  <a:lnTo>
                    <a:pt x="851" y="740"/>
                  </a:lnTo>
                  <a:lnTo>
                    <a:pt x="851" y="736"/>
                  </a:lnTo>
                  <a:lnTo>
                    <a:pt x="851" y="731"/>
                  </a:lnTo>
                  <a:lnTo>
                    <a:pt x="851" y="726"/>
                  </a:lnTo>
                  <a:lnTo>
                    <a:pt x="851" y="721"/>
                  </a:lnTo>
                  <a:lnTo>
                    <a:pt x="851" y="715"/>
                  </a:lnTo>
                  <a:lnTo>
                    <a:pt x="851" y="709"/>
                  </a:lnTo>
                  <a:lnTo>
                    <a:pt x="851" y="703"/>
                  </a:lnTo>
                  <a:lnTo>
                    <a:pt x="851" y="696"/>
                  </a:lnTo>
                  <a:lnTo>
                    <a:pt x="851" y="689"/>
                  </a:lnTo>
                  <a:lnTo>
                    <a:pt x="851" y="682"/>
                  </a:lnTo>
                  <a:lnTo>
                    <a:pt x="851" y="673"/>
                  </a:lnTo>
                  <a:lnTo>
                    <a:pt x="851" y="666"/>
                  </a:lnTo>
                  <a:lnTo>
                    <a:pt x="851" y="659"/>
                  </a:lnTo>
                  <a:lnTo>
                    <a:pt x="851" y="653"/>
                  </a:lnTo>
                  <a:lnTo>
                    <a:pt x="851" y="647"/>
                  </a:lnTo>
                  <a:lnTo>
                    <a:pt x="851" y="641"/>
                  </a:lnTo>
                  <a:lnTo>
                    <a:pt x="851" y="635"/>
                  </a:lnTo>
                  <a:lnTo>
                    <a:pt x="851" y="629"/>
                  </a:lnTo>
                  <a:lnTo>
                    <a:pt x="851" y="624"/>
                  </a:lnTo>
                  <a:lnTo>
                    <a:pt x="851" y="618"/>
                  </a:lnTo>
                  <a:lnTo>
                    <a:pt x="851" y="613"/>
                  </a:lnTo>
                  <a:lnTo>
                    <a:pt x="851" y="608"/>
                  </a:lnTo>
                  <a:lnTo>
                    <a:pt x="851" y="602"/>
                  </a:lnTo>
                  <a:lnTo>
                    <a:pt x="851" y="596"/>
                  </a:lnTo>
                  <a:lnTo>
                    <a:pt x="851" y="591"/>
                  </a:lnTo>
                  <a:lnTo>
                    <a:pt x="851" y="585"/>
                  </a:lnTo>
                  <a:lnTo>
                    <a:pt x="851" y="579"/>
                  </a:lnTo>
                  <a:lnTo>
                    <a:pt x="851" y="572"/>
                  </a:lnTo>
                  <a:lnTo>
                    <a:pt x="851" y="566"/>
                  </a:lnTo>
                  <a:lnTo>
                    <a:pt x="851" y="559"/>
                  </a:lnTo>
                  <a:lnTo>
                    <a:pt x="851" y="550"/>
                  </a:lnTo>
                  <a:lnTo>
                    <a:pt x="851" y="543"/>
                  </a:lnTo>
                  <a:lnTo>
                    <a:pt x="851" y="535"/>
                  </a:lnTo>
                  <a:lnTo>
                    <a:pt x="851" y="525"/>
                  </a:lnTo>
                  <a:lnTo>
                    <a:pt x="851" y="516"/>
                  </a:lnTo>
                  <a:lnTo>
                    <a:pt x="851" y="505"/>
                  </a:lnTo>
                  <a:lnTo>
                    <a:pt x="851" y="494"/>
                  </a:lnTo>
                  <a:lnTo>
                    <a:pt x="851" y="482"/>
                  </a:lnTo>
                  <a:lnTo>
                    <a:pt x="851" y="469"/>
                  </a:lnTo>
                  <a:lnTo>
                    <a:pt x="851" y="456"/>
                  </a:lnTo>
                  <a:lnTo>
                    <a:pt x="851" y="441"/>
                  </a:lnTo>
                  <a:lnTo>
                    <a:pt x="851" y="425"/>
                  </a:lnTo>
                  <a:lnTo>
                    <a:pt x="851" y="410"/>
                  </a:lnTo>
                  <a:lnTo>
                    <a:pt x="851" y="395"/>
                  </a:lnTo>
                  <a:lnTo>
                    <a:pt x="851" y="382"/>
                  </a:lnTo>
                  <a:lnTo>
                    <a:pt x="851" y="369"/>
                  </a:lnTo>
                  <a:lnTo>
                    <a:pt x="851" y="357"/>
                  </a:lnTo>
                  <a:lnTo>
                    <a:pt x="851" y="346"/>
                  </a:lnTo>
                  <a:lnTo>
                    <a:pt x="851" y="335"/>
                  </a:lnTo>
                  <a:lnTo>
                    <a:pt x="851" y="326"/>
                  </a:lnTo>
                  <a:lnTo>
                    <a:pt x="851" y="316"/>
                  </a:lnTo>
                  <a:lnTo>
                    <a:pt x="851" y="308"/>
                  </a:lnTo>
                  <a:lnTo>
                    <a:pt x="851" y="299"/>
                  </a:lnTo>
                  <a:lnTo>
                    <a:pt x="851" y="292"/>
                  </a:lnTo>
                  <a:lnTo>
                    <a:pt x="851" y="285"/>
                  </a:lnTo>
                  <a:lnTo>
                    <a:pt x="851" y="279"/>
                  </a:lnTo>
                  <a:lnTo>
                    <a:pt x="851" y="272"/>
                  </a:lnTo>
                  <a:lnTo>
                    <a:pt x="851" y="266"/>
                  </a:lnTo>
                  <a:lnTo>
                    <a:pt x="851" y="260"/>
                  </a:lnTo>
                  <a:lnTo>
                    <a:pt x="851" y="255"/>
                  </a:lnTo>
                  <a:lnTo>
                    <a:pt x="851" y="249"/>
                  </a:lnTo>
                  <a:lnTo>
                    <a:pt x="851" y="243"/>
                  </a:lnTo>
                  <a:lnTo>
                    <a:pt x="851" y="238"/>
                  </a:lnTo>
                  <a:lnTo>
                    <a:pt x="851" y="233"/>
                  </a:lnTo>
                  <a:lnTo>
                    <a:pt x="851" y="227"/>
                  </a:lnTo>
                  <a:lnTo>
                    <a:pt x="851" y="222"/>
                  </a:lnTo>
                  <a:lnTo>
                    <a:pt x="851" y="216"/>
                  </a:lnTo>
                  <a:lnTo>
                    <a:pt x="851" y="210"/>
                  </a:lnTo>
                  <a:lnTo>
                    <a:pt x="851" y="204"/>
                  </a:lnTo>
                  <a:lnTo>
                    <a:pt x="851" y="198"/>
                  </a:lnTo>
                  <a:lnTo>
                    <a:pt x="851" y="192"/>
                  </a:lnTo>
                  <a:lnTo>
                    <a:pt x="851" y="185"/>
                  </a:lnTo>
                  <a:lnTo>
                    <a:pt x="851" y="178"/>
                  </a:lnTo>
                  <a:lnTo>
                    <a:pt x="851" y="169"/>
                  </a:lnTo>
                  <a:lnTo>
                    <a:pt x="851" y="162"/>
                  </a:lnTo>
                  <a:lnTo>
                    <a:pt x="851" y="155"/>
                  </a:lnTo>
                  <a:lnTo>
                    <a:pt x="851" y="148"/>
                  </a:lnTo>
                  <a:lnTo>
                    <a:pt x="851" y="142"/>
                  </a:lnTo>
                  <a:lnTo>
                    <a:pt x="851" y="136"/>
                  </a:lnTo>
                  <a:lnTo>
                    <a:pt x="851" y="130"/>
                  </a:lnTo>
                  <a:lnTo>
                    <a:pt x="851" y="125"/>
                  </a:lnTo>
                  <a:lnTo>
                    <a:pt x="851" y="120"/>
                  </a:lnTo>
                  <a:lnTo>
                    <a:pt x="851" y="115"/>
                  </a:lnTo>
                  <a:lnTo>
                    <a:pt x="851" y="110"/>
                  </a:lnTo>
                  <a:lnTo>
                    <a:pt x="851" y="107"/>
                  </a:lnTo>
                  <a:lnTo>
                    <a:pt x="850" y="103"/>
                  </a:lnTo>
                  <a:lnTo>
                    <a:pt x="850" y="100"/>
                  </a:lnTo>
                  <a:lnTo>
                    <a:pt x="850" y="96"/>
                  </a:lnTo>
                  <a:lnTo>
                    <a:pt x="850" y="92"/>
                  </a:lnTo>
                  <a:lnTo>
                    <a:pt x="849" y="90"/>
                  </a:lnTo>
                  <a:lnTo>
                    <a:pt x="849" y="86"/>
                  </a:lnTo>
                  <a:lnTo>
                    <a:pt x="848" y="84"/>
                  </a:lnTo>
                  <a:lnTo>
                    <a:pt x="848" y="82"/>
                  </a:lnTo>
                  <a:lnTo>
                    <a:pt x="846" y="79"/>
                  </a:lnTo>
                  <a:lnTo>
                    <a:pt x="846" y="76"/>
                  </a:lnTo>
                  <a:lnTo>
                    <a:pt x="845" y="73"/>
                  </a:lnTo>
                  <a:lnTo>
                    <a:pt x="844" y="71"/>
                  </a:lnTo>
                  <a:lnTo>
                    <a:pt x="843" y="68"/>
                  </a:lnTo>
                  <a:lnTo>
                    <a:pt x="843" y="65"/>
                  </a:lnTo>
                  <a:lnTo>
                    <a:pt x="842" y="62"/>
                  </a:lnTo>
                  <a:lnTo>
                    <a:pt x="840" y="59"/>
                  </a:lnTo>
                  <a:lnTo>
                    <a:pt x="838" y="56"/>
                  </a:lnTo>
                  <a:lnTo>
                    <a:pt x="837" y="53"/>
                  </a:lnTo>
                  <a:lnTo>
                    <a:pt x="836" y="49"/>
                  </a:lnTo>
                  <a:lnTo>
                    <a:pt x="834" y="46"/>
                  </a:lnTo>
                  <a:lnTo>
                    <a:pt x="832" y="42"/>
                  </a:lnTo>
                  <a:lnTo>
                    <a:pt x="831" y="38"/>
                  </a:lnTo>
                  <a:lnTo>
                    <a:pt x="828" y="35"/>
                  </a:lnTo>
                  <a:lnTo>
                    <a:pt x="827" y="31"/>
                  </a:lnTo>
                  <a:lnTo>
                    <a:pt x="826" y="28"/>
                  </a:lnTo>
                  <a:lnTo>
                    <a:pt x="825" y="25"/>
                  </a:lnTo>
                  <a:lnTo>
                    <a:pt x="822" y="23"/>
                  </a:lnTo>
                  <a:lnTo>
                    <a:pt x="821" y="20"/>
                  </a:lnTo>
                  <a:lnTo>
                    <a:pt x="820" y="18"/>
                  </a:lnTo>
                  <a:lnTo>
                    <a:pt x="819" y="16"/>
                  </a:lnTo>
                  <a:lnTo>
                    <a:pt x="818" y="13"/>
                  </a:lnTo>
                  <a:lnTo>
                    <a:pt x="816" y="12"/>
                  </a:lnTo>
                  <a:lnTo>
                    <a:pt x="815" y="10"/>
                  </a:lnTo>
                  <a:lnTo>
                    <a:pt x="814" y="8"/>
                  </a:lnTo>
                  <a:lnTo>
                    <a:pt x="813" y="7"/>
                  </a:lnTo>
                  <a:lnTo>
                    <a:pt x="812" y="6"/>
                  </a:lnTo>
                  <a:lnTo>
                    <a:pt x="810" y="5"/>
                  </a:lnTo>
                  <a:lnTo>
                    <a:pt x="809" y="3"/>
                  </a:lnTo>
                  <a:lnTo>
                    <a:pt x="808" y="3"/>
                  </a:lnTo>
                  <a:lnTo>
                    <a:pt x="806" y="2"/>
                  </a:lnTo>
                  <a:lnTo>
                    <a:pt x="804" y="2"/>
                  </a:lnTo>
                  <a:lnTo>
                    <a:pt x="803" y="1"/>
                  </a:lnTo>
                  <a:lnTo>
                    <a:pt x="801" y="1"/>
                  </a:lnTo>
                  <a:lnTo>
                    <a:pt x="798" y="0"/>
                  </a:lnTo>
                  <a:lnTo>
                    <a:pt x="797" y="0"/>
                  </a:lnTo>
                  <a:lnTo>
                    <a:pt x="795" y="0"/>
                  </a:lnTo>
                  <a:lnTo>
                    <a:pt x="792" y="0"/>
                  </a:lnTo>
                  <a:lnTo>
                    <a:pt x="790" y="0"/>
                  </a:lnTo>
                  <a:lnTo>
                    <a:pt x="788" y="0"/>
                  </a:lnTo>
                  <a:lnTo>
                    <a:pt x="784" y="0"/>
                  </a:lnTo>
                  <a:lnTo>
                    <a:pt x="782" y="0"/>
                  </a:lnTo>
                  <a:lnTo>
                    <a:pt x="778" y="0"/>
                  </a:lnTo>
                  <a:lnTo>
                    <a:pt x="774" y="0"/>
                  </a:lnTo>
                  <a:lnTo>
                    <a:pt x="771" y="0"/>
                  </a:lnTo>
                  <a:lnTo>
                    <a:pt x="767" y="0"/>
                  </a:lnTo>
                  <a:lnTo>
                    <a:pt x="764" y="0"/>
                  </a:lnTo>
                  <a:lnTo>
                    <a:pt x="761" y="0"/>
                  </a:lnTo>
                  <a:lnTo>
                    <a:pt x="758" y="0"/>
                  </a:lnTo>
                  <a:lnTo>
                    <a:pt x="754" y="0"/>
                  </a:lnTo>
                  <a:lnTo>
                    <a:pt x="750" y="0"/>
                  </a:lnTo>
                  <a:lnTo>
                    <a:pt x="747" y="0"/>
                  </a:lnTo>
                  <a:lnTo>
                    <a:pt x="743" y="0"/>
                  </a:lnTo>
                  <a:lnTo>
                    <a:pt x="738" y="0"/>
                  </a:lnTo>
                  <a:lnTo>
                    <a:pt x="733" y="0"/>
                  </a:lnTo>
                  <a:lnTo>
                    <a:pt x="729" y="0"/>
                  </a:lnTo>
                  <a:lnTo>
                    <a:pt x="723" y="0"/>
                  </a:lnTo>
                  <a:lnTo>
                    <a:pt x="717" y="0"/>
                  </a:lnTo>
                  <a:lnTo>
                    <a:pt x="709" y="0"/>
                  </a:lnTo>
                  <a:lnTo>
                    <a:pt x="701" y="0"/>
                  </a:lnTo>
                  <a:lnTo>
                    <a:pt x="693" y="0"/>
                  </a:lnTo>
                  <a:lnTo>
                    <a:pt x="684" y="0"/>
                  </a:lnTo>
                  <a:lnTo>
                    <a:pt x="673" y="0"/>
                  </a:lnTo>
                  <a:lnTo>
                    <a:pt x="661" y="0"/>
                  </a:lnTo>
                  <a:lnTo>
                    <a:pt x="649" y="0"/>
                  </a:lnTo>
                  <a:lnTo>
                    <a:pt x="636" y="0"/>
                  </a:lnTo>
                  <a:lnTo>
                    <a:pt x="622" y="0"/>
                  </a:lnTo>
                  <a:lnTo>
                    <a:pt x="605" y="0"/>
                  </a:lnTo>
                  <a:lnTo>
                    <a:pt x="588" y="0"/>
                  </a:lnTo>
                  <a:lnTo>
                    <a:pt x="570" y="0"/>
                  </a:lnTo>
                  <a:lnTo>
                    <a:pt x="550" y="0"/>
                  </a:lnTo>
                  <a:lnTo>
                    <a:pt x="528" y="0"/>
                  </a:lnTo>
                  <a:lnTo>
                    <a:pt x="505" y="0"/>
                  </a:lnTo>
                  <a:lnTo>
                    <a:pt x="480" y="0"/>
                  </a:lnTo>
                  <a:lnTo>
                    <a:pt x="453" y="0"/>
                  </a:lnTo>
                  <a:lnTo>
                    <a:pt x="426" y="0"/>
                  </a:lnTo>
                  <a:close/>
                </a:path>
              </a:pathLst>
            </a:custGeom>
            <a:noFill/>
            <a:ln w="17463">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82" name="Rectangle 135">
              <a:extLst>
                <a:ext uri="{FF2B5EF4-FFF2-40B4-BE49-F238E27FC236}">
                  <a16:creationId xmlns:a16="http://schemas.microsoft.com/office/drawing/2014/main" id="{5AD60712-4ADD-4CFB-8B7B-2AC781B60976}"/>
                </a:ext>
              </a:extLst>
            </p:cNvPr>
            <p:cNvSpPr>
              <a:spLocks noChangeArrowheads="1"/>
            </p:cNvSpPr>
            <p:nvPr/>
          </p:nvSpPr>
          <p:spPr bwMode="auto">
            <a:xfrm>
              <a:off x="3400425" y="4146550"/>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83" name="Freeform 194">
              <a:extLst>
                <a:ext uri="{FF2B5EF4-FFF2-40B4-BE49-F238E27FC236}">
                  <a16:creationId xmlns:a16="http://schemas.microsoft.com/office/drawing/2014/main" id="{2D45284B-B407-4906-9D36-0868AA89FFAE}"/>
                </a:ext>
              </a:extLst>
            </p:cNvPr>
            <p:cNvSpPr>
              <a:spLocks/>
            </p:cNvSpPr>
            <p:nvPr/>
          </p:nvSpPr>
          <p:spPr bwMode="auto">
            <a:xfrm>
              <a:off x="3952875" y="4932362"/>
              <a:ext cx="1420813" cy="203200"/>
            </a:xfrm>
            <a:custGeom>
              <a:avLst/>
              <a:gdLst>
                <a:gd name="T0" fmla="*/ 2147483646 w 1789"/>
                <a:gd name="T1" fmla="*/ 0 h 255"/>
                <a:gd name="T2" fmla="*/ 2147483646 w 1789"/>
                <a:gd name="T3" fmla="*/ 0 h 255"/>
                <a:gd name="T4" fmla="*/ 2147483646 w 1789"/>
                <a:gd name="T5" fmla="*/ 0 h 255"/>
                <a:gd name="T6" fmla="*/ 2147483646 w 1789"/>
                <a:gd name="T7" fmla="*/ 0 h 255"/>
                <a:gd name="T8" fmla="*/ 2147483646 w 1789"/>
                <a:gd name="T9" fmla="*/ 0 h 255"/>
                <a:gd name="T10" fmla="*/ 2147483646 w 1789"/>
                <a:gd name="T11" fmla="*/ 0 h 255"/>
                <a:gd name="T12" fmla="*/ 2147483646 w 1789"/>
                <a:gd name="T13" fmla="*/ 2147483646 h 255"/>
                <a:gd name="T14" fmla="*/ 2147483646 w 1789"/>
                <a:gd name="T15" fmla="*/ 2147483646 h 255"/>
                <a:gd name="T16" fmla="*/ 2147483646 w 1789"/>
                <a:gd name="T17" fmla="*/ 2147483646 h 255"/>
                <a:gd name="T18" fmla="*/ 2147483646 w 1789"/>
                <a:gd name="T19" fmla="*/ 2147483646 h 255"/>
                <a:gd name="T20" fmla="*/ 2147483646 w 1789"/>
                <a:gd name="T21" fmla="*/ 2147483646 h 255"/>
                <a:gd name="T22" fmla="*/ 2147483646 w 1789"/>
                <a:gd name="T23" fmla="*/ 2147483646 h 255"/>
                <a:gd name="T24" fmla="*/ 0 w 1789"/>
                <a:gd name="T25" fmla="*/ 2147483646 h 255"/>
                <a:gd name="T26" fmla="*/ 0 w 1789"/>
                <a:gd name="T27" fmla="*/ 2147483646 h 255"/>
                <a:gd name="T28" fmla="*/ 0 w 1789"/>
                <a:gd name="T29" fmla="*/ 2147483646 h 255"/>
                <a:gd name="T30" fmla="*/ 2147483646 w 1789"/>
                <a:gd name="T31" fmla="*/ 2147483646 h 255"/>
                <a:gd name="T32" fmla="*/ 2147483646 w 1789"/>
                <a:gd name="T33" fmla="*/ 2147483646 h 255"/>
                <a:gd name="T34" fmla="*/ 2147483646 w 1789"/>
                <a:gd name="T35" fmla="*/ 2147483646 h 255"/>
                <a:gd name="T36" fmla="*/ 2147483646 w 1789"/>
                <a:gd name="T37" fmla="*/ 2147483646 h 255"/>
                <a:gd name="T38" fmla="*/ 2147483646 w 1789"/>
                <a:gd name="T39" fmla="*/ 2147483646 h 255"/>
                <a:gd name="T40" fmla="*/ 2147483646 w 1789"/>
                <a:gd name="T41" fmla="*/ 2147483646 h 255"/>
                <a:gd name="T42" fmla="*/ 2147483646 w 1789"/>
                <a:gd name="T43" fmla="*/ 2147483646 h 255"/>
                <a:gd name="T44" fmla="*/ 2147483646 w 1789"/>
                <a:gd name="T45" fmla="*/ 2147483646 h 255"/>
                <a:gd name="T46" fmla="*/ 2147483646 w 1789"/>
                <a:gd name="T47" fmla="*/ 2147483646 h 255"/>
                <a:gd name="T48" fmla="*/ 2147483646 w 1789"/>
                <a:gd name="T49" fmla="*/ 2147483646 h 255"/>
                <a:gd name="T50" fmla="*/ 2147483646 w 1789"/>
                <a:gd name="T51" fmla="*/ 2147483646 h 255"/>
                <a:gd name="T52" fmla="*/ 2147483646 w 1789"/>
                <a:gd name="T53" fmla="*/ 2147483646 h 255"/>
                <a:gd name="T54" fmla="*/ 2147483646 w 1789"/>
                <a:gd name="T55" fmla="*/ 2147483646 h 255"/>
                <a:gd name="T56" fmla="*/ 2147483646 w 1789"/>
                <a:gd name="T57" fmla="*/ 2147483646 h 255"/>
                <a:gd name="T58" fmla="*/ 2147483646 w 1789"/>
                <a:gd name="T59" fmla="*/ 2147483646 h 255"/>
                <a:gd name="T60" fmla="*/ 2147483646 w 1789"/>
                <a:gd name="T61" fmla="*/ 2147483646 h 255"/>
                <a:gd name="T62" fmla="*/ 2147483646 w 1789"/>
                <a:gd name="T63" fmla="*/ 2147483646 h 255"/>
                <a:gd name="T64" fmla="*/ 2147483646 w 1789"/>
                <a:gd name="T65" fmla="*/ 2147483646 h 255"/>
                <a:gd name="T66" fmla="*/ 2147483646 w 1789"/>
                <a:gd name="T67" fmla="*/ 2147483646 h 255"/>
                <a:gd name="T68" fmla="*/ 2147483646 w 1789"/>
                <a:gd name="T69" fmla="*/ 2147483646 h 255"/>
                <a:gd name="T70" fmla="*/ 2147483646 w 1789"/>
                <a:gd name="T71" fmla="*/ 2147483646 h 255"/>
                <a:gd name="T72" fmla="*/ 2147483646 w 1789"/>
                <a:gd name="T73" fmla="*/ 2147483646 h 255"/>
                <a:gd name="T74" fmla="*/ 2147483646 w 1789"/>
                <a:gd name="T75" fmla="*/ 2147483646 h 255"/>
                <a:gd name="T76" fmla="*/ 2147483646 w 1789"/>
                <a:gd name="T77" fmla="*/ 2147483646 h 255"/>
                <a:gd name="T78" fmla="*/ 2147483646 w 1789"/>
                <a:gd name="T79" fmla="*/ 2147483646 h 255"/>
                <a:gd name="T80" fmla="*/ 2147483646 w 1789"/>
                <a:gd name="T81" fmla="*/ 2147483646 h 255"/>
                <a:gd name="T82" fmla="*/ 2147483646 w 1789"/>
                <a:gd name="T83" fmla="*/ 2147483646 h 255"/>
                <a:gd name="T84" fmla="*/ 2147483646 w 1789"/>
                <a:gd name="T85" fmla="*/ 2147483646 h 255"/>
                <a:gd name="T86" fmla="*/ 2147483646 w 1789"/>
                <a:gd name="T87" fmla="*/ 2147483646 h 255"/>
                <a:gd name="T88" fmla="*/ 2147483646 w 1789"/>
                <a:gd name="T89" fmla="*/ 2147483646 h 255"/>
                <a:gd name="T90" fmla="*/ 2147483646 w 1789"/>
                <a:gd name="T91" fmla="*/ 2147483646 h 255"/>
                <a:gd name="T92" fmla="*/ 2147483646 w 1789"/>
                <a:gd name="T93" fmla="*/ 2147483646 h 255"/>
                <a:gd name="T94" fmla="*/ 2147483646 w 1789"/>
                <a:gd name="T95" fmla="*/ 2147483646 h 255"/>
                <a:gd name="T96" fmla="*/ 2147483646 w 1789"/>
                <a:gd name="T97" fmla="*/ 2147483646 h 255"/>
                <a:gd name="T98" fmla="*/ 2147483646 w 1789"/>
                <a:gd name="T99" fmla="*/ 2147483646 h 255"/>
                <a:gd name="T100" fmla="*/ 2147483646 w 1789"/>
                <a:gd name="T101" fmla="*/ 0 h 255"/>
                <a:gd name="T102" fmla="*/ 2147483646 w 1789"/>
                <a:gd name="T103" fmla="*/ 0 h 255"/>
                <a:gd name="T104" fmla="*/ 2147483646 w 1789"/>
                <a:gd name="T105" fmla="*/ 0 h 255"/>
                <a:gd name="T106" fmla="*/ 2147483646 w 1789"/>
                <a:gd name="T107" fmla="*/ 0 h 255"/>
                <a:gd name="T108" fmla="*/ 2147483646 w 1789"/>
                <a:gd name="T109" fmla="*/ 0 h 255"/>
                <a:gd name="T110" fmla="*/ 2147483646 w 1789"/>
                <a:gd name="T111" fmla="*/ 0 h 25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789"/>
                <a:gd name="T169" fmla="*/ 0 h 255"/>
                <a:gd name="T170" fmla="*/ 1789 w 1789"/>
                <a:gd name="T171" fmla="*/ 255 h 25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789" h="255">
                  <a:moveTo>
                    <a:pt x="895" y="0"/>
                  </a:moveTo>
                  <a:lnTo>
                    <a:pt x="836" y="0"/>
                  </a:lnTo>
                  <a:lnTo>
                    <a:pt x="779" y="0"/>
                  </a:lnTo>
                  <a:lnTo>
                    <a:pt x="728" y="0"/>
                  </a:lnTo>
                  <a:lnTo>
                    <a:pt x="679" y="0"/>
                  </a:lnTo>
                  <a:lnTo>
                    <a:pt x="634" y="0"/>
                  </a:lnTo>
                  <a:lnTo>
                    <a:pt x="592" y="0"/>
                  </a:lnTo>
                  <a:lnTo>
                    <a:pt x="553" y="0"/>
                  </a:lnTo>
                  <a:lnTo>
                    <a:pt x="517" y="0"/>
                  </a:lnTo>
                  <a:lnTo>
                    <a:pt x="483" y="0"/>
                  </a:lnTo>
                  <a:lnTo>
                    <a:pt x="452" y="0"/>
                  </a:lnTo>
                  <a:lnTo>
                    <a:pt x="425" y="0"/>
                  </a:lnTo>
                  <a:lnTo>
                    <a:pt x="398" y="0"/>
                  </a:lnTo>
                  <a:lnTo>
                    <a:pt x="374" y="0"/>
                  </a:lnTo>
                  <a:lnTo>
                    <a:pt x="352" y="0"/>
                  </a:lnTo>
                  <a:lnTo>
                    <a:pt x="333" y="0"/>
                  </a:lnTo>
                  <a:lnTo>
                    <a:pt x="315" y="0"/>
                  </a:lnTo>
                  <a:lnTo>
                    <a:pt x="298" y="0"/>
                  </a:lnTo>
                  <a:lnTo>
                    <a:pt x="284" y="0"/>
                  </a:lnTo>
                  <a:lnTo>
                    <a:pt x="271" y="0"/>
                  </a:lnTo>
                  <a:lnTo>
                    <a:pt x="259" y="0"/>
                  </a:lnTo>
                  <a:lnTo>
                    <a:pt x="247" y="0"/>
                  </a:lnTo>
                  <a:lnTo>
                    <a:pt x="237" y="0"/>
                  </a:lnTo>
                  <a:lnTo>
                    <a:pt x="227" y="0"/>
                  </a:lnTo>
                  <a:lnTo>
                    <a:pt x="219" y="0"/>
                  </a:lnTo>
                  <a:lnTo>
                    <a:pt x="212" y="0"/>
                  </a:lnTo>
                  <a:lnTo>
                    <a:pt x="205" y="0"/>
                  </a:lnTo>
                  <a:lnTo>
                    <a:pt x="197" y="0"/>
                  </a:lnTo>
                  <a:lnTo>
                    <a:pt x="190" y="0"/>
                  </a:lnTo>
                  <a:lnTo>
                    <a:pt x="184" y="0"/>
                  </a:lnTo>
                  <a:lnTo>
                    <a:pt x="177" y="0"/>
                  </a:lnTo>
                  <a:lnTo>
                    <a:pt x="170" y="0"/>
                  </a:lnTo>
                  <a:lnTo>
                    <a:pt x="163" y="0"/>
                  </a:lnTo>
                  <a:lnTo>
                    <a:pt x="155" y="0"/>
                  </a:lnTo>
                  <a:lnTo>
                    <a:pt x="148" y="0"/>
                  </a:lnTo>
                  <a:lnTo>
                    <a:pt x="142" y="0"/>
                  </a:lnTo>
                  <a:lnTo>
                    <a:pt x="136" y="0"/>
                  </a:lnTo>
                  <a:lnTo>
                    <a:pt x="130" y="0"/>
                  </a:lnTo>
                  <a:lnTo>
                    <a:pt x="124" y="0"/>
                  </a:lnTo>
                  <a:lnTo>
                    <a:pt x="119" y="0"/>
                  </a:lnTo>
                  <a:lnTo>
                    <a:pt x="114" y="0"/>
                  </a:lnTo>
                  <a:lnTo>
                    <a:pt x="111" y="0"/>
                  </a:lnTo>
                  <a:lnTo>
                    <a:pt x="106" y="0"/>
                  </a:lnTo>
                  <a:lnTo>
                    <a:pt x="102" y="1"/>
                  </a:lnTo>
                  <a:lnTo>
                    <a:pt x="99" y="1"/>
                  </a:lnTo>
                  <a:lnTo>
                    <a:pt x="95" y="1"/>
                  </a:lnTo>
                  <a:lnTo>
                    <a:pt x="92" y="2"/>
                  </a:lnTo>
                  <a:lnTo>
                    <a:pt x="89" y="2"/>
                  </a:lnTo>
                  <a:lnTo>
                    <a:pt x="87" y="4"/>
                  </a:lnTo>
                  <a:lnTo>
                    <a:pt x="83" y="5"/>
                  </a:lnTo>
                  <a:lnTo>
                    <a:pt x="81" y="5"/>
                  </a:lnTo>
                  <a:lnTo>
                    <a:pt x="78" y="6"/>
                  </a:lnTo>
                  <a:lnTo>
                    <a:pt x="76" y="7"/>
                  </a:lnTo>
                  <a:lnTo>
                    <a:pt x="72" y="8"/>
                  </a:lnTo>
                  <a:lnTo>
                    <a:pt x="70" y="10"/>
                  </a:lnTo>
                  <a:lnTo>
                    <a:pt x="68" y="12"/>
                  </a:lnTo>
                  <a:lnTo>
                    <a:pt x="65" y="13"/>
                  </a:lnTo>
                  <a:lnTo>
                    <a:pt x="63" y="14"/>
                  </a:lnTo>
                  <a:lnTo>
                    <a:pt x="60" y="17"/>
                  </a:lnTo>
                  <a:lnTo>
                    <a:pt x="57" y="19"/>
                  </a:lnTo>
                  <a:lnTo>
                    <a:pt x="54" y="20"/>
                  </a:lnTo>
                  <a:lnTo>
                    <a:pt x="51" y="23"/>
                  </a:lnTo>
                  <a:lnTo>
                    <a:pt x="47" y="26"/>
                  </a:lnTo>
                  <a:lnTo>
                    <a:pt x="45" y="29"/>
                  </a:lnTo>
                  <a:lnTo>
                    <a:pt x="40" y="31"/>
                  </a:lnTo>
                  <a:lnTo>
                    <a:pt x="36" y="35"/>
                  </a:lnTo>
                  <a:lnTo>
                    <a:pt x="34" y="37"/>
                  </a:lnTo>
                  <a:lnTo>
                    <a:pt x="30" y="40"/>
                  </a:lnTo>
                  <a:lnTo>
                    <a:pt x="27" y="42"/>
                  </a:lnTo>
                  <a:lnTo>
                    <a:pt x="24" y="44"/>
                  </a:lnTo>
                  <a:lnTo>
                    <a:pt x="22" y="47"/>
                  </a:lnTo>
                  <a:lnTo>
                    <a:pt x="19" y="49"/>
                  </a:lnTo>
                  <a:lnTo>
                    <a:pt x="17" y="50"/>
                  </a:lnTo>
                  <a:lnTo>
                    <a:pt x="15" y="53"/>
                  </a:lnTo>
                  <a:lnTo>
                    <a:pt x="13" y="55"/>
                  </a:lnTo>
                  <a:lnTo>
                    <a:pt x="11" y="56"/>
                  </a:lnTo>
                  <a:lnTo>
                    <a:pt x="10" y="59"/>
                  </a:lnTo>
                  <a:lnTo>
                    <a:pt x="9" y="61"/>
                  </a:lnTo>
                  <a:lnTo>
                    <a:pt x="7" y="64"/>
                  </a:lnTo>
                  <a:lnTo>
                    <a:pt x="6" y="65"/>
                  </a:lnTo>
                  <a:lnTo>
                    <a:pt x="5" y="67"/>
                  </a:lnTo>
                  <a:lnTo>
                    <a:pt x="4" y="70"/>
                  </a:lnTo>
                  <a:lnTo>
                    <a:pt x="4" y="72"/>
                  </a:lnTo>
                  <a:lnTo>
                    <a:pt x="3" y="75"/>
                  </a:lnTo>
                  <a:lnTo>
                    <a:pt x="1" y="77"/>
                  </a:lnTo>
                  <a:lnTo>
                    <a:pt x="1" y="81"/>
                  </a:lnTo>
                  <a:lnTo>
                    <a:pt x="1" y="83"/>
                  </a:lnTo>
                  <a:lnTo>
                    <a:pt x="0" y="87"/>
                  </a:lnTo>
                  <a:lnTo>
                    <a:pt x="0" y="90"/>
                  </a:lnTo>
                  <a:lnTo>
                    <a:pt x="0" y="94"/>
                  </a:lnTo>
                  <a:lnTo>
                    <a:pt x="0" y="97"/>
                  </a:lnTo>
                  <a:lnTo>
                    <a:pt x="0" y="102"/>
                  </a:lnTo>
                  <a:lnTo>
                    <a:pt x="0" y="106"/>
                  </a:lnTo>
                  <a:lnTo>
                    <a:pt x="0" y="111"/>
                  </a:lnTo>
                  <a:lnTo>
                    <a:pt x="0" y="115"/>
                  </a:lnTo>
                  <a:lnTo>
                    <a:pt x="0" y="121"/>
                  </a:lnTo>
                  <a:lnTo>
                    <a:pt x="0" y="127"/>
                  </a:lnTo>
                  <a:lnTo>
                    <a:pt x="0" y="133"/>
                  </a:lnTo>
                  <a:lnTo>
                    <a:pt x="0" y="138"/>
                  </a:lnTo>
                  <a:lnTo>
                    <a:pt x="0" y="143"/>
                  </a:lnTo>
                  <a:lnTo>
                    <a:pt x="0" y="148"/>
                  </a:lnTo>
                  <a:lnTo>
                    <a:pt x="0" y="153"/>
                  </a:lnTo>
                  <a:lnTo>
                    <a:pt x="0" y="157"/>
                  </a:lnTo>
                  <a:lnTo>
                    <a:pt x="0" y="161"/>
                  </a:lnTo>
                  <a:lnTo>
                    <a:pt x="0" y="165"/>
                  </a:lnTo>
                  <a:lnTo>
                    <a:pt x="0" y="168"/>
                  </a:lnTo>
                  <a:lnTo>
                    <a:pt x="1" y="172"/>
                  </a:lnTo>
                  <a:lnTo>
                    <a:pt x="1" y="174"/>
                  </a:lnTo>
                  <a:lnTo>
                    <a:pt x="1" y="177"/>
                  </a:lnTo>
                  <a:lnTo>
                    <a:pt x="3" y="180"/>
                  </a:lnTo>
                  <a:lnTo>
                    <a:pt x="4" y="183"/>
                  </a:lnTo>
                  <a:lnTo>
                    <a:pt x="4" y="185"/>
                  </a:lnTo>
                  <a:lnTo>
                    <a:pt x="5" y="188"/>
                  </a:lnTo>
                  <a:lnTo>
                    <a:pt x="6" y="190"/>
                  </a:lnTo>
                  <a:lnTo>
                    <a:pt x="7" y="191"/>
                  </a:lnTo>
                  <a:lnTo>
                    <a:pt x="9" y="194"/>
                  </a:lnTo>
                  <a:lnTo>
                    <a:pt x="10" y="196"/>
                  </a:lnTo>
                  <a:lnTo>
                    <a:pt x="11" y="197"/>
                  </a:lnTo>
                  <a:lnTo>
                    <a:pt x="13" y="200"/>
                  </a:lnTo>
                  <a:lnTo>
                    <a:pt x="15" y="202"/>
                  </a:lnTo>
                  <a:lnTo>
                    <a:pt x="17" y="203"/>
                  </a:lnTo>
                  <a:lnTo>
                    <a:pt x="19" y="206"/>
                  </a:lnTo>
                  <a:lnTo>
                    <a:pt x="22" y="208"/>
                  </a:lnTo>
                  <a:lnTo>
                    <a:pt x="24" y="210"/>
                  </a:lnTo>
                  <a:lnTo>
                    <a:pt x="27" y="213"/>
                  </a:lnTo>
                  <a:lnTo>
                    <a:pt x="30" y="215"/>
                  </a:lnTo>
                  <a:lnTo>
                    <a:pt x="34" y="218"/>
                  </a:lnTo>
                  <a:lnTo>
                    <a:pt x="36" y="220"/>
                  </a:lnTo>
                  <a:lnTo>
                    <a:pt x="40" y="224"/>
                  </a:lnTo>
                  <a:lnTo>
                    <a:pt x="45" y="226"/>
                  </a:lnTo>
                  <a:lnTo>
                    <a:pt x="47" y="228"/>
                  </a:lnTo>
                  <a:lnTo>
                    <a:pt x="51" y="231"/>
                  </a:lnTo>
                  <a:lnTo>
                    <a:pt x="54" y="233"/>
                  </a:lnTo>
                  <a:lnTo>
                    <a:pt x="57" y="236"/>
                  </a:lnTo>
                  <a:lnTo>
                    <a:pt x="60" y="238"/>
                  </a:lnTo>
                  <a:lnTo>
                    <a:pt x="63" y="240"/>
                  </a:lnTo>
                  <a:lnTo>
                    <a:pt x="65" y="242"/>
                  </a:lnTo>
                  <a:lnTo>
                    <a:pt x="68" y="243"/>
                  </a:lnTo>
                  <a:lnTo>
                    <a:pt x="70" y="245"/>
                  </a:lnTo>
                  <a:lnTo>
                    <a:pt x="72" y="246"/>
                  </a:lnTo>
                  <a:lnTo>
                    <a:pt x="76" y="248"/>
                  </a:lnTo>
                  <a:lnTo>
                    <a:pt x="78" y="249"/>
                  </a:lnTo>
                  <a:lnTo>
                    <a:pt x="81" y="249"/>
                  </a:lnTo>
                  <a:lnTo>
                    <a:pt x="83" y="250"/>
                  </a:lnTo>
                  <a:lnTo>
                    <a:pt x="87" y="251"/>
                  </a:lnTo>
                  <a:lnTo>
                    <a:pt x="89" y="251"/>
                  </a:lnTo>
                  <a:lnTo>
                    <a:pt x="92" y="252"/>
                  </a:lnTo>
                  <a:lnTo>
                    <a:pt x="95" y="252"/>
                  </a:lnTo>
                  <a:lnTo>
                    <a:pt x="99" y="254"/>
                  </a:lnTo>
                  <a:lnTo>
                    <a:pt x="102" y="254"/>
                  </a:lnTo>
                  <a:lnTo>
                    <a:pt x="106" y="254"/>
                  </a:lnTo>
                  <a:lnTo>
                    <a:pt x="111" y="255"/>
                  </a:lnTo>
                  <a:lnTo>
                    <a:pt x="114" y="255"/>
                  </a:lnTo>
                  <a:lnTo>
                    <a:pt x="119" y="255"/>
                  </a:lnTo>
                  <a:lnTo>
                    <a:pt x="124" y="255"/>
                  </a:lnTo>
                  <a:lnTo>
                    <a:pt x="130" y="255"/>
                  </a:lnTo>
                  <a:lnTo>
                    <a:pt x="136" y="255"/>
                  </a:lnTo>
                  <a:lnTo>
                    <a:pt x="142" y="255"/>
                  </a:lnTo>
                  <a:lnTo>
                    <a:pt x="148" y="255"/>
                  </a:lnTo>
                  <a:lnTo>
                    <a:pt x="155" y="255"/>
                  </a:lnTo>
                  <a:lnTo>
                    <a:pt x="163" y="255"/>
                  </a:lnTo>
                  <a:lnTo>
                    <a:pt x="170" y="255"/>
                  </a:lnTo>
                  <a:lnTo>
                    <a:pt x="177" y="255"/>
                  </a:lnTo>
                  <a:lnTo>
                    <a:pt x="184" y="255"/>
                  </a:lnTo>
                  <a:lnTo>
                    <a:pt x="190" y="255"/>
                  </a:lnTo>
                  <a:lnTo>
                    <a:pt x="197" y="255"/>
                  </a:lnTo>
                  <a:lnTo>
                    <a:pt x="205" y="255"/>
                  </a:lnTo>
                  <a:lnTo>
                    <a:pt x="212" y="255"/>
                  </a:lnTo>
                  <a:lnTo>
                    <a:pt x="219" y="255"/>
                  </a:lnTo>
                  <a:lnTo>
                    <a:pt x="227" y="255"/>
                  </a:lnTo>
                  <a:lnTo>
                    <a:pt x="237" y="255"/>
                  </a:lnTo>
                  <a:lnTo>
                    <a:pt x="247" y="255"/>
                  </a:lnTo>
                  <a:lnTo>
                    <a:pt x="259" y="255"/>
                  </a:lnTo>
                  <a:lnTo>
                    <a:pt x="271" y="255"/>
                  </a:lnTo>
                  <a:lnTo>
                    <a:pt x="284" y="255"/>
                  </a:lnTo>
                  <a:lnTo>
                    <a:pt x="298" y="255"/>
                  </a:lnTo>
                  <a:lnTo>
                    <a:pt x="315" y="255"/>
                  </a:lnTo>
                  <a:lnTo>
                    <a:pt x="333" y="255"/>
                  </a:lnTo>
                  <a:lnTo>
                    <a:pt x="352" y="255"/>
                  </a:lnTo>
                  <a:lnTo>
                    <a:pt x="374" y="255"/>
                  </a:lnTo>
                  <a:lnTo>
                    <a:pt x="398" y="255"/>
                  </a:lnTo>
                  <a:lnTo>
                    <a:pt x="425" y="255"/>
                  </a:lnTo>
                  <a:lnTo>
                    <a:pt x="452" y="255"/>
                  </a:lnTo>
                  <a:lnTo>
                    <a:pt x="483" y="255"/>
                  </a:lnTo>
                  <a:lnTo>
                    <a:pt x="517" y="255"/>
                  </a:lnTo>
                  <a:lnTo>
                    <a:pt x="553" y="255"/>
                  </a:lnTo>
                  <a:lnTo>
                    <a:pt x="592" y="255"/>
                  </a:lnTo>
                  <a:lnTo>
                    <a:pt x="634" y="255"/>
                  </a:lnTo>
                  <a:lnTo>
                    <a:pt x="679" y="255"/>
                  </a:lnTo>
                  <a:lnTo>
                    <a:pt x="728" y="255"/>
                  </a:lnTo>
                  <a:lnTo>
                    <a:pt x="779" y="255"/>
                  </a:lnTo>
                  <a:lnTo>
                    <a:pt x="836" y="255"/>
                  </a:lnTo>
                  <a:lnTo>
                    <a:pt x="895" y="255"/>
                  </a:lnTo>
                  <a:lnTo>
                    <a:pt x="954" y="255"/>
                  </a:lnTo>
                  <a:lnTo>
                    <a:pt x="1009" y="255"/>
                  </a:lnTo>
                  <a:lnTo>
                    <a:pt x="1061" y="255"/>
                  </a:lnTo>
                  <a:lnTo>
                    <a:pt x="1109" y="255"/>
                  </a:lnTo>
                  <a:lnTo>
                    <a:pt x="1154" y="255"/>
                  </a:lnTo>
                  <a:lnTo>
                    <a:pt x="1196" y="255"/>
                  </a:lnTo>
                  <a:lnTo>
                    <a:pt x="1236" y="255"/>
                  </a:lnTo>
                  <a:lnTo>
                    <a:pt x="1272" y="255"/>
                  </a:lnTo>
                  <a:lnTo>
                    <a:pt x="1305" y="255"/>
                  </a:lnTo>
                  <a:lnTo>
                    <a:pt x="1336" y="255"/>
                  </a:lnTo>
                  <a:lnTo>
                    <a:pt x="1365" y="255"/>
                  </a:lnTo>
                  <a:lnTo>
                    <a:pt x="1390" y="255"/>
                  </a:lnTo>
                  <a:lnTo>
                    <a:pt x="1414" y="255"/>
                  </a:lnTo>
                  <a:lnTo>
                    <a:pt x="1436" y="255"/>
                  </a:lnTo>
                  <a:lnTo>
                    <a:pt x="1456" y="255"/>
                  </a:lnTo>
                  <a:lnTo>
                    <a:pt x="1474" y="255"/>
                  </a:lnTo>
                  <a:lnTo>
                    <a:pt x="1490" y="255"/>
                  </a:lnTo>
                  <a:lnTo>
                    <a:pt x="1505" y="255"/>
                  </a:lnTo>
                  <a:lnTo>
                    <a:pt x="1519" y="255"/>
                  </a:lnTo>
                  <a:lnTo>
                    <a:pt x="1531" y="255"/>
                  </a:lnTo>
                  <a:lnTo>
                    <a:pt x="1541" y="255"/>
                  </a:lnTo>
                  <a:lnTo>
                    <a:pt x="1551" y="255"/>
                  </a:lnTo>
                  <a:lnTo>
                    <a:pt x="1561" y="255"/>
                  </a:lnTo>
                  <a:lnTo>
                    <a:pt x="1569" y="255"/>
                  </a:lnTo>
                  <a:lnTo>
                    <a:pt x="1576" y="255"/>
                  </a:lnTo>
                  <a:lnTo>
                    <a:pt x="1585" y="255"/>
                  </a:lnTo>
                  <a:lnTo>
                    <a:pt x="1591" y="255"/>
                  </a:lnTo>
                  <a:lnTo>
                    <a:pt x="1598" y="255"/>
                  </a:lnTo>
                  <a:lnTo>
                    <a:pt x="1605" y="255"/>
                  </a:lnTo>
                  <a:lnTo>
                    <a:pt x="1611" y="255"/>
                  </a:lnTo>
                  <a:lnTo>
                    <a:pt x="1618" y="255"/>
                  </a:lnTo>
                  <a:lnTo>
                    <a:pt x="1626" y="255"/>
                  </a:lnTo>
                  <a:lnTo>
                    <a:pt x="1634" y="255"/>
                  </a:lnTo>
                  <a:lnTo>
                    <a:pt x="1640" y="255"/>
                  </a:lnTo>
                  <a:lnTo>
                    <a:pt x="1647" y="255"/>
                  </a:lnTo>
                  <a:lnTo>
                    <a:pt x="1653" y="255"/>
                  </a:lnTo>
                  <a:lnTo>
                    <a:pt x="1659" y="255"/>
                  </a:lnTo>
                  <a:lnTo>
                    <a:pt x="1664" y="255"/>
                  </a:lnTo>
                  <a:lnTo>
                    <a:pt x="1669" y="255"/>
                  </a:lnTo>
                  <a:lnTo>
                    <a:pt x="1674" y="255"/>
                  </a:lnTo>
                  <a:lnTo>
                    <a:pt x="1678" y="255"/>
                  </a:lnTo>
                  <a:lnTo>
                    <a:pt x="1682" y="254"/>
                  </a:lnTo>
                  <a:lnTo>
                    <a:pt x="1686" y="254"/>
                  </a:lnTo>
                  <a:lnTo>
                    <a:pt x="1691" y="254"/>
                  </a:lnTo>
                  <a:lnTo>
                    <a:pt x="1693" y="252"/>
                  </a:lnTo>
                  <a:lnTo>
                    <a:pt x="1697" y="252"/>
                  </a:lnTo>
                  <a:lnTo>
                    <a:pt x="1700" y="251"/>
                  </a:lnTo>
                  <a:lnTo>
                    <a:pt x="1703" y="251"/>
                  </a:lnTo>
                  <a:lnTo>
                    <a:pt x="1705" y="250"/>
                  </a:lnTo>
                  <a:lnTo>
                    <a:pt x="1709" y="249"/>
                  </a:lnTo>
                  <a:lnTo>
                    <a:pt x="1711" y="249"/>
                  </a:lnTo>
                  <a:lnTo>
                    <a:pt x="1713" y="248"/>
                  </a:lnTo>
                  <a:lnTo>
                    <a:pt x="1716" y="246"/>
                  </a:lnTo>
                  <a:lnTo>
                    <a:pt x="1718" y="245"/>
                  </a:lnTo>
                  <a:lnTo>
                    <a:pt x="1721" y="243"/>
                  </a:lnTo>
                  <a:lnTo>
                    <a:pt x="1723" y="242"/>
                  </a:lnTo>
                  <a:lnTo>
                    <a:pt x="1727" y="240"/>
                  </a:lnTo>
                  <a:lnTo>
                    <a:pt x="1729" y="238"/>
                  </a:lnTo>
                  <a:lnTo>
                    <a:pt x="1731" y="236"/>
                  </a:lnTo>
                  <a:lnTo>
                    <a:pt x="1735" y="233"/>
                  </a:lnTo>
                  <a:lnTo>
                    <a:pt x="1737" y="231"/>
                  </a:lnTo>
                  <a:lnTo>
                    <a:pt x="1741" y="228"/>
                  </a:lnTo>
                  <a:lnTo>
                    <a:pt x="1745" y="226"/>
                  </a:lnTo>
                  <a:lnTo>
                    <a:pt x="1748" y="224"/>
                  </a:lnTo>
                  <a:lnTo>
                    <a:pt x="1752" y="220"/>
                  </a:lnTo>
                  <a:lnTo>
                    <a:pt x="1755" y="218"/>
                  </a:lnTo>
                  <a:lnTo>
                    <a:pt x="1759" y="215"/>
                  </a:lnTo>
                  <a:lnTo>
                    <a:pt x="1761" y="213"/>
                  </a:lnTo>
                  <a:lnTo>
                    <a:pt x="1765" y="210"/>
                  </a:lnTo>
                  <a:lnTo>
                    <a:pt x="1767" y="208"/>
                  </a:lnTo>
                  <a:lnTo>
                    <a:pt x="1770" y="206"/>
                  </a:lnTo>
                  <a:lnTo>
                    <a:pt x="1772" y="203"/>
                  </a:lnTo>
                  <a:lnTo>
                    <a:pt x="1773" y="202"/>
                  </a:lnTo>
                  <a:lnTo>
                    <a:pt x="1776" y="200"/>
                  </a:lnTo>
                  <a:lnTo>
                    <a:pt x="1777" y="197"/>
                  </a:lnTo>
                  <a:lnTo>
                    <a:pt x="1779" y="196"/>
                  </a:lnTo>
                  <a:lnTo>
                    <a:pt x="1781" y="194"/>
                  </a:lnTo>
                  <a:lnTo>
                    <a:pt x="1782" y="191"/>
                  </a:lnTo>
                  <a:lnTo>
                    <a:pt x="1783" y="190"/>
                  </a:lnTo>
                  <a:lnTo>
                    <a:pt x="1784" y="188"/>
                  </a:lnTo>
                  <a:lnTo>
                    <a:pt x="1784" y="185"/>
                  </a:lnTo>
                  <a:lnTo>
                    <a:pt x="1785" y="183"/>
                  </a:lnTo>
                  <a:lnTo>
                    <a:pt x="1787" y="180"/>
                  </a:lnTo>
                  <a:lnTo>
                    <a:pt x="1787" y="177"/>
                  </a:lnTo>
                  <a:lnTo>
                    <a:pt x="1788" y="174"/>
                  </a:lnTo>
                  <a:lnTo>
                    <a:pt x="1788" y="172"/>
                  </a:lnTo>
                  <a:lnTo>
                    <a:pt x="1788" y="168"/>
                  </a:lnTo>
                  <a:lnTo>
                    <a:pt x="1788" y="165"/>
                  </a:lnTo>
                  <a:lnTo>
                    <a:pt x="1789" y="161"/>
                  </a:lnTo>
                  <a:lnTo>
                    <a:pt x="1789" y="157"/>
                  </a:lnTo>
                  <a:lnTo>
                    <a:pt x="1789" y="153"/>
                  </a:lnTo>
                  <a:lnTo>
                    <a:pt x="1789" y="148"/>
                  </a:lnTo>
                  <a:lnTo>
                    <a:pt x="1789" y="143"/>
                  </a:lnTo>
                  <a:lnTo>
                    <a:pt x="1789" y="138"/>
                  </a:lnTo>
                  <a:lnTo>
                    <a:pt x="1789" y="133"/>
                  </a:lnTo>
                  <a:lnTo>
                    <a:pt x="1789" y="127"/>
                  </a:lnTo>
                  <a:lnTo>
                    <a:pt x="1789" y="121"/>
                  </a:lnTo>
                  <a:lnTo>
                    <a:pt x="1789" y="115"/>
                  </a:lnTo>
                  <a:lnTo>
                    <a:pt x="1789" y="111"/>
                  </a:lnTo>
                  <a:lnTo>
                    <a:pt x="1789" y="106"/>
                  </a:lnTo>
                  <a:lnTo>
                    <a:pt x="1789" y="102"/>
                  </a:lnTo>
                  <a:lnTo>
                    <a:pt x="1789" y="97"/>
                  </a:lnTo>
                  <a:lnTo>
                    <a:pt x="1789" y="94"/>
                  </a:lnTo>
                  <a:lnTo>
                    <a:pt x="1788" y="90"/>
                  </a:lnTo>
                  <a:lnTo>
                    <a:pt x="1788" y="87"/>
                  </a:lnTo>
                  <a:lnTo>
                    <a:pt x="1788" y="83"/>
                  </a:lnTo>
                  <a:lnTo>
                    <a:pt x="1788" y="81"/>
                  </a:lnTo>
                  <a:lnTo>
                    <a:pt x="1787" y="77"/>
                  </a:lnTo>
                  <a:lnTo>
                    <a:pt x="1787" y="75"/>
                  </a:lnTo>
                  <a:lnTo>
                    <a:pt x="1785" y="72"/>
                  </a:lnTo>
                  <a:lnTo>
                    <a:pt x="1784" y="70"/>
                  </a:lnTo>
                  <a:lnTo>
                    <a:pt x="1784" y="67"/>
                  </a:lnTo>
                  <a:lnTo>
                    <a:pt x="1783" y="65"/>
                  </a:lnTo>
                  <a:lnTo>
                    <a:pt x="1782" y="64"/>
                  </a:lnTo>
                  <a:lnTo>
                    <a:pt x="1781" y="61"/>
                  </a:lnTo>
                  <a:lnTo>
                    <a:pt x="1779" y="59"/>
                  </a:lnTo>
                  <a:lnTo>
                    <a:pt x="1777" y="56"/>
                  </a:lnTo>
                  <a:lnTo>
                    <a:pt x="1776" y="55"/>
                  </a:lnTo>
                  <a:lnTo>
                    <a:pt x="1773" y="53"/>
                  </a:lnTo>
                  <a:lnTo>
                    <a:pt x="1772" y="50"/>
                  </a:lnTo>
                  <a:lnTo>
                    <a:pt x="1770" y="49"/>
                  </a:lnTo>
                  <a:lnTo>
                    <a:pt x="1767" y="47"/>
                  </a:lnTo>
                  <a:lnTo>
                    <a:pt x="1765" y="44"/>
                  </a:lnTo>
                  <a:lnTo>
                    <a:pt x="1761" y="42"/>
                  </a:lnTo>
                  <a:lnTo>
                    <a:pt x="1759" y="40"/>
                  </a:lnTo>
                  <a:lnTo>
                    <a:pt x="1755" y="37"/>
                  </a:lnTo>
                  <a:lnTo>
                    <a:pt x="1752" y="35"/>
                  </a:lnTo>
                  <a:lnTo>
                    <a:pt x="1748" y="31"/>
                  </a:lnTo>
                  <a:lnTo>
                    <a:pt x="1745" y="29"/>
                  </a:lnTo>
                  <a:lnTo>
                    <a:pt x="1741" y="26"/>
                  </a:lnTo>
                  <a:lnTo>
                    <a:pt x="1737" y="23"/>
                  </a:lnTo>
                  <a:lnTo>
                    <a:pt x="1735" y="20"/>
                  </a:lnTo>
                  <a:lnTo>
                    <a:pt x="1731" y="19"/>
                  </a:lnTo>
                  <a:lnTo>
                    <a:pt x="1729" y="17"/>
                  </a:lnTo>
                  <a:lnTo>
                    <a:pt x="1727" y="14"/>
                  </a:lnTo>
                  <a:lnTo>
                    <a:pt x="1723" y="13"/>
                  </a:lnTo>
                  <a:lnTo>
                    <a:pt x="1721" y="12"/>
                  </a:lnTo>
                  <a:lnTo>
                    <a:pt x="1718" y="10"/>
                  </a:lnTo>
                  <a:lnTo>
                    <a:pt x="1716" y="8"/>
                  </a:lnTo>
                  <a:lnTo>
                    <a:pt x="1713" y="7"/>
                  </a:lnTo>
                  <a:lnTo>
                    <a:pt x="1711" y="6"/>
                  </a:lnTo>
                  <a:lnTo>
                    <a:pt x="1709" y="5"/>
                  </a:lnTo>
                  <a:lnTo>
                    <a:pt x="1705" y="5"/>
                  </a:lnTo>
                  <a:lnTo>
                    <a:pt x="1703" y="4"/>
                  </a:lnTo>
                  <a:lnTo>
                    <a:pt x="1700" y="2"/>
                  </a:lnTo>
                  <a:lnTo>
                    <a:pt x="1697" y="2"/>
                  </a:lnTo>
                  <a:lnTo>
                    <a:pt x="1693" y="1"/>
                  </a:lnTo>
                  <a:lnTo>
                    <a:pt x="1691" y="1"/>
                  </a:lnTo>
                  <a:lnTo>
                    <a:pt x="1686" y="1"/>
                  </a:lnTo>
                  <a:lnTo>
                    <a:pt x="1682" y="0"/>
                  </a:lnTo>
                  <a:lnTo>
                    <a:pt x="1678" y="0"/>
                  </a:lnTo>
                  <a:lnTo>
                    <a:pt x="1674" y="0"/>
                  </a:lnTo>
                  <a:lnTo>
                    <a:pt x="1669" y="0"/>
                  </a:lnTo>
                  <a:lnTo>
                    <a:pt x="1664" y="0"/>
                  </a:lnTo>
                  <a:lnTo>
                    <a:pt x="1659" y="0"/>
                  </a:lnTo>
                  <a:lnTo>
                    <a:pt x="1653" y="0"/>
                  </a:lnTo>
                  <a:lnTo>
                    <a:pt x="1647" y="0"/>
                  </a:lnTo>
                  <a:lnTo>
                    <a:pt x="1640" y="0"/>
                  </a:lnTo>
                  <a:lnTo>
                    <a:pt x="1634" y="0"/>
                  </a:lnTo>
                  <a:lnTo>
                    <a:pt x="1626" y="0"/>
                  </a:lnTo>
                  <a:lnTo>
                    <a:pt x="1618" y="0"/>
                  </a:lnTo>
                  <a:lnTo>
                    <a:pt x="1611" y="0"/>
                  </a:lnTo>
                  <a:lnTo>
                    <a:pt x="1605" y="0"/>
                  </a:lnTo>
                  <a:lnTo>
                    <a:pt x="1598" y="0"/>
                  </a:lnTo>
                  <a:lnTo>
                    <a:pt x="1591" y="0"/>
                  </a:lnTo>
                  <a:lnTo>
                    <a:pt x="1585" y="0"/>
                  </a:lnTo>
                  <a:lnTo>
                    <a:pt x="1576" y="0"/>
                  </a:lnTo>
                  <a:lnTo>
                    <a:pt x="1569" y="0"/>
                  </a:lnTo>
                  <a:lnTo>
                    <a:pt x="1561" y="0"/>
                  </a:lnTo>
                  <a:lnTo>
                    <a:pt x="1551" y="0"/>
                  </a:lnTo>
                  <a:lnTo>
                    <a:pt x="1541" y="0"/>
                  </a:lnTo>
                  <a:lnTo>
                    <a:pt x="1531" y="0"/>
                  </a:lnTo>
                  <a:lnTo>
                    <a:pt x="1519" y="0"/>
                  </a:lnTo>
                  <a:lnTo>
                    <a:pt x="1505" y="0"/>
                  </a:lnTo>
                  <a:lnTo>
                    <a:pt x="1490" y="0"/>
                  </a:lnTo>
                  <a:lnTo>
                    <a:pt x="1474" y="0"/>
                  </a:lnTo>
                  <a:lnTo>
                    <a:pt x="1456" y="0"/>
                  </a:lnTo>
                  <a:lnTo>
                    <a:pt x="1436" y="0"/>
                  </a:lnTo>
                  <a:lnTo>
                    <a:pt x="1414" y="0"/>
                  </a:lnTo>
                  <a:lnTo>
                    <a:pt x="1390" y="0"/>
                  </a:lnTo>
                  <a:lnTo>
                    <a:pt x="1365" y="0"/>
                  </a:lnTo>
                  <a:lnTo>
                    <a:pt x="1336" y="0"/>
                  </a:lnTo>
                  <a:lnTo>
                    <a:pt x="1305" y="0"/>
                  </a:lnTo>
                  <a:lnTo>
                    <a:pt x="1272" y="0"/>
                  </a:lnTo>
                  <a:lnTo>
                    <a:pt x="1236" y="0"/>
                  </a:lnTo>
                  <a:lnTo>
                    <a:pt x="1196" y="0"/>
                  </a:lnTo>
                  <a:lnTo>
                    <a:pt x="1154" y="0"/>
                  </a:lnTo>
                  <a:lnTo>
                    <a:pt x="1109" y="0"/>
                  </a:lnTo>
                  <a:lnTo>
                    <a:pt x="1061" y="0"/>
                  </a:lnTo>
                  <a:lnTo>
                    <a:pt x="1009" y="0"/>
                  </a:lnTo>
                  <a:lnTo>
                    <a:pt x="954" y="0"/>
                  </a:lnTo>
                  <a:lnTo>
                    <a:pt x="895" y="0"/>
                  </a:lnTo>
                  <a:close/>
                </a:path>
              </a:pathLst>
            </a:custGeom>
            <a:noFill/>
            <a:ln w="1746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84" name="Freeform 195">
              <a:extLst>
                <a:ext uri="{FF2B5EF4-FFF2-40B4-BE49-F238E27FC236}">
                  <a16:creationId xmlns:a16="http://schemas.microsoft.com/office/drawing/2014/main" id="{F2204031-5B4E-44CC-AAD5-78C97509C53B}"/>
                </a:ext>
              </a:extLst>
            </p:cNvPr>
            <p:cNvSpPr>
              <a:spLocks/>
            </p:cNvSpPr>
            <p:nvPr/>
          </p:nvSpPr>
          <p:spPr bwMode="auto">
            <a:xfrm>
              <a:off x="3730625" y="4865687"/>
              <a:ext cx="473075" cy="744538"/>
            </a:xfrm>
            <a:custGeom>
              <a:avLst/>
              <a:gdLst>
                <a:gd name="T0" fmla="*/ 2147483646 w 596"/>
                <a:gd name="T1" fmla="*/ 0 h 936"/>
                <a:gd name="T2" fmla="*/ 2147483646 w 596"/>
                <a:gd name="T3" fmla="*/ 0 h 936"/>
                <a:gd name="T4" fmla="*/ 2147483646 w 596"/>
                <a:gd name="T5" fmla="*/ 0 h 936"/>
                <a:gd name="T6" fmla="*/ 2147483646 w 596"/>
                <a:gd name="T7" fmla="*/ 0 h 936"/>
                <a:gd name="T8" fmla="*/ 2147483646 w 596"/>
                <a:gd name="T9" fmla="*/ 0 h 936"/>
                <a:gd name="T10" fmla="*/ 2147483646 w 596"/>
                <a:gd name="T11" fmla="*/ 0 h 936"/>
                <a:gd name="T12" fmla="*/ 2147483646 w 596"/>
                <a:gd name="T13" fmla="*/ 0 h 936"/>
                <a:gd name="T14" fmla="*/ 2147483646 w 596"/>
                <a:gd name="T15" fmla="*/ 0 h 936"/>
                <a:gd name="T16" fmla="*/ 2147483646 w 596"/>
                <a:gd name="T17" fmla="*/ 2147483646 h 936"/>
                <a:gd name="T18" fmla="*/ 2147483646 w 596"/>
                <a:gd name="T19" fmla="*/ 2147483646 h 936"/>
                <a:gd name="T20" fmla="*/ 2147483646 w 596"/>
                <a:gd name="T21" fmla="*/ 2147483646 h 936"/>
                <a:gd name="T22" fmla="*/ 2147483646 w 596"/>
                <a:gd name="T23" fmla="*/ 2147483646 h 936"/>
                <a:gd name="T24" fmla="*/ 2147483646 w 596"/>
                <a:gd name="T25" fmla="*/ 2147483646 h 936"/>
                <a:gd name="T26" fmla="*/ 2147483646 w 596"/>
                <a:gd name="T27" fmla="*/ 2147483646 h 936"/>
                <a:gd name="T28" fmla="*/ 2147483646 w 596"/>
                <a:gd name="T29" fmla="*/ 2147483646 h 936"/>
                <a:gd name="T30" fmla="*/ 2147483646 w 596"/>
                <a:gd name="T31" fmla="*/ 2147483646 h 936"/>
                <a:gd name="T32" fmla="*/ 2147483646 w 596"/>
                <a:gd name="T33" fmla="*/ 2147483646 h 936"/>
                <a:gd name="T34" fmla="*/ 2147483646 w 596"/>
                <a:gd name="T35" fmla="*/ 2147483646 h 936"/>
                <a:gd name="T36" fmla="*/ 2147483646 w 596"/>
                <a:gd name="T37" fmla="*/ 2147483646 h 936"/>
                <a:gd name="T38" fmla="*/ 2147483646 w 596"/>
                <a:gd name="T39" fmla="*/ 2147483646 h 936"/>
                <a:gd name="T40" fmla="*/ 2147483646 w 596"/>
                <a:gd name="T41" fmla="*/ 2147483646 h 936"/>
                <a:gd name="T42" fmla="*/ 2147483646 w 596"/>
                <a:gd name="T43" fmla="*/ 2147483646 h 936"/>
                <a:gd name="T44" fmla="*/ 2147483646 w 596"/>
                <a:gd name="T45" fmla="*/ 2147483646 h 936"/>
                <a:gd name="T46" fmla="*/ 2147483646 w 596"/>
                <a:gd name="T47" fmla="*/ 2147483646 h 936"/>
                <a:gd name="T48" fmla="*/ 2147483646 w 596"/>
                <a:gd name="T49" fmla="*/ 2147483646 h 936"/>
                <a:gd name="T50" fmla="*/ 2147483646 w 596"/>
                <a:gd name="T51" fmla="*/ 2147483646 h 936"/>
                <a:gd name="T52" fmla="*/ 2147483646 w 596"/>
                <a:gd name="T53" fmla="*/ 2147483646 h 936"/>
                <a:gd name="T54" fmla="*/ 2147483646 w 596"/>
                <a:gd name="T55" fmla="*/ 2147483646 h 936"/>
                <a:gd name="T56" fmla="*/ 2147483646 w 596"/>
                <a:gd name="T57" fmla="*/ 2147483646 h 936"/>
                <a:gd name="T58" fmla="*/ 2147483646 w 596"/>
                <a:gd name="T59" fmla="*/ 2147483646 h 936"/>
                <a:gd name="T60" fmla="*/ 2147483646 w 596"/>
                <a:gd name="T61" fmla="*/ 2147483646 h 936"/>
                <a:gd name="T62" fmla="*/ 2147483646 w 596"/>
                <a:gd name="T63" fmla="*/ 2147483646 h 936"/>
                <a:gd name="T64" fmla="*/ 2147483646 w 596"/>
                <a:gd name="T65" fmla="*/ 2147483646 h 936"/>
                <a:gd name="T66" fmla="*/ 2147483646 w 596"/>
                <a:gd name="T67" fmla="*/ 2147483646 h 936"/>
                <a:gd name="T68" fmla="*/ 2147483646 w 596"/>
                <a:gd name="T69" fmla="*/ 2147483646 h 936"/>
                <a:gd name="T70" fmla="*/ 2147483646 w 596"/>
                <a:gd name="T71" fmla="*/ 2147483646 h 936"/>
                <a:gd name="T72" fmla="*/ 2147483646 w 596"/>
                <a:gd name="T73" fmla="*/ 2147483646 h 936"/>
                <a:gd name="T74" fmla="*/ 2147483646 w 596"/>
                <a:gd name="T75" fmla="*/ 2147483646 h 936"/>
                <a:gd name="T76" fmla="*/ 2147483646 w 596"/>
                <a:gd name="T77" fmla="*/ 2147483646 h 936"/>
                <a:gd name="T78" fmla="*/ 2147483646 w 596"/>
                <a:gd name="T79" fmla="*/ 2147483646 h 936"/>
                <a:gd name="T80" fmla="*/ 2147483646 w 596"/>
                <a:gd name="T81" fmla="*/ 2147483646 h 936"/>
                <a:gd name="T82" fmla="*/ 2147483646 w 596"/>
                <a:gd name="T83" fmla="*/ 2147483646 h 936"/>
                <a:gd name="T84" fmla="*/ 2147483646 w 596"/>
                <a:gd name="T85" fmla="*/ 2147483646 h 936"/>
                <a:gd name="T86" fmla="*/ 2147483646 w 596"/>
                <a:gd name="T87" fmla="*/ 2147483646 h 936"/>
                <a:gd name="T88" fmla="*/ 2147483646 w 596"/>
                <a:gd name="T89" fmla="*/ 2147483646 h 936"/>
                <a:gd name="T90" fmla="*/ 2147483646 w 596"/>
                <a:gd name="T91" fmla="*/ 2147483646 h 936"/>
                <a:gd name="T92" fmla="*/ 2147483646 w 596"/>
                <a:gd name="T93" fmla="*/ 2147483646 h 936"/>
                <a:gd name="T94" fmla="*/ 2147483646 w 596"/>
                <a:gd name="T95" fmla="*/ 2147483646 h 936"/>
                <a:gd name="T96" fmla="*/ 2147483646 w 596"/>
                <a:gd name="T97" fmla="*/ 2147483646 h 936"/>
                <a:gd name="T98" fmla="*/ 2147483646 w 596"/>
                <a:gd name="T99" fmla="*/ 2147483646 h 936"/>
                <a:gd name="T100" fmla="*/ 2147483646 w 596"/>
                <a:gd name="T101" fmla="*/ 2147483646 h 936"/>
                <a:gd name="T102" fmla="*/ 2147483646 w 596"/>
                <a:gd name="T103" fmla="*/ 2147483646 h 9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96"/>
                <a:gd name="T157" fmla="*/ 0 h 936"/>
                <a:gd name="T158" fmla="*/ 596 w 596"/>
                <a:gd name="T159" fmla="*/ 936 h 9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96" h="936">
                  <a:moveTo>
                    <a:pt x="0" y="0"/>
                  </a:moveTo>
                  <a:lnTo>
                    <a:pt x="31" y="0"/>
                  </a:lnTo>
                  <a:lnTo>
                    <a:pt x="60" y="0"/>
                  </a:lnTo>
                  <a:lnTo>
                    <a:pt x="88" y="0"/>
                  </a:lnTo>
                  <a:lnTo>
                    <a:pt x="113" y="0"/>
                  </a:lnTo>
                  <a:lnTo>
                    <a:pt x="137" y="0"/>
                  </a:lnTo>
                  <a:lnTo>
                    <a:pt x="159" y="0"/>
                  </a:lnTo>
                  <a:lnTo>
                    <a:pt x="179" y="0"/>
                  </a:lnTo>
                  <a:lnTo>
                    <a:pt x="198" y="0"/>
                  </a:lnTo>
                  <a:lnTo>
                    <a:pt x="216" y="0"/>
                  </a:lnTo>
                  <a:lnTo>
                    <a:pt x="233" y="0"/>
                  </a:lnTo>
                  <a:lnTo>
                    <a:pt x="248" y="0"/>
                  </a:lnTo>
                  <a:lnTo>
                    <a:pt x="262" y="0"/>
                  </a:lnTo>
                  <a:lnTo>
                    <a:pt x="275" y="0"/>
                  </a:lnTo>
                  <a:lnTo>
                    <a:pt x="287" y="0"/>
                  </a:lnTo>
                  <a:lnTo>
                    <a:pt x="298" y="0"/>
                  </a:lnTo>
                  <a:lnTo>
                    <a:pt x="309" y="0"/>
                  </a:lnTo>
                  <a:lnTo>
                    <a:pt x="319" y="0"/>
                  </a:lnTo>
                  <a:lnTo>
                    <a:pt x="327" y="0"/>
                  </a:lnTo>
                  <a:lnTo>
                    <a:pt x="336" y="0"/>
                  </a:lnTo>
                  <a:lnTo>
                    <a:pt x="344" y="0"/>
                  </a:lnTo>
                  <a:lnTo>
                    <a:pt x="351" y="0"/>
                  </a:lnTo>
                  <a:lnTo>
                    <a:pt x="358" y="0"/>
                  </a:lnTo>
                  <a:lnTo>
                    <a:pt x="364" y="0"/>
                  </a:lnTo>
                  <a:lnTo>
                    <a:pt x="372" y="0"/>
                  </a:lnTo>
                  <a:lnTo>
                    <a:pt x="378" y="0"/>
                  </a:lnTo>
                  <a:lnTo>
                    <a:pt x="385" y="0"/>
                  </a:lnTo>
                  <a:lnTo>
                    <a:pt x="391" y="0"/>
                  </a:lnTo>
                  <a:lnTo>
                    <a:pt x="397" y="0"/>
                  </a:lnTo>
                  <a:lnTo>
                    <a:pt x="404" y="0"/>
                  </a:lnTo>
                  <a:lnTo>
                    <a:pt x="411" y="0"/>
                  </a:lnTo>
                  <a:lnTo>
                    <a:pt x="418" y="0"/>
                  </a:lnTo>
                  <a:lnTo>
                    <a:pt x="426" y="0"/>
                  </a:lnTo>
                  <a:lnTo>
                    <a:pt x="434" y="0"/>
                  </a:lnTo>
                  <a:lnTo>
                    <a:pt x="441" y="0"/>
                  </a:lnTo>
                  <a:lnTo>
                    <a:pt x="447" y="0"/>
                  </a:lnTo>
                  <a:lnTo>
                    <a:pt x="455" y="0"/>
                  </a:lnTo>
                  <a:lnTo>
                    <a:pt x="461" y="0"/>
                  </a:lnTo>
                  <a:lnTo>
                    <a:pt x="465" y="0"/>
                  </a:lnTo>
                  <a:lnTo>
                    <a:pt x="471" y="0"/>
                  </a:lnTo>
                  <a:lnTo>
                    <a:pt x="476" y="0"/>
                  </a:lnTo>
                  <a:lnTo>
                    <a:pt x="481" y="0"/>
                  </a:lnTo>
                  <a:lnTo>
                    <a:pt x="485" y="1"/>
                  </a:lnTo>
                  <a:lnTo>
                    <a:pt x="489" y="1"/>
                  </a:lnTo>
                  <a:lnTo>
                    <a:pt x="493" y="2"/>
                  </a:lnTo>
                  <a:lnTo>
                    <a:pt x="497" y="2"/>
                  </a:lnTo>
                  <a:lnTo>
                    <a:pt x="500" y="3"/>
                  </a:lnTo>
                  <a:lnTo>
                    <a:pt x="503" y="3"/>
                  </a:lnTo>
                  <a:lnTo>
                    <a:pt x="506" y="5"/>
                  </a:lnTo>
                  <a:lnTo>
                    <a:pt x="509" y="6"/>
                  </a:lnTo>
                  <a:lnTo>
                    <a:pt x="512" y="7"/>
                  </a:lnTo>
                  <a:lnTo>
                    <a:pt x="515" y="8"/>
                  </a:lnTo>
                  <a:lnTo>
                    <a:pt x="517" y="9"/>
                  </a:lnTo>
                  <a:lnTo>
                    <a:pt x="519" y="12"/>
                  </a:lnTo>
                  <a:lnTo>
                    <a:pt x="523" y="13"/>
                  </a:lnTo>
                  <a:lnTo>
                    <a:pt x="525" y="15"/>
                  </a:lnTo>
                  <a:lnTo>
                    <a:pt x="528" y="18"/>
                  </a:lnTo>
                  <a:lnTo>
                    <a:pt x="530" y="20"/>
                  </a:lnTo>
                  <a:lnTo>
                    <a:pt x="534" y="23"/>
                  </a:lnTo>
                  <a:lnTo>
                    <a:pt x="536" y="25"/>
                  </a:lnTo>
                  <a:lnTo>
                    <a:pt x="540" y="27"/>
                  </a:lnTo>
                  <a:lnTo>
                    <a:pt x="543" y="31"/>
                  </a:lnTo>
                  <a:lnTo>
                    <a:pt x="546" y="35"/>
                  </a:lnTo>
                  <a:lnTo>
                    <a:pt x="549" y="38"/>
                  </a:lnTo>
                  <a:lnTo>
                    <a:pt x="554" y="42"/>
                  </a:lnTo>
                  <a:lnTo>
                    <a:pt x="558" y="45"/>
                  </a:lnTo>
                  <a:lnTo>
                    <a:pt x="562" y="49"/>
                  </a:lnTo>
                  <a:lnTo>
                    <a:pt x="565" y="53"/>
                  </a:lnTo>
                  <a:lnTo>
                    <a:pt x="568" y="56"/>
                  </a:lnTo>
                  <a:lnTo>
                    <a:pt x="571" y="59"/>
                  </a:lnTo>
                  <a:lnTo>
                    <a:pt x="574" y="62"/>
                  </a:lnTo>
                  <a:lnTo>
                    <a:pt x="576" y="65"/>
                  </a:lnTo>
                  <a:lnTo>
                    <a:pt x="578" y="68"/>
                  </a:lnTo>
                  <a:lnTo>
                    <a:pt x="581" y="71"/>
                  </a:lnTo>
                  <a:lnTo>
                    <a:pt x="583" y="73"/>
                  </a:lnTo>
                  <a:lnTo>
                    <a:pt x="584" y="76"/>
                  </a:lnTo>
                  <a:lnTo>
                    <a:pt x="586" y="79"/>
                  </a:lnTo>
                  <a:lnTo>
                    <a:pt x="588" y="82"/>
                  </a:lnTo>
                  <a:lnTo>
                    <a:pt x="589" y="84"/>
                  </a:lnTo>
                  <a:lnTo>
                    <a:pt x="590" y="86"/>
                  </a:lnTo>
                  <a:lnTo>
                    <a:pt x="592" y="90"/>
                  </a:lnTo>
                  <a:lnTo>
                    <a:pt x="592" y="92"/>
                  </a:lnTo>
                  <a:lnTo>
                    <a:pt x="593" y="96"/>
                  </a:lnTo>
                  <a:lnTo>
                    <a:pt x="594" y="100"/>
                  </a:lnTo>
                  <a:lnTo>
                    <a:pt x="594" y="103"/>
                  </a:lnTo>
                  <a:lnTo>
                    <a:pt x="595" y="107"/>
                  </a:lnTo>
                  <a:lnTo>
                    <a:pt x="595" y="110"/>
                  </a:lnTo>
                  <a:lnTo>
                    <a:pt x="595" y="115"/>
                  </a:lnTo>
                  <a:lnTo>
                    <a:pt x="596" y="120"/>
                  </a:lnTo>
                  <a:lnTo>
                    <a:pt x="596" y="125"/>
                  </a:lnTo>
                  <a:lnTo>
                    <a:pt x="596" y="130"/>
                  </a:lnTo>
                  <a:lnTo>
                    <a:pt x="596" y="136"/>
                  </a:lnTo>
                  <a:lnTo>
                    <a:pt x="596" y="142"/>
                  </a:lnTo>
                  <a:lnTo>
                    <a:pt x="596" y="148"/>
                  </a:lnTo>
                  <a:lnTo>
                    <a:pt x="596" y="155"/>
                  </a:lnTo>
                  <a:lnTo>
                    <a:pt x="596" y="162"/>
                  </a:lnTo>
                  <a:lnTo>
                    <a:pt x="596" y="169"/>
                  </a:lnTo>
                  <a:lnTo>
                    <a:pt x="596" y="178"/>
                  </a:lnTo>
                  <a:lnTo>
                    <a:pt x="596" y="185"/>
                  </a:lnTo>
                  <a:lnTo>
                    <a:pt x="596" y="192"/>
                  </a:lnTo>
                  <a:lnTo>
                    <a:pt x="596" y="198"/>
                  </a:lnTo>
                  <a:lnTo>
                    <a:pt x="596" y="204"/>
                  </a:lnTo>
                  <a:lnTo>
                    <a:pt x="596" y="210"/>
                  </a:lnTo>
                  <a:lnTo>
                    <a:pt x="596" y="216"/>
                  </a:lnTo>
                  <a:lnTo>
                    <a:pt x="596" y="222"/>
                  </a:lnTo>
                  <a:lnTo>
                    <a:pt x="596" y="228"/>
                  </a:lnTo>
                  <a:lnTo>
                    <a:pt x="596" y="234"/>
                  </a:lnTo>
                  <a:lnTo>
                    <a:pt x="596" y="239"/>
                  </a:lnTo>
                  <a:lnTo>
                    <a:pt x="596" y="245"/>
                  </a:lnTo>
                  <a:lnTo>
                    <a:pt x="596" y="251"/>
                  </a:lnTo>
                  <a:lnTo>
                    <a:pt x="596" y="257"/>
                  </a:lnTo>
                  <a:lnTo>
                    <a:pt x="596" y="264"/>
                  </a:lnTo>
                  <a:lnTo>
                    <a:pt x="596" y="272"/>
                  </a:lnTo>
                  <a:lnTo>
                    <a:pt x="596" y="279"/>
                  </a:lnTo>
                  <a:lnTo>
                    <a:pt x="596" y="286"/>
                  </a:lnTo>
                  <a:lnTo>
                    <a:pt x="596" y="294"/>
                  </a:lnTo>
                  <a:lnTo>
                    <a:pt x="596" y="303"/>
                  </a:lnTo>
                  <a:lnTo>
                    <a:pt x="596" y="311"/>
                  </a:lnTo>
                  <a:lnTo>
                    <a:pt x="596" y="322"/>
                  </a:lnTo>
                  <a:lnTo>
                    <a:pt x="596" y="332"/>
                  </a:lnTo>
                  <a:lnTo>
                    <a:pt x="596" y="344"/>
                  </a:lnTo>
                  <a:lnTo>
                    <a:pt x="596" y="356"/>
                  </a:lnTo>
                  <a:lnTo>
                    <a:pt x="596" y="369"/>
                  </a:lnTo>
                  <a:lnTo>
                    <a:pt x="596" y="382"/>
                  </a:lnTo>
                  <a:lnTo>
                    <a:pt x="596" y="398"/>
                  </a:lnTo>
                  <a:lnTo>
                    <a:pt x="596" y="413"/>
                  </a:lnTo>
                  <a:lnTo>
                    <a:pt x="596" y="430"/>
                  </a:lnTo>
                  <a:lnTo>
                    <a:pt x="596" y="448"/>
                  </a:lnTo>
                  <a:lnTo>
                    <a:pt x="596" y="467"/>
                  </a:lnTo>
                  <a:lnTo>
                    <a:pt x="596" y="488"/>
                  </a:lnTo>
                  <a:lnTo>
                    <a:pt x="596" y="506"/>
                  </a:lnTo>
                  <a:lnTo>
                    <a:pt x="596" y="523"/>
                  </a:lnTo>
                  <a:lnTo>
                    <a:pt x="596" y="538"/>
                  </a:lnTo>
                  <a:lnTo>
                    <a:pt x="596" y="553"/>
                  </a:lnTo>
                  <a:lnTo>
                    <a:pt x="596" y="567"/>
                  </a:lnTo>
                  <a:lnTo>
                    <a:pt x="596" y="580"/>
                  </a:lnTo>
                  <a:lnTo>
                    <a:pt x="596" y="592"/>
                  </a:lnTo>
                  <a:lnTo>
                    <a:pt x="596" y="603"/>
                  </a:lnTo>
                  <a:lnTo>
                    <a:pt x="596" y="614"/>
                  </a:lnTo>
                  <a:lnTo>
                    <a:pt x="596" y="624"/>
                  </a:lnTo>
                  <a:lnTo>
                    <a:pt x="596" y="633"/>
                  </a:lnTo>
                  <a:lnTo>
                    <a:pt x="596" y="642"/>
                  </a:lnTo>
                  <a:lnTo>
                    <a:pt x="596" y="650"/>
                  </a:lnTo>
                  <a:lnTo>
                    <a:pt x="596" y="657"/>
                  </a:lnTo>
                  <a:lnTo>
                    <a:pt x="596" y="665"/>
                  </a:lnTo>
                  <a:lnTo>
                    <a:pt x="596" y="672"/>
                  </a:lnTo>
                  <a:lnTo>
                    <a:pt x="596" y="678"/>
                  </a:lnTo>
                  <a:lnTo>
                    <a:pt x="596" y="685"/>
                  </a:lnTo>
                  <a:lnTo>
                    <a:pt x="596" y="691"/>
                  </a:lnTo>
                  <a:lnTo>
                    <a:pt x="596" y="696"/>
                  </a:lnTo>
                  <a:lnTo>
                    <a:pt x="596" y="702"/>
                  </a:lnTo>
                  <a:lnTo>
                    <a:pt x="596" y="708"/>
                  </a:lnTo>
                  <a:lnTo>
                    <a:pt x="596" y="714"/>
                  </a:lnTo>
                  <a:lnTo>
                    <a:pt x="596" y="720"/>
                  </a:lnTo>
                  <a:lnTo>
                    <a:pt x="596" y="725"/>
                  </a:lnTo>
                  <a:lnTo>
                    <a:pt x="596" y="731"/>
                  </a:lnTo>
                  <a:lnTo>
                    <a:pt x="596" y="738"/>
                  </a:lnTo>
                  <a:lnTo>
                    <a:pt x="596" y="744"/>
                  </a:lnTo>
                  <a:lnTo>
                    <a:pt x="596" y="751"/>
                  </a:lnTo>
                  <a:lnTo>
                    <a:pt x="596" y="758"/>
                  </a:lnTo>
                  <a:lnTo>
                    <a:pt x="596" y="766"/>
                  </a:lnTo>
                  <a:lnTo>
                    <a:pt x="596" y="774"/>
                  </a:lnTo>
                  <a:lnTo>
                    <a:pt x="596" y="781"/>
                  </a:lnTo>
                  <a:lnTo>
                    <a:pt x="596" y="788"/>
                  </a:lnTo>
                  <a:lnTo>
                    <a:pt x="596" y="794"/>
                  </a:lnTo>
                  <a:lnTo>
                    <a:pt x="596" y="800"/>
                  </a:lnTo>
                  <a:lnTo>
                    <a:pt x="596" y="805"/>
                  </a:lnTo>
                  <a:lnTo>
                    <a:pt x="596" y="811"/>
                  </a:lnTo>
                  <a:lnTo>
                    <a:pt x="596" y="816"/>
                  </a:lnTo>
                  <a:lnTo>
                    <a:pt x="595" y="821"/>
                  </a:lnTo>
                  <a:lnTo>
                    <a:pt x="595" y="825"/>
                  </a:lnTo>
                  <a:lnTo>
                    <a:pt x="595" y="829"/>
                  </a:lnTo>
                  <a:lnTo>
                    <a:pt x="594" y="833"/>
                  </a:lnTo>
                  <a:lnTo>
                    <a:pt x="594" y="837"/>
                  </a:lnTo>
                  <a:lnTo>
                    <a:pt x="593" y="840"/>
                  </a:lnTo>
                  <a:lnTo>
                    <a:pt x="592" y="843"/>
                  </a:lnTo>
                  <a:lnTo>
                    <a:pt x="592" y="846"/>
                  </a:lnTo>
                  <a:lnTo>
                    <a:pt x="590" y="849"/>
                  </a:lnTo>
                  <a:lnTo>
                    <a:pt x="589" y="852"/>
                  </a:lnTo>
                  <a:lnTo>
                    <a:pt x="588" y="855"/>
                  </a:lnTo>
                  <a:lnTo>
                    <a:pt x="586" y="857"/>
                  </a:lnTo>
                  <a:lnTo>
                    <a:pt x="584" y="859"/>
                  </a:lnTo>
                  <a:lnTo>
                    <a:pt x="583" y="863"/>
                  </a:lnTo>
                  <a:lnTo>
                    <a:pt x="581" y="865"/>
                  </a:lnTo>
                  <a:lnTo>
                    <a:pt x="578" y="868"/>
                  </a:lnTo>
                  <a:lnTo>
                    <a:pt x="576" y="870"/>
                  </a:lnTo>
                  <a:lnTo>
                    <a:pt x="574" y="874"/>
                  </a:lnTo>
                  <a:lnTo>
                    <a:pt x="571" y="876"/>
                  </a:lnTo>
                  <a:lnTo>
                    <a:pt x="568" y="880"/>
                  </a:lnTo>
                  <a:lnTo>
                    <a:pt x="565" y="883"/>
                  </a:lnTo>
                  <a:lnTo>
                    <a:pt x="562" y="887"/>
                  </a:lnTo>
                  <a:lnTo>
                    <a:pt x="558" y="891"/>
                  </a:lnTo>
                  <a:lnTo>
                    <a:pt x="554" y="894"/>
                  </a:lnTo>
                  <a:lnTo>
                    <a:pt x="549" y="898"/>
                  </a:lnTo>
                  <a:lnTo>
                    <a:pt x="546" y="901"/>
                  </a:lnTo>
                  <a:lnTo>
                    <a:pt x="543" y="905"/>
                  </a:lnTo>
                  <a:lnTo>
                    <a:pt x="540" y="909"/>
                  </a:lnTo>
                  <a:lnTo>
                    <a:pt x="536" y="911"/>
                  </a:lnTo>
                  <a:lnTo>
                    <a:pt x="534" y="913"/>
                  </a:lnTo>
                  <a:lnTo>
                    <a:pt x="531" y="916"/>
                  </a:lnTo>
                  <a:lnTo>
                    <a:pt x="529" y="918"/>
                  </a:lnTo>
                  <a:lnTo>
                    <a:pt x="527" y="921"/>
                  </a:lnTo>
                  <a:lnTo>
                    <a:pt x="524" y="923"/>
                  </a:lnTo>
                  <a:lnTo>
                    <a:pt x="522" y="924"/>
                  </a:lnTo>
                  <a:lnTo>
                    <a:pt x="519" y="927"/>
                  </a:lnTo>
                  <a:lnTo>
                    <a:pt x="517" y="928"/>
                  </a:lnTo>
                  <a:lnTo>
                    <a:pt x="516" y="929"/>
                  </a:lnTo>
                  <a:lnTo>
                    <a:pt x="513" y="930"/>
                  </a:lnTo>
                  <a:lnTo>
                    <a:pt x="511" y="932"/>
                  </a:lnTo>
                  <a:lnTo>
                    <a:pt x="510" y="933"/>
                  </a:lnTo>
                  <a:lnTo>
                    <a:pt x="507" y="933"/>
                  </a:lnTo>
                  <a:lnTo>
                    <a:pt x="505" y="934"/>
                  </a:lnTo>
                  <a:lnTo>
                    <a:pt x="504" y="934"/>
                  </a:lnTo>
                  <a:lnTo>
                    <a:pt x="501" y="935"/>
                  </a:lnTo>
                  <a:lnTo>
                    <a:pt x="499" y="935"/>
                  </a:lnTo>
                  <a:lnTo>
                    <a:pt x="497" y="935"/>
                  </a:lnTo>
                  <a:lnTo>
                    <a:pt x="494" y="936"/>
                  </a:lnTo>
                  <a:lnTo>
                    <a:pt x="492" y="936"/>
                  </a:lnTo>
                  <a:lnTo>
                    <a:pt x="489" y="936"/>
                  </a:lnTo>
                  <a:lnTo>
                    <a:pt x="486" y="936"/>
                  </a:lnTo>
                  <a:lnTo>
                    <a:pt x="483" y="936"/>
                  </a:lnTo>
                  <a:lnTo>
                    <a:pt x="480" y="936"/>
                  </a:lnTo>
                  <a:lnTo>
                    <a:pt x="476" y="936"/>
                  </a:lnTo>
                  <a:lnTo>
                    <a:pt x="473" y="936"/>
                  </a:lnTo>
                  <a:lnTo>
                    <a:pt x="469" y="936"/>
                  </a:lnTo>
                  <a:lnTo>
                    <a:pt x="465" y="936"/>
                  </a:lnTo>
                  <a:lnTo>
                    <a:pt x="462" y="936"/>
                  </a:lnTo>
                  <a:lnTo>
                    <a:pt x="457" y="936"/>
                  </a:lnTo>
                  <a:lnTo>
                    <a:pt x="453" y="936"/>
                  </a:lnTo>
                  <a:lnTo>
                    <a:pt x="450" y="936"/>
                  </a:lnTo>
                  <a:lnTo>
                    <a:pt x="446" y="936"/>
                  </a:lnTo>
                  <a:lnTo>
                    <a:pt x="443" y="936"/>
                  </a:lnTo>
                  <a:lnTo>
                    <a:pt x="438" y="936"/>
                  </a:lnTo>
                  <a:lnTo>
                    <a:pt x="433" y="936"/>
                  </a:lnTo>
                  <a:lnTo>
                    <a:pt x="427" y="936"/>
                  </a:lnTo>
                  <a:lnTo>
                    <a:pt x="421" y="936"/>
                  </a:lnTo>
                  <a:lnTo>
                    <a:pt x="414" y="936"/>
                  </a:lnTo>
                  <a:lnTo>
                    <a:pt x="406" y="936"/>
                  </a:lnTo>
                  <a:lnTo>
                    <a:pt x="398" y="936"/>
                  </a:lnTo>
                  <a:lnTo>
                    <a:pt x="388" y="936"/>
                  </a:lnTo>
                  <a:lnTo>
                    <a:pt x="378" y="936"/>
                  </a:lnTo>
                  <a:lnTo>
                    <a:pt x="367" y="936"/>
                  </a:lnTo>
                  <a:lnTo>
                    <a:pt x="354" y="936"/>
                  </a:lnTo>
                  <a:lnTo>
                    <a:pt x="340" y="936"/>
                  </a:lnTo>
                  <a:lnTo>
                    <a:pt x="325" y="936"/>
                  </a:lnTo>
                  <a:lnTo>
                    <a:pt x="308" y="936"/>
                  </a:lnTo>
                  <a:lnTo>
                    <a:pt x="289" y="936"/>
                  </a:lnTo>
                  <a:lnTo>
                    <a:pt x="269" y="936"/>
                  </a:lnTo>
                  <a:lnTo>
                    <a:pt x="247" y="936"/>
                  </a:lnTo>
                  <a:lnTo>
                    <a:pt x="224" y="936"/>
                  </a:lnTo>
                  <a:lnTo>
                    <a:pt x="198" y="936"/>
                  </a:lnTo>
                  <a:lnTo>
                    <a:pt x="171" y="936"/>
                  </a:lnTo>
                  <a:lnTo>
                    <a:pt x="141" y="936"/>
                  </a:lnTo>
                  <a:lnTo>
                    <a:pt x="109" y="936"/>
                  </a:lnTo>
                  <a:lnTo>
                    <a:pt x="75" y="936"/>
                  </a:lnTo>
                  <a:lnTo>
                    <a:pt x="39" y="936"/>
                  </a:lnTo>
                  <a:lnTo>
                    <a:pt x="0" y="936"/>
                  </a:lnTo>
                </a:path>
              </a:pathLst>
            </a:custGeom>
            <a:noFill/>
            <a:ln w="17463">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85" name="Freeform 196">
              <a:extLst>
                <a:ext uri="{FF2B5EF4-FFF2-40B4-BE49-F238E27FC236}">
                  <a16:creationId xmlns:a16="http://schemas.microsoft.com/office/drawing/2014/main" id="{302FEAFC-C150-41D2-BD98-55297E7E2667}"/>
                </a:ext>
              </a:extLst>
            </p:cNvPr>
            <p:cNvSpPr>
              <a:spLocks/>
            </p:cNvSpPr>
            <p:nvPr/>
          </p:nvSpPr>
          <p:spPr bwMode="auto">
            <a:xfrm>
              <a:off x="5140325" y="4865687"/>
              <a:ext cx="474663" cy="744538"/>
            </a:xfrm>
            <a:custGeom>
              <a:avLst/>
              <a:gdLst>
                <a:gd name="T0" fmla="*/ 2147483646 w 596"/>
                <a:gd name="T1" fmla="*/ 0 h 936"/>
                <a:gd name="T2" fmla="*/ 2147483646 w 596"/>
                <a:gd name="T3" fmla="*/ 0 h 936"/>
                <a:gd name="T4" fmla="*/ 2147483646 w 596"/>
                <a:gd name="T5" fmla="*/ 0 h 936"/>
                <a:gd name="T6" fmla="*/ 2147483646 w 596"/>
                <a:gd name="T7" fmla="*/ 0 h 936"/>
                <a:gd name="T8" fmla="*/ 2147483646 w 596"/>
                <a:gd name="T9" fmla="*/ 0 h 936"/>
                <a:gd name="T10" fmla="*/ 2147483646 w 596"/>
                <a:gd name="T11" fmla="*/ 0 h 936"/>
                <a:gd name="T12" fmla="*/ 2147483646 w 596"/>
                <a:gd name="T13" fmla="*/ 0 h 936"/>
                <a:gd name="T14" fmla="*/ 2147483646 w 596"/>
                <a:gd name="T15" fmla="*/ 0 h 936"/>
                <a:gd name="T16" fmla="*/ 2147483646 w 596"/>
                <a:gd name="T17" fmla="*/ 2147483646 h 936"/>
                <a:gd name="T18" fmla="*/ 2147483646 w 596"/>
                <a:gd name="T19" fmla="*/ 2147483646 h 936"/>
                <a:gd name="T20" fmla="*/ 2147483646 w 596"/>
                <a:gd name="T21" fmla="*/ 2147483646 h 936"/>
                <a:gd name="T22" fmla="*/ 2147483646 w 596"/>
                <a:gd name="T23" fmla="*/ 2147483646 h 936"/>
                <a:gd name="T24" fmla="*/ 2147483646 w 596"/>
                <a:gd name="T25" fmla="*/ 2147483646 h 936"/>
                <a:gd name="T26" fmla="*/ 2147483646 w 596"/>
                <a:gd name="T27" fmla="*/ 2147483646 h 936"/>
                <a:gd name="T28" fmla="*/ 2147483646 w 596"/>
                <a:gd name="T29" fmla="*/ 2147483646 h 936"/>
                <a:gd name="T30" fmla="*/ 2147483646 w 596"/>
                <a:gd name="T31" fmla="*/ 2147483646 h 936"/>
                <a:gd name="T32" fmla="*/ 2147483646 w 596"/>
                <a:gd name="T33" fmla="*/ 2147483646 h 936"/>
                <a:gd name="T34" fmla="*/ 2147483646 w 596"/>
                <a:gd name="T35" fmla="*/ 2147483646 h 936"/>
                <a:gd name="T36" fmla="*/ 0 w 596"/>
                <a:gd name="T37" fmla="*/ 2147483646 h 936"/>
                <a:gd name="T38" fmla="*/ 0 w 596"/>
                <a:gd name="T39" fmla="*/ 2147483646 h 936"/>
                <a:gd name="T40" fmla="*/ 0 w 596"/>
                <a:gd name="T41" fmla="*/ 2147483646 h 936"/>
                <a:gd name="T42" fmla="*/ 0 w 596"/>
                <a:gd name="T43" fmla="*/ 2147483646 h 936"/>
                <a:gd name="T44" fmla="*/ 0 w 596"/>
                <a:gd name="T45" fmla="*/ 2147483646 h 936"/>
                <a:gd name="T46" fmla="*/ 0 w 596"/>
                <a:gd name="T47" fmla="*/ 2147483646 h 936"/>
                <a:gd name="T48" fmla="*/ 0 w 596"/>
                <a:gd name="T49" fmla="*/ 2147483646 h 936"/>
                <a:gd name="T50" fmla="*/ 0 w 596"/>
                <a:gd name="T51" fmla="*/ 2147483646 h 936"/>
                <a:gd name="T52" fmla="*/ 0 w 596"/>
                <a:gd name="T53" fmla="*/ 2147483646 h 936"/>
                <a:gd name="T54" fmla="*/ 0 w 596"/>
                <a:gd name="T55" fmla="*/ 2147483646 h 936"/>
                <a:gd name="T56" fmla="*/ 0 w 596"/>
                <a:gd name="T57" fmla="*/ 2147483646 h 936"/>
                <a:gd name="T58" fmla="*/ 0 w 596"/>
                <a:gd name="T59" fmla="*/ 2147483646 h 936"/>
                <a:gd name="T60" fmla="*/ 0 w 596"/>
                <a:gd name="T61" fmla="*/ 2147483646 h 936"/>
                <a:gd name="T62" fmla="*/ 0 w 596"/>
                <a:gd name="T63" fmla="*/ 2147483646 h 936"/>
                <a:gd name="T64" fmla="*/ 0 w 596"/>
                <a:gd name="T65" fmla="*/ 2147483646 h 936"/>
                <a:gd name="T66" fmla="*/ 0 w 596"/>
                <a:gd name="T67" fmla="*/ 2147483646 h 936"/>
                <a:gd name="T68" fmla="*/ 2147483646 w 596"/>
                <a:gd name="T69" fmla="*/ 2147483646 h 936"/>
                <a:gd name="T70" fmla="*/ 2147483646 w 596"/>
                <a:gd name="T71" fmla="*/ 2147483646 h 936"/>
                <a:gd name="T72" fmla="*/ 2147483646 w 596"/>
                <a:gd name="T73" fmla="*/ 2147483646 h 936"/>
                <a:gd name="T74" fmla="*/ 2147483646 w 596"/>
                <a:gd name="T75" fmla="*/ 2147483646 h 936"/>
                <a:gd name="T76" fmla="*/ 2147483646 w 596"/>
                <a:gd name="T77" fmla="*/ 2147483646 h 936"/>
                <a:gd name="T78" fmla="*/ 2147483646 w 596"/>
                <a:gd name="T79" fmla="*/ 2147483646 h 936"/>
                <a:gd name="T80" fmla="*/ 2147483646 w 596"/>
                <a:gd name="T81" fmla="*/ 2147483646 h 936"/>
                <a:gd name="T82" fmla="*/ 2147483646 w 596"/>
                <a:gd name="T83" fmla="*/ 2147483646 h 936"/>
                <a:gd name="T84" fmla="*/ 2147483646 w 596"/>
                <a:gd name="T85" fmla="*/ 2147483646 h 936"/>
                <a:gd name="T86" fmla="*/ 2147483646 w 596"/>
                <a:gd name="T87" fmla="*/ 2147483646 h 936"/>
                <a:gd name="T88" fmla="*/ 2147483646 w 596"/>
                <a:gd name="T89" fmla="*/ 2147483646 h 936"/>
                <a:gd name="T90" fmla="*/ 2147483646 w 596"/>
                <a:gd name="T91" fmla="*/ 2147483646 h 936"/>
                <a:gd name="T92" fmla="*/ 2147483646 w 596"/>
                <a:gd name="T93" fmla="*/ 2147483646 h 936"/>
                <a:gd name="T94" fmla="*/ 2147483646 w 596"/>
                <a:gd name="T95" fmla="*/ 2147483646 h 936"/>
                <a:gd name="T96" fmla="*/ 2147483646 w 596"/>
                <a:gd name="T97" fmla="*/ 2147483646 h 936"/>
                <a:gd name="T98" fmla="*/ 2147483646 w 596"/>
                <a:gd name="T99" fmla="*/ 2147483646 h 936"/>
                <a:gd name="T100" fmla="*/ 2147483646 w 596"/>
                <a:gd name="T101" fmla="*/ 2147483646 h 936"/>
                <a:gd name="T102" fmla="*/ 2147483646 w 596"/>
                <a:gd name="T103" fmla="*/ 2147483646 h 9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96"/>
                <a:gd name="T157" fmla="*/ 0 h 936"/>
                <a:gd name="T158" fmla="*/ 596 w 596"/>
                <a:gd name="T159" fmla="*/ 936 h 9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96" h="936">
                  <a:moveTo>
                    <a:pt x="596" y="0"/>
                  </a:moveTo>
                  <a:lnTo>
                    <a:pt x="566" y="0"/>
                  </a:lnTo>
                  <a:lnTo>
                    <a:pt x="536" y="0"/>
                  </a:lnTo>
                  <a:lnTo>
                    <a:pt x="510" y="0"/>
                  </a:lnTo>
                  <a:lnTo>
                    <a:pt x="484" y="0"/>
                  </a:lnTo>
                  <a:lnTo>
                    <a:pt x="460" y="0"/>
                  </a:lnTo>
                  <a:lnTo>
                    <a:pt x="438" y="0"/>
                  </a:lnTo>
                  <a:lnTo>
                    <a:pt x="417" y="0"/>
                  </a:lnTo>
                  <a:lnTo>
                    <a:pt x="398" y="0"/>
                  </a:lnTo>
                  <a:lnTo>
                    <a:pt x="381" y="0"/>
                  </a:lnTo>
                  <a:lnTo>
                    <a:pt x="364" y="0"/>
                  </a:lnTo>
                  <a:lnTo>
                    <a:pt x="349" y="0"/>
                  </a:lnTo>
                  <a:lnTo>
                    <a:pt x="334" y="0"/>
                  </a:lnTo>
                  <a:lnTo>
                    <a:pt x="321" y="0"/>
                  </a:lnTo>
                  <a:lnTo>
                    <a:pt x="309" y="0"/>
                  </a:lnTo>
                  <a:lnTo>
                    <a:pt x="298" y="0"/>
                  </a:lnTo>
                  <a:lnTo>
                    <a:pt x="287" y="0"/>
                  </a:lnTo>
                  <a:lnTo>
                    <a:pt x="278" y="0"/>
                  </a:lnTo>
                  <a:lnTo>
                    <a:pt x="269" y="0"/>
                  </a:lnTo>
                  <a:lnTo>
                    <a:pt x="261" y="0"/>
                  </a:lnTo>
                  <a:lnTo>
                    <a:pt x="252" y="0"/>
                  </a:lnTo>
                  <a:lnTo>
                    <a:pt x="245" y="0"/>
                  </a:lnTo>
                  <a:lnTo>
                    <a:pt x="238" y="0"/>
                  </a:lnTo>
                  <a:lnTo>
                    <a:pt x="232" y="0"/>
                  </a:lnTo>
                  <a:lnTo>
                    <a:pt x="225" y="0"/>
                  </a:lnTo>
                  <a:lnTo>
                    <a:pt x="219" y="0"/>
                  </a:lnTo>
                  <a:lnTo>
                    <a:pt x="213" y="0"/>
                  </a:lnTo>
                  <a:lnTo>
                    <a:pt x="206" y="0"/>
                  </a:lnTo>
                  <a:lnTo>
                    <a:pt x="200" y="0"/>
                  </a:lnTo>
                  <a:lnTo>
                    <a:pt x="192" y="0"/>
                  </a:lnTo>
                  <a:lnTo>
                    <a:pt x="185" y="0"/>
                  </a:lnTo>
                  <a:lnTo>
                    <a:pt x="178" y="0"/>
                  </a:lnTo>
                  <a:lnTo>
                    <a:pt x="171" y="0"/>
                  </a:lnTo>
                  <a:lnTo>
                    <a:pt x="162" y="0"/>
                  </a:lnTo>
                  <a:lnTo>
                    <a:pt x="155" y="0"/>
                  </a:lnTo>
                  <a:lnTo>
                    <a:pt x="149" y="0"/>
                  </a:lnTo>
                  <a:lnTo>
                    <a:pt x="142" y="0"/>
                  </a:lnTo>
                  <a:lnTo>
                    <a:pt x="136" y="0"/>
                  </a:lnTo>
                  <a:lnTo>
                    <a:pt x="131" y="0"/>
                  </a:lnTo>
                  <a:lnTo>
                    <a:pt x="125" y="0"/>
                  </a:lnTo>
                  <a:lnTo>
                    <a:pt x="120" y="0"/>
                  </a:lnTo>
                  <a:lnTo>
                    <a:pt x="117" y="0"/>
                  </a:lnTo>
                  <a:lnTo>
                    <a:pt x="112" y="1"/>
                  </a:lnTo>
                  <a:lnTo>
                    <a:pt x="108" y="1"/>
                  </a:lnTo>
                  <a:lnTo>
                    <a:pt x="105" y="2"/>
                  </a:lnTo>
                  <a:lnTo>
                    <a:pt x="101" y="2"/>
                  </a:lnTo>
                  <a:lnTo>
                    <a:pt x="97" y="3"/>
                  </a:lnTo>
                  <a:lnTo>
                    <a:pt x="94" y="3"/>
                  </a:lnTo>
                  <a:lnTo>
                    <a:pt x="91" y="5"/>
                  </a:lnTo>
                  <a:lnTo>
                    <a:pt x="88" y="6"/>
                  </a:lnTo>
                  <a:lnTo>
                    <a:pt x="85" y="7"/>
                  </a:lnTo>
                  <a:lnTo>
                    <a:pt x="82" y="8"/>
                  </a:lnTo>
                  <a:lnTo>
                    <a:pt x="79" y="9"/>
                  </a:lnTo>
                  <a:lnTo>
                    <a:pt x="77" y="12"/>
                  </a:lnTo>
                  <a:lnTo>
                    <a:pt x="74" y="13"/>
                  </a:lnTo>
                  <a:lnTo>
                    <a:pt x="72" y="15"/>
                  </a:lnTo>
                  <a:lnTo>
                    <a:pt x="68" y="18"/>
                  </a:lnTo>
                  <a:lnTo>
                    <a:pt x="66" y="20"/>
                  </a:lnTo>
                  <a:lnTo>
                    <a:pt x="64" y="23"/>
                  </a:lnTo>
                  <a:lnTo>
                    <a:pt x="60" y="25"/>
                  </a:lnTo>
                  <a:lnTo>
                    <a:pt x="58" y="27"/>
                  </a:lnTo>
                  <a:lnTo>
                    <a:pt x="54" y="31"/>
                  </a:lnTo>
                  <a:lnTo>
                    <a:pt x="50" y="35"/>
                  </a:lnTo>
                  <a:lnTo>
                    <a:pt x="47" y="38"/>
                  </a:lnTo>
                  <a:lnTo>
                    <a:pt x="43" y="42"/>
                  </a:lnTo>
                  <a:lnTo>
                    <a:pt x="38" y="45"/>
                  </a:lnTo>
                  <a:lnTo>
                    <a:pt x="35" y="49"/>
                  </a:lnTo>
                  <a:lnTo>
                    <a:pt x="32" y="53"/>
                  </a:lnTo>
                  <a:lnTo>
                    <a:pt x="29" y="56"/>
                  </a:lnTo>
                  <a:lnTo>
                    <a:pt x="26" y="59"/>
                  </a:lnTo>
                  <a:lnTo>
                    <a:pt x="23" y="62"/>
                  </a:lnTo>
                  <a:lnTo>
                    <a:pt x="20" y="65"/>
                  </a:lnTo>
                  <a:lnTo>
                    <a:pt x="18" y="68"/>
                  </a:lnTo>
                  <a:lnTo>
                    <a:pt x="16" y="71"/>
                  </a:lnTo>
                  <a:lnTo>
                    <a:pt x="14" y="73"/>
                  </a:lnTo>
                  <a:lnTo>
                    <a:pt x="12" y="76"/>
                  </a:lnTo>
                  <a:lnTo>
                    <a:pt x="11" y="79"/>
                  </a:lnTo>
                  <a:lnTo>
                    <a:pt x="10" y="82"/>
                  </a:lnTo>
                  <a:lnTo>
                    <a:pt x="8" y="84"/>
                  </a:lnTo>
                  <a:lnTo>
                    <a:pt x="7" y="86"/>
                  </a:lnTo>
                  <a:lnTo>
                    <a:pt x="6" y="90"/>
                  </a:lnTo>
                  <a:lnTo>
                    <a:pt x="5" y="92"/>
                  </a:lnTo>
                  <a:lnTo>
                    <a:pt x="4" y="96"/>
                  </a:lnTo>
                  <a:lnTo>
                    <a:pt x="4" y="100"/>
                  </a:lnTo>
                  <a:lnTo>
                    <a:pt x="2" y="103"/>
                  </a:lnTo>
                  <a:lnTo>
                    <a:pt x="2" y="107"/>
                  </a:lnTo>
                  <a:lnTo>
                    <a:pt x="1" y="110"/>
                  </a:lnTo>
                  <a:lnTo>
                    <a:pt x="1" y="115"/>
                  </a:lnTo>
                  <a:lnTo>
                    <a:pt x="1" y="120"/>
                  </a:lnTo>
                  <a:lnTo>
                    <a:pt x="1" y="125"/>
                  </a:lnTo>
                  <a:lnTo>
                    <a:pt x="1" y="130"/>
                  </a:lnTo>
                  <a:lnTo>
                    <a:pt x="0" y="136"/>
                  </a:lnTo>
                  <a:lnTo>
                    <a:pt x="0" y="142"/>
                  </a:lnTo>
                  <a:lnTo>
                    <a:pt x="0" y="148"/>
                  </a:lnTo>
                  <a:lnTo>
                    <a:pt x="0" y="155"/>
                  </a:lnTo>
                  <a:lnTo>
                    <a:pt x="0" y="162"/>
                  </a:lnTo>
                  <a:lnTo>
                    <a:pt x="0" y="169"/>
                  </a:lnTo>
                  <a:lnTo>
                    <a:pt x="0" y="178"/>
                  </a:lnTo>
                  <a:lnTo>
                    <a:pt x="0" y="185"/>
                  </a:lnTo>
                  <a:lnTo>
                    <a:pt x="0" y="192"/>
                  </a:lnTo>
                  <a:lnTo>
                    <a:pt x="0" y="198"/>
                  </a:lnTo>
                  <a:lnTo>
                    <a:pt x="0" y="204"/>
                  </a:lnTo>
                  <a:lnTo>
                    <a:pt x="0" y="210"/>
                  </a:lnTo>
                  <a:lnTo>
                    <a:pt x="0" y="216"/>
                  </a:lnTo>
                  <a:lnTo>
                    <a:pt x="0" y="222"/>
                  </a:lnTo>
                  <a:lnTo>
                    <a:pt x="0" y="228"/>
                  </a:lnTo>
                  <a:lnTo>
                    <a:pt x="0" y="234"/>
                  </a:lnTo>
                  <a:lnTo>
                    <a:pt x="0" y="239"/>
                  </a:lnTo>
                  <a:lnTo>
                    <a:pt x="0" y="245"/>
                  </a:lnTo>
                  <a:lnTo>
                    <a:pt x="0" y="251"/>
                  </a:lnTo>
                  <a:lnTo>
                    <a:pt x="0" y="257"/>
                  </a:lnTo>
                  <a:lnTo>
                    <a:pt x="0" y="264"/>
                  </a:lnTo>
                  <a:lnTo>
                    <a:pt x="0" y="272"/>
                  </a:lnTo>
                  <a:lnTo>
                    <a:pt x="0" y="279"/>
                  </a:lnTo>
                  <a:lnTo>
                    <a:pt x="0" y="286"/>
                  </a:lnTo>
                  <a:lnTo>
                    <a:pt x="0" y="294"/>
                  </a:lnTo>
                  <a:lnTo>
                    <a:pt x="0" y="303"/>
                  </a:lnTo>
                  <a:lnTo>
                    <a:pt x="0" y="311"/>
                  </a:lnTo>
                  <a:lnTo>
                    <a:pt x="0" y="322"/>
                  </a:lnTo>
                  <a:lnTo>
                    <a:pt x="0" y="332"/>
                  </a:lnTo>
                  <a:lnTo>
                    <a:pt x="0" y="344"/>
                  </a:lnTo>
                  <a:lnTo>
                    <a:pt x="0" y="356"/>
                  </a:lnTo>
                  <a:lnTo>
                    <a:pt x="0" y="369"/>
                  </a:lnTo>
                  <a:lnTo>
                    <a:pt x="0" y="382"/>
                  </a:lnTo>
                  <a:lnTo>
                    <a:pt x="0" y="398"/>
                  </a:lnTo>
                  <a:lnTo>
                    <a:pt x="0" y="413"/>
                  </a:lnTo>
                  <a:lnTo>
                    <a:pt x="0" y="430"/>
                  </a:lnTo>
                  <a:lnTo>
                    <a:pt x="0" y="448"/>
                  </a:lnTo>
                  <a:lnTo>
                    <a:pt x="0" y="467"/>
                  </a:lnTo>
                  <a:lnTo>
                    <a:pt x="0" y="488"/>
                  </a:lnTo>
                  <a:lnTo>
                    <a:pt x="0" y="506"/>
                  </a:lnTo>
                  <a:lnTo>
                    <a:pt x="0" y="523"/>
                  </a:lnTo>
                  <a:lnTo>
                    <a:pt x="0" y="538"/>
                  </a:lnTo>
                  <a:lnTo>
                    <a:pt x="0" y="553"/>
                  </a:lnTo>
                  <a:lnTo>
                    <a:pt x="0" y="567"/>
                  </a:lnTo>
                  <a:lnTo>
                    <a:pt x="0" y="580"/>
                  </a:lnTo>
                  <a:lnTo>
                    <a:pt x="0" y="592"/>
                  </a:lnTo>
                  <a:lnTo>
                    <a:pt x="0" y="603"/>
                  </a:lnTo>
                  <a:lnTo>
                    <a:pt x="0" y="614"/>
                  </a:lnTo>
                  <a:lnTo>
                    <a:pt x="0" y="624"/>
                  </a:lnTo>
                  <a:lnTo>
                    <a:pt x="0" y="633"/>
                  </a:lnTo>
                  <a:lnTo>
                    <a:pt x="0" y="642"/>
                  </a:lnTo>
                  <a:lnTo>
                    <a:pt x="0" y="650"/>
                  </a:lnTo>
                  <a:lnTo>
                    <a:pt x="0" y="657"/>
                  </a:lnTo>
                  <a:lnTo>
                    <a:pt x="0" y="665"/>
                  </a:lnTo>
                  <a:lnTo>
                    <a:pt x="0" y="672"/>
                  </a:lnTo>
                  <a:lnTo>
                    <a:pt x="0" y="678"/>
                  </a:lnTo>
                  <a:lnTo>
                    <a:pt x="0" y="685"/>
                  </a:lnTo>
                  <a:lnTo>
                    <a:pt x="0" y="691"/>
                  </a:lnTo>
                  <a:lnTo>
                    <a:pt x="0" y="696"/>
                  </a:lnTo>
                  <a:lnTo>
                    <a:pt x="0" y="702"/>
                  </a:lnTo>
                  <a:lnTo>
                    <a:pt x="0" y="708"/>
                  </a:lnTo>
                  <a:lnTo>
                    <a:pt x="0" y="714"/>
                  </a:lnTo>
                  <a:lnTo>
                    <a:pt x="0" y="720"/>
                  </a:lnTo>
                  <a:lnTo>
                    <a:pt x="0" y="725"/>
                  </a:lnTo>
                  <a:lnTo>
                    <a:pt x="0" y="731"/>
                  </a:lnTo>
                  <a:lnTo>
                    <a:pt x="0" y="738"/>
                  </a:lnTo>
                  <a:lnTo>
                    <a:pt x="0" y="744"/>
                  </a:lnTo>
                  <a:lnTo>
                    <a:pt x="0" y="751"/>
                  </a:lnTo>
                  <a:lnTo>
                    <a:pt x="0" y="758"/>
                  </a:lnTo>
                  <a:lnTo>
                    <a:pt x="0" y="766"/>
                  </a:lnTo>
                  <a:lnTo>
                    <a:pt x="0" y="774"/>
                  </a:lnTo>
                  <a:lnTo>
                    <a:pt x="0" y="781"/>
                  </a:lnTo>
                  <a:lnTo>
                    <a:pt x="0" y="788"/>
                  </a:lnTo>
                  <a:lnTo>
                    <a:pt x="0" y="794"/>
                  </a:lnTo>
                  <a:lnTo>
                    <a:pt x="0" y="800"/>
                  </a:lnTo>
                  <a:lnTo>
                    <a:pt x="1" y="805"/>
                  </a:lnTo>
                  <a:lnTo>
                    <a:pt x="1" y="811"/>
                  </a:lnTo>
                  <a:lnTo>
                    <a:pt x="1" y="816"/>
                  </a:lnTo>
                  <a:lnTo>
                    <a:pt x="1" y="821"/>
                  </a:lnTo>
                  <a:lnTo>
                    <a:pt x="1" y="825"/>
                  </a:lnTo>
                  <a:lnTo>
                    <a:pt x="2" y="829"/>
                  </a:lnTo>
                  <a:lnTo>
                    <a:pt x="2" y="833"/>
                  </a:lnTo>
                  <a:lnTo>
                    <a:pt x="4" y="837"/>
                  </a:lnTo>
                  <a:lnTo>
                    <a:pt x="4" y="840"/>
                  </a:lnTo>
                  <a:lnTo>
                    <a:pt x="5" y="843"/>
                  </a:lnTo>
                  <a:lnTo>
                    <a:pt x="6" y="846"/>
                  </a:lnTo>
                  <a:lnTo>
                    <a:pt x="7" y="849"/>
                  </a:lnTo>
                  <a:lnTo>
                    <a:pt x="8" y="852"/>
                  </a:lnTo>
                  <a:lnTo>
                    <a:pt x="10" y="855"/>
                  </a:lnTo>
                  <a:lnTo>
                    <a:pt x="11" y="857"/>
                  </a:lnTo>
                  <a:lnTo>
                    <a:pt x="12" y="859"/>
                  </a:lnTo>
                  <a:lnTo>
                    <a:pt x="14" y="863"/>
                  </a:lnTo>
                  <a:lnTo>
                    <a:pt x="16" y="865"/>
                  </a:lnTo>
                  <a:lnTo>
                    <a:pt x="18" y="868"/>
                  </a:lnTo>
                  <a:lnTo>
                    <a:pt x="20" y="870"/>
                  </a:lnTo>
                  <a:lnTo>
                    <a:pt x="23" y="874"/>
                  </a:lnTo>
                  <a:lnTo>
                    <a:pt x="26" y="876"/>
                  </a:lnTo>
                  <a:lnTo>
                    <a:pt x="29" y="880"/>
                  </a:lnTo>
                  <a:lnTo>
                    <a:pt x="32" y="883"/>
                  </a:lnTo>
                  <a:lnTo>
                    <a:pt x="35" y="887"/>
                  </a:lnTo>
                  <a:lnTo>
                    <a:pt x="38" y="891"/>
                  </a:lnTo>
                  <a:lnTo>
                    <a:pt x="43" y="894"/>
                  </a:lnTo>
                  <a:lnTo>
                    <a:pt x="47" y="898"/>
                  </a:lnTo>
                  <a:lnTo>
                    <a:pt x="50" y="901"/>
                  </a:lnTo>
                  <a:lnTo>
                    <a:pt x="54" y="905"/>
                  </a:lnTo>
                  <a:lnTo>
                    <a:pt x="56" y="909"/>
                  </a:lnTo>
                  <a:lnTo>
                    <a:pt x="60" y="911"/>
                  </a:lnTo>
                  <a:lnTo>
                    <a:pt x="62" y="913"/>
                  </a:lnTo>
                  <a:lnTo>
                    <a:pt x="66" y="916"/>
                  </a:lnTo>
                  <a:lnTo>
                    <a:pt x="68" y="918"/>
                  </a:lnTo>
                  <a:lnTo>
                    <a:pt x="71" y="921"/>
                  </a:lnTo>
                  <a:lnTo>
                    <a:pt x="73" y="923"/>
                  </a:lnTo>
                  <a:lnTo>
                    <a:pt x="76" y="924"/>
                  </a:lnTo>
                  <a:lnTo>
                    <a:pt x="77" y="927"/>
                  </a:lnTo>
                  <a:lnTo>
                    <a:pt x="79" y="928"/>
                  </a:lnTo>
                  <a:lnTo>
                    <a:pt x="82" y="929"/>
                  </a:lnTo>
                  <a:lnTo>
                    <a:pt x="83" y="930"/>
                  </a:lnTo>
                  <a:lnTo>
                    <a:pt x="85" y="932"/>
                  </a:lnTo>
                  <a:lnTo>
                    <a:pt x="88" y="933"/>
                  </a:lnTo>
                  <a:lnTo>
                    <a:pt x="89" y="933"/>
                  </a:lnTo>
                  <a:lnTo>
                    <a:pt x="91" y="934"/>
                  </a:lnTo>
                  <a:lnTo>
                    <a:pt x="94" y="934"/>
                  </a:lnTo>
                  <a:lnTo>
                    <a:pt x="96" y="935"/>
                  </a:lnTo>
                  <a:lnTo>
                    <a:pt x="99" y="935"/>
                  </a:lnTo>
                  <a:lnTo>
                    <a:pt x="100" y="935"/>
                  </a:lnTo>
                  <a:lnTo>
                    <a:pt x="102" y="936"/>
                  </a:lnTo>
                  <a:lnTo>
                    <a:pt x="106" y="936"/>
                  </a:lnTo>
                  <a:lnTo>
                    <a:pt x="108" y="936"/>
                  </a:lnTo>
                  <a:lnTo>
                    <a:pt x="111" y="936"/>
                  </a:lnTo>
                  <a:lnTo>
                    <a:pt x="114" y="936"/>
                  </a:lnTo>
                  <a:lnTo>
                    <a:pt x="117" y="936"/>
                  </a:lnTo>
                  <a:lnTo>
                    <a:pt x="120" y="936"/>
                  </a:lnTo>
                  <a:lnTo>
                    <a:pt x="124" y="936"/>
                  </a:lnTo>
                  <a:lnTo>
                    <a:pt x="127" y="936"/>
                  </a:lnTo>
                  <a:lnTo>
                    <a:pt x="132" y="936"/>
                  </a:lnTo>
                  <a:lnTo>
                    <a:pt x="136" y="936"/>
                  </a:lnTo>
                  <a:lnTo>
                    <a:pt x="139" y="936"/>
                  </a:lnTo>
                  <a:lnTo>
                    <a:pt x="143" y="936"/>
                  </a:lnTo>
                  <a:lnTo>
                    <a:pt x="147" y="936"/>
                  </a:lnTo>
                  <a:lnTo>
                    <a:pt x="150" y="936"/>
                  </a:lnTo>
                  <a:lnTo>
                    <a:pt x="155" y="936"/>
                  </a:lnTo>
                  <a:lnTo>
                    <a:pt x="159" y="936"/>
                  </a:lnTo>
                  <a:lnTo>
                    <a:pt x="165" y="936"/>
                  </a:lnTo>
                  <a:lnTo>
                    <a:pt x="169" y="936"/>
                  </a:lnTo>
                  <a:lnTo>
                    <a:pt x="175" y="936"/>
                  </a:lnTo>
                  <a:lnTo>
                    <a:pt x="183" y="936"/>
                  </a:lnTo>
                  <a:lnTo>
                    <a:pt x="190" y="936"/>
                  </a:lnTo>
                  <a:lnTo>
                    <a:pt x="198" y="936"/>
                  </a:lnTo>
                  <a:lnTo>
                    <a:pt x="208" y="936"/>
                  </a:lnTo>
                  <a:lnTo>
                    <a:pt x="219" y="936"/>
                  </a:lnTo>
                  <a:lnTo>
                    <a:pt x="230" y="936"/>
                  </a:lnTo>
                  <a:lnTo>
                    <a:pt x="243" y="936"/>
                  </a:lnTo>
                  <a:lnTo>
                    <a:pt x="257" y="936"/>
                  </a:lnTo>
                  <a:lnTo>
                    <a:pt x="273" y="936"/>
                  </a:lnTo>
                  <a:lnTo>
                    <a:pt x="290" y="936"/>
                  </a:lnTo>
                  <a:lnTo>
                    <a:pt x="308" y="936"/>
                  </a:lnTo>
                  <a:lnTo>
                    <a:pt x="328" y="936"/>
                  </a:lnTo>
                  <a:lnTo>
                    <a:pt x="350" y="936"/>
                  </a:lnTo>
                  <a:lnTo>
                    <a:pt x="374" y="936"/>
                  </a:lnTo>
                  <a:lnTo>
                    <a:pt x="399" y="936"/>
                  </a:lnTo>
                  <a:lnTo>
                    <a:pt x="427" y="936"/>
                  </a:lnTo>
                  <a:lnTo>
                    <a:pt x="456" y="936"/>
                  </a:lnTo>
                  <a:lnTo>
                    <a:pt x="488" y="936"/>
                  </a:lnTo>
                  <a:lnTo>
                    <a:pt x="522" y="936"/>
                  </a:lnTo>
                  <a:lnTo>
                    <a:pt x="558" y="936"/>
                  </a:lnTo>
                  <a:lnTo>
                    <a:pt x="596" y="936"/>
                  </a:lnTo>
                </a:path>
              </a:pathLst>
            </a:custGeom>
            <a:noFill/>
            <a:ln w="17463">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86" name="Freeform 197">
              <a:extLst>
                <a:ext uri="{FF2B5EF4-FFF2-40B4-BE49-F238E27FC236}">
                  <a16:creationId xmlns:a16="http://schemas.microsoft.com/office/drawing/2014/main" id="{F66CFBA4-6484-4F29-A66A-A621044FE4FB}"/>
                </a:ext>
              </a:extLst>
            </p:cNvPr>
            <p:cNvSpPr>
              <a:spLocks/>
            </p:cNvSpPr>
            <p:nvPr/>
          </p:nvSpPr>
          <p:spPr bwMode="auto">
            <a:xfrm>
              <a:off x="4741863" y="5710237"/>
              <a:ext cx="269875" cy="269875"/>
            </a:xfrm>
            <a:custGeom>
              <a:avLst/>
              <a:gdLst>
                <a:gd name="T0" fmla="*/ 2147483646 w 340"/>
                <a:gd name="T1" fmla="*/ 0 h 340"/>
                <a:gd name="T2" fmla="*/ 2147483646 w 340"/>
                <a:gd name="T3" fmla="*/ 0 h 340"/>
                <a:gd name="T4" fmla="*/ 2147483646 w 340"/>
                <a:gd name="T5" fmla="*/ 0 h 340"/>
                <a:gd name="T6" fmla="*/ 2147483646 w 340"/>
                <a:gd name="T7" fmla="*/ 0 h 340"/>
                <a:gd name="T8" fmla="*/ 2147483646 w 340"/>
                <a:gd name="T9" fmla="*/ 0 h 340"/>
                <a:gd name="T10" fmla="*/ 2147483646 w 340"/>
                <a:gd name="T11" fmla="*/ 0 h 340"/>
                <a:gd name="T12" fmla="*/ 2147483646 w 340"/>
                <a:gd name="T13" fmla="*/ 2147483646 h 340"/>
                <a:gd name="T14" fmla="*/ 2147483646 w 340"/>
                <a:gd name="T15" fmla="*/ 2147483646 h 340"/>
                <a:gd name="T16" fmla="*/ 2147483646 w 340"/>
                <a:gd name="T17" fmla="*/ 2147483646 h 340"/>
                <a:gd name="T18" fmla="*/ 2147483646 w 340"/>
                <a:gd name="T19" fmla="*/ 2147483646 h 340"/>
                <a:gd name="T20" fmla="*/ 2147483646 w 340"/>
                <a:gd name="T21" fmla="*/ 2147483646 h 340"/>
                <a:gd name="T22" fmla="*/ 2147483646 w 340"/>
                <a:gd name="T23" fmla="*/ 2147483646 h 340"/>
                <a:gd name="T24" fmla="*/ 2147483646 w 340"/>
                <a:gd name="T25" fmla="*/ 2147483646 h 340"/>
                <a:gd name="T26" fmla="*/ 2147483646 w 340"/>
                <a:gd name="T27" fmla="*/ 2147483646 h 340"/>
                <a:gd name="T28" fmla="*/ 2147483646 w 340"/>
                <a:gd name="T29" fmla="*/ 2147483646 h 340"/>
                <a:gd name="T30" fmla="*/ 2147483646 w 340"/>
                <a:gd name="T31" fmla="*/ 2147483646 h 340"/>
                <a:gd name="T32" fmla="*/ 2147483646 w 340"/>
                <a:gd name="T33" fmla="*/ 2147483646 h 340"/>
                <a:gd name="T34" fmla="*/ 2147483646 w 340"/>
                <a:gd name="T35" fmla="*/ 2147483646 h 340"/>
                <a:gd name="T36" fmla="*/ 2147483646 w 340"/>
                <a:gd name="T37" fmla="*/ 2147483646 h 340"/>
                <a:gd name="T38" fmla="*/ 2147483646 w 340"/>
                <a:gd name="T39" fmla="*/ 2147483646 h 340"/>
                <a:gd name="T40" fmla="*/ 2147483646 w 340"/>
                <a:gd name="T41" fmla="*/ 2147483646 h 340"/>
                <a:gd name="T42" fmla="*/ 2147483646 w 340"/>
                <a:gd name="T43" fmla="*/ 2147483646 h 340"/>
                <a:gd name="T44" fmla="*/ 2147483646 w 340"/>
                <a:gd name="T45" fmla="*/ 2147483646 h 340"/>
                <a:gd name="T46" fmla="*/ 2147483646 w 340"/>
                <a:gd name="T47" fmla="*/ 2147483646 h 340"/>
                <a:gd name="T48" fmla="*/ 2147483646 w 340"/>
                <a:gd name="T49" fmla="*/ 2147483646 h 340"/>
                <a:gd name="T50" fmla="*/ 2147483646 w 340"/>
                <a:gd name="T51" fmla="*/ 2147483646 h 340"/>
                <a:gd name="T52" fmla="*/ 2147483646 w 340"/>
                <a:gd name="T53" fmla="*/ 2147483646 h 340"/>
                <a:gd name="T54" fmla="*/ 2147483646 w 340"/>
                <a:gd name="T55" fmla="*/ 2147483646 h 340"/>
                <a:gd name="T56" fmla="*/ 2147483646 w 340"/>
                <a:gd name="T57" fmla="*/ 2147483646 h 340"/>
                <a:gd name="T58" fmla="*/ 2147483646 w 340"/>
                <a:gd name="T59" fmla="*/ 2147483646 h 340"/>
                <a:gd name="T60" fmla="*/ 2147483646 w 340"/>
                <a:gd name="T61" fmla="*/ 2147483646 h 340"/>
                <a:gd name="T62" fmla="*/ 2147483646 w 340"/>
                <a:gd name="T63" fmla="*/ 2147483646 h 340"/>
                <a:gd name="T64" fmla="*/ 2147483646 w 340"/>
                <a:gd name="T65" fmla="*/ 2147483646 h 340"/>
                <a:gd name="T66" fmla="*/ 2147483646 w 340"/>
                <a:gd name="T67" fmla="*/ 2147483646 h 340"/>
                <a:gd name="T68" fmla="*/ 2147483646 w 340"/>
                <a:gd name="T69" fmla="*/ 2147483646 h 340"/>
                <a:gd name="T70" fmla="*/ 2147483646 w 340"/>
                <a:gd name="T71" fmla="*/ 2147483646 h 340"/>
                <a:gd name="T72" fmla="*/ 2147483646 w 340"/>
                <a:gd name="T73" fmla="*/ 2147483646 h 340"/>
                <a:gd name="T74" fmla="*/ 2147483646 w 340"/>
                <a:gd name="T75" fmla="*/ 2147483646 h 340"/>
                <a:gd name="T76" fmla="*/ 2147483646 w 340"/>
                <a:gd name="T77" fmla="*/ 2147483646 h 340"/>
                <a:gd name="T78" fmla="*/ 2147483646 w 340"/>
                <a:gd name="T79" fmla="*/ 2147483646 h 340"/>
                <a:gd name="T80" fmla="*/ 2147483646 w 340"/>
                <a:gd name="T81" fmla="*/ 2147483646 h 340"/>
                <a:gd name="T82" fmla="*/ 2147483646 w 340"/>
                <a:gd name="T83" fmla="*/ 2147483646 h 340"/>
                <a:gd name="T84" fmla="*/ 0 w 340"/>
                <a:gd name="T85" fmla="*/ 2147483646 h 340"/>
                <a:gd name="T86" fmla="*/ 0 w 340"/>
                <a:gd name="T87" fmla="*/ 2147483646 h 340"/>
                <a:gd name="T88" fmla="*/ 0 w 340"/>
                <a:gd name="T89" fmla="*/ 2147483646 h 340"/>
                <a:gd name="T90" fmla="*/ 0 w 340"/>
                <a:gd name="T91" fmla="*/ 2147483646 h 340"/>
                <a:gd name="T92" fmla="*/ 0 w 340"/>
                <a:gd name="T93" fmla="*/ 2147483646 h 340"/>
                <a:gd name="T94" fmla="*/ 0 w 340"/>
                <a:gd name="T95" fmla="*/ 2147483646 h 340"/>
                <a:gd name="T96" fmla="*/ 0 w 340"/>
                <a:gd name="T97" fmla="*/ 2147483646 h 340"/>
                <a:gd name="T98" fmla="*/ 0 w 340"/>
                <a:gd name="T99" fmla="*/ 2147483646 h 340"/>
                <a:gd name="T100" fmla="*/ 0 w 340"/>
                <a:gd name="T101" fmla="*/ 2147483646 h 340"/>
                <a:gd name="T102" fmla="*/ 2147483646 w 340"/>
                <a:gd name="T103" fmla="*/ 2147483646 h 340"/>
                <a:gd name="T104" fmla="*/ 2147483646 w 340"/>
                <a:gd name="T105" fmla="*/ 2147483646 h 340"/>
                <a:gd name="T106" fmla="*/ 2147483646 w 340"/>
                <a:gd name="T107" fmla="*/ 2147483646 h 340"/>
                <a:gd name="T108" fmla="*/ 2147483646 w 340"/>
                <a:gd name="T109" fmla="*/ 2147483646 h 340"/>
                <a:gd name="T110" fmla="*/ 2147483646 w 340"/>
                <a:gd name="T111" fmla="*/ 2147483646 h 340"/>
                <a:gd name="T112" fmla="*/ 2147483646 w 340"/>
                <a:gd name="T113" fmla="*/ 2147483646 h 340"/>
                <a:gd name="T114" fmla="*/ 2147483646 w 340"/>
                <a:gd name="T115" fmla="*/ 2147483646 h 340"/>
                <a:gd name="T116" fmla="*/ 2147483646 w 340"/>
                <a:gd name="T117" fmla="*/ 2147483646 h 340"/>
                <a:gd name="T118" fmla="*/ 2147483646 w 340"/>
                <a:gd name="T119" fmla="*/ 0 h 34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40"/>
                <a:gd name="T181" fmla="*/ 0 h 340"/>
                <a:gd name="T182" fmla="*/ 340 w 340"/>
                <a:gd name="T183" fmla="*/ 340 h 34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40" h="340">
                  <a:moveTo>
                    <a:pt x="128" y="0"/>
                  </a:moveTo>
                  <a:lnTo>
                    <a:pt x="132" y="0"/>
                  </a:lnTo>
                  <a:lnTo>
                    <a:pt x="136" y="0"/>
                  </a:lnTo>
                  <a:lnTo>
                    <a:pt x="138" y="0"/>
                  </a:lnTo>
                  <a:lnTo>
                    <a:pt x="142" y="0"/>
                  </a:lnTo>
                  <a:lnTo>
                    <a:pt x="146" y="0"/>
                  </a:lnTo>
                  <a:lnTo>
                    <a:pt x="148" y="0"/>
                  </a:lnTo>
                  <a:lnTo>
                    <a:pt x="150" y="0"/>
                  </a:lnTo>
                  <a:lnTo>
                    <a:pt x="153" y="0"/>
                  </a:lnTo>
                  <a:lnTo>
                    <a:pt x="155" y="0"/>
                  </a:lnTo>
                  <a:lnTo>
                    <a:pt x="158" y="0"/>
                  </a:lnTo>
                  <a:lnTo>
                    <a:pt x="160" y="0"/>
                  </a:lnTo>
                  <a:lnTo>
                    <a:pt x="163" y="0"/>
                  </a:lnTo>
                  <a:lnTo>
                    <a:pt x="165" y="0"/>
                  </a:lnTo>
                  <a:lnTo>
                    <a:pt x="166" y="0"/>
                  </a:lnTo>
                  <a:lnTo>
                    <a:pt x="169" y="0"/>
                  </a:lnTo>
                  <a:lnTo>
                    <a:pt x="171" y="0"/>
                  </a:lnTo>
                  <a:lnTo>
                    <a:pt x="172" y="0"/>
                  </a:lnTo>
                  <a:lnTo>
                    <a:pt x="175" y="0"/>
                  </a:lnTo>
                  <a:lnTo>
                    <a:pt x="177" y="0"/>
                  </a:lnTo>
                  <a:lnTo>
                    <a:pt x="178" y="0"/>
                  </a:lnTo>
                  <a:lnTo>
                    <a:pt x="181" y="0"/>
                  </a:lnTo>
                  <a:lnTo>
                    <a:pt x="183" y="0"/>
                  </a:lnTo>
                  <a:lnTo>
                    <a:pt x="185" y="0"/>
                  </a:lnTo>
                  <a:lnTo>
                    <a:pt x="188" y="0"/>
                  </a:lnTo>
                  <a:lnTo>
                    <a:pt x="190" y="0"/>
                  </a:lnTo>
                  <a:lnTo>
                    <a:pt x="193" y="0"/>
                  </a:lnTo>
                  <a:lnTo>
                    <a:pt x="196" y="0"/>
                  </a:lnTo>
                  <a:lnTo>
                    <a:pt x="199" y="0"/>
                  </a:lnTo>
                  <a:lnTo>
                    <a:pt x="202" y="0"/>
                  </a:lnTo>
                  <a:lnTo>
                    <a:pt x="206" y="0"/>
                  </a:lnTo>
                  <a:lnTo>
                    <a:pt x="209" y="0"/>
                  </a:lnTo>
                  <a:lnTo>
                    <a:pt x="213" y="0"/>
                  </a:lnTo>
                  <a:lnTo>
                    <a:pt x="217" y="0"/>
                  </a:lnTo>
                  <a:lnTo>
                    <a:pt x="220" y="0"/>
                  </a:lnTo>
                  <a:lnTo>
                    <a:pt x="224" y="0"/>
                  </a:lnTo>
                  <a:lnTo>
                    <a:pt x="227" y="0"/>
                  </a:lnTo>
                  <a:lnTo>
                    <a:pt x="230" y="0"/>
                  </a:lnTo>
                  <a:lnTo>
                    <a:pt x="233" y="0"/>
                  </a:lnTo>
                  <a:lnTo>
                    <a:pt x="236" y="0"/>
                  </a:lnTo>
                  <a:lnTo>
                    <a:pt x="238" y="1"/>
                  </a:lnTo>
                  <a:lnTo>
                    <a:pt x="241" y="1"/>
                  </a:lnTo>
                  <a:lnTo>
                    <a:pt x="243" y="1"/>
                  </a:lnTo>
                  <a:lnTo>
                    <a:pt x="245" y="1"/>
                  </a:lnTo>
                  <a:lnTo>
                    <a:pt x="248" y="2"/>
                  </a:lnTo>
                  <a:lnTo>
                    <a:pt x="249" y="2"/>
                  </a:lnTo>
                  <a:lnTo>
                    <a:pt x="251" y="3"/>
                  </a:lnTo>
                  <a:lnTo>
                    <a:pt x="254" y="5"/>
                  </a:lnTo>
                  <a:lnTo>
                    <a:pt x="255" y="5"/>
                  </a:lnTo>
                  <a:lnTo>
                    <a:pt x="257" y="6"/>
                  </a:lnTo>
                  <a:lnTo>
                    <a:pt x="260" y="7"/>
                  </a:lnTo>
                  <a:lnTo>
                    <a:pt x="262" y="8"/>
                  </a:lnTo>
                  <a:lnTo>
                    <a:pt x="264" y="11"/>
                  </a:lnTo>
                  <a:lnTo>
                    <a:pt x="266" y="12"/>
                  </a:lnTo>
                  <a:lnTo>
                    <a:pt x="268" y="14"/>
                  </a:lnTo>
                  <a:lnTo>
                    <a:pt x="271" y="15"/>
                  </a:lnTo>
                  <a:lnTo>
                    <a:pt x="273" y="18"/>
                  </a:lnTo>
                  <a:lnTo>
                    <a:pt x="276" y="20"/>
                  </a:lnTo>
                  <a:lnTo>
                    <a:pt x="278" y="23"/>
                  </a:lnTo>
                  <a:lnTo>
                    <a:pt x="282" y="25"/>
                  </a:lnTo>
                  <a:lnTo>
                    <a:pt x="284" y="29"/>
                  </a:lnTo>
                  <a:lnTo>
                    <a:pt x="288" y="31"/>
                  </a:lnTo>
                  <a:lnTo>
                    <a:pt x="291" y="35"/>
                  </a:lnTo>
                  <a:lnTo>
                    <a:pt x="295" y="38"/>
                  </a:lnTo>
                  <a:lnTo>
                    <a:pt x="298" y="42"/>
                  </a:lnTo>
                  <a:lnTo>
                    <a:pt x="302" y="47"/>
                  </a:lnTo>
                  <a:lnTo>
                    <a:pt x="306" y="50"/>
                  </a:lnTo>
                  <a:lnTo>
                    <a:pt x="309" y="54"/>
                  </a:lnTo>
                  <a:lnTo>
                    <a:pt x="313" y="56"/>
                  </a:lnTo>
                  <a:lnTo>
                    <a:pt x="315" y="60"/>
                  </a:lnTo>
                  <a:lnTo>
                    <a:pt x="318" y="62"/>
                  </a:lnTo>
                  <a:lnTo>
                    <a:pt x="320" y="66"/>
                  </a:lnTo>
                  <a:lnTo>
                    <a:pt x="322" y="68"/>
                  </a:lnTo>
                  <a:lnTo>
                    <a:pt x="325" y="71"/>
                  </a:lnTo>
                  <a:lnTo>
                    <a:pt x="327" y="73"/>
                  </a:lnTo>
                  <a:lnTo>
                    <a:pt x="328" y="77"/>
                  </a:lnTo>
                  <a:lnTo>
                    <a:pt x="331" y="79"/>
                  </a:lnTo>
                  <a:lnTo>
                    <a:pt x="332" y="81"/>
                  </a:lnTo>
                  <a:lnTo>
                    <a:pt x="333" y="84"/>
                  </a:lnTo>
                  <a:lnTo>
                    <a:pt x="334" y="87"/>
                  </a:lnTo>
                  <a:lnTo>
                    <a:pt x="336" y="90"/>
                  </a:lnTo>
                  <a:lnTo>
                    <a:pt x="337" y="94"/>
                  </a:lnTo>
                  <a:lnTo>
                    <a:pt x="337" y="97"/>
                  </a:lnTo>
                  <a:lnTo>
                    <a:pt x="338" y="100"/>
                  </a:lnTo>
                  <a:lnTo>
                    <a:pt x="338" y="103"/>
                  </a:lnTo>
                  <a:lnTo>
                    <a:pt x="339" y="107"/>
                  </a:lnTo>
                  <a:lnTo>
                    <a:pt x="339" y="112"/>
                  </a:lnTo>
                  <a:lnTo>
                    <a:pt x="339" y="115"/>
                  </a:lnTo>
                  <a:lnTo>
                    <a:pt x="340" y="120"/>
                  </a:lnTo>
                  <a:lnTo>
                    <a:pt x="340" y="125"/>
                  </a:lnTo>
                  <a:lnTo>
                    <a:pt x="340" y="131"/>
                  </a:lnTo>
                  <a:lnTo>
                    <a:pt x="340" y="136"/>
                  </a:lnTo>
                  <a:lnTo>
                    <a:pt x="340" y="142"/>
                  </a:lnTo>
                  <a:lnTo>
                    <a:pt x="340" y="149"/>
                  </a:lnTo>
                  <a:lnTo>
                    <a:pt x="340" y="155"/>
                  </a:lnTo>
                  <a:lnTo>
                    <a:pt x="340" y="162"/>
                  </a:lnTo>
                  <a:lnTo>
                    <a:pt x="340" y="170"/>
                  </a:lnTo>
                  <a:lnTo>
                    <a:pt x="340" y="178"/>
                  </a:lnTo>
                  <a:lnTo>
                    <a:pt x="340" y="185"/>
                  </a:lnTo>
                  <a:lnTo>
                    <a:pt x="340" y="192"/>
                  </a:lnTo>
                  <a:lnTo>
                    <a:pt x="340" y="198"/>
                  </a:lnTo>
                  <a:lnTo>
                    <a:pt x="340" y="204"/>
                  </a:lnTo>
                  <a:lnTo>
                    <a:pt x="340" y="210"/>
                  </a:lnTo>
                  <a:lnTo>
                    <a:pt x="340" y="215"/>
                  </a:lnTo>
                  <a:lnTo>
                    <a:pt x="340" y="220"/>
                  </a:lnTo>
                  <a:lnTo>
                    <a:pt x="339" y="225"/>
                  </a:lnTo>
                  <a:lnTo>
                    <a:pt x="339" y="229"/>
                  </a:lnTo>
                  <a:lnTo>
                    <a:pt x="339" y="233"/>
                  </a:lnTo>
                  <a:lnTo>
                    <a:pt x="338" y="237"/>
                  </a:lnTo>
                  <a:lnTo>
                    <a:pt x="338" y="240"/>
                  </a:lnTo>
                  <a:lnTo>
                    <a:pt x="337" y="244"/>
                  </a:lnTo>
                  <a:lnTo>
                    <a:pt x="337" y="247"/>
                  </a:lnTo>
                  <a:lnTo>
                    <a:pt x="336" y="250"/>
                  </a:lnTo>
                  <a:lnTo>
                    <a:pt x="334" y="253"/>
                  </a:lnTo>
                  <a:lnTo>
                    <a:pt x="333" y="256"/>
                  </a:lnTo>
                  <a:lnTo>
                    <a:pt x="332" y="258"/>
                  </a:lnTo>
                  <a:lnTo>
                    <a:pt x="331" y="262"/>
                  </a:lnTo>
                  <a:lnTo>
                    <a:pt x="328" y="264"/>
                  </a:lnTo>
                  <a:lnTo>
                    <a:pt x="327" y="267"/>
                  </a:lnTo>
                  <a:lnTo>
                    <a:pt x="325" y="269"/>
                  </a:lnTo>
                  <a:lnTo>
                    <a:pt x="322" y="271"/>
                  </a:lnTo>
                  <a:lnTo>
                    <a:pt x="320" y="275"/>
                  </a:lnTo>
                  <a:lnTo>
                    <a:pt x="318" y="277"/>
                  </a:lnTo>
                  <a:lnTo>
                    <a:pt x="315" y="281"/>
                  </a:lnTo>
                  <a:lnTo>
                    <a:pt x="313" y="283"/>
                  </a:lnTo>
                  <a:lnTo>
                    <a:pt x="309" y="287"/>
                  </a:lnTo>
                  <a:lnTo>
                    <a:pt x="306" y="291"/>
                  </a:lnTo>
                  <a:lnTo>
                    <a:pt x="302" y="294"/>
                  </a:lnTo>
                  <a:lnTo>
                    <a:pt x="298" y="298"/>
                  </a:lnTo>
                  <a:lnTo>
                    <a:pt x="295" y="301"/>
                  </a:lnTo>
                  <a:lnTo>
                    <a:pt x="291" y="305"/>
                  </a:lnTo>
                  <a:lnTo>
                    <a:pt x="288" y="309"/>
                  </a:lnTo>
                  <a:lnTo>
                    <a:pt x="284" y="312"/>
                  </a:lnTo>
                  <a:lnTo>
                    <a:pt x="282" y="315"/>
                  </a:lnTo>
                  <a:lnTo>
                    <a:pt x="278" y="317"/>
                  </a:lnTo>
                  <a:lnTo>
                    <a:pt x="276" y="321"/>
                  </a:lnTo>
                  <a:lnTo>
                    <a:pt x="273" y="322"/>
                  </a:lnTo>
                  <a:lnTo>
                    <a:pt x="271" y="324"/>
                  </a:lnTo>
                  <a:lnTo>
                    <a:pt x="268" y="327"/>
                  </a:lnTo>
                  <a:lnTo>
                    <a:pt x="266" y="328"/>
                  </a:lnTo>
                  <a:lnTo>
                    <a:pt x="264" y="330"/>
                  </a:lnTo>
                  <a:lnTo>
                    <a:pt x="262" y="332"/>
                  </a:lnTo>
                  <a:lnTo>
                    <a:pt x="260" y="333"/>
                  </a:lnTo>
                  <a:lnTo>
                    <a:pt x="257" y="334"/>
                  </a:lnTo>
                  <a:lnTo>
                    <a:pt x="255" y="335"/>
                  </a:lnTo>
                  <a:lnTo>
                    <a:pt x="254" y="336"/>
                  </a:lnTo>
                  <a:lnTo>
                    <a:pt x="251" y="336"/>
                  </a:lnTo>
                  <a:lnTo>
                    <a:pt x="249" y="338"/>
                  </a:lnTo>
                  <a:lnTo>
                    <a:pt x="248" y="339"/>
                  </a:lnTo>
                  <a:lnTo>
                    <a:pt x="245" y="339"/>
                  </a:lnTo>
                  <a:lnTo>
                    <a:pt x="243" y="339"/>
                  </a:lnTo>
                  <a:lnTo>
                    <a:pt x="241" y="340"/>
                  </a:lnTo>
                  <a:lnTo>
                    <a:pt x="238" y="340"/>
                  </a:lnTo>
                  <a:lnTo>
                    <a:pt x="236" y="340"/>
                  </a:lnTo>
                  <a:lnTo>
                    <a:pt x="233" y="340"/>
                  </a:lnTo>
                  <a:lnTo>
                    <a:pt x="230" y="340"/>
                  </a:lnTo>
                  <a:lnTo>
                    <a:pt x="227" y="340"/>
                  </a:lnTo>
                  <a:lnTo>
                    <a:pt x="224" y="340"/>
                  </a:lnTo>
                  <a:lnTo>
                    <a:pt x="220" y="340"/>
                  </a:lnTo>
                  <a:lnTo>
                    <a:pt x="217" y="340"/>
                  </a:lnTo>
                  <a:lnTo>
                    <a:pt x="213" y="340"/>
                  </a:lnTo>
                  <a:lnTo>
                    <a:pt x="209" y="340"/>
                  </a:lnTo>
                  <a:lnTo>
                    <a:pt x="206" y="340"/>
                  </a:lnTo>
                  <a:lnTo>
                    <a:pt x="202" y="340"/>
                  </a:lnTo>
                  <a:lnTo>
                    <a:pt x="199" y="340"/>
                  </a:lnTo>
                  <a:lnTo>
                    <a:pt x="196" y="340"/>
                  </a:lnTo>
                  <a:lnTo>
                    <a:pt x="193" y="340"/>
                  </a:lnTo>
                  <a:lnTo>
                    <a:pt x="190" y="340"/>
                  </a:lnTo>
                  <a:lnTo>
                    <a:pt x="188" y="340"/>
                  </a:lnTo>
                  <a:lnTo>
                    <a:pt x="185" y="340"/>
                  </a:lnTo>
                  <a:lnTo>
                    <a:pt x="183" y="340"/>
                  </a:lnTo>
                  <a:lnTo>
                    <a:pt x="181" y="340"/>
                  </a:lnTo>
                  <a:lnTo>
                    <a:pt x="178" y="340"/>
                  </a:lnTo>
                  <a:lnTo>
                    <a:pt x="177" y="340"/>
                  </a:lnTo>
                  <a:lnTo>
                    <a:pt x="175" y="340"/>
                  </a:lnTo>
                  <a:lnTo>
                    <a:pt x="172" y="340"/>
                  </a:lnTo>
                  <a:lnTo>
                    <a:pt x="171" y="340"/>
                  </a:lnTo>
                  <a:lnTo>
                    <a:pt x="169" y="340"/>
                  </a:lnTo>
                  <a:lnTo>
                    <a:pt x="166" y="340"/>
                  </a:lnTo>
                  <a:lnTo>
                    <a:pt x="165" y="340"/>
                  </a:lnTo>
                  <a:lnTo>
                    <a:pt x="163" y="340"/>
                  </a:lnTo>
                  <a:lnTo>
                    <a:pt x="160" y="340"/>
                  </a:lnTo>
                  <a:lnTo>
                    <a:pt x="158" y="340"/>
                  </a:lnTo>
                  <a:lnTo>
                    <a:pt x="155" y="340"/>
                  </a:lnTo>
                  <a:lnTo>
                    <a:pt x="153" y="340"/>
                  </a:lnTo>
                  <a:lnTo>
                    <a:pt x="150" y="340"/>
                  </a:lnTo>
                  <a:lnTo>
                    <a:pt x="148" y="340"/>
                  </a:lnTo>
                  <a:lnTo>
                    <a:pt x="146" y="340"/>
                  </a:lnTo>
                  <a:lnTo>
                    <a:pt x="142" y="340"/>
                  </a:lnTo>
                  <a:lnTo>
                    <a:pt x="138" y="340"/>
                  </a:lnTo>
                  <a:lnTo>
                    <a:pt x="136" y="340"/>
                  </a:lnTo>
                  <a:lnTo>
                    <a:pt x="132" y="340"/>
                  </a:lnTo>
                  <a:lnTo>
                    <a:pt x="128" y="340"/>
                  </a:lnTo>
                  <a:lnTo>
                    <a:pt x="124" y="340"/>
                  </a:lnTo>
                  <a:lnTo>
                    <a:pt x="120" y="340"/>
                  </a:lnTo>
                  <a:lnTo>
                    <a:pt x="117" y="340"/>
                  </a:lnTo>
                  <a:lnTo>
                    <a:pt x="113" y="340"/>
                  </a:lnTo>
                  <a:lnTo>
                    <a:pt x="111" y="340"/>
                  </a:lnTo>
                  <a:lnTo>
                    <a:pt x="108" y="340"/>
                  </a:lnTo>
                  <a:lnTo>
                    <a:pt x="105" y="340"/>
                  </a:lnTo>
                  <a:lnTo>
                    <a:pt x="102" y="340"/>
                  </a:lnTo>
                  <a:lnTo>
                    <a:pt x="100" y="340"/>
                  </a:lnTo>
                  <a:lnTo>
                    <a:pt x="98" y="339"/>
                  </a:lnTo>
                  <a:lnTo>
                    <a:pt x="95" y="339"/>
                  </a:lnTo>
                  <a:lnTo>
                    <a:pt x="94" y="339"/>
                  </a:lnTo>
                  <a:lnTo>
                    <a:pt x="92" y="338"/>
                  </a:lnTo>
                  <a:lnTo>
                    <a:pt x="89" y="336"/>
                  </a:lnTo>
                  <a:lnTo>
                    <a:pt x="87" y="336"/>
                  </a:lnTo>
                  <a:lnTo>
                    <a:pt x="86" y="335"/>
                  </a:lnTo>
                  <a:lnTo>
                    <a:pt x="83" y="334"/>
                  </a:lnTo>
                  <a:lnTo>
                    <a:pt x="81" y="333"/>
                  </a:lnTo>
                  <a:lnTo>
                    <a:pt x="80" y="332"/>
                  </a:lnTo>
                  <a:lnTo>
                    <a:pt x="77" y="330"/>
                  </a:lnTo>
                  <a:lnTo>
                    <a:pt x="75" y="328"/>
                  </a:lnTo>
                  <a:lnTo>
                    <a:pt x="72" y="327"/>
                  </a:lnTo>
                  <a:lnTo>
                    <a:pt x="70" y="324"/>
                  </a:lnTo>
                  <a:lnTo>
                    <a:pt x="68" y="322"/>
                  </a:lnTo>
                  <a:lnTo>
                    <a:pt x="65" y="321"/>
                  </a:lnTo>
                  <a:lnTo>
                    <a:pt x="63" y="317"/>
                  </a:lnTo>
                  <a:lnTo>
                    <a:pt x="60" y="315"/>
                  </a:lnTo>
                  <a:lnTo>
                    <a:pt x="57" y="312"/>
                  </a:lnTo>
                  <a:lnTo>
                    <a:pt x="53" y="309"/>
                  </a:lnTo>
                  <a:lnTo>
                    <a:pt x="51" y="305"/>
                  </a:lnTo>
                  <a:lnTo>
                    <a:pt x="47" y="301"/>
                  </a:lnTo>
                  <a:lnTo>
                    <a:pt x="42" y="298"/>
                  </a:lnTo>
                  <a:lnTo>
                    <a:pt x="39" y="294"/>
                  </a:lnTo>
                  <a:lnTo>
                    <a:pt x="35" y="291"/>
                  </a:lnTo>
                  <a:lnTo>
                    <a:pt x="31" y="287"/>
                  </a:lnTo>
                  <a:lnTo>
                    <a:pt x="29" y="283"/>
                  </a:lnTo>
                  <a:lnTo>
                    <a:pt x="25" y="281"/>
                  </a:lnTo>
                  <a:lnTo>
                    <a:pt x="23" y="277"/>
                  </a:lnTo>
                  <a:lnTo>
                    <a:pt x="21" y="275"/>
                  </a:lnTo>
                  <a:lnTo>
                    <a:pt x="18" y="273"/>
                  </a:lnTo>
                  <a:lnTo>
                    <a:pt x="16" y="270"/>
                  </a:lnTo>
                  <a:lnTo>
                    <a:pt x="13" y="268"/>
                  </a:lnTo>
                  <a:lnTo>
                    <a:pt x="12" y="265"/>
                  </a:lnTo>
                  <a:lnTo>
                    <a:pt x="11" y="263"/>
                  </a:lnTo>
                  <a:lnTo>
                    <a:pt x="9" y="262"/>
                  </a:lnTo>
                  <a:lnTo>
                    <a:pt x="7" y="259"/>
                  </a:lnTo>
                  <a:lnTo>
                    <a:pt x="6" y="257"/>
                  </a:lnTo>
                  <a:lnTo>
                    <a:pt x="5" y="256"/>
                  </a:lnTo>
                  <a:lnTo>
                    <a:pt x="5" y="253"/>
                  </a:lnTo>
                  <a:lnTo>
                    <a:pt x="4" y="251"/>
                  </a:lnTo>
                  <a:lnTo>
                    <a:pt x="3" y="250"/>
                  </a:lnTo>
                  <a:lnTo>
                    <a:pt x="3" y="247"/>
                  </a:lnTo>
                  <a:lnTo>
                    <a:pt x="1" y="245"/>
                  </a:lnTo>
                  <a:lnTo>
                    <a:pt x="1" y="243"/>
                  </a:lnTo>
                  <a:lnTo>
                    <a:pt x="1" y="240"/>
                  </a:lnTo>
                  <a:lnTo>
                    <a:pt x="0" y="238"/>
                  </a:lnTo>
                  <a:lnTo>
                    <a:pt x="0" y="235"/>
                  </a:lnTo>
                  <a:lnTo>
                    <a:pt x="0" y="233"/>
                  </a:lnTo>
                  <a:lnTo>
                    <a:pt x="0" y="231"/>
                  </a:lnTo>
                  <a:lnTo>
                    <a:pt x="0" y="227"/>
                  </a:lnTo>
                  <a:lnTo>
                    <a:pt x="0" y="223"/>
                  </a:lnTo>
                  <a:lnTo>
                    <a:pt x="0" y="220"/>
                  </a:lnTo>
                  <a:lnTo>
                    <a:pt x="0" y="216"/>
                  </a:lnTo>
                  <a:lnTo>
                    <a:pt x="0" y="213"/>
                  </a:lnTo>
                  <a:lnTo>
                    <a:pt x="0" y="209"/>
                  </a:lnTo>
                  <a:lnTo>
                    <a:pt x="0" y="205"/>
                  </a:lnTo>
                  <a:lnTo>
                    <a:pt x="0" y="202"/>
                  </a:lnTo>
                  <a:lnTo>
                    <a:pt x="0" y="198"/>
                  </a:lnTo>
                  <a:lnTo>
                    <a:pt x="0" y="196"/>
                  </a:lnTo>
                  <a:lnTo>
                    <a:pt x="0" y="193"/>
                  </a:lnTo>
                  <a:lnTo>
                    <a:pt x="0" y="190"/>
                  </a:lnTo>
                  <a:lnTo>
                    <a:pt x="0" y="187"/>
                  </a:lnTo>
                  <a:lnTo>
                    <a:pt x="0" y="185"/>
                  </a:lnTo>
                  <a:lnTo>
                    <a:pt x="0" y="182"/>
                  </a:lnTo>
                  <a:lnTo>
                    <a:pt x="0" y="180"/>
                  </a:lnTo>
                  <a:lnTo>
                    <a:pt x="0" y="179"/>
                  </a:lnTo>
                  <a:lnTo>
                    <a:pt x="0" y="176"/>
                  </a:lnTo>
                  <a:lnTo>
                    <a:pt x="0" y="174"/>
                  </a:lnTo>
                  <a:lnTo>
                    <a:pt x="0" y="172"/>
                  </a:lnTo>
                  <a:lnTo>
                    <a:pt x="0" y="170"/>
                  </a:lnTo>
                  <a:lnTo>
                    <a:pt x="0" y="168"/>
                  </a:lnTo>
                  <a:lnTo>
                    <a:pt x="0" y="166"/>
                  </a:lnTo>
                  <a:lnTo>
                    <a:pt x="0" y="164"/>
                  </a:lnTo>
                  <a:lnTo>
                    <a:pt x="0" y="162"/>
                  </a:lnTo>
                  <a:lnTo>
                    <a:pt x="0" y="160"/>
                  </a:lnTo>
                  <a:lnTo>
                    <a:pt x="0" y="157"/>
                  </a:lnTo>
                  <a:lnTo>
                    <a:pt x="0" y="155"/>
                  </a:lnTo>
                  <a:lnTo>
                    <a:pt x="0" y="152"/>
                  </a:lnTo>
                  <a:lnTo>
                    <a:pt x="0" y="150"/>
                  </a:lnTo>
                  <a:lnTo>
                    <a:pt x="0" y="148"/>
                  </a:lnTo>
                  <a:lnTo>
                    <a:pt x="0" y="145"/>
                  </a:lnTo>
                  <a:lnTo>
                    <a:pt x="0" y="142"/>
                  </a:lnTo>
                  <a:lnTo>
                    <a:pt x="0" y="139"/>
                  </a:lnTo>
                  <a:lnTo>
                    <a:pt x="0" y="136"/>
                  </a:lnTo>
                  <a:lnTo>
                    <a:pt x="0" y="132"/>
                  </a:lnTo>
                  <a:lnTo>
                    <a:pt x="0" y="127"/>
                  </a:lnTo>
                  <a:lnTo>
                    <a:pt x="0" y="124"/>
                  </a:lnTo>
                  <a:lnTo>
                    <a:pt x="0" y="120"/>
                  </a:lnTo>
                  <a:lnTo>
                    <a:pt x="0" y="116"/>
                  </a:lnTo>
                  <a:lnTo>
                    <a:pt x="0" y="114"/>
                  </a:lnTo>
                  <a:lnTo>
                    <a:pt x="0" y="110"/>
                  </a:lnTo>
                  <a:lnTo>
                    <a:pt x="0" y="108"/>
                  </a:lnTo>
                  <a:lnTo>
                    <a:pt x="0" y="104"/>
                  </a:lnTo>
                  <a:lnTo>
                    <a:pt x="0" y="102"/>
                  </a:lnTo>
                  <a:lnTo>
                    <a:pt x="1" y="100"/>
                  </a:lnTo>
                  <a:lnTo>
                    <a:pt x="1" y="97"/>
                  </a:lnTo>
                  <a:lnTo>
                    <a:pt x="1" y="95"/>
                  </a:lnTo>
                  <a:lnTo>
                    <a:pt x="3" y="94"/>
                  </a:lnTo>
                  <a:lnTo>
                    <a:pt x="3" y="91"/>
                  </a:lnTo>
                  <a:lnTo>
                    <a:pt x="4" y="89"/>
                  </a:lnTo>
                  <a:lnTo>
                    <a:pt x="5" y="87"/>
                  </a:lnTo>
                  <a:lnTo>
                    <a:pt x="5" y="85"/>
                  </a:lnTo>
                  <a:lnTo>
                    <a:pt x="6" y="83"/>
                  </a:lnTo>
                  <a:lnTo>
                    <a:pt x="7" y="81"/>
                  </a:lnTo>
                  <a:lnTo>
                    <a:pt x="9" y="79"/>
                  </a:lnTo>
                  <a:lnTo>
                    <a:pt x="11" y="77"/>
                  </a:lnTo>
                  <a:lnTo>
                    <a:pt x="12" y="74"/>
                  </a:lnTo>
                  <a:lnTo>
                    <a:pt x="13" y="72"/>
                  </a:lnTo>
                  <a:lnTo>
                    <a:pt x="16" y="69"/>
                  </a:lnTo>
                  <a:lnTo>
                    <a:pt x="18" y="67"/>
                  </a:lnTo>
                  <a:lnTo>
                    <a:pt x="21" y="65"/>
                  </a:lnTo>
                  <a:lnTo>
                    <a:pt x="23" y="62"/>
                  </a:lnTo>
                  <a:lnTo>
                    <a:pt x="25" y="60"/>
                  </a:lnTo>
                  <a:lnTo>
                    <a:pt x="29" y="56"/>
                  </a:lnTo>
                  <a:lnTo>
                    <a:pt x="31" y="54"/>
                  </a:lnTo>
                  <a:lnTo>
                    <a:pt x="35" y="50"/>
                  </a:lnTo>
                  <a:lnTo>
                    <a:pt x="39" y="47"/>
                  </a:lnTo>
                  <a:lnTo>
                    <a:pt x="42" y="42"/>
                  </a:lnTo>
                  <a:lnTo>
                    <a:pt x="47" y="38"/>
                  </a:lnTo>
                  <a:lnTo>
                    <a:pt x="51" y="35"/>
                  </a:lnTo>
                  <a:lnTo>
                    <a:pt x="53" y="31"/>
                  </a:lnTo>
                  <a:lnTo>
                    <a:pt x="57" y="29"/>
                  </a:lnTo>
                  <a:lnTo>
                    <a:pt x="60" y="25"/>
                  </a:lnTo>
                  <a:lnTo>
                    <a:pt x="63" y="23"/>
                  </a:lnTo>
                  <a:lnTo>
                    <a:pt x="65" y="20"/>
                  </a:lnTo>
                  <a:lnTo>
                    <a:pt x="68" y="18"/>
                  </a:lnTo>
                  <a:lnTo>
                    <a:pt x="70" y="15"/>
                  </a:lnTo>
                  <a:lnTo>
                    <a:pt x="72" y="14"/>
                  </a:lnTo>
                  <a:lnTo>
                    <a:pt x="75" y="12"/>
                  </a:lnTo>
                  <a:lnTo>
                    <a:pt x="77" y="11"/>
                  </a:lnTo>
                  <a:lnTo>
                    <a:pt x="80" y="8"/>
                  </a:lnTo>
                  <a:lnTo>
                    <a:pt x="81" y="7"/>
                  </a:lnTo>
                  <a:lnTo>
                    <a:pt x="83" y="6"/>
                  </a:lnTo>
                  <a:lnTo>
                    <a:pt x="86" y="5"/>
                  </a:lnTo>
                  <a:lnTo>
                    <a:pt x="87" y="5"/>
                  </a:lnTo>
                  <a:lnTo>
                    <a:pt x="89" y="3"/>
                  </a:lnTo>
                  <a:lnTo>
                    <a:pt x="92" y="2"/>
                  </a:lnTo>
                  <a:lnTo>
                    <a:pt x="94" y="2"/>
                  </a:lnTo>
                  <a:lnTo>
                    <a:pt x="95" y="1"/>
                  </a:lnTo>
                  <a:lnTo>
                    <a:pt x="98" y="1"/>
                  </a:lnTo>
                  <a:lnTo>
                    <a:pt x="100" y="1"/>
                  </a:lnTo>
                  <a:lnTo>
                    <a:pt x="102" y="1"/>
                  </a:lnTo>
                  <a:lnTo>
                    <a:pt x="105" y="0"/>
                  </a:lnTo>
                  <a:lnTo>
                    <a:pt x="108" y="0"/>
                  </a:lnTo>
                  <a:lnTo>
                    <a:pt x="111" y="0"/>
                  </a:lnTo>
                  <a:lnTo>
                    <a:pt x="113" y="0"/>
                  </a:lnTo>
                  <a:lnTo>
                    <a:pt x="117" y="0"/>
                  </a:lnTo>
                  <a:lnTo>
                    <a:pt x="120" y="0"/>
                  </a:lnTo>
                  <a:lnTo>
                    <a:pt x="124" y="0"/>
                  </a:lnTo>
                  <a:lnTo>
                    <a:pt x="128" y="0"/>
                  </a:lnTo>
                  <a:close/>
                </a:path>
              </a:pathLst>
            </a:custGeom>
            <a:noFill/>
            <a:ln w="17463">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pic>
        <p:nvPicPr>
          <p:cNvPr id="69638" name="Picture 2" descr="Screen shot 2013-12-04 at 1.41.03 PM.png">
            <a:extLst>
              <a:ext uri="{FF2B5EF4-FFF2-40B4-BE49-F238E27FC236}">
                <a16:creationId xmlns:a16="http://schemas.microsoft.com/office/drawing/2014/main" id="{D4D2D06D-30C0-43E9-B21B-D481C380FA6C}"/>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257800" y="4724400"/>
            <a:ext cx="3733800"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7" name="Rectangle 136">
            <a:extLst>
              <a:ext uri="{FF2B5EF4-FFF2-40B4-BE49-F238E27FC236}">
                <a16:creationId xmlns:a16="http://schemas.microsoft.com/office/drawing/2014/main" id="{8A249AF0-0B16-4EDE-BED0-90639A172887}"/>
              </a:ext>
            </a:extLst>
          </p:cNvPr>
          <p:cNvSpPr>
            <a:spLocks noChangeArrowheads="1"/>
          </p:cNvSpPr>
          <p:nvPr/>
        </p:nvSpPr>
        <p:spPr bwMode="auto">
          <a:xfrm>
            <a:off x="3398838" y="6211888"/>
            <a:ext cx="214312"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58" name="Rectangle 137">
            <a:extLst>
              <a:ext uri="{FF2B5EF4-FFF2-40B4-BE49-F238E27FC236}">
                <a16:creationId xmlns:a16="http://schemas.microsoft.com/office/drawing/2014/main" id="{B7F597E6-6D95-4969-B01F-F05FD9516075}"/>
              </a:ext>
            </a:extLst>
          </p:cNvPr>
          <p:cNvSpPr>
            <a:spLocks noChangeArrowheads="1"/>
          </p:cNvSpPr>
          <p:nvPr/>
        </p:nvSpPr>
        <p:spPr bwMode="auto">
          <a:xfrm>
            <a:off x="3514725" y="6299200"/>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59" name="Rectangle 138">
            <a:extLst>
              <a:ext uri="{FF2B5EF4-FFF2-40B4-BE49-F238E27FC236}">
                <a16:creationId xmlns:a16="http://schemas.microsoft.com/office/drawing/2014/main" id="{C1466797-8D21-4E22-B76E-122710D269FE}"/>
              </a:ext>
            </a:extLst>
          </p:cNvPr>
          <p:cNvSpPr>
            <a:spLocks noChangeArrowheads="1"/>
          </p:cNvSpPr>
          <p:nvPr/>
        </p:nvSpPr>
        <p:spPr bwMode="auto">
          <a:xfrm>
            <a:off x="3849688" y="6211888"/>
            <a:ext cx="198437"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60" name="Rectangle 139">
            <a:extLst>
              <a:ext uri="{FF2B5EF4-FFF2-40B4-BE49-F238E27FC236}">
                <a16:creationId xmlns:a16="http://schemas.microsoft.com/office/drawing/2014/main" id="{9241438C-A2A8-4778-B0E1-C32AD828504C}"/>
              </a:ext>
            </a:extLst>
          </p:cNvPr>
          <p:cNvSpPr>
            <a:spLocks noChangeArrowheads="1"/>
          </p:cNvSpPr>
          <p:nvPr/>
        </p:nvSpPr>
        <p:spPr bwMode="auto">
          <a:xfrm>
            <a:off x="4062413" y="6299200"/>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61" name="Rectangle 140">
            <a:extLst>
              <a:ext uri="{FF2B5EF4-FFF2-40B4-BE49-F238E27FC236}">
                <a16:creationId xmlns:a16="http://schemas.microsoft.com/office/drawing/2014/main" id="{280B8D75-4588-45C3-9021-C78D18337E2D}"/>
              </a:ext>
            </a:extLst>
          </p:cNvPr>
          <p:cNvSpPr>
            <a:spLocks noChangeArrowheads="1"/>
          </p:cNvSpPr>
          <p:nvPr/>
        </p:nvSpPr>
        <p:spPr bwMode="auto">
          <a:xfrm>
            <a:off x="4314825" y="6211888"/>
            <a:ext cx="195263"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62" name="Rectangle 141">
            <a:extLst>
              <a:ext uri="{FF2B5EF4-FFF2-40B4-BE49-F238E27FC236}">
                <a16:creationId xmlns:a16="http://schemas.microsoft.com/office/drawing/2014/main" id="{55C9728C-2DF6-4C2C-BFD5-0163CE932DD0}"/>
              </a:ext>
            </a:extLst>
          </p:cNvPr>
          <p:cNvSpPr>
            <a:spLocks noChangeArrowheads="1"/>
          </p:cNvSpPr>
          <p:nvPr/>
        </p:nvSpPr>
        <p:spPr bwMode="auto">
          <a:xfrm>
            <a:off x="4397375" y="6288088"/>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63" name="Rectangle 142">
            <a:extLst>
              <a:ext uri="{FF2B5EF4-FFF2-40B4-BE49-F238E27FC236}">
                <a16:creationId xmlns:a16="http://schemas.microsoft.com/office/drawing/2014/main" id="{96527083-0E11-42B8-83DE-38A4009315D2}"/>
              </a:ext>
            </a:extLst>
          </p:cNvPr>
          <p:cNvSpPr>
            <a:spLocks noChangeArrowheads="1"/>
          </p:cNvSpPr>
          <p:nvPr/>
        </p:nvSpPr>
        <p:spPr bwMode="auto">
          <a:xfrm>
            <a:off x="4478338" y="6211888"/>
            <a:ext cx="195262"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64" name="Rectangle 143">
            <a:extLst>
              <a:ext uri="{FF2B5EF4-FFF2-40B4-BE49-F238E27FC236}">
                <a16:creationId xmlns:a16="http://schemas.microsoft.com/office/drawing/2014/main" id="{190231B0-BFE9-4E32-B59B-3F1A9D9D587A}"/>
              </a:ext>
            </a:extLst>
          </p:cNvPr>
          <p:cNvSpPr>
            <a:spLocks noChangeArrowheads="1"/>
          </p:cNvSpPr>
          <p:nvPr/>
        </p:nvSpPr>
        <p:spPr bwMode="auto">
          <a:xfrm>
            <a:off x="4562475" y="6299200"/>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65" name="Rectangle 144">
            <a:extLst>
              <a:ext uri="{FF2B5EF4-FFF2-40B4-BE49-F238E27FC236}">
                <a16:creationId xmlns:a16="http://schemas.microsoft.com/office/drawing/2014/main" id="{3F92C9BF-8301-4310-ABC9-D001EDB504CC}"/>
              </a:ext>
            </a:extLst>
          </p:cNvPr>
          <p:cNvSpPr>
            <a:spLocks noChangeArrowheads="1"/>
          </p:cNvSpPr>
          <p:nvPr/>
        </p:nvSpPr>
        <p:spPr bwMode="auto">
          <a:xfrm>
            <a:off x="4814888" y="6211888"/>
            <a:ext cx="195262"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66" name="Rectangle 145">
            <a:extLst>
              <a:ext uri="{FF2B5EF4-FFF2-40B4-BE49-F238E27FC236}">
                <a16:creationId xmlns:a16="http://schemas.microsoft.com/office/drawing/2014/main" id="{4CFAE954-7814-4AA2-A187-8EDED7D5462F}"/>
              </a:ext>
            </a:extLst>
          </p:cNvPr>
          <p:cNvSpPr>
            <a:spLocks noChangeArrowheads="1"/>
          </p:cNvSpPr>
          <p:nvPr/>
        </p:nvSpPr>
        <p:spPr bwMode="auto">
          <a:xfrm>
            <a:off x="4897438" y="6288088"/>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67" name="Rectangle 146">
            <a:extLst>
              <a:ext uri="{FF2B5EF4-FFF2-40B4-BE49-F238E27FC236}">
                <a16:creationId xmlns:a16="http://schemas.microsoft.com/office/drawing/2014/main" id="{8331D389-B28D-4AAE-A0FF-CBC2D18758CD}"/>
              </a:ext>
            </a:extLst>
          </p:cNvPr>
          <p:cNvSpPr>
            <a:spLocks noChangeArrowheads="1"/>
          </p:cNvSpPr>
          <p:nvPr/>
        </p:nvSpPr>
        <p:spPr bwMode="auto">
          <a:xfrm>
            <a:off x="4978400" y="6211888"/>
            <a:ext cx="195263"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68" name="Rectangle 147">
            <a:extLst>
              <a:ext uri="{FF2B5EF4-FFF2-40B4-BE49-F238E27FC236}">
                <a16:creationId xmlns:a16="http://schemas.microsoft.com/office/drawing/2014/main" id="{3E5C6AB9-584C-448D-B408-33FA0E7A7394}"/>
              </a:ext>
            </a:extLst>
          </p:cNvPr>
          <p:cNvSpPr>
            <a:spLocks noChangeArrowheads="1"/>
          </p:cNvSpPr>
          <p:nvPr/>
        </p:nvSpPr>
        <p:spPr bwMode="auto">
          <a:xfrm>
            <a:off x="5062538" y="6299200"/>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69" name="Rectangle 148">
            <a:extLst>
              <a:ext uri="{FF2B5EF4-FFF2-40B4-BE49-F238E27FC236}">
                <a16:creationId xmlns:a16="http://schemas.microsoft.com/office/drawing/2014/main" id="{BBE774A5-92A5-4022-9CE9-E3B4DEE5527E}"/>
              </a:ext>
            </a:extLst>
          </p:cNvPr>
          <p:cNvSpPr>
            <a:spLocks noChangeArrowheads="1"/>
          </p:cNvSpPr>
          <p:nvPr/>
        </p:nvSpPr>
        <p:spPr bwMode="auto">
          <a:xfrm>
            <a:off x="5310188" y="6211888"/>
            <a:ext cx="234950"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70" name="Rectangle 149">
            <a:extLst>
              <a:ext uri="{FF2B5EF4-FFF2-40B4-BE49-F238E27FC236}">
                <a16:creationId xmlns:a16="http://schemas.microsoft.com/office/drawing/2014/main" id="{05747163-5130-4E9D-A61C-B66C416FE00F}"/>
              </a:ext>
            </a:extLst>
          </p:cNvPr>
          <p:cNvSpPr>
            <a:spLocks noChangeArrowheads="1"/>
          </p:cNvSpPr>
          <p:nvPr/>
        </p:nvSpPr>
        <p:spPr bwMode="auto">
          <a:xfrm>
            <a:off x="4171950" y="6211888"/>
            <a:ext cx="215900"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71" name="Rectangle 150">
            <a:extLst>
              <a:ext uri="{FF2B5EF4-FFF2-40B4-BE49-F238E27FC236}">
                <a16:creationId xmlns:a16="http://schemas.microsoft.com/office/drawing/2014/main" id="{CF8E4CE7-BD0C-42E0-A7CF-D58C7734B88C}"/>
              </a:ext>
            </a:extLst>
          </p:cNvPr>
          <p:cNvSpPr>
            <a:spLocks noChangeArrowheads="1"/>
          </p:cNvSpPr>
          <p:nvPr/>
        </p:nvSpPr>
        <p:spPr bwMode="auto">
          <a:xfrm>
            <a:off x="4672013" y="6211888"/>
            <a:ext cx="215900"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72" name="Rectangle 151">
            <a:extLst>
              <a:ext uri="{FF2B5EF4-FFF2-40B4-BE49-F238E27FC236}">
                <a16:creationId xmlns:a16="http://schemas.microsoft.com/office/drawing/2014/main" id="{A5B230AD-1338-416F-99F9-E7A21286374E}"/>
              </a:ext>
            </a:extLst>
          </p:cNvPr>
          <p:cNvSpPr>
            <a:spLocks noChangeArrowheads="1"/>
          </p:cNvSpPr>
          <p:nvPr/>
        </p:nvSpPr>
        <p:spPr bwMode="auto">
          <a:xfrm>
            <a:off x="5172075" y="6211888"/>
            <a:ext cx="215900"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73" name="Rectangle 152">
            <a:extLst>
              <a:ext uri="{FF2B5EF4-FFF2-40B4-BE49-F238E27FC236}">
                <a16:creationId xmlns:a16="http://schemas.microsoft.com/office/drawing/2014/main" id="{E9E7D8B8-0429-43D8-A117-9BE2FCEB01B5}"/>
              </a:ext>
            </a:extLst>
          </p:cNvPr>
          <p:cNvSpPr>
            <a:spLocks noChangeArrowheads="1"/>
          </p:cNvSpPr>
          <p:nvPr/>
        </p:nvSpPr>
        <p:spPr bwMode="auto">
          <a:xfrm>
            <a:off x="5440363" y="6211888"/>
            <a:ext cx="195262"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74" name="Rectangle 153">
            <a:extLst>
              <a:ext uri="{FF2B5EF4-FFF2-40B4-BE49-F238E27FC236}">
                <a16:creationId xmlns:a16="http://schemas.microsoft.com/office/drawing/2014/main" id="{4386C405-9E54-4DB4-A425-DD7B5BC4AAFF}"/>
              </a:ext>
            </a:extLst>
          </p:cNvPr>
          <p:cNvSpPr>
            <a:spLocks noChangeArrowheads="1"/>
          </p:cNvSpPr>
          <p:nvPr/>
        </p:nvSpPr>
        <p:spPr bwMode="auto">
          <a:xfrm>
            <a:off x="5522913" y="6299200"/>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75" name="Rectangle 154">
            <a:extLst>
              <a:ext uri="{FF2B5EF4-FFF2-40B4-BE49-F238E27FC236}">
                <a16:creationId xmlns:a16="http://schemas.microsoft.com/office/drawing/2014/main" id="{5B4BC279-0758-4FB6-8B32-CB962CD57DF0}"/>
              </a:ext>
            </a:extLst>
          </p:cNvPr>
          <p:cNvSpPr>
            <a:spLocks noChangeArrowheads="1"/>
          </p:cNvSpPr>
          <p:nvPr/>
        </p:nvSpPr>
        <p:spPr bwMode="auto">
          <a:xfrm>
            <a:off x="5603875" y="6211888"/>
            <a:ext cx="195263"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76" name="Rectangle 155">
            <a:extLst>
              <a:ext uri="{FF2B5EF4-FFF2-40B4-BE49-F238E27FC236}">
                <a16:creationId xmlns:a16="http://schemas.microsoft.com/office/drawing/2014/main" id="{7019D88B-0B7F-4527-A38E-325577BB18D9}"/>
              </a:ext>
            </a:extLst>
          </p:cNvPr>
          <p:cNvSpPr>
            <a:spLocks noChangeArrowheads="1"/>
          </p:cNvSpPr>
          <p:nvPr/>
        </p:nvSpPr>
        <p:spPr bwMode="auto">
          <a:xfrm>
            <a:off x="5686425" y="6299200"/>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77" name="Rectangle 156">
            <a:extLst>
              <a:ext uri="{FF2B5EF4-FFF2-40B4-BE49-F238E27FC236}">
                <a16:creationId xmlns:a16="http://schemas.microsoft.com/office/drawing/2014/main" id="{EA55AEE5-CBA2-4D9D-B367-58FF506CDF79}"/>
              </a:ext>
            </a:extLst>
          </p:cNvPr>
          <p:cNvSpPr>
            <a:spLocks noChangeArrowheads="1"/>
          </p:cNvSpPr>
          <p:nvPr/>
        </p:nvSpPr>
        <p:spPr bwMode="auto">
          <a:xfrm>
            <a:off x="5767388" y="6211888"/>
            <a:ext cx="195262"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78" name="Rectangle 157">
            <a:extLst>
              <a:ext uri="{FF2B5EF4-FFF2-40B4-BE49-F238E27FC236}">
                <a16:creationId xmlns:a16="http://schemas.microsoft.com/office/drawing/2014/main" id="{98B802DC-3226-468E-8B7E-E90EE7EEDD36}"/>
              </a:ext>
            </a:extLst>
          </p:cNvPr>
          <p:cNvSpPr>
            <a:spLocks noChangeArrowheads="1"/>
          </p:cNvSpPr>
          <p:nvPr/>
        </p:nvSpPr>
        <p:spPr bwMode="auto">
          <a:xfrm>
            <a:off x="5849938" y="6292850"/>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79" name="Line 158">
            <a:extLst>
              <a:ext uri="{FF2B5EF4-FFF2-40B4-BE49-F238E27FC236}">
                <a16:creationId xmlns:a16="http://schemas.microsoft.com/office/drawing/2014/main" id="{B387BB7A-4286-4DE3-8716-DAE56BAF6B37}"/>
              </a:ext>
            </a:extLst>
          </p:cNvPr>
          <p:cNvSpPr>
            <a:spLocks noChangeShapeType="1"/>
          </p:cNvSpPr>
          <p:nvPr/>
        </p:nvSpPr>
        <p:spPr bwMode="auto">
          <a:xfrm flipH="1">
            <a:off x="3865563" y="6216650"/>
            <a:ext cx="76200"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80" name="Line 159">
            <a:extLst>
              <a:ext uri="{FF2B5EF4-FFF2-40B4-BE49-F238E27FC236}">
                <a16:creationId xmlns:a16="http://schemas.microsoft.com/office/drawing/2014/main" id="{96D34990-A064-4920-A871-2680A4D2C736}"/>
              </a:ext>
            </a:extLst>
          </p:cNvPr>
          <p:cNvSpPr>
            <a:spLocks noChangeShapeType="1"/>
          </p:cNvSpPr>
          <p:nvPr/>
        </p:nvSpPr>
        <p:spPr bwMode="auto">
          <a:xfrm flipH="1">
            <a:off x="4324350" y="6216650"/>
            <a:ext cx="57150"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81" name="Line 160">
            <a:extLst>
              <a:ext uri="{FF2B5EF4-FFF2-40B4-BE49-F238E27FC236}">
                <a16:creationId xmlns:a16="http://schemas.microsoft.com/office/drawing/2014/main" id="{366A0D8C-E38C-404B-9241-332A1D9D6073}"/>
              </a:ext>
            </a:extLst>
          </p:cNvPr>
          <p:cNvSpPr>
            <a:spLocks noChangeShapeType="1"/>
          </p:cNvSpPr>
          <p:nvPr/>
        </p:nvSpPr>
        <p:spPr bwMode="auto">
          <a:xfrm flipH="1">
            <a:off x="4821238" y="6216650"/>
            <a:ext cx="57150"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82" name="Line 161">
            <a:extLst>
              <a:ext uri="{FF2B5EF4-FFF2-40B4-BE49-F238E27FC236}">
                <a16:creationId xmlns:a16="http://schemas.microsoft.com/office/drawing/2014/main" id="{1B57CF58-F107-4B12-A7AE-9CC0247DBA97}"/>
              </a:ext>
            </a:extLst>
          </p:cNvPr>
          <p:cNvSpPr>
            <a:spLocks noChangeShapeType="1"/>
          </p:cNvSpPr>
          <p:nvPr/>
        </p:nvSpPr>
        <p:spPr bwMode="auto">
          <a:xfrm flipH="1">
            <a:off x="5775325" y="6216650"/>
            <a:ext cx="57150"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83" name="Rectangle 162">
            <a:extLst>
              <a:ext uri="{FF2B5EF4-FFF2-40B4-BE49-F238E27FC236}">
                <a16:creationId xmlns:a16="http://schemas.microsoft.com/office/drawing/2014/main" id="{45A40323-94F0-44BA-8BB6-E993BC677069}"/>
              </a:ext>
            </a:extLst>
          </p:cNvPr>
          <p:cNvSpPr>
            <a:spLocks noChangeArrowheads="1"/>
          </p:cNvSpPr>
          <p:nvPr/>
        </p:nvSpPr>
        <p:spPr bwMode="auto">
          <a:xfrm>
            <a:off x="3667125" y="6211888"/>
            <a:ext cx="215900"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70684" name="Group 2">
            <a:extLst>
              <a:ext uri="{FF2B5EF4-FFF2-40B4-BE49-F238E27FC236}">
                <a16:creationId xmlns:a16="http://schemas.microsoft.com/office/drawing/2014/main" id="{76774D34-7048-41D9-B5E1-E01A09BF1E2B}"/>
              </a:ext>
            </a:extLst>
          </p:cNvPr>
          <p:cNvGrpSpPr>
            <a:grpSpLocks/>
          </p:cNvGrpSpPr>
          <p:nvPr/>
        </p:nvGrpSpPr>
        <p:grpSpPr bwMode="auto">
          <a:xfrm>
            <a:off x="1295400" y="838200"/>
            <a:ext cx="2425700" cy="2662238"/>
            <a:chOff x="1295400" y="838200"/>
            <a:chExt cx="2425700" cy="2662237"/>
          </a:xfrm>
        </p:grpSpPr>
        <p:sp>
          <p:nvSpPr>
            <p:cNvPr id="70804" name="Rectangle 4">
              <a:extLst>
                <a:ext uri="{FF2B5EF4-FFF2-40B4-BE49-F238E27FC236}">
                  <a16:creationId xmlns:a16="http://schemas.microsoft.com/office/drawing/2014/main" id="{B9291DAF-CB76-4322-B07B-3D5DC4574A84}"/>
                </a:ext>
              </a:extLst>
            </p:cNvPr>
            <p:cNvSpPr>
              <a:spLocks noChangeArrowheads="1"/>
            </p:cNvSpPr>
            <p:nvPr/>
          </p:nvSpPr>
          <p:spPr bwMode="auto">
            <a:xfrm>
              <a:off x="1957388" y="1446212"/>
              <a:ext cx="820737" cy="819150"/>
            </a:xfrm>
            <a:prstGeom prst="rect">
              <a:avLst/>
            </a:prstGeom>
            <a:solidFill>
              <a:srgbClr val="FFFFFF"/>
            </a:solidFill>
            <a:ln w="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05" name="Line 5">
              <a:extLst>
                <a:ext uri="{FF2B5EF4-FFF2-40B4-BE49-F238E27FC236}">
                  <a16:creationId xmlns:a16="http://schemas.microsoft.com/office/drawing/2014/main" id="{E6031C1D-9816-4C2F-B88C-51E72E17DF22}"/>
                </a:ext>
              </a:extLst>
            </p:cNvPr>
            <p:cNvSpPr>
              <a:spLocks noChangeShapeType="1"/>
            </p:cNvSpPr>
            <p:nvPr/>
          </p:nvSpPr>
          <p:spPr bwMode="auto">
            <a:xfrm flipH="1">
              <a:off x="1957388" y="1865312"/>
              <a:ext cx="820737"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06" name="Line 6">
              <a:extLst>
                <a:ext uri="{FF2B5EF4-FFF2-40B4-BE49-F238E27FC236}">
                  <a16:creationId xmlns:a16="http://schemas.microsoft.com/office/drawing/2014/main" id="{9757B5DF-084D-437F-B551-984EF2D56914}"/>
                </a:ext>
              </a:extLst>
            </p:cNvPr>
            <p:cNvSpPr>
              <a:spLocks noChangeShapeType="1"/>
            </p:cNvSpPr>
            <p:nvPr/>
          </p:nvSpPr>
          <p:spPr bwMode="auto">
            <a:xfrm flipV="1">
              <a:off x="2378075" y="1446212"/>
              <a:ext cx="1588" cy="8191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07" name="Line 7">
              <a:extLst>
                <a:ext uri="{FF2B5EF4-FFF2-40B4-BE49-F238E27FC236}">
                  <a16:creationId xmlns:a16="http://schemas.microsoft.com/office/drawing/2014/main" id="{2C50D2E4-A190-4EF8-9528-8048C484CB7B}"/>
                </a:ext>
              </a:extLst>
            </p:cNvPr>
            <p:cNvSpPr>
              <a:spLocks noChangeShapeType="1"/>
            </p:cNvSpPr>
            <p:nvPr/>
          </p:nvSpPr>
          <p:spPr bwMode="auto">
            <a:xfrm>
              <a:off x="1557338" y="1044575"/>
              <a:ext cx="400050" cy="40163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08" name="Rectangle 8">
              <a:extLst>
                <a:ext uri="{FF2B5EF4-FFF2-40B4-BE49-F238E27FC236}">
                  <a16:creationId xmlns:a16="http://schemas.microsoft.com/office/drawing/2014/main" id="{B3C8D4E1-E0D9-4016-878C-0E6BEC2A1A48}"/>
                </a:ext>
              </a:extLst>
            </p:cNvPr>
            <p:cNvSpPr>
              <a:spLocks noChangeArrowheads="1"/>
            </p:cNvSpPr>
            <p:nvPr/>
          </p:nvSpPr>
          <p:spPr bwMode="auto">
            <a:xfrm>
              <a:off x="2778125" y="1446212"/>
              <a:ext cx="801688" cy="819150"/>
            </a:xfrm>
            <a:prstGeom prst="rect">
              <a:avLst/>
            </a:prstGeom>
            <a:solidFill>
              <a:srgbClr val="FFFFFF"/>
            </a:solidFill>
            <a:ln w="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09" name="Line 9">
              <a:extLst>
                <a:ext uri="{FF2B5EF4-FFF2-40B4-BE49-F238E27FC236}">
                  <a16:creationId xmlns:a16="http://schemas.microsoft.com/office/drawing/2014/main" id="{7A4B7073-C0A7-42B6-A850-2A548CACEA0F}"/>
                </a:ext>
              </a:extLst>
            </p:cNvPr>
            <p:cNvSpPr>
              <a:spLocks noChangeShapeType="1"/>
            </p:cNvSpPr>
            <p:nvPr/>
          </p:nvSpPr>
          <p:spPr bwMode="auto">
            <a:xfrm flipH="1">
              <a:off x="2778125" y="1865312"/>
              <a:ext cx="801688"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10" name="Line 10">
              <a:extLst>
                <a:ext uri="{FF2B5EF4-FFF2-40B4-BE49-F238E27FC236}">
                  <a16:creationId xmlns:a16="http://schemas.microsoft.com/office/drawing/2014/main" id="{DB3FA2FC-14D7-45E3-8A41-1294857BA7F0}"/>
                </a:ext>
              </a:extLst>
            </p:cNvPr>
            <p:cNvSpPr>
              <a:spLocks noChangeShapeType="1"/>
            </p:cNvSpPr>
            <p:nvPr/>
          </p:nvSpPr>
          <p:spPr bwMode="auto">
            <a:xfrm flipV="1">
              <a:off x="3179763" y="1446212"/>
              <a:ext cx="1587" cy="8191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11" name="Rectangle 11">
              <a:extLst>
                <a:ext uri="{FF2B5EF4-FFF2-40B4-BE49-F238E27FC236}">
                  <a16:creationId xmlns:a16="http://schemas.microsoft.com/office/drawing/2014/main" id="{A29F0F79-B04D-49C6-957B-DFF8D3E9265A}"/>
                </a:ext>
              </a:extLst>
            </p:cNvPr>
            <p:cNvSpPr>
              <a:spLocks noChangeArrowheads="1"/>
            </p:cNvSpPr>
            <p:nvPr/>
          </p:nvSpPr>
          <p:spPr bwMode="auto">
            <a:xfrm>
              <a:off x="2079625" y="122396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12" name="Rectangle 12">
              <a:extLst>
                <a:ext uri="{FF2B5EF4-FFF2-40B4-BE49-F238E27FC236}">
                  <a16:creationId xmlns:a16="http://schemas.microsoft.com/office/drawing/2014/main" id="{D1AF374A-09E6-46E8-BE71-477DFFEF353A}"/>
                </a:ext>
              </a:extLst>
            </p:cNvPr>
            <p:cNvSpPr>
              <a:spLocks noChangeArrowheads="1"/>
            </p:cNvSpPr>
            <p:nvPr/>
          </p:nvSpPr>
          <p:spPr bwMode="auto">
            <a:xfrm>
              <a:off x="2486025" y="122396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13" name="Rectangle 13">
              <a:extLst>
                <a:ext uri="{FF2B5EF4-FFF2-40B4-BE49-F238E27FC236}">
                  <a16:creationId xmlns:a16="http://schemas.microsoft.com/office/drawing/2014/main" id="{43344121-33CE-4307-9DF3-48F75C69E20F}"/>
                </a:ext>
              </a:extLst>
            </p:cNvPr>
            <p:cNvSpPr>
              <a:spLocks noChangeArrowheads="1"/>
            </p:cNvSpPr>
            <p:nvPr/>
          </p:nvSpPr>
          <p:spPr bwMode="auto">
            <a:xfrm>
              <a:off x="2890838" y="1223962"/>
              <a:ext cx="24923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14" name="Rectangle 14">
              <a:extLst>
                <a:ext uri="{FF2B5EF4-FFF2-40B4-BE49-F238E27FC236}">
                  <a16:creationId xmlns:a16="http://schemas.microsoft.com/office/drawing/2014/main" id="{69D11B88-529F-4990-A5DE-0D46D9E45FCE}"/>
                </a:ext>
              </a:extLst>
            </p:cNvPr>
            <p:cNvSpPr>
              <a:spLocks noChangeArrowheads="1"/>
            </p:cNvSpPr>
            <p:nvPr/>
          </p:nvSpPr>
          <p:spPr bwMode="auto">
            <a:xfrm>
              <a:off x="3297238" y="1223962"/>
              <a:ext cx="24923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15" name="Rectangle 15">
              <a:extLst>
                <a:ext uri="{FF2B5EF4-FFF2-40B4-BE49-F238E27FC236}">
                  <a16:creationId xmlns:a16="http://schemas.microsoft.com/office/drawing/2014/main" id="{4917EA73-A6D1-479E-8B00-8B0C4C587BE8}"/>
                </a:ext>
              </a:extLst>
            </p:cNvPr>
            <p:cNvSpPr>
              <a:spLocks noChangeArrowheads="1"/>
            </p:cNvSpPr>
            <p:nvPr/>
          </p:nvSpPr>
          <p:spPr bwMode="auto">
            <a:xfrm>
              <a:off x="1708150" y="156051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16" name="Rectangle 16">
              <a:extLst>
                <a:ext uri="{FF2B5EF4-FFF2-40B4-BE49-F238E27FC236}">
                  <a16:creationId xmlns:a16="http://schemas.microsoft.com/office/drawing/2014/main" id="{55D5165A-7FD4-4728-9308-3866EAE82314}"/>
                </a:ext>
              </a:extLst>
            </p:cNvPr>
            <p:cNvSpPr>
              <a:spLocks noChangeArrowheads="1"/>
            </p:cNvSpPr>
            <p:nvPr/>
          </p:nvSpPr>
          <p:spPr bwMode="auto">
            <a:xfrm>
              <a:off x="1698625" y="196691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17" name="Rectangle 17">
              <a:extLst>
                <a:ext uri="{FF2B5EF4-FFF2-40B4-BE49-F238E27FC236}">
                  <a16:creationId xmlns:a16="http://schemas.microsoft.com/office/drawing/2014/main" id="{496EF084-244D-4034-A14D-E82BC0DBB7D0}"/>
                </a:ext>
              </a:extLst>
            </p:cNvPr>
            <p:cNvSpPr>
              <a:spLocks noChangeArrowheads="1"/>
            </p:cNvSpPr>
            <p:nvPr/>
          </p:nvSpPr>
          <p:spPr bwMode="auto">
            <a:xfrm>
              <a:off x="2532063" y="1570037"/>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18" name="Rectangle 18">
              <a:extLst>
                <a:ext uri="{FF2B5EF4-FFF2-40B4-BE49-F238E27FC236}">
                  <a16:creationId xmlns:a16="http://schemas.microsoft.com/office/drawing/2014/main" id="{4A6D09F5-E5D0-4D2E-B4DF-1CA7FBC06203}"/>
                </a:ext>
              </a:extLst>
            </p:cNvPr>
            <p:cNvSpPr>
              <a:spLocks noChangeArrowheads="1"/>
            </p:cNvSpPr>
            <p:nvPr/>
          </p:nvSpPr>
          <p:spPr bwMode="auto">
            <a:xfrm>
              <a:off x="2122488" y="1974850"/>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19" name="Rectangle 19">
              <a:extLst>
                <a:ext uri="{FF2B5EF4-FFF2-40B4-BE49-F238E27FC236}">
                  <a16:creationId xmlns:a16="http://schemas.microsoft.com/office/drawing/2014/main" id="{04556576-3170-4656-BD8B-59A9BC245420}"/>
                </a:ext>
              </a:extLst>
            </p:cNvPr>
            <p:cNvSpPr>
              <a:spLocks noChangeArrowheads="1"/>
            </p:cNvSpPr>
            <p:nvPr/>
          </p:nvSpPr>
          <p:spPr bwMode="auto">
            <a:xfrm>
              <a:off x="2532063" y="1974850"/>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20" name="Rectangle 20">
              <a:extLst>
                <a:ext uri="{FF2B5EF4-FFF2-40B4-BE49-F238E27FC236}">
                  <a16:creationId xmlns:a16="http://schemas.microsoft.com/office/drawing/2014/main" id="{208F7524-58E4-4493-A6F0-53544DC506A5}"/>
                </a:ext>
              </a:extLst>
            </p:cNvPr>
            <p:cNvSpPr>
              <a:spLocks noChangeArrowheads="1"/>
            </p:cNvSpPr>
            <p:nvPr/>
          </p:nvSpPr>
          <p:spPr bwMode="auto">
            <a:xfrm>
              <a:off x="2940050" y="1570037"/>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21" name="Rectangle 21">
              <a:extLst>
                <a:ext uri="{FF2B5EF4-FFF2-40B4-BE49-F238E27FC236}">
                  <a16:creationId xmlns:a16="http://schemas.microsoft.com/office/drawing/2014/main" id="{61935329-0E55-4FE8-9A07-4D6298C3B6A2}"/>
                </a:ext>
              </a:extLst>
            </p:cNvPr>
            <p:cNvSpPr>
              <a:spLocks noChangeArrowheads="1"/>
            </p:cNvSpPr>
            <p:nvPr/>
          </p:nvSpPr>
          <p:spPr bwMode="auto">
            <a:xfrm>
              <a:off x="2940050" y="1974850"/>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22" name="Rectangle 22">
              <a:extLst>
                <a:ext uri="{FF2B5EF4-FFF2-40B4-BE49-F238E27FC236}">
                  <a16:creationId xmlns:a16="http://schemas.microsoft.com/office/drawing/2014/main" id="{A00371ED-B6D1-41FC-9E51-1D542859269C}"/>
                </a:ext>
              </a:extLst>
            </p:cNvPr>
            <p:cNvSpPr>
              <a:spLocks noChangeArrowheads="1"/>
            </p:cNvSpPr>
            <p:nvPr/>
          </p:nvSpPr>
          <p:spPr bwMode="auto">
            <a:xfrm>
              <a:off x="3335338" y="1570037"/>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23" name="Rectangle 23">
              <a:extLst>
                <a:ext uri="{FF2B5EF4-FFF2-40B4-BE49-F238E27FC236}">
                  <a16:creationId xmlns:a16="http://schemas.microsoft.com/office/drawing/2014/main" id="{FE960A5D-C724-41D3-8300-C97E30A6E714}"/>
                </a:ext>
              </a:extLst>
            </p:cNvPr>
            <p:cNvSpPr>
              <a:spLocks noChangeArrowheads="1"/>
            </p:cNvSpPr>
            <p:nvPr/>
          </p:nvSpPr>
          <p:spPr bwMode="auto">
            <a:xfrm>
              <a:off x="3335338" y="1974850"/>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24" name="Rectangle 24">
              <a:extLst>
                <a:ext uri="{FF2B5EF4-FFF2-40B4-BE49-F238E27FC236}">
                  <a16:creationId xmlns:a16="http://schemas.microsoft.com/office/drawing/2014/main" id="{27B2D164-AA4B-4AF7-97B3-359D0D86FA35}"/>
                </a:ext>
              </a:extLst>
            </p:cNvPr>
            <p:cNvSpPr>
              <a:spLocks noChangeArrowheads="1"/>
            </p:cNvSpPr>
            <p:nvPr/>
          </p:nvSpPr>
          <p:spPr bwMode="auto">
            <a:xfrm>
              <a:off x="1957388" y="2265362"/>
              <a:ext cx="820737" cy="801688"/>
            </a:xfrm>
            <a:prstGeom prst="rect">
              <a:avLst/>
            </a:prstGeom>
            <a:solidFill>
              <a:srgbClr val="FFFFFF"/>
            </a:solidFill>
            <a:ln w="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25" name="Line 25">
              <a:extLst>
                <a:ext uri="{FF2B5EF4-FFF2-40B4-BE49-F238E27FC236}">
                  <a16:creationId xmlns:a16="http://schemas.microsoft.com/office/drawing/2014/main" id="{510E4403-FB78-4729-AEC0-FE84EA96E9C1}"/>
                </a:ext>
              </a:extLst>
            </p:cNvPr>
            <p:cNvSpPr>
              <a:spLocks noChangeShapeType="1"/>
            </p:cNvSpPr>
            <p:nvPr/>
          </p:nvSpPr>
          <p:spPr bwMode="auto">
            <a:xfrm flipH="1">
              <a:off x="1957388" y="2667000"/>
              <a:ext cx="820737"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26" name="Line 26">
              <a:extLst>
                <a:ext uri="{FF2B5EF4-FFF2-40B4-BE49-F238E27FC236}">
                  <a16:creationId xmlns:a16="http://schemas.microsoft.com/office/drawing/2014/main" id="{18FF617C-1ACC-411C-814A-82AA095E1BD4}"/>
                </a:ext>
              </a:extLst>
            </p:cNvPr>
            <p:cNvSpPr>
              <a:spLocks noChangeShapeType="1"/>
            </p:cNvSpPr>
            <p:nvPr/>
          </p:nvSpPr>
          <p:spPr bwMode="auto">
            <a:xfrm flipV="1">
              <a:off x="2378075" y="2265362"/>
              <a:ext cx="1588" cy="8016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27" name="Rectangle 27">
              <a:extLst>
                <a:ext uri="{FF2B5EF4-FFF2-40B4-BE49-F238E27FC236}">
                  <a16:creationId xmlns:a16="http://schemas.microsoft.com/office/drawing/2014/main" id="{94BA841F-D24C-417D-A066-90B9CD2B456D}"/>
                </a:ext>
              </a:extLst>
            </p:cNvPr>
            <p:cNvSpPr>
              <a:spLocks noChangeArrowheads="1"/>
            </p:cNvSpPr>
            <p:nvPr/>
          </p:nvSpPr>
          <p:spPr bwMode="auto">
            <a:xfrm>
              <a:off x="2778125" y="2265362"/>
              <a:ext cx="801688" cy="801688"/>
            </a:xfrm>
            <a:prstGeom prst="rect">
              <a:avLst/>
            </a:prstGeom>
            <a:solidFill>
              <a:srgbClr val="FFFFFF"/>
            </a:solidFill>
            <a:ln w="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28" name="Line 28">
              <a:extLst>
                <a:ext uri="{FF2B5EF4-FFF2-40B4-BE49-F238E27FC236}">
                  <a16:creationId xmlns:a16="http://schemas.microsoft.com/office/drawing/2014/main" id="{68CC7B90-EEB6-4170-85E0-A0F96797247F}"/>
                </a:ext>
              </a:extLst>
            </p:cNvPr>
            <p:cNvSpPr>
              <a:spLocks noChangeShapeType="1"/>
            </p:cNvSpPr>
            <p:nvPr/>
          </p:nvSpPr>
          <p:spPr bwMode="auto">
            <a:xfrm flipH="1">
              <a:off x="2778125" y="2667000"/>
              <a:ext cx="801688"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29" name="Line 29">
              <a:extLst>
                <a:ext uri="{FF2B5EF4-FFF2-40B4-BE49-F238E27FC236}">
                  <a16:creationId xmlns:a16="http://schemas.microsoft.com/office/drawing/2014/main" id="{78F89CAC-4F10-409F-8D8E-01365BDE0C88}"/>
                </a:ext>
              </a:extLst>
            </p:cNvPr>
            <p:cNvSpPr>
              <a:spLocks noChangeShapeType="1"/>
            </p:cNvSpPr>
            <p:nvPr/>
          </p:nvSpPr>
          <p:spPr bwMode="auto">
            <a:xfrm flipV="1">
              <a:off x="3179763" y="2265362"/>
              <a:ext cx="1587" cy="8016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30" name="Rectangle 30">
              <a:extLst>
                <a:ext uri="{FF2B5EF4-FFF2-40B4-BE49-F238E27FC236}">
                  <a16:creationId xmlns:a16="http://schemas.microsoft.com/office/drawing/2014/main" id="{356E4787-8926-4B8C-8F59-0EE8FBF6417D}"/>
                </a:ext>
              </a:extLst>
            </p:cNvPr>
            <p:cNvSpPr>
              <a:spLocks noChangeArrowheads="1"/>
            </p:cNvSpPr>
            <p:nvPr/>
          </p:nvSpPr>
          <p:spPr bwMode="auto">
            <a:xfrm>
              <a:off x="2122488" y="1570037"/>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31" name="Rectangle 31">
              <a:extLst>
                <a:ext uri="{FF2B5EF4-FFF2-40B4-BE49-F238E27FC236}">
                  <a16:creationId xmlns:a16="http://schemas.microsoft.com/office/drawing/2014/main" id="{3C14A3B9-ED75-4C76-B9F7-E594A6164B34}"/>
                </a:ext>
              </a:extLst>
            </p:cNvPr>
            <p:cNvSpPr>
              <a:spLocks noChangeArrowheads="1"/>
            </p:cNvSpPr>
            <p:nvPr/>
          </p:nvSpPr>
          <p:spPr bwMode="auto">
            <a:xfrm>
              <a:off x="2532063" y="2381250"/>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32" name="Rectangle 32">
              <a:extLst>
                <a:ext uri="{FF2B5EF4-FFF2-40B4-BE49-F238E27FC236}">
                  <a16:creationId xmlns:a16="http://schemas.microsoft.com/office/drawing/2014/main" id="{EA66ED42-D55B-46C5-8725-BB36C33278BA}"/>
                </a:ext>
              </a:extLst>
            </p:cNvPr>
            <p:cNvSpPr>
              <a:spLocks noChangeArrowheads="1"/>
            </p:cNvSpPr>
            <p:nvPr/>
          </p:nvSpPr>
          <p:spPr bwMode="auto">
            <a:xfrm>
              <a:off x="2122488" y="2786062"/>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33" name="Rectangle 33">
              <a:extLst>
                <a:ext uri="{FF2B5EF4-FFF2-40B4-BE49-F238E27FC236}">
                  <a16:creationId xmlns:a16="http://schemas.microsoft.com/office/drawing/2014/main" id="{DA75BBB9-743D-44F6-85EB-81711C503535}"/>
                </a:ext>
              </a:extLst>
            </p:cNvPr>
            <p:cNvSpPr>
              <a:spLocks noChangeArrowheads="1"/>
            </p:cNvSpPr>
            <p:nvPr/>
          </p:nvSpPr>
          <p:spPr bwMode="auto">
            <a:xfrm>
              <a:off x="2532063" y="2786062"/>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34" name="Rectangle 34">
              <a:extLst>
                <a:ext uri="{FF2B5EF4-FFF2-40B4-BE49-F238E27FC236}">
                  <a16:creationId xmlns:a16="http://schemas.microsoft.com/office/drawing/2014/main" id="{ADD6F0E1-C7DA-42BC-A40C-5664DE55D9FB}"/>
                </a:ext>
              </a:extLst>
            </p:cNvPr>
            <p:cNvSpPr>
              <a:spLocks noChangeArrowheads="1"/>
            </p:cNvSpPr>
            <p:nvPr/>
          </p:nvSpPr>
          <p:spPr bwMode="auto">
            <a:xfrm>
              <a:off x="2940050" y="2381250"/>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35" name="Rectangle 35">
              <a:extLst>
                <a:ext uri="{FF2B5EF4-FFF2-40B4-BE49-F238E27FC236}">
                  <a16:creationId xmlns:a16="http://schemas.microsoft.com/office/drawing/2014/main" id="{D9B92926-A351-4C02-8333-53B907F47B99}"/>
                </a:ext>
              </a:extLst>
            </p:cNvPr>
            <p:cNvSpPr>
              <a:spLocks noChangeArrowheads="1"/>
            </p:cNvSpPr>
            <p:nvPr/>
          </p:nvSpPr>
          <p:spPr bwMode="auto">
            <a:xfrm>
              <a:off x="2940050" y="2786062"/>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36" name="Rectangle 36">
              <a:extLst>
                <a:ext uri="{FF2B5EF4-FFF2-40B4-BE49-F238E27FC236}">
                  <a16:creationId xmlns:a16="http://schemas.microsoft.com/office/drawing/2014/main" id="{B27FDD3A-4ADE-4CFC-9162-EFFDF9A0760D}"/>
                </a:ext>
              </a:extLst>
            </p:cNvPr>
            <p:cNvSpPr>
              <a:spLocks noChangeArrowheads="1"/>
            </p:cNvSpPr>
            <p:nvPr/>
          </p:nvSpPr>
          <p:spPr bwMode="auto">
            <a:xfrm>
              <a:off x="3335338" y="2381250"/>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37" name="Rectangle 37">
              <a:extLst>
                <a:ext uri="{FF2B5EF4-FFF2-40B4-BE49-F238E27FC236}">
                  <a16:creationId xmlns:a16="http://schemas.microsoft.com/office/drawing/2014/main" id="{43D4234B-401C-4885-9800-6746AED7BD2F}"/>
                </a:ext>
              </a:extLst>
            </p:cNvPr>
            <p:cNvSpPr>
              <a:spLocks noChangeArrowheads="1"/>
            </p:cNvSpPr>
            <p:nvPr/>
          </p:nvSpPr>
          <p:spPr bwMode="auto">
            <a:xfrm>
              <a:off x="3335338" y="2786062"/>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38" name="Rectangle 38">
              <a:extLst>
                <a:ext uri="{FF2B5EF4-FFF2-40B4-BE49-F238E27FC236}">
                  <a16:creationId xmlns:a16="http://schemas.microsoft.com/office/drawing/2014/main" id="{404A11F5-4BA1-4699-B385-2F31A3F593CF}"/>
                </a:ext>
              </a:extLst>
            </p:cNvPr>
            <p:cNvSpPr>
              <a:spLocks noChangeArrowheads="1"/>
            </p:cNvSpPr>
            <p:nvPr/>
          </p:nvSpPr>
          <p:spPr bwMode="auto">
            <a:xfrm>
              <a:off x="2122488" y="2381250"/>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39" name="Rectangle 39">
              <a:extLst>
                <a:ext uri="{FF2B5EF4-FFF2-40B4-BE49-F238E27FC236}">
                  <a16:creationId xmlns:a16="http://schemas.microsoft.com/office/drawing/2014/main" id="{2837B0BC-1CE6-41D9-8AA5-CE6530B20656}"/>
                </a:ext>
              </a:extLst>
            </p:cNvPr>
            <p:cNvSpPr>
              <a:spLocks noChangeArrowheads="1"/>
            </p:cNvSpPr>
            <p:nvPr/>
          </p:nvSpPr>
          <p:spPr bwMode="auto">
            <a:xfrm>
              <a:off x="1698625" y="2381250"/>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40" name="Rectangle 40">
              <a:extLst>
                <a:ext uri="{FF2B5EF4-FFF2-40B4-BE49-F238E27FC236}">
                  <a16:creationId xmlns:a16="http://schemas.microsoft.com/office/drawing/2014/main" id="{416466A2-7D0E-49E1-AF80-AEFD4F152477}"/>
                </a:ext>
              </a:extLst>
            </p:cNvPr>
            <p:cNvSpPr>
              <a:spLocks noChangeArrowheads="1"/>
            </p:cNvSpPr>
            <p:nvPr/>
          </p:nvSpPr>
          <p:spPr bwMode="auto">
            <a:xfrm>
              <a:off x="1698625" y="278606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41" name="Rectangle 41">
              <a:extLst>
                <a:ext uri="{FF2B5EF4-FFF2-40B4-BE49-F238E27FC236}">
                  <a16:creationId xmlns:a16="http://schemas.microsoft.com/office/drawing/2014/main" id="{D9F4E3E5-32FC-4D35-9CBD-5BB4DD567CEF}"/>
                </a:ext>
              </a:extLst>
            </p:cNvPr>
            <p:cNvSpPr>
              <a:spLocks noChangeArrowheads="1"/>
            </p:cNvSpPr>
            <p:nvPr/>
          </p:nvSpPr>
          <p:spPr bwMode="auto">
            <a:xfrm>
              <a:off x="1695450" y="838200"/>
              <a:ext cx="195263"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42" name="Rectangle 42">
              <a:extLst>
                <a:ext uri="{FF2B5EF4-FFF2-40B4-BE49-F238E27FC236}">
                  <a16:creationId xmlns:a16="http://schemas.microsoft.com/office/drawing/2014/main" id="{26910CEF-D2FA-41E8-A44A-369CE4A21ECF}"/>
                </a:ext>
              </a:extLst>
            </p:cNvPr>
            <p:cNvSpPr>
              <a:spLocks noChangeArrowheads="1"/>
            </p:cNvSpPr>
            <p:nvPr/>
          </p:nvSpPr>
          <p:spPr bwMode="auto">
            <a:xfrm>
              <a:off x="1778000" y="925512"/>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43" name="Rectangle 43">
              <a:extLst>
                <a:ext uri="{FF2B5EF4-FFF2-40B4-BE49-F238E27FC236}">
                  <a16:creationId xmlns:a16="http://schemas.microsoft.com/office/drawing/2014/main" id="{629094F9-7D53-4B0D-9EC0-EF68448BC597}"/>
                </a:ext>
              </a:extLst>
            </p:cNvPr>
            <p:cNvSpPr>
              <a:spLocks noChangeArrowheads="1"/>
            </p:cNvSpPr>
            <p:nvPr/>
          </p:nvSpPr>
          <p:spPr bwMode="auto">
            <a:xfrm>
              <a:off x="1858963" y="838200"/>
              <a:ext cx="195262"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44" name="Rectangle 44">
              <a:extLst>
                <a:ext uri="{FF2B5EF4-FFF2-40B4-BE49-F238E27FC236}">
                  <a16:creationId xmlns:a16="http://schemas.microsoft.com/office/drawing/2014/main" id="{63259C59-FFE0-46DD-9C92-B31A9177E703}"/>
                </a:ext>
              </a:extLst>
            </p:cNvPr>
            <p:cNvSpPr>
              <a:spLocks noChangeArrowheads="1"/>
            </p:cNvSpPr>
            <p:nvPr/>
          </p:nvSpPr>
          <p:spPr bwMode="auto">
            <a:xfrm>
              <a:off x="1941513" y="925512"/>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45" name="Rectangle 45">
              <a:extLst>
                <a:ext uri="{FF2B5EF4-FFF2-40B4-BE49-F238E27FC236}">
                  <a16:creationId xmlns:a16="http://schemas.microsoft.com/office/drawing/2014/main" id="{8511161A-E09C-4E3B-B8B6-1FA42FC1A6BB}"/>
                </a:ext>
              </a:extLst>
            </p:cNvPr>
            <p:cNvSpPr>
              <a:spLocks noChangeArrowheads="1"/>
            </p:cNvSpPr>
            <p:nvPr/>
          </p:nvSpPr>
          <p:spPr bwMode="auto">
            <a:xfrm>
              <a:off x="1295400" y="1084262"/>
              <a:ext cx="198438"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46" name="Freeform 46">
              <a:extLst>
                <a:ext uri="{FF2B5EF4-FFF2-40B4-BE49-F238E27FC236}">
                  <a16:creationId xmlns:a16="http://schemas.microsoft.com/office/drawing/2014/main" id="{B66ED11F-0696-4936-B690-1FE461D9797E}"/>
                </a:ext>
              </a:extLst>
            </p:cNvPr>
            <p:cNvSpPr>
              <a:spLocks/>
            </p:cNvSpPr>
            <p:nvPr/>
          </p:nvSpPr>
          <p:spPr bwMode="auto">
            <a:xfrm>
              <a:off x="2435225" y="1517650"/>
              <a:ext cx="677863" cy="676275"/>
            </a:xfrm>
            <a:custGeom>
              <a:avLst/>
              <a:gdLst>
                <a:gd name="T0" fmla="*/ 2147483646 w 852"/>
                <a:gd name="T1" fmla="*/ 0 h 853"/>
                <a:gd name="T2" fmla="*/ 2147483646 w 852"/>
                <a:gd name="T3" fmla="*/ 0 h 853"/>
                <a:gd name="T4" fmla="*/ 2147483646 w 852"/>
                <a:gd name="T5" fmla="*/ 0 h 853"/>
                <a:gd name="T6" fmla="*/ 2147483646 w 852"/>
                <a:gd name="T7" fmla="*/ 0 h 853"/>
                <a:gd name="T8" fmla="*/ 2147483646 w 852"/>
                <a:gd name="T9" fmla="*/ 2147483646 h 853"/>
                <a:gd name="T10" fmla="*/ 2147483646 w 852"/>
                <a:gd name="T11" fmla="*/ 2147483646 h 853"/>
                <a:gd name="T12" fmla="*/ 2147483646 w 852"/>
                <a:gd name="T13" fmla="*/ 2147483646 h 853"/>
                <a:gd name="T14" fmla="*/ 2147483646 w 852"/>
                <a:gd name="T15" fmla="*/ 2147483646 h 853"/>
                <a:gd name="T16" fmla="*/ 2147483646 w 852"/>
                <a:gd name="T17" fmla="*/ 2147483646 h 853"/>
                <a:gd name="T18" fmla="*/ 2147483646 w 852"/>
                <a:gd name="T19" fmla="*/ 2147483646 h 853"/>
                <a:gd name="T20" fmla="*/ 0 w 852"/>
                <a:gd name="T21" fmla="*/ 2147483646 h 853"/>
                <a:gd name="T22" fmla="*/ 0 w 852"/>
                <a:gd name="T23" fmla="*/ 2147483646 h 853"/>
                <a:gd name="T24" fmla="*/ 0 w 852"/>
                <a:gd name="T25" fmla="*/ 2147483646 h 853"/>
                <a:gd name="T26" fmla="*/ 0 w 852"/>
                <a:gd name="T27" fmla="*/ 2147483646 h 853"/>
                <a:gd name="T28" fmla="*/ 0 w 852"/>
                <a:gd name="T29" fmla="*/ 2147483646 h 853"/>
                <a:gd name="T30" fmla="*/ 0 w 852"/>
                <a:gd name="T31" fmla="*/ 2147483646 h 853"/>
                <a:gd name="T32" fmla="*/ 0 w 852"/>
                <a:gd name="T33" fmla="*/ 2147483646 h 853"/>
                <a:gd name="T34" fmla="*/ 0 w 852"/>
                <a:gd name="T35" fmla="*/ 2147483646 h 853"/>
                <a:gd name="T36" fmla="*/ 2147483646 w 852"/>
                <a:gd name="T37" fmla="*/ 2147483646 h 853"/>
                <a:gd name="T38" fmla="*/ 2147483646 w 852"/>
                <a:gd name="T39" fmla="*/ 2147483646 h 853"/>
                <a:gd name="T40" fmla="*/ 2147483646 w 852"/>
                <a:gd name="T41" fmla="*/ 2147483646 h 853"/>
                <a:gd name="T42" fmla="*/ 2147483646 w 852"/>
                <a:gd name="T43" fmla="*/ 2147483646 h 853"/>
                <a:gd name="T44" fmla="*/ 2147483646 w 852"/>
                <a:gd name="T45" fmla="*/ 2147483646 h 853"/>
                <a:gd name="T46" fmla="*/ 2147483646 w 852"/>
                <a:gd name="T47" fmla="*/ 2147483646 h 853"/>
                <a:gd name="T48" fmla="*/ 2147483646 w 852"/>
                <a:gd name="T49" fmla="*/ 2147483646 h 853"/>
                <a:gd name="T50" fmla="*/ 2147483646 w 852"/>
                <a:gd name="T51" fmla="*/ 2147483646 h 853"/>
                <a:gd name="T52" fmla="*/ 2147483646 w 852"/>
                <a:gd name="T53" fmla="*/ 2147483646 h 853"/>
                <a:gd name="T54" fmla="*/ 2147483646 w 852"/>
                <a:gd name="T55" fmla="*/ 2147483646 h 853"/>
                <a:gd name="T56" fmla="*/ 2147483646 w 852"/>
                <a:gd name="T57" fmla="*/ 2147483646 h 853"/>
                <a:gd name="T58" fmla="*/ 2147483646 w 852"/>
                <a:gd name="T59" fmla="*/ 2147483646 h 853"/>
                <a:gd name="T60" fmla="*/ 2147483646 w 852"/>
                <a:gd name="T61" fmla="*/ 2147483646 h 853"/>
                <a:gd name="T62" fmla="*/ 2147483646 w 852"/>
                <a:gd name="T63" fmla="*/ 2147483646 h 853"/>
                <a:gd name="T64" fmla="*/ 2147483646 w 852"/>
                <a:gd name="T65" fmla="*/ 2147483646 h 853"/>
                <a:gd name="T66" fmla="*/ 2147483646 w 852"/>
                <a:gd name="T67" fmla="*/ 2147483646 h 853"/>
                <a:gd name="T68" fmla="*/ 2147483646 w 852"/>
                <a:gd name="T69" fmla="*/ 2147483646 h 853"/>
                <a:gd name="T70" fmla="*/ 2147483646 w 852"/>
                <a:gd name="T71" fmla="*/ 2147483646 h 853"/>
                <a:gd name="T72" fmla="*/ 2147483646 w 852"/>
                <a:gd name="T73" fmla="*/ 2147483646 h 853"/>
                <a:gd name="T74" fmla="*/ 2147483646 w 852"/>
                <a:gd name="T75" fmla="*/ 2147483646 h 853"/>
                <a:gd name="T76" fmla="*/ 2147483646 w 852"/>
                <a:gd name="T77" fmla="*/ 2147483646 h 853"/>
                <a:gd name="T78" fmla="*/ 2147483646 w 852"/>
                <a:gd name="T79" fmla="*/ 2147483646 h 853"/>
                <a:gd name="T80" fmla="*/ 2147483646 w 852"/>
                <a:gd name="T81" fmla="*/ 2147483646 h 853"/>
                <a:gd name="T82" fmla="*/ 2147483646 w 852"/>
                <a:gd name="T83" fmla="*/ 2147483646 h 853"/>
                <a:gd name="T84" fmla="*/ 2147483646 w 852"/>
                <a:gd name="T85" fmla="*/ 2147483646 h 853"/>
                <a:gd name="T86" fmla="*/ 2147483646 w 852"/>
                <a:gd name="T87" fmla="*/ 2147483646 h 853"/>
                <a:gd name="T88" fmla="*/ 2147483646 w 852"/>
                <a:gd name="T89" fmla="*/ 2147483646 h 853"/>
                <a:gd name="T90" fmla="*/ 2147483646 w 852"/>
                <a:gd name="T91" fmla="*/ 2147483646 h 853"/>
                <a:gd name="T92" fmla="*/ 2147483646 w 852"/>
                <a:gd name="T93" fmla="*/ 2147483646 h 853"/>
                <a:gd name="T94" fmla="*/ 2147483646 w 852"/>
                <a:gd name="T95" fmla="*/ 2147483646 h 853"/>
                <a:gd name="T96" fmla="*/ 2147483646 w 852"/>
                <a:gd name="T97" fmla="*/ 2147483646 h 853"/>
                <a:gd name="T98" fmla="*/ 2147483646 w 852"/>
                <a:gd name="T99" fmla="*/ 2147483646 h 853"/>
                <a:gd name="T100" fmla="*/ 2147483646 w 852"/>
                <a:gd name="T101" fmla="*/ 2147483646 h 853"/>
                <a:gd name="T102" fmla="*/ 2147483646 w 852"/>
                <a:gd name="T103" fmla="*/ 2147483646 h 853"/>
                <a:gd name="T104" fmla="*/ 2147483646 w 852"/>
                <a:gd name="T105" fmla="*/ 2147483646 h 853"/>
                <a:gd name="T106" fmla="*/ 2147483646 w 852"/>
                <a:gd name="T107" fmla="*/ 2147483646 h 853"/>
                <a:gd name="T108" fmla="*/ 2147483646 w 852"/>
                <a:gd name="T109" fmla="*/ 0 h 853"/>
                <a:gd name="T110" fmla="*/ 2147483646 w 852"/>
                <a:gd name="T111" fmla="*/ 0 h 853"/>
                <a:gd name="T112" fmla="*/ 2147483646 w 852"/>
                <a:gd name="T113" fmla="*/ 0 h 853"/>
                <a:gd name="T114" fmla="*/ 2147483646 w 852"/>
                <a:gd name="T115" fmla="*/ 0 h 85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52"/>
                <a:gd name="T175" fmla="*/ 0 h 853"/>
                <a:gd name="T176" fmla="*/ 852 w 852"/>
                <a:gd name="T177" fmla="*/ 853 h 85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52" h="853">
                  <a:moveTo>
                    <a:pt x="426" y="0"/>
                  </a:moveTo>
                  <a:lnTo>
                    <a:pt x="398" y="0"/>
                  </a:lnTo>
                  <a:lnTo>
                    <a:pt x="372" y="0"/>
                  </a:lnTo>
                  <a:lnTo>
                    <a:pt x="347" y="0"/>
                  </a:lnTo>
                  <a:lnTo>
                    <a:pt x="324" y="0"/>
                  </a:lnTo>
                  <a:lnTo>
                    <a:pt x="303" y="0"/>
                  </a:lnTo>
                  <a:lnTo>
                    <a:pt x="282" y="0"/>
                  </a:lnTo>
                  <a:lnTo>
                    <a:pt x="264" y="0"/>
                  </a:lnTo>
                  <a:lnTo>
                    <a:pt x="246" y="0"/>
                  </a:lnTo>
                  <a:lnTo>
                    <a:pt x="231" y="0"/>
                  </a:lnTo>
                  <a:lnTo>
                    <a:pt x="216" y="0"/>
                  </a:lnTo>
                  <a:lnTo>
                    <a:pt x="203" y="0"/>
                  </a:lnTo>
                  <a:lnTo>
                    <a:pt x="190" y="0"/>
                  </a:lnTo>
                  <a:lnTo>
                    <a:pt x="179" y="0"/>
                  </a:lnTo>
                  <a:lnTo>
                    <a:pt x="168" y="0"/>
                  </a:lnTo>
                  <a:lnTo>
                    <a:pt x="160" y="0"/>
                  </a:lnTo>
                  <a:lnTo>
                    <a:pt x="150" y="0"/>
                  </a:lnTo>
                  <a:lnTo>
                    <a:pt x="143" y="0"/>
                  </a:lnTo>
                  <a:lnTo>
                    <a:pt x="136" y="0"/>
                  </a:lnTo>
                  <a:lnTo>
                    <a:pt x="130" y="0"/>
                  </a:lnTo>
                  <a:lnTo>
                    <a:pt x="124" y="0"/>
                  </a:lnTo>
                  <a:lnTo>
                    <a:pt x="119" y="0"/>
                  </a:lnTo>
                  <a:lnTo>
                    <a:pt x="114" y="0"/>
                  </a:lnTo>
                  <a:lnTo>
                    <a:pt x="109" y="0"/>
                  </a:lnTo>
                  <a:lnTo>
                    <a:pt x="106" y="0"/>
                  </a:lnTo>
                  <a:lnTo>
                    <a:pt x="102" y="0"/>
                  </a:lnTo>
                  <a:lnTo>
                    <a:pt x="98" y="0"/>
                  </a:lnTo>
                  <a:lnTo>
                    <a:pt x="95" y="0"/>
                  </a:lnTo>
                  <a:lnTo>
                    <a:pt x="91" y="0"/>
                  </a:lnTo>
                  <a:lnTo>
                    <a:pt x="89" y="0"/>
                  </a:lnTo>
                  <a:lnTo>
                    <a:pt x="85" y="0"/>
                  </a:lnTo>
                  <a:lnTo>
                    <a:pt x="81" y="0"/>
                  </a:lnTo>
                  <a:lnTo>
                    <a:pt x="78" y="0"/>
                  </a:lnTo>
                  <a:lnTo>
                    <a:pt x="74" y="0"/>
                  </a:lnTo>
                  <a:lnTo>
                    <a:pt x="71" y="0"/>
                  </a:lnTo>
                  <a:lnTo>
                    <a:pt x="68" y="0"/>
                  </a:lnTo>
                  <a:lnTo>
                    <a:pt x="65" y="0"/>
                  </a:lnTo>
                  <a:lnTo>
                    <a:pt x="62" y="0"/>
                  </a:lnTo>
                  <a:lnTo>
                    <a:pt x="60" y="0"/>
                  </a:lnTo>
                  <a:lnTo>
                    <a:pt x="57" y="2"/>
                  </a:lnTo>
                  <a:lnTo>
                    <a:pt x="55" y="2"/>
                  </a:lnTo>
                  <a:lnTo>
                    <a:pt x="53" y="2"/>
                  </a:lnTo>
                  <a:lnTo>
                    <a:pt x="51" y="2"/>
                  </a:lnTo>
                  <a:lnTo>
                    <a:pt x="49" y="3"/>
                  </a:lnTo>
                  <a:lnTo>
                    <a:pt x="48" y="3"/>
                  </a:lnTo>
                  <a:lnTo>
                    <a:pt x="45" y="4"/>
                  </a:lnTo>
                  <a:lnTo>
                    <a:pt x="44" y="4"/>
                  </a:lnTo>
                  <a:lnTo>
                    <a:pt x="43" y="5"/>
                  </a:lnTo>
                  <a:lnTo>
                    <a:pt x="42" y="6"/>
                  </a:lnTo>
                  <a:lnTo>
                    <a:pt x="41" y="8"/>
                  </a:lnTo>
                  <a:lnTo>
                    <a:pt x="39" y="9"/>
                  </a:lnTo>
                  <a:lnTo>
                    <a:pt x="38" y="10"/>
                  </a:lnTo>
                  <a:lnTo>
                    <a:pt x="36" y="11"/>
                  </a:lnTo>
                  <a:lnTo>
                    <a:pt x="35" y="12"/>
                  </a:lnTo>
                  <a:lnTo>
                    <a:pt x="33" y="15"/>
                  </a:lnTo>
                  <a:lnTo>
                    <a:pt x="32" y="16"/>
                  </a:lnTo>
                  <a:lnTo>
                    <a:pt x="31" y="18"/>
                  </a:lnTo>
                  <a:lnTo>
                    <a:pt x="30" y="21"/>
                  </a:lnTo>
                  <a:lnTo>
                    <a:pt x="29" y="23"/>
                  </a:lnTo>
                  <a:lnTo>
                    <a:pt x="27" y="27"/>
                  </a:lnTo>
                  <a:lnTo>
                    <a:pt x="26" y="29"/>
                  </a:lnTo>
                  <a:lnTo>
                    <a:pt x="25" y="33"/>
                  </a:lnTo>
                  <a:lnTo>
                    <a:pt x="24" y="36"/>
                  </a:lnTo>
                  <a:lnTo>
                    <a:pt x="21" y="40"/>
                  </a:lnTo>
                  <a:lnTo>
                    <a:pt x="20" y="44"/>
                  </a:lnTo>
                  <a:lnTo>
                    <a:pt x="18" y="47"/>
                  </a:lnTo>
                  <a:lnTo>
                    <a:pt x="17" y="51"/>
                  </a:lnTo>
                  <a:lnTo>
                    <a:pt x="15" y="54"/>
                  </a:lnTo>
                  <a:lnTo>
                    <a:pt x="13" y="58"/>
                  </a:lnTo>
                  <a:lnTo>
                    <a:pt x="12" y="60"/>
                  </a:lnTo>
                  <a:lnTo>
                    <a:pt x="11" y="64"/>
                  </a:lnTo>
                  <a:lnTo>
                    <a:pt x="9" y="67"/>
                  </a:lnTo>
                  <a:lnTo>
                    <a:pt x="8" y="69"/>
                  </a:lnTo>
                  <a:lnTo>
                    <a:pt x="8" y="73"/>
                  </a:lnTo>
                  <a:lnTo>
                    <a:pt x="7" y="75"/>
                  </a:lnTo>
                  <a:lnTo>
                    <a:pt x="6" y="77"/>
                  </a:lnTo>
                  <a:lnTo>
                    <a:pt x="5" y="80"/>
                  </a:lnTo>
                  <a:lnTo>
                    <a:pt x="5" y="83"/>
                  </a:lnTo>
                  <a:lnTo>
                    <a:pt x="3" y="86"/>
                  </a:lnTo>
                  <a:lnTo>
                    <a:pt x="3" y="88"/>
                  </a:lnTo>
                  <a:lnTo>
                    <a:pt x="3" y="92"/>
                  </a:lnTo>
                  <a:lnTo>
                    <a:pt x="2" y="94"/>
                  </a:lnTo>
                  <a:lnTo>
                    <a:pt x="2" y="98"/>
                  </a:lnTo>
                  <a:lnTo>
                    <a:pt x="2" y="101"/>
                  </a:lnTo>
                  <a:lnTo>
                    <a:pt x="1" y="105"/>
                  </a:lnTo>
                  <a:lnTo>
                    <a:pt x="1" y="109"/>
                  </a:lnTo>
                  <a:lnTo>
                    <a:pt x="1" y="112"/>
                  </a:lnTo>
                  <a:lnTo>
                    <a:pt x="1" y="117"/>
                  </a:lnTo>
                  <a:lnTo>
                    <a:pt x="1" y="122"/>
                  </a:lnTo>
                  <a:lnTo>
                    <a:pt x="1" y="127"/>
                  </a:lnTo>
                  <a:lnTo>
                    <a:pt x="1" y="131"/>
                  </a:lnTo>
                  <a:lnTo>
                    <a:pt x="1" y="137"/>
                  </a:lnTo>
                  <a:lnTo>
                    <a:pt x="1" y="143"/>
                  </a:lnTo>
                  <a:lnTo>
                    <a:pt x="1" y="149"/>
                  </a:lnTo>
                  <a:lnTo>
                    <a:pt x="0" y="157"/>
                  </a:lnTo>
                  <a:lnTo>
                    <a:pt x="0" y="164"/>
                  </a:lnTo>
                  <a:lnTo>
                    <a:pt x="0" y="171"/>
                  </a:lnTo>
                  <a:lnTo>
                    <a:pt x="0" y="178"/>
                  </a:lnTo>
                  <a:lnTo>
                    <a:pt x="0" y="187"/>
                  </a:lnTo>
                  <a:lnTo>
                    <a:pt x="0" y="193"/>
                  </a:lnTo>
                  <a:lnTo>
                    <a:pt x="0" y="200"/>
                  </a:lnTo>
                  <a:lnTo>
                    <a:pt x="0" y="206"/>
                  </a:lnTo>
                  <a:lnTo>
                    <a:pt x="0" y="212"/>
                  </a:lnTo>
                  <a:lnTo>
                    <a:pt x="0" y="218"/>
                  </a:lnTo>
                  <a:lnTo>
                    <a:pt x="0" y="223"/>
                  </a:lnTo>
                  <a:lnTo>
                    <a:pt x="0" y="229"/>
                  </a:lnTo>
                  <a:lnTo>
                    <a:pt x="0" y="234"/>
                  </a:lnTo>
                  <a:lnTo>
                    <a:pt x="0" y="240"/>
                  </a:lnTo>
                  <a:lnTo>
                    <a:pt x="0" y="244"/>
                  </a:lnTo>
                  <a:lnTo>
                    <a:pt x="0" y="250"/>
                  </a:lnTo>
                  <a:lnTo>
                    <a:pt x="0" y="255"/>
                  </a:lnTo>
                  <a:lnTo>
                    <a:pt x="0" y="261"/>
                  </a:lnTo>
                  <a:lnTo>
                    <a:pt x="0" y="267"/>
                  </a:lnTo>
                  <a:lnTo>
                    <a:pt x="0" y="273"/>
                  </a:lnTo>
                  <a:lnTo>
                    <a:pt x="0" y="279"/>
                  </a:lnTo>
                  <a:lnTo>
                    <a:pt x="0" y="287"/>
                  </a:lnTo>
                  <a:lnTo>
                    <a:pt x="0" y="294"/>
                  </a:lnTo>
                  <a:lnTo>
                    <a:pt x="0" y="301"/>
                  </a:lnTo>
                  <a:lnTo>
                    <a:pt x="0" y="309"/>
                  </a:lnTo>
                  <a:lnTo>
                    <a:pt x="0" y="318"/>
                  </a:lnTo>
                  <a:lnTo>
                    <a:pt x="0" y="327"/>
                  </a:lnTo>
                  <a:lnTo>
                    <a:pt x="0" y="337"/>
                  </a:lnTo>
                  <a:lnTo>
                    <a:pt x="0" y="347"/>
                  </a:lnTo>
                  <a:lnTo>
                    <a:pt x="0" y="359"/>
                  </a:lnTo>
                  <a:lnTo>
                    <a:pt x="0" y="371"/>
                  </a:lnTo>
                  <a:lnTo>
                    <a:pt x="0" y="383"/>
                  </a:lnTo>
                  <a:lnTo>
                    <a:pt x="0" y="397"/>
                  </a:lnTo>
                  <a:lnTo>
                    <a:pt x="0" y="412"/>
                  </a:lnTo>
                  <a:lnTo>
                    <a:pt x="0" y="427"/>
                  </a:lnTo>
                  <a:lnTo>
                    <a:pt x="0" y="443"/>
                  </a:lnTo>
                  <a:lnTo>
                    <a:pt x="0" y="457"/>
                  </a:lnTo>
                  <a:lnTo>
                    <a:pt x="0" y="470"/>
                  </a:lnTo>
                  <a:lnTo>
                    <a:pt x="0" y="484"/>
                  </a:lnTo>
                  <a:lnTo>
                    <a:pt x="0" y="496"/>
                  </a:lnTo>
                  <a:lnTo>
                    <a:pt x="0" y="507"/>
                  </a:lnTo>
                  <a:lnTo>
                    <a:pt x="0" y="517"/>
                  </a:lnTo>
                  <a:lnTo>
                    <a:pt x="0" y="527"/>
                  </a:lnTo>
                  <a:lnTo>
                    <a:pt x="0" y="535"/>
                  </a:lnTo>
                  <a:lnTo>
                    <a:pt x="0" y="545"/>
                  </a:lnTo>
                  <a:lnTo>
                    <a:pt x="0" y="552"/>
                  </a:lnTo>
                  <a:lnTo>
                    <a:pt x="0" y="561"/>
                  </a:lnTo>
                  <a:lnTo>
                    <a:pt x="0" y="568"/>
                  </a:lnTo>
                  <a:lnTo>
                    <a:pt x="0" y="574"/>
                  </a:lnTo>
                  <a:lnTo>
                    <a:pt x="0" y="580"/>
                  </a:lnTo>
                  <a:lnTo>
                    <a:pt x="0" y="587"/>
                  </a:lnTo>
                  <a:lnTo>
                    <a:pt x="0" y="592"/>
                  </a:lnTo>
                  <a:lnTo>
                    <a:pt x="0" y="598"/>
                  </a:lnTo>
                  <a:lnTo>
                    <a:pt x="0" y="604"/>
                  </a:lnTo>
                  <a:lnTo>
                    <a:pt x="0" y="609"/>
                  </a:lnTo>
                  <a:lnTo>
                    <a:pt x="0" y="615"/>
                  </a:lnTo>
                  <a:lnTo>
                    <a:pt x="0" y="620"/>
                  </a:lnTo>
                  <a:lnTo>
                    <a:pt x="0" y="626"/>
                  </a:lnTo>
                  <a:lnTo>
                    <a:pt x="0" y="630"/>
                  </a:lnTo>
                  <a:lnTo>
                    <a:pt x="0" y="636"/>
                  </a:lnTo>
                  <a:lnTo>
                    <a:pt x="0" y="641"/>
                  </a:lnTo>
                  <a:lnTo>
                    <a:pt x="0" y="647"/>
                  </a:lnTo>
                  <a:lnTo>
                    <a:pt x="0" y="654"/>
                  </a:lnTo>
                  <a:lnTo>
                    <a:pt x="0" y="660"/>
                  </a:lnTo>
                  <a:lnTo>
                    <a:pt x="0" y="668"/>
                  </a:lnTo>
                  <a:lnTo>
                    <a:pt x="0" y="675"/>
                  </a:lnTo>
                  <a:lnTo>
                    <a:pt x="0" y="682"/>
                  </a:lnTo>
                  <a:lnTo>
                    <a:pt x="0" y="690"/>
                  </a:lnTo>
                  <a:lnTo>
                    <a:pt x="0" y="698"/>
                  </a:lnTo>
                  <a:lnTo>
                    <a:pt x="1" y="704"/>
                  </a:lnTo>
                  <a:lnTo>
                    <a:pt x="1" y="711"/>
                  </a:lnTo>
                  <a:lnTo>
                    <a:pt x="1" y="717"/>
                  </a:lnTo>
                  <a:lnTo>
                    <a:pt x="1" y="722"/>
                  </a:lnTo>
                  <a:lnTo>
                    <a:pt x="1" y="728"/>
                  </a:lnTo>
                  <a:lnTo>
                    <a:pt x="1" y="733"/>
                  </a:lnTo>
                  <a:lnTo>
                    <a:pt x="1" y="737"/>
                  </a:lnTo>
                  <a:lnTo>
                    <a:pt x="1" y="741"/>
                  </a:lnTo>
                  <a:lnTo>
                    <a:pt x="1" y="745"/>
                  </a:lnTo>
                  <a:lnTo>
                    <a:pt x="1" y="749"/>
                  </a:lnTo>
                  <a:lnTo>
                    <a:pt x="2" y="753"/>
                  </a:lnTo>
                  <a:lnTo>
                    <a:pt x="2" y="755"/>
                  </a:lnTo>
                  <a:lnTo>
                    <a:pt x="2" y="759"/>
                  </a:lnTo>
                  <a:lnTo>
                    <a:pt x="3" y="763"/>
                  </a:lnTo>
                  <a:lnTo>
                    <a:pt x="3" y="765"/>
                  </a:lnTo>
                  <a:lnTo>
                    <a:pt x="3" y="767"/>
                  </a:lnTo>
                  <a:lnTo>
                    <a:pt x="5" y="771"/>
                  </a:lnTo>
                  <a:lnTo>
                    <a:pt x="5" y="773"/>
                  </a:lnTo>
                  <a:lnTo>
                    <a:pt x="6" y="776"/>
                  </a:lnTo>
                  <a:lnTo>
                    <a:pt x="7" y="778"/>
                  </a:lnTo>
                  <a:lnTo>
                    <a:pt x="8" y="782"/>
                  </a:lnTo>
                  <a:lnTo>
                    <a:pt x="8" y="784"/>
                  </a:lnTo>
                  <a:lnTo>
                    <a:pt x="9" y="787"/>
                  </a:lnTo>
                  <a:lnTo>
                    <a:pt x="11" y="790"/>
                  </a:lnTo>
                  <a:lnTo>
                    <a:pt x="12" y="793"/>
                  </a:lnTo>
                  <a:lnTo>
                    <a:pt x="13" y="796"/>
                  </a:lnTo>
                  <a:lnTo>
                    <a:pt x="15" y="799"/>
                  </a:lnTo>
                  <a:lnTo>
                    <a:pt x="17" y="802"/>
                  </a:lnTo>
                  <a:lnTo>
                    <a:pt x="18" y="806"/>
                  </a:lnTo>
                  <a:lnTo>
                    <a:pt x="20" y="811"/>
                  </a:lnTo>
                  <a:lnTo>
                    <a:pt x="21" y="814"/>
                  </a:lnTo>
                  <a:lnTo>
                    <a:pt x="24" y="818"/>
                  </a:lnTo>
                  <a:lnTo>
                    <a:pt x="25" y="821"/>
                  </a:lnTo>
                  <a:lnTo>
                    <a:pt x="26" y="824"/>
                  </a:lnTo>
                  <a:lnTo>
                    <a:pt x="27" y="827"/>
                  </a:lnTo>
                  <a:lnTo>
                    <a:pt x="29" y="830"/>
                  </a:lnTo>
                  <a:lnTo>
                    <a:pt x="30" y="832"/>
                  </a:lnTo>
                  <a:lnTo>
                    <a:pt x="31" y="835"/>
                  </a:lnTo>
                  <a:lnTo>
                    <a:pt x="32" y="837"/>
                  </a:lnTo>
                  <a:lnTo>
                    <a:pt x="33" y="840"/>
                  </a:lnTo>
                  <a:lnTo>
                    <a:pt x="35" y="841"/>
                  </a:lnTo>
                  <a:lnTo>
                    <a:pt x="36" y="842"/>
                  </a:lnTo>
                  <a:lnTo>
                    <a:pt x="38" y="844"/>
                  </a:lnTo>
                  <a:lnTo>
                    <a:pt x="39" y="846"/>
                  </a:lnTo>
                  <a:lnTo>
                    <a:pt x="41" y="847"/>
                  </a:lnTo>
                  <a:lnTo>
                    <a:pt x="42" y="848"/>
                  </a:lnTo>
                  <a:lnTo>
                    <a:pt x="43" y="848"/>
                  </a:lnTo>
                  <a:lnTo>
                    <a:pt x="44" y="849"/>
                  </a:lnTo>
                  <a:lnTo>
                    <a:pt x="45" y="850"/>
                  </a:lnTo>
                  <a:lnTo>
                    <a:pt x="48" y="850"/>
                  </a:lnTo>
                  <a:lnTo>
                    <a:pt x="49" y="852"/>
                  </a:lnTo>
                  <a:lnTo>
                    <a:pt x="51" y="852"/>
                  </a:lnTo>
                  <a:lnTo>
                    <a:pt x="53" y="852"/>
                  </a:lnTo>
                  <a:lnTo>
                    <a:pt x="55" y="852"/>
                  </a:lnTo>
                  <a:lnTo>
                    <a:pt x="57" y="853"/>
                  </a:lnTo>
                  <a:lnTo>
                    <a:pt x="60" y="853"/>
                  </a:lnTo>
                  <a:lnTo>
                    <a:pt x="62" y="853"/>
                  </a:lnTo>
                  <a:lnTo>
                    <a:pt x="65" y="853"/>
                  </a:lnTo>
                  <a:lnTo>
                    <a:pt x="68" y="853"/>
                  </a:lnTo>
                  <a:lnTo>
                    <a:pt x="71" y="853"/>
                  </a:lnTo>
                  <a:lnTo>
                    <a:pt x="74" y="853"/>
                  </a:lnTo>
                  <a:lnTo>
                    <a:pt x="78" y="853"/>
                  </a:lnTo>
                  <a:lnTo>
                    <a:pt x="81" y="853"/>
                  </a:lnTo>
                  <a:lnTo>
                    <a:pt x="85" y="853"/>
                  </a:lnTo>
                  <a:lnTo>
                    <a:pt x="89" y="853"/>
                  </a:lnTo>
                  <a:lnTo>
                    <a:pt x="91" y="853"/>
                  </a:lnTo>
                  <a:lnTo>
                    <a:pt x="95" y="853"/>
                  </a:lnTo>
                  <a:lnTo>
                    <a:pt x="98" y="853"/>
                  </a:lnTo>
                  <a:lnTo>
                    <a:pt x="102" y="853"/>
                  </a:lnTo>
                  <a:lnTo>
                    <a:pt x="106" y="853"/>
                  </a:lnTo>
                  <a:lnTo>
                    <a:pt x="109" y="853"/>
                  </a:lnTo>
                  <a:lnTo>
                    <a:pt x="114" y="853"/>
                  </a:lnTo>
                  <a:lnTo>
                    <a:pt x="119" y="853"/>
                  </a:lnTo>
                  <a:lnTo>
                    <a:pt x="124" y="853"/>
                  </a:lnTo>
                  <a:lnTo>
                    <a:pt x="130" y="853"/>
                  </a:lnTo>
                  <a:lnTo>
                    <a:pt x="136" y="853"/>
                  </a:lnTo>
                  <a:lnTo>
                    <a:pt x="143" y="853"/>
                  </a:lnTo>
                  <a:lnTo>
                    <a:pt x="150" y="853"/>
                  </a:lnTo>
                  <a:lnTo>
                    <a:pt x="160" y="853"/>
                  </a:lnTo>
                  <a:lnTo>
                    <a:pt x="168" y="853"/>
                  </a:lnTo>
                  <a:lnTo>
                    <a:pt x="179" y="853"/>
                  </a:lnTo>
                  <a:lnTo>
                    <a:pt x="190" y="853"/>
                  </a:lnTo>
                  <a:lnTo>
                    <a:pt x="203" y="853"/>
                  </a:lnTo>
                  <a:lnTo>
                    <a:pt x="216" y="853"/>
                  </a:lnTo>
                  <a:lnTo>
                    <a:pt x="231" y="853"/>
                  </a:lnTo>
                  <a:lnTo>
                    <a:pt x="246" y="853"/>
                  </a:lnTo>
                  <a:lnTo>
                    <a:pt x="264" y="853"/>
                  </a:lnTo>
                  <a:lnTo>
                    <a:pt x="282" y="853"/>
                  </a:lnTo>
                  <a:lnTo>
                    <a:pt x="303" y="853"/>
                  </a:lnTo>
                  <a:lnTo>
                    <a:pt x="324" y="853"/>
                  </a:lnTo>
                  <a:lnTo>
                    <a:pt x="347" y="853"/>
                  </a:lnTo>
                  <a:lnTo>
                    <a:pt x="372" y="853"/>
                  </a:lnTo>
                  <a:lnTo>
                    <a:pt x="398" y="853"/>
                  </a:lnTo>
                  <a:lnTo>
                    <a:pt x="426" y="853"/>
                  </a:lnTo>
                  <a:lnTo>
                    <a:pt x="454" y="853"/>
                  </a:lnTo>
                  <a:lnTo>
                    <a:pt x="481" y="853"/>
                  </a:lnTo>
                  <a:lnTo>
                    <a:pt x="506" y="853"/>
                  </a:lnTo>
                  <a:lnTo>
                    <a:pt x="529" y="853"/>
                  </a:lnTo>
                  <a:lnTo>
                    <a:pt x="550" y="853"/>
                  </a:lnTo>
                  <a:lnTo>
                    <a:pt x="571" y="853"/>
                  </a:lnTo>
                  <a:lnTo>
                    <a:pt x="589" y="853"/>
                  </a:lnTo>
                  <a:lnTo>
                    <a:pt x="606" y="853"/>
                  </a:lnTo>
                  <a:lnTo>
                    <a:pt x="622" y="853"/>
                  </a:lnTo>
                  <a:lnTo>
                    <a:pt x="637" y="853"/>
                  </a:lnTo>
                  <a:lnTo>
                    <a:pt x="650" y="853"/>
                  </a:lnTo>
                  <a:lnTo>
                    <a:pt x="662" y="853"/>
                  </a:lnTo>
                  <a:lnTo>
                    <a:pt x="674" y="853"/>
                  </a:lnTo>
                  <a:lnTo>
                    <a:pt x="684" y="853"/>
                  </a:lnTo>
                  <a:lnTo>
                    <a:pt x="693" y="853"/>
                  </a:lnTo>
                  <a:lnTo>
                    <a:pt x="702" y="853"/>
                  </a:lnTo>
                  <a:lnTo>
                    <a:pt x="710" y="853"/>
                  </a:lnTo>
                  <a:lnTo>
                    <a:pt x="717" y="853"/>
                  </a:lnTo>
                  <a:lnTo>
                    <a:pt x="723" y="853"/>
                  </a:lnTo>
                  <a:lnTo>
                    <a:pt x="729" y="853"/>
                  </a:lnTo>
                  <a:lnTo>
                    <a:pt x="734" y="853"/>
                  </a:lnTo>
                  <a:lnTo>
                    <a:pt x="739" y="853"/>
                  </a:lnTo>
                  <a:lnTo>
                    <a:pt x="744" y="853"/>
                  </a:lnTo>
                  <a:lnTo>
                    <a:pt x="747" y="853"/>
                  </a:lnTo>
                  <a:lnTo>
                    <a:pt x="751" y="853"/>
                  </a:lnTo>
                  <a:lnTo>
                    <a:pt x="755" y="853"/>
                  </a:lnTo>
                  <a:lnTo>
                    <a:pt x="758" y="853"/>
                  </a:lnTo>
                  <a:lnTo>
                    <a:pt x="762" y="853"/>
                  </a:lnTo>
                  <a:lnTo>
                    <a:pt x="764" y="853"/>
                  </a:lnTo>
                  <a:lnTo>
                    <a:pt x="768" y="853"/>
                  </a:lnTo>
                  <a:lnTo>
                    <a:pt x="772" y="853"/>
                  </a:lnTo>
                  <a:lnTo>
                    <a:pt x="775" y="853"/>
                  </a:lnTo>
                  <a:lnTo>
                    <a:pt x="779" y="853"/>
                  </a:lnTo>
                  <a:lnTo>
                    <a:pt x="782" y="853"/>
                  </a:lnTo>
                  <a:lnTo>
                    <a:pt x="785" y="853"/>
                  </a:lnTo>
                  <a:lnTo>
                    <a:pt x="788" y="853"/>
                  </a:lnTo>
                  <a:lnTo>
                    <a:pt x="791" y="853"/>
                  </a:lnTo>
                  <a:lnTo>
                    <a:pt x="793" y="853"/>
                  </a:lnTo>
                  <a:lnTo>
                    <a:pt x="796" y="853"/>
                  </a:lnTo>
                  <a:lnTo>
                    <a:pt x="798" y="852"/>
                  </a:lnTo>
                  <a:lnTo>
                    <a:pt x="799" y="852"/>
                  </a:lnTo>
                  <a:lnTo>
                    <a:pt x="802" y="852"/>
                  </a:lnTo>
                  <a:lnTo>
                    <a:pt x="804" y="852"/>
                  </a:lnTo>
                  <a:lnTo>
                    <a:pt x="805" y="850"/>
                  </a:lnTo>
                  <a:lnTo>
                    <a:pt x="806" y="850"/>
                  </a:lnTo>
                  <a:lnTo>
                    <a:pt x="809" y="849"/>
                  </a:lnTo>
                  <a:lnTo>
                    <a:pt x="810" y="848"/>
                  </a:lnTo>
                  <a:lnTo>
                    <a:pt x="811" y="848"/>
                  </a:lnTo>
                  <a:lnTo>
                    <a:pt x="812" y="847"/>
                  </a:lnTo>
                  <a:lnTo>
                    <a:pt x="814" y="846"/>
                  </a:lnTo>
                  <a:lnTo>
                    <a:pt x="815" y="844"/>
                  </a:lnTo>
                  <a:lnTo>
                    <a:pt x="816" y="842"/>
                  </a:lnTo>
                  <a:lnTo>
                    <a:pt x="817" y="841"/>
                  </a:lnTo>
                  <a:lnTo>
                    <a:pt x="818" y="840"/>
                  </a:lnTo>
                  <a:lnTo>
                    <a:pt x="820" y="837"/>
                  </a:lnTo>
                  <a:lnTo>
                    <a:pt x="821" y="835"/>
                  </a:lnTo>
                  <a:lnTo>
                    <a:pt x="822" y="832"/>
                  </a:lnTo>
                  <a:lnTo>
                    <a:pt x="823" y="830"/>
                  </a:lnTo>
                  <a:lnTo>
                    <a:pt x="826" y="827"/>
                  </a:lnTo>
                  <a:lnTo>
                    <a:pt x="827" y="824"/>
                  </a:lnTo>
                  <a:lnTo>
                    <a:pt x="828" y="821"/>
                  </a:lnTo>
                  <a:lnTo>
                    <a:pt x="829" y="818"/>
                  </a:lnTo>
                  <a:lnTo>
                    <a:pt x="832" y="814"/>
                  </a:lnTo>
                  <a:lnTo>
                    <a:pt x="833" y="811"/>
                  </a:lnTo>
                  <a:lnTo>
                    <a:pt x="835" y="806"/>
                  </a:lnTo>
                  <a:lnTo>
                    <a:pt x="836" y="802"/>
                  </a:lnTo>
                  <a:lnTo>
                    <a:pt x="838" y="799"/>
                  </a:lnTo>
                  <a:lnTo>
                    <a:pt x="839" y="796"/>
                  </a:lnTo>
                  <a:lnTo>
                    <a:pt x="841" y="793"/>
                  </a:lnTo>
                  <a:lnTo>
                    <a:pt x="842" y="790"/>
                  </a:lnTo>
                  <a:lnTo>
                    <a:pt x="844" y="787"/>
                  </a:lnTo>
                  <a:lnTo>
                    <a:pt x="844" y="784"/>
                  </a:lnTo>
                  <a:lnTo>
                    <a:pt x="845" y="782"/>
                  </a:lnTo>
                  <a:lnTo>
                    <a:pt x="846" y="778"/>
                  </a:lnTo>
                  <a:lnTo>
                    <a:pt x="847" y="776"/>
                  </a:lnTo>
                  <a:lnTo>
                    <a:pt x="847" y="773"/>
                  </a:lnTo>
                  <a:lnTo>
                    <a:pt x="848" y="771"/>
                  </a:lnTo>
                  <a:lnTo>
                    <a:pt x="848" y="767"/>
                  </a:lnTo>
                  <a:lnTo>
                    <a:pt x="850" y="765"/>
                  </a:lnTo>
                  <a:lnTo>
                    <a:pt x="850" y="763"/>
                  </a:lnTo>
                  <a:lnTo>
                    <a:pt x="851" y="759"/>
                  </a:lnTo>
                  <a:lnTo>
                    <a:pt x="851" y="755"/>
                  </a:lnTo>
                  <a:lnTo>
                    <a:pt x="851" y="753"/>
                  </a:lnTo>
                  <a:lnTo>
                    <a:pt x="851" y="749"/>
                  </a:lnTo>
                  <a:lnTo>
                    <a:pt x="852" y="745"/>
                  </a:lnTo>
                  <a:lnTo>
                    <a:pt x="852" y="741"/>
                  </a:lnTo>
                  <a:lnTo>
                    <a:pt x="852" y="737"/>
                  </a:lnTo>
                  <a:lnTo>
                    <a:pt x="852" y="733"/>
                  </a:lnTo>
                  <a:lnTo>
                    <a:pt x="852" y="728"/>
                  </a:lnTo>
                  <a:lnTo>
                    <a:pt x="852" y="722"/>
                  </a:lnTo>
                  <a:lnTo>
                    <a:pt x="852" y="717"/>
                  </a:lnTo>
                  <a:lnTo>
                    <a:pt x="852" y="711"/>
                  </a:lnTo>
                  <a:lnTo>
                    <a:pt x="852" y="704"/>
                  </a:lnTo>
                  <a:lnTo>
                    <a:pt x="852" y="698"/>
                  </a:lnTo>
                  <a:lnTo>
                    <a:pt x="852" y="690"/>
                  </a:lnTo>
                  <a:lnTo>
                    <a:pt x="852" y="682"/>
                  </a:lnTo>
                  <a:lnTo>
                    <a:pt x="852" y="675"/>
                  </a:lnTo>
                  <a:lnTo>
                    <a:pt x="852" y="668"/>
                  </a:lnTo>
                  <a:lnTo>
                    <a:pt x="852" y="660"/>
                  </a:lnTo>
                  <a:lnTo>
                    <a:pt x="852" y="654"/>
                  </a:lnTo>
                  <a:lnTo>
                    <a:pt x="852" y="647"/>
                  </a:lnTo>
                  <a:lnTo>
                    <a:pt x="852" y="641"/>
                  </a:lnTo>
                  <a:lnTo>
                    <a:pt x="852" y="636"/>
                  </a:lnTo>
                  <a:lnTo>
                    <a:pt x="852" y="630"/>
                  </a:lnTo>
                  <a:lnTo>
                    <a:pt x="852" y="626"/>
                  </a:lnTo>
                  <a:lnTo>
                    <a:pt x="852" y="620"/>
                  </a:lnTo>
                  <a:lnTo>
                    <a:pt x="852" y="615"/>
                  </a:lnTo>
                  <a:lnTo>
                    <a:pt x="852" y="609"/>
                  </a:lnTo>
                  <a:lnTo>
                    <a:pt x="852" y="604"/>
                  </a:lnTo>
                  <a:lnTo>
                    <a:pt x="852" y="598"/>
                  </a:lnTo>
                  <a:lnTo>
                    <a:pt x="852" y="592"/>
                  </a:lnTo>
                  <a:lnTo>
                    <a:pt x="852" y="587"/>
                  </a:lnTo>
                  <a:lnTo>
                    <a:pt x="852" y="580"/>
                  </a:lnTo>
                  <a:lnTo>
                    <a:pt x="852" y="574"/>
                  </a:lnTo>
                  <a:lnTo>
                    <a:pt x="852" y="568"/>
                  </a:lnTo>
                  <a:lnTo>
                    <a:pt x="852" y="561"/>
                  </a:lnTo>
                  <a:lnTo>
                    <a:pt x="852" y="552"/>
                  </a:lnTo>
                  <a:lnTo>
                    <a:pt x="852" y="545"/>
                  </a:lnTo>
                  <a:lnTo>
                    <a:pt x="852" y="535"/>
                  </a:lnTo>
                  <a:lnTo>
                    <a:pt x="852" y="527"/>
                  </a:lnTo>
                  <a:lnTo>
                    <a:pt x="852" y="517"/>
                  </a:lnTo>
                  <a:lnTo>
                    <a:pt x="852" y="507"/>
                  </a:lnTo>
                  <a:lnTo>
                    <a:pt x="852" y="496"/>
                  </a:lnTo>
                  <a:lnTo>
                    <a:pt x="852" y="484"/>
                  </a:lnTo>
                  <a:lnTo>
                    <a:pt x="852" y="470"/>
                  </a:lnTo>
                  <a:lnTo>
                    <a:pt x="852" y="457"/>
                  </a:lnTo>
                  <a:lnTo>
                    <a:pt x="852" y="443"/>
                  </a:lnTo>
                  <a:lnTo>
                    <a:pt x="852" y="427"/>
                  </a:lnTo>
                  <a:lnTo>
                    <a:pt x="852" y="412"/>
                  </a:lnTo>
                  <a:lnTo>
                    <a:pt x="852" y="397"/>
                  </a:lnTo>
                  <a:lnTo>
                    <a:pt x="852" y="383"/>
                  </a:lnTo>
                  <a:lnTo>
                    <a:pt x="852" y="371"/>
                  </a:lnTo>
                  <a:lnTo>
                    <a:pt x="852" y="359"/>
                  </a:lnTo>
                  <a:lnTo>
                    <a:pt x="852" y="347"/>
                  </a:lnTo>
                  <a:lnTo>
                    <a:pt x="852" y="337"/>
                  </a:lnTo>
                  <a:lnTo>
                    <a:pt x="852" y="327"/>
                  </a:lnTo>
                  <a:lnTo>
                    <a:pt x="852" y="318"/>
                  </a:lnTo>
                  <a:lnTo>
                    <a:pt x="852" y="309"/>
                  </a:lnTo>
                  <a:lnTo>
                    <a:pt x="852" y="301"/>
                  </a:lnTo>
                  <a:lnTo>
                    <a:pt x="852" y="294"/>
                  </a:lnTo>
                  <a:lnTo>
                    <a:pt x="852" y="287"/>
                  </a:lnTo>
                  <a:lnTo>
                    <a:pt x="852" y="279"/>
                  </a:lnTo>
                  <a:lnTo>
                    <a:pt x="852" y="273"/>
                  </a:lnTo>
                  <a:lnTo>
                    <a:pt x="852" y="267"/>
                  </a:lnTo>
                  <a:lnTo>
                    <a:pt x="852" y="261"/>
                  </a:lnTo>
                  <a:lnTo>
                    <a:pt x="852" y="255"/>
                  </a:lnTo>
                  <a:lnTo>
                    <a:pt x="852" y="250"/>
                  </a:lnTo>
                  <a:lnTo>
                    <a:pt x="852" y="244"/>
                  </a:lnTo>
                  <a:lnTo>
                    <a:pt x="852" y="240"/>
                  </a:lnTo>
                  <a:lnTo>
                    <a:pt x="852" y="234"/>
                  </a:lnTo>
                  <a:lnTo>
                    <a:pt x="852" y="229"/>
                  </a:lnTo>
                  <a:lnTo>
                    <a:pt x="852" y="223"/>
                  </a:lnTo>
                  <a:lnTo>
                    <a:pt x="852" y="218"/>
                  </a:lnTo>
                  <a:lnTo>
                    <a:pt x="852" y="212"/>
                  </a:lnTo>
                  <a:lnTo>
                    <a:pt x="852" y="206"/>
                  </a:lnTo>
                  <a:lnTo>
                    <a:pt x="852" y="200"/>
                  </a:lnTo>
                  <a:lnTo>
                    <a:pt x="852" y="193"/>
                  </a:lnTo>
                  <a:lnTo>
                    <a:pt x="852" y="187"/>
                  </a:lnTo>
                  <a:lnTo>
                    <a:pt x="852" y="178"/>
                  </a:lnTo>
                  <a:lnTo>
                    <a:pt x="852" y="171"/>
                  </a:lnTo>
                  <a:lnTo>
                    <a:pt x="852" y="164"/>
                  </a:lnTo>
                  <a:lnTo>
                    <a:pt x="852" y="157"/>
                  </a:lnTo>
                  <a:lnTo>
                    <a:pt x="852" y="149"/>
                  </a:lnTo>
                  <a:lnTo>
                    <a:pt x="852" y="143"/>
                  </a:lnTo>
                  <a:lnTo>
                    <a:pt x="852" y="137"/>
                  </a:lnTo>
                  <a:lnTo>
                    <a:pt x="852" y="131"/>
                  </a:lnTo>
                  <a:lnTo>
                    <a:pt x="852" y="127"/>
                  </a:lnTo>
                  <a:lnTo>
                    <a:pt x="852" y="122"/>
                  </a:lnTo>
                  <a:lnTo>
                    <a:pt x="852" y="117"/>
                  </a:lnTo>
                  <a:lnTo>
                    <a:pt x="852" y="112"/>
                  </a:lnTo>
                  <a:lnTo>
                    <a:pt x="852" y="109"/>
                  </a:lnTo>
                  <a:lnTo>
                    <a:pt x="851" y="105"/>
                  </a:lnTo>
                  <a:lnTo>
                    <a:pt x="851" y="101"/>
                  </a:lnTo>
                  <a:lnTo>
                    <a:pt x="851" y="98"/>
                  </a:lnTo>
                  <a:lnTo>
                    <a:pt x="851" y="94"/>
                  </a:lnTo>
                  <a:lnTo>
                    <a:pt x="850" y="92"/>
                  </a:lnTo>
                  <a:lnTo>
                    <a:pt x="850" y="88"/>
                  </a:lnTo>
                  <a:lnTo>
                    <a:pt x="848" y="86"/>
                  </a:lnTo>
                  <a:lnTo>
                    <a:pt x="848" y="83"/>
                  </a:lnTo>
                  <a:lnTo>
                    <a:pt x="847" y="80"/>
                  </a:lnTo>
                  <a:lnTo>
                    <a:pt x="847" y="77"/>
                  </a:lnTo>
                  <a:lnTo>
                    <a:pt x="846" y="75"/>
                  </a:lnTo>
                  <a:lnTo>
                    <a:pt x="845" y="73"/>
                  </a:lnTo>
                  <a:lnTo>
                    <a:pt x="844" y="69"/>
                  </a:lnTo>
                  <a:lnTo>
                    <a:pt x="844" y="67"/>
                  </a:lnTo>
                  <a:lnTo>
                    <a:pt x="842" y="64"/>
                  </a:lnTo>
                  <a:lnTo>
                    <a:pt x="841" y="60"/>
                  </a:lnTo>
                  <a:lnTo>
                    <a:pt x="839" y="58"/>
                  </a:lnTo>
                  <a:lnTo>
                    <a:pt x="838" y="54"/>
                  </a:lnTo>
                  <a:lnTo>
                    <a:pt x="836" y="51"/>
                  </a:lnTo>
                  <a:lnTo>
                    <a:pt x="835" y="47"/>
                  </a:lnTo>
                  <a:lnTo>
                    <a:pt x="833" y="44"/>
                  </a:lnTo>
                  <a:lnTo>
                    <a:pt x="832" y="40"/>
                  </a:lnTo>
                  <a:lnTo>
                    <a:pt x="829" y="36"/>
                  </a:lnTo>
                  <a:lnTo>
                    <a:pt x="828" y="33"/>
                  </a:lnTo>
                  <a:lnTo>
                    <a:pt x="827" y="29"/>
                  </a:lnTo>
                  <a:lnTo>
                    <a:pt x="826" y="27"/>
                  </a:lnTo>
                  <a:lnTo>
                    <a:pt x="823" y="23"/>
                  </a:lnTo>
                  <a:lnTo>
                    <a:pt x="822" y="21"/>
                  </a:lnTo>
                  <a:lnTo>
                    <a:pt x="821" y="18"/>
                  </a:lnTo>
                  <a:lnTo>
                    <a:pt x="820" y="16"/>
                  </a:lnTo>
                  <a:lnTo>
                    <a:pt x="818" y="15"/>
                  </a:lnTo>
                  <a:lnTo>
                    <a:pt x="817" y="12"/>
                  </a:lnTo>
                  <a:lnTo>
                    <a:pt x="816" y="11"/>
                  </a:lnTo>
                  <a:lnTo>
                    <a:pt x="815" y="10"/>
                  </a:lnTo>
                  <a:lnTo>
                    <a:pt x="814" y="9"/>
                  </a:lnTo>
                  <a:lnTo>
                    <a:pt x="812" y="8"/>
                  </a:lnTo>
                  <a:lnTo>
                    <a:pt x="811" y="6"/>
                  </a:lnTo>
                  <a:lnTo>
                    <a:pt x="810" y="5"/>
                  </a:lnTo>
                  <a:lnTo>
                    <a:pt x="809" y="4"/>
                  </a:lnTo>
                  <a:lnTo>
                    <a:pt x="806" y="4"/>
                  </a:lnTo>
                  <a:lnTo>
                    <a:pt x="805" y="3"/>
                  </a:lnTo>
                  <a:lnTo>
                    <a:pt x="804" y="3"/>
                  </a:lnTo>
                  <a:lnTo>
                    <a:pt x="802" y="2"/>
                  </a:lnTo>
                  <a:lnTo>
                    <a:pt x="799" y="2"/>
                  </a:lnTo>
                  <a:lnTo>
                    <a:pt x="798" y="2"/>
                  </a:lnTo>
                  <a:lnTo>
                    <a:pt x="796" y="2"/>
                  </a:lnTo>
                  <a:lnTo>
                    <a:pt x="793" y="0"/>
                  </a:lnTo>
                  <a:lnTo>
                    <a:pt x="791" y="0"/>
                  </a:lnTo>
                  <a:lnTo>
                    <a:pt x="788" y="0"/>
                  </a:lnTo>
                  <a:lnTo>
                    <a:pt x="785" y="0"/>
                  </a:lnTo>
                  <a:lnTo>
                    <a:pt x="782" y="0"/>
                  </a:lnTo>
                  <a:lnTo>
                    <a:pt x="779" y="0"/>
                  </a:lnTo>
                  <a:lnTo>
                    <a:pt x="775" y="0"/>
                  </a:lnTo>
                  <a:lnTo>
                    <a:pt x="772" y="0"/>
                  </a:lnTo>
                  <a:lnTo>
                    <a:pt x="768" y="0"/>
                  </a:lnTo>
                  <a:lnTo>
                    <a:pt x="764" y="0"/>
                  </a:lnTo>
                  <a:lnTo>
                    <a:pt x="762" y="0"/>
                  </a:lnTo>
                  <a:lnTo>
                    <a:pt x="758" y="0"/>
                  </a:lnTo>
                  <a:lnTo>
                    <a:pt x="755" y="0"/>
                  </a:lnTo>
                  <a:lnTo>
                    <a:pt x="751" y="0"/>
                  </a:lnTo>
                  <a:lnTo>
                    <a:pt x="747" y="0"/>
                  </a:lnTo>
                  <a:lnTo>
                    <a:pt x="744" y="0"/>
                  </a:lnTo>
                  <a:lnTo>
                    <a:pt x="739" y="0"/>
                  </a:lnTo>
                  <a:lnTo>
                    <a:pt x="734" y="0"/>
                  </a:lnTo>
                  <a:lnTo>
                    <a:pt x="729" y="0"/>
                  </a:lnTo>
                  <a:lnTo>
                    <a:pt x="723" y="0"/>
                  </a:lnTo>
                  <a:lnTo>
                    <a:pt x="717" y="0"/>
                  </a:lnTo>
                  <a:lnTo>
                    <a:pt x="710" y="0"/>
                  </a:lnTo>
                  <a:lnTo>
                    <a:pt x="702" y="0"/>
                  </a:lnTo>
                  <a:lnTo>
                    <a:pt x="693" y="0"/>
                  </a:lnTo>
                  <a:lnTo>
                    <a:pt x="684" y="0"/>
                  </a:lnTo>
                  <a:lnTo>
                    <a:pt x="674" y="0"/>
                  </a:lnTo>
                  <a:lnTo>
                    <a:pt x="662" y="0"/>
                  </a:lnTo>
                  <a:lnTo>
                    <a:pt x="650" y="0"/>
                  </a:lnTo>
                  <a:lnTo>
                    <a:pt x="637" y="0"/>
                  </a:lnTo>
                  <a:lnTo>
                    <a:pt x="622" y="0"/>
                  </a:lnTo>
                  <a:lnTo>
                    <a:pt x="606" y="0"/>
                  </a:lnTo>
                  <a:lnTo>
                    <a:pt x="589" y="0"/>
                  </a:lnTo>
                  <a:lnTo>
                    <a:pt x="571" y="0"/>
                  </a:lnTo>
                  <a:lnTo>
                    <a:pt x="550" y="0"/>
                  </a:lnTo>
                  <a:lnTo>
                    <a:pt x="529" y="0"/>
                  </a:lnTo>
                  <a:lnTo>
                    <a:pt x="506" y="0"/>
                  </a:lnTo>
                  <a:lnTo>
                    <a:pt x="481" y="0"/>
                  </a:lnTo>
                  <a:lnTo>
                    <a:pt x="454" y="0"/>
                  </a:lnTo>
                  <a:lnTo>
                    <a:pt x="426" y="0"/>
                  </a:lnTo>
                  <a:close/>
                </a:path>
              </a:pathLst>
            </a:custGeom>
            <a:noFill/>
            <a:ln w="17463">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47" name="Rectangle 54">
              <a:extLst>
                <a:ext uri="{FF2B5EF4-FFF2-40B4-BE49-F238E27FC236}">
                  <a16:creationId xmlns:a16="http://schemas.microsoft.com/office/drawing/2014/main" id="{1A322039-2B53-48F4-AD44-84F3CC7B368E}"/>
                </a:ext>
              </a:extLst>
            </p:cNvPr>
            <p:cNvSpPr>
              <a:spLocks noChangeArrowheads="1"/>
            </p:cNvSpPr>
            <p:nvPr/>
          </p:nvSpPr>
          <p:spPr bwMode="auto">
            <a:xfrm>
              <a:off x="1506538" y="1171575"/>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48" name="Rectangle 163">
              <a:extLst>
                <a:ext uri="{FF2B5EF4-FFF2-40B4-BE49-F238E27FC236}">
                  <a16:creationId xmlns:a16="http://schemas.microsoft.com/office/drawing/2014/main" id="{1DB34808-1C5A-40EF-9197-5DF6AF177C59}"/>
                </a:ext>
              </a:extLst>
            </p:cNvPr>
            <p:cNvSpPr>
              <a:spLocks noChangeArrowheads="1"/>
            </p:cNvSpPr>
            <p:nvPr/>
          </p:nvSpPr>
          <p:spPr bwMode="auto">
            <a:xfrm>
              <a:off x="2170113" y="3222625"/>
              <a:ext cx="214312"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49" name="Rectangle 164">
              <a:extLst>
                <a:ext uri="{FF2B5EF4-FFF2-40B4-BE49-F238E27FC236}">
                  <a16:creationId xmlns:a16="http://schemas.microsoft.com/office/drawing/2014/main" id="{786AD644-CE82-49DD-BDCA-3853EC5EF4DC}"/>
                </a:ext>
              </a:extLst>
            </p:cNvPr>
            <p:cNvSpPr>
              <a:spLocks noChangeArrowheads="1"/>
            </p:cNvSpPr>
            <p:nvPr/>
          </p:nvSpPr>
          <p:spPr bwMode="auto">
            <a:xfrm>
              <a:off x="2284413" y="3309937"/>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50" name="Rectangle 165">
              <a:extLst>
                <a:ext uri="{FF2B5EF4-FFF2-40B4-BE49-F238E27FC236}">
                  <a16:creationId xmlns:a16="http://schemas.microsoft.com/office/drawing/2014/main" id="{EAE21969-75FF-4447-81E7-69293E077E3D}"/>
                </a:ext>
              </a:extLst>
            </p:cNvPr>
            <p:cNvSpPr>
              <a:spLocks noChangeArrowheads="1"/>
            </p:cNvSpPr>
            <p:nvPr/>
          </p:nvSpPr>
          <p:spPr bwMode="auto">
            <a:xfrm>
              <a:off x="2619375" y="3222625"/>
              <a:ext cx="198438"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51" name="Rectangle 166">
              <a:extLst>
                <a:ext uri="{FF2B5EF4-FFF2-40B4-BE49-F238E27FC236}">
                  <a16:creationId xmlns:a16="http://schemas.microsoft.com/office/drawing/2014/main" id="{21FEF942-9F5C-4D43-B3A4-CCC2434631F1}"/>
                </a:ext>
              </a:extLst>
            </p:cNvPr>
            <p:cNvSpPr>
              <a:spLocks noChangeArrowheads="1"/>
            </p:cNvSpPr>
            <p:nvPr/>
          </p:nvSpPr>
          <p:spPr bwMode="auto">
            <a:xfrm>
              <a:off x="2832100" y="3309937"/>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52" name="Rectangle 167">
              <a:extLst>
                <a:ext uri="{FF2B5EF4-FFF2-40B4-BE49-F238E27FC236}">
                  <a16:creationId xmlns:a16="http://schemas.microsoft.com/office/drawing/2014/main" id="{8EE00341-91E0-484E-8F1A-C28BFEB66903}"/>
                </a:ext>
              </a:extLst>
            </p:cNvPr>
            <p:cNvSpPr>
              <a:spLocks noChangeArrowheads="1"/>
            </p:cNvSpPr>
            <p:nvPr/>
          </p:nvSpPr>
          <p:spPr bwMode="auto">
            <a:xfrm>
              <a:off x="3081338" y="3222625"/>
              <a:ext cx="198437"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53" name="Rectangle 168">
              <a:extLst>
                <a:ext uri="{FF2B5EF4-FFF2-40B4-BE49-F238E27FC236}">
                  <a16:creationId xmlns:a16="http://schemas.microsoft.com/office/drawing/2014/main" id="{53D5A3A3-8608-4478-B583-F3651DB53C59}"/>
                </a:ext>
              </a:extLst>
            </p:cNvPr>
            <p:cNvSpPr>
              <a:spLocks noChangeArrowheads="1"/>
            </p:cNvSpPr>
            <p:nvPr/>
          </p:nvSpPr>
          <p:spPr bwMode="auto">
            <a:xfrm>
              <a:off x="3292475" y="3300412"/>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54" name="Rectangle 169">
              <a:extLst>
                <a:ext uri="{FF2B5EF4-FFF2-40B4-BE49-F238E27FC236}">
                  <a16:creationId xmlns:a16="http://schemas.microsoft.com/office/drawing/2014/main" id="{F45D0749-2B1F-484C-8204-FE0D1D0BF115}"/>
                </a:ext>
              </a:extLst>
            </p:cNvPr>
            <p:cNvSpPr>
              <a:spLocks noChangeArrowheads="1"/>
            </p:cNvSpPr>
            <p:nvPr/>
          </p:nvSpPr>
          <p:spPr bwMode="auto">
            <a:xfrm>
              <a:off x="2941638" y="3222625"/>
              <a:ext cx="215900"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55" name="Line 170">
              <a:extLst>
                <a:ext uri="{FF2B5EF4-FFF2-40B4-BE49-F238E27FC236}">
                  <a16:creationId xmlns:a16="http://schemas.microsoft.com/office/drawing/2014/main" id="{97E30E1A-2C03-40D3-A616-F42D32492020}"/>
                </a:ext>
              </a:extLst>
            </p:cNvPr>
            <p:cNvSpPr>
              <a:spLocks noChangeShapeType="1"/>
            </p:cNvSpPr>
            <p:nvPr/>
          </p:nvSpPr>
          <p:spPr bwMode="auto">
            <a:xfrm flipH="1">
              <a:off x="2644775" y="3240087"/>
              <a:ext cx="76200"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56" name="Line 171">
              <a:extLst>
                <a:ext uri="{FF2B5EF4-FFF2-40B4-BE49-F238E27FC236}">
                  <a16:creationId xmlns:a16="http://schemas.microsoft.com/office/drawing/2014/main" id="{A8F89CE6-6DFC-466F-B122-96CE7ABA8043}"/>
                </a:ext>
              </a:extLst>
            </p:cNvPr>
            <p:cNvSpPr>
              <a:spLocks noChangeShapeType="1"/>
            </p:cNvSpPr>
            <p:nvPr/>
          </p:nvSpPr>
          <p:spPr bwMode="auto">
            <a:xfrm flipH="1">
              <a:off x="3217863" y="3240087"/>
              <a:ext cx="57150"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57" name="Freeform 172">
              <a:extLst>
                <a:ext uri="{FF2B5EF4-FFF2-40B4-BE49-F238E27FC236}">
                  <a16:creationId xmlns:a16="http://schemas.microsoft.com/office/drawing/2014/main" id="{3B38FC13-6172-49DA-ABA8-999A529A9A12}"/>
                </a:ext>
              </a:extLst>
            </p:cNvPr>
            <p:cNvSpPr>
              <a:spLocks/>
            </p:cNvSpPr>
            <p:nvPr/>
          </p:nvSpPr>
          <p:spPr bwMode="auto">
            <a:xfrm>
              <a:off x="3248025" y="2330450"/>
              <a:ext cx="473075" cy="674687"/>
            </a:xfrm>
            <a:custGeom>
              <a:avLst/>
              <a:gdLst>
                <a:gd name="T0" fmla="*/ 2147483646 w 596"/>
                <a:gd name="T1" fmla="*/ 0 h 852"/>
                <a:gd name="T2" fmla="*/ 2147483646 w 596"/>
                <a:gd name="T3" fmla="*/ 0 h 852"/>
                <a:gd name="T4" fmla="*/ 2147483646 w 596"/>
                <a:gd name="T5" fmla="*/ 0 h 852"/>
                <a:gd name="T6" fmla="*/ 2147483646 w 596"/>
                <a:gd name="T7" fmla="*/ 0 h 852"/>
                <a:gd name="T8" fmla="*/ 2147483646 w 596"/>
                <a:gd name="T9" fmla="*/ 0 h 852"/>
                <a:gd name="T10" fmla="*/ 2147483646 w 596"/>
                <a:gd name="T11" fmla="*/ 0 h 852"/>
                <a:gd name="T12" fmla="*/ 2147483646 w 596"/>
                <a:gd name="T13" fmla="*/ 0 h 852"/>
                <a:gd name="T14" fmla="*/ 2147483646 w 596"/>
                <a:gd name="T15" fmla="*/ 0 h 852"/>
                <a:gd name="T16" fmla="*/ 2147483646 w 596"/>
                <a:gd name="T17" fmla="*/ 2147483646 h 852"/>
                <a:gd name="T18" fmla="*/ 2147483646 w 596"/>
                <a:gd name="T19" fmla="*/ 2147483646 h 852"/>
                <a:gd name="T20" fmla="*/ 2147483646 w 596"/>
                <a:gd name="T21" fmla="*/ 2147483646 h 852"/>
                <a:gd name="T22" fmla="*/ 2147483646 w 596"/>
                <a:gd name="T23" fmla="*/ 2147483646 h 852"/>
                <a:gd name="T24" fmla="*/ 2147483646 w 596"/>
                <a:gd name="T25" fmla="*/ 2147483646 h 852"/>
                <a:gd name="T26" fmla="*/ 2147483646 w 596"/>
                <a:gd name="T27" fmla="*/ 2147483646 h 852"/>
                <a:gd name="T28" fmla="*/ 2147483646 w 596"/>
                <a:gd name="T29" fmla="*/ 2147483646 h 852"/>
                <a:gd name="T30" fmla="*/ 2147483646 w 596"/>
                <a:gd name="T31" fmla="*/ 2147483646 h 852"/>
                <a:gd name="T32" fmla="*/ 2147483646 w 596"/>
                <a:gd name="T33" fmla="*/ 2147483646 h 852"/>
                <a:gd name="T34" fmla="*/ 2147483646 w 596"/>
                <a:gd name="T35" fmla="*/ 2147483646 h 852"/>
                <a:gd name="T36" fmla="*/ 0 w 596"/>
                <a:gd name="T37" fmla="*/ 2147483646 h 852"/>
                <a:gd name="T38" fmla="*/ 0 w 596"/>
                <a:gd name="T39" fmla="*/ 2147483646 h 852"/>
                <a:gd name="T40" fmla="*/ 0 w 596"/>
                <a:gd name="T41" fmla="*/ 2147483646 h 852"/>
                <a:gd name="T42" fmla="*/ 0 w 596"/>
                <a:gd name="T43" fmla="*/ 2147483646 h 852"/>
                <a:gd name="T44" fmla="*/ 0 w 596"/>
                <a:gd name="T45" fmla="*/ 2147483646 h 852"/>
                <a:gd name="T46" fmla="*/ 0 w 596"/>
                <a:gd name="T47" fmla="*/ 2147483646 h 852"/>
                <a:gd name="T48" fmla="*/ 0 w 596"/>
                <a:gd name="T49" fmla="*/ 2147483646 h 852"/>
                <a:gd name="T50" fmla="*/ 0 w 596"/>
                <a:gd name="T51" fmla="*/ 2147483646 h 852"/>
                <a:gd name="T52" fmla="*/ 0 w 596"/>
                <a:gd name="T53" fmla="*/ 2147483646 h 852"/>
                <a:gd name="T54" fmla="*/ 0 w 596"/>
                <a:gd name="T55" fmla="*/ 2147483646 h 852"/>
                <a:gd name="T56" fmla="*/ 0 w 596"/>
                <a:gd name="T57" fmla="*/ 2147483646 h 852"/>
                <a:gd name="T58" fmla="*/ 0 w 596"/>
                <a:gd name="T59" fmla="*/ 2147483646 h 852"/>
                <a:gd name="T60" fmla="*/ 0 w 596"/>
                <a:gd name="T61" fmla="*/ 2147483646 h 852"/>
                <a:gd name="T62" fmla="*/ 0 w 596"/>
                <a:gd name="T63" fmla="*/ 2147483646 h 852"/>
                <a:gd name="T64" fmla="*/ 0 w 596"/>
                <a:gd name="T65" fmla="*/ 2147483646 h 852"/>
                <a:gd name="T66" fmla="*/ 0 w 596"/>
                <a:gd name="T67" fmla="*/ 2147483646 h 852"/>
                <a:gd name="T68" fmla="*/ 2147483646 w 596"/>
                <a:gd name="T69" fmla="*/ 2147483646 h 852"/>
                <a:gd name="T70" fmla="*/ 2147483646 w 596"/>
                <a:gd name="T71" fmla="*/ 2147483646 h 852"/>
                <a:gd name="T72" fmla="*/ 2147483646 w 596"/>
                <a:gd name="T73" fmla="*/ 2147483646 h 852"/>
                <a:gd name="T74" fmla="*/ 2147483646 w 596"/>
                <a:gd name="T75" fmla="*/ 2147483646 h 852"/>
                <a:gd name="T76" fmla="*/ 2147483646 w 596"/>
                <a:gd name="T77" fmla="*/ 2147483646 h 852"/>
                <a:gd name="T78" fmla="*/ 2147483646 w 596"/>
                <a:gd name="T79" fmla="*/ 2147483646 h 852"/>
                <a:gd name="T80" fmla="*/ 2147483646 w 596"/>
                <a:gd name="T81" fmla="*/ 2147483646 h 852"/>
                <a:gd name="T82" fmla="*/ 2147483646 w 596"/>
                <a:gd name="T83" fmla="*/ 2147483646 h 852"/>
                <a:gd name="T84" fmla="*/ 2147483646 w 596"/>
                <a:gd name="T85" fmla="*/ 2147483646 h 852"/>
                <a:gd name="T86" fmla="*/ 2147483646 w 596"/>
                <a:gd name="T87" fmla="*/ 2147483646 h 852"/>
                <a:gd name="T88" fmla="*/ 2147483646 w 596"/>
                <a:gd name="T89" fmla="*/ 2147483646 h 852"/>
                <a:gd name="T90" fmla="*/ 2147483646 w 596"/>
                <a:gd name="T91" fmla="*/ 2147483646 h 852"/>
                <a:gd name="T92" fmla="*/ 2147483646 w 596"/>
                <a:gd name="T93" fmla="*/ 2147483646 h 852"/>
                <a:gd name="T94" fmla="*/ 2147483646 w 596"/>
                <a:gd name="T95" fmla="*/ 2147483646 h 852"/>
                <a:gd name="T96" fmla="*/ 2147483646 w 596"/>
                <a:gd name="T97" fmla="*/ 2147483646 h 852"/>
                <a:gd name="T98" fmla="*/ 2147483646 w 596"/>
                <a:gd name="T99" fmla="*/ 2147483646 h 852"/>
                <a:gd name="T100" fmla="*/ 2147483646 w 596"/>
                <a:gd name="T101" fmla="*/ 2147483646 h 852"/>
                <a:gd name="T102" fmla="*/ 2147483646 w 596"/>
                <a:gd name="T103" fmla="*/ 2147483646 h 85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96"/>
                <a:gd name="T157" fmla="*/ 0 h 852"/>
                <a:gd name="T158" fmla="*/ 596 w 596"/>
                <a:gd name="T159" fmla="*/ 852 h 85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96" h="852">
                  <a:moveTo>
                    <a:pt x="596" y="0"/>
                  </a:moveTo>
                  <a:lnTo>
                    <a:pt x="570" y="0"/>
                  </a:lnTo>
                  <a:lnTo>
                    <a:pt x="543" y="0"/>
                  </a:lnTo>
                  <a:lnTo>
                    <a:pt x="520" y="0"/>
                  </a:lnTo>
                  <a:lnTo>
                    <a:pt x="497" y="0"/>
                  </a:lnTo>
                  <a:lnTo>
                    <a:pt x="477" y="0"/>
                  </a:lnTo>
                  <a:lnTo>
                    <a:pt x="457" y="0"/>
                  </a:lnTo>
                  <a:lnTo>
                    <a:pt x="439" y="0"/>
                  </a:lnTo>
                  <a:lnTo>
                    <a:pt x="422" y="0"/>
                  </a:lnTo>
                  <a:lnTo>
                    <a:pt x="406" y="0"/>
                  </a:lnTo>
                  <a:lnTo>
                    <a:pt x="392" y="0"/>
                  </a:lnTo>
                  <a:lnTo>
                    <a:pt x="377" y="0"/>
                  </a:lnTo>
                  <a:lnTo>
                    <a:pt x="365" y="0"/>
                  </a:lnTo>
                  <a:lnTo>
                    <a:pt x="353" y="0"/>
                  </a:lnTo>
                  <a:lnTo>
                    <a:pt x="341" y="0"/>
                  </a:lnTo>
                  <a:lnTo>
                    <a:pt x="332" y="0"/>
                  </a:lnTo>
                  <a:lnTo>
                    <a:pt x="321" y="0"/>
                  </a:lnTo>
                  <a:lnTo>
                    <a:pt x="312" y="0"/>
                  </a:lnTo>
                  <a:lnTo>
                    <a:pt x="303" y="0"/>
                  </a:lnTo>
                  <a:lnTo>
                    <a:pt x="294" y="0"/>
                  </a:lnTo>
                  <a:lnTo>
                    <a:pt x="286" y="0"/>
                  </a:lnTo>
                  <a:lnTo>
                    <a:pt x="279" y="0"/>
                  </a:lnTo>
                  <a:lnTo>
                    <a:pt x="270" y="0"/>
                  </a:lnTo>
                  <a:lnTo>
                    <a:pt x="263" y="0"/>
                  </a:lnTo>
                  <a:lnTo>
                    <a:pt x="256" y="0"/>
                  </a:lnTo>
                  <a:lnTo>
                    <a:pt x="247" y="0"/>
                  </a:lnTo>
                  <a:lnTo>
                    <a:pt x="240" y="0"/>
                  </a:lnTo>
                  <a:lnTo>
                    <a:pt x="232" y="0"/>
                  </a:lnTo>
                  <a:lnTo>
                    <a:pt x="223" y="0"/>
                  </a:lnTo>
                  <a:lnTo>
                    <a:pt x="215" y="0"/>
                  </a:lnTo>
                  <a:lnTo>
                    <a:pt x="207" y="0"/>
                  </a:lnTo>
                  <a:lnTo>
                    <a:pt x="197" y="0"/>
                  </a:lnTo>
                  <a:lnTo>
                    <a:pt x="186" y="0"/>
                  </a:lnTo>
                  <a:lnTo>
                    <a:pt x="177" y="0"/>
                  </a:lnTo>
                  <a:lnTo>
                    <a:pt x="167" y="0"/>
                  </a:lnTo>
                  <a:lnTo>
                    <a:pt x="157" y="0"/>
                  </a:lnTo>
                  <a:lnTo>
                    <a:pt x="149" y="0"/>
                  </a:lnTo>
                  <a:lnTo>
                    <a:pt x="142" y="0"/>
                  </a:lnTo>
                  <a:lnTo>
                    <a:pt x="134" y="0"/>
                  </a:lnTo>
                  <a:lnTo>
                    <a:pt x="127" y="0"/>
                  </a:lnTo>
                  <a:lnTo>
                    <a:pt x="121" y="0"/>
                  </a:lnTo>
                  <a:lnTo>
                    <a:pt x="115" y="2"/>
                  </a:lnTo>
                  <a:lnTo>
                    <a:pt x="109" y="2"/>
                  </a:lnTo>
                  <a:lnTo>
                    <a:pt x="104" y="2"/>
                  </a:lnTo>
                  <a:lnTo>
                    <a:pt x="100" y="3"/>
                  </a:lnTo>
                  <a:lnTo>
                    <a:pt x="95" y="3"/>
                  </a:lnTo>
                  <a:lnTo>
                    <a:pt x="91" y="4"/>
                  </a:lnTo>
                  <a:lnTo>
                    <a:pt x="88" y="4"/>
                  </a:lnTo>
                  <a:lnTo>
                    <a:pt x="84" y="5"/>
                  </a:lnTo>
                  <a:lnTo>
                    <a:pt x="80" y="6"/>
                  </a:lnTo>
                  <a:lnTo>
                    <a:pt x="77" y="8"/>
                  </a:lnTo>
                  <a:lnTo>
                    <a:pt x="74" y="9"/>
                  </a:lnTo>
                  <a:lnTo>
                    <a:pt x="71" y="10"/>
                  </a:lnTo>
                  <a:lnTo>
                    <a:pt x="68" y="12"/>
                  </a:lnTo>
                  <a:lnTo>
                    <a:pt x="66" y="14"/>
                  </a:lnTo>
                  <a:lnTo>
                    <a:pt x="63" y="16"/>
                  </a:lnTo>
                  <a:lnTo>
                    <a:pt x="60" y="18"/>
                  </a:lnTo>
                  <a:lnTo>
                    <a:pt x="57" y="21"/>
                  </a:lnTo>
                  <a:lnTo>
                    <a:pt x="55" y="23"/>
                  </a:lnTo>
                  <a:lnTo>
                    <a:pt x="53" y="26"/>
                  </a:lnTo>
                  <a:lnTo>
                    <a:pt x="49" y="29"/>
                  </a:lnTo>
                  <a:lnTo>
                    <a:pt x="47" y="32"/>
                  </a:lnTo>
                  <a:lnTo>
                    <a:pt x="43" y="35"/>
                  </a:lnTo>
                  <a:lnTo>
                    <a:pt x="41" y="39"/>
                  </a:lnTo>
                  <a:lnTo>
                    <a:pt x="37" y="43"/>
                  </a:lnTo>
                  <a:lnTo>
                    <a:pt x="33" y="46"/>
                  </a:lnTo>
                  <a:lnTo>
                    <a:pt x="30" y="50"/>
                  </a:lnTo>
                  <a:lnTo>
                    <a:pt x="27" y="53"/>
                  </a:lnTo>
                  <a:lnTo>
                    <a:pt x="25" y="57"/>
                  </a:lnTo>
                  <a:lnTo>
                    <a:pt x="23" y="61"/>
                  </a:lnTo>
                  <a:lnTo>
                    <a:pt x="20" y="63"/>
                  </a:lnTo>
                  <a:lnTo>
                    <a:pt x="18" y="65"/>
                  </a:lnTo>
                  <a:lnTo>
                    <a:pt x="15" y="69"/>
                  </a:lnTo>
                  <a:lnTo>
                    <a:pt x="13" y="71"/>
                  </a:lnTo>
                  <a:lnTo>
                    <a:pt x="12" y="74"/>
                  </a:lnTo>
                  <a:lnTo>
                    <a:pt x="11" y="77"/>
                  </a:lnTo>
                  <a:lnTo>
                    <a:pt x="8" y="80"/>
                  </a:lnTo>
                  <a:lnTo>
                    <a:pt x="7" y="82"/>
                  </a:lnTo>
                  <a:lnTo>
                    <a:pt x="6" y="85"/>
                  </a:lnTo>
                  <a:lnTo>
                    <a:pt x="6" y="88"/>
                  </a:lnTo>
                  <a:lnTo>
                    <a:pt x="5" y="91"/>
                  </a:lnTo>
                  <a:lnTo>
                    <a:pt x="3" y="94"/>
                  </a:lnTo>
                  <a:lnTo>
                    <a:pt x="2" y="97"/>
                  </a:lnTo>
                  <a:lnTo>
                    <a:pt x="2" y="100"/>
                  </a:lnTo>
                  <a:lnTo>
                    <a:pt x="2" y="104"/>
                  </a:lnTo>
                  <a:lnTo>
                    <a:pt x="1" y="107"/>
                  </a:lnTo>
                  <a:lnTo>
                    <a:pt x="1" y="112"/>
                  </a:lnTo>
                  <a:lnTo>
                    <a:pt x="1" y="116"/>
                  </a:lnTo>
                  <a:lnTo>
                    <a:pt x="0" y="121"/>
                  </a:lnTo>
                  <a:lnTo>
                    <a:pt x="0" y="125"/>
                  </a:lnTo>
                  <a:lnTo>
                    <a:pt x="0" y="130"/>
                  </a:lnTo>
                  <a:lnTo>
                    <a:pt x="0" y="136"/>
                  </a:lnTo>
                  <a:lnTo>
                    <a:pt x="0" y="142"/>
                  </a:lnTo>
                  <a:lnTo>
                    <a:pt x="0" y="148"/>
                  </a:lnTo>
                  <a:lnTo>
                    <a:pt x="0" y="156"/>
                  </a:lnTo>
                  <a:lnTo>
                    <a:pt x="0" y="163"/>
                  </a:lnTo>
                  <a:lnTo>
                    <a:pt x="0" y="170"/>
                  </a:lnTo>
                  <a:lnTo>
                    <a:pt x="0" y="178"/>
                  </a:lnTo>
                  <a:lnTo>
                    <a:pt x="0" y="186"/>
                  </a:lnTo>
                  <a:lnTo>
                    <a:pt x="0" y="193"/>
                  </a:lnTo>
                  <a:lnTo>
                    <a:pt x="0" y="199"/>
                  </a:lnTo>
                  <a:lnTo>
                    <a:pt x="0" y="205"/>
                  </a:lnTo>
                  <a:lnTo>
                    <a:pt x="0" y="211"/>
                  </a:lnTo>
                  <a:lnTo>
                    <a:pt x="0" y="217"/>
                  </a:lnTo>
                  <a:lnTo>
                    <a:pt x="0" y="223"/>
                  </a:lnTo>
                  <a:lnTo>
                    <a:pt x="0" y="228"/>
                  </a:lnTo>
                  <a:lnTo>
                    <a:pt x="0" y="234"/>
                  </a:lnTo>
                  <a:lnTo>
                    <a:pt x="0" y="238"/>
                  </a:lnTo>
                  <a:lnTo>
                    <a:pt x="0" y="244"/>
                  </a:lnTo>
                  <a:lnTo>
                    <a:pt x="0" y="249"/>
                  </a:lnTo>
                  <a:lnTo>
                    <a:pt x="0" y="255"/>
                  </a:lnTo>
                  <a:lnTo>
                    <a:pt x="0" y="260"/>
                  </a:lnTo>
                  <a:lnTo>
                    <a:pt x="0" y="266"/>
                  </a:lnTo>
                  <a:lnTo>
                    <a:pt x="0" y="272"/>
                  </a:lnTo>
                  <a:lnTo>
                    <a:pt x="0" y="279"/>
                  </a:lnTo>
                  <a:lnTo>
                    <a:pt x="0" y="285"/>
                  </a:lnTo>
                  <a:lnTo>
                    <a:pt x="0" y="293"/>
                  </a:lnTo>
                  <a:lnTo>
                    <a:pt x="0" y="301"/>
                  </a:lnTo>
                  <a:lnTo>
                    <a:pt x="0" y="308"/>
                  </a:lnTo>
                  <a:lnTo>
                    <a:pt x="0" y="317"/>
                  </a:lnTo>
                  <a:lnTo>
                    <a:pt x="0" y="326"/>
                  </a:lnTo>
                  <a:lnTo>
                    <a:pt x="0" y="336"/>
                  </a:lnTo>
                  <a:lnTo>
                    <a:pt x="0" y="347"/>
                  </a:lnTo>
                  <a:lnTo>
                    <a:pt x="0" y="357"/>
                  </a:lnTo>
                  <a:lnTo>
                    <a:pt x="0" y="370"/>
                  </a:lnTo>
                  <a:lnTo>
                    <a:pt x="0" y="383"/>
                  </a:lnTo>
                  <a:lnTo>
                    <a:pt x="0" y="396"/>
                  </a:lnTo>
                  <a:lnTo>
                    <a:pt x="0" y="410"/>
                  </a:lnTo>
                  <a:lnTo>
                    <a:pt x="0" y="426"/>
                  </a:lnTo>
                  <a:lnTo>
                    <a:pt x="0" y="442"/>
                  </a:lnTo>
                  <a:lnTo>
                    <a:pt x="0" y="456"/>
                  </a:lnTo>
                  <a:lnTo>
                    <a:pt x="0" y="469"/>
                  </a:lnTo>
                  <a:lnTo>
                    <a:pt x="0" y="483"/>
                  </a:lnTo>
                  <a:lnTo>
                    <a:pt x="0" y="495"/>
                  </a:lnTo>
                  <a:lnTo>
                    <a:pt x="0" y="505"/>
                  </a:lnTo>
                  <a:lnTo>
                    <a:pt x="0" y="516"/>
                  </a:lnTo>
                  <a:lnTo>
                    <a:pt x="0" y="526"/>
                  </a:lnTo>
                  <a:lnTo>
                    <a:pt x="0" y="535"/>
                  </a:lnTo>
                  <a:lnTo>
                    <a:pt x="0" y="544"/>
                  </a:lnTo>
                  <a:lnTo>
                    <a:pt x="0" y="552"/>
                  </a:lnTo>
                  <a:lnTo>
                    <a:pt x="0" y="559"/>
                  </a:lnTo>
                  <a:lnTo>
                    <a:pt x="0" y="567"/>
                  </a:lnTo>
                  <a:lnTo>
                    <a:pt x="0" y="574"/>
                  </a:lnTo>
                  <a:lnTo>
                    <a:pt x="0" y="580"/>
                  </a:lnTo>
                  <a:lnTo>
                    <a:pt x="0" y="586"/>
                  </a:lnTo>
                  <a:lnTo>
                    <a:pt x="0" y="592"/>
                  </a:lnTo>
                  <a:lnTo>
                    <a:pt x="0" y="598"/>
                  </a:lnTo>
                  <a:lnTo>
                    <a:pt x="0" y="603"/>
                  </a:lnTo>
                  <a:lnTo>
                    <a:pt x="0" y="609"/>
                  </a:lnTo>
                  <a:lnTo>
                    <a:pt x="0" y="614"/>
                  </a:lnTo>
                  <a:lnTo>
                    <a:pt x="0" y="620"/>
                  </a:lnTo>
                  <a:lnTo>
                    <a:pt x="0" y="624"/>
                  </a:lnTo>
                  <a:lnTo>
                    <a:pt x="0" y="629"/>
                  </a:lnTo>
                  <a:lnTo>
                    <a:pt x="0" y="635"/>
                  </a:lnTo>
                  <a:lnTo>
                    <a:pt x="0" y="641"/>
                  </a:lnTo>
                  <a:lnTo>
                    <a:pt x="0" y="647"/>
                  </a:lnTo>
                  <a:lnTo>
                    <a:pt x="0" y="653"/>
                  </a:lnTo>
                  <a:lnTo>
                    <a:pt x="0" y="659"/>
                  </a:lnTo>
                  <a:lnTo>
                    <a:pt x="0" y="666"/>
                  </a:lnTo>
                  <a:lnTo>
                    <a:pt x="0" y="674"/>
                  </a:lnTo>
                  <a:lnTo>
                    <a:pt x="0" y="682"/>
                  </a:lnTo>
                  <a:lnTo>
                    <a:pt x="0" y="689"/>
                  </a:lnTo>
                  <a:lnTo>
                    <a:pt x="0" y="696"/>
                  </a:lnTo>
                  <a:lnTo>
                    <a:pt x="0" y="704"/>
                  </a:lnTo>
                  <a:lnTo>
                    <a:pt x="0" y="710"/>
                  </a:lnTo>
                  <a:lnTo>
                    <a:pt x="0" y="716"/>
                  </a:lnTo>
                  <a:lnTo>
                    <a:pt x="0" y="722"/>
                  </a:lnTo>
                  <a:lnTo>
                    <a:pt x="0" y="727"/>
                  </a:lnTo>
                  <a:lnTo>
                    <a:pt x="0" y="731"/>
                  </a:lnTo>
                  <a:lnTo>
                    <a:pt x="1" y="736"/>
                  </a:lnTo>
                  <a:lnTo>
                    <a:pt x="1" y="741"/>
                  </a:lnTo>
                  <a:lnTo>
                    <a:pt x="1" y="745"/>
                  </a:lnTo>
                  <a:lnTo>
                    <a:pt x="2" y="748"/>
                  </a:lnTo>
                  <a:lnTo>
                    <a:pt x="2" y="752"/>
                  </a:lnTo>
                  <a:lnTo>
                    <a:pt x="2" y="755"/>
                  </a:lnTo>
                  <a:lnTo>
                    <a:pt x="3" y="758"/>
                  </a:lnTo>
                  <a:lnTo>
                    <a:pt x="5" y="761"/>
                  </a:lnTo>
                  <a:lnTo>
                    <a:pt x="6" y="764"/>
                  </a:lnTo>
                  <a:lnTo>
                    <a:pt x="6" y="767"/>
                  </a:lnTo>
                  <a:lnTo>
                    <a:pt x="7" y="770"/>
                  </a:lnTo>
                  <a:lnTo>
                    <a:pt x="8" y="772"/>
                  </a:lnTo>
                  <a:lnTo>
                    <a:pt x="11" y="776"/>
                  </a:lnTo>
                  <a:lnTo>
                    <a:pt x="12" y="778"/>
                  </a:lnTo>
                  <a:lnTo>
                    <a:pt x="13" y="781"/>
                  </a:lnTo>
                  <a:lnTo>
                    <a:pt x="15" y="783"/>
                  </a:lnTo>
                  <a:lnTo>
                    <a:pt x="18" y="787"/>
                  </a:lnTo>
                  <a:lnTo>
                    <a:pt x="20" y="789"/>
                  </a:lnTo>
                  <a:lnTo>
                    <a:pt x="23" y="793"/>
                  </a:lnTo>
                  <a:lnTo>
                    <a:pt x="25" y="795"/>
                  </a:lnTo>
                  <a:lnTo>
                    <a:pt x="27" y="799"/>
                  </a:lnTo>
                  <a:lnTo>
                    <a:pt x="30" y="802"/>
                  </a:lnTo>
                  <a:lnTo>
                    <a:pt x="33" y="806"/>
                  </a:lnTo>
                  <a:lnTo>
                    <a:pt x="37" y="809"/>
                  </a:lnTo>
                  <a:lnTo>
                    <a:pt x="41" y="813"/>
                  </a:lnTo>
                  <a:lnTo>
                    <a:pt x="43" y="817"/>
                  </a:lnTo>
                  <a:lnTo>
                    <a:pt x="47" y="820"/>
                  </a:lnTo>
                  <a:lnTo>
                    <a:pt x="49" y="824"/>
                  </a:lnTo>
                  <a:lnTo>
                    <a:pt x="53" y="826"/>
                  </a:lnTo>
                  <a:lnTo>
                    <a:pt x="55" y="829"/>
                  </a:lnTo>
                  <a:lnTo>
                    <a:pt x="57" y="832"/>
                  </a:lnTo>
                  <a:lnTo>
                    <a:pt x="60" y="835"/>
                  </a:lnTo>
                  <a:lnTo>
                    <a:pt x="62" y="836"/>
                  </a:lnTo>
                  <a:lnTo>
                    <a:pt x="65" y="838"/>
                  </a:lnTo>
                  <a:lnTo>
                    <a:pt x="67" y="840"/>
                  </a:lnTo>
                  <a:lnTo>
                    <a:pt x="70" y="842"/>
                  </a:lnTo>
                  <a:lnTo>
                    <a:pt x="72" y="843"/>
                  </a:lnTo>
                  <a:lnTo>
                    <a:pt x="74" y="844"/>
                  </a:lnTo>
                  <a:lnTo>
                    <a:pt x="77" y="846"/>
                  </a:lnTo>
                  <a:lnTo>
                    <a:pt x="79" y="847"/>
                  </a:lnTo>
                  <a:lnTo>
                    <a:pt x="82" y="848"/>
                  </a:lnTo>
                  <a:lnTo>
                    <a:pt x="84" y="848"/>
                  </a:lnTo>
                  <a:lnTo>
                    <a:pt x="88" y="849"/>
                  </a:lnTo>
                  <a:lnTo>
                    <a:pt x="91" y="850"/>
                  </a:lnTo>
                  <a:lnTo>
                    <a:pt x="94" y="850"/>
                  </a:lnTo>
                  <a:lnTo>
                    <a:pt x="97" y="850"/>
                  </a:lnTo>
                  <a:lnTo>
                    <a:pt x="101" y="852"/>
                  </a:lnTo>
                  <a:lnTo>
                    <a:pt x="106" y="852"/>
                  </a:lnTo>
                  <a:lnTo>
                    <a:pt x="109" y="852"/>
                  </a:lnTo>
                  <a:lnTo>
                    <a:pt x="114" y="852"/>
                  </a:lnTo>
                  <a:lnTo>
                    <a:pt x="119" y="852"/>
                  </a:lnTo>
                  <a:lnTo>
                    <a:pt x="124" y="852"/>
                  </a:lnTo>
                  <a:lnTo>
                    <a:pt x="130" y="852"/>
                  </a:lnTo>
                  <a:lnTo>
                    <a:pt x="136" y="852"/>
                  </a:lnTo>
                  <a:lnTo>
                    <a:pt x="142" y="852"/>
                  </a:lnTo>
                  <a:lnTo>
                    <a:pt x="149" y="852"/>
                  </a:lnTo>
                  <a:lnTo>
                    <a:pt x="156" y="852"/>
                  </a:lnTo>
                  <a:lnTo>
                    <a:pt x="162" y="852"/>
                  </a:lnTo>
                  <a:lnTo>
                    <a:pt x="168" y="852"/>
                  </a:lnTo>
                  <a:lnTo>
                    <a:pt x="174" y="852"/>
                  </a:lnTo>
                  <a:lnTo>
                    <a:pt x="180" y="852"/>
                  </a:lnTo>
                  <a:lnTo>
                    <a:pt x="186" y="852"/>
                  </a:lnTo>
                  <a:lnTo>
                    <a:pt x="192" y="852"/>
                  </a:lnTo>
                  <a:lnTo>
                    <a:pt x="198" y="852"/>
                  </a:lnTo>
                  <a:lnTo>
                    <a:pt x="204" y="852"/>
                  </a:lnTo>
                  <a:lnTo>
                    <a:pt x="210" y="852"/>
                  </a:lnTo>
                  <a:lnTo>
                    <a:pt x="217" y="852"/>
                  </a:lnTo>
                  <a:lnTo>
                    <a:pt x="225" y="852"/>
                  </a:lnTo>
                  <a:lnTo>
                    <a:pt x="233" y="852"/>
                  </a:lnTo>
                  <a:lnTo>
                    <a:pt x="241" y="852"/>
                  </a:lnTo>
                  <a:lnTo>
                    <a:pt x="251" y="852"/>
                  </a:lnTo>
                  <a:lnTo>
                    <a:pt x="261" y="852"/>
                  </a:lnTo>
                  <a:lnTo>
                    <a:pt x="271" y="852"/>
                  </a:lnTo>
                  <a:lnTo>
                    <a:pt x="283" y="852"/>
                  </a:lnTo>
                  <a:lnTo>
                    <a:pt x="297" y="852"/>
                  </a:lnTo>
                  <a:lnTo>
                    <a:pt x="310" y="852"/>
                  </a:lnTo>
                  <a:lnTo>
                    <a:pt x="326" y="852"/>
                  </a:lnTo>
                  <a:lnTo>
                    <a:pt x="342" y="852"/>
                  </a:lnTo>
                  <a:lnTo>
                    <a:pt x="360" y="852"/>
                  </a:lnTo>
                  <a:lnTo>
                    <a:pt x="380" y="852"/>
                  </a:lnTo>
                  <a:lnTo>
                    <a:pt x="400" y="852"/>
                  </a:lnTo>
                  <a:lnTo>
                    <a:pt x="423" y="852"/>
                  </a:lnTo>
                  <a:lnTo>
                    <a:pt x="447" y="852"/>
                  </a:lnTo>
                  <a:lnTo>
                    <a:pt x="473" y="852"/>
                  </a:lnTo>
                  <a:lnTo>
                    <a:pt x="501" y="852"/>
                  </a:lnTo>
                  <a:lnTo>
                    <a:pt x="531" y="852"/>
                  </a:lnTo>
                  <a:lnTo>
                    <a:pt x="562" y="852"/>
                  </a:lnTo>
                  <a:lnTo>
                    <a:pt x="596" y="852"/>
                  </a:lnTo>
                </a:path>
              </a:pathLst>
            </a:custGeom>
            <a:noFill/>
            <a:ln w="17463">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58" name="Freeform 173">
              <a:extLst>
                <a:ext uri="{FF2B5EF4-FFF2-40B4-BE49-F238E27FC236}">
                  <a16:creationId xmlns:a16="http://schemas.microsoft.com/office/drawing/2014/main" id="{63530B23-09E2-4B4F-9D8F-02B5A342E013}"/>
                </a:ext>
              </a:extLst>
            </p:cNvPr>
            <p:cNvSpPr>
              <a:spLocks/>
            </p:cNvSpPr>
            <p:nvPr/>
          </p:nvSpPr>
          <p:spPr bwMode="auto">
            <a:xfrm>
              <a:off x="1827213" y="2330450"/>
              <a:ext cx="474662" cy="674687"/>
            </a:xfrm>
            <a:custGeom>
              <a:avLst/>
              <a:gdLst>
                <a:gd name="T0" fmla="*/ 2147483646 w 596"/>
                <a:gd name="T1" fmla="*/ 0 h 852"/>
                <a:gd name="T2" fmla="*/ 2147483646 w 596"/>
                <a:gd name="T3" fmla="*/ 0 h 852"/>
                <a:gd name="T4" fmla="*/ 2147483646 w 596"/>
                <a:gd name="T5" fmla="*/ 0 h 852"/>
                <a:gd name="T6" fmla="*/ 2147483646 w 596"/>
                <a:gd name="T7" fmla="*/ 0 h 852"/>
                <a:gd name="T8" fmla="*/ 2147483646 w 596"/>
                <a:gd name="T9" fmla="*/ 0 h 852"/>
                <a:gd name="T10" fmla="*/ 2147483646 w 596"/>
                <a:gd name="T11" fmla="*/ 0 h 852"/>
                <a:gd name="T12" fmla="*/ 2147483646 w 596"/>
                <a:gd name="T13" fmla="*/ 0 h 852"/>
                <a:gd name="T14" fmla="*/ 2147483646 w 596"/>
                <a:gd name="T15" fmla="*/ 0 h 852"/>
                <a:gd name="T16" fmla="*/ 2147483646 w 596"/>
                <a:gd name="T17" fmla="*/ 2147483646 h 852"/>
                <a:gd name="T18" fmla="*/ 2147483646 w 596"/>
                <a:gd name="T19" fmla="*/ 2147483646 h 852"/>
                <a:gd name="T20" fmla="*/ 2147483646 w 596"/>
                <a:gd name="T21" fmla="*/ 2147483646 h 852"/>
                <a:gd name="T22" fmla="*/ 2147483646 w 596"/>
                <a:gd name="T23" fmla="*/ 2147483646 h 852"/>
                <a:gd name="T24" fmla="*/ 2147483646 w 596"/>
                <a:gd name="T25" fmla="*/ 2147483646 h 852"/>
                <a:gd name="T26" fmla="*/ 2147483646 w 596"/>
                <a:gd name="T27" fmla="*/ 2147483646 h 852"/>
                <a:gd name="T28" fmla="*/ 2147483646 w 596"/>
                <a:gd name="T29" fmla="*/ 2147483646 h 852"/>
                <a:gd name="T30" fmla="*/ 2147483646 w 596"/>
                <a:gd name="T31" fmla="*/ 2147483646 h 852"/>
                <a:gd name="T32" fmla="*/ 2147483646 w 596"/>
                <a:gd name="T33" fmla="*/ 2147483646 h 852"/>
                <a:gd name="T34" fmla="*/ 2147483646 w 596"/>
                <a:gd name="T35" fmla="*/ 2147483646 h 852"/>
                <a:gd name="T36" fmla="*/ 2147483646 w 596"/>
                <a:gd name="T37" fmla="*/ 2147483646 h 852"/>
                <a:gd name="T38" fmla="*/ 2147483646 w 596"/>
                <a:gd name="T39" fmla="*/ 2147483646 h 852"/>
                <a:gd name="T40" fmla="*/ 2147483646 w 596"/>
                <a:gd name="T41" fmla="*/ 2147483646 h 852"/>
                <a:gd name="T42" fmla="*/ 2147483646 w 596"/>
                <a:gd name="T43" fmla="*/ 2147483646 h 852"/>
                <a:gd name="T44" fmla="*/ 2147483646 w 596"/>
                <a:gd name="T45" fmla="*/ 2147483646 h 852"/>
                <a:gd name="T46" fmla="*/ 2147483646 w 596"/>
                <a:gd name="T47" fmla="*/ 2147483646 h 852"/>
                <a:gd name="T48" fmla="*/ 2147483646 w 596"/>
                <a:gd name="T49" fmla="*/ 2147483646 h 852"/>
                <a:gd name="T50" fmla="*/ 2147483646 w 596"/>
                <a:gd name="T51" fmla="*/ 2147483646 h 852"/>
                <a:gd name="T52" fmla="*/ 2147483646 w 596"/>
                <a:gd name="T53" fmla="*/ 2147483646 h 852"/>
                <a:gd name="T54" fmla="*/ 2147483646 w 596"/>
                <a:gd name="T55" fmla="*/ 2147483646 h 852"/>
                <a:gd name="T56" fmla="*/ 2147483646 w 596"/>
                <a:gd name="T57" fmla="*/ 2147483646 h 852"/>
                <a:gd name="T58" fmla="*/ 2147483646 w 596"/>
                <a:gd name="T59" fmla="*/ 2147483646 h 852"/>
                <a:gd name="T60" fmla="*/ 2147483646 w 596"/>
                <a:gd name="T61" fmla="*/ 2147483646 h 852"/>
                <a:gd name="T62" fmla="*/ 2147483646 w 596"/>
                <a:gd name="T63" fmla="*/ 2147483646 h 852"/>
                <a:gd name="T64" fmla="*/ 2147483646 w 596"/>
                <a:gd name="T65" fmla="*/ 2147483646 h 852"/>
                <a:gd name="T66" fmla="*/ 2147483646 w 596"/>
                <a:gd name="T67" fmla="*/ 2147483646 h 852"/>
                <a:gd name="T68" fmla="*/ 2147483646 w 596"/>
                <a:gd name="T69" fmla="*/ 2147483646 h 852"/>
                <a:gd name="T70" fmla="*/ 2147483646 w 596"/>
                <a:gd name="T71" fmla="*/ 2147483646 h 852"/>
                <a:gd name="T72" fmla="*/ 2147483646 w 596"/>
                <a:gd name="T73" fmla="*/ 2147483646 h 852"/>
                <a:gd name="T74" fmla="*/ 2147483646 w 596"/>
                <a:gd name="T75" fmla="*/ 2147483646 h 852"/>
                <a:gd name="T76" fmla="*/ 2147483646 w 596"/>
                <a:gd name="T77" fmla="*/ 2147483646 h 852"/>
                <a:gd name="T78" fmla="*/ 2147483646 w 596"/>
                <a:gd name="T79" fmla="*/ 2147483646 h 852"/>
                <a:gd name="T80" fmla="*/ 2147483646 w 596"/>
                <a:gd name="T81" fmla="*/ 2147483646 h 852"/>
                <a:gd name="T82" fmla="*/ 2147483646 w 596"/>
                <a:gd name="T83" fmla="*/ 2147483646 h 852"/>
                <a:gd name="T84" fmla="*/ 2147483646 w 596"/>
                <a:gd name="T85" fmla="*/ 2147483646 h 852"/>
                <a:gd name="T86" fmla="*/ 2147483646 w 596"/>
                <a:gd name="T87" fmla="*/ 2147483646 h 852"/>
                <a:gd name="T88" fmla="*/ 2147483646 w 596"/>
                <a:gd name="T89" fmla="*/ 2147483646 h 852"/>
                <a:gd name="T90" fmla="*/ 2147483646 w 596"/>
                <a:gd name="T91" fmla="*/ 2147483646 h 852"/>
                <a:gd name="T92" fmla="*/ 2147483646 w 596"/>
                <a:gd name="T93" fmla="*/ 2147483646 h 852"/>
                <a:gd name="T94" fmla="*/ 2147483646 w 596"/>
                <a:gd name="T95" fmla="*/ 2147483646 h 852"/>
                <a:gd name="T96" fmla="*/ 2147483646 w 596"/>
                <a:gd name="T97" fmla="*/ 2147483646 h 852"/>
                <a:gd name="T98" fmla="*/ 2147483646 w 596"/>
                <a:gd name="T99" fmla="*/ 2147483646 h 852"/>
                <a:gd name="T100" fmla="*/ 2147483646 w 596"/>
                <a:gd name="T101" fmla="*/ 2147483646 h 852"/>
                <a:gd name="T102" fmla="*/ 2147483646 w 596"/>
                <a:gd name="T103" fmla="*/ 2147483646 h 85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96"/>
                <a:gd name="T157" fmla="*/ 0 h 852"/>
                <a:gd name="T158" fmla="*/ 596 w 596"/>
                <a:gd name="T159" fmla="*/ 852 h 85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96" h="852">
                  <a:moveTo>
                    <a:pt x="0" y="0"/>
                  </a:moveTo>
                  <a:lnTo>
                    <a:pt x="26" y="0"/>
                  </a:lnTo>
                  <a:lnTo>
                    <a:pt x="52" y="0"/>
                  </a:lnTo>
                  <a:lnTo>
                    <a:pt x="76" y="0"/>
                  </a:lnTo>
                  <a:lnTo>
                    <a:pt x="98" y="0"/>
                  </a:lnTo>
                  <a:lnTo>
                    <a:pt x="119" y="0"/>
                  </a:lnTo>
                  <a:lnTo>
                    <a:pt x="138" y="0"/>
                  </a:lnTo>
                  <a:lnTo>
                    <a:pt x="157" y="0"/>
                  </a:lnTo>
                  <a:lnTo>
                    <a:pt x="174" y="0"/>
                  </a:lnTo>
                  <a:lnTo>
                    <a:pt x="190" y="0"/>
                  </a:lnTo>
                  <a:lnTo>
                    <a:pt x="204" y="0"/>
                  </a:lnTo>
                  <a:lnTo>
                    <a:pt x="219" y="0"/>
                  </a:lnTo>
                  <a:lnTo>
                    <a:pt x="231" y="0"/>
                  </a:lnTo>
                  <a:lnTo>
                    <a:pt x="243" y="0"/>
                  </a:lnTo>
                  <a:lnTo>
                    <a:pt x="255" y="0"/>
                  </a:lnTo>
                  <a:lnTo>
                    <a:pt x="264" y="0"/>
                  </a:lnTo>
                  <a:lnTo>
                    <a:pt x="274" y="0"/>
                  </a:lnTo>
                  <a:lnTo>
                    <a:pt x="284" y="0"/>
                  </a:lnTo>
                  <a:lnTo>
                    <a:pt x="293" y="0"/>
                  </a:lnTo>
                  <a:lnTo>
                    <a:pt x="302" y="0"/>
                  </a:lnTo>
                  <a:lnTo>
                    <a:pt x="310" y="0"/>
                  </a:lnTo>
                  <a:lnTo>
                    <a:pt x="317" y="0"/>
                  </a:lnTo>
                  <a:lnTo>
                    <a:pt x="326" y="0"/>
                  </a:lnTo>
                  <a:lnTo>
                    <a:pt x="333" y="0"/>
                  </a:lnTo>
                  <a:lnTo>
                    <a:pt x="340" y="0"/>
                  </a:lnTo>
                  <a:lnTo>
                    <a:pt x="349" y="0"/>
                  </a:lnTo>
                  <a:lnTo>
                    <a:pt x="356" y="0"/>
                  </a:lnTo>
                  <a:lnTo>
                    <a:pt x="364" y="0"/>
                  </a:lnTo>
                  <a:lnTo>
                    <a:pt x="373" y="0"/>
                  </a:lnTo>
                  <a:lnTo>
                    <a:pt x="381" y="0"/>
                  </a:lnTo>
                  <a:lnTo>
                    <a:pt x="389" y="0"/>
                  </a:lnTo>
                  <a:lnTo>
                    <a:pt x="399" y="0"/>
                  </a:lnTo>
                  <a:lnTo>
                    <a:pt x="410" y="0"/>
                  </a:lnTo>
                  <a:lnTo>
                    <a:pt x="419" y="0"/>
                  </a:lnTo>
                  <a:lnTo>
                    <a:pt x="429" y="0"/>
                  </a:lnTo>
                  <a:lnTo>
                    <a:pt x="439" y="0"/>
                  </a:lnTo>
                  <a:lnTo>
                    <a:pt x="447" y="0"/>
                  </a:lnTo>
                  <a:lnTo>
                    <a:pt x="454" y="0"/>
                  </a:lnTo>
                  <a:lnTo>
                    <a:pt x="462" y="0"/>
                  </a:lnTo>
                  <a:lnTo>
                    <a:pt x="469" y="0"/>
                  </a:lnTo>
                  <a:lnTo>
                    <a:pt x="475" y="0"/>
                  </a:lnTo>
                  <a:lnTo>
                    <a:pt x="481" y="2"/>
                  </a:lnTo>
                  <a:lnTo>
                    <a:pt x="487" y="2"/>
                  </a:lnTo>
                  <a:lnTo>
                    <a:pt x="492" y="2"/>
                  </a:lnTo>
                  <a:lnTo>
                    <a:pt x="496" y="3"/>
                  </a:lnTo>
                  <a:lnTo>
                    <a:pt x="501" y="3"/>
                  </a:lnTo>
                  <a:lnTo>
                    <a:pt x="505" y="4"/>
                  </a:lnTo>
                  <a:lnTo>
                    <a:pt x="508" y="4"/>
                  </a:lnTo>
                  <a:lnTo>
                    <a:pt x="512" y="5"/>
                  </a:lnTo>
                  <a:lnTo>
                    <a:pt x="516" y="6"/>
                  </a:lnTo>
                  <a:lnTo>
                    <a:pt x="519" y="8"/>
                  </a:lnTo>
                  <a:lnTo>
                    <a:pt x="522" y="9"/>
                  </a:lnTo>
                  <a:lnTo>
                    <a:pt x="525" y="10"/>
                  </a:lnTo>
                  <a:lnTo>
                    <a:pt x="528" y="12"/>
                  </a:lnTo>
                  <a:lnTo>
                    <a:pt x="530" y="14"/>
                  </a:lnTo>
                  <a:lnTo>
                    <a:pt x="532" y="16"/>
                  </a:lnTo>
                  <a:lnTo>
                    <a:pt x="536" y="18"/>
                  </a:lnTo>
                  <a:lnTo>
                    <a:pt x="538" y="21"/>
                  </a:lnTo>
                  <a:lnTo>
                    <a:pt x="541" y="23"/>
                  </a:lnTo>
                  <a:lnTo>
                    <a:pt x="543" y="26"/>
                  </a:lnTo>
                  <a:lnTo>
                    <a:pt x="546" y="29"/>
                  </a:lnTo>
                  <a:lnTo>
                    <a:pt x="549" y="32"/>
                  </a:lnTo>
                  <a:lnTo>
                    <a:pt x="552" y="35"/>
                  </a:lnTo>
                  <a:lnTo>
                    <a:pt x="555" y="39"/>
                  </a:lnTo>
                  <a:lnTo>
                    <a:pt x="559" y="43"/>
                  </a:lnTo>
                  <a:lnTo>
                    <a:pt x="563" y="46"/>
                  </a:lnTo>
                  <a:lnTo>
                    <a:pt x="565" y="50"/>
                  </a:lnTo>
                  <a:lnTo>
                    <a:pt x="569" y="53"/>
                  </a:lnTo>
                  <a:lnTo>
                    <a:pt x="571" y="57"/>
                  </a:lnTo>
                  <a:lnTo>
                    <a:pt x="573" y="61"/>
                  </a:lnTo>
                  <a:lnTo>
                    <a:pt x="576" y="63"/>
                  </a:lnTo>
                  <a:lnTo>
                    <a:pt x="578" y="65"/>
                  </a:lnTo>
                  <a:lnTo>
                    <a:pt x="581" y="69"/>
                  </a:lnTo>
                  <a:lnTo>
                    <a:pt x="582" y="71"/>
                  </a:lnTo>
                  <a:lnTo>
                    <a:pt x="584" y="74"/>
                  </a:lnTo>
                  <a:lnTo>
                    <a:pt x="585" y="77"/>
                  </a:lnTo>
                  <a:lnTo>
                    <a:pt x="587" y="80"/>
                  </a:lnTo>
                  <a:lnTo>
                    <a:pt x="588" y="82"/>
                  </a:lnTo>
                  <a:lnTo>
                    <a:pt x="589" y="85"/>
                  </a:lnTo>
                  <a:lnTo>
                    <a:pt x="590" y="88"/>
                  </a:lnTo>
                  <a:lnTo>
                    <a:pt x="591" y="91"/>
                  </a:lnTo>
                  <a:lnTo>
                    <a:pt x="593" y="94"/>
                  </a:lnTo>
                  <a:lnTo>
                    <a:pt x="593" y="97"/>
                  </a:lnTo>
                  <a:lnTo>
                    <a:pt x="594" y="100"/>
                  </a:lnTo>
                  <a:lnTo>
                    <a:pt x="594" y="104"/>
                  </a:lnTo>
                  <a:lnTo>
                    <a:pt x="595" y="107"/>
                  </a:lnTo>
                  <a:lnTo>
                    <a:pt x="595" y="112"/>
                  </a:lnTo>
                  <a:lnTo>
                    <a:pt x="595" y="116"/>
                  </a:lnTo>
                  <a:lnTo>
                    <a:pt x="595" y="121"/>
                  </a:lnTo>
                  <a:lnTo>
                    <a:pt x="596" y="125"/>
                  </a:lnTo>
                  <a:lnTo>
                    <a:pt x="596" y="130"/>
                  </a:lnTo>
                  <a:lnTo>
                    <a:pt x="596" y="136"/>
                  </a:lnTo>
                  <a:lnTo>
                    <a:pt x="596" y="142"/>
                  </a:lnTo>
                  <a:lnTo>
                    <a:pt x="596" y="148"/>
                  </a:lnTo>
                  <a:lnTo>
                    <a:pt x="596" y="156"/>
                  </a:lnTo>
                  <a:lnTo>
                    <a:pt x="596" y="163"/>
                  </a:lnTo>
                  <a:lnTo>
                    <a:pt x="596" y="170"/>
                  </a:lnTo>
                  <a:lnTo>
                    <a:pt x="596" y="178"/>
                  </a:lnTo>
                  <a:lnTo>
                    <a:pt x="596" y="186"/>
                  </a:lnTo>
                  <a:lnTo>
                    <a:pt x="596" y="193"/>
                  </a:lnTo>
                  <a:lnTo>
                    <a:pt x="596" y="199"/>
                  </a:lnTo>
                  <a:lnTo>
                    <a:pt x="596" y="205"/>
                  </a:lnTo>
                  <a:lnTo>
                    <a:pt x="596" y="211"/>
                  </a:lnTo>
                  <a:lnTo>
                    <a:pt x="596" y="217"/>
                  </a:lnTo>
                  <a:lnTo>
                    <a:pt x="596" y="223"/>
                  </a:lnTo>
                  <a:lnTo>
                    <a:pt x="596" y="228"/>
                  </a:lnTo>
                  <a:lnTo>
                    <a:pt x="596" y="234"/>
                  </a:lnTo>
                  <a:lnTo>
                    <a:pt x="596" y="238"/>
                  </a:lnTo>
                  <a:lnTo>
                    <a:pt x="596" y="244"/>
                  </a:lnTo>
                  <a:lnTo>
                    <a:pt x="596" y="249"/>
                  </a:lnTo>
                  <a:lnTo>
                    <a:pt x="596" y="255"/>
                  </a:lnTo>
                  <a:lnTo>
                    <a:pt x="596" y="260"/>
                  </a:lnTo>
                  <a:lnTo>
                    <a:pt x="596" y="266"/>
                  </a:lnTo>
                  <a:lnTo>
                    <a:pt x="596" y="272"/>
                  </a:lnTo>
                  <a:lnTo>
                    <a:pt x="596" y="279"/>
                  </a:lnTo>
                  <a:lnTo>
                    <a:pt x="596" y="285"/>
                  </a:lnTo>
                  <a:lnTo>
                    <a:pt x="596" y="293"/>
                  </a:lnTo>
                  <a:lnTo>
                    <a:pt x="596" y="301"/>
                  </a:lnTo>
                  <a:lnTo>
                    <a:pt x="596" y="308"/>
                  </a:lnTo>
                  <a:lnTo>
                    <a:pt x="596" y="317"/>
                  </a:lnTo>
                  <a:lnTo>
                    <a:pt x="596" y="326"/>
                  </a:lnTo>
                  <a:lnTo>
                    <a:pt x="596" y="336"/>
                  </a:lnTo>
                  <a:lnTo>
                    <a:pt x="596" y="347"/>
                  </a:lnTo>
                  <a:lnTo>
                    <a:pt x="596" y="357"/>
                  </a:lnTo>
                  <a:lnTo>
                    <a:pt x="596" y="370"/>
                  </a:lnTo>
                  <a:lnTo>
                    <a:pt x="596" y="383"/>
                  </a:lnTo>
                  <a:lnTo>
                    <a:pt x="596" y="396"/>
                  </a:lnTo>
                  <a:lnTo>
                    <a:pt x="596" y="410"/>
                  </a:lnTo>
                  <a:lnTo>
                    <a:pt x="596" y="426"/>
                  </a:lnTo>
                  <a:lnTo>
                    <a:pt x="596" y="442"/>
                  </a:lnTo>
                  <a:lnTo>
                    <a:pt x="596" y="456"/>
                  </a:lnTo>
                  <a:lnTo>
                    <a:pt x="596" y="469"/>
                  </a:lnTo>
                  <a:lnTo>
                    <a:pt x="596" y="483"/>
                  </a:lnTo>
                  <a:lnTo>
                    <a:pt x="596" y="495"/>
                  </a:lnTo>
                  <a:lnTo>
                    <a:pt x="596" y="505"/>
                  </a:lnTo>
                  <a:lnTo>
                    <a:pt x="596" y="516"/>
                  </a:lnTo>
                  <a:lnTo>
                    <a:pt x="596" y="526"/>
                  </a:lnTo>
                  <a:lnTo>
                    <a:pt x="596" y="535"/>
                  </a:lnTo>
                  <a:lnTo>
                    <a:pt x="596" y="544"/>
                  </a:lnTo>
                  <a:lnTo>
                    <a:pt x="596" y="552"/>
                  </a:lnTo>
                  <a:lnTo>
                    <a:pt x="596" y="559"/>
                  </a:lnTo>
                  <a:lnTo>
                    <a:pt x="596" y="567"/>
                  </a:lnTo>
                  <a:lnTo>
                    <a:pt x="596" y="574"/>
                  </a:lnTo>
                  <a:lnTo>
                    <a:pt x="596" y="580"/>
                  </a:lnTo>
                  <a:lnTo>
                    <a:pt x="596" y="586"/>
                  </a:lnTo>
                  <a:lnTo>
                    <a:pt x="596" y="592"/>
                  </a:lnTo>
                  <a:lnTo>
                    <a:pt x="596" y="598"/>
                  </a:lnTo>
                  <a:lnTo>
                    <a:pt x="596" y="603"/>
                  </a:lnTo>
                  <a:lnTo>
                    <a:pt x="596" y="609"/>
                  </a:lnTo>
                  <a:lnTo>
                    <a:pt x="596" y="614"/>
                  </a:lnTo>
                  <a:lnTo>
                    <a:pt x="596" y="620"/>
                  </a:lnTo>
                  <a:lnTo>
                    <a:pt x="596" y="624"/>
                  </a:lnTo>
                  <a:lnTo>
                    <a:pt x="596" y="629"/>
                  </a:lnTo>
                  <a:lnTo>
                    <a:pt x="596" y="635"/>
                  </a:lnTo>
                  <a:lnTo>
                    <a:pt x="596" y="641"/>
                  </a:lnTo>
                  <a:lnTo>
                    <a:pt x="596" y="647"/>
                  </a:lnTo>
                  <a:lnTo>
                    <a:pt x="596" y="653"/>
                  </a:lnTo>
                  <a:lnTo>
                    <a:pt x="596" y="659"/>
                  </a:lnTo>
                  <a:lnTo>
                    <a:pt x="596" y="666"/>
                  </a:lnTo>
                  <a:lnTo>
                    <a:pt x="596" y="674"/>
                  </a:lnTo>
                  <a:lnTo>
                    <a:pt x="596" y="682"/>
                  </a:lnTo>
                  <a:lnTo>
                    <a:pt x="596" y="689"/>
                  </a:lnTo>
                  <a:lnTo>
                    <a:pt x="596" y="696"/>
                  </a:lnTo>
                  <a:lnTo>
                    <a:pt x="596" y="704"/>
                  </a:lnTo>
                  <a:lnTo>
                    <a:pt x="596" y="710"/>
                  </a:lnTo>
                  <a:lnTo>
                    <a:pt x="596" y="716"/>
                  </a:lnTo>
                  <a:lnTo>
                    <a:pt x="596" y="722"/>
                  </a:lnTo>
                  <a:lnTo>
                    <a:pt x="596" y="727"/>
                  </a:lnTo>
                  <a:lnTo>
                    <a:pt x="595" y="731"/>
                  </a:lnTo>
                  <a:lnTo>
                    <a:pt x="595" y="736"/>
                  </a:lnTo>
                  <a:lnTo>
                    <a:pt x="595" y="741"/>
                  </a:lnTo>
                  <a:lnTo>
                    <a:pt x="595" y="745"/>
                  </a:lnTo>
                  <a:lnTo>
                    <a:pt x="594" y="748"/>
                  </a:lnTo>
                  <a:lnTo>
                    <a:pt x="594" y="752"/>
                  </a:lnTo>
                  <a:lnTo>
                    <a:pt x="593" y="755"/>
                  </a:lnTo>
                  <a:lnTo>
                    <a:pt x="593" y="758"/>
                  </a:lnTo>
                  <a:lnTo>
                    <a:pt x="591" y="761"/>
                  </a:lnTo>
                  <a:lnTo>
                    <a:pt x="590" y="764"/>
                  </a:lnTo>
                  <a:lnTo>
                    <a:pt x="589" y="767"/>
                  </a:lnTo>
                  <a:lnTo>
                    <a:pt x="588" y="770"/>
                  </a:lnTo>
                  <a:lnTo>
                    <a:pt x="587" y="772"/>
                  </a:lnTo>
                  <a:lnTo>
                    <a:pt x="585" y="776"/>
                  </a:lnTo>
                  <a:lnTo>
                    <a:pt x="584" y="778"/>
                  </a:lnTo>
                  <a:lnTo>
                    <a:pt x="582" y="781"/>
                  </a:lnTo>
                  <a:lnTo>
                    <a:pt x="581" y="783"/>
                  </a:lnTo>
                  <a:lnTo>
                    <a:pt x="578" y="787"/>
                  </a:lnTo>
                  <a:lnTo>
                    <a:pt x="576" y="789"/>
                  </a:lnTo>
                  <a:lnTo>
                    <a:pt x="573" y="793"/>
                  </a:lnTo>
                  <a:lnTo>
                    <a:pt x="571" y="795"/>
                  </a:lnTo>
                  <a:lnTo>
                    <a:pt x="569" y="799"/>
                  </a:lnTo>
                  <a:lnTo>
                    <a:pt x="565" y="802"/>
                  </a:lnTo>
                  <a:lnTo>
                    <a:pt x="563" y="806"/>
                  </a:lnTo>
                  <a:lnTo>
                    <a:pt x="559" y="809"/>
                  </a:lnTo>
                  <a:lnTo>
                    <a:pt x="555" y="813"/>
                  </a:lnTo>
                  <a:lnTo>
                    <a:pt x="552" y="817"/>
                  </a:lnTo>
                  <a:lnTo>
                    <a:pt x="549" y="820"/>
                  </a:lnTo>
                  <a:lnTo>
                    <a:pt x="547" y="824"/>
                  </a:lnTo>
                  <a:lnTo>
                    <a:pt x="543" y="826"/>
                  </a:lnTo>
                  <a:lnTo>
                    <a:pt x="541" y="829"/>
                  </a:lnTo>
                  <a:lnTo>
                    <a:pt x="538" y="832"/>
                  </a:lnTo>
                  <a:lnTo>
                    <a:pt x="536" y="835"/>
                  </a:lnTo>
                  <a:lnTo>
                    <a:pt x="534" y="836"/>
                  </a:lnTo>
                  <a:lnTo>
                    <a:pt x="531" y="838"/>
                  </a:lnTo>
                  <a:lnTo>
                    <a:pt x="529" y="840"/>
                  </a:lnTo>
                  <a:lnTo>
                    <a:pt x="526" y="842"/>
                  </a:lnTo>
                  <a:lnTo>
                    <a:pt x="524" y="843"/>
                  </a:lnTo>
                  <a:lnTo>
                    <a:pt x="522" y="844"/>
                  </a:lnTo>
                  <a:lnTo>
                    <a:pt x="519" y="846"/>
                  </a:lnTo>
                  <a:lnTo>
                    <a:pt x="517" y="847"/>
                  </a:lnTo>
                  <a:lnTo>
                    <a:pt x="514" y="848"/>
                  </a:lnTo>
                  <a:lnTo>
                    <a:pt x="511" y="848"/>
                  </a:lnTo>
                  <a:lnTo>
                    <a:pt x="508" y="849"/>
                  </a:lnTo>
                  <a:lnTo>
                    <a:pt x="505" y="850"/>
                  </a:lnTo>
                  <a:lnTo>
                    <a:pt x="502" y="850"/>
                  </a:lnTo>
                  <a:lnTo>
                    <a:pt x="499" y="850"/>
                  </a:lnTo>
                  <a:lnTo>
                    <a:pt x="495" y="852"/>
                  </a:lnTo>
                  <a:lnTo>
                    <a:pt x="490" y="852"/>
                  </a:lnTo>
                  <a:lnTo>
                    <a:pt x="487" y="852"/>
                  </a:lnTo>
                  <a:lnTo>
                    <a:pt x="482" y="852"/>
                  </a:lnTo>
                  <a:lnTo>
                    <a:pt x="477" y="852"/>
                  </a:lnTo>
                  <a:lnTo>
                    <a:pt x="471" y="852"/>
                  </a:lnTo>
                  <a:lnTo>
                    <a:pt x="466" y="852"/>
                  </a:lnTo>
                  <a:lnTo>
                    <a:pt x="460" y="852"/>
                  </a:lnTo>
                  <a:lnTo>
                    <a:pt x="454" y="852"/>
                  </a:lnTo>
                  <a:lnTo>
                    <a:pt x="447" y="852"/>
                  </a:lnTo>
                  <a:lnTo>
                    <a:pt x="440" y="852"/>
                  </a:lnTo>
                  <a:lnTo>
                    <a:pt x="434" y="852"/>
                  </a:lnTo>
                  <a:lnTo>
                    <a:pt x="428" y="852"/>
                  </a:lnTo>
                  <a:lnTo>
                    <a:pt x="422" y="852"/>
                  </a:lnTo>
                  <a:lnTo>
                    <a:pt x="416" y="852"/>
                  </a:lnTo>
                  <a:lnTo>
                    <a:pt x="410" y="852"/>
                  </a:lnTo>
                  <a:lnTo>
                    <a:pt x="404" y="852"/>
                  </a:lnTo>
                  <a:lnTo>
                    <a:pt x="398" y="852"/>
                  </a:lnTo>
                  <a:lnTo>
                    <a:pt x="392" y="852"/>
                  </a:lnTo>
                  <a:lnTo>
                    <a:pt x="386" y="852"/>
                  </a:lnTo>
                  <a:lnTo>
                    <a:pt x="379" y="852"/>
                  </a:lnTo>
                  <a:lnTo>
                    <a:pt x="371" y="852"/>
                  </a:lnTo>
                  <a:lnTo>
                    <a:pt x="363" y="852"/>
                  </a:lnTo>
                  <a:lnTo>
                    <a:pt x="355" y="852"/>
                  </a:lnTo>
                  <a:lnTo>
                    <a:pt x="345" y="852"/>
                  </a:lnTo>
                  <a:lnTo>
                    <a:pt x="335" y="852"/>
                  </a:lnTo>
                  <a:lnTo>
                    <a:pt x="324" y="852"/>
                  </a:lnTo>
                  <a:lnTo>
                    <a:pt x="312" y="852"/>
                  </a:lnTo>
                  <a:lnTo>
                    <a:pt x="299" y="852"/>
                  </a:lnTo>
                  <a:lnTo>
                    <a:pt x="285" y="852"/>
                  </a:lnTo>
                  <a:lnTo>
                    <a:pt x="270" y="852"/>
                  </a:lnTo>
                  <a:lnTo>
                    <a:pt x="254" y="852"/>
                  </a:lnTo>
                  <a:lnTo>
                    <a:pt x="236" y="852"/>
                  </a:lnTo>
                  <a:lnTo>
                    <a:pt x="216" y="852"/>
                  </a:lnTo>
                  <a:lnTo>
                    <a:pt x="196" y="852"/>
                  </a:lnTo>
                  <a:lnTo>
                    <a:pt x="173" y="852"/>
                  </a:lnTo>
                  <a:lnTo>
                    <a:pt x="149" y="852"/>
                  </a:lnTo>
                  <a:lnTo>
                    <a:pt x="123" y="852"/>
                  </a:lnTo>
                  <a:lnTo>
                    <a:pt x="95" y="852"/>
                  </a:lnTo>
                  <a:lnTo>
                    <a:pt x="65" y="852"/>
                  </a:lnTo>
                  <a:lnTo>
                    <a:pt x="34" y="852"/>
                  </a:lnTo>
                  <a:lnTo>
                    <a:pt x="0" y="852"/>
                  </a:lnTo>
                </a:path>
              </a:pathLst>
            </a:custGeom>
            <a:noFill/>
            <a:ln w="17463">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59" name="Rectangle 174">
              <a:extLst>
                <a:ext uri="{FF2B5EF4-FFF2-40B4-BE49-F238E27FC236}">
                  <a16:creationId xmlns:a16="http://schemas.microsoft.com/office/drawing/2014/main" id="{28117B07-BAE4-49BA-880A-A2D32DF72E59}"/>
                </a:ext>
              </a:extLst>
            </p:cNvPr>
            <p:cNvSpPr>
              <a:spLocks noChangeArrowheads="1"/>
            </p:cNvSpPr>
            <p:nvPr/>
          </p:nvSpPr>
          <p:spPr bwMode="auto">
            <a:xfrm>
              <a:off x="2438400" y="3222625"/>
              <a:ext cx="215900"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70685" name="Group 4">
            <a:extLst>
              <a:ext uri="{FF2B5EF4-FFF2-40B4-BE49-F238E27FC236}">
                <a16:creationId xmlns:a16="http://schemas.microsoft.com/office/drawing/2014/main" id="{68B6D830-443B-41EE-A8D8-5E01A9FDA95F}"/>
              </a:ext>
            </a:extLst>
          </p:cNvPr>
          <p:cNvGrpSpPr>
            <a:grpSpLocks/>
          </p:cNvGrpSpPr>
          <p:nvPr/>
        </p:nvGrpSpPr>
        <p:grpSpPr bwMode="auto">
          <a:xfrm>
            <a:off x="3189288" y="3813175"/>
            <a:ext cx="2425700" cy="2232025"/>
            <a:chOff x="3189288" y="3813175"/>
            <a:chExt cx="2425700" cy="2232025"/>
          </a:xfrm>
        </p:grpSpPr>
        <p:sp>
          <p:nvSpPr>
            <p:cNvPr id="70756" name="Rectangle 91">
              <a:extLst>
                <a:ext uri="{FF2B5EF4-FFF2-40B4-BE49-F238E27FC236}">
                  <a16:creationId xmlns:a16="http://schemas.microsoft.com/office/drawing/2014/main" id="{F1FB8C99-FCCF-4758-81F7-F77620E5A40D}"/>
                </a:ext>
              </a:extLst>
            </p:cNvPr>
            <p:cNvSpPr>
              <a:spLocks noChangeArrowheads="1"/>
            </p:cNvSpPr>
            <p:nvPr/>
          </p:nvSpPr>
          <p:spPr bwMode="auto">
            <a:xfrm>
              <a:off x="3846513" y="4422775"/>
              <a:ext cx="820737" cy="820737"/>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57" name="Line 92">
              <a:extLst>
                <a:ext uri="{FF2B5EF4-FFF2-40B4-BE49-F238E27FC236}">
                  <a16:creationId xmlns:a16="http://schemas.microsoft.com/office/drawing/2014/main" id="{2DBF3643-1514-4B19-8995-04751593D08E}"/>
                </a:ext>
              </a:extLst>
            </p:cNvPr>
            <p:cNvSpPr>
              <a:spLocks noChangeShapeType="1"/>
            </p:cNvSpPr>
            <p:nvPr/>
          </p:nvSpPr>
          <p:spPr bwMode="auto">
            <a:xfrm flipH="1">
              <a:off x="3846513" y="4822825"/>
              <a:ext cx="820737" cy="1587"/>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58" name="Line 93">
              <a:extLst>
                <a:ext uri="{FF2B5EF4-FFF2-40B4-BE49-F238E27FC236}">
                  <a16:creationId xmlns:a16="http://schemas.microsoft.com/office/drawing/2014/main" id="{5767F342-24CF-46CC-B67F-0F4582EB4C02}"/>
                </a:ext>
              </a:extLst>
            </p:cNvPr>
            <p:cNvSpPr>
              <a:spLocks noChangeShapeType="1"/>
            </p:cNvSpPr>
            <p:nvPr/>
          </p:nvSpPr>
          <p:spPr bwMode="auto">
            <a:xfrm flipV="1">
              <a:off x="4267200" y="4422775"/>
              <a:ext cx="1588" cy="820737"/>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59" name="Line 94">
              <a:extLst>
                <a:ext uri="{FF2B5EF4-FFF2-40B4-BE49-F238E27FC236}">
                  <a16:creationId xmlns:a16="http://schemas.microsoft.com/office/drawing/2014/main" id="{8A01182E-80B4-44A3-BFE8-BD1DBD4DB2D8}"/>
                </a:ext>
              </a:extLst>
            </p:cNvPr>
            <p:cNvSpPr>
              <a:spLocks noChangeShapeType="1"/>
            </p:cNvSpPr>
            <p:nvPr/>
          </p:nvSpPr>
          <p:spPr bwMode="auto">
            <a:xfrm>
              <a:off x="3446463" y="4021137"/>
              <a:ext cx="400050" cy="40163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60" name="Rectangle 95">
              <a:extLst>
                <a:ext uri="{FF2B5EF4-FFF2-40B4-BE49-F238E27FC236}">
                  <a16:creationId xmlns:a16="http://schemas.microsoft.com/office/drawing/2014/main" id="{53D05CD3-5DC8-4166-891E-4F95DE2F8316}"/>
                </a:ext>
              </a:extLst>
            </p:cNvPr>
            <p:cNvSpPr>
              <a:spLocks noChangeArrowheads="1"/>
            </p:cNvSpPr>
            <p:nvPr/>
          </p:nvSpPr>
          <p:spPr bwMode="auto">
            <a:xfrm>
              <a:off x="4667250" y="4422775"/>
              <a:ext cx="820738" cy="820737"/>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61" name="Line 96">
              <a:extLst>
                <a:ext uri="{FF2B5EF4-FFF2-40B4-BE49-F238E27FC236}">
                  <a16:creationId xmlns:a16="http://schemas.microsoft.com/office/drawing/2014/main" id="{22C42500-E537-405D-9A58-B6D31B4F72F6}"/>
                </a:ext>
              </a:extLst>
            </p:cNvPr>
            <p:cNvSpPr>
              <a:spLocks noChangeShapeType="1"/>
            </p:cNvSpPr>
            <p:nvPr/>
          </p:nvSpPr>
          <p:spPr bwMode="auto">
            <a:xfrm flipH="1">
              <a:off x="4667250" y="4822825"/>
              <a:ext cx="820738" cy="1587"/>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62" name="Line 97">
              <a:extLst>
                <a:ext uri="{FF2B5EF4-FFF2-40B4-BE49-F238E27FC236}">
                  <a16:creationId xmlns:a16="http://schemas.microsoft.com/office/drawing/2014/main" id="{F59A1259-BC49-46D5-A71F-412433D7805F}"/>
                </a:ext>
              </a:extLst>
            </p:cNvPr>
            <p:cNvSpPr>
              <a:spLocks noChangeShapeType="1"/>
            </p:cNvSpPr>
            <p:nvPr/>
          </p:nvSpPr>
          <p:spPr bwMode="auto">
            <a:xfrm flipV="1">
              <a:off x="5068888" y="4422775"/>
              <a:ext cx="1587" cy="820737"/>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63" name="Rectangle 99">
              <a:extLst>
                <a:ext uri="{FF2B5EF4-FFF2-40B4-BE49-F238E27FC236}">
                  <a16:creationId xmlns:a16="http://schemas.microsoft.com/office/drawing/2014/main" id="{55DEA7A2-F779-4F1E-AC1F-1DE6E561DCBF}"/>
                </a:ext>
              </a:extLst>
            </p:cNvPr>
            <p:cNvSpPr>
              <a:spLocks noChangeArrowheads="1"/>
            </p:cNvSpPr>
            <p:nvPr/>
          </p:nvSpPr>
          <p:spPr bwMode="auto">
            <a:xfrm>
              <a:off x="3973513" y="4198937"/>
              <a:ext cx="24923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64" name="Rectangle 100">
              <a:extLst>
                <a:ext uri="{FF2B5EF4-FFF2-40B4-BE49-F238E27FC236}">
                  <a16:creationId xmlns:a16="http://schemas.microsoft.com/office/drawing/2014/main" id="{EFB38B38-79DD-469B-9DDE-C089D4DACEA6}"/>
                </a:ext>
              </a:extLst>
            </p:cNvPr>
            <p:cNvSpPr>
              <a:spLocks noChangeArrowheads="1"/>
            </p:cNvSpPr>
            <p:nvPr/>
          </p:nvSpPr>
          <p:spPr bwMode="auto">
            <a:xfrm>
              <a:off x="4378325" y="4198937"/>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65" name="Rectangle 101">
              <a:extLst>
                <a:ext uri="{FF2B5EF4-FFF2-40B4-BE49-F238E27FC236}">
                  <a16:creationId xmlns:a16="http://schemas.microsoft.com/office/drawing/2014/main" id="{2301A6C2-B2BD-483B-AF10-815DB80EA890}"/>
                </a:ext>
              </a:extLst>
            </p:cNvPr>
            <p:cNvSpPr>
              <a:spLocks noChangeArrowheads="1"/>
            </p:cNvSpPr>
            <p:nvPr/>
          </p:nvSpPr>
          <p:spPr bwMode="auto">
            <a:xfrm>
              <a:off x="4784725" y="4198937"/>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66" name="Rectangle 102">
              <a:extLst>
                <a:ext uri="{FF2B5EF4-FFF2-40B4-BE49-F238E27FC236}">
                  <a16:creationId xmlns:a16="http://schemas.microsoft.com/office/drawing/2014/main" id="{A382085A-555A-4072-98B0-C11546256FBB}"/>
                </a:ext>
              </a:extLst>
            </p:cNvPr>
            <p:cNvSpPr>
              <a:spLocks noChangeArrowheads="1"/>
            </p:cNvSpPr>
            <p:nvPr/>
          </p:nvSpPr>
          <p:spPr bwMode="auto">
            <a:xfrm>
              <a:off x="5191125" y="4198937"/>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67" name="Rectangle 103">
              <a:extLst>
                <a:ext uri="{FF2B5EF4-FFF2-40B4-BE49-F238E27FC236}">
                  <a16:creationId xmlns:a16="http://schemas.microsoft.com/office/drawing/2014/main" id="{71B1D27B-3D13-47E3-8AE8-D5243370EC8F}"/>
                </a:ext>
              </a:extLst>
            </p:cNvPr>
            <p:cNvSpPr>
              <a:spLocks noChangeArrowheads="1"/>
            </p:cNvSpPr>
            <p:nvPr/>
          </p:nvSpPr>
          <p:spPr bwMode="auto">
            <a:xfrm>
              <a:off x="3600450" y="4537075"/>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68" name="Rectangle 104">
              <a:extLst>
                <a:ext uri="{FF2B5EF4-FFF2-40B4-BE49-F238E27FC236}">
                  <a16:creationId xmlns:a16="http://schemas.microsoft.com/office/drawing/2014/main" id="{E671CA1D-950E-4C12-B103-8CD2BA3B4C03}"/>
                </a:ext>
              </a:extLst>
            </p:cNvPr>
            <p:cNvSpPr>
              <a:spLocks noChangeArrowheads="1"/>
            </p:cNvSpPr>
            <p:nvPr/>
          </p:nvSpPr>
          <p:spPr bwMode="auto">
            <a:xfrm>
              <a:off x="3667125" y="498316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69" name="Rectangle 105">
              <a:extLst>
                <a:ext uri="{FF2B5EF4-FFF2-40B4-BE49-F238E27FC236}">
                  <a16:creationId xmlns:a16="http://schemas.microsoft.com/office/drawing/2014/main" id="{790FC06A-6707-4B30-BF0D-448A77B0264B}"/>
                </a:ext>
              </a:extLst>
            </p:cNvPr>
            <p:cNvSpPr>
              <a:spLocks noChangeArrowheads="1"/>
            </p:cNvSpPr>
            <p:nvPr/>
          </p:nvSpPr>
          <p:spPr bwMode="auto">
            <a:xfrm>
              <a:off x="4425950" y="4545012"/>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70" name="Rectangle 106">
              <a:extLst>
                <a:ext uri="{FF2B5EF4-FFF2-40B4-BE49-F238E27FC236}">
                  <a16:creationId xmlns:a16="http://schemas.microsoft.com/office/drawing/2014/main" id="{9D5B68BF-52DF-4DDD-B8EF-498819718E38}"/>
                </a:ext>
              </a:extLst>
            </p:cNvPr>
            <p:cNvSpPr>
              <a:spLocks noChangeArrowheads="1"/>
            </p:cNvSpPr>
            <p:nvPr/>
          </p:nvSpPr>
          <p:spPr bwMode="auto">
            <a:xfrm>
              <a:off x="4016375" y="4949825"/>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71" name="Rectangle 107">
              <a:extLst>
                <a:ext uri="{FF2B5EF4-FFF2-40B4-BE49-F238E27FC236}">
                  <a16:creationId xmlns:a16="http://schemas.microsoft.com/office/drawing/2014/main" id="{CF652879-3660-45E6-AE2C-8A99ECB97AE0}"/>
                </a:ext>
              </a:extLst>
            </p:cNvPr>
            <p:cNvSpPr>
              <a:spLocks noChangeArrowheads="1"/>
            </p:cNvSpPr>
            <p:nvPr/>
          </p:nvSpPr>
          <p:spPr bwMode="auto">
            <a:xfrm>
              <a:off x="4425950" y="4949825"/>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72" name="Rectangle 108">
              <a:extLst>
                <a:ext uri="{FF2B5EF4-FFF2-40B4-BE49-F238E27FC236}">
                  <a16:creationId xmlns:a16="http://schemas.microsoft.com/office/drawing/2014/main" id="{5A6D2FE3-96C1-4DFA-9B3B-93D5B01B6B52}"/>
                </a:ext>
              </a:extLst>
            </p:cNvPr>
            <p:cNvSpPr>
              <a:spLocks noChangeArrowheads="1"/>
            </p:cNvSpPr>
            <p:nvPr/>
          </p:nvSpPr>
          <p:spPr bwMode="auto">
            <a:xfrm>
              <a:off x="4833938" y="4545012"/>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73" name="Rectangle 109">
              <a:extLst>
                <a:ext uri="{FF2B5EF4-FFF2-40B4-BE49-F238E27FC236}">
                  <a16:creationId xmlns:a16="http://schemas.microsoft.com/office/drawing/2014/main" id="{49B931E8-C126-421D-A5C6-A668C58048E0}"/>
                </a:ext>
              </a:extLst>
            </p:cNvPr>
            <p:cNvSpPr>
              <a:spLocks noChangeArrowheads="1"/>
            </p:cNvSpPr>
            <p:nvPr/>
          </p:nvSpPr>
          <p:spPr bwMode="auto">
            <a:xfrm>
              <a:off x="4833938" y="4949825"/>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74" name="Rectangle 110">
              <a:extLst>
                <a:ext uri="{FF2B5EF4-FFF2-40B4-BE49-F238E27FC236}">
                  <a16:creationId xmlns:a16="http://schemas.microsoft.com/office/drawing/2014/main" id="{17E0A5BE-2F2C-4901-B124-7B7382091555}"/>
                </a:ext>
              </a:extLst>
            </p:cNvPr>
            <p:cNvSpPr>
              <a:spLocks noChangeArrowheads="1"/>
            </p:cNvSpPr>
            <p:nvPr/>
          </p:nvSpPr>
          <p:spPr bwMode="auto">
            <a:xfrm>
              <a:off x="5229225" y="4545012"/>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75" name="Rectangle 111">
              <a:extLst>
                <a:ext uri="{FF2B5EF4-FFF2-40B4-BE49-F238E27FC236}">
                  <a16:creationId xmlns:a16="http://schemas.microsoft.com/office/drawing/2014/main" id="{6621B04F-75AC-46D5-9A33-DDFAE4DAA38A}"/>
                </a:ext>
              </a:extLst>
            </p:cNvPr>
            <p:cNvSpPr>
              <a:spLocks noChangeArrowheads="1"/>
            </p:cNvSpPr>
            <p:nvPr/>
          </p:nvSpPr>
          <p:spPr bwMode="auto">
            <a:xfrm>
              <a:off x="5229225" y="4949825"/>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76" name="Rectangle 112">
              <a:extLst>
                <a:ext uri="{FF2B5EF4-FFF2-40B4-BE49-F238E27FC236}">
                  <a16:creationId xmlns:a16="http://schemas.microsoft.com/office/drawing/2014/main" id="{209AE32B-6C26-4374-8B1F-DBE8F5425215}"/>
                </a:ext>
              </a:extLst>
            </p:cNvPr>
            <p:cNvSpPr>
              <a:spLocks noChangeArrowheads="1"/>
            </p:cNvSpPr>
            <p:nvPr/>
          </p:nvSpPr>
          <p:spPr bwMode="auto">
            <a:xfrm>
              <a:off x="3846513" y="5243512"/>
              <a:ext cx="820737" cy="801688"/>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77" name="Line 113">
              <a:extLst>
                <a:ext uri="{FF2B5EF4-FFF2-40B4-BE49-F238E27FC236}">
                  <a16:creationId xmlns:a16="http://schemas.microsoft.com/office/drawing/2014/main" id="{65A161CE-76EF-404F-B368-BA607989C68B}"/>
                </a:ext>
              </a:extLst>
            </p:cNvPr>
            <p:cNvSpPr>
              <a:spLocks noChangeShapeType="1"/>
            </p:cNvSpPr>
            <p:nvPr/>
          </p:nvSpPr>
          <p:spPr bwMode="auto">
            <a:xfrm flipH="1">
              <a:off x="3846513" y="5643562"/>
              <a:ext cx="820737"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78" name="Line 114">
              <a:extLst>
                <a:ext uri="{FF2B5EF4-FFF2-40B4-BE49-F238E27FC236}">
                  <a16:creationId xmlns:a16="http://schemas.microsoft.com/office/drawing/2014/main" id="{CE825B15-CA30-4C5B-B3DD-F19945180E96}"/>
                </a:ext>
              </a:extLst>
            </p:cNvPr>
            <p:cNvSpPr>
              <a:spLocks noChangeShapeType="1"/>
            </p:cNvSpPr>
            <p:nvPr/>
          </p:nvSpPr>
          <p:spPr bwMode="auto">
            <a:xfrm flipV="1">
              <a:off x="4267200" y="5243512"/>
              <a:ext cx="1588" cy="8016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79" name="Rectangle 115">
              <a:extLst>
                <a:ext uri="{FF2B5EF4-FFF2-40B4-BE49-F238E27FC236}">
                  <a16:creationId xmlns:a16="http://schemas.microsoft.com/office/drawing/2014/main" id="{F99C1CD9-D8CB-4F3F-8FAE-0CA4F732F5D4}"/>
                </a:ext>
              </a:extLst>
            </p:cNvPr>
            <p:cNvSpPr>
              <a:spLocks noChangeArrowheads="1"/>
            </p:cNvSpPr>
            <p:nvPr/>
          </p:nvSpPr>
          <p:spPr bwMode="auto">
            <a:xfrm>
              <a:off x="4667250" y="5243512"/>
              <a:ext cx="820738" cy="801688"/>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80" name="Line 116">
              <a:extLst>
                <a:ext uri="{FF2B5EF4-FFF2-40B4-BE49-F238E27FC236}">
                  <a16:creationId xmlns:a16="http://schemas.microsoft.com/office/drawing/2014/main" id="{5D9DCFDB-3844-4231-A0A7-898341A9A31D}"/>
                </a:ext>
              </a:extLst>
            </p:cNvPr>
            <p:cNvSpPr>
              <a:spLocks noChangeShapeType="1"/>
            </p:cNvSpPr>
            <p:nvPr/>
          </p:nvSpPr>
          <p:spPr bwMode="auto">
            <a:xfrm flipH="1">
              <a:off x="4667250" y="5643562"/>
              <a:ext cx="820738"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81" name="Line 117">
              <a:extLst>
                <a:ext uri="{FF2B5EF4-FFF2-40B4-BE49-F238E27FC236}">
                  <a16:creationId xmlns:a16="http://schemas.microsoft.com/office/drawing/2014/main" id="{580717FB-415C-4A68-AFCB-4659FD50E255}"/>
                </a:ext>
              </a:extLst>
            </p:cNvPr>
            <p:cNvSpPr>
              <a:spLocks noChangeShapeType="1"/>
            </p:cNvSpPr>
            <p:nvPr/>
          </p:nvSpPr>
          <p:spPr bwMode="auto">
            <a:xfrm flipV="1">
              <a:off x="5068888" y="5243512"/>
              <a:ext cx="1587" cy="8016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82" name="Rectangle 118">
              <a:extLst>
                <a:ext uri="{FF2B5EF4-FFF2-40B4-BE49-F238E27FC236}">
                  <a16:creationId xmlns:a16="http://schemas.microsoft.com/office/drawing/2014/main" id="{3514E791-09CF-4654-96DB-D4937EA3EF1D}"/>
                </a:ext>
              </a:extLst>
            </p:cNvPr>
            <p:cNvSpPr>
              <a:spLocks noChangeArrowheads="1"/>
            </p:cNvSpPr>
            <p:nvPr/>
          </p:nvSpPr>
          <p:spPr bwMode="auto">
            <a:xfrm>
              <a:off x="4016375" y="4545012"/>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83" name="Rectangle 119">
              <a:extLst>
                <a:ext uri="{FF2B5EF4-FFF2-40B4-BE49-F238E27FC236}">
                  <a16:creationId xmlns:a16="http://schemas.microsoft.com/office/drawing/2014/main" id="{F959452C-E654-486A-9540-0A71DE3E5178}"/>
                </a:ext>
              </a:extLst>
            </p:cNvPr>
            <p:cNvSpPr>
              <a:spLocks noChangeArrowheads="1"/>
            </p:cNvSpPr>
            <p:nvPr/>
          </p:nvSpPr>
          <p:spPr bwMode="auto">
            <a:xfrm>
              <a:off x="4425950" y="5356225"/>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84" name="Rectangle 120">
              <a:extLst>
                <a:ext uri="{FF2B5EF4-FFF2-40B4-BE49-F238E27FC236}">
                  <a16:creationId xmlns:a16="http://schemas.microsoft.com/office/drawing/2014/main" id="{98062100-0606-4294-B738-520B16213B03}"/>
                </a:ext>
              </a:extLst>
            </p:cNvPr>
            <p:cNvSpPr>
              <a:spLocks noChangeArrowheads="1"/>
            </p:cNvSpPr>
            <p:nvPr/>
          </p:nvSpPr>
          <p:spPr bwMode="auto">
            <a:xfrm>
              <a:off x="4016375" y="5761037"/>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85" name="Rectangle 121">
              <a:extLst>
                <a:ext uri="{FF2B5EF4-FFF2-40B4-BE49-F238E27FC236}">
                  <a16:creationId xmlns:a16="http://schemas.microsoft.com/office/drawing/2014/main" id="{F88C3FA2-2A49-4C50-9F2C-30495AD85160}"/>
                </a:ext>
              </a:extLst>
            </p:cNvPr>
            <p:cNvSpPr>
              <a:spLocks noChangeArrowheads="1"/>
            </p:cNvSpPr>
            <p:nvPr/>
          </p:nvSpPr>
          <p:spPr bwMode="auto">
            <a:xfrm>
              <a:off x="4425950" y="5761037"/>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86" name="Rectangle 122">
              <a:extLst>
                <a:ext uri="{FF2B5EF4-FFF2-40B4-BE49-F238E27FC236}">
                  <a16:creationId xmlns:a16="http://schemas.microsoft.com/office/drawing/2014/main" id="{0D2DF202-1FDD-4677-AD90-E90934FAB832}"/>
                </a:ext>
              </a:extLst>
            </p:cNvPr>
            <p:cNvSpPr>
              <a:spLocks noChangeArrowheads="1"/>
            </p:cNvSpPr>
            <p:nvPr/>
          </p:nvSpPr>
          <p:spPr bwMode="auto">
            <a:xfrm>
              <a:off x="4833938" y="5356225"/>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87" name="Rectangle 123">
              <a:extLst>
                <a:ext uri="{FF2B5EF4-FFF2-40B4-BE49-F238E27FC236}">
                  <a16:creationId xmlns:a16="http://schemas.microsoft.com/office/drawing/2014/main" id="{EDF0F148-A9DA-4EAE-8AA2-909B0902285C}"/>
                </a:ext>
              </a:extLst>
            </p:cNvPr>
            <p:cNvSpPr>
              <a:spLocks noChangeArrowheads="1"/>
            </p:cNvSpPr>
            <p:nvPr/>
          </p:nvSpPr>
          <p:spPr bwMode="auto">
            <a:xfrm>
              <a:off x="4833938" y="5761037"/>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88" name="Rectangle 124">
              <a:extLst>
                <a:ext uri="{FF2B5EF4-FFF2-40B4-BE49-F238E27FC236}">
                  <a16:creationId xmlns:a16="http://schemas.microsoft.com/office/drawing/2014/main" id="{5AAFE58A-7A88-478F-86BF-8890C4C18909}"/>
                </a:ext>
              </a:extLst>
            </p:cNvPr>
            <p:cNvSpPr>
              <a:spLocks noChangeArrowheads="1"/>
            </p:cNvSpPr>
            <p:nvPr/>
          </p:nvSpPr>
          <p:spPr bwMode="auto">
            <a:xfrm>
              <a:off x="5229225" y="5356225"/>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89" name="Rectangle 125">
              <a:extLst>
                <a:ext uri="{FF2B5EF4-FFF2-40B4-BE49-F238E27FC236}">
                  <a16:creationId xmlns:a16="http://schemas.microsoft.com/office/drawing/2014/main" id="{D9E37283-3DC7-4D83-AD3B-CEBE0798ED05}"/>
                </a:ext>
              </a:extLst>
            </p:cNvPr>
            <p:cNvSpPr>
              <a:spLocks noChangeArrowheads="1"/>
            </p:cNvSpPr>
            <p:nvPr/>
          </p:nvSpPr>
          <p:spPr bwMode="auto">
            <a:xfrm>
              <a:off x="5229225" y="5761037"/>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90" name="Rectangle 126">
              <a:extLst>
                <a:ext uri="{FF2B5EF4-FFF2-40B4-BE49-F238E27FC236}">
                  <a16:creationId xmlns:a16="http://schemas.microsoft.com/office/drawing/2014/main" id="{02D260A9-6687-4C8E-952E-247D47681CED}"/>
                </a:ext>
              </a:extLst>
            </p:cNvPr>
            <p:cNvSpPr>
              <a:spLocks noChangeArrowheads="1"/>
            </p:cNvSpPr>
            <p:nvPr/>
          </p:nvSpPr>
          <p:spPr bwMode="auto">
            <a:xfrm>
              <a:off x="4016375" y="5356225"/>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91" name="Rectangle 127">
              <a:extLst>
                <a:ext uri="{FF2B5EF4-FFF2-40B4-BE49-F238E27FC236}">
                  <a16:creationId xmlns:a16="http://schemas.microsoft.com/office/drawing/2014/main" id="{B5D4F2DE-9378-406D-95E1-0D5D8891C37F}"/>
                </a:ext>
              </a:extLst>
            </p:cNvPr>
            <p:cNvSpPr>
              <a:spLocks noChangeArrowheads="1"/>
            </p:cNvSpPr>
            <p:nvPr/>
          </p:nvSpPr>
          <p:spPr bwMode="auto">
            <a:xfrm>
              <a:off x="3590925" y="5356225"/>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92" name="Rectangle 128">
              <a:extLst>
                <a:ext uri="{FF2B5EF4-FFF2-40B4-BE49-F238E27FC236}">
                  <a16:creationId xmlns:a16="http://schemas.microsoft.com/office/drawing/2014/main" id="{48969A75-0DC2-44B2-A689-BBBF2B8D1110}"/>
                </a:ext>
              </a:extLst>
            </p:cNvPr>
            <p:cNvSpPr>
              <a:spLocks noChangeArrowheads="1"/>
            </p:cNvSpPr>
            <p:nvPr/>
          </p:nvSpPr>
          <p:spPr bwMode="auto">
            <a:xfrm>
              <a:off x="3590925" y="5761037"/>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93" name="Rectangle 129">
              <a:extLst>
                <a:ext uri="{FF2B5EF4-FFF2-40B4-BE49-F238E27FC236}">
                  <a16:creationId xmlns:a16="http://schemas.microsoft.com/office/drawing/2014/main" id="{18B97055-B6A2-4EEB-B6D0-4D6C59754E3D}"/>
                </a:ext>
              </a:extLst>
            </p:cNvPr>
            <p:cNvSpPr>
              <a:spLocks noChangeArrowheads="1"/>
            </p:cNvSpPr>
            <p:nvPr/>
          </p:nvSpPr>
          <p:spPr bwMode="auto">
            <a:xfrm>
              <a:off x="3587750" y="3813175"/>
              <a:ext cx="195263"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94" name="Rectangle 130">
              <a:extLst>
                <a:ext uri="{FF2B5EF4-FFF2-40B4-BE49-F238E27FC236}">
                  <a16:creationId xmlns:a16="http://schemas.microsoft.com/office/drawing/2014/main" id="{7DCEE271-45B4-496D-ADA4-911DE9FCC85E}"/>
                </a:ext>
              </a:extLst>
            </p:cNvPr>
            <p:cNvSpPr>
              <a:spLocks noChangeArrowheads="1"/>
            </p:cNvSpPr>
            <p:nvPr/>
          </p:nvSpPr>
          <p:spPr bwMode="auto">
            <a:xfrm>
              <a:off x="3671888" y="3900487"/>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95" name="Rectangle 131">
              <a:extLst>
                <a:ext uri="{FF2B5EF4-FFF2-40B4-BE49-F238E27FC236}">
                  <a16:creationId xmlns:a16="http://schemas.microsoft.com/office/drawing/2014/main" id="{52BDBFD7-47FD-409E-A96A-DB1AC557F932}"/>
                </a:ext>
              </a:extLst>
            </p:cNvPr>
            <p:cNvSpPr>
              <a:spLocks noChangeArrowheads="1"/>
            </p:cNvSpPr>
            <p:nvPr/>
          </p:nvSpPr>
          <p:spPr bwMode="auto">
            <a:xfrm>
              <a:off x="3752850" y="3813175"/>
              <a:ext cx="195263"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96" name="Rectangle 132">
              <a:extLst>
                <a:ext uri="{FF2B5EF4-FFF2-40B4-BE49-F238E27FC236}">
                  <a16:creationId xmlns:a16="http://schemas.microsoft.com/office/drawing/2014/main" id="{103B59DE-B321-4EB3-A2AA-827E1028A0E8}"/>
                </a:ext>
              </a:extLst>
            </p:cNvPr>
            <p:cNvSpPr>
              <a:spLocks noChangeArrowheads="1"/>
            </p:cNvSpPr>
            <p:nvPr/>
          </p:nvSpPr>
          <p:spPr bwMode="auto">
            <a:xfrm>
              <a:off x="3835400" y="3900487"/>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97" name="Rectangle 133">
              <a:extLst>
                <a:ext uri="{FF2B5EF4-FFF2-40B4-BE49-F238E27FC236}">
                  <a16:creationId xmlns:a16="http://schemas.microsoft.com/office/drawing/2014/main" id="{FA04F747-1EAE-4C2E-93A1-B8078A19F58A}"/>
                </a:ext>
              </a:extLst>
            </p:cNvPr>
            <p:cNvSpPr>
              <a:spLocks noChangeArrowheads="1"/>
            </p:cNvSpPr>
            <p:nvPr/>
          </p:nvSpPr>
          <p:spPr bwMode="auto">
            <a:xfrm>
              <a:off x="3189288" y="4059237"/>
              <a:ext cx="198437"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98" name="Freeform 134">
              <a:extLst>
                <a:ext uri="{FF2B5EF4-FFF2-40B4-BE49-F238E27FC236}">
                  <a16:creationId xmlns:a16="http://schemas.microsoft.com/office/drawing/2014/main" id="{D38850A2-3180-46DB-A6ED-2402166ADF81}"/>
                </a:ext>
              </a:extLst>
            </p:cNvPr>
            <p:cNvSpPr>
              <a:spLocks/>
            </p:cNvSpPr>
            <p:nvPr/>
          </p:nvSpPr>
          <p:spPr bwMode="auto">
            <a:xfrm>
              <a:off x="3924300" y="4899025"/>
              <a:ext cx="676275" cy="676275"/>
            </a:xfrm>
            <a:custGeom>
              <a:avLst/>
              <a:gdLst>
                <a:gd name="T0" fmla="*/ 2147483646 w 851"/>
                <a:gd name="T1" fmla="*/ 0 h 851"/>
                <a:gd name="T2" fmla="*/ 2147483646 w 851"/>
                <a:gd name="T3" fmla="*/ 0 h 851"/>
                <a:gd name="T4" fmla="*/ 2147483646 w 851"/>
                <a:gd name="T5" fmla="*/ 0 h 851"/>
                <a:gd name="T6" fmla="*/ 2147483646 w 851"/>
                <a:gd name="T7" fmla="*/ 0 h 851"/>
                <a:gd name="T8" fmla="*/ 2147483646 w 851"/>
                <a:gd name="T9" fmla="*/ 2147483646 h 851"/>
                <a:gd name="T10" fmla="*/ 2147483646 w 851"/>
                <a:gd name="T11" fmla="*/ 2147483646 h 851"/>
                <a:gd name="T12" fmla="*/ 2147483646 w 851"/>
                <a:gd name="T13" fmla="*/ 2147483646 h 851"/>
                <a:gd name="T14" fmla="*/ 2147483646 w 851"/>
                <a:gd name="T15" fmla="*/ 2147483646 h 851"/>
                <a:gd name="T16" fmla="*/ 2147483646 w 851"/>
                <a:gd name="T17" fmla="*/ 2147483646 h 851"/>
                <a:gd name="T18" fmla="*/ 0 w 851"/>
                <a:gd name="T19" fmla="*/ 2147483646 h 851"/>
                <a:gd name="T20" fmla="*/ 0 w 851"/>
                <a:gd name="T21" fmla="*/ 2147483646 h 851"/>
                <a:gd name="T22" fmla="*/ 0 w 851"/>
                <a:gd name="T23" fmla="*/ 2147483646 h 851"/>
                <a:gd name="T24" fmla="*/ 0 w 851"/>
                <a:gd name="T25" fmla="*/ 2147483646 h 851"/>
                <a:gd name="T26" fmla="*/ 0 w 851"/>
                <a:gd name="T27" fmla="*/ 2147483646 h 851"/>
                <a:gd name="T28" fmla="*/ 0 w 851"/>
                <a:gd name="T29" fmla="*/ 2147483646 h 851"/>
                <a:gd name="T30" fmla="*/ 0 w 851"/>
                <a:gd name="T31" fmla="*/ 2147483646 h 851"/>
                <a:gd name="T32" fmla="*/ 0 w 851"/>
                <a:gd name="T33" fmla="*/ 2147483646 h 851"/>
                <a:gd name="T34" fmla="*/ 0 w 851"/>
                <a:gd name="T35" fmla="*/ 2147483646 h 851"/>
                <a:gd name="T36" fmla="*/ 0 w 851"/>
                <a:gd name="T37" fmla="*/ 2147483646 h 851"/>
                <a:gd name="T38" fmla="*/ 2147483646 w 851"/>
                <a:gd name="T39" fmla="*/ 2147483646 h 851"/>
                <a:gd name="T40" fmla="*/ 2147483646 w 851"/>
                <a:gd name="T41" fmla="*/ 2147483646 h 851"/>
                <a:gd name="T42" fmla="*/ 2147483646 w 851"/>
                <a:gd name="T43" fmla="*/ 2147483646 h 851"/>
                <a:gd name="T44" fmla="*/ 2147483646 w 851"/>
                <a:gd name="T45" fmla="*/ 2147483646 h 851"/>
                <a:gd name="T46" fmla="*/ 2147483646 w 851"/>
                <a:gd name="T47" fmla="*/ 2147483646 h 851"/>
                <a:gd name="T48" fmla="*/ 2147483646 w 851"/>
                <a:gd name="T49" fmla="*/ 2147483646 h 851"/>
                <a:gd name="T50" fmla="*/ 2147483646 w 851"/>
                <a:gd name="T51" fmla="*/ 2147483646 h 851"/>
                <a:gd name="T52" fmla="*/ 2147483646 w 851"/>
                <a:gd name="T53" fmla="*/ 2147483646 h 851"/>
                <a:gd name="T54" fmla="*/ 2147483646 w 851"/>
                <a:gd name="T55" fmla="*/ 2147483646 h 851"/>
                <a:gd name="T56" fmla="*/ 2147483646 w 851"/>
                <a:gd name="T57" fmla="*/ 2147483646 h 851"/>
                <a:gd name="T58" fmla="*/ 2147483646 w 851"/>
                <a:gd name="T59" fmla="*/ 2147483646 h 851"/>
                <a:gd name="T60" fmla="*/ 2147483646 w 851"/>
                <a:gd name="T61" fmla="*/ 2147483646 h 851"/>
                <a:gd name="T62" fmla="*/ 2147483646 w 851"/>
                <a:gd name="T63" fmla="*/ 2147483646 h 851"/>
                <a:gd name="T64" fmla="*/ 2147483646 w 851"/>
                <a:gd name="T65" fmla="*/ 2147483646 h 851"/>
                <a:gd name="T66" fmla="*/ 2147483646 w 851"/>
                <a:gd name="T67" fmla="*/ 2147483646 h 851"/>
                <a:gd name="T68" fmla="*/ 2147483646 w 851"/>
                <a:gd name="T69" fmla="*/ 2147483646 h 851"/>
                <a:gd name="T70" fmla="*/ 2147483646 w 851"/>
                <a:gd name="T71" fmla="*/ 2147483646 h 851"/>
                <a:gd name="T72" fmla="*/ 2147483646 w 851"/>
                <a:gd name="T73" fmla="*/ 2147483646 h 851"/>
                <a:gd name="T74" fmla="*/ 2147483646 w 851"/>
                <a:gd name="T75" fmla="*/ 2147483646 h 851"/>
                <a:gd name="T76" fmla="*/ 2147483646 w 851"/>
                <a:gd name="T77" fmla="*/ 2147483646 h 851"/>
                <a:gd name="T78" fmla="*/ 2147483646 w 851"/>
                <a:gd name="T79" fmla="*/ 2147483646 h 851"/>
                <a:gd name="T80" fmla="*/ 2147483646 w 851"/>
                <a:gd name="T81" fmla="*/ 2147483646 h 851"/>
                <a:gd name="T82" fmla="*/ 2147483646 w 851"/>
                <a:gd name="T83" fmla="*/ 2147483646 h 851"/>
                <a:gd name="T84" fmla="*/ 2147483646 w 851"/>
                <a:gd name="T85" fmla="*/ 2147483646 h 851"/>
                <a:gd name="T86" fmla="*/ 2147483646 w 851"/>
                <a:gd name="T87" fmla="*/ 2147483646 h 851"/>
                <a:gd name="T88" fmla="*/ 2147483646 w 851"/>
                <a:gd name="T89" fmla="*/ 2147483646 h 851"/>
                <a:gd name="T90" fmla="*/ 2147483646 w 851"/>
                <a:gd name="T91" fmla="*/ 2147483646 h 851"/>
                <a:gd name="T92" fmla="*/ 2147483646 w 851"/>
                <a:gd name="T93" fmla="*/ 2147483646 h 851"/>
                <a:gd name="T94" fmla="*/ 2147483646 w 851"/>
                <a:gd name="T95" fmla="*/ 2147483646 h 851"/>
                <a:gd name="T96" fmla="*/ 2147483646 w 851"/>
                <a:gd name="T97" fmla="*/ 2147483646 h 851"/>
                <a:gd name="T98" fmla="*/ 2147483646 w 851"/>
                <a:gd name="T99" fmla="*/ 2147483646 h 851"/>
                <a:gd name="T100" fmla="*/ 2147483646 w 851"/>
                <a:gd name="T101" fmla="*/ 2147483646 h 851"/>
                <a:gd name="T102" fmla="*/ 2147483646 w 851"/>
                <a:gd name="T103" fmla="*/ 2147483646 h 851"/>
                <a:gd name="T104" fmla="*/ 2147483646 w 851"/>
                <a:gd name="T105" fmla="*/ 2147483646 h 851"/>
                <a:gd name="T106" fmla="*/ 2147483646 w 851"/>
                <a:gd name="T107" fmla="*/ 0 h 851"/>
                <a:gd name="T108" fmla="*/ 2147483646 w 851"/>
                <a:gd name="T109" fmla="*/ 0 h 851"/>
                <a:gd name="T110" fmla="*/ 2147483646 w 851"/>
                <a:gd name="T111" fmla="*/ 0 h 851"/>
                <a:gd name="T112" fmla="*/ 2147483646 w 851"/>
                <a:gd name="T113" fmla="*/ 0 h 851"/>
                <a:gd name="T114" fmla="*/ 2147483646 w 851"/>
                <a:gd name="T115" fmla="*/ 0 h 85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51"/>
                <a:gd name="T175" fmla="*/ 0 h 851"/>
                <a:gd name="T176" fmla="*/ 851 w 851"/>
                <a:gd name="T177" fmla="*/ 851 h 85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51" h="851">
                  <a:moveTo>
                    <a:pt x="426" y="0"/>
                  </a:moveTo>
                  <a:lnTo>
                    <a:pt x="397" y="0"/>
                  </a:lnTo>
                  <a:lnTo>
                    <a:pt x="372" y="0"/>
                  </a:lnTo>
                  <a:lnTo>
                    <a:pt x="346" y="0"/>
                  </a:lnTo>
                  <a:lnTo>
                    <a:pt x="324" y="0"/>
                  </a:lnTo>
                  <a:lnTo>
                    <a:pt x="302" y="0"/>
                  </a:lnTo>
                  <a:lnTo>
                    <a:pt x="281" y="0"/>
                  </a:lnTo>
                  <a:lnTo>
                    <a:pt x="263" y="0"/>
                  </a:lnTo>
                  <a:lnTo>
                    <a:pt x="245" y="0"/>
                  </a:lnTo>
                  <a:lnTo>
                    <a:pt x="230" y="0"/>
                  </a:lnTo>
                  <a:lnTo>
                    <a:pt x="215" y="0"/>
                  </a:lnTo>
                  <a:lnTo>
                    <a:pt x="202" y="0"/>
                  </a:lnTo>
                  <a:lnTo>
                    <a:pt x="189" y="0"/>
                  </a:lnTo>
                  <a:lnTo>
                    <a:pt x="178" y="0"/>
                  </a:lnTo>
                  <a:lnTo>
                    <a:pt x="167" y="0"/>
                  </a:lnTo>
                  <a:lnTo>
                    <a:pt x="159" y="0"/>
                  </a:lnTo>
                  <a:lnTo>
                    <a:pt x="149" y="0"/>
                  </a:lnTo>
                  <a:lnTo>
                    <a:pt x="142" y="0"/>
                  </a:lnTo>
                  <a:lnTo>
                    <a:pt x="135" y="0"/>
                  </a:lnTo>
                  <a:lnTo>
                    <a:pt x="129" y="0"/>
                  </a:lnTo>
                  <a:lnTo>
                    <a:pt x="123" y="0"/>
                  </a:lnTo>
                  <a:lnTo>
                    <a:pt x="118" y="0"/>
                  </a:lnTo>
                  <a:lnTo>
                    <a:pt x="113" y="0"/>
                  </a:lnTo>
                  <a:lnTo>
                    <a:pt x="108" y="0"/>
                  </a:lnTo>
                  <a:lnTo>
                    <a:pt x="105" y="0"/>
                  </a:lnTo>
                  <a:lnTo>
                    <a:pt x="101" y="0"/>
                  </a:lnTo>
                  <a:lnTo>
                    <a:pt x="98" y="0"/>
                  </a:lnTo>
                  <a:lnTo>
                    <a:pt x="94" y="0"/>
                  </a:lnTo>
                  <a:lnTo>
                    <a:pt x="90" y="0"/>
                  </a:lnTo>
                  <a:lnTo>
                    <a:pt x="88" y="0"/>
                  </a:lnTo>
                  <a:lnTo>
                    <a:pt x="84" y="0"/>
                  </a:lnTo>
                  <a:lnTo>
                    <a:pt x="81" y="0"/>
                  </a:lnTo>
                  <a:lnTo>
                    <a:pt x="77" y="0"/>
                  </a:lnTo>
                  <a:lnTo>
                    <a:pt x="73" y="0"/>
                  </a:lnTo>
                  <a:lnTo>
                    <a:pt x="70" y="0"/>
                  </a:lnTo>
                  <a:lnTo>
                    <a:pt x="67" y="0"/>
                  </a:lnTo>
                  <a:lnTo>
                    <a:pt x="64" y="0"/>
                  </a:lnTo>
                  <a:lnTo>
                    <a:pt x="61" y="0"/>
                  </a:lnTo>
                  <a:lnTo>
                    <a:pt x="59" y="0"/>
                  </a:lnTo>
                  <a:lnTo>
                    <a:pt x="57" y="0"/>
                  </a:lnTo>
                  <a:lnTo>
                    <a:pt x="54" y="0"/>
                  </a:lnTo>
                  <a:lnTo>
                    <a:pt x="52" y="0"/>
                  </a:lnTo>
                  <a:lnTo>
                    <a:pt x="51" y="1"/>
                  </a:lnTo>
                  <a:lnTo>
                    <a:pt x="48" y="1"/>
                  </a:lnTo>
                  <a:lnTo>
                    <a:pt x="47" y="2"/>
                  </a:lnTo>
                  <a:lnTo>
                    <a:pt x="46" y="2"/>
                  </a:lnTo>
                  <a:lnTo>
                    <a:pt x="43" y="3"/>
                  </a:lnTo>
                  <a:lnTo>
                    <a:pt x="42" y="3"/>
                  </a:lnTo>
                  <a:lnTo>
                    <a:pt x="41" y="5"/>
                  </a:lnTo>
                  <a:lnTo>
                    <a:pt x="40" y="6"/>
                  </a:lnTo>
                  <a:lnTo>
                    <a:pt x="39" y="7"/>
                  </a:lnTo>
                  <a:lnTo>
                    <a:pt x="37" y="8"/>
                  </a:lnTo>
                  <a:lnTo>
                    <a:pt x="36" y="10"/>
                  </a:lnTo>
                  <a:lnTo>
                    <a:pt x="35" y="12"/>
                  </a:lnTo>
                  <a:lnTo>
                    <a:pt x="34" y="13"/>
                  </a:lnTo>
                  <a:lnTo>
                    <a:pt x="33" y="16"/>
                  </a:lnTo>
                  <a:lnTo>
                    <a:pt x="31" y="18"/>
                  </a:lnTo>
                  <a:lnTo>
                    <a:pt x="29" y="20"/>
                  </a:lnTo>
                  <a:lnTo>
                    <a:pt x="28" y="23"/>
                  </a:lnTo>
                  <a:lnTo>
                    <a:pt x="27" y="25"/>
                  </a:lnTo>
                  <a:lnTo>
                    <a:pt x="25" y="28"/>
                  </a:lnTo>
                  <a:lnTo>
                    <a:pt x="24" y="31"/>
                  </a:lnTo>
                  <a:lnTo>
                    <a:pt x="23" y="35"/>
                  </a:lnTo>
                  <a:lnTo>
                    <a:pt x="21" y="38"/>
                  </a:lnTo>
                  <a:lnTo>
                    <a:pt x="19" y="42"/>
                  </a:lnTo>
                  <a:lnTo>
                    <a:pt x="17" y="46"/>
                  </a:lnTo>
                  <a:lnTo>
                    <a:pt x="16" y="49"/>
                  </a:lnTo>
                  <a:lnTo>
                    <a:pt x="15" y="53"/>
                  </a:lnTo>
                  <a:lnTo>
                    <a:pt x="12" y="56"/>
                  </a:lnTo>
                  <a:lnTo>
                    <a:pt x="11" y="59"/>
                  </a:lnTo>
                  <a:lnTo>
                    <a:pt x="10" y="62"/>
                  </a:lnTo>
                  <a:lnTo>
                    <a:pt x="9" y="65"/>
                  </a:lnTo>
                  <a:lnTo>
                    <a:pt x="7" y="68"/>
                  </a:lnTo>
                  <a:lnTo>
                    <a:pt x="7" y="71"/>
                  </a:lnTo>
                  <a:lnTo>
                    <a:pt x="6" y="73"/>
                  </a:lnTo>
                  <a:lnTo>
                    <a:pt x="5" y="76"/>
                  </a:lnTo>
                  <a:lnTo>
                    <a:pt x="5" y="79"/>
                  </a:lnTo>
                  <a:lnTo>
                    <a:pt x="4" y="82"/>
                  </a:lnTo>
                  <a:lnTo>
                    <a:pt x="4" y="84"/>
                  </a:lnTo>
                  <a:lnTo>
                    <a:pt x="3" y="86"/>
                  </a:lnTo>
                  <a:lnTo>
                    <a:pt x="3" y="90"/>
                  </a:lnTo>
                  <a:lnTo>
                    <a:pt x="1" y="92"/>
                  </a:lnTo>
                  <a:lnTo>
                    <a:pt x="1" y="96"/>
                  </a:lnTo>
                  <a:lnTo>
                    <a:pt x="1" y="100"/>
                  </a:lnTo>
                  <a:lnTo>
                    <a:pt x="1" y="103"/>
                  </a:lnTo>
                  <a:lnTo>
                    <a:pt x="0" y="107"/>
                  </a:lnTo>
                  <a:lnTo>
                    <a:pt x="0" y="110"/>
                  </a:lnTo>
                  <a:lnTo>
                    <a:pt x="0" y="115"/>
                  </a:lnTo>
                  <a:lnTo>
                    <a:pt x="0" y="120"/>
                  </a:lnTo>
                  <a:lnTo>
                    <a:pt x="0" y="125"/>
                  </a:lnTo>
                  <a:lnTo>
                    <a:pt x="0" y="130"/>
                  </a:lnTo>
                  <a:lnTo>
                    <a:pt x="0" y="136"/>
                  </a:lnTo>
                  <a:lnTo>
                    <a:pt x="0" y="142"/>
                  </a:lnTo>
                  <a:lnTo>
                    <a:pt x="0" y="148"/>
                  </a:lnTo>
                  <a:lnTo>
                    <a:pt x="0" y="155"/>
                  </a:lnTo>
                  <a:lnTo>
                    <a:pt x="0" y="162"/>
                  </a:lnTo>
                  <a:lnTo>
                    <a:pt x="0" y="169"/>
                  </a:lnTo>
                  <a:lnTo>
                    <a:pt x="0" y="178"/>
                  </a:lnTo>
                  <a:lnTo>
                    <a:pt x="0" y="185"/>
                  </a:lnTo>
                  <a:lnTo>
                    <a:pt x="0" y="192"/>
                  </a:lnTo>
                  <a:lnTo>
                    <a:pt x="0" y="198"/>
                  </a:lnTo>
                  <a:lnTo>
                    <a:pt x="0" y="204"/>
                  </a:lnTo>
                  <a:lnTo>
                    <a:pt x="0" y="210"/>
                  </a:lnTo>
                  <a:lnTo>
                    <a:pt x="0" y="216"/>
                  </a:lnTo>
                  <a:lnTo>
                    <a:pt x="0" y="222"/>
                  </a:lnTo>
                  <a:lnTo>
                    <a:pt x="0" y="227"/>
                  </a:lnTo>
                  <a:lnTo>
                    <a:pt x="0" y="233"/>
                  </a:lnTo>
                  <a:lnTo>
                    <a:pt x="0" y="238"/>
                  </a:lnTo>
                  <a:lnTo>
                    <a:pt x="0" y="243"/>
                  </a:lnTo>
                  <a:lnTo>
                    <a:pt x="0" y="249"/>
                  </a:lnTo>
                  <a:lnTo>
                    <a:pt x="0" y="255"/>
                  </a:lnTo>
                  <a:lnTo>
                    <a:pt x="0" y="260"/>
                  </a:lnTo>
                  <a:lnTo>
                    <a:pt x="0" y="266"/>
                  </a:lnTo>
                  <a:lnTo>
                    <a:pt x="0" y="272"/>
                  </a:lnTo>
                  <a:lnTo>
                    <a:pt x="0" y="279"/>
                  </a:lnTo>
                  <a:lnTo>
                    <a:pt x="0" y="285"/>
                  </a:lnTo>
                  <a:lnTo>
                    <a:pt x="0" y="292"/>
                  </a:lnTo>
                  <a:lnTo>
                    <a:pt x="0" y="299"/>
                  </a:lnTo>
                  <a:lnTo>
                    <a:pt x="0" y="308"/>
                  </a:lnTo>
                  <a:lnTo>
                    <a:pt x="0" y="316"/>
                  </a:lnTo>
                  <a:lnTo>
                    <a:pt x="0" y="326"/>
                  </a:lnTo>
                  <a:lnTo>
                    <a:pt x="0" y="335"/>
                  </a:lnTo>
                  <a:lnTo>
                    <a:pt x="0" y="346"/>
                  </a:lnTo>
                  <a:lnTo>
                    <a:pt x="0" y="357"/>
                  </a:lnTo>
                  <a:lnTo>
                    <a:pt x="0" y="369"/>
                  </a:lnTo>
                  <a:lnTo>
                    <a:pt x="0" y="382"/>
                  </a:lnTo>
                  <a:lnTo>
                    <a:pt x="0" y="395"/>
                  </a:lnTo>
                  <a:lnTo>
                    <a:pt x="0" y="410"/>
                  </a:lnTo>
                  <a:lnTo>
                    <a:pt x="0" y="425"/>
                  </a:lnTo>
                  <a:lnTo>
                    <a:pt x="0" y="441"/>
                  </a:lnTo>
                  <a:lnTo>
                    <a:pt x="0" y="456"/>
                  </a:lnTo>
                  <a:lnTo>
                    <a:pt x="0" y="469"/>
                  </a:lnTo>
                  <a:lnTo>
                    <a:pt x="0" y="482"/>
                  </a:lnTo>
                  <a:lnTo>
                    <a:pt x="0" y="494"/>
                  </a:lnTo>
                  <a:lnTo>
                    <a:pt x="0" y="505"/>
                  </a:lnTo>
                  <a:lnTo>
                    <a:pt x="0" y="516"/>
                  </a:lnTo>
                  <a:lnTo>
                    <a:pt x="0" y="525"/>
                  </a:lnTo>
                  <a:lnTo>
                    <a:pt x="0" y="535"/>
                  </a:lnTo>
                  <a:lnTo>
                    <a:pt x="0" y="543"/>
                  </a:lnTo>
                  <a:lnTo>
                    <a:pt x="0" y="550"/>
                  </a:lnTo>
                  <a:lnTo>
                    <a:pt x="0" y="559"/>
                  </a:lnTo>
                  <a:lnTo>
                    <a:pt x="0" y="566"/>
                  </a:lnTo>
                  <a:lnTo>
                    <a:pt x="0" y="572"/>
                  </a:lnTo>
                  <a:lnTo>
                    <a:pt x="0" y="579"/>
                  </a:lnTo>
                  <a:lnTo>
                    <a:pt x="0" y="585"/>
                  </a:lnTo>
                  <a:lnTo>
                    <a:pt x="0" y="591"/>
                  </a:lnTo>
                  <a:lnTo>
                    <a:pt x="0" y="596"/>
                  </a:lnTo>
                  <a:lnTo>
                    <a:pt x="0" y="602"/>
                  </a:lnTo>
                  <a:lnTo>
                    <a:pt x="0" y="608"/>
                  </a:lnTo>
                  <a:lnTo>
                    <a:pt x="0" y="613"/>
                  </a:lnTo>
                  <a:lnTo>
                    <a:pt x="0" y="618"/>
                  </a:lnTo>
                  <a:lnTo>
                    <a:pt x="0" y="624"/>
                  </a:lnTo>
                  <a:lnTo>
                    <a:pt x="0" y="629"/>
                  </a:lnTo>
                  <a:lnTo>
                    <a:pt x="0" y="635"/>
                  </a:lnTo>
                  <a:lnTo>
                    <a:pt x="0" y="641"/>
                  </a:lnTo>
                  <a:lnTo>
                    <a:pt x="0" y="647"/>
                  </a:lnTo>
                  <a:lnTo>
                    <a:pt x="0" y="653"/>
                  </a:lnTo>
                  <a:lnTo>
                    <a:pt x="0" y="659"/>
                  </a:lnTo>
                  <a:lnTo>
                    <a:pt x="0" y="666"/>
                  </a:lnTo>
                  <a:lnTo>
                    <a:pt x="0" y="673"/>
                  </a:lnTo>
                  <a:lnTo>
                    <a:pt x="0" y="682"/>
                  </a:lnTo>
                  <a:lnTo>
                    <a:pt x="0" y="689"/>
                  </a:lnTo>
                  <a:lnTo>
                    <a:pt x="0" y="696"/>
                  </a:lnTo>
                  <a:lnTo>
                    <a:pt x="0" y="703"/>
                  </a:lnTo>
                  <a:lnTo>
                    <a:pt x="0" y="709"/>
                  </a:lnTo>
                  <a:lnTo>
                    <a:pt x="0" y="715"/>
                  </a:lnTo>
                  <a:lnTo>
                    <a:pt x="0" y="721"/>
                  </a:lnTo>
                  <a:lnTo>
                    <a:pt x="0" y="726"/>
                  </a:lnTo>
                  <a:lnTo>
                    <a:pt x="0" y="731"/>
                  </a:lnTo>
                  <a:lnTo>
                    <a:pt x="0" y="736"/>
                  </a:lnTo>
                  <a:lnTo>
                    <a:pt x="0" y="740"/>
                  </a:lnTo>
                  <a:lnTo>
                    <a:pt x="0" y="744"/>
                  </a:lnTo>
                  <a:lnTo>
                    <a:pt x="1" y="748"/>
                  </a:lnTo>
                  <a:lnTo>
                    <a:pt x="1" y="751"/>
                  </a:lnTo>
                  <a:lnTo>
                    <a:pt x="1" y="755"/>
                  </a:lnTo>
                  <a:lnTo>
                    <a:pt x="1" y="757"/>
                  </a:lnTo>
                  <a:lnTo>
                    <a:pt x="3" y="761"/>
                  </a:lnTo>
                  <a:lnTo>
                    <a:pt x="3" y="763"/>
                  </a:lnTo>
                  <a:lnTo>
                    <a:pt x="4" y="767"/>
                  </a:lnTo>
                  <a:lnTo>
                    <a:pt x="4" y="769"/>
                  </a:lnTo>
                  <a:lnTo>
                    <a:pt x="5" y="772"/>
                  </a:lnTo>
                  <a:lnTo>
                    <a:pt x="5" y="775"/>
                  </a:lnTo>
                  <a:lnTo>
                    <a:pt x="6" y="778"/>
                  </a:lnTo>
                  <a:lnTo>
                    <a:pt x="7" y="780"/>
                  </a:lnTo>
                  <a:lnTo>
                    <a:pt x="7" y="783"/>
                  </a:lnTo>
                  <a:lnTo>
                    <a:pt x="9" y="786"/>
                  </a:lnTo>
                  <a:lnTo>
                    <a:pt x="10" y="789"/>
                  </a:lnTo>
                  <a:lnTo>
                    <a:pt x="11" y="791"/>
                  </a:lnTo>
                  <a:lnTo>
                    <a:pt x="12" y="795"/>
                  </a:lnTo>
                  <a:lnTo>
                    <a:pt x="15" y="798"/>
                  </a:lnTo>
                  <a:lnTo>
                    <a:pt x="16" y="802"/>
                  </a:lnTo>
                  <a:lnTo>
                    <a:pt x="17" y="805"/>
                  </a:lnTo>
                  <a:lnTo>
                    <a:pt x="19" y="809"/>
                  </a:lnTo>
                  <a:lnTo>
                    <a:pt x="21" y="813"/>
                  </a:lnTo>
                  <a:lnTo>
                    <a:pt x="23" y="816"/>
                  </a:lnTo>
                  <a:lnTo>
                    <a:pt x="24" y="820"/>
                  </a:lnTo>
                  <a:lnTo>
                    <a:pt x="25" y="823"/>
                  </a:lnTo>
                  <a:lnTo>
                    <a:pt x="27" y="826"/>
                  </a:lnTo>
                  <a:lnTo>
                    <a:pt x="28" y="828"/>
                  </a:lnTo>
                  <a:lnTo>
                    <a:pt x="29" y="831"/>
                  </a:lnTo>
                  <a:lnTo>
                    <a:pt x="31" y="833"/>
                  </a:lnTo>
                  <a:lnTo>
                    <a:pt x="33" y="835"/>
                  </a:lnTo>
                  <a:lnTo>
                    <a:pt x="34" y="838"/>
                  </a:lnTo>
                  <a:lnTo>
                    <a:pt x="35" y="839"/>
                  </a:lnTo>
                  <a:lnTo>
                    <a:pt x="36" y="841"/>
                  </a:lnTo>
                  <a:lnTo>
                    <a:pt x="37" y="843"/>
                  </a:lnTo>
                  <a:lnTo>
                    <a:pt x="39" y="844"/>
                  </a:lnTo>
                  <a:lnTo>
                    <a:pt x="40" y="845"/>
                  </a:lnTo>
                  <a:lnTo>
                    <a:pt x="41" y="846"/>
                  </a:lnTo>
                  <a:lnTo>
                    <a:pt x="42" y="847"/>
                  </a:lnTo>
                  <a:lnTo>
                    <a:pt x="43" y="847"/>
                  </a:lnTo>
                  <a:lnTo>
                    <a:pt x="46" y="849"/>
                  </a:lnTo>
                  <a:lnTo>
                    <a:pt x="47" y="849"/>
                  </a:lnTo>
                  <a:lnTo>
                    <a:pt x="48" y="850"/>
                  </a:lnTo>
                  <a:lnTo>
                    <a:pt x="51" y="850"/>
                  </a:lnTo>
                  <a:lnTo>
                    <a:pt x="52" y="850"/>
                  </a:lnTo>
                  <a:lnTo>
                    <a:pt x="54" y="851"/>
                  </a:lnTo>
                  <a:lnTo>
                    <a:pt x="57" y="851"/>
                  </a:lnTo>
                  <a:lnTo>
                    <a:pt x="59" y="851"/>
                  </a:lnTo>
                  <a:lnTo>
                    <a:pt x="61" y="851"/>
                  </a:lnTo>
                  <a:lnTo>
                    <a:pt x="64" y="851"/>
                  </a:lnTo>
                  <a:lnTo>
                    <a:pt x="67" y="851"/>
                  </a:lnTo>
                  <a:lnTo>
                    <a:pt x="70" y="851"/>
                  </a:lnTo>
                  <a:lnTo>
                    <a:pt x="73" y="851"/>
                  </a:lnTo>
                  <a:lnTo>
                    <a:pt x="77" y="851"/>
                  </a:lnTo>
                  <a:lnTo>
                    <a:pt x="81" y="851"/>
                  </a:lnTo>
                  <a:lnTo>
                    <a:pt x="84" y="851"/>
                  </a:lnTo>
                  <a:lnTo>
                    <a:pt x="88" y="851"/>
                  </a:lnTo>
                  <a:lnTo>
                    <a:pt x="90" y="851"/>
                  </a:lnTo>
                  <a:lnTo>
                    <a:pt x="94" y="851"/>
                  </a:lnTo>
                  <a:lnTo>
                    <a:pt x="98" y="851"/>
                  </a:lnTo>
                  <a:lnTo>
                    <a:pt x="101" y="851"/>
                  </a:lnTo>
                  <a:lnTo>
                    <a:pt x="105" y="851"/>
                  </a:lnTo>
                  <a:lnTo>
                    <a:pt x="108" y="851"/>
                  </a:lnTo>
                  <a:lnTo>
                    <a:pt x="113" y="851"/>
                  </a:lnTo>
                  <a:lnTo>
                    <a:pt x="118" y="851"/>
                  </a:lnTo>
                  <a:lnTo>
                    <a:pt x="123" y="851"/>
                  </a:lnTo>
                  <a:lnTo>
                    <a:pt x="129" y="851"/>
                  </a:lnTo>
                  <a:lnTo>
                    <a:pt x="135" y="851"/>
                  </a:lnTo>
                  <a:lnTo>
                    <a:pt x="142" y="851"/>
                  </a:lnTo>
                  <a:lnTo>
                    <a:pt x="149" y="851"/>
                  </a:lnTo>
                  <a:lnTo>
                    <a:pt x="159" y="851"/>
                  </a:lnTo>
                  <a:lnTo>
                    <a:pt x="167" y="851"/>
                  </a:lnTo>
                  <a:lnTo>
                    <a:pt x="178" y="851"/>
                  </a:lnTo>
                  <a:lnTo>
                    <a:pt x="189" y="851"/>
                  </a:lnTo>
                  <a:lnTo>
                    <a:pt x="202" y="851"/>
                  </a:lnTo>
                  <a:lnTo>
                    <a:pt x="215" y="851"/>
                  </a:lnTo>
                  <a:lnTo>
                    <a:pt x="230" y="851"/>
                  </a:lnTo>
                  <a:lnTo>
                    <a:pt x="245" y="851"/>
                  </a:lnTo>
                  <a:lnTo>
                    <a:pt x="263" y="851"/>
                  </a:lnTo>
                  <a:lnTo>
                    <a:pt x="281" y="851"/>
                  </a:lnTo>
                  <a:lnTo>
                    <a:pt x="302" y="851"/>
                  </a:lnTo>
                  <a:lnTo>
                    <a:pt x="324" y="851"/>
                  </a:lnTo>
                  <a:lnTo>
                    <a:pt x="346" y="851"/>
                  </a:lnTo>
                  <a:lnTo>
                    <a:pt x="372" y="851"/>
                  </a:lnTo>
                  <a:lnTo>
                    <a:pt x="397" y="851"/>
                  </a:lnTo>
                  <a:lnTo>
                    <a:pt x="426" y="851"/>
                  </a:lnTo>
                  <a:lnTo>
                    <a:pt x="453" y="851"/>
                  </a:lnTo>
                  <a:lnTo>
                    <a:pt x="480" y="851"/>
                  </a:lnTo>
                  <a:lnTo>
                    <a:pt x="505" y="851"/>
                  </a:lnTo>
                  <a:lnTo>
                    <a:pt x="528" y="851"/>
                  </a:lnTo>
                  <a:lnTo>
                    <a:pt x="550" y="851"/>
                  </a:lnTo>
                  <a:lnTo>
                    <a:pt x="570" y="851"/>
                  </a:lnTo>
                  <a:lnTo>
                    <a:pt x="588" y="851"/>
                  </a:lnTo>
                  <a:lnTo>
                    <a:pt x="605" y="851"/>
                  </a:lnTo>
                  <a:lnTo>
                    <a:pt x="622" y="851"/>
                  </a:lnTo>
                  <a:lnTo>
                    <a:pt x="636" y="851"/>
                  </a:lnTo>
                  <a:lnTo>
                    <a:pt x="649" y="851"/>
                  </a:lnTo>
                  <a:lnTo>
                    <a:pt x="661" y="851"/>
                  </a:lnTo>
                  <a:lnTo>
                    <a:pt x="673" y="851"/>
                  </a:lnTo>
                  <a:lnTo>
                    <a:pt x="684" y="851"/>
                  </a:lnTo>
                  <a:lnTo>
                    <a:pt x="693" y="851"/>
                  </a:lnTo>
                  <a:lnTo>
                    <a:pt x="701" y="851"/>
                  </a:lnTo>
                  <a:lnTo>
                    <a:pt x="709" y="851"/>
                  </a:lnTo>
                  <a:lnTo>
                    <a:pt x="717" y="851"/>
                  </a:lnTo>
                  <a:lnTo>
                    <a:pt x="723" y="851"/>
                  </a:lnTo>
                  <a:lnTo>
                    <a:pt x="729" y="851"/>
                  </a:lnTo>
                  <a:lnTo>
                    <a:pt x="733" y="851"/>
                  </a:lnTo>
                  <a:lnTo>
                    <a:pt x="738" y="851"/>
                  </a:lnTo>
                  <a:lnTo>
                    <a:pt x="743" y="851"/>
                  </a:lnTo>
                  <a:lnTo>
                    <a:pt x="747" y="851"/>
                  </a:lnTo>
                  <a:lnTo>
                    <a:pt x="750" y="851"/>
                  </a:lnTo>
                  <a:lnTo>
                    <a:pt x="754" y="851"/>
                  </a:lnTo>
                  <a:lnTo>
                    <a:pt x="758" y="851"/>
                  </a:lnTo>
                  <a:lnTo>
                    <a:pt x="761" y="851"/>
                  </a:lnTo>
                  <a:lnTo>
                    <a:pt x="764" y="851"/>
                  </a:lnTo>
                  <a:lnTo>
                    <a:pt x="767" y="851"/>
                  </a:lnTo>
                  <a:lnTo>
                    <a:pt x="771" y="851"/>
                  </a:lnTo>
                  <a:lnTo>
                    <a:pt x="774" y="851"/>
                  </a:lnTo>
                  <a:lnTo>
                    <a:pt x="778" y="851"/>
                  </a:lnTo>
                  <a:lnTo>
                    <a:pt x="782" y="851"/>
                  </a:lnTo>
                  <a:lnTo>
                    <a:pt x="784" y="851"/>
                  </a:lnTo>
                  <a:lnTo>
                    <a:pt x="788" y="851"/>
                  </a:lnTo>
                  <a:lnTo>
                    <a:pt x="790" y="851"/>
                  </a:lnTo>
                  <a:lnTo>
                    <a:pt x="792" y="851"/>
                  </a:lnTo>
                  <a:lnTo>
                    <a:pt x="795" y="851"/>
                  </a:lnTo>
                  <a:lnTo>
                    <a:pt x="797" y="851"/>
                  </a:lnTo>
                  <a:lnTo>
                    <a:pt x="798" y="850"/>
                  </a:lnTo>
                  <a:lnTo>
                    <a:pt x="801" y="850"/>
                  </a:lnTo>
                  <a:lnTo>
                    <a:pt x="803" y="850"/>
                  </a:lnTo>
                  <a:lnTo>
                    <a:pt x="804" y="849"/>
                  </a:lnTo>
                  <a:lnTo>
                    <a:pt x="806" y="849"/>
                  </a:lnTo>
                  <a:lnTo>
                    <a:pt x="808" y="847"/>
                  </a:lnTo>
                  <a:lnTo>
                    <a:pt x="809" y="847"/>
                  </a:lnTo>
                  <a:lnTo>
                    <a:pt x="810" y="846"/>
                  </a:lnTo>
                  <a:lnTo>
                    <a:pt x="812" y="845"/>
                  </a:lnTo>
                  <a:lnTo>
                    <a:pt x="813" y="844"/>
                  </a:lnTo>
                  <a:lnTo>
                    <a:pt x="814" y="843"/>
                  </a:lnTo>
                  <a:lnTo>
                    <a:pt x="815" y="841"/>
                  </a:lnTo>
                  <a:lnTo>
                    <a:pt x="816" y="839"/>
                  </a:lnTo>
                  <a:lnTo>
                    <a:pt x="818" y="838"/>
                  </a:lnTo>
                  <a:lnTo>
                    <a:pt x="819" y="835"/>
                  </a:lnTo>
                  <a:lnTo>
                    <a:pt x="820" y="833"/>
                  </a:lnTo>
                  <a:lnTo>
                    <a:pt x="821" y="831"/>
                  </a:lnTo>
                  <a:lnTo>
                    <a:pt x="822" y="828"/>
                  </a:lnTo>
                  <a:lnTo>
                    <a:pt x="825" y="826"/>
                  </a:lnTo>
                  <a:lnTo>
                    <a:pt x="826" y="823"/>
                  </a:lnTo>
                  <a:lnTo>
                    <a:pt x="827" y="820"/>
                  </a:lnTo>
                  <a:lnTo>
                    <a:pt x="828" y="816"/>
                  </a:lnTo>
                  <a:lnTo>
                    <a:pt x="831" y="813"/>
                  </a:lnTo>
                  <a:lnTo>
                    <a:pt x="832" y="809"/>
                  </a:lnTo>
                  <a:lnTo>
                    <a:pt x="834" y="805"/>
                  </a:lnTo>
                  <a:lnTo>
                    <a:pt x="836" y="802"/>
                  </a:lnTo>
                  <a:lnTo>
                    <a:pt x="837" y="798"/>
                  </a:lnTo>
                  <a:lnTo>
                    <a:pt x="838" y="795"/>
                  </a:lnTo>
                  <a:lnTo>
                    <a:pt x="840" y="791"/>
                  </a:lnTo>
                  <a:lnTo>
                    <a:pt x="842" y="789"/>
                  </a:lnTo>
                  <a:lnTo>
                    <a:pt x="843" y="786"/>
                  </a:lnTo>
                  <a:lnTo>
                    <a:pt x="843" y="783"/>
                  </a:lnTo>
                  <a:lnTo>
                    <a:pt x="844" y="780"/>
                  </a:lnTo>
                  <a:lnTo>
                    <a:pt x="845" y="778"/>
                  </a:lnTo>
                  <a:lnTo>
                    <a:pt x="846" y="775"/>
                  </a:lnTo>
                  <a:lnTo>
                    <a:pt x="846" y="772"/>
                  </a:lnTo>
                  <a:lnTo>
                    <a:pt x="848" y="769"/>
                  </a:lnTo>
                  <a:lnTo>
                    <a:pt x="848" y="767"/>
                  </a:lnTo>
                  <a:lnTo>
                    <a:pt x="849" y="763"/>
                  </a:lnTo>
                  <a:lnTo>
                    <a:pt x="849" y="761"/>
                  </a:lnTo>
                  <a:lnTo>
                    <a:pt x="850" y="757"/>
                  </a:lnTo>
                  <a:lnTo>
                    <a:pt x="850" y="755"/>
                  </a:lnTo>
                  <a:lnTo>
                    <a:pt x="850" y="751"/>
                  </a:lnTo>
                  <a:lnTo>
                    <a:pt x="850" y="748"/>
                  </a:lnTo>
                  <a:lnTo>
                    <a:pt x="851" y="744"/>
                  </a:lnTo>
                  <a:lnTo>
                    <a:pt x="851" y="740"/>
                  </a:lnTo>
                  <a:lnTo>
                    <a:pt x="851" y="736"/>
                  </a:lnTo>
                  <a:lnTo>
                    <a:pt x="851" y="731"/>
                  </a:lnTo>
                  <a:lnTo>
                    <a:pt x="851" y="726"/>
                  </a:lnTo>
                  <a:lnTo>
                    <a:pt x="851" y="721"/>
                  </a:lnTo>
                  <a:lnTo>
                    <a:pt x="851" y="715"/>
                  </a:lnTo>
                  <a:lnTo>
                    <a:pt x="851" y="709"/>
                  </a:lnTo>
                  <a:lnTo>
                    <a:pt x="851" y="703"/>
                  </a:lnTo>
                  <a:lnTo>
                    <a:pt x="851" y="696"/>
                  </a:lnTo>
                  <a:lnTo>
                    <a:pt x="851" y="689"/>
                  </a:lnTo>
                  <a:lnTo>
                    <a:pt x="851" y="682"/>
                  </a:lnTo>
                  <a:lnTo>
                    <a:pt x="851" y="673"/>
                  </a:lnTo>
                  <a:lnTo>
                    <a:pt x="851" y="666"/>
                  </a:lnTo>
                  <a:lnTo>
                    <a:pt x="851" y="659"/>
                  </a:lnTo>
                  <a:lnTo>
                    <a:pt x="851" y="653"/>
                  </a:lnTo>
                  <a:lnTo>
                    <a:pt x="851" y="647"/>
                  </a:lnTo>
                  <a:lnTo>
                    <a:pt x="851" y="641"/>
                  </a:lnTo>
                  <a:lnTo>
                    <a:pt x="851" y="635"/>
                  </a:lnTo>
                  <a:lnTo>
                    <a:pt x="851" y="629"/>
                  </a:lnTo>
                  <a:lnTo>
                    <a:pt x="851" y="624"/>
                  </a:lnTo>
                  <a:lnTo>
                    <a:pt x="851" y="618"/>
                  </a:lnTo>
                  <a:lnTo>
                    <a:pt x="851" y="613"/>
                  </a:lnTo>
                  <a:lnTo>
                    <a:pt x="851" y="608"/>
                  </a:lnTo>
                  <a:lnTo>
                    <a:pt x="851" y="602"/>
                  </a:lnTo>
                  <a:lnTo>
                    <a:pt x="851" y="596"/>
                  </a:lnTo>
                  <a:lnTo>
                    <a:pt x="851" y="591"/>
                  </a:lnTo>
                  <a:lnTo>
                    <a:pt x="851" y="585"/>
                  </a:lnTo>
                  <a:lnTo>
                    <a:pt x="851" y="579"/>
                  </a:lnTo>
                  <a:lnTo>
                    <a:pt x="851" y="572"/>
                  </a:lnTo>
                  <a:lnTo>
                    <a:pt x="851" y="566"/>
                  </a:lnTo>
                  <a:lnTo>
                    <a:pt x="851" y="559"/>
                  </a:lnTo>
                  <a:lnTo>
                    <a:pt x="851" y="550"/>
                  </a:lnTo>
                  <a:lnTo>
                    <a:pt x="851" y="543"/>
                  </a:lnTo>
                  <a:lnTo>
                    <a:pt x="851" y="535"/>
                  </a:lnTo>
                  <a:lnTo>
                    <a:pt x="851" y="525"/>
                  </a:lnTo>
                  <a:lnTo>
                    <a:pt x="851" y="516"/>
                  </a:lnTo>
                  <a:lnTo>
                    <a:pt x="851" y="505"/>
                  </a:lnTo>
                  <a:lnTo>
                    <a:pt x="851" y="494"/>
                  </a:lnTo>
                  <a:lnTo>
                    <a:pt x="851" y="482"/>
                  </a:lnTo>
                  <a:lnTo>
                    <a:pt x="851" y="469"/>
                  </a:lnTo>
                  <a:lnTo>
                    <a:pt x="851" y="456"/>
                  </a:lnTo>
                  <a:lnTo>
                    <a:pt x="851" y="441"/>
                  </a:lnTo>
                  <a:lnTo>
                    <a:pt x="851" y="425"/>
                  </a:lnTo>
                  <a:lnTo>
                    <a:pt x="851" y="410"/>
                  </a:lnTo>
                  <a:lnTo>
                    <a:pt x="851" y="395"/>
                  </a:lnTo>
                  <a:lnTo>
                    <a:pt x="851" y="382"/>
                  </a:lnTo>
                  <a:lnTo>
                    <a:pt x="851" y="369"/>
                  </a:lnTo>
                  <a:lnTo>
                    <a:pt x="851" y="357"/>
                  </a:lnTo>
                  <a:lnTo>
                    <a:pt x="851" y="346"/>
                  </a:lnTo>
                  <a:lnTo>
                    <a:pt x="851" y="335"/>
                  </a:lnTo>
                  <a:lnTo>
                    <a:pt x="851" y="326"/>
                  </a:lnTo>
                  <a:lnTo>
                    <a:pt x="851" y="316"/>
                  </a:lnTo>
                  <a:lnTo>
                    <a:pt x="851" y="308"/>
                  </a:lnTo>
                  <a:lnTo>
                    <a:pt x="851" y="299"/>
                  </a:lnTo>
                  <a:lnTo>
                    <a:pt x="851" y="292"/>
                  </a:lnTo>
                  <a:lnTo>
                    <a:pt x="851" y="285"/>
                  </a:lnTo>
                  <a:lnTo>
                    <a:pt x="851" y="279"/>
                  </a:lnTo>
                  <a:lnTo>
                    <a:pt x="851" y="272"/>
                  </a:lnTo>
                  <a:lnTo>
                    <a:pt x="851" y="266"/>
                  </a:lnTo>
                  <a:lnTo>
                    <a:pt x="851" y="260"/>
                  </a:lnTo>
                  <a:lnTo>
                    <a:pt x="851" y="255"/>
                  </a:lnTo>
                  <a:lnTo>
                    <a:pt x="851" y="249"/>
                  </a:lnTo>
                  <a:lnTo>
                    <a:pt x="851" y="243"/>
                  </a:lnTo>
                  <a:lnTo>
                    <a:pt x="851" y="238"/>
                  </a:lnTo>
                  <a:lnTo>
                    <a:pt x="851" y="233"/>
                  </a:lnTo>
                  <a:lnTo>
                    <a:pt x="851" y="227"/>
                  </a:lnTo>
                  <a:lnTo>
                    <a:pt x="851" y="222"/>
                  </a:lnTo>
                  <a:lnTo>
                    <a:pt x="851" y="216"/>
                  </a:lnTo>
                  <a:lnTo>
                    <a:pt x="851" y="210"/>
                  </a:lnTo>
                  <a:lnTo>
                    <a:pt x="851" y="204"/>
                  </a:lnTo>
                  <a:lnTo>
                    <a:pt x="851" y="198"/>
                  </a:lnTo>
                  <a:lnTo>
                    <a:pt x="851" y="192"/>
                  </a:lnTo>
                  <a:lnTo>
                    <a:pt x="851" y="185"/>
                  </a:lnTo>
                  <a:lnTo>
                    <a:pt x="851" y="178"/>
                  </a:lnTo>
                  <a:lnTo>
                    <a:pt x="851" y="169"/>
                  </a:lnTo>
                  <a:lnTo>
                    <a:pt x="851" y="162"/>
                  </a:lnTo>
                  <a:lnTo>
                    <a:pt x="851" y="155"/>
                  </a:lnTo>
                  <a:lnTo>
                    <a:pt x="851" y="148"/>
                  </a:lnTo>
                  <a:lnTo>
                    <a:pt x="851" y="142"/>
                  </a:lnTo>
                  <a:lnTo>
                    <a:pt x="851" y="136"/>
                  </a:lnTo>
                  <a:lnTo>
                    <a:pt x="851" y="130"/>
                  </a:lnTo>
                  <a:lnTo>
                    <a:pt x="851" y="125"/>
                  </a:lnTo>
                  <a:lnTo>
                    <a:pt x="851" y="120"/>
                  </a:lnTo>
                  <a:lnTo>
                    <a:pt x="851" y="115"/>
                  </a:lnTo>
                  <a:lnTo>
                    <a:pt x="851" y="110"/>
                  </a:lnTo>
                  <a:lnTo>
                    <a:pt x="851" y="107"/>
                  </a:lnTo>
                  <a:lnTo>
                    <a:pt x="850" y="103"/>
                  </a:lnTo>
                  <a:lnTo>
                    <a:pt x="850" y="100"/>
                  </a:lnTo>
                  <a:lnTo>
                    <a:pt x="850" y="96"/>
                  </a:lnTo>
                  <a:lnTo>
                    <a:pt x="850" y="92"/>
                  </a:lnTo>
                  <a:lnTo>
                    <a:pt x="849" y="90"/>
                  </a:lnTo>
                  <a:lnTo>
                    <a:pt x="849" y="86"/>
                  </a:lnTo>
                  <a:lnTo>
                    <a:pt x="848" y="84"/>
                  </a:lnTo>
                  <a:lnTo>
                    <a:pt x="848" y="82"/>
                  </a:lnTo>
                  <a:lnTo>
                    <a:pt x="846" y="79"/>
                  </a:lnTo>
                  <a:lnTo>
                    <a:pt x="846" y="76"/>
                  </a:lnTo>
                  <a:lnTo>
                    <a:pt x="845" y="73"/>
                  </a:lnTo>
                  <a:lnTo>
                    <a:pt x="844" y="71"/>
                  </a:lnTo>
                  <a:lnTo>
                    <a:pt x="843" y="68"/>
                  </a:lnTo>
                  <a:lnTo>
                    <a:pt x="843" y="65"/>
                  </a:lnTo>
                  <a:lnTo>
                    <a:pt x="842" y="62"/>
                  </a:lnTo>
                  <a:lnTo>
                    <a:pt x="840" y="59"/>
                  </a:lnTo>
                  <a:lnTo>
                    <a:pt x="838" y="56"/>
                  </a:lnTo>
                  <a:lnTo>
                    <a:pt x="837" y="53"/>
                  </a:lnTo>
                  <a:lnTo>
                    <a:pt x="836" y="49"/>
                  </a:lnTo>
                  <a:lnTo>
                    <a:pt x="834" y="46"/>
                  </a:lnTo>
                  <a:lnTo>
                    <a:pt x="832" y="42"/>
                  </a:lnTo>
                  <a:lnTo>
                    <a:pt x="831" y="38"/>
                  </a:lnTo>
                  <a:lnTo>
                    <a:pt x="828" y="35"/>
                  </a:lnTo>
                  <a:lnTo>
                    <a:pt x="827" y="31"/>
                  </a:lnTo>
                  <a:lnTo>
                    <a:pt x="826" y="28"/>
                  </a:lnTo>
                  <a:lnTo>
                    <a:pt x="825" y="25"/>
                  </a:lnTo>
                  <a:lnTo>
                    <a:pt x="822" y="23"/>
                  </a:lnTo>
                  <a:lnTo>
                    <a:pt x="821" y="20"/>
                  </a:lnTo>
                  <a:lnTo>
                    <a:pt x="820" y="18"/>
                  </a:lnTo>
                  <a:lnTo>
                    <a:pt x="819" y="16"/>
                  </a:lnTo>
                  <a:lnTo>
                    <a:pt x="818" y="13"/>
                  </a:lnTo>
                  <a:lnTo>
                    <a:pt x="816" y="12"/>
                  </a:lnTo>
                  <a:lnTo>
                    <a:pt x="815" y="10"/>
                  </a:lnTo>
                  <a:lnTo>
                    <a:pt x="814" y="8"/>
                  </a:lnTo>
                  <a:lnTo>
                    <a:pt x="813" y="7"/>
                  </a:lnTo>
                  <a:lnTo>
                    <a:pt x="812" y="6"/>
                  </a:lnTo>
                  <a:lnTo>
                    <a:pt x="810" y="5"/>
                  </a:lnTo>
                  <a:lnTo>
                    <a:pt x="809" y="3"/>
                  </a:lnTo>
                  <a:lnTo>
                    <a:pt x="808" y="3"/>
                  </a:lnTo>
                  <a:lnTo>
                    <a:pt x="806" y="2"/>
                  </a:lnTo>
                  <a:lnTo>
                    <a:pt x="804" y="2"/>
                  </a:lnTo>
                  <a:lnTo>
                    <a:pt x="803" y="1"/>
                  </a:lnTo>
                  <a:lnTo>
                    <a:pt x="801" y="1"/>
                  </a:lnTo>
                  <a:lnTo>
                    <a:pt x="798" y="0"/>
                  </a:lnTo>
                  <a:lnTo>
                    <a:pt x="797" y="0"/>
                  </a:lnTo>
                  <a:lnTo>
                    <a:pt x="795" y="0"/>
                  </a:lnTo>
                  <a:lnTo>
                    <a:pt x="792" y="0"/>
                  </a:lnTo>
                  <a:lnTo>
                    <a:pt x="790" y="0"/>
                  </a:lnTo>
                  <a:lnTo>
                    <a:pt x="788" y="0"/>
                  </a:lnTo>
                  <a:lnTo>
                    <a:pt x="784" y="0"/>
                  </a:lnTo>
                  <a:lnTo>
                    <a:pt x="782" y="0"/>
                  </a:lnTo>
                  <a:lnTo>
                    <a:pt x="778" y="0"/>
                  </a:lnTo>
                  <a:lnTo>
                    <a:pt x="774" y="0"/>
                  </a:lnTo>
                  <a:lnTo>
                    <a:pt x="771" y="0"/>
                  </a:lnTo>
                  <a:lnTo>
                    <a:pt x="767" y="0"/>
                  </a:lnTo>
                  <a:lnTo>
                    <a:pt x="764" y="0"/>
                  </a:lnTo>
                  <a:lnTo>
                    <a:pt x="761" y="0"/>
                  </a:lnTo>
                  <a:lnTo>
                    <a:pt x="758" y="0"/>
                  </a:lnTo>
                  <a:lnTo>
                    <a:pt x="754" y="0"/>
                  </a:lnTo>
                  <a:lnTo>
                    <a:pt x="750" y="0"/>
                  </a:lnTo>
                  <a:lnTo>
                    <a:pt x="747" y="0"/>
                  </a:lnTo>
                  <a:lnTo>
                    <a:pt x="743" y="0"/>
                  </a:lnTo>
                  <a:lnTo>
                    <a:pt x="738" y="0"/>
                  </a:lnTo>
                  <a:lnTo>
                    <a:pt x="733" y="0"/>
                  </a:lnTo>
                  <a:lnTo>
                    <a:pt x="729" y="0"/>
                  </a:lnTo>
                  <a:lnTo>
                    <a:pt x="723" y="0"/>
                  </a:lnTo>
                  <a:lnTo>
                    <a:pt x="717" y="0"/>
                  </a:lnTo>
                  <a:lnTo>
                    <a:pt x="709" y="0"/>
                  </a:lnTo>
                  <a:lnTo>
                    <a:pt x="701" y="0"/>
                  </a:lnTo>
                  <a:lnTo>
                    <a:pt x="693" y="0"/>
                  </a:lnTo>
                  <a:lnTo>
                    <a:pt x="684" y="0"/>
                  </a:lnTo>
                  <a:lnTo>
                    <a:pt x="673" y="0"/>
                  </a:lnTo>
                  <a:lnTo>
                    <a:pt x="661" y="0"/>
                  </a:lnTo>
                  <a:lnTo>
                    <a:pt x="649" y="0"/>
                  </a:lnTo>
                  <a:lnTo>
                    <a:pt x="636" y="0"/>
                  </a:lnTo>
                  <a:lnTo>
                    <a:pt x="622" y="0"/>
                  </a:lnTo>
                  <a:lnTo>
                    <a:pt x="605" y="0"/>
                  </a:lnTo>
                  <a:lnTo>
                    <a:pt x="588" y="0"/>
                  </a:lnTo>
                  <a:lnTo>
                    <a:pt x="570" y="0"/>
                  </a:lnTo>
                  <a:lnTo>
                    <a:pt x="550" y="0"/>
                  </a:lnTo>
                  <a:lnTo>
                    <a:pt x="528" y="0"/>
                  </a:lnTo>
                  <a:lnTo>
                    <a:pt x="505" y="0"/>
                  </a:lnTo>
                  <a:lnTo>
                    <a:pt x="480" y="0"/>
                  </a:lnTo>
                  <a:lnTo>
                    <a:pt x="453" y="0"/>
                  </a:lnTo>
                  <a:lnTo>
                    <a:pt x="426" y="0"/>
                  </a:lnTo>
                  <a:close/>
                </a:path>
              </a:pathLst>
            </a:custGeom>
            <a:noFill/>
            <a:ln w="17463">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99" name="Rectangle 135">
              <a:extLst>
                <a:ext uri="{FF2B5EF4-FFF2-40B4-BE49-F238E27FC236}">
                  <a16:creationId xmlns:a16="http://schemas.microsoft.com/office/drawing/2014/main" id="{F2D191A1-4C6D-4514-833A-AD4FFDE84A33}"/>
                </a:ext>
              </a:extLst>
            </p:cNvPr>
            <p:cNvSpPr>
              <a:spLocks noChangeArrowheads="1"/>
            </p:cNvSpPr>
            <p:nvPr/>
          </p:nvSpPr>
          <p:spPr bwMode="auto">
            <a:xfrm>
              <a:off x="3400425" y="4146550"/>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00" name="Freeform 194">
              <a:extLst>
                <a:ext uri="{FF2B5EF4-FFF2-40B4-BE49-F238E27FC236}">
                  <a16:creationId xmlns:a16="http://schemas.microsoft.com/office/drawing/2014/main" id="{AD95447D-E830-45B3-9E71-DC0AEBB7B7E4}"/>
                </a:ext>
              </a:extLst>
            </p:cNvPr>
            <p:cNvSpPr>
              <a:spLocks/>
            </p:cNvSpPr>
            <p:nvPr/>
          </p:nvSpPr>
          <p:spPr bwMode="auto">
            <a:xfrm>
              <a:off x="3952875" y="4932362"/>
              <a:ext cx="1420813" cy="203200"/>
            </a:xfrm>
            <a:custGeom>
              <a:avLst/>
              <a:gdLst>
                <a:gd name="T0" fmla="*/ 2147483646 w 1789"/>
                <a:gd name="T1" fmla="*/ 0 h 255"/>
                <a:gd name="T2" fmla="*/ 2147483646 w 1789"/>
                <a:gd name="T3" fmla="*/ 0 h 255"/>
                <a:gd name="T4" fmla="*/ 2147483646 w 1789"/>
                <a:gd name="T5" fmla="*/ 0 h 255"/>
                <a:gd name="T6" fmla="*/ 2147483646 w 1789"/>
                <a:gd name="T7" fmla="*/ 0 h 255"/>
                <a:gd name="T8" fmla="*/ 2147483646 w 1789"/>
                <a:gd name="T9" fmla="*/ 0 h 255"/>
                <a:gd name="T10" fmla="*/ 2147483646 w 1789"/>
                <a:gd name="T11" fmla="*/ 0 h 255"/>
                <a:gd name="T12" fmla="*/ 2147483646 w 1789"/>
                <a:gd name="T13" fmla="*/ 2147483646 h 255"/>
                <a:gd name="T14" fmla="*/ 2147483646 w 1789"/>
                <a:gd name="T15" fmla="*/ 2147483646 h 255"/>
                <a:gd name="T16" fmla="*/ 2147483646 w 1789"/>
                <a:gd name="T17" fmla="*/ 2147483646 h 255"/>
                <a:gd name="T18" fmla="*/ 2147483646 w 1789"/>
                <a:gd name="T19" fmla="*/ 2147483646 h 255"/>
                <a:gd name="T20" fmla="*/ 2147483646 w 1789"/>
                <a:gd name="T21" fmla="*/ 2147483646 h 255"/>
                <a:gd name="T22" fmla="*/ 2147483646 w 1789"/>
                <a:gd name="T23" fmla="*/ 2147483646 h 255"/>
                <a:gd name="T24" fmla="*/ 0 w 1789"/>
                <a:gd name="T25" fmla="*/ 2147483646 h 255"/>
                <a:gd name="T26" fmla="*/ 0 w 1789"/>
                <a:gd name="T27" fmla="*/ 2147483646 h 255"/>
                <a:gd name="T28" fmla="*/ 0 w 1789"/>
                <a:gd name="T29" fmla="*/ 2147483646 h 255"/>
                <a:gd name="T30" fmla="*/ 2147483646 w 1789"/>
                <a:gd name="T31" fmla="*/ 2147483646 h 255"/>
                <a:gd name="T32" fmla="*/ 2147483646 w 1789"/>
                <a:gd name="T33" fmla="*/ 2147483646 h 255"/>
                <a:gd name="T34" fmla="*/ 2147483646 w 1789"/>
                <a:gd name="T35" fmla="*/ 2147483646 h 255"/>
                <a:gd name="T36" fmla="*/ 2147483646 w 1789"/>
                <a:gd name="T37" fmla="*/ 2147483646 h 255"/>
                <a:gd name="T38" fmla="*/ 2147483646 w 1789"/>
                <a:gd name="T39" fmla="*/ 2147483646 h 255"/>
                <a:gd name="T40" fmla="*/ 2147483646 w 1789"/>
                <a:gd name="T41" fmla="*/ 2147483646 h 255"/>
                <a:gd name="T42" fmla="*/ 2147483646 w 1789"/>
                <a:gd name="T43" fmla="*/ 2147483646 h 255"/>
                <a:gd name="T44" fmla="*/ 2147483646 w 1789"/>
                <a:gd name="T45" fmla="*/ 2147483646 h 255"/>
                <a:gd name="T46" fmla="*/ 2147483646 w 1789"/>
                <a:gd name="T47" fmla="*/ 2147483646 h 255"/>
                <a:gd name="T48" fmla="*/ 2147483646 w 1789"/>
                <a:gd name="T49" fmla="*/ 2147483646 h 255"/>
                <a:gd name="T50" fmla="*/ 2147483646 w 1789"/>
                <a:gd name="T51" fmla="*/ 2147483646 h 255"/>
                <a:gd name="T52" fmla="*/ 2147483646 w 1789"/>
                <a:gd name="T53" fmla="*/ 2147483646 h 255"/>
                <a:gd name="T54" fmla="*/ 2147483646 w 1789"/>
                <a:gd name="T55" fmla="*/ 2147483646 h 255"/>
                <a:gd name="T56" fmla="*/ 2147483646 w 1789"/>
                <a:gd name="T57" fmla="*/ 2147483646 h 255"/>
                <a:gd name="T58" fmla="*/ 2147483646 w 1789"/>
                <a:gd name="T59" fmla="*/ 2147483646 h 255"/>
                <a:gd name="T60" fmla="*/ 2147483646 w 1789"/>
                <a:gd name="T61" fmla="*/ 2147483646 h 255"/>
                <a:gd name="T62" fmla="*/ 2147483646 w 1789"/>
                <a:gd name="T63" fmla="*/ 2147483646 h 255"/>
                <a:gd name="T64" fmla="*/ 2147483646 w 1789"/>
                <a:gd name="T65" fmla="*/ 2147483646 h 255"/>
                <a:gd name="T66" fmla="*/ 2147483646 w 1789"/>
                <a:gd name="T67" fmla="*/ 2147483646 h 255"/>
                <a:gd name="T68" fmla="*/ 2147483646 w 1789"/>
                <a:gd name="T69" fmla="*/ 2147483646 h 255"/>
                <a:gd name="T70" fmla="*/ 2147483646 w 1789"/>
                <a:gd name="T71" fmla="*/ 2147483646 h 255"/>
                <a:gd name="T72" fmla="*/ 2147483646 w 1789"/>
                <a:gd name="T73" fmla="*/ 2147483646 h 255"/>
                <a:gd name="T74" fmla="*/ 2147483646 w 1789"/>
                <a:gd name="T75" fmla="*/ 2147483646 h 255"/>
                <a:gd name="T76" fmla="*/ 2147483646 w 1789"/>
                <a:gd name="T77" fmla="*/ 2147483646 h 255"/>
                <a:gd name="T78" fmla="*/ 2147483646 w 1789"/>
                <a:gd name="T79" fmla="*/ 2147483646 h 255"/>
                <a:gd name="T80" fmla="*/ 2147483646 w 1789"/>
                <a:gd name="T81" fmla="*/ 2147483646 h 255"/>
                <a:gd name="T82" fmla="*/ 2147483646 w 1789"/>
                <a:gd name="T83" fmla="*/ 2147483646 h 255"/>
                <a:gd name="T84" fmla="*/ 2147483646 w 1789"/>
                <a:gd name="T85" fmla="*/ 2147483646 h 255"/>
                <a:gd name="T86" fmla="*/ 2147483646 w 1789"/>
                <a:gd name="T87" fmla="*/ 2147483646 h 255"/>
                <a:gd name="T88" fmla="*/ 2147483646 w 1789"/>
                <a:gd name="T89" fmla="*/ 2147483646 h 255"/>
                <a:gd name="T90" fmla="*/ 2147483646 w 1789"/>
                <a:gd name="T91" fmla="*/ 2147483646 h 255"/>
                <a:gd name="T92" fmla="*/ 2147483646 w 1789"/>
                <a:gd name="T93" fmla="*/ 2147483646 h 255"/>
                <a:gd name="T94" fmla="*/ 2147483646 w 1789"/>
                <a:gd name="T95" fmla="*/ 2147483646 h 255"/>
                <a:gd name="T96" fmla="*/ 2147483646 w 1789"/>
                <a:gd name="T97" fmla="*/ 2147483646 h 255"/>
                <a:gd name="T98" fmla="*/ 2147483646 w 1789"/>
                <a:gd name="T99" fmla="*/ 2147483646 h 255"/>
                <a:gd name="T100" fmla="*/ 2147483646 w 1789"/>
                <a:gd name="T101" fmla="*/ 0 h 255"/>
                <a:gd name="T102" fmla="*/ 2147483646 w 1789"/>
                <a:gd name="T103" fmla="*/ 0 h 255"/>
                <a:gd name="T104" fmla="*/ 2147483646 w 1789"/>
                <a:gd name="T105" fmla="*/ 0 h 255"/>
                <a:gd name="T106" fmla="*/ 2147483646 w 1789"/>
                <a:gd name="T107" fmla="*/ 0 h 255"/>
                <a:gd name="T108" fmla="*/ 2147483646 w 1789"/>
                <a:gd name="T109" fmla="*/ 0 h 255"/>
                <a:gd name="T110" fmla="*/ 2147483646 w 1789"/>
                <a:gd name="T111" fmla="*/ 0 h 25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789"/>
                <a:gd name="T169" fmla="*/ 0 h 255"/>
                <a:gd name="T170" fmla="*/ 1789 w 1789"/>
                <a:gd name="T171" fmla="*/ 255 h 25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789" h="255">
                  <a:moveTo>
                    <a:pt x="895" y="0"/>
                  </a:moveTo>
                  <a:lnTo>
                    <a:pt x="836" y="0"/>
                  </a:lnTo>
                  <a:lnTo>
                    <a:pt x="779" y="0"/>
                  </a:lnTo>
                  <a:lnTo>
                    <a:pt x="728" y="0"/>
                  </a:lnTo>
                  <a:lnTo>
                    <a:pt x="679" y="0"/>
                  </a:lnTo>
                  <a:lnTo>
                    <a:pt x="634" y="0"/>
                  </a:lnTo>
                  <a:lnTo>
                    <a:pt x="592" y="0"/>
                  </a:lnTo>
                  <a:lnTo>
                    <a:pt x="553" y="0"/>
                  </a:lnTo>
                  <a:lnTo>
                    <a:pt x="517" y="0"/>
                  </a:lnTo>
                  <a:lnTo>
                    <a:pt x="483" y="0"/>
                  </a:lnTo>
                  <a:lnTo>
                    <a:pt x="452" y="0"/>
                  </a:lnTo>
                  <a:lnTo>
                    <a:pt x="425" y="0"/>
                  </a:lnTo>
                  <a:lnTo>
                    <a:pt x="398" y="0"/>
                  </a:lnTo>
                  <a:lnTo>
                    <a:pt x="374" y="0"/>
                  </a:lnTo>
                  <a:lnTo>
                    <a:pt x="352" y="0"/>
                  </a:lnTo>
                  <a:lnTo>
                    <a:pt x="333" y="0"/>
                  </a:lnTo>
                  <a:lnTo>
                    <a:pt x="315" y="0"/>
                  </a:lnTo>
                  <a:lnTo>
                    <a:pt x="298" y="0"/>
                  </a:lnTo>
                  <a:lnTo>
                    <a:pt x="284" y="0"/>
                  </a:lnTo>
                  <a:lnTo>
                    <a:pt x="271" y="0"/>
                  </a:lnTo>
                  <a:lnTo>
                    <a:pt x="259" y="0"/>
                  </a:lnTo>
                  <a:lnTo>
                    <a:pt x="247" y="0"/>
                  </a:lnTo>
                  <a:lnTo>
                    <a:pt x="237" y="0"/>
                  </a:lnTo>
                  <a:lnTo>
                    <a:pt x="227" y="0"/>
                  </a:lnTo>
                  <a:lnTo>
                    <a:pt x="219" y="0"/>
                  </a:lnTo>
                  <a:lnTo>
                    <a:pt x="212" y="0"/>
                  </a:lnTo>
                  <a:lnTo>
                    <a:pt x="205" y="0"/>
                  </a:lnTo>
                  <a:lnTo>
                    <a:pt x="197" y="0"/>
                  </a:lnTo>
                  <a:lnTo>
                    <a:pt x="190" y="0"/>
                  </a:lnTo>
                  <a:lnTo>
                    <a:pt x="184" y="0"/>
                  </a:lnTo>
                  <a:lnTo>
                    <a:pt x="177" y="0"/>
                  </a:lnTo>
                  <a:lnTo>
                    <a:pt x="170" y="0"/>
                  </a:lnTo>
                  <a:lnTo>
                    <a:pt x="163" y="0"/>
                  </a:lnTo>
                  <a:lnTo>
                    <a:pt x="155" y="0"/>
                  </a:lnTo>
                  <a:lnTo>
                    <a:pt x="148" y="0"/>
                  </a:lnTo>
                  <a:lnTo>
                    <a:pt x="142" y="0"/>
                  </a:lnTo>
                  <a:lnTo>
                    <a:pt x="136" y="0"/>
                  </a:lnTo>
                  <a:lnTo>
                    <a:pt x="130" y="0"/>
                  </a:lnTo>
                  <a:lnTo>
                    <a:pt x="124" y="0"/>
                  </a:lnTo>
                  <a:lnTo>
                    <a:pt x="119" y="0"/>
                  </a:lnTo>
                  <a:lnTo>
                    <a:pt x="114" y="0"/>
                  </a:lnTo>
                  <a:lnTo>
                    <a:pt x="111" y="0"/>
                  </a:lnTo>
                  <a:lnTo>
                    <a:pt x="106" y="0"/>
                  </a:lnTo>
                  <a:lnTo>
                    <a:pt x="102" y="1"/>
                  </a:lnTo>
                  <a:lnTo>
                    <a:pt x="99" y="1"/>
                  </a:lnTo>
                  <a:lnTo>
                    <a:pt x="95" y="1"/>
                  </a:lnTo>
                  <a:lnTo>
                    <a:pt x="92" y="2"/>
                  </a:lnTo>
                  <a:lnTo>
                    <a:pt x="89" y="2"/>
                  </a:lnTo>
                  <a:lnTo>
                    <a:pt x="87" y="4"/>
                  </a:lnTo>
                  <a:lnTo>
                    <a:pt x="83" y="5"/>
                  </a:lnTo>
                  <a:lnTo>
                    <a:pt x="81" y="5"/>
                  </a:lnTo>
                  <a:lnTo>
                    <a:pt x="78" y="6"/>
                  </a:lnTo>
                  <a:lnTo>
                    <a:pt x="76" y="7"/>
                  </a:lnTo>
                  <a:lnTo>
                    <a:pt x="72" y="8"/>
                  </a:lnTo>
                  <a:lnTo>
                    <a:pt x="70" y="10"/>
                  </a:lnTo>
                  <a:lnTo>
                    <a:pt x="68" y="12"/>
                  </a:lnTo>
                  <a:lnTo>
                    <a:pt x="65" y="13"/>
                  </a:lnTo>
                  <a:lnTo>
                    <a:pt x="63" y="14"/>
                  </a:lnTo>
                  <a:lnTo>
                    <a:pt x="60" y="17"/>
                  </a:lnTo>
                  <a:lnTo>
                    <a:pt x="57" y="19"/>
                  </a:lnTo>
                  <a:lnTo>
                    <a:pt x="54" y="20"/>
                  </a:lnTo>
                  <a:lnTo>
                    <a:pt x="51" y="23"/>
                  </a:lnTo>
                  <a:lnTo>
                    <a:pt x="47" y="26"/>
                  </a:lnTo>
                  <a:lnTo>
                    <a:pt x="45" y="29"/>
                  </a:lnTo>
                  <a:lnTo>
                    <a:pt x="40" y="31"/>
                  </a:lnTo>
                  <a:lnTo>
                    <a:pt x="36" y="35"/>
                  </a:lnTo>
                  <a:lnTo>
                    <a:pt x="34" y="37"/>
                  </a:lnTo>
                  <a:lnTo>
                    <a:pt x="30" y="40"/>
                  </a:lnTo>
                  <a:lnTo>
                    <a:pt x="27" y="42"/>
                  </a:lnTo>
                  <a:lnTo>
                    <a:pt x="24" y="44"/>
                  </a:lnTo>
                  <a:lnTo>
                    <a:pt x="22" y="47"/>
                  </a:lnTo>
                  <a:lnTo>
                    <a:pt x="19" y="49"/>
                  </a:lnTo>
                  <a:lnTo>
                    <a:pt x="17" y="50"/>
                  </a:lnTo>
                  <a:lnTo>
                    <a:pt x="15" y="53"/>
                  </a:lnTo>
                  <a:lnTo>
                    <a:pt x="13" y="55"/>
                  </a:lnTo>
                  <a:lnTo>
                    <a:pt x="11" y="56"/>
                  </a:lnTo>
                  <a:lnTo>
                    <a:pt x="10" y="59"/>
                  </a:lnTo>
                  <a:lnTo>
                    <a:pt x="9" y="61"/>
                  </a:lnTo>
                  <a:lnTo>
                    <a:pt x="7" y="64"/>
                  </a:lnTo>
                  <a:lnTo>
                    <a:pt x="6" y="65"/>
                  </a:lnTo>
                  <a:lnTo>
                    <a:pt x="5" y="67"/>
                  </a:lnTo>
                  <a:lnTo>
                    <a:pt x="4" y="70"/>
                  </a:lnTo>
                  <a:lnTo>
                    <a:pt x="4" y="72"/>
                  </a:lnTo>
                  <a:lnTo>
                    <a:pt x="3" y="75"/>
                  </a:lnTo>
                  <a:lnTo>
                    <a:pt x="1" y="77"/>
                  </a:lnTo>
                  <a:lnTo>
                    <a:pt x="1" y="81"/>
                  </a:lnTo>
                  <a:lnTo>
                    <a:pt x="1" y="83"/>
                  </a:lnTo>
                  <a:lnTo>
                    <a:pt x="0" y="87"/>
                  </a:lnTo>
                  <a:lnTo>
                    <a:pt x="0" y="90"/>
                  </a:lnTo>
                  <a:lnTo>
                    <a:pt x="0" y="94"/>
                  </a:lnTo>
                  <a:lnTo>
                    <a:pt x="0" y="97"/>
                  </a:lnTo>
                  <a:lnTo>
                    <a:pt x="0" y="102"/>
                  </a:lnTo>
                  <a:lnTo>
                    <a:pt x="0" y="106"/>
                  </a:lnTo>
                  <a:lnTo>
                    <a:pt x="0" y="111"/>
                  </a:lnTo>
                  <a:lnTo>
                    <a:pt x="0" y="115"/>
                  </a:lnTo>
                  <a:lnTo>
                    <a:pt x="0" y="121"/>
                  </a:lnTo>
                  <a:lnTo>
                    <a:pt x="0" y="127"/>
                  </a:lnTo>
                  <a:lnTo>
                    <a:pt x="0" y="133"/>
                  </a:lnTo>
                  <a:lnTo>
                    <a:pt x="0" y="138"/>
                  </a:lnTo>
                  <a:lnTo>
                    <a:pt x="0" y="143"/>
                  </a:lnTo>
                  <a:lnTo>
                    <a:pt x="0" y="148"/>
                  </a:lnTo>
                  <a:lnTo>
                    <a:pt x="0" y="153"/>
                  </a:lnTo>
                  <a:lnTo>
                    <a:pt x="0" y="157"/>
                  </a:lnTo>
                  <a:lnTo>
                    <a:pt x="0" y="161"/>
                  </a:lnTo>
                  <a:lnTo>
                    <a:pt x="0" y="165"/>
                  </a:lnTo>
                  <a:lnTo>
                    <a:pt x="0" y="168"/>
                  </a:lnTo>
                  <a:lnTo>
                    <a:pt x="1" y="172"/>
                  </a:lnTo>
                  <a:lnTo>
                    <a:pt x="1" y="174"/>
                  </a:lnTo>
                  <a:lnTo>
                    <a:pt x="1" y="177"/>
                  </a:lnTo>
                  <a:lnTo>
                    <a:pt x="3" y="180"/>
                  </a:lnTo>
                  <a:lnTo>
                    <a:pt x="4" y="183"/>
                  </a:lnTo>
                  <a:lnTo>
                    <a:pt x="4" y="185"/>
                  </a:lnTo>
                  <a:lnTo>
                    <a:pt x="5" y="188"/>
                  </a:lnTo>
                  <a:lnTo>
                    <a:pt x="6" y="190"/>
                  </a:lnTo>
                  <a:lnTo>
                    <a:pt x="7" y="191"/>
                  </a:lnTo>
                  <a:lnTo>
                    <a:pt x="9" y="194"/>
                  </a:lnTo>
                  <a:lnTo>
                    <a:pt x="10" y="196"/>
                  </a:lnTo>
                  <a:lnTo>
                    <a:pt x="11" y="197"/>
                  </a:lnTo>
                  <a:lnTo>
                    <a:pt x="13" y="200"/>
                  </a:lnTo>
                  <a:lnTo>
                    <a:pt x="15" y="202"/>
                  </a:lnTo>
                  <a:lnTo>
                    <a:pt x="17" y="203"/>
                  </a:lnTo>
                  <a:lnTo>
                    <a:pt x="19" y="206"/>
                  </a:lnTo>
                  <a:lnTo>
                    <a:pt x="22" y="208"/>
                  </a:lnTo>
                  <a:lnTo>
                    <a:pt x="24" y="210"/>
                  </a:lnTo>
                  <a:lnTo>
                    <a:pt x="27" y="213"/>
                  </a:lnTo>
                  <a:lnTo>
                    <a:pt x="30" y="215"/>
                  </a:lnTo>
                  <a:lnTo>
                    <a:pt x="34" y="218"/>
                  </a:lnTo>
                  <a:lnTo>
                    <a:pt x="36" y="220"/>
                  </a:lnTo>
                  <a:lnTo>
                    <a:pt x="40" y="224"/>
                  </a:lnTo>
                  <a:lnTo>
                    <a:pt x="45" y="226"/>
                  </a:lnTo>
                  <a:lnTo>
                    <a:pt x="47" y="228"/>
                  </a:lnTo>
                  <a:lnTo>
                    <a:pt x="51" y="231"/>
                  </a:lnTo>
                  <a:lnTo>
                    <a:pt x="54" y="233"/>
                  </a:lnTo>
                  <a:lnTo>
                    <a:pt x="57" y="236"/>
                  </a:lnTo>
                  <a:lnTo>
                    <a:pt x="60" y="238"/>
                  </a:lnTo>
                  <a:lnTo>
                    <a:pt x="63" y="240"/>
                  </a:lnTo>
                  <a:lnTo>
                    <a:pt x="65" y="242"/>
                  </a:lnTo>
                  <a:lnTo>
                    <a:pt x="68" y="243"/>
                  </a:lnTo>
                  <a:lnTo>
                    <a:pt x="70" y="245"/>
                  </a:lnTo>
                  <a:lnTo>
                    <a:pt x="72" y="246"/>
                  </a:lnTo>
                  <a:lnTo>
                    <a:pt x="76" y="248"/>
                  </a:lnTo>
                  <a:lnTo>
                    <a:pt x="78" y="249"/>
                  </a:lnTo>
                  <a:lnTo>
                    <a:pt x="81" y="249"/>
                  </a:lnTo>
                  <a:lnTo>
                    <a:pt x="83" y="250"/>
                  </a:lnTo>
                  <a:lnTo>
                    <a:pt x="87" y="251"/>
                  </a:lnTo>
                  <a:lnTo>
                    <a:pt x="89" y="251"/>
                  </a:lnTo>
                  <a:lnTo>
                    <a:pt x="92" y="252"/>
                  </a:lnTo>
                  <a:lnTo>
                    <a:pt x="95" y="252"/>
                  </a:lnTo>
                  <a:lnTo>
                    <a:pt x="99" y="254"/>
                  </a:lnTo>
                  <a:lnTo>
                    <a:pt x="102" y="254"/>
                  </a:lnTo>
                  <a:lnTo>
                    <a:pt x="106" y="254"/>
                  </a:lnTo>
                  <a:lnTo>
                    <a:pt x="111" y="255"/>
                  </a:lnTo>
                  <a:lnTo>
                    <a:pt x="114" y="255"/>
                  </a:lnTo>
                  <a:lnTo>
                    <a:pt x="119" y="255"/>
                  </a:lnTo>
                  <a:lnTo>
                    <a:pt x="124" y="255"/>
                  </a:lnTo>
                  <a:lnTo>
                    <a:pt x="130" y="255"/>
                  </a:lnTo>
                  <a:lnTo>
                    <a:pt x="136" y="255"/>
                  </a:lnTo>
                  <a:lnTo>
                    <a:pt x="142" y="255"/>
                  </a:lnTo>
                  <a:lnTo>
                    <a:pt x="148" y="255"/>
                  </a:lnTo>
                  <a:lnTo>
                    <a:pt x="155" y="255"/>
                  </a:lnTo>
                  <a:lnTo>
                    <a:pt x="163" y="255"/>
                  </a:lnTo>
                  <a:lnTo>
                    <a:pt x="170" y="255"/>
                  </a:lnTo>
                  <a:lnTo>
                    <a:pt x="177" y="255"/>
                  </a:lnTo>
                  <a:lnTo>
                    <a:pt x="184" y="255"/>
                  </a:lnTo>
                  <a:lnTo>
                    <a:pt x="190" y="255"/>
                  </a:lnTo>
                  <a:lnTo>
                    <a:pt x="197" y="255"/>
                  </a:lnTo>
                  <a:lnTo>
                    <a:pt x="205" y="255"/>
                  </a:lnTo>
                  <a:lnTo>
                    <a:pt x="212" y="255"/>
                  </a:lnTo>
                  <a:lnTo>
                    <a:pt x="219" y="255"/>
                  </a:lnTo>
                  <a:lnTo>
                    <a:pt x="227" y="255"/>
                  </a:lnTo>
                  <a:lnTo>
                    <a:pt x="237" y="255"/>
                  </a:lnTo>
                  <a:lnTo>
                    <a:pt x="247" y="255"/>
                  </a:lnTo>
                  <a:lnTo>
                    <a:pt x="259" y="255"/>
                  </a:lnTo>
                  <a:lnTo>
                    <a:pt x="271" y="255"/>
                  </a:lnTo>
                  <a:lnTo>
                    <a:pt x="284" y="255"/>
                  </a:lnTo>
                  <a:lnTo>
                    <a:pt x="298" y="255"/>
                  </a:lnTo>
                  <a:lnTo>
                    <a:pt x="315" y="255"/>
                  </a:lnTo>
                  <a:lnTo>
                    <a:pt x="333" y="255"/>
                  </a:lnTo>
                  <a:lnTo>
                    <a:pt x="352" y="255"/>
                  </a:lnTo>
                  <a:lnTo>
                    <a:pt x="374" y="255"/>
                  </a:lnTo>
                  <a:lnTo>
                    <a:pt x="398" y="255"/>
                  </a:lnTo>
                  <a:lnTo>
                    <a:pt x="425" y="255"/>
                  </a:lnTo>
                  <a:lnTo>
                    <a:pt x="452" y="255"/>
                  </a:lnTo>
                  <a:lnTo>
                    <a:pt x="483" y="255"/>
                  </a:lnTo>
                  <a:lnTo>
                    <a:pt x="517" y="255"/>
                  </a:lnTo>
                  <a:lnTo>
                    <a:pt x="553" y="255"/>
                  </a:lnTo>
                  <a:lnTo>
                    <a:pt x="592" y="255"/>
                  </a:lnTo>
                  <a:lnTo>
                    <a:pt x="634" y="255"/>
                  </a:lnTo>
                  <a:lnTo>
                    <a:pt x="679" y="255"/>
                  </a:lnTo>
                  <a:lnTo>
                    <a:pt x="728" y="255"/>
                  </a:lnTo>
                  <a:lnTo>
                    <a:pt x="779" y="255"/>
                  </a:lnTo>
                  <a:lnTo>
                    <a:pt x="836" y="255"/>
                  </a:lnTo>
                  <a:lnTo>
                    <a:pt x="895" y="255"/>
                  </a:lnTo>
                  <a:lnTo>
                    <a:pt x="954" y="255"/>
                  </a:lnTo>
                  <a:lnTo>
                    <a:pt x="1009" y="255"/>
                  </a:lnTo>
                  <a:lnTo>
                    <a:pt x="1061" y="255"/>
                  </a:lnTo>
                  <a:lnTo>
                    <a:pt x="1109" y="255"/>
                  </a:lnTo>
                  <a:lnTo>
                    <a:pt x="1154" y="255"/>
                  </a:lnTo>
                  <a:lnTo>
                    <a:pt x="1196" y="255"/>
                  </a:lnTo>
                  <a:lnTo>
                    <a:pt x="1236" y="255"/>
                  </a:lnTo>
                  <a:lnTo>
                    <a:pt x="1272" y="255"/>
                  </a:lnTo>
                  <a:lnTo>
                    <a:pt x="1305" y="255"/>
                  </a:lnTo>
                  <a:lnTo>
                    <a:pt x="1336" y="255"/>
                  </a:lnTo>
                  <a:lnTo>
                    <a:pt x="1365" y="255"/>
                  </a:lnTo>
                  <a:lnTo>
                    <a:pt x="1390" y="255"/>
                  </a:lnTo>
                  <a:lnTo>
                    <a:pt x="1414" y="255"/>
                  </a:lnTo>
                  <a:lnTo>
                    <a:pt x="1436" y="255"/>
                  </a:lnTo>
                  <a:lnTo>
                    <a:pt x="1456" y="255"/>
                  </a:lnTo>
                  <a:lnTo>
                    <a:pt x="1474" y="255"/>
                  </a:lnTo>
                  <a:lnTo>
                    <a:pt x="1490" y="255"/>
                  </a:lnTo>
                  <a:lnTo>
                    <a:pt x="1505" y="255"/>
                  </a:lnTo>
                  <a:lnTo>
                    <a:pt x="1519" y="255"/>
                  </a:lnTo>
                  <a:lnTo>
                    <a:pt x="1531" y="255"/>
                  </a:lnTo>
                  <a:lnTo>
                    <a:pt x="1541" y="255"/>
                  </a:lnTo>
                  <a:lnTo>
                    <a:pt x="1551" y="255"/>
                  </a:lnTo>
                  <a:lnTo>
                    <a:pt x="1561" y="255"/>
                  </a:lnTo>
                  <a:lnTo>
                    <a:pt x="1569" y="255"/>
                  </a:lnTo>
                  <a:lnTo>
                    <a:pt x="1576" y="255"/>
                  </a:lnTo>
                  <a:lnTo>
                    <a:pt x="1585" y="255"/>
                  </a:lnTo>
                  <a:lnTo>
                    <a:pt x="1591" y="255"/>
                  </a:lnTo>
                  <a:lnTo>
                    <a:pt x="1598" y="255"/>
                  </a:lnTo>
                  <a:lnTo>
                    <a:pt x="1605" y="255"/>
                  </a:lnTo>
                  <a:lnTo>
                    <a:pt x="1611" y="255"/>
                  </a:lnTo>
                  <a:lnTo>
                    <a:pt x="1618" y="255"/>
                  </a:lnTo>
                  <a:lnTo>
                    <a:pt x="1626" y="255"/>
                  </a:lnTo>
                  <a:lnTo>
                    <a:pt x="1634" y="255"/>
                  </a:lnTo>
                  <a:lnTo>
                    <a:pt x="1640" y="255"/>
                  </a:lnTo>
                  <a:lnTo>
                    <a:pt x="1647" y="255"/>
                  </a:lnTo>
                  <a:lnTo>
                    <a:pt x="1653" y="255"/>
                  </a:lnTo>
                  <a:lnTo>
                    <a:pt x="1659" y="255"/>
                  </a:lnTo>
                  <a:lnTo>
                    <a:pt x="1664" y="255"/>
                  </a:lnTo>
                  <a:lnTo>
                    <a:pt x="1669" y="255"/>
                  </a:lnTo>
                  <a:lnTo>
                    <a:pt x="1674" y="255"/>
                  </a:lnTo>
                  <a:lnTo>
                    <a:pt x="1678" y="255"/>
                  </a:lnTo>
                  <a:lnTo>
                    <a:pt x="1682" y="254"/>
                  </a:lnTo>
                  <a:lnTo>
                    <a:pt x="1686" y="254"/>
                  </a:lnTo>
                  <a:lnTo>
                    <a:pt x="1691" y="254"/>
                  </a:lnTo>
                  <a:lnTo>
                    <a:pt x="1693" y="252"/>
                  </a:lnTo>
                  <a:lnTo>
                    <a:pt x="1697" y="252"/>
                  </a:lnTo>
                  <a:lnTo>
                    <a:pt x="1700" y="251"/>
                  </a:lnTo>
                  <a:lnTo>
                    <a:pt x="1703" y="251"/>
                  </a:lnTo>
                  <a:lnTo>
                    <a:pt x="1705" y="250"/>
                  </a:lnTo>
                  <a:lnTo>
                    <a:pt x="1709" y="249"/>
                  </a:lnTo>
                  <a:lnTo>
                    <a:pt x="1711" y="249"/>
                  </a:lnTo>
                  <a:lnTo>
                    <a:pt x="1713" y="248"/>
                  </a:lnTo>
                  <a:lnTo>
                    <a:pt x="1716" y="246"/>
                  </a:lnTo>
                  <a:lnTo>
                    <a:pt x="1718" y="245"/>
                  </a:lnTo>
                  <a:lnTo>
                    <a:pt x="1721" y="243"/>
                  </a:lnTo>
                  <a:lnTo>
                    <a:pt x="1723" y="242"/>
                  </a:lnTo>
                  <a:lnTo>
                    <a:pt x="1727" y="240"/>
                  </a:lnTo>
                  <a:lnTo>
                    <a:pt x="1729" y="238"/>
                  </a:lnTo>
                  <a:lnTo>
                    <a:pt x="1731" y="236"/>
                  </a:lnTo>
                  <a:lnTo>
                    <a:pt x="1735" y="233"/>
                  </a:lnTo>
                  <a:lnTo>
                    <a:pt x="1737" y="231"/>
                  </a:lnTo>
                  <a:lnTo>
                    <a:pt x="1741" y="228"/>
                  </a:lnTo>
                  <a:lnTo>
                    <a:pt x="1745" y="226"/>
                  </a:lnTo>
                  <a:lnTo>
                    <a:pt x="1748" y="224"/>
                  </a:lnTo>
                  <a:lnTo>
                    <a:pt x="1752" y="220"/>
                  </a:lnTo>
                  <a:lnTo>
                    <a:pt x="1755" y="218"/>
                  </a:lnTo>
                  <a:lnTo>
                    <a:pt x="1759" y="215"/>
                  </a:lnTo>
                  <a:lnTo>
                    <a:pt x="1761" y="213"/>
                  </a:lnTo>
                  <a:lnTo>
                    <a:pt x="1765" y="210"/>
                  </a:lnTo>
                  <a:lnTo>
                    <a:pt x="1767" y="208"/>
                  </a:lnTo>
                  <a:lnTo>
                    <a:pt x="1770" y="206"/>
                  </a:lnTo>
                  <a:lnTo>
                    <a:pt x="1772" y="203"/>
                  </a:lnTo>
                  <a:lnTo>
                    <a:pt x="1773" y="202"/>
                  </a:lnTo>
                  <a:lnTo>
                    <a:pt x="1776" y="200"/>
                  </a:lnTo>
                  <a:lnTo>
                    <a:pt x="1777" y="197"/>
                  </a:lnTo>
                  <a:lnTo>
                    <a:pt x="1779" y="196"/>
                  </a:lnTo>
                  <a:lnTo>
                    <a:pt x="1781" y="194"/>
                  </a:lnTo>
                  <a:lnTo>
                    <a:pt x="1782" y="191"/>
                  </a:lnTo>
                  <a:lnTo>
                    <a:pt x="1783" y="190"/>
                  </a:lnTo>
                  <a:lnTo>
                    <a:pt x="1784" y="188"/>
                  </a:lnTo>
                  <a:lnTo>
                    <a:pt x="1784" y="185"/>
                  </a:lnTo>
                  <a:lnTo>
                    <a:pt x="1785" y="183"/>
                  </a:lnTo>
                  <a:lnTo>
                    <a:pt x="1787" y="180"/>
                  </a:lnTo>
                  <a:lnTo>
                    <a:pt x="1787" y="177"/>
                  </a:lnTo>
                  <a:lnTo>
                    <a:pt x="1788" y="174"/>
                  </a:lnTo>
                  <a:lnTo>
                    <a:pt x="1788" y="172"/>
                  </a:lnTo>
                  <a:lnTo>
                    <a:pt x="1788" y="168"/>
                  </a:lnTo>
                  <a:lnTo>
                    <a:pt x="1788" y="165"/>
                  </a:lnTo>
                  <a:lnTo>
                    <a:pt x="1789" y="161"/>
                  </a:lnTo>
                  <a:lnTo>
                    <a:pt x="1789" y="157"/>
                  </a:lnTo>
                  <a:lnTo>
                    <a:pt x="1789" y="153"/>
                  </a:lnTo>
                  <a:lnTo>
                    <a:pt x="1789" y="148"/>
                  </a:lnTo>
                  <a:lnTo>
                    <a:pt x="1789" y="143"/>
                  </a:lnTo>
                  <a:lnTo>
                    <a:pt x="1789" y="138"/>
                  </a:lnTo>
                  <a:lnTo>
                    <a:pt x="1789" y="133"/>
                  </a:lnTo>
                  <a:lnTo>
                    <a:pt x="1789" y="127"/>
                  </a:lnTo>
                  <a:lnTo>
                    <a:pt x="1789" y="121"/>
                  </a:lnTo>
                  <a:lnTo>
                    <a:pt x="1789" y="115"/>
                  </a:lnTo>
                  <a:lnTo>
                    <a:pt x="1789" y="111"/>
                  </a:lnTo>
                  <a:lnTo>
                    <a:pt x="1789" y="106"/>
                  </a:lnTo>
                  <a:lnTo>
                    <a:pt x="1789" y="102"/>
                  </a:lnTo>
                  <a:lnTo>
                    <a:pt x="1789" y="97"/>
                  </a:lnTo>
                  <a:lnTo>
                    <a:pt x="1789" y="94"/>
                  </a:lnTo>
                  <a:lnTo>
                    <a:pt x="1788" y="90"/>
                  </a:lnTo>
                  <a:lnTo>
                    <a:pt x="1788" y="87"/>
                  </a:lnTo>
                  <a:lnTo>
                    <a:pt x="1788" y="83"/>
                  </a:lnTo>
                  <a:lnTo>
                    <a:pt x="1788" y="81"/>
                  </a:lnTo>
                  <a:lnTo>
                    <a:pt x="1787" y="77"/>
                  </a:lnTo>
                  <a:lnTo>
                    <a:pt x="1787" y="75"/>
                  </a:lnTo>
                  <a:lnTo>
                    <a:pt x="1785" y="72"/>
                  </a:lnTo>
                  <a:lnTo>
                    <a:pt x="1784" y="70"/>
                  </a:lnTo>
                  <a:lnTo>
                    <a:pt x="1784" y="67"/>
                  </a:lnTo>
                  <a:lnTo>
                    <a:pt x="1783" y="65"/>
                  </a:lnTo>
                  <a:lnTo>
                    <a:pt x="1782" y="64"/>
                  </a:lnTo>
                  <a:lnTo>
                    <a:pt x="1781" y="61"/>
                  </a:lnTo>
                  <a:lnTo>
                    <a:pt x="1779" y="59"/>
                  </a:lnTo>
                  <a:lnTo>
                    <a:pt x="1777" y="56"/>
                  </a:lnTo>
                  <a:lnTo>
                    <a:pt x="1776" y="55"/>
                  </a:lnTo>
                  <a:lnTo>
                    <a:pt x="1773" y="53"/>
                  </a:lnTo>
                  <a:lnTo>
                    <a:pt x="1772" y="50"/>
                  </a:lnTo>
                  <a:lnTo>
                    <a:pt x="1770" y="49"/>
                  </a:lnTo>
                  <a:lnTo>
                    <a:pt x="1767" y="47"/>
                  </a:lnTo>
                  <a:lnTo>
                    <a:pt x="1765" y="44"/>
                  </a:lnTo>
                  <a:lnTo>
                    <a:pt x="1761" y="42"/>
                  </a:lnTo>
                  <a:lnTo>
                    <a:pt x="1759" y="40"/>
                  </a:lnTo>
                  <a:lnTo>
                    <a:pt x="1755" y="37"/>
                  </a:lnTo>
                  <a:lnTo>
                    <a:pt x="1752" y="35"/>
                  </a:lnTo>
                  <a:lnTo>
                    <a:pt x="1748" y="31"/>
                  </a:lnTo>
                  <a:lnTo>
                    <a:pt x="1745" y="29"/>
                  </a:lnTo>
                  <a:lnTo>
                    <a:pt x="1741" y="26"/>
                  </a:lnTo>
                  <a:lnTo>
                    <a:pt x="1737" y="23"/>
                  </a:lnTo>
                  <a:lnTo>
                    <a:pt x="1735" y="20"/>
                  </a:lnTo>
                  <a:lnTo>
                    <a:pt x="1731" y="19"/>
                  </a:lnTo>
                  <a:lnTo>
                    <a:pt x="1729" y="17"/>
                  </a:lnTo>
                  <a:lnTo>
                    <a:pt x="1727" y="14"/>
                  </a:lnTo>
                  <a:lnTo>
                    <a:pt x="1723" y="13"/>
                  </a:lnTo>
                  <a:lnTo>
                    <a:pt x="1721" y="12"/>
                  </a:lnTo>
                  <a:lnTo>
                    <a:pt x="1718" y="10"/>
                  </a:lnTo>
                  <a:lnTo>
                    <a:pt x="1716" y="8"/>
                  </a:lnTo>
                  <a:lnTo>
                    <a:pt x="1713" y="7"/>
                  </a:lnTo>
                  <a:lnTo>
                    <a:pt x="1711" y="6"/>
                  </a:lnTo>
                  <a:lnTo>
                    <a:pt x="1709" y="5"/>
                  </a:lnTo>
                  <a:lnTo>
                    <a:pt x="1705" y="5"/>
                  </a:lnTo>
                  <a:lnTo>
                    <a:pt x="1703" y="4"/>
                  </a:lnTo>
                  <a:lnTo>
                    <a:pt x="1700" y="2"/>
                  </a:lnTo>
                  <a:lnTo>
                    <a:pt x="1697" y="2"/>
                  </a:lnTo>
                  <a:lnTo>
                    <a:pt x="1693" y="1"/>
                  </a:lnTo>
                  <a:lnTo>
                    <a:pt x="1691" y="1"/>
                  </a:lnTo>
                  <a:lnTo>
                    <a:pt x="1686" y="1"/>
                  </a:lnTo>
                  <a:lnTo>
                    <a:pt x="1682" y="0"/>
                  </a:lnTo>
                  <a:lnTo>
                    <a:pt x="1678" y="0"/>
                  </a:lnTo>
                  <a:lnTo>
                    <a:pt x="1674" y="0"/>
                  </a:lnTo>
                  <a:lnTo>
                    <a:pt x="1669" y="0"/>
                  </a:lnTo>
                  <a:lnTo>
                    <a:pt x="1664" y="0"/>
                  </a:lnTo>
                  <a:lnTo>
                    <a:pt x="1659" y="0"/>
                  </a:lnTo>
                  <a:lnTo>
                    <a:pt x="1653" y="0"/>
                  </a:lnTo>
                  <a:lnTo>
                    <a:pt x="1647" y="0"/>
                  </a:lnTo>
                  <a:lnTo>
                    <a:pt x="1640" y="0"/>
                  </a:lnTo>
                  <a:lnTo>
                    <a:pt x="1634" y="0"/>
                  </a:lnTo>
                  <a:lnTo>
                    <a:pt x="1626" y="0"/>
                  </a:lnTo>
                  <a:lnTo>
                    <a:pt x="1618" y="0"/>
                  </a:lnTo>
                  <a:lnTo>
                    <a:pt x="1611" y="0"/>
                  </a:lnTo>
                  <a:lnTo>
                    <a:pt x="1605" y="0"/>
                  </a:lnTo>
                  <a:lnTo>
                    <a:pt x="1598" y="0"/>
                  </a:lnTo>
                  <a:lnTo>
                    <a:pt x="1591" y="0"/>
                  </a:lnTo>
                  <a:lnTo>
                    <a:pt x="1585" y="0"/>
                  </a:lnTo>
                  <a:lnTo>
                    <a:pt x="1576" y="0"/>
                  </a:lnTo>
                  <a:lnTo>
                    <a:pt x="1569" y="0"/>
                  </a:lnTo>
                  <a:lnTo>
                    <a:pt x="1561" y="0"/>
                  </a:lnTo>
                  <a:lnTo>
                    <a:pt x="1551" y="0"/>
                  </a:lnTo>
                  <a:lnTo>
                    <a:pt x="1541" y="0"/>
                  </a:lnTo>
                  <a:lnTo>
                    <a:pt x="1531" y="0"/>
                  </a:lnTo>
                  <a:lnTo>
                    <a:pt x="1519" y="0"/>
                  </a:lnTo>
                  <a:lnTo>
                    <a:pt x="1505" y="0"/>
                  </a:lnTo>
                  <a:lnTo>
                    <a:pt x="1490" y="0"/>
                  </a:lnTo>
                  <a:lnTo>
                    <a:pt x="1474" y="0"/>
                  </a:lnTo>
                  <a:lnTo>
                    <a:pt x="1456" y="0"/>
                  </a:lnTo>
                  <a:lnTo>
                    <a:pt x="1436" y="0"/>
                  </a:lnTo>
                  <a:lnTo>
                    <a:pt x="1414" y="0"/>
                  </a:lnTo>
                  <a:lnTo>
                    <a:pt x="1390" y="0"/>
                  </a:lnTo>
                  <a:lnTo>
                    <a:pt x="1365" y="0"/>
                  </a:lnTo>
                  <a:lnTo>
                    <a:pt x="1336" y="0"/>
                  </a:lnTo>
                  <a:lnTo>
                    <a:pt x="1305" y="0"/>
                  </a:lnTo>
                  <a:lnTo>
                    <a:pt x="1272" y="0"/>
                  </a:lnTo>
                  <a:lnTo>
                    <a:pt x="1236" y="0"/>
                  </a:lnTo>
                  <a:lnTo>
                    <a:pt x="1196" y="0"/>
                  </a:lnTo>
                  <a:lnTo>
                    <a:pt x="1154" y="0"/>
                  </a:lnTo>
                  <a:lnTo>
                    <a:pt x="1109" y="0"/>
                  </a:lnTo>
                  <a:lnTo>
                    <a:pt x="1061" y="0"/>
                  </a:lnTo>
                  <a:lnTo>
                    <a:pt x="1009" y="0"/>
                  </a:lnTo>
                  <a:lnTo>
                    <a:pt x="954" y="0"/>
                  </a:lnTo>
                  <a:lnTo>
                    <a:pt x="895" y="0"/>
                  </a:lnTo>
                  <a:close/>
                </a:path>
              </a:pathLst>
            </a:custGeom>
            <a:noFill/>
            <a:ln w="1746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01" name="Freeform 195">
              <a:extLst>
                <a:ext uri="{FF2B5EF4-FFF2-40B4-BE49-F238E27FC236}">
                  <a16:creationId xmlns:a16="http://schemas.microsoft.com/office/drawing/2014/main" id="{2F0DC26B-F762-4243-93F8-07D42081CD23}"/>
                </a:ext>
              </a:extLst>
            </p:cNvPr>
            <p:cNvSpPr>
              <a:spLocks/>
            </p:cNvSpPr>
            <p:nvPr/>
          </p:nvSpPr>
          <p:spPr bwMode="auto">
            <a:xfrm>
              <a:off x="3730625" y="4865687"/>
              <a:ext cx="473075" cy="744538"/>
            </a:xfrm>
            <a:custGeom>
              <a:avLst/>
              <a:gdLst>
                <a:gd name="T0" fmla="*/ 2147483646 w 596"/>
                <a:gd name="T1" fmla="*/ 0 h 936"/>
                <a:gd name="T2" fmla="*/ 2147483646 w 596"/>
                <a:gd name="T3" fmla="*/ 0 h 936"/>
                <a:gd name="T4" fmla="*/ 2147483646 w 596"/>
                <a:gd name="T5" fmla="*/ 0 h 936"/>
                <a:gd name="T6" fmla="*/ 2147483646 w 596"/>
                <a:gd name="T7" fmla="*/ 0 h 936"/>
                <a:gd name="T8" fmla="*/ 2147483646 w 596"/>
                <a:gd name="T9" fmla="*/ 0 h 936"/>
                <a:gd name="T10" fmla="*/ 2147483646 w 596"/>
                <a:gd name="T11" fmla="*/ 0 h 936"/>
                <a:gd name="T12" fmla="*/ 2147483646 w 596"/>
                <a:gd name="T13" fmla="*/ 0 h 936"/>
                <a:gd name="T14" fmla="*/ 2147483646 w 596"/>
                <a:gd name="T15" fmla="*/ 0 h 936"/>
                <a:gd name="T16" fmla="*/ 2147483646 w 596"/>
                <a:gd name="T17" fmla="*/ 2147483646 h 936"/>
                <a:gd name="T18" fmla="*/ 2147483646 w 596"/>
                <a:gd name="T19" fmla="*/ 2147483646 h 936"/>
                <a:gd name="T20" fmla="*/ 2147483646 w 596"/>
                <a:gd name="T21" fmla="*/ 2147483646 h 936"/>
                <a:gd name="T22" fmla="*/ 2147483646 w 596"/>
                <a:gd name="T23" fmla="*/ 2147483646 h 936"/>
                <a:gd name="T24" fmla="*/ 2147483646 w 596"/>
                <a:gd name="T25" fmla="*/ 2147483646 h 936"/>
                <a:gd name="T26" fmla="*/ 2147483646 w 596"/>
                <a:gd name="T27" fmla="*/ 2147483646 h 936"/>
                <a:gd name="T28" fmla="*/ 2147483646 w 596"/>
                <a:gd name="T29" fmla="*/ 2147483646 h 936"/>
                <a:gd name="T30" fmla="*/ 2147483646 w 596"/>
                <a:gd name="T31" fmla="*/ 2147483646 h 936"/>
                <a:gd name="T32" fmla="*/ 2147483646 w 596"/>
                <a:gd name="T33" fmla="*/ 2147483646 h 936"/>
                <a:gd name="T34" fmla="*/ 2147483646 w 596"/>
                <a:gd name="T35" fmla="*/ 2147483646 h 936"/>
                <a:gd name="T36" fmla="*/ 2147483646 w 596"/>
                <a:gd name="T37" fmla="*/ 2147483646 h 936"/>
                <a:gd name="T38" fmla="*/ 2147483646 w 596"/>
                <a:gd name="T39" fmla="*/ 2147483646 h 936"/>
                <a:gd name="T40" fmla="*/ 2147483646 w 596"/>
                <a:gd name="T41" fmla="*/ 2147483646 h 936"/>
                <a:gd name="T42" fmla="*/ 2147483646 w 596"/>
                <a:gd name="T43" fmla="*/ 2147483646 h 936"/>
                <a:gd name="T44" fmla="*/ 2147483646 w 596"/>
                <a:gd name="T45" fmla="*/ 2147483646 h 936"/>
                <a:gd name="T46" fmla="*/ 2147483646 w 596"/>
                <a:gd name="T47" fmla="*/ 2147483646 h 936"/>
                <a:gd name="T48" fmla="*/ 2147483646 w 596"/>
                <a:gd name="T49" fmla="*/ 2147483646 h 936"/>
                <a:gd name="T50" fmla="*/ 2147483646 w 596"/>
                <a:gd name="T51" fmla="*/ 2147483646 h 936"/>
                <a:gd name="T52" fmla="*/ 2147483646 w 596"/>
                <a:gd name="T53" fmla="*/ 2147483646 h 936"/>
                <a:gd name="T54" fmla="*/ 2147483646 w 596"/>
                <a:gd name="T55" fmla="*/ 2147483646 h 936"/>
                <a:gd name="T56" fmla="*/ 2147483646 w 596"/>
                <a:gd name="T57" fmla="*/ 2147483646 h 936"/>
                <a:gd name="T58" fmla="*/ 2147483646 w 596"/>
                <a:gd name="T59" fmla="*/ 2147483646 h 936"/>
                <a:gd name="T60" fmla="*/ 2147483646 w 596"/>
                <a:gd name="T61" fmla="*/ 2147483646 h 936"/>
                <a:gd name="T62" fmla="*/ 2147483646 w 596"/>
                <a:gd name="T63" fmla="*/ 2147483646 h 936"/>
                <a:gd name="T64" fmla="*/ 2147483646 w 596"/>
                <a:gd name="T65" fmla="*/ 2147483646 h 936"/>
                <a:gd name="T66" fmla="*/ 2147483646 w 596"/>
                <a:gd name="T67" fmla="*/ 2147483646 h 936"/>
                <a:gd name="T68" fmla="*/ 2147483646 w 596"/>
                <a:gd name="T69" fmla="*/ 2147483646 h 936"/>
                <a:gd name="T70" fmla="*/ 2147483646 w 596"/>
                <a:gd name="T71" fmla="*/ 2147483646 h 936"/>
                <a:gd name="T72" fmla="*/ 2147483646 w 596"/>
                <a:gd name="T73" fmla="*/ 2147483646 h 936"/>
                <a:gd name="T74" fmla="*/ 2147483646 w 596"/>
                <a:gd name="T75" fmla="*/ 2147483646 h 936"/>
                <a:gd name="T76" fmla="*/ 2147483646 w 596"/>
                <a:gd name="T77" fmla="*/ 2147483646 h 936"/>
                <a:gd name="T78" fmla="*/ 2147483646 w 596"/>
                <a:gd name="T79" fmla="*/ 2147483646 h 936"/>
                <a:gd name="T80" fmla="*/ 2147483646 w 596"/>
                <a:gd name="T81" fmla="*/ 2147483646 h 936"/>
                <a:gd name="T82" fmla="*/ 2147483646 w 596"/>
                <a:gd name="T83" fmla="*/ 2147483646 h 936"/>
                <a:gd name="T84" fmla="*/ 2147483646 w 596"/>
                <a:gd name="T85" fmla="*/ 2147483646 h 936"/>
                <a:gd name="T86" fmla="*/ 2147483646 w 596"/>
                <a:gd name="T87" fmla="*/ 2147483646 h 936"/>
                <a:gd name="T88" fmla="*/ 2147483646 w 596"/>
                <a:gd name="T89" fmla="*/ 2147483646 h 936"/>
                <a:gd name="T90" fmla="*/ 2147483646 w 596"/>
                <a:gd name="T91" fmla="*/ 2147483646 h 936"/>
                <a:gd name="T92" fmla="*/ 2147483646 w 596"/>
                <a:gd name="T93" fmla="*/ 2147483646 h 936"/>
                <a:gd name="T94" fmla="*/ 2147483646 w 596"/>
                <a:gd name="T95" fmla="*/ 2147483646 h 936"/>
                <a:gd name="T96" fmla="*/ 2147483646 w 596"/>
                <a:gd name="T97" fmla="*/ 2147483646 h 936"/>
                <a:gd name="T98" fmla="*/ 2147483646 w 596"/>
                <a:gd name="T99" fmla="*/ 2147483646 h 936"/>
                <a:gd name="T100" fmla="*/ 2147483646 w 596"/>
                <a:gd name="T101" fmla="*/ 2147483646 h 936"/>
                <a:gd name="T102" fmla="*/ 2147483646 w 596"/>
                <a:gd name="T103" fmla="*/ 2147483646 h 9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96"/>
                <a:gd name="T157" fmla="*/ 0 h 936"/>
                <a:gd name="T158" fmla="*/ 596 w 596"/>
                <a:gd name="T159" fmla="*/ 936 h 9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96" h="936">
                  <a:moveTo>
                    <a:pt x="0" y="0"/>
                  </a:moveTo>
                  <a:lnTo>
                    <a:pt x="31" y="0"/>
                  </a:lnTo>
                  <a:lnTo>
                    <a:pt x="60" y="0"/>
                  </a:lnTo>
                  <a:lnTo>
                    <a:pt x="88" y="0"/>
                  </a:lnTo>
                  <a:lnTo>
                    <a:pt x="113" y="0"/>
                  </a:lnTo>
                  <a:lnTo>
                    <a:pt x="137" y="0"/>
                  </a:lnTo>
                  <a:lnTo>
                    <a:pt x="159" y="0"/>
                  </a:lnTo>
                  <a:lnTo>
                    <a:pt x="179" y="0"/>
                  </a:lnTo>
                  <a:lnTo>
                    <a:pt x="198" y="0"/>
                  </a:lnTo>
                  <a:lnTo>
                    <a:pt x="216" y="0"/>
                  </a:lnTo>
                  <a:lnTo>
                    <a:pt x="233" y="0"/>
                  </a:lnTo>
                  <a:lnTo>
                    <a:pt x="248" y="0"/>
                  </a:lnTo>
                  <a:lnTo>
                    <a:pt x="262" y="0"/>
                  </a:lnTo>
                  <a:lnTo>
                    <a:pt x="275" y="0"/>
                  </a:lnTo>
                  <a:lnTo>
                    <a:pt x="287" y="0"/>
                  </a:lnTo>
                  <a:lnTo>
                    <a:pt x="298" y="0"/>
                  </a:lnTo>
                  <a:lnTo>
                    <a:pt x="309" y="0"/>
                  </a:lnTo>
                  <a:lnTo>
                    <a:pt x="319" y="0"/>
                  </a:lnTo>
                  <a:lnTo>
                    <a:pt x="327" y="0"/>
                  </a:lnTo>
                  <a:lnTo>
                    <a:pt x="336" y="0"/>
                  </a:lnTo>
                  <a:lnTo>
                    <a:pt x="344" y="0"/>
                  </a:lnTo>
                  <a:lnTo>
                    <a:pt x="351" y="0"/>
                  </a:lnTo>
                  <a:lnTo>
                    <a:pt x="358" y="0"/>
                  </a:lnTo>
                  <a:lnTo>
                    <a:pt x="364" y="0"/>
                  </a:lnTo>
                  <a:lnTo>
                    <a:pt x="372" y="0"/>
                  </a:lnTo>
                  <a:lnTo>
                    <a:pt x="378" y="0"/>
                  </a:lnTo>
                  <a:lnTo>
                    <a:pt x="385" y="0"/>
                  </a:lnTo>
                  <a:lnTo>
                    <a:pt x="391" y="0"/>
                  </a:lnTo>
                  <a:lnTo>
                    <a:pt x="397" y="0"/>
                  </a:lnTo>
                  <a:lnTo>
                    <a:pt x="404" y="0"/>
                  </a:lnTo>
                  <a:lnTo>
                    <a:pt x="411" y="0"/>
                  </a:lnTo>
                  <a:lnTo>
                    <a:pt x="418" y="0"/>
                  </a:lnTo>
                  <a:lnTo>
                    <a:pt x="426" y="0"/>
                  </a:lnTo>
                  <a:lnTo>
                    <a:pt x="434" y="0"/>
                  </a:lnTo>
                  <a:lnTo>
                    <a:pt x="441" y="0"/>
                  </a:lnTo>
                  <a:lnTo>
                    <a:pt x="447" y="0"/>
                  </a:lnTo>
                  <a:lnTo>
                    <a:pt x="455" y="0"/>
                  </a:lnTo>
                  <a:lnTo>
                    <a:pt x="461" y="0"/>
                  </a:lnTo>
                  <a:lnTo>
                    <a:pt x="465" y="0"/>
                  </a:lnTo>
                  <a:lnTo>
                    <a:pt x="471" y="0"/>
                  </a:lnTo>
                  <a:lnTo>
                    <a:pt x="476" y="0"/>
                  </a:lnTo>
                  <a:lnTo>
                    <a:pt x="481" y="0"/>
                  </a:lnTo>
                  <a:lnTo>
                    <a:pt x="485" y="1"/>
                  </a:lnTo>
                  <a:lnTo>
                    <a:pt x="489" y="1"/>
                  </a:lnTo>
                  <a:lnTo>
                    <a:pt x="493" y="2"/>
                  </a:lnTo>
                  <a:lnTo>
                    <a:pt x="497" y="2"/>
                  </a:lnTo>
                  <a:lnTo>
                    <a:pt x="500" y="3"/>
                  </a:lnTo>
                  <a:lnTo>
                    <a:pt x="503" y="3"/>
                  </a:lnTo>
                  <a:lnTo>
                    <a:pt x="506" y="5"/>
                  </a:lnTo>
                  <a:lnTo>
                    <a:pt x="509" y="6"/>
                  </a:lnTo>
                  <a:lnTo>
                    <a:pt x="512" y="7"/>
                  </a:lnTo>
                  <a:lnTo>
                    <a:pt x="515" y="8"/>
                  </a:lnTo>
                  <a:lnTo>
                    <a:pt x="517" y="9"/>
                  </a:lnTo>
                  <a:lnTo>
                    <a:pt x="519" y="12"/>
                  </a:lnTo>
                  <a:lnTo>
                    <a:pt x="523" y="13"/>
                  </a:lnTo>
                  <a:lnTo>
                    <a:pt x="525" y="15"/>
                  </a:lnTo>
                  <a:lnTo>
                    <a:pt x="528" y="18"/>
                  </a:lnTo>
                  <a:lnTo>
                    <a:pt x="530" y="20"/>
                  </a:lnTo>
                  <a:lnTo>
                    <a:pt x="534" y="23"/>
                  </a:lnTo>
                  <a:lnTo>
                    <a:pt x="536" y="25"/>
                  </a:lnTo>
                  <a:lnTo>
                    <a:pt x="540" y="27"/>
                  </a:lnTo>
                  <a:lnTo>
                    <a:pt x="543" y="31"/>
                  </a:lnTo>
                  <a:lnTo>
                    <a:pt x="546" y="35"/>
                  </a:lnTo>
                  <a:lnTo>
                    <a:pt x="549" y="38"/>
                  </a:lnTo>
                  <a:lnTo>
                    <a:pt x="554" y="42"/>
                  </a:lnTo>
                  <a:lnTo>
                    <a:pt x="558" y="45"/>
                  </a:lnTo>
                  <a:lnTo>
                    <a:pt x="562" y="49"/>
                  </a:lnTo>
                  <a:lnTo>
                    <a:pt x="565" y="53"/>
                  </a:lnTo>
                  <a:lnTo>
                    <a:pt x="568" y="56"/>
                  </a:lnTo>
                  <a:lnTo>
                    <a:pt x="571" y="59"/>
                  </a:lnTo>
                  <a:lnTo>
                    <a:pt x="574" y="62"/>
                  </a:lnTo>
                  <a:lnTo>
                    <a:pt x="576" y="65"/>
                  </a:lnTo>
                  <a:lnTo>
                    <a:pt x="578" y="68"/>
                  </a:lnTo>
                  <a:lnTo>
                    <a:pt x="581" y="71"/>
                  </a:lnTo>
                  <a:lnTo>
                    <a:pt x="583" y="73"/>
                  </a:lnTo>
                  <a:lnTo>
                    <a:pt x="584" y="76"/>
                  </a:lnTo>
                  <a:lnTo>
                    <a:pt x="586" y="79"/>
                  </a:lnTo>
                  <a:lnTo>
                    <a:pt x="588" y="82"/>
                  </a:lnTo>
                  <a:lnTo>
                    <a:pt x="589" y="84"/>
                  </a:lnTo>
                  <a:lnTo>
                    <a:pt x="590" y="86"/>
                  </a:lnTo>
                  <a:lnTo>
                    <a:pt x="592" y="90"/>
                  </a:lnTo>
                  <a:lnTo>
                    <a:pt x="592" y="92"/>
                  </a:lnTo>
                  <a:lnTo>
                    <a:pt x="593" y="96"/>
                  </a:lnTo>
                  <a:lnTo>
                    <a:pt x="594" y="100"/>
                  </a:lnTo>
                  <a:lnTo>
                    <a:pt x="594" y="103"/>
                  </a:lnTo>
                  <a:lnTo>
                    <a:pt x="595" y="107"/>
                  </a:lnTo>
                  <a:lnTo>
                    <a:pt x="595" y="110"/>
                  </a:lnTo>
                  <a:lnTo>
                    <a:pt x="595" y="115"/>
                  </a:lnTo>
                  <a:lnTo>
                    <a:pt x="596" y="120"/>
                  </a:lnTo>
                  <a:lnTo>
                    <a:pt x="596" y="125"/>
                  </a:lnTo>
                  <a:lnTo>
                    <a:pt x="596" y="130"/>
                  </a:lnTo>
                  <a:lnTo>
                    <a:pt x="596" y="136"/>
                  </a:lnTo>
                  <a:lnTo>
                    <a:pt x="596" y="142"/>
                  </a:lnTo>
                  <a:lnTo>
                    <a:pt x="596" y="148"/>
                  </a:lnTo>
                  <a:lnTo>
                    <a:pt x="596" y="155"/>
                  </a:lnTo>
                  <a:lnTo>
                    <a:pt x="596" y="162"/>
                  </a:lnTo>
                  <a:lnTo>
                    <a:pt x="596" y="169"/>
                  </a:lnTo>
                  <a:lnTo>
                    <a:pt x="596" y="178"/>
                  </a:lnTo>
                  <a:lnTo>
                    <a:pt x="596" y="185"/>
                  </a:lnTo>
                  <a:lnTo>
                    <a:pt x="596" y="192"/>
                  </a:lnTo>
                  <a:lnTo>
                    <a:pt x="596" y="198"/>
                  </a:lnTo>
                  <a:lnTo>
                    <a:pt x="596" y="204"/>
                  </a:lnTo>
                  <a:lnTo>
                    <a:pt x="596" y="210"/>
                  </a:lnTo>
                  <a:lnTo>
                    <a:pt x="596" y="216"/>
                  </a:lnTo>
                  <a:lnTo>
                    <a:pt x="596" y="222"/>
                  </a:lnTo>
                  <a:lnTo>
                    <a:pt x="596" y="228"/>
                  </a:lnTo>
                  <a:lnTo>
                    <a:pt x="596" y="234"/>
                  </a:lnTo>
                  <a:lnTo>
                    <a:pt x="596" y="239"/>
                  </a:lnTo>
                  <a:lnTo>
                    <a:pt x="596" y="245"/>
                  </a:lnTo>
                  <a:lnTo>
                    <a:pt x="596" y="251"/>
                  </a:lnTo>
                  <a:lnTo>
                    <a:pt x="596" y="257"/>
                  </a:lnTo>
                  <a:lnTo>
                    <a:pt x="596" y="264"/>
                  </a:lnTo>
                  <a:lnTo>
                    <a:pt x="596" y="272"/>
                  </a:lnTo>
                  <a:lnTo>
                    <a:pt x="596" y="279"/>
                  </a:lnTo>
                  <a:lnTo>
                    <a:pt x="596" y="286"/>
                  </a:lnTo>
                  <a:lnTo>
                    <a:pt x="596" y="294"/>
                  </a:lnTo>
                  <a:lnTo>
                    <a:pt x="596" y="303"/>
                  </a:lnTo>
                  <a:lnTo>
                    <a:pt x="596" y="311"/>
                  </a:lnTo>
                  <a:lnTo>
                    <a:pt x="596" y="322"/>
                  </a:lnTo>
                  <a:lnTo>
                    <a:pt x="596" y="332"/>
                  </a:lnTo>
                  <a:lnTo>
                    <a:pt x="596" y="344"/>
                  </a:lnTo>
                  <a:lnTo>
                    <a:pt x="596" y="356"/>
                  </a:lnTo>
                  <a:lnTo>
                    <a:pt x="596" y="369"/>
                  </a:lnTo>
                  <a:lnTo>
                    <a:pt x="596" y="382"/>
                  </a:lnTo>
                  <a:lnTo>
                    <a:pt x="596" y="398"/>
                  </a:lnTo>
                  <a:lnTo>
                    <a:pt x="596" y="413"/>
                  </a:lnTo>
                  <a:lnTo>
                    <a:pt x="596" y="430"/>
                  </a:lnTo>
                  <a:lnTo>
                    <a:pt x="596" y="448"/>
                  </a:lnTo>
                  <a:lnTo>
                    <a:pt x="596" y="467"/>
                  </a:lnTo>
                  <a:lnTo>
                    <a:pt x="596" y="488"/>
                  </a:lnTo>
                  <a:lnTo>
                    <a:pt x="596" y="506"/>
                  </a:lnTo>
                  <a:lnTo>
                    <a:pt x="596" y="523"/>
                  </a:lnTo>
                  <a:lnTo>
                    <a:pt x="596" y="538"/>
                  </a:lnTo>
                  <a:lnTo>
                    <a:pt x="596" y="553"/>
                  </a:lnTo>
                  <a:lnTo>
                    <a:pt x="596" y="567"/>
                  </a:lnTo>
                  <a:lnTo>
                    <a:pt x="596" y="580"/>
                  </a:lnTo>
                  <a:lnTo>
                    <a:pt x="596" y="592"/>
                  </a:lnTo>
                  <a:lnTo>
                    <a:pt x="596" y="603"/>
                  </a:lnTo>
                  <a:lnTo>
                    <a:pt x="596" y="614"/>
                  </a:lnTo>
                  <a:lnTo>
                    <a:pt x="596" y="624"/>
                  </a:lnTo>
                  <a:lnTo>
                    <a:pt x="596" y="633"/>
                  </a:lnTo>
                  <a:lnTo>
                    <a:pt x="596" y="642"/>
                  </a:lnTo>
                  <a:lnTo>
                    <a:pt x="596" y="650"/>
                  </a:lnTo>
                  <a:lnTo>
                    <a:pt x="596" y="657"/>
                  </a:lnTo>
                  <a:lnTo>
                    <a:pt x="596" y="665"/>
                  </a:lnTo>
                  <a:lnTo>
                    <a:pt x="596" y="672"/>
                  </a:lnTo>
                  <a:lnTo>
                    <a:pt x="596" y="678"/>
                  </a:lnTo>
                  <a:lnTo>
                    <a:pt x="596" y="685"/>
                  </a:lnTo>
                  <a:lnTo>
                    <a:pt x="596" y="691"/>
                  </a:lnTo>
                  <a:lnTo>
                    <a:pt x="596" y="696"/>
                  </a:lnTo>
                  <a:lnTo>
                    <a:pt x="596" y="702"/>
                  </a:lnTo>
                  <a:lnTo>
                    <a:pt x="596" y="708"/>
                  </a:lnTo>
                  <a:lnTo>
                    <a:pt x="596" y="714"/>
                  </a:lnTo>
                  <a:lnTo>
                    <a:pt x="596" y="720"/>
                  </a:lnTo>
                  <a:lnTo>
                    <a:pt x="596" y="725"/>
                  </a:lnTo>
                  <a:lnTo>
                    <a:pt x="596" y="731"/>
                  </a:lnTo>
                  <a:lnTo>
                    <a:pt x="596" y="738"/>
                  </a:lnTo>
                  <a:lnTo>
                    <a:pt x="596" y="744"/>
                  </a:lnTo>
                  <a:lnTo>
                    <a:pt x="596" y="751"/>
                  </a:lnTo>
                  <a:lnTo>
                    <a:pt x="596" y="758"/>
                  </a:lnTo>
                  <a:lnTo>
                    <a:pt x="596" y="766"/>
                  </a:lnTo>
                  <a:lnTo>
                    <a:pt x="596" y="774"/>
                  </a:lnTo>
                  <a:lnTo>
                    <a:pt x="596" y="781"/>
                  </a:lnTo>
                  <a:lnTo>
                    <a:pt x="596" y="788"/>
                  </a:lnTo>
                  <a:lnTo>
                    <a:pt x="596" y="794"/>
                  </a:lnTo>
                  <a:lnTo>
                    <a:pt x="596" y="800"/>
                  </a:lnTo>
                  <a:lnTo>
                    <a:pt x="596" y="805"/>
                  </a:lnTo>
                  <a:lnTo>
                    <a:pt x="596" y="811"/>
                  </a:lnTo>
                  <a:lnTo>
                    <a:pt x="596" y="816"/>
                  </a:lnTo>
                  <a:lnTo>
                    <a:pt x="595" y="821"/>
                  </a:lnTo>
                  <a:lnTo>
                    <a:pt x="595" y="825"/>
                  </a:lnTo>
                  <a:lnTo>
                    <a:pt x="595" y="829"/>
                  </a:lnTo>
                  <a:lnTo>
                    <a:pt x="594" y="833"/>
                  </a:lnTo>
                  <a:lnTo>
                    <a:pt x="594" y="837"/>
                  </a:lnTo>
                  <a:lnTo>
                    <a:pt x="593" y="840"/>
                  </a:lnTo>
                  <a:lnTo>
                    <a:pt x="592" y="843"/>
                  </a:lnTo>
                  <a:lnTo>
                    <a:pt x="592" y="846"/>
                  </a:lnTo>
                  <a:lnTo>
                    <a:pt x="590" y="849"/>
                  </a:lnTo>
                  <a:lnTo>
                    <a:pt x="589" y="852"/>
                  </a:lnTo>
                  <a:lnTo>
                    <a:pt x="588" y="855"/>
                  </a:lnTo>
                  <a:lnTo>
                    <a:pt x="586" y="857"/>
                  </a:lnTo>
                  <a:lnTo>
                    <a:pt x="584" y="859"/>
                  </a:lnTo>
                  <a:lnTo>
                    <a:pt x="583" y="863"/>
                  </a:lnTo>
                  <a:lnTo>
                    <a:pt x="581" y="865"/>
                  </a:lnTo>
                  <a:lnTo>
                    <a:pt x="578" y="868"/>
                  </a:lnTo>
                  <a:lnTo>
                    <a:pt x="576" y="870"/>
                  </a:lnTo>
                  <a:lnTo>
                    <a:pt x="574" y="874"/>
                  </a:lnTo>
                  <a:lnTo>
                    <a:pt x="571" y="876"/>
                  </a:lnTo>
                  <a:lnTo>
                    <a:pt x="568" y="880"/>
                  </a:lnTo>
                  <a:lnTo>
                    <a:pt x="565" y="883"/>
                  </a:lnTo>
                  <a:lnTo>
                    <a:pt x="562" y="887"/>
                  </a:lnTo>
                  <a:lnTo>
                    <a:pt x="558" y="891"/>
                  </a:lnTo>
                  <a:lnTo>
                    <a:pt x="554" y="894"/>
                  </a:lnTo>
                  <a:lnTo>
                    <a:pt x="549" y="898"/>
                  </a:lnTo>
                  <a:lnTo>
                    <a:pt x="546" y="901"/>
                  </a:lnTo>
                  <a:lnTo>
                    <a:pt x="543" y="905"/>
                  </a:lnTo>
                  <a:lnTo>
                    <a:pt x="540" y="909"/>
                  </a:lnTo>
                  <a:lnTo>
                    <a:pt x="536" y="911"/>
                  </a:lnTo>
                  <a:lnTo>
                    <a:pt x="534" y="913"/>
                  </a:lnTo>
                  <a:lnTo>
                    <a:pt x="531" y="916"/>
                  </a:lnTo>
                  <a:lnTo>
                    <a:pt x="529" y="918"/>
                  </a:lnTo>
                  <a:lnTo>
                    <a:pt x="527" y="921"/>
                  </a:lnTo>
                  <a:lnTo>
                    <a:pt x="524" y="923"/>
                  </a:lnTo>
                  <a:lnTo>
                    <a:pt x="522" y="924"/>
                  </a:lnTo>
                  <a:lnTo>
                    <a:pt x="519" y="927"/>
                  </a:lnTo>
                  <a:lnTo>
                    <a:pt x="517" y="928"/>
                  </a:lnTo>
                  <a:lnTo>
                    <a:pt x="516" y="929"/>
                  </a:lnTo>
                  <a:lnTo>
                    <a:pt x="513" y="930"/>
                  </a:lnTo>
                  <a:lnTo>
                    <a:pt x="511" y="932"/>
                  </a:lnTo>
                  <a:lnTo>
                    <a:pt x="510" y="933"/>
                  </a:lnTo>
                  <a:lnTo>
                    <a:pt x="507" y="933"/>
                  </a:lnTo>
                  <a:lnTo>
                    <a:pt x="505" y="934"/>
                  </a:lnTo>
                  <a:lnTo>
                    <a:pt x="504" y="934"/>
                  </a:lnTo>
                  <a:lnTo>
                    <a:pt x="501" y="935"/>
                  </a:lnTo>
                  <a:lnTo>
                    <a:pt x="499" y="935"/>
                  </a:lnTo>
                  <a:lnTo>
                    <a:pt x="497" y="935"/>
                  </a:lnTo>
                  <a:lnTo>
                    <a:pt x="494" y="936"/>
                  </a:lnTo>
                  <a:lnTo>
                    <a:pt x="492" y="936"/>
                  </a:lnTo>
                  <a:lnTo>
                    <a:pt x="489" y="936"/>
                  </a:lnTo>
                  <a:lnTo>
                    <a:pt x="486" y="936"/>
                  </a:lnTo>
                  <a:lnTo>
                    <a:pt x="483" y="936"/>
                  </a:lnTo>
                  <a:lnTo>
                    <a:pt x="480" y="936"/>
                  </a:lnTo>
                  <a:lnTo>
                    <a:pt x="476" y="936"/>
                  </a:lnTo>
                  <a:lnTo>
                    <a:pt x="473" y="936"/>
                  </a:lnTo>
                  <a:lnTo>
                    <a:pt x="469" y="936"/>
                  </a:lnTo>
                  <a:lnTo>
                    <a:pt x="465" y="936"/>
                  </a:lnTo>
                  <a:lnTo>
                    <a:pt x="462" y="936"/>
                  </a:lnTo>
                  <a:lnTo>
                    <a:pt x="457" y="936"/>
                  </a:lnTo>
                  <a:lnTo>
                    <a:pt x="453" y="936"/>
                  </a:lnTo>
                  <a:lnTo>
                    <a:pt x="450" y="936"/>
                  </a:lnTo>
                  <a:lnTo>
                    <a:pt x="446" y="936"/>
                  </a:lnTo>
                  <a:lnTo>
                    <a:pt x="443" y="936"/>
                  </a:lnTo>
                  <a:lnTo>
                    <a:pt x="438" y="936"/>
                  </a:lnTo>
                  <a:lnTo>
                    <a:pt x="433" y="936"/>
                  </a:lnTo>
                  <a:lnTo>
                    <a:pt x="427" y="936"/>
                  </a:lnTo>
                  <a:lnTo>
                    <a:pt x="421" y="936"/>
                  </a:lnTo>
                  <a:lnTo>
                    <a:pt x="414" y="936"/>
                  </a:lnTo>
                  <a:lnTo>
                    <a:pt x="406" y="936"/>
                  </a:lnTo>
                  <a:lnTo>
                    <a:pt x="398" y="936"/>
                  </a:lnTo>
                  <a:lnTo>
                    <a:pt x="388" y="936"/>
                  </a:lnTo>
                  <a:lnTo>
                    <a:pt x="378" y="936"/>
                  </a:lnTo>
                  <a:lnTo>
                    <a:pt x="367" y="936"/>
                  </a:lnTo>
                  <a:lnTo>
                    <a:pt x="354" y="936"/>
                  </a:lnTo>
                  <a:lnTo>
                    <a:pt x="340" y="936"/>
                  </a:lnTo>
                  <a:lnTo>
                    <a:pt x="325" y="936"/>
                  </a:lnTo>
                  <a:lnTo>
                    <a:pt x="308" y="936"/>
                  </a:lnTo>
                  <a:lnTo>
                    <a:pt x="289" y="936"/>
                  </a:lnTo>
                  <a:lnTo>
                    <a:pt x="269" y="936"/>
                  </a:lnTo>
                  <a:lnTo>
                    <a:pt x="247" y="936"/>
                  </a:lnTo>
                  <a:lnTo>
                    <a:pt x="224" y="936"/>
                  </a:lnTo>
                  <a:lnTo>
                    <a:pt x="198" y="936"/>
                  </a:lnTo>
                  <a:lnTo>
                    <a:pt x="171" y="936"/>
                  </a:lnTo>
                  <a:lnTo>
                    <a:pt x="141" y="936"/>
                  </a:lnTo>
                  <a:lnTo>
                    <a:pt x="109" y="936"/>
                  </a:lnTo>
                  <a:lnTo>
                    <a:pt x="75" y="936"/>
                  </a:lnTo>
                  <a:lnTo>
                    <a:pt x="39" y="936"/>
                  </a:lnTo>
                  <a:lnTo>
                    <a:pt x="0" y="936"/>
                  </a:lnTo>
                </a:path>
              </a:pathLst>
            </a:custGeom>
            <a:noFill/>
            <a:ln w="17463">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02" name="Freeform 196">
              <a:extLst>
                <a:ext uri="{FF2B5EF4-FFF2-40B4-BE49-F238E27FC236}">
                  <a16:creationId xmlns:a16="http://schemas.microsoft.com/office/drawing/2014/main" id="{33979A98-DBA7-41C0-8D12-B462898D0685}"/>
                </a:ext>
              </a:extLst>
            </p:cNvPr>
            <p:cNvSpPr>
              <a:spLocks/>
            </p:cNvSpPr>
            <p:nvPr/>
          </p:nvSpPr>
          <p:spPr bwMode="auto">
            <a:xfrm>
              <a:off x="5140325" y="4865687"/>
              <a:ext cx="474663" cy="744538"/>
            </a:xfrm>
            <a:custGeom>
              <a:avLst/>
              <a:gdLst>
                <a:gd name="T0" fmla="*/ 2147483646 w 596"/>
                <a:gd name="T1" fmla="*/ 0 h 936"/>
                <a:gd name="T2" fmla="*/ 2147483646 w 596"/>
                <a:gd name="T3" fmla="*/ 0 h 936"/>
                <a:gd name="T4" fmla="*/ 2147483646 w 596"/>
                <a:gd name="T5" fmla="*/ 0 h 936"/>
                <a:gd name="T6" fmla="*/ 2147483646 w 596"/>
                <a:gd name="T7" fmla="*/ 0 h 936"/>
                <a:gd name="T8" fmla="*/ 2147483646 w 596"/>
                <a:gd name="T9" fmla="*/ 0 h 936"/>
                <a:gd name="T10" fmla="*/ 2147483646 w 596"/>
                <a:gd name="T11" fmla="*/ 0 h 936"/>
                <a:gd name="T12" fmla="*/ 2147483646 w 596"/>
                <a:gd name="T13" fmla="*/ 0 h 936"/>
                <a:gd name="T14" fmla="*/ 2147483646 w 596"/>
                <a:gd name="T15" fmla="*/ 0 h 936"/>
                <a:gd name="T16" fmla="*/ 2147483646 w 596"/>
                <a:gd name="T17" fmla="*/ 2147483646 h 936"/>
                <a:gd name="T18" fmla="*/ 2147483646 w 596"/>
                <a:gd name="T19" fmla="*/ 2147483646 h 936"/>
                <a:gd name="T20" fmla="*/ 2147483646 w 596"/>
                <a:gd name="T21" fmla="*/ 2147483646 h 936"/>
                <a:gd name="T22" fmla="*/ 2147483646 w 596"/>
                <a:gd name="T23" fmla="*/ 2147483646 h 936"/>
                <a:gd name="T24" fmla="*/ 2147483646 w 596"/>
                <a:gd name="T25" fmla="*/ 2147483646 h 936"/>
                <a:gd name="T26" fmla="*/ 2147483646 w 596"/>
                <a:gd name="T27" fmla="*/ 2147483646 h 936"/>
                <a:gd name="T28" fmla="*/ 2147483646 w 596"/>
                <a:gd name="T29" fmla="*/ 2147483646 h 936"/>
                <a:gd name="T30" fmla="*/ 2147483646 w 596"/>
                <a:gd name="T31" fmla="*/ 2147483646 h 936"/>
                <a:gd name="T32" fmla="*/ 2147483646 w 596"/>
                <a:gd name="T33" fmla="*/ 2147483646 h 936"/>
                <a:gd name="T34" fmla="*/ 2147483646 w 596"/>
                <a:gd name="T35" fmla="*/ 2147483646 h 936"/>
                <a:gd name="T36" fmla="*/ 0 w 596"/>
                <a:gd name="T37" fmla="*/ 2147483646 h 936"/>
                <a:gd name="T38" fmla="*/ 0 w 596"/>
                <a:gd name="T39" fmla="*/ 2147483646 h 936"/>
                <a:gd name="T40" fmla="*/ 0 w 596"/>
                <a:gd name="T41" fmla="*/ 2147483646 h 936"/>
                <a:gd name="T42" fmla="*/ 0 w 596"/>
                <a:gd name="T43" fmla="*/ 2147483646 h 936"/>
                <a:gd name="T44" fmla="*/ 0 w 596"/>
                <a:gd name="T45" fmla="*/ 2147483646 h 936"/>
                <a:gd name="T46" fmla="*/ 0 w 596"/>
                <a:gd name="T47" fmla="*/ 2147483646 h 936"/>
                <a:gd name="T48" fmla="*/ 0 w 596"/>
                <a:gd name="T49" fmla="*/ 2147483646 h 936"/>
                <a:gd name="T50" fmla="*/ 0 w 596"/>
                <a:gd name="T51" fmla="*/ 2147483646 h 936"/>
                <a:gd name="T52" fmla="*/ 0 w 596"/>
                <a:gd name="T53" fmla="*/ 2147483646 h 936"/>
                <a:gd name="T54" fmla="*/ 0 w 596"/>
                <a:gd name="T55" fmla="*/ 2147483646 h 936"/>
                <a:gd name="T56" fmla="*/ 0 w 596"/>
                <a:gd name="T57" fmla="*/ 2147483646 h 936"/>
                <a:gd name="T58" fmla="*/ 0 w 596"/>
                <a:gd name="T59" fmla="*/ 2147483646 h 936"/>
                <a:gd name="T60" fmla="*/ 0 w 596"/>
                <a:gd name="T61" fmla="*/ 2147483646 h 936"/>
                <a:gd name="T62" fmla="*/ 0 w 596"/>
                <a:gd name="T63" fmla="*/ 2147483646 h 936"/>
                <a:gd name="T64" fmla="*/ 0 w 596"/>
                <a:gd name="T65" fmla="*/ 2147483646 h 936"/>
                <a:gd name="T66" fmla="*/ 0 w 596"/>
                <a:gd name="T67" fmla="*/ 2147483646 h 936"/>
                <a:gd name="T68" fmla="*/ 2147483646 w 596"/>
                <a:gd name="T69" fmla="*/ 2147483646 h 936"/>
                <a:gd name="T70" fmla="*/ 2147483646 w 596"/>
                <a:gd name="T71" fmla="*/ 2147483646 h 936"/>
                <a:gd name="T72" fmla="*/ 2147483646 w 596"/>
                <a:gd name="T73" fmla="*/ 2147483646 h 936"/>
                <a:gd name="T74" fmla="*/ 2147483646 w 596"/>
                <a:gd name="T75" fmla="*/ 2147483646 h 936"/>
                <a:gd name="T76" fmla="*/ 2147483646 w 596"/>
                <a:gd name="T77" fmla="*/ 2147483646 h 936"/>
                <a:gd name="T78" fmla="*/ 2147483646 w 596"/>
                <a:gd name="T79" fmla="*/ 2147483646 h 936"/>
                <a:gd name="T80" fmla="*/ 2147483646 w 596"/>
                <a:gd name="T81" fmla="*/ 2147483646 h 936"/>
                <a:gd name="T82" fmla="*/ 2147483646 w 596"/>
                <a:gd name="T83" fmla="*/ 2147483646 h 936"/>
                <a:gd name="T84" fmla="*/ 2147483646 w 596"/>
                <a:gd name="T85" fmla="*/ 2147483646 h 936"/>
                <a:gd name="T86" fmla="*/ 2147483646 w 596"/>
                <a:gd name="T87" fmla="*/ 2147483646 h 936"/>
                <a:gd name="T88" fmla="*/ 2147483646 w 596"/>
                <a:gd name="T89" fmla="*/ 2147483646 h 936"/>
                <a:gd name="T90" fmla="*/ 2147483646 w 596"/>
                <a:gd name="T91" fmla="*/ 2147483646 h 936"/>
                <a:gd name="T92" fmla="*/ 2147483646 w 596"/>
                <a:gd name="T93" fmla="*/ 2147483646 h 936"/>
                <a:gd name="T94" fmla="*/ 2147483646 w 596"/>
                <a:gd name="T95" fmla="*/ 2147483646 h 936"/>
                <a:gd name="T96" fmla="*/ 2147483646 w 596"/>
                <a:gd name="T97" fmla="*/ 2147483646 h 936"/>
                <a:gd name="T98" fmla="*/ 2147483646 w 596"/>
                <a:gd name="T99" fmla="*/ 2147483646 h 936"/>
                <a:gd name="T100" fmla="*/ 2147483646 w 596"/>
                <a:gd name="T101" fmla="*/ 2147483646 h 936"/>
                <a:gd name="T102" fmla="*/ 2147483646 w 596"/>
                <a:gd name="T103" fmla="*/ 2147483646 h 9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96"/>
                <a:gd name="T157" fmla="*/ 0 h 936"/>
                <a:gd name="T158" fmla="*/ 596 w 596"/>
                <a:gd name="T159" fmla="*/ 936 h 9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96" h="936">
                  <a:moveTo>
                    <a:pt x="596" y="0"/>
                  </a:moveTo>
                  <a:lnTo>
                    <a:pt x="566" y="0"/>
                  </a:lnTo>
                  <a:lnTo>
                    <a:pt x="536" y="0"/>
                  </a:lnTo>
                  <a:lnTo>
                    <a:pt x="510" y="0"/>
                  </a:lnTo>
                  <a:lnTo>
                    <a:pt x="484" y="0"/>
                  </a:lnTo>
                  <a:lnTo>
                    <a:pt x="460" y="0"/>
                  </a:lnTo>
                  <a:lnTo>
                    <a:pt x="438" y="0"/>
                  </a:lnTo>
                  <a:lnTo>
                    <a:pt x="417" y="0"/>
                  </a:lnTo>
                  <a:lnTo>
                    <a:pt x="398" y="0"/>
                  </a:lnTo>
                  <a:lnTo>
                    <a:pt x="381" y="0"/>
                  </a:lnTo>
                  <a:lnTo>
                    <a:pt x="364" y="0"/>
                  </a:lnTo>
                  <a:lnTo>
                    <a:pt x="349" y="0"/>
                  </a:lnTo>
                  <a:lnTo>
                    <a:pt x="334" y="0"/>
                  </a:lnTo>
                  <a:lnTo>
                    <a:pt x="321" y="0"/>
                  </a:lnTo>
                  <a:lnTo>
                    <a:pt x="309" y="0"/>
                  </a:lnTo>
                  <a:lnTo>
                    <a:pt x="298" y="0"/>
                  </a:lnTo>
                  <a:lnTo>
                    <a:pt x="287" y="0"/>
                  </a:lnTo>
                  <a:lnTo>
                    <a:pt x="278" y="0"/>
                  </a:lnTo>
                  <a:lnTo>
                    <a:pt x="269" y="0"/>
                  </a:lnTo>
                  <a:lnTo>
                    <a:pt x="261" y="0"/>
                  </a:lnTo>
                  <a:lnTo>
                    <a:pt x="252" y="0"/>
                  </a:lnTo>
                  <a:lnTo>
                    <a:pt x="245" y="0"/>
                  </a:lnTo>
                  <a:lnTo>
                    <a:pt x="238" y="0"/>
                  </a:lnTo>
                  <a:lnTo>
                    <a:pt x="232" y="0"/>
                  </a:lnTo>
                  <a:lnTo>
                    <a:pt x="225" y="0"/>
                  </a:lnTo>
                  <a:lnTo>
                    <a:pt x="219" y="0"/>
                  </a:lnTo>
                  <a:lnTo>
                    <a:pt x="213" y="0"/>
                  </a:lnTo>
                  <a:lnTo>
                    <a:pt x="206" y="0"/>
                  </a:lnTo>
                  <a:lnTo>
                    <a:pt x="200" y="0"/>
                  </a:lnTo>
                  <a:lnTo>
                    <a:pt x="192" y="0"/>
                  </a:lnTo>
                  <a:lnTo>
                    <a:pt x="185" y="0"/>
                  </a:lnTo>
                  <a:lnTo>
                    <a:pt x="178" y="0"/>
                  </a:lnTo>
                  <a:lnTo>
                    <a:pt x="171" y="0"/>
                  </a:lnTo>
                  <a:lnTo>
                    <a:pt x="162" y="0"/>
                  </a:lnTo>
                  <a:lnTo>
                    <a:pt x="155" y="0"/>
                  </a:lnTo>
                  <a:lnTo>
                    <a:pt x="149" y="0"/>
                  </a:lnTo>
                  <a:lnTo>
                    <a:pt x="142" y="0"/>
                  </a:lnTo>
                  <a:lnTo>
                    <a:pt x="136" y="0"/>
                  </a:lnTo>
                  <a:lnTo>
                    <a:pt x="131" y="0"/>
                  </a:lnTo>
                  <a:lnTo>
                    <a:pt x="125" y="0"/>
                  </a:lnTo>
                  <a:lnTo>
                    <a:pt x="120" y="0"/>
                  </a:lnTo>
                  <a:lnTo>
                    <a:pt x="117" y="0"/>
                  </a:lnTo>
                  <a:lnTo>
                    <a:pt x="112" y="1"/>
                  </a:lnTo>
                  <a:lnTo>
                    <a:pt x="108" y="1"/>
                  </a:lnTo>
                  <a:lnTo>
                    <a:pt x="105" y="2"/>
                  </a:lnTo>
                  <a:lnTo>
                    <a:pt x="101" y="2"/>
                  </a:lnTo>
                  <a:lnTo>
                    <a:pt x="97" y="3"/>
                  </a:lnTo>
                  <a:lnTo>
                    <a:pt x="94" y="3"/>
                  </a:lnTo>
                  <a:lnTo>
                    <a:pt x="91" y="5"/>
                  </a:lnTo>
                  <a:lnTo>
                    <a:pt x="88" y="6"/>
                  </a:lnTo>
                  <a:lnTo>
                    <a:pt x="85" y="7"/>
                  </a:lnTo>
                  <a:lnTo>
                    <a:pt x="82" y="8"/>
                  </a:lnTo>
                  <a:lnTo>
                    <a:pt x="79" y="9"/>
                  </a:lnTo>
                  <a:lnTo>
                    <a:pt x="77" y="12"/>
                  </a:lnTo>
                  <a:lnTo>
                    <a:pt x="74" y="13"/>
                  </a:lnTo>
                  <a:lnTo>
                    <a:pt x="72" y="15"/>
                  </a:lnTo>
                  <a:lnTo>
                    <a:pt x="68" y="18"/>
                  </a:lnTo>
                  <a:lnTo>
                    <a:pt x="66" y="20"/>
                  </a:lnTo>
                  <a:lnTo>
                    <a:pt x="64" y="23"/>
                  </a:lnTo>
                  <a:lnTo>
                    <a:pt x="60" y="25"/>
                  </a:lnTo>
                  <a:lnTo>
                    <a:pt x="58" y="27"/>
                  </a:lnTo>
                  <a:lnTo>
                    <a:pt x="54" y="31"/>
                  </a:lnTo>
                  <a:lnTo>
                    <a:pt x="50" y="35"/>
                  </a:lnTo>
                  <a:lnTo>
                    <a:pt x="47" y="38"/>
                  </a:lnTo>
                  <a:lnTo>
                    <a:pt x="43" y="42"/>
                  </a:lnTo>
                  <a:lnTo>
                    <a:pt x="38" y="45"/>
                  </a:lnTo>
                  <a:lnTo>
                    <a:pt x="35" y="49"/>
                  </a:lnTo>
                  <a:lnTo>
                    <a:pt x="32" y="53"/>
                  </a:lnTo>
                  <a:lnTo>
                    <a:pt x="29" y="56"/>
                  </a:lnTo>
                  <a:lnTo>
                    <a:pt x="26" y="59"/>
                  </a:lnTo>
                  <a:lnTo>
                    <a:pt x="23" y="62"/>
                  </a:lnTo>
                  <a:lnTo>
                    <a:pt x="20" y="65"/>
                  </a:lnTo>
                  <a:lnTo>
                    <a:pt x="18" y="68"/>
                  </a:lnTo>
                  <a:lnTo>
                    <a:pt x="16" y="71"/>
                  </a:lnTo>
                  <a:lnTo>
                    <a:pt x="14" y="73"/>
                  </a:lnTo>
                  <a:lnTo>
                    <a:pt x="12" y="76"/>
                  </a:lnTo>
                  <a:lnTo>
                    <a:pt x="11" y="79"/>
                  </a:lnTo>
                  <a:lnTo>
                    <a:pt x="10" y="82"/>
                  </a:lnTo>
                  <a:lnTo>
                    <a:pt x="8" y="84"/>
                  </a:lnTo>
                  <a:lnTo>
                    <a:pt x="7" y="86"/>
                  </a:lnTo>
                  <a:lnTo>
                    <a:pt x="6" y="90"/>
                  </a:lnTo>
                  <a:lnTo>
                    <a:pt x="5" y="92"/>
                  </a:lnTo>
                  <a:lnTo>
                    <a:pt x="4" y="96"/>
                  </a:lnTo>
                  <a:lnTo>
                    <a:pt x="4" y="100"/>
                  </a:lnTo>
                  <a:lnTo>
                    <a:pt x="2" y="103"/>
                  </a:lnTo>
                  <a:lnTo>
                    <a:pt x="2" y="107"/>
                  </a:lnTo>
                  <a:lnTo>
                    <a:pt x="1" y="110"/>
                  </a:lnTo>
                  <a:lnTo>
                    <a:pt x="1" y="115"/>
                  </a:lnTo>
                  <a:lnTo>
                    <a:pt x="1" y="120"/>
                  </a:lnTo>
                  <a:lnTo>
                    <a:pt x="1" y="125"/>
                  </a:lnTo>
                  <a:lnTo>
                    <a:pt x="1" y="130"/>
                  </a:lnTo>
                  <a:lnTo>
                    <a:pt x="0" y="136"/>
                  </a:lnTo>
                  <a:lnTo>
                    <a:pt x="0" y="142"/>
                  </a:lnTo>
                  <a:lnTo>
                    <a:pt x="0" y="148"/>
                  </a:lnTo>
                  <a:lnTo>
                    <a:pt x="0" y="155"/>
                  </a:lnTo>
                  <a:lnTo>
                    <a:pt x="0" y="162"/>
                  </a:lnTo>
                  <a:lnTo>
                    <a:pt x="0" y="169"/>
                  </a:lnTo>
                  <a:lnTo>
                    <a:pt x="0" y="178"/>
                  </a:lnTo>
                  <a:lnTo>
                    <a:pt x="0" y="185"/>
                  </a:lnTo>
                  <a:lnTo>
                    <a:pt x="0" y="192"/>
                  </a:lnTo>
                  <a:lnTo>
                    <a:pt x="0" y="198"/>
                  </a:lnTo>
                  <a:lnTo>
                    <a:pt x="0" y="204"/>
                  </a:lnTo>
                  <a:lnTo>
                    <a:pt x="0" y="210"/>
                  </a:lnTo>
                  <a:lnTo>
                    <a:pt x="0" y="216"/>
                  </a:lnTo>
                  <a:lnTo>
                    <a:pt x="0" y="222"/>
                  </a:lnTo>
                  <a:lnTo>
                    <a:pt x="0" y="228"/>
                  </a:lnTo>
                  <a:lnTo>
                    <a:pt x="0" y="234"/>
                  </a:lnTo>
                  <a:lnTo>
                    <a:pt x="0" y="239"/>
                  </a:lnTo>
                  <a:lnTo>
                    <a:pt x="0" y="245"/>
                  </a:lnTo>
                  <a:lnTo>
                    <a:pt x="0" y="251"/>
                  </a:lnTo>
                  <a:lnTo>
                    <a:pt x="0" y="257"/>
                  </a:lnTo>
                  <a:lnTo>
                    <a:pt x="0" y="264"/>
                  </a:lnTo>
                  <a:lnTo>
                    <a:pt x="0" y="272"/>
                  </a:lnTo>
                  <a:lnTo>
                    <a:pt x="0" y="279"/>
                  </a:lnTo>
                  <a:lnTo>
                    <a:pt x="0" y="286"/>
                  </a:lnTo>
                  <a:lnTo>
                    <a:pt x="0" y="294"/>
                  </a:lnTo>
                  <a:lnTo>
                    <a:pt x="0" y="303"/>
                  </a:lnTo>
                  <a:lnTo>
                    <a:pt x="0" y="311"/>
                  </a:lnTo>
                  <a:lnTo>
                    <a:pt x="0" y="322"/>
                  </a:lnTo>
                  <a:lnTo>
                    <a:pt x="0" y="332"/>
                  </a:lnTo>
                  <a:lnTo>
                    <a:pt x="0" y="344"/>
                  </a:lnTo>
                  <a:lnTo>
                    <a:pt x="0" y="356"/>
                  </a:lnTo>
                  <a:lnTo>
                    <a:pt x="0" y="369"/>
                  </a:lnTo>
                  <a:lnTo>
                    <a:pt x="0" y="382"/>
                  </a:lnTo>
                  <a:lnTo>
                    <a:pt x="0" y="398"/>
                  </a:lnTo>
                  <a:lnTo>
                    <a:pt x="0" y="413"/>
                  </a:lnTo>
                  <a:lnTo>
                    <a:pt x="0" y="430"/>
                  </a:lnTo>
                  <a:lnTo>
                    <a:pt x="0" y="448"/>
                  </a:lnTo>
                  <a:lnTo>
                    <a:pt x="0" y="467"/>
                  </a:lnTo>
                  <a:lnTo>
                    <a:pt x="0" y="488"/>
                  </a:lnTo>
                  <a:lnTo>
                    <a:pt x="0" y="506"/>
                  </a:lnTo>
                  <a:lnTo>
                    <a:pt x="0" y="523"/>
                  </a:lnTo>
                  <a:lnTo>
                    <a:pt x="0" y="538"/>
                  </a:lnTo>
                  <a:lnTo>
                    <a:pt x="0" y="553"/>
                  </a:lnTo>
                  <a:lnTo>
                    <a:pt x="0" y="567"/>
                  </a:lnTo>
                  <a:lnTo>
                    <a:pt x="0" y="580"/>
                  </a:lnTo>
                  <a:lnTo>
                    <a:pt x="0" y="592"/>
                  </a:lnTo>
                  <a:lnTo>
                    <a:pt x="0" y="603"/>
                  </a:lnTo>
                  <a:lnTo>
                    <a:pt x="0" y="614"/>
                  </a:lnTo>
                  <a:lnTo>
                    <a:pt x="0" y="624"/>
                  </a:lnTo>
                  <a:lnTo>
                    <a:pt x="0" y="633"/>
                  </a:lnTo>
                  <a:lnTo>
                    <a:pt x="0" y="642"/>
                  </a:lnTo>
                  <a:lnTo>
                    <a:pt x="0" y="650"/>
                  </a:lnTo>
                  <a:lnTo>
                    <a:pt x="0" y="657"/>
                  </a:lnTo>
                  <a:lnTo>
                    <a:pt x="0" y="665"/>
                  </a:lnTo>
                  <a:lnTo>
                    <a:pt x="0" y="672"/>
                  </a:lnTo>
                  <a:lnTo>
                    <a:pt x="0" y="678"/>
                  </a:lnTo>
                  <a:lnTo>
                    <a:pt x="0" y="685"/>
                  </a:lnTo>
                  <a:lnTo>
                    <a:pt x="0" y="691"/>
                  </a:lnTo>
                  <a:lnTo>
                    <a:pt x="0" y="696"/>
                  </a:lnTo>
                  <a:lnTo>
                    <a:pt x="0" y="702"/>
                  </a:lnTo>
                  <a:lnTo>
                    <a:pt x="0" y="708"/>
                  </a:lnTo>
                  <a:lnTo>
                    <a:pt x="0" y="714"/>
                  </a:lnTo>
                  <a:lnTo>
                    <a:pt x="0" y="720"/>
                  </a:lnTo>
                  <a:lnTo>
                    <a:pt x="0" y="725"/>
                  </a:lnTo>
                  <a:lnTo>
                    <a:pt x="0" y="731"/>
                  </a:lnTo>
                  <a:lnTo>
                    <a:pt x="0" y="738"/>
                  </a:lnTo>
                  <a:lnTo>
                    <a:pt x="0" y="744"/>
                  </a:lnTo>
                  <a:lnTo>
                    <a:pt x="0" y="751"/>
                  </a:lnTo>
                  <a:lnTo>
                    <a:pt x="0" y="758"/>
                  </a:lnTo>
                  <a:lnTo>
                    <a:pt x="0" y="766"/>
                  </a:lnTo>
                  <a:lnTo>
                    <a:pt x="0" y="774"/>
                  </a:lnTo>
                  <a:lnTo>
                    <a:pt x="0" y="781"/>
                  </a:lnTo>
                  <a:lnTo>
                    <a:pt x="0" y="788"/>
                  </a:lnTo>
                  <a:lnTo>
                    <a:pt x="0" y="794"/>
                  </a:lnTo>
                  <a:lnTo>
                    <a:pt x="0" y="800"/>
                  </a:lnTo>
                  <a:lnTo>
                    <a:pt x="1" y="805"/>
                  </a:lnTo>
                  <a:lnTo>
                    <a:pt x="1" y="811"/>
                  </a:lnTo>
                  <a:lnTo>
                    <a:pt x="1" y="816"/>
                  </a:lnTo>
                  <a:lnTo>
                    <a:pt x="1" y="821"/>
                  </a:lnTo>
                  <a:lnTo>
                    <a:pt x="1" y="825"/>
                  </a:lnTo>
                  <a:lnTo>
                    <a:pt x="2" y="829"/>
                  </a:lnTo>
                  <a:lnTo>
                    <a:pt x="2" y="833"/>
                  </a:lnTo>
                  <a:lnTo>
                    <a:pt x="4" y="837"/>
                  </a:lnTo>
                  <a:lnTo>
                    <a:pt x="4" y="840"/>
                  </a:lnTo>
                  <a:lnTo>
                    <a:pt x="5" y="843"/>
                  </a:lnTo>
                  <a:lnTo>
                    <a:pt x="6" y="846"/>
                  </a:lnTo>
                  <a:lnTo>
                    <a:pt x="7" y="849"/>
                  </a:lnTo>
                  <a:lnTo>
                    <a:pt x="8" y="852"/>
                  </a:lnTo>
                  <a:lnTo>
                    <a:pt x="10" y="855"/>
                  </a:lnTo>
                  <a:lnTo>
                    <a:pt x="11" y="857"/>
                  </a:lnTo>
                  <a:lnTo>
                    <a:pt x="12" y="859"/>
                  </a:lnTo>
                  <a:lnTo>
                    <a:pt x="14" y="863"/>
                  </a:lnTo>
                  <a:lnTo>
                    <a:pt x="16" y="865"/>
                  </a:lnTo>
                  <a:lnTo>
                    <a:pt x="18" y="868"/>
                  </a:lnTo>
                  <a:lnTo>
                    <a:pt x="20" y="870"/>
                  </a:lnTo>
                  <a:lnTo>
                    <a:pt x="23" y="874"/>
                  </a:lnTo>
                  <a:lnTo>
                    <a:pt x="26" y="876"/>
                  </a:lnTo>
                  <a:lnTo>
                    <a:pt x="29" y="880"/>
                  </a:lnTo>
                  <a:lnTo>
                    <a:pt x="32" y="883"/>
                  </a:lnTo>
                  <a:lnTo>
                    <a:pt x="35" y="887"/>
                  </a:lnTo>
                  <a:lnTo>
                    <a:pt x="38" y="891"/>
                  </a:lnTo>
                  <a:lnTo>
                    <a:pt x="43" y="894"/>
                  </a:lnTo>
                  <a:lnTo>
                    <a:pt x="47" y="898"/>
                  </a:lnTo>
                  <a:lnTo>
                    <a:pt x="50" y="901"/>
                  </a:lnTo>
                  <a:lnTo>
                    <a:pt x="54" y="905"/>
                  </a:lnTo>
                  <a:lnTo>
                    <a:pt x="56" y="909"/>
                  </a:lnTo>
                  <a:lnTo>
                    <a:pt x="60" y="911"/>
                  </a:lnTo>
                  <a:lnTo>
                    <a:pt x="62" y="913"/>
                  </a:lnTo>
                  <a:lnTo>
                    <a:pt x="66" y="916"/>
                  </a:lnTo>
                  <a:lnTo>
                    <a:pt x="68" y="918"/>
                  </a:lnTo>
                  <a:lnTo>
                    <a:pt x="71" y="921"/>
                  </a:lnTo>
                  <a:lnTo>
                    <a:pt x="73" y="923"/>
                  </a:lnTo>
                  <a:lnTo>
                    <a:pt x="76" y="924"/>
                  </a:lnTo>
                  <a:lnTo>
                    <a:pt x="77" y="927"/>
                  </a:lnTo>
                  <a:lnTo>
                    <a:pt x="79" y="928"/>
                  </a:lnTo>
                  <a:lnTo>
                    <a:pt x="82" y="929"/>
                  </a:lnTo>
                  <a:lnTo>
                    <a:pt x="83" y="930"/>
                  </a:lnTo>
                  <a:lnTo>
                    <a:pt x="85" y="932"/>
                  </a:lnTo>
                  <a:lnTo>
                    <a:pt x="88" y="933"/>
                  </a:lnTo>
                  <a:lnTo>
                    <a:pt x="89" y="933"/>
                  </a:lnTo>
                  <a:lnTo>
                    <a:pt x="91" y="934"/>
                  </a:lnTo>
                  <a:lnTo>
                    <a:pt x="94" y="934"/>
                  </a:lnTo>
                  <a:lnTo>
                    <a:pt x="96" y="935"/>
                  </a:lnTo>
                  <a:lnTo>
                    <a:pt x="99" y="935"/>
                  </a:lnTo>
                  <a:lnTo>
                    <a:pt x="100" y="935"/>
                  </a:lnTo>
                  <a:lnTo>
                    <a:pt x="102" y="936"/>
                  </a:lnTo>
                  <a:lnTo>
                    <a:pt x="106" y="936"/>
                  </a:lnTo>
                  <a:lnTo>
                    <a:pt x="108" y="936"/>
                  </a:lnTo>
                  <a:lnTo>
                    <a:pt x="111" y="936"/>
                  </a:lnTo>
                  <a:lnTo>
                    <a:pt x="114" y="936"/>
                  </a:lnTo>
                  <a:lnTo>
                    <a:pt x="117" y="936"/>
                  </a:lnTo>
                  <a:lnTo>
                    <a:pt x="120" y="936"/>
                  </a:lnTo>
                  <a:lnTo>
                    <a:pt x="124" y="936"/>
                  </a:lnTo>
                  <a:lnTo>
                    <a:pt x="127" y="936"/>
                  </a:lnTo>
                  <a:lnTo>
                    <a:pt x="132" y="936"/>
                  </a:lnTo>
                  <a:lnTo>
                    <a:pt x="136" y="936"/>
                  </a:lnTo>
                  <a:lnTo>
                    <a:pt x="139" y="936"/>
                  </a:lnTo>
                  <a:lnTo>
                    <a:pt x="143" y="936"/>
                  </a:lnTo>
                  <a:lnTo>
                    <a:pt x="147" y="936"/>
                  </a:lnTo>
                  <a:lnTo>
                    <a:pt x="150" y="936"/>
                  </a:lnTo>
                  <a:lnTo>
                    <a:pt x="155" y="936"/>
                  </a:lnTo>
                  <a:lnTo>
                    <a:pt x="159" y="936"/>
                  </a:lnTo>
                  <a:lnTo>
                    <a:pt x="165" y="936"/>
                  </a:lnTo>
                  <a:lnTo>
                    <a:pt x="169" y="936"/>
                  </a:lnTo>
                  <a:lnTo>
                    <a:pt x="175" y="936"/>
                  </a:lnTo>
                  <a:lnTo>
                    <a:pt x="183" y="936"/>
                  </a:lnTo>
                  <a:lnTo>
                    <a:pt x="190" y="936"/>
                  </a:lnTo>
                  <a:lnTo>
                    <a:pt x="198" y="936"/>
                  </a:lnTo>
                  <a:lnTo>
                    <a:pt x="208" y="936"/>
                  </a:lnTo>
                  <a:lnTo>
                    <a:pt x="219" y="936"/>
                  </a:lnTo>
                  <a:lnTo>
                    <a:pt x="230" y="936"/>
                  </a:lnTo>
                  <a:lnTo>
                    <a:pt x="243" y="936"/>
                  </a:lnTo>
                  <a:lnTo>
                    <a:pt x="257" y="936"/>
                  </a:lnTo>
                  <a:lnTo>
                    <a:pt x="273" y="936"/>
                  </a:lnTo>
                  <a:lnTo>
                    <a:pt x="290" y="936"/>
                  </a:lnTo>
                  <a:lnTo>
                    <a:pt x="308" y="936"/>
                  </a:lnTo>
                  <a:lnTo>
                    <a:pt x="328" y="936"/>
                  </a:lnTo>
                  <a:lnTo>
                    <a:pt x="350" y="936"/>
                  </a:lnTo>
                  <a:lnTo>
                    <a:pt x="374" y="936"/>
                  </a:lnTo>
                  <a:lnTo>
                    <a:pt x="399" y="936"/>
                  </a:lnTo>
                  <a:lnTo>
                    <a:pt x="427" y="936"/>
                  </a:lnTo>
                  <a:lnTo>
                    <a:pt x="456" y="936"/>
                  </a:lnTo>
                  <a:lnTo>
                    <a:pt x="488" y="936"/>
                  </a:lnTo>
                  <a:lnTo>
                    <a:pt x="522" y="936"/>
                  </a:lnTo>
                  <a:lnTo>
                    <a:pt x="558" y="936"/>
                  </a:lnTo>
                  <a:lnTo>
                    <a:pt x="596" y="936"/>
                  </a:lnTo>
                </a:path>
              </a:pathLst>
            </a:custGeom>
            <a:noFill/>
            <a:ln w="17463">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803" name="Freeform 197">
              <a:extLst>
                <a:ext uri="{FF2B5EF4-FFF2-40B4-BE49-F238E27FC236}">
                  <a16:creationId xmlns:a16="http://schemas.microsoft.com/office/drawing/2014/main" id="{F3C07169-CF17-4F5B-A277-088B7E8AD110}"/>
                </a:ext>
              </a:extLst>
            </p:cNvPr>
            <p:cNvSpPr>
              <a:spLocks/>
            </p:cNvSpPr>
            <p:nvPr/>
          </p:nvSpPr>
          <p:spPr bwMode="auto">
            <a:xfrm>
              <a:off x="4741863" y="5710237"/>
              <a:ext cx="269875" cy="269875"/>
            </a:xfrm>
            <a:custGeom>
              <a:avLst/>
              <a:gdLst>
                <a:gd name="T0" fmla="*/ 2147483646 w 340"/>
                <a:gd name="T1" fmla="*/ 0 h 340"/>
                <a:gd name="T2" fmla="*/ 2147483646 w 340"/>
                <a:gd name="T3" fmla="*/ 0 h 340"/>
                <a:gd name="T4" fmla="*/ 2147483646 w 340"/>
                <a:gd name="T5" fmla="*/ 0 h 340"/>
                <a:gd name="T6" fmla="*/ 2147483646 w 340"/>
                <a:gd name="T7" fmla="*/ 0 h 340"/>
                <a:gd name="T8" fmla="*/ 2147483646 w 340"/>
                <a:gd name="T9" fmla="*/ 0 h 340"/>
                <a:gd name="T10" fmla="*/ 2147483646 w 340"/>
                <a:gd name="T11" fmla="*/ 0 h 340"/>
                <a:gd name="T12" fmla="*/ 2147483646 w 340"/>
                <a:gd name="T13" fmla="*/ 2147483646 h 340"/>
                <a:gd name="T14" fmla="*/ 2147483646 w 340"/>
                <a:gd name="T15" fmla="*/ 2147483646 h 340"/>
                <a:gd name="T16" fmla="*/ 2147483646 w 340"/>
                <a:gd name="T17" fmla="*/ 2147483646 h 340"/>
                <a:gd name="T18" fmla="*/ 2147483646 w 340"/>
                <a:gd name="T19" fmla="*/ 2147483646 h 340"/>
                <a:gd name="T20" fmla="*/ 2147483646 w 340"/>
                <a:gd name="T21" fmla="*/ 2147483646 h 340"/>
                <a:gd name="T22" fmla="*/ 2147483646 w 340"/>
                <a:gd name="T23" fmla="*/ 2147483646 h 340"/>
                <a:gd name="T24" fmla="*/ 2147483646 w 340"/>
                <a:gd name="T25" fmla="*/ 2147483646 h 340"/>
                <a:gd name="T26" fmla="*/ 2147483646 w 340"/>
                <a:gd name="T27" fmla="*/ 2147483646 h 340"/>
                <a:gd name="T28" fmla="*/ 2147483646 w 340"/>
                <a:gd name="T29" fmla="*/ 2147483646 h 340"/>
                <a:gd name="T30" fmla="*/ 2147483646 w 340"/>
                <a:gd name="T31" fmla="*/ 2147483646 h 340"/>
                <a:gd name="T32" fmla="*/ 2147483646 w 340"/>
                <a:gd name="T33" fmla="*/ 2147483646 h 340"/>
                <a:gd name="T34" fmla="*/ 2147483646 w 340"/>
                <a:gd name="T35" fmla="*/ 2147483646 h 340"/>
                <a:gd name="T36" fmla="*/ 2147483646 w 340"/>
                <a:gd name="T37" fmla="*/ 2147483646 h 340"/>
                <a:gd name="T38" fmla="*/ 2147483646 w 340"/>
                <a:gd name="T39" fmla="*/ 2147483646 h 340"/>
                <a:gd name="T40" fmla="*/ 2147483646 w 340"/>
                <a:gd name="T41" fmla="*/ 2147483646 h 340"/>
                <a:gd name="T42" fmla="*/ 2147483646 w 340"/>
                <a:gd name="T43" fmla="*/ 2147483646 h 340"/>
                <a:gd name="T44" fmla="*/ 2147483646 w 340"/>
                <a:gd name="T45" fmla="*/ 2147483646 h 340"/>
                <a:gd name="T46" fmla="*/ 2147483646 w 340"/>
                <a:gd name="T47" fmla="*/ 2147483646 h 340"/>
                <a:gd name="T48" fmla="*/ 2147483646 w 340"/>
                <a:gd name="T49" fmla="*/ 2147483646 h 340"/>
                <a:gd name="T50" fmla="*/ 2147483646 w 340"/>
                <a:gd name="T51" fmla="*/ 2147483646 h 340"/>
                <a:gd name="T52" fmla="*/ 2147483646 w 340"/>
                <a:gd name="T53" fmla="*/ 2147483646 h 340"/>
                <a:gd name="T54" fmla="*/ 2147483646 w 340"/>
                <a:gd name="T55" fmla="*/ 2147483646 h 340"/>
                <a:gd name="T56" fmla="*/ 2147483646 w 340"/>
                <a:gd name="T57" fmla="*/ 2147483646 h 340"/>
                <a:gd name="T58" fmla="*/ 2147483646 w 340"/>
                <a:gd name="T59" fmla="*/ 2147483646 h 340"/>
                <a:gd name="T60" fmla="*/ 2147483646 w 340"/>
                <a:gd name="T61" fmla="*/ 2147483646 h 340"/>
                <a:gd name="T62" fmla="*/ 2147483646 w 340"/>
                <a:gd name="T63" fmla="*/ 2147483646 h 340"/>
                <a:gd name="T64" fmla="*/ 2147483646 w 340"/>
                <a:gd name="T65" fmla="*/ 2147483646 h 340"/>
                <a:gd name="T66" fmla="*/ 2147483646 w 340"/>
                <a:gd name="T67" fmla="*/ 2147483646 h 340"/>
                <a:gd name="T68" fmla="*/ 2147483646 w 340"/>
                <a:gd name="T69" fmla="*/ 2147483646 h 340"/>
                <a:gd name="T70" fmla="*/ 2147483646 w 340"/>
                <a:gd name="T71" fmla="*/ 2147483646 h 340"/>
                <a:gd name="T72" fmla="*/ 2147483646 w 340"/>
                <a:gd name="T73" fmla="*/ 2147483646 h 340"/>
                <a:gd name="T74" fmla="*/ 2147483646 w 340"/>
                <a:gd name="T75" fmla="*/ 2147483646 h 340"/>
                <a:gd name="T76" fmla="*/ 2147483646 w 340"/>
                <a:gd name="T77" fmla="*/ 2147483646 h 340"/>
                <a:gd name="T78" fmla="*/ 2147483646 w 340"/>
                <a:gd name="T79" fmla="*/ 2147483646 h 340"/>
                <a:gd name="T80" fmla="*/ 2147483646 w 340"/>
                <a:gd name="T81" fmla="*/ 2147483646 h 340"/>
                <a:gd name="T82" fmla="*/ 2147483646 w 340"/>
                <a:gd name="T83" fmla="*/ 2147483646 h 340"/>
                <a:gd name="T84" fmla="*/ 0 w 340"/>
                <a:gd name="T85" fmla="*/ 2147483646 h 340"/>
                <a:gd name="T86" fmla="*/ 0 w 340"/>
                <a:gd name="T87" fmla="*/ 2147483646 h 340"/>
                <a:gd name="T88" fmla="*/ 0 w 340"/>
                <a:gd name="T89" fmla="*/ 2147483646 h 340"/>
                <a:gd name="T90" fmla="*/ 0 w 340"/>
                <a:gd name="T91" fmla="*/ 2147483646 h 340"/>
                <a:gd name="T92" fmla="*/ 0 w 340"/>
                <a:gd name="T93" fmla="*/ 2147483646 h 340"/>
                <a:gd name="T94" fmla="*/ 0 w 340"/>
                <a:gd name="T95" fmla="*/ 2147483646 h 340"/>
                <a:gd name="T96" fmla="*/ 0 w 340"/>
                <a:gd name="T97" fmla="*/ 2147483646 h 340"/>
                <a:gd name="T98" fmla="*/ 0 w 340"/>
                <a:gd name="T99" fmla="*/ 2147483646 h 340"/>
                <a:gd name="T100" fmla="*/ 0 w 340"/>
                <a:gd name="T101" fmla="*/ 2147483646 h 340"/>
                <a:gd name="T102" fmla="*/ 2147483646 w 340"/>
                <a:gd name="T103" fmla="*/ 2147483646 h 340"/>
                <a:gd name="T104" fmla="*/ 2147483646 w 340"/>
                <a:gd name="T105" fmla="*/ 2147483646 h 340"/>
                <a:gd name="T106" fmla="*/ 2147483646 w 340"/>
                <a:gd name="T107" fmla="*/ 2147483646 h 340"/>
                <a:gd name="T108" fmla="*/ 2147483646 w 340"/>
                <a:gd name="T109" fmla="*/ 2147483646 h 340"/>
                <a:gd name="T110" fmla="*/ 2147483646 w 340"/>
                <a:gd name="T111" fmla="*/ 2147483646 h 340"/>
                <a:gd name="T112" fmla="*/ 2147483646 w 340"/>
                <a:gd name="T113" fmla="*/ 2147483646 h 340"/>
                <a:gd name="T114" fmla="*/ 2147483646 w 340"/>
                <a:gd name="T115" fmla="*/ 2147483646 h 340"/>
                <a:gd name="T116" fmla="*/ 2147483646 w 340"/>
                <a:gd name="T117" fmla="*/ 2147483646 h 340"/>
                <a:gd name="T118" fmla="*/ 2147483646 w 340"/>
                <a:gd name="T119" fmla="*/ 0 h 34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40"/>
                <a:gd name="T181" fmla="*/ 0 h 340"/>
                <a:gd name="T182" fmla="*/ 340 w 340"/>
                <a:gd name="T183" fmla="*/ 340 h 34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40" h="340">
                  <a:moveTo>
                    <a:pt x="128" y="0"/>
                  </a:moveTo>
                  <a:lnTo>
                    <a:pt x="132" y="0"/>
                  </a:lnTo>
                  <a:lnTo>
                    <a:pt x="136" y="0"/>
                  </a:lnTo>
                  <a:lnTo>
                    <a:pt x="138" y="0"/>
                  </a:lnTo>
                  <a:lnTo>
                    <a:pt x="142" y="0"/>
                  </a:lnTo>
                  <a:lnTo>
                    <a:pt x="146" y="0"/>
                  </a:lnTo>
                  <a:lnTo>
                    <a:pt x="148" y="0"/>
                  </a:lnTo>
                  <a:lnTo>
                    <a:pt x="150" y="0"/>
                  </a:lnTo>
                  <a:lnTo>
                    <a:pt x="153" y="0"/>
                  </a:lnTo>
                  <a:lnTo>
                    <a:pt x="155" y="0"/>
                  </a:lnTo>
                  <a:lnTo>
                    <a:pt x="158" y="0"/>
                  </a:lnTo>
                  <a:lnTo>
                    <a:pt x="160" y="0"/>
                  </a:lnTo>
                  <a:lnTo>
                    <a:pt x="163" y="0"/>
                  </a:lnTo>
                  <a:lnTo>
                    <a:pt x="165" y="0"/>
                  </a:lnTo>
                  <a:lnTo>
                    <a:pt x="166" y="0"/>
                  </a:lnTo>
                  <a:lnTo>
                    <a:pt x="169" y="0"/>
                  </a:lnTo>
                  <a:lnTo>
                    <a:pt x="171" y="0"/>
                  </a:lnTo>
                  <a:lnTo>
                    <a:pt x="172" y="0"/>
                  </a:lnTo>
                  <a:lnTo>
                    <a:pt x="175" y="0"/>
                  </a:lnTo>
                  <a:lnTo>
                    <a:pt x="177" y="0"/>
                  </a:lnTo>
                  <a:lnTo>
                    <a:pt x="178" y="0"/>
                  </a:lnTo>
                  <a:lnTo>
                    <a:pt x="181" y="0"/>
                  </a:lnTo>
                  <a:lnTo>
                    <a:pt x="183" y="0"/>
                  </a:lnTo>
                  <a:lnTo>
                    <a:pt x="185" y="0"/>
                  </a:lnTo>
                  <a:lnTo>
                    <a:pt x="188" y="0"/>
                  </a:lnTo>
                  <a:lnTo>
                    <a:pt x="190" y="0"/>
                  </a:lnTo>
                  <a:lnTo>
                    <a:pt x="193" y="0"/>
                  </a:lnTo>
                  <a:lnTo>
                    <a:pt x="196" y="0"/>
                  </a:lnTo>
                  <a:lnTo>
                    <a:pt x="199" y="0"/>
                  </a:lnTo>
                  <a:lnTo>
                    <a:pt x="202" y="0"/>
                  </a:lnTo>
                  <a:lnTo>
                    <a:pt x="206" y="0"/>
                  </a:lnTo>
                  <a:lnTo>
                    <a:pt x="209" y="0"/>
                  </a:lnTo>
                  <a:lnTo>
                    <a:pt x="213" y="0"/>
                  </a:lnTo>
                  <a:lnTo>
                    <a:pt x="217" y="0"/>
                  </a:lnTo>
                  <a:lnTo>
                    <a:pt x="220" y="0"/>
                  </a:lnTo>
                  <a:lnTo>
                    <a:pt x="224" y="0"/>
                  </a:lnTo>
                  <a:lnTo>
                    <a:pt x="227" y="0"/>
                  </a:lnTo>
                  <a:lnTo>
                    <a:pt x="230" y="0"/>
                  </a:lnTo>
                  <a:lnTo>
                    <a:pt x="233" y="0"/>
                  </a:lnTo>
                  <a:lnTo>
                    <a:pt x="236" y="0"/>
                  </a:lnTo>
                  <a:lnTo>
                    <a:pt x="238" y="1"/>
                  </a:lnTo>
                  <a:lnTo>
                    <a:pt x="241" y="1"/>
                  </a:lnTo>
                  <a:lnTo>
                    <a:pt x="243" y="1"/>
                  </a:lnTo>
                  <a:lnTo>
                    <a:pt x="245" y="1"/>
                  </a:lnTo>
                  <a:lnTo>
                    <a:pt x="248" y="2"/>
                  </a:lnTo>
                  <a:lnTo>
                    <a:pt x="249" y="2"/>
                  </a:lnTo>
                  <a:lnTo>
                    <a:pt x="251" y="3"/>
                  </a:lnTo>
                  <a:lnTo>
                    <a:pt x="254" y="5"/>
                  </a:lnTo>
                  <a:lnTo>
                    <a:pt x="255" y="5"/>
                  </a:lnTo>
                  <a:lnTo>
                    <a:pt x="257" y="6"/>
                  </a:lnTo>
                  <a:lnTo>
                    <a:pt x="260" y="7"/>
                  </a:lnTo>
                  <a:lnTo>
                    <a:pt x="262" y="8"/>
                  </a:lnTo>
                  <a:lnTo>
                    <a:pt x="264" y="11"/>
                  </a:lnTo>
                  <a:lnTo>
                    <a:pt x="266" y="12"/>
                  </a:lnTo>
                  <a:lnTo>
                    <a:pt x="268" y="14"/>
                  </a:lnTo>
                  <a:lnTo>
                    <a:pt x="271" y="15"/>
                  </a:lnTo>
                  <a:lnTo>
                    <a:pt x="273" y="18"/>
                  </a:lnTo>
                  <a:lnTo>
                    <a:pt x="276" y="20"/>
                  </a:lnTo>
                  <a:lnTo>
                    <a:pt x="278" y="23"/>
                  </a:lnTo>
                  <a:lnTo>
                    <a:pt x="282" y="25"/>
                  </a:lnTo>
                  <a:lnTo>
                    <a:pt x="284" y="29"/>
                  </a:lnTo>
                  <a:lnTo>
                    <a:pt x="288" y="31"/>
                  </a:lnTo>
                  <a:lnTo>
                    <a:pt x="291" y="35"/>
                  </a:lnTo>
                  <a:lnTo>
                    <a:pt x="295" y="38"/>
                  </a:lnTo>
                  <a:lnTo>
                    <a:pt x="298" y="42"/>
                  </a:lnTo>
                  <a:lnTo>
                    <a:pt x="302" y="47"/>
                  </a:lnTo>
                  <a:lnTo>
                    <a:pt x="306" y="50"/>
                  </a:lnTo>
                  <a:lnTo>
                    <a:pt x="309" y="54"/>
                  </a:lnTo>
                  <a:lnTo>
                    <a:pt x="313" y="56"/>
                  </a:lnTo>
                  <a:lnTo>
                    <a:pt x="315" y="60"/>
                  </a:lnTo>
                  <a:lnTo>
                    <a:pt x="318" y="62"/>
                  </a:lnTo>
                  <a:lnTo>
                    <a:pt x="320" y="66"/>
                  </a:lnTo>
                  <a:lnTo>
                    <a:pt x="322" y="68"/>
                  </a:lnTo>
                  <a:lnTo>
                    <a:pt x="325" y="71"/>
                  </a:lnTo>
                  <a:lnTo>
                    <a:pt x="327" y="73"/>
                  </a:lnTo>
                  <a:lnTo>
                    <a:pt x="328" y="77"/>
                  </a:lnTo>
                  <a:lnTo>
                    <a:pt x="331" y="79"/>
                  </a:lnTo>
                  <a:lnTo>
                    <a:pt x="332" y="81"/>
                  </a:lnTo>
                  <a:lnTo>
                    <a:pt x="333" y="84"/>
                  </a:lnTo>
                  <a:lnTo>
                    <a:pt x="334" y="87"/>
                  </a:lnTo>
                  <a:lnTo>
                    <a:pt x="336" y="90"/>
                  </a:lnTo>
                  <a:lnTo>
                    <a:pt x="337" y="94"/>
                  </a:lnTo>
                  <a:lnTo>
                    <a:pt x="337" y="97"/>
                  </a:lnTo>
                  <a:lnTo>
                    <a:pt x="338" y="100"/>
                  </a:lnTo>
                  <a:lnTo>
                    <a:pt x="338" y="103"/>
                  </a:lnTo>
                  <a:lnTo>
                    <a:pt x="339" y="107"/>
                  </a:lnTo>
                  <a:lnTo>
                    <a:pt x="339" y="112"/>
                  </a:lnTo>
                  <a:lnTo>
                    <a:pt x="339" y="115"/>
                  </a:lnTo>
                  <a:lnTo>
                    <a:pt x="340" y="120"/>
                  </a:lnTo>
                  <a:lnTo>
                    <a:pt x="340" y="125"/>
                  </a:lnTo>
                  <a:lnTo>
                    <a:pt x="340" y="131"/>
                  </a:lnTo>
                  <a:lnTo>
                    <a:pt x="340" y="136"/>
                  </a:lnTo>
                  <a:lnTo>
                    <a:pt x="340" y="142"/>
                  </a:lnTo>
                  <a:lnTo>
                    <a:pt x="340" y="149"/>
                  </a:lnTo>
                  <a:lnTo>
                    <a:pt x="340" y="155"/>
                  </a:lnTo>
                  <a:lnTo>
                    <a:pt x="340" y="162"/>
                  </a:lnTo>
                  <a:lnTo>
                    <a:pt x="340" y="170"/>
                  </a:lnTo>
                  <a:lnTo>
                    <a:pt x="340" y="178"/>
                  </a:lnTo>
                  <a:lnTo>
                    <a:pt x="340" y="185"/>
                  </a:lnTo>
                  <a:lnTo>
                    <a:pt x="340" y="192"/>
                  </a:lnTo>
                  <a:lnTo>
                    <a:pt x="340" y="198"/>
                  </a:lnTo>
                  <a:lnTo>
                    <a:pt x="340" y="204"/>
                  </a:lnTo>
                  <a:lnTo>
                    <a:pt x="340" y="210"/>
                  </a:lnTo>
                  <a:lnTo>
                    <a:pt x="340" y="215"/>
                  </a:lnTo>
                  <a:lnTo>
                    <a:pt x="340" y="220"/>
                  </a:lnTo>
                  <a:lnTo>
                    <a:pt x="339" y="225"/>
                  </a:lnTo>
                  <a:lnTo>
                    <a:pt x="339" y="229"/>
                  </a:lnTo>
                  <a:lnTo>
                    <a:pt x="339" y="233"/>
                  </a:lnTo>
                  <a:lnTo>
                    <a:pt x="338" y="237"/>
                  </a:lnTo>
                  <a:lnTo>
                    <a:pt x="338" y="240"/>
                  </a:lnTo>
                  <a:lnTo>
                    <a:pt x="337" y="244"/>
                  </a:lnTo>
                  <a:lnTo>
                    <a:pt x="337" y="247"/>
                  </a:lnTo>
                  <a:lnTo>
                    <a:pt x="336" y="250"/>
                  </a:lnTo>
                  <a:lnTo>
                    <a:pt x="334" y="253"/>
                  </a:lnTo>
                  <a:lnTo>
                    <a:pt x="333" y="256"/>
                  </a:lnTo>
                  <a:lnTo>
                    <a:pt x="332" y="258"/>
                  </a:lnTo>
                  <a:lnTo>
                    <a:pt x="331" y="262"/>
                  </a:lnTo>
                  <a:lnTo>
                    <a:pt x="328" y="264"/>
                  </a:lnTo>
                  <a:lnTo>
                    <a:pt x="327" y="267"/>
                  </a:lnTo>
                  <a:lnTo>
                    <a:pt x="325" y="269"/>
                  </a:lnTo>
                  <a:lnTo>
                    <a:pt x="322" y="271"/>
                  </a:lnTo>
                  <a:lnTo>
                    <a:pt x="320" y="275"/>
                  </a:lnTo>
                  <a:lnTo>
                    <a:pt x="318" y="277"/>
                  </a:lnTo>
                  <a:lnTo>
                    <a:pt x="315" y="281"/>
                  </a:lnTo>
                  <a:lnTo>
                    <a:pt x="313" y="283"/>
                  </a:lnTo>
                  <a:lnTo>
                    <a:pt x="309" y="287"/>
                  </a:lnTo>
                  <a:lnTo>
                    <a:pt x="306" y="291"/>
                  </a:lnTo>
                  <a:lnTo>
                    <a:pt x="302" y="294"/>
                  </a:lnTo>
                  <a:lnTo>
                    <a:pt x="298" y="298"/>
                  </a:lnTo>
                  <a:lnTo>
                    <a:pt x="295" y="301"/>
                  </a:lnTo>
                  <a:lnTo>
                    <a:pt x="291" y="305"/>
                  </a:lnTo>
                  <a:lnTo>
                    <a:pt x="288" y="309"/>
                  </a:lnTo>
                  <a:lnTo>
                    <a:pt x="284" y="312"/>
                  </a:lnTo>
                  <a:lnTo>
                    <a:pt x="282" y="315"/>
                  </a:lnTo>
                  <a:lnTo>
                    <a:pt x="278" y="317"/>
                  </a:lnTo>
                  <a:lnTo>
                    <a:pt x="276" y="321"/>
                  </a:lnTo>
                  <a:lnTo>
                    <a:pt x="273" y="322"/>
                  </a:lnTo>
                  <a:lnTo>
                    <a:pt x="271" y="324"/>
                  </a:lnTo>
                  <a:lnTo>
                    <a:pt x="268" y="327"/>
                  </a:lnTo>
                  <a:lnTo>
                    <a:pt x="266" y="328"/>
                  </a:lnTo>
                  <a:lnTo>
                    <a:pt x="264" y="330"/>
                  </a:lnTo>
                  <a:lnTo>
                    <a:pt x="262" y="332"/>
                  </a:lnTo>
                  <a:lnTo>
                    <a:pt x="260" y="333"/>
                  </a:lnTo>
                  <a:lnTo>
                    <a:pt x="257" y="334"/>
                  </a:lnTo>
                  <a:lnTo>
                    <a:pt x="255" y="335"/>
                  </a:lnTo>
                  <a:lnTo>
                    <a:pt x="254" y="336"/>
                  </a:lnTo>
                  <a:lnTo>
                    <a:pt x="251" y="336"/>
                  </a:lnTo>
                  <a:lnTo>
                    <a:pt x="249" y="338"/>
                  </a:lnTo>
                  <a:lnTo>
                    <a:pt x="248" y="339"/>
                  </a:lnTo>
                  <a:lnTo>
                    <a:pt x="245" y="339"/>
                  </a:lnTo>
                  <a:lnTo>
                    <a:pt x="243" y="339"/>
                  </a:lnTo>
                  <a:lnTo>
                    <a:pt x="241" y="340"/>
                  </a:lnTo>
                  <a:lnTo>
                    <a:pt x="238" y="340"/>
                  </a:lnTo>
                  <a:lnTo>
                    <a:pt x="236" y="340"/>
                  </a:lnTo>
                  <a:lnTo>
                    <a:pt x="233" y="340"/>
                  </a:lnTo>
                  <a:lnTo>
                    <a:pt x="230" y="340"/>
                  </a:lnTo>
                  <a:lnTo>
                    <a:pt x="227" y="340"/>
                  </a:lnTo>
                  <a:lnTo>
                    <a:pt x="224" y="340"/>
                  </a:lnTo>
                  <a:lnTo>
                    <a:pt x="220" y="340"/>
                  </a:lnTo>
                  <a:lnTo>
                    <a:pt x="217" y="340"/>
                  </a:lnTo>
                  <a:lnTo>
                    <a:pt x="213" y="340"/>
                  </a:lnTo>
                  <a:lnTo>
                    <a:pt x="209" y="340"/>
                  </a:lnTo>
                  <a:lnTo>
                    <a:pt x="206" y="340"/>
                  </a:lnTo>
                  <a:lnTo>
                    <a:pt x="202" y="340"/>
                  </a:lnTo>
                  <a:lnTo>
                    <a:pt x="199" y="340"/>
                  </a:lnTo>
                  <a:lnTo>
                    <a:pt x="196" y="340"/>
                  </a:lnTo>
                  <a:lnTo>
                    <a:pt x="193" y="340"/>
                  </a:lnTo>
                  <a:lnTo>
                    <a:pt x="190" y="340"/>
                  </a:lnTo>
                  <a:lnTo>
                    <a:pt x="188" y="340"/>
                  </a:lnTo>
                  <a:lnTo>
                    <a:pt x="185" y="340"/>
                  </a:lnTo>
                  <a:lnTo>
                    <a:pt x="183" y="340"/>
                  </a:lnTo>
                  <a:lnTo>
                    <a:pt x="181" y="340"/>
                  </a:lnTo>
                  <a:lnTo>
                    <a:pt x="178" y="340"/>
                  </a:lnTo>
                  <a:lnTo>
                    <a:pt x="177" y="340"/>
                  </a:lnTo>
                  <a:lnTo>
                    <a:pt x="175" y="340"/>
                  </a:lnTo>
                  <a:lnTo>
                    <a:pt x="172" y="340"/>
                  </a:lnTo>
                  <a:lnTo>
                    <a:pt x="171" y="340"/>
                  </a:lnTo>
                  <a:lnTo>
                    <a:pt x="169" y="340"/>
                  </a:lnTo>
                  <a:lnTo>
                    <a:pt x="166" y="340"/>
                  </a:lnTo>
                  <a:lnTo>
                    <a:pt x="165" y="340"/>
                  </a:lnTo>
                  <a:lnTo>
                    <a:pt x="163" y="340"/>
                  </a:lnTo>
                  <a:lnTo>
                    <a:pt x="160" y="340"/>
                  </a:lnTo>
                  <a:lnTo>
                    <a:pt x="158" y="340"/>
                  </a:lnTo>
                  <a:lnTo>
                    <a:pt x="155" y="340"/>
                  </a:lnTo>
                  <a:lnTo>
                    <a:pt x="153" y="340"/>
                  </a:lnTo>
                  <a:lnTo>
                    <a:pt x="150" y="340"/>
                  </a:lnTo>
                  <a:lnTo>
                    <a:pt x="148" y="340"/>
                  </a:lnTo>
                  <a:lnTo>
                    <a:pt x="146" y="340"/>
                  </a:lnTo>
                  <a:lnTo>
                    <a:pt x="142" y="340"/>
                  </a:lnTo>
                  <a:lnTo>
                    <a:pt x="138" y="340"/>
                  </a:lnTo>
                  <a:lnTo>
                    <a:pt x="136" y="340"/>
                  </a:lnTo>
                  <a:lnTo>
                    <a:pt x="132" y="340"/>
                  </a:lnTo>
                  <a:lnTo>
                    <a:pt x="128" y="340"/>
                  </a:lnTo>
                  <a:lnTo>
                    <a:pt x="124" y="340"/>
                  </a:lnTo>
                  <a:lnTo>
                    <a:pt x="120" y="340"/>
                  </a:lnTo>
                  <a:lnTo>
                    <a:pt x="117" y="340"/>
                  </a:lnTo>
                  <a:lnTo>
                    <a:pt x="113" y="340"/>
                  </a:lnTo>
                  <a:lnTo>
                    <a:pt x="111" y="340"/>
                  </a:lnTo>
                  <a:lnTo>
                    <a:pt x="108" y="340"/>
                  </a:lnTo>
                  <a:lnTo>
                    <a:pt x="105" y="340"/>
                  </a:lnTo>
                  <a:lnTo>
                    <a:pt x="102" y="340"/>
                  </a:lnTo>
                  <a:lnTo>
                    <a:pt x="100" y="340"/>
                  </a:lnTo>
                  <a:lnTo>
                    <a:pt x="98" y="339"/>
                  </a:lnTo>
                  <a:lnTo>
                    <a:pt x="95" y="339"/>
                  </a:lnTo>
                  <a:lnTo>
                    <a:pt x="94" y="339"/>
                  </a:lnTo>
                  <a:lnTo>
                    <a:pt x="92" y="338"/>
                  </a:lnTo>
                  <a:lnTo>
                    <a:pt x="89" y="336"/>
                  </a:lnTo>
                  <a:lnTo>
                    <a:pt x="87" y="336"/>
                  </a:lnTo>
                  <a:lnTo>
                    <a:pt x="86" y="335"/>
                  </a:lnTo>
                  <a:lnTo>
                    <a:pt x="83" y="334"/>
                  </a:lnTo>
                  <a:lnTo>
                    <a:pt x="81" y="333"/>
                  </a:lnTo>
                  <a:lnTo>
                    <a:pt x="80" y="332"/>
                  </a:lnTo>
                  <a:lnTo>
                    <a:pt x="77" y="330"/>
                  </a:lnTo>
                  <a:lnTo>
                    <a:pt x="75" y="328"/>
                  </a:lnTo>
                  <a:lnTo>
                    <a:pt x="72" y="327"/>
                  </a:lnTo>
                  <a:lnTo>
                    <a:pt x="70" y="324"/>
                  </a:lnTo>
                  <a:lnTo>
                    <a:pt x="68" y="322"/>
                  </a:lnTo>
                  <a:lnTo>
                    <a:pt x="65" y="321"/>
                  </a:lnTo>
                  <a:lnTo>
                    <a:pt x="63" y="317"/>
                  </a:lnTo>
                  <a:lnTo>
                    <a:pt x="60" y="315"/>
                  </a:lnTo>
                  <a:lnTo>
                    <a:pt x="57" y="312"/>
                  </a:lnTo>
                  <a:lnTo>
                    <a:pt x="53" y="309"/>
                  </a:lnTo>
                  <a:lnTo>
                    <a:pt x="51" y="305"/>
                  </a:lnTo>
                  <a:lnTo>
                    <a:pt x="47" y="301"/>
                  </a:lnTo>
                  <a:lnTo>
                    <a:pt x="42" y="298"/>
                  </a:lnTo>
                  <a:lnTo>
                    <a:pt x="39" y="294"/>
                  </a:lnTo>
                  <a:lnTo>
                    <a:pt x="35" y="291"/>
                  </a:lnTo>
                  <a:lnTo>
                    <a:pt x="31" y="287"/>
                  </a:lnTo>
                  <a:lnTo>
                    <a:pt x="29" y="283"/>
                  </a:lnTo>
                  <a:lnTo>
                    <a:pt x="25" y="281"/>
                  </a:lnTo>
                  <a:lnTo>
                    <a:pt x="23" y="277"/>
                  </a:lnTo>
                  <a:lnTo>
                    <a:pt x="21" y="275"/>
                  </a:lnTo>
                  <a:lnTo>
                    <a:pt x="18" y="273"/>
                  </a:lnTo>
                  <a:lnTo>
                    <a:pt x="16" y="270"/>
                  </a:lnTo>
                  <a:lnTo>
                    <a:pt x="13" y="268"/>
                  </a:lnTo>
                  <a:lnTo>
                    <a:pt x="12" y="265"/>
                  </a:lnTo>
                  <a:lnTo>
                    <a:pt x="11" y="263"/>
                  </a:lnTo>
                  <a:lnTo>
                    <a:pt x="9" y="262"/>
                  </a:lnTo>
                  <a:lnTo>
                    <a:pt x="7" y="259"/>
                  </a:lnTo>
                  <a:lnTo>
                    <a:pt x="6" y="257"/>
                  </a:lnTo>
                  <a:lnTo>
                    <a:pt x="5" y="256"/>
                  </a:lnTo>
                  <a:lnTo>
                    <a:pt x="5" y="253"/>
                  </a:lnTo>
                  <a:lnTo>
                    <a:pt x="4" y="251"/>
                  </a:lnTo>
                  <a:lnTo>
                    <a:pt x="3" y="250"/>
                  </a:lnTo>
                  <a:lnTo>
                    <a:pt x="3" y="247"/>
                  </a:lnTo>
                  <a:lnTo>
                    <a:pt x="1" y="245"/>
                  </a:lnTo>
                  <a:lnTo>
                    <a:pt x="1" y="243"/>
                  </a:lnTo>
                  <a:lnTo>
                    <a:pt x="1" y="240"/>
                  </a:lnTo>
                  <a:lnTo>
                    <a:pt x="0" y="238"/>
                  </a:lnTo>
                  <a:lnTo>
                    <a:pt x="0" y="235"/>
                  </a:lnTo>
                  <a:lnTo>
                    <a:pt x="0" y="233"/>
                  </a:lnTo>
                  <a:lnTo>
                    <a:pt x="0" y="231"/>
                  </a:lnTo>
                  <a:lnTo>
                    <a:pt x="0" y="227"/>
                  </a:lnTo>
                  <a:lnTo>
                    <a:pt x="0" y="223"/>
                  </a:lnTo>
                  <a:lnTo>
                    <a:pt x="0" y="220"/>
                  </a:lnTo>
                  <a:lnTo>
                    <a:pt x="0" y="216"/>
                  </a:lnTo>
                  <a:lnTo>
                    <a:pt x="0" y="213"/>
                  </a:lnTo>
                  <a:lnTo>
                    <a:pt x="0" y="209"/>
                  </a:lnTo>
                  <a:lnTo>
                    <a:pt x="0" y="205"/>
                  </a:lnTo>
                  <a:lnTo>
                    <a:pt x="0" y="202"/>
                  </a:lnTo>
                  <a:lnTo>
                    <a:pt x="0" y="198"/>
                  </a:lnTo>
                  <a:lnTo>
                    <a:pt x="0" y="196"/>
                  </a:lnTo>
                  <a:lnTo>
                    <a:pt x="0" y="193"/>
                  </a:lnTo>
                  <a:lnTo>
                    <a:pt x="0" y="190"/>
                  </a:lnTo>
                  <a:lnTo>
                    <a:pt x="0" y="187"/>
                  </a:lnTo>
                  <a:lnTo>
                    <a:pt x="0" y="185"/>
                  </a:lnTo>
                  <a:lnTo>
                    <a:pt x="0" y="182"/>
                  </a:lnTo>
                  <a:lnTo>
                    <a:pt x="0" y="180"/>
                  </a:lnTo>
                  <a:lnTo>
                    <a:pt x="0" y="179"/>
                  </a:lnTo>
                  <a:lnTo>
                    <a:pt x="0" y="176"/>
                  </a:lnTo>
                  <a:lnTo>
                    <a:pt x="0" y="174"/>
                  </a:lnTo>
                  <a:lnTo>
                    <a:pt x="0" y="172"/>
                  </a:lnTo>
                  <a:lnTo>
                    <a:pt x="0" y="170"/>
                  </a:lnTo>
                  <a:lnTo>
                    <a:pt x="0" y="168"/>
                  </a:lnTo>
                  <a:lnTo>
                    <a:pt x="0" y="166"/>
                  </a:lnTo>
                  <a:lnTo>
                    <a:pt x="0" y="164"/>
                  </a:lnTo>
                  <a:lnTo>
                    <a:pt x="0" y="162"/>
                  </a:lnTo>
                  <a:lnTo>
                    <a:pt x="0" y="160"/>
                  </a:lnTo>
                  <a:lnTo>
                    <a:pt x="0" y="157"/>
                  </a:lnTo>
                  <a:lnTo>
                    <a:pt x="0" y="155"/>
                  </a:lnTo>
                  <a:lnTo>
                    <a:pt x="0" y="152"/>
                  </a:lnTo>
                  <a:lnTo>
                    <a:pt x="0" y="150"/>
                  </a:lnTo>
                  <a:lnTo>
                    <a:pt x="0" y="148"/>
                  </a:lnTo>
                  <a:lnTo>
                    <a:pt x="0" y="145"/>
                  </a:lnTo>
                  <a:lnTo>
                    <a:pt x="0" y="142"/>
                  </a:lnTo>
                  <a:lnTo>
                    <a:pt x="0" y="139"/>
                  </a:lnTo>
                  <a:lnTo>
                    <a:pt x="0" y="136"/>
                  </a:lnTo>
                  <a:lnTo>
                    <a:pt x="0" y="132"/>
                  </a:lnTo>
                  <a:lnTo>
                    <a:pt x="0" y="127"/>
                  </a:lnTo>
                  <a:lnTo>
                    <a:pt x="0" y="124"/>
                  </a:lnTo>
                  <a:lnTo>
                    <a:pt x="0" y="120"/>
                  </a:lnTo>
                  <a:lnTo>
                    <a:pt x="0" y="116"/>
                  </a:lnTo>
                  <a:lnTo>
                    <a:pt x="0" y="114"/>
                  </a:lnTo>
                  <a:lnTo>
                    <a:pt x="0" y="110"/>
                  </a:lnTo>
                  <a:lnTo>
                    <a:pt x="0" y="108"/>
                  </a:lnTo>
                  <a:lnTo>
                    <a:pt x="0" y="104"/>
                  </a:lnTo>
                  <a:lnTo>
                    <a:pt x="0" y="102"/>
                  </a:lnTo>
                  <a:lnTo>
                    <a:pt x="1" y="100"/>
                  </a:lnTo>
                  <a:lnTo>
                    <a:pt x="1" y="97"/>
                  </a:lnTo>
                  <a:lnTo>
                    <a:pt x="1" y="95"/>
                  </a:lnTo>
                  <a:lnTo>
                    <a:pt x="3" y="94"/>
                  </a:lnTo>
                  <a:lnTo>
                    <a:pt x="3" y="91"/>
                  </a:lnTo>
                  <a:lnTo>
                    <a:pt x="4" y="89"/>
                  </a:lnTo>
                  <a:lnTo>
                    <a:pt x="5" y="87"/>
                  </a:lnTo>
                  <a:lnTo>
                    <a:pt x="5" y="85"/>
                  </a:lnTo>
                  <a:lnTo>
                    <a:pt x="6" y="83"/>
                  </a:lnTo>
                  <a:lnTo>
                    <a:pt x="7" y="81"/>
                  </a:lnTo>
                  <a:lnTo>
                    <a:pt x="9" y="79"/>
                  </a:lnTo>
                  <a:lnTo>
                    <a:pt x="11" y="77"/>
                  </a:lnTo>
                  <a:lnTo>
                    <a:pt x="12" y="74"/>
                  </a:lnTo>
                  <a:lnTo>
                    <a:pt x="13" y="72"/>
                  </a:lnTo>
                  <a:lnTo>
                    <a:pt x="16" y="69"/>
                  </a:lnTo>
                  <a:lnTo>
                    <a:pt x="18" y="67"/>
                  </a:lnTo>
                  <a:lnTo>
                    <a:pt x="21" y="65"/>
                  </a:lnTo>
                  <a:lnTo>
                    <a:pt x="23" y="62"/>
                  </a:lnTo>
                  <a:lnTo>
                    <a:pt x="25" y="60"/>
                  </a:lnTo>
                  <a:lnTo>
                    <a:pt x="29" y="56"/>
                  </a:lnTo>
                  <a:lnTo>
                    <a:pt x="31" y="54"/>
                  </a:lnTo>
                  <a:lnTo>
                    <a:pt x="35" y="50"/>
                  </a:lnTo>
                  <a:lnTo>
                    <a:pt x="39" y="47"/>
                  </a:lnTo>
                  <a:lnTo>
                    <a:pt x="42" y="42"/>
                  </a:lnTo>
                  <a:lnTo>
                    <a:pt x="47" y="38"/>
                  </a:lnTo>
                  <a:lnTo>
                    <a:pt x="51" y="35"/>
                  </a:lnTo>
                  <a:lnTo>
                    <a:pt x="53" y="31"/>
                  </a:lnTo>
                  <a:lnTo>
                    <a:pt x="57" y="29"/>
                  </a:lnTo>
                  <a:lnTo>
                    <a:pt x="60" y="25"/>
                  </a:lnTo>
                  <a:lnTo>
                    <a:pt x="63" y="23"/>
                  </a:lnTo>
                  <a:lnTo>
                    <a:pt x="65" y="20"/>
                  </a:lnTo>
                  <a:lnTo>
                    <a:pt x="68" y="18"/>
                  </a:lnTo>
                  <a:lnTo>
                    <a:pt x="70" y="15"/>
                  </a:lnTo>
                  <a:lnTo>
                    <a:pt x="72" y="14"/>
                  </a:lnTo>
                  <a:lnTo>
                    <a:pt x="75" y="12"/>
                  </a:lnTo>
                  <a:lnTo>
                    <a:pt x="77" y="11"/>
                  </a:lnTo>
                  <a:lnTo>
                    <a:pt x="80" y="8"/>
                  </a:lnTo>
                  <a:lnTo>
                    <a:pt x="81" y="7"/>
                  </a:lnTo>
                  <a:lnTo>
                    <a:pt x="83" y="6"/>
                  </a:lnTo>
                  <a:lnTo>
                    <a:pt x="86" y="5"/>
                  </a:lnTo>
                  <a:lnTo>
                    <a:pt x="87" y="5"/>
                  </a:lnTo>
                  <a:lnTo>
                    <a:pt x="89" y="3"/>
                  </a:lnTo>
                  <a:lnTo>
                    <a:pt x="92" y="2"/>
                  </a:lnTo>
                  <a:lnTo>
                    <a:pt x="94" y="2"/>
                  </a:lnTo>
                  <a:lnTo>
                    <a:pt x="95" y="1"/>
                  </a:lnTo>
                  <a:lnTo>
                    <a:pt x="98" y="1"/>
                  </a:lnTo>
                  <a:lnTo>
                    <a:pt x="100" y="1"/>
                  </a:lnTo>
                  <a:lnTo>
                    <a:pt x="102" y="1"/>
                  </a:lnTo>
                  <a:lnTo>
                    <a:pt x="105" y="0"/>
                  </a:lnTo>
                  <a:lnTo>
                    <a:pt x="108" y="0"/>
                  </a:lnTo>
                  <a:lnTo>
                    <a:pt x="111" y="0"/>
                  </a:lnTo>
                  <a:lnTo>
                    <a:pt x="113" y="0"/>
                  </a:lnTo>
                  <a:lnTo>
                    <a:pt x="117" y="0"/>
                  </a:lnTo>
                  <a:lnTo>
                    <a:pt x="120" y="0"/>
                  </a:lnTo>
                  <a:lnTo>
                    <a:pt x="124" y="0"/>
                  </a:lnTo>
                  <a:lnTo>
                    <a:pt x="128" y="0"/>
                  </a:lnTo>
                  <a:close/>
                </a:path>
              </a:pathLst>
            </a:custGeom>
            <a:noFill/>
            <a:ln w="17463">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70686" name="Group 3">
            <a:extLst>
              <a:ext uri="{FF2B5EF4-FFF2-40B4-BE49-F238E27FC236}">
                <a16:creationId xmlns:a16="http://schemas.microsoft.com/office/drawing/2014/main" id="{626B92D0-C7FF-4263-A8A7-F5ABE2F94D94}"/>
              </a:ext>
            </a:extLst>
          </p:cNvPr>
          <p:cNvGrpSpPr>
            <a:grpSpLocks/>
          </p:cNvGrpSpPr>
          <p:nvPr/>
        </p:nvGrpSpPr>
        <p:grpSpPr bwMode="auto">
          <a:xfrm>
            <a:off x="5083175" y="838200"/>
            <a:ext cx="2490788" cy="2673350"/>
            <a:chOff x="5083175" y="838200"/>
            <a:chExt cx="2490788" cy="2673350"/>
          </a:xfrm>
        </p:grpSpPr>
        <p:sp>
          <p:nvSpPr>
            <p:cNvPr id="70692" name="Rectangle 47">
              <a:extLst>
                <a:ext uri="{FF2B5EF4-FFF2-40B4-BE49-F238E27FC236}">
                  <a16:creationId xmlns:a16="http://schemas.microsoft.com/office/drawing/2014/main" id="{52CB24FA-E95E-4358-ACC0-0A9495E910F0}"/>
                </a:ext>
              </a:extLst>
            </p:cNvPr>
            <p:cNvSpPr>
              <a:spLocks noChangeArrowheads="1"/>
            </p:cNvSpPr>
            <p:nvPr/>
          </p:nvSpPr>
          <p:spPr bwMode="auto">
            <a:xfrm>
              <a:off x="5756275" y="1446212"/>
              <a:ext cx="801688" cy="819150"/>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93" name="Line 48">
              <a:extLst>
                <a:ext uri="{FF2B5EF4-FFF2-40B4-BE49-F238E27FC236}">
                  <a16:creationId xmlns:a16="http://schemas.microsoft.com/office/drawing/2014/main" id="{5427B8E1-6D5A-44D5-AB07-8402EB72520A}"/>
                </a:ext>
              </a:extLst>
            </p:cNvPr>
            <p:cNvSpPr>
              <a:spLocks noChangeShapeType="1"/>
            </p:cNvSpPr>
            <p:nvPr/>
          </p:nvSpPr>
          <p:spPr bwMode="auto">
            <a:xfrm flipH="1">
              <a:off x="5756275" y="1865312"/>
              <a:ext cx="801688"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94" name="Line 49">
              <a:extLst>
                <a:ext uri="{FF2B5EF4-FFF2-40B4-BE49-F238E27FC236}">
                  <a16:creationId xmlns:a16="http://schemas.microsoft.com/office/drawing/2014/main" id="{7C1F8FF1-4823-47D1-96A3-B2B97FE64282}"/>
                </a:ext>
              </a:extLst>
            </p:cNvPr>
            <p:cNvSpPr>
              <a:spLocks noChangeShapeType="1"/>
            </p:cNvSpPr>
            <p:nvPr/>
          </p:nvSpPr>
          <p:spPr bwMode="auto">
            <a:xfrm flipV="1">
              <a:off x="6156325" y="1446212"/>
              <a:ext cx="1588" cy="81915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95" name="Line 50">
              <a:extLst>
                <a:ext uri="{FF2B5EF4-FFF2-40B4-BE49-F238E27FC236}">
                  <a16:creationId xmlns:a16="http://schemas.microsoft.com/office/drawing/2014/main" id="{2210B57D-5A99-4B19-BDA6-8AF7359F37AE}"/>
                </a:ext>
              </a:extLst>
            </p:cNvPr>
            <p:cNvSpPr>
              <a:spLocks noChangeShapeType="1"/>
            </p:cNvSpPr>
            <p:nvPr/>
          </p:nvSpPr>
          <p:spPr bwMode="auto">
            <a:xfrm>
              <a:off x="5335588" y="1044575"/>
              <a:ext cx="420687" cy="401637"/>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96" name="Rectangle 51">
              <a:extLst>
                <a:ext uri="{FF2B5EF4-FFF2-40B4-BE49-F238E27FC236}">
                  <a16:creationId xmlns:a16="http://schemas.microsoft.com/office/drawing/2014/main" id="{F3F274E4-1765-4648-82E5-74F161C2D384}"/>
                </a:ext>
              </a:extLst>
            </p:cNvPr>
            <p:cNvSpPr>
              <a:spLocks noChangeArrowheads="1"/>
            </p:cNvSpPr>
            <p:nvPr/>
          </p:nvSpPr>
          <p:spPr bwMode="auto">
            <a:xfrm>
              <a:off x="6557963" y="1446212"/>
              <a:ext cx="819150" cy="819150"/>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97" name="Line 52">
              <a:extLst>
                <a:ext uri="{FF2B5EF4-FFF2-40B4-BE49-F238E27FC236}">
                  <a16:creationId xmlns:a16="http://schemas.microsoft.com/office/drawing/2014/main" id="{B818FAE3-FA64-476B-942B-94EC022BBCC3}"/>
                </a:ext>
              </a:extLst>
            </p:cNvPr>
            <p:cNvSpPr>
              <a:spLocks noChangeShapeType="1"/>
            </p:cNvSpPr>
            <p:nvPr/>
          </p:nvSpPr>
          <p:spPr bwMode="auto">
            <a:xfrm flipH="1">
              <a:off x="6557963" y="1865312"/>
              <a:ext cx="819150"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98" name="Line 53">
              <a:extLst>
                <a:ext uri="{FF2B5EF4-FFF2-40B4-BE49-F238E27FC236}">
                  <a16:creationId xmlns:a16="http://schemas.microsoft.com/office/drawing/2014/main" id="{3C7FE54E-E59B-4EF1-9BC8-61299A8521EF}"/>
                </a:ext>
              </a:extLst>
            </p:cNvPr>
            <p:cNvSpPr>
              <a:spLocks noChangeShapeType="1"/>
            </p:cNvSpPr>
            <p:nvPr/>
          </p:nvSpPr>
          <p:spPr bwMode="auto">
            <a:xfrm flipV="1">
              <a:off x="6958013" y="1446212"/>
              <a:ext cx="1587" cy="81915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99" name="Rectangle 55">
              <a:extLst>
                <a:ext uri="{FF2B5EF4-FFF2-40B4-BE49-F238E27FC236}">
                  <a16:creationId xmlns:a16="http://schemas.microsoft.com/office/drawing/2014/main" id="{355962F3-1E9F-4415-8537-DBEB15F79EEF}"/>
                </a:ext>
              </a:extLst>
            </p:cNvPr>
            <p:cNvSpPr>
              <a:spLocks noChangeArrowheads="1"/>
            </p:cNvSpPr>
            <p:nvPr/>
          </p:nvSpPr>
          <p:spPr bwMode="auto">
            <a:xfrm>
              <a:off x="5867400" y="122396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00" name="Rectangle 56">
              <a:extLst>
                <a:ext uri="{FF2B5EF4-FFF2-40B4-BE49-F238E27FC236}">
                  <a16:creationId xmlns:a16="http://schemas.microsoft.com/office/drawing/2014/main" id="{31DDB5B4-3298-49F4-9F24-2C61898F0E11}"/>
                </a:ext>
              </a:extLst>
            </p:cNvPr>
            <p:cNvSpPr>
              <a:spLocks noChangeArrowheads="1"/>
            </p:cNvSpPr>
            <p:nvPr/>
          </p:nvSpPr>
          <p:spPr bwMode="auto">
            <a:xfrm>
              <a:off x="6272213" y="1223962"/>
              <a:ext cx="24923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01" name="Rectangle 57">
              <a:extLst>
                <a:ext uri="{FF2B5EF4-FFF2-40B4-BE49-F238E27FC236}">
                  <a16:creationId xmlns:a16="http://schemas.microsoft.com/office/drawing/2014/main" id="{3686A3A4-278B-4644-8429-21A3BA1693AB}"/>
                </a:ext>
              </a:extLst>
            </p:cNvPr>
            <p:cNvSpPr>
              <a:spLocks noChangeArrowheads="1"/>
            </p:cNvSpPr>
            <p:nvPr/>
          </p:nvSpPr>
          <p:spPr bwMode="auto">
            <a:xfrm>
              <a:off x="6678613" y="1223962"/>
              <a:ext cx="24923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02" name="Rectangle 58">
              <a:extLst>
                <a:ext uri="{FF2B5EF4-FFF2-40B4-BE49-F238E27FC236}">
                  <a16:creationId xmlns:a16="http://schemas.microsoft.com/office/drawing/2014/main" id="{4271D4B8-272B-48E7-B317-AF88E1F2948D}"/>
                </a:ext>
              </a:extLst>
            </p:cNvPr>
            <p:cNvSpPr>
              <a:spLocks noChangeArrowheads="1"/>
            </p:cNvSpPr>
            <p:nvPr/>
          </p:nvSpPr>
          <p:spPr bwMode="auto">
            <a:xfrm>
              <a:off x="7083425" y="1223962"/>
              <a:ext cx="24923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03" name="Rectangle 59">
              <a:extLst>
                <a:ext uri="{FF2B5EF4-FFF2-40B4-BE49-F238E27FC236}">
                  <a16:creationId xmlns:a16="http://schemas.microsoft.com/office/drawing/2014/main" id="{28E3DD39-B35D-434A-8768-C83F87CCA0C5}"/>
                </a:ext>
              </a:extLst>
            </p:cNvPr>
            <p:cNvSpPr>
              <a:spLocks noChangeArrowheads="1"/>
            </p:cNvSpPr>
            <p:nvPr/>
          </p:nvSpPr>
          <p:spPr bwMode="auto">
            <a:xfrm>
              <a:off x="5494338" y="1560512"/>
              <a:ext cx="24923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04" name="Rectangle 60">
              <a:extLst>
                <a:ext uri="{FF2B5EF4-FFF2-40B4-BE49-F238E27FC236}">
                  <a16:creationId xmlns:a16="http://schemas.microsoft.com/office/drawing/2014/main" id="{FF499FC1-83C0-401A-BA6F-B013CB135DCA}"/>
                </a:ext>
              </a:extLst>
            </p:cNvPr>
            <p:cNvSpPr>
              <a:spLocks noChangeArrowheads="1"/>
            </p:cNvSpPr>
            <p:nvPr/>
          </p:nvSpPr>
          <p:spPr bwMode="auto">
            <a:xfrm>
              <a:off x="5484813" y="1966912"/>
              <a:ext cx="24923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05" name="Rectangle 61">
              <a:extLst>
                <a:ext uri="{FF2B5EF4-FFF2-40B4-BE49-F238E27FC236}">
                  <a16:creationId xmlns:a16="http://schemas.microsoft.com/office/drawing/2014/main" id="{C4D593BB-D3BD-48F9-97FB-79444F9B712C}"/>
                </a:ext>
              </a:extLst>
            </p:cNvPr>
            <p:cNvSpPr>
              <a:spLocks noChangeArrowheads="1"/>
            </p:cNvSpPr>
            <p:nvPr/>
          </p:nvSpPr>
          <p:spPr bwMode="auto">
            <a:xfrm>
              <a:off x="6319838" y="1570037"/>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06" name="Rectangle 62">
              <a:extLst>
                <a:ext uri="{FF2B5EF4-FFF2-40B4-BE49-F238E27FC236}">
                  <a16:creationId xmlns:a16="http://schemas.microsoft.com/office/drawing/2014/main" id="{851A070A-1399-4B83-A38A-C043E5CC91DB}"/>
                </a:ext>
              </a:extLst>
            </p:cNvPr>
            <p:cNvSpPr>
              <a:spLocks noChangeArrowheads="1"/>
            </p:cNvSpPr>
            <p:nvPr/>
          </p:nvSpPr>
          <p:spPr bwMode="auto">
            <a:xfrm>
              <a:off x="5910263" y="1974850"/>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07" name="Rectangle 63">
              <a:extLst>
                <a:ext uri="{FF2B5EF4-FFF2-40B4-BE49-F238E27FC236}">
                  <a16:creationId xmlns:a16="http://schemas.microsoft.com/office/drawing/2014/main" id="{149F82E6-D593-4ED0-AD81-F8CAE39F024D}"/>
                </a:ext>
              </a:extLst>
            </p:cNvPr>
            <p:cNvSpPr>
              <a:spLocks noChangeArrowheads="1"/>
            </p:cNvSpPr>
            <p:nvPr/>
          </p:nvSpPr>
          <p:spPr bwMode="auto">
            <a:xfrm>
              <a:off x="6319838" y="1974850"/>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08" name="Rectangle 64">
              <a:extLst>
                <a:ext uri="{FF2B5EF4-FFF2-40B4-BE49-F238E27FC236}">
                  <a16:creationId xmlns:a16="http://schemas.microsoft.com/office/drawing/2014/main" id="{820AA5C5-8F91-4509-BE60-EA28AEED1212}"/>
                </a:ext>
              </a:extLst>
            </p:cNvPr>
            <p:cNvSpPr>
              <a:spLocks noChangeArrowheads="1"/>
            </p:cNvSpPr>
            <p:nvPr/>
          </p:nvSpPr>
          <p:spPr bwMode="auto">
            <a:xfrm>
              <a:off x="6727825" y="1570037"/>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09" name="Rectangle 65">
              <a:extLst>
                <a:ext uri="{FF2B5EF4-FFF2-40B4-BE49-F238E27FC236}">
                  <a16:creationId xmlns:a16="http://schemas.microsoft.com/office/drawing/2014/main" id="{4D058E7B-06B2-46C3-9686-AF52C8D7F057}"/>
                </a:ext>
              </a:extLst>
            </p:cNvPr>
            <p:cNvSpPr>
              <a:spLocks noChangeArrowheads="1"/>
            </p:cNvSpPr>
            <p:nvPr/>
          </p:nvSpPr>
          <p:spPr bwMode="auto">
            <a:xfrm>
              <a:off x="6727825" y="1974850"/>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10" name="Rectangle 66">
              <a:extLst>
                <a:ext uri="{FF2B5EF4-FFF2-40B4-BE49-F238E27FC236}">
                  <a16:creationId xmlns:a16="http://schemas.microsoft.com/office/drawing/2014/main" id="{C76A40AA-916D-4C44-B3CF-EE9148CFB0B5}"/>
                </a:ext>
              </a:extLst>
            </p:cNvPr>
            <p:cNvSpPr>
              <a:spLocks noChangeArrowheads="1"/>
            </p:cNvSpPr>
            <p:nvPr/>
          </p:nvSpPr>
          <p:spPr bwMode="auto">
            <a:xfrm>
              <a:off x="7123113" y="1570037"/>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11" name="Rectangle 67">
              <a:extLst>
                <a:ext uri="{FF2B5EF4-FFF2-40B4-BE49-F238E27FC236}">
                  <a16:creationId xmlns:a16="http://schemas.microsoft.com/office/drawing/2014/main" id="{762C3CCA-0BF8-4598-B6E7-D20CAF9F7B31}"/>
                </a:ext>
              </a:extLst>
            </p:cNvPr>
            <p:cNvSpPr>
              <a:spLocks noChangeArrowheads="1"/>
            </p:cNvSpPr>
            <p:nvPr/>
          </p:nvSpPr>
          <p:spPr bwMode="auto">
            <a:xfrm>
              <a:off x="7123113" y="1974850"/>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12" name="Rectangle 68">
              <a:extLst>
                <a:ext uri="{FF2B5EF4-FFF2-40B4-BE49-F238E27FC236}">
                  <a16:creationId xmlns:a16="http://schemas.microsoft.com/office/drawing/2014/main" id="{14A2EAE3-3F91-4F19-BCFC-B8C71011648C}"/>
                </a:ext>
              </a:extLst>
            </p:cNvPr>
            <p:cNvSpPr>
              <a:spLocks noChangeArrowheads="1"/>
            </p:cNvSpPr>
            <p:nvPr/>
          </p:nvSpPr>
          <p:spPr bwMode="auto">
            <a:xfrm>
              <a:off x="5756275" y="2265362"/>
              <a:ext cx="801688" cy="801688"/>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13" name="Line 69">
              <a:extLst>
                <a:ext uri="{FF2B5EF4-FFF2-40B4-BE49-F238E27FC236}">
                  <a16:creationId xmlns:a16="http://schemas.microsoft.com/office/drawing/2014/main" id="{482F59D1-A22E-4B33-8AE8-5A7ABE4B0B31}"/>
                </a:ext>
              </a:extLst>
            </p:cNvPr>
            <p:cNvSpPr>
              <a:spLocks noChangeShapeType="1"/>
            </p:cNvSpPr>
            <p:nvPr/>
          </p:nvSpPr>
          <p:spPr bwMode="auto">
            <a:xfrm flipH="1">
              <a:off x="5756275" y="2667000"/>
              <a:ext cx="801688" cy="1587"/>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14" name="Line 70">
              <a:extLst>
                <a:ext uri="{FF2B5EF4-FFF2-40B4-BE49-F238E27FC236}">
                  <a16:creationId xmlns:a16="http://schemas.microsoft.com/office/drawing/2014/main" id="{8F80EDB1-EF0F-4E6E-9F37-A9922DB5B1B3}"/>
                </a:ext>
              </a:extLst>
            </p:cNvPr>
            <p:cNvSpPr>
              <a:spLocks noChangeShapeType="1"/>
            </p:cNvSpPr>
            <p:nvPr/>
          </p:nvSpPr>
          <p:spPr bwMode="auto">
            <a:xfrm flipV="1">
              <a:off x="6156325" y="2265362"/>
              <a:ext cx="1588" cy="8016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15" name="Rectangle 71">
              <a:extLst>
                <a:ext uri="{FF2B5EF4-FFF2-40B4-BE49-F238E27FC236}">
                  <a16:creationId xmlns:a16="http://schemas.microsoft.com/office/drawing/2014/main" id="{37A633C6-EC89-47F4-83DD-7C0892DD78E5}"/>
                </a:ext>
              </a:extLst>
            </p:cNvPr>
            <p:cNvSpPr>
              <a:spLocks noChangeArrowheads="1"/>
            </p:cNvSpPr>
            <p:nvPr/>
          </p:nvSpPr>
          <p:spPr bwMode="auto">
            <a:xfrm>
              <a:off x="6557963" y="2265362"/>
              <a:ext cx="819150" cy="801688"/>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16" name="Line 72">
              <a:extLst>
                <a:ext uri="{FF2B5EF4-FFF2-40B4-BE49-F238E27FC236}">
                  <a16:creationId xmlns:a16="http://schemas.microsoft.com/office/drawing/2014/main" id="{005EF2DE-509C-4FFD-8C4B-F04DCD437328}"/>
                </a:ext>
              </a:extLst>
            </p:cNvPr>
            <p:cNvSpPr>
              <a:spLocks noChangeShapeType="1"/>
            </p:cNvSpPr>
            <p:nvPr/>
          </p:nvSpPr>
          <p:spPr bwMode="auto">
            <a:xfrm flipH="1">
              <a:off x="6557963" y="2667000"/>
              <a:ext cx="819150" cy="1587"/>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17" name="Line 73">
              <a:extLst>
                <a:ext uri="{FF2B5EF4-FFF2-40B4-BE49-F238E27FC236}">
                  <a16:creationId xmlns:a16="http://schemas.microsoft.com/office/drawing/2014/main" id="{D39B9DD2-ADF9-4F9F-B34E-887BB7CF8B1C}"/>
                </a:ext>
              </a:extLst>
            </p:cNvPr>
            <p:cNvSpPr>
              <a:spLocks noChangeShapeType="1"/>
            </p:cNvSpPr>
            <p:nvPr/>
          </p:nvSpPr>
          <p:spPr bwMode="auto">
            <a:xfrm flipV="1">
              <a:off x="6958013" y="2265362"/>
              <a:ext cx="1587" cy="8016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18" name="Rectangle 74">
              <a:extLst>
                <a:ext uri="{FF2B5EF4-FFF2-40B4-BE49-F238E27FC236}">
                  <a16:creationId xmlns:a16="http://schemas.microsoft.com/office/drawing/2014/main" id="{78AEF149-08BA-4F3B-A064-316BE0B3A0CE}"/>
                </a:ext>
              </a:extLst>
            </p:cNvPr>
            <p:cNvSpPr>
              <a:spLocks noChangeArrowheads="1"/>
            </p:cNvSpPr>
            <p:nvPr/>
          </p:nvSpPr>
          <p:spPr bwMode="auto">
            <a:xfrm>
              <a:off x="5910263" y="1570037"/>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19" name="Rectangle 75">
              <a:extLst>
                <a:ext uri="{FF2B5EF4-FFF2-40B4-BE49-F238E27FC236}">
                  <a16:creationId xmlns:a16="http://schemas.microsoft.com/office/drawing/2014/main" id="{F8152EBF-1303-4128-B699-0B6B37204C44}"/>
                </a:ext>
              </a:extLst>
            </p:cNvPr>
            <p:cNvSpPr>
              <a:spLocks noChangeArrowheads="1"/>
            </p:cNvSpPr>
            <p:nvPr/>
          </p:nvSpPr>
          <p:spPr bwMode="auto">
            <a:xfrm>
              <a:off x="6319838" y="2381250"/>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20" name="Rectangle 76">
              <a:extLst>
                <a:ext uri="{FF2B5EF4-FFF2-40B4-BE49-F238E27FC236}">
                  <a16:creationId xmlns:a16="http://schemas.microsoft.com/office/drawing/2014/main" id="{40513986-9DC0-4B53-A54C-F7475FA2507F}"/>
                </a:ext>
              </a:extLst>
            </p:cNvPr>
            <p:cNvSpPr>
              <a:spLocks noChangeArrowheads="1"/>
            </p:cNvSpPr>
            <p:nvPr/>
          </p:nvSpPr>
          <p:spPr bwMode="auto">
            <a:xfrm>
              <a:off x="5910263" y="2786062"/>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21" name="Rectangle 77">
              <a:extLst>
                <a:ext uri="{FF2B5EF4-FFF2-40B4-BE49-F238E27FC236}">
                  <a16:creationId xmlns:a16="http://schemas.microsoft.com/office/drawing/2014/main" id="{D6FA6AE0-668A-4B56-8B97-FE7FC7B9A4DE}"/>
                </a:ext>
              </a:extLst>
            </p:cNvPr>
            <p:cNvSpPr>
              <a:spLocks noChangeArrowheads="1"/>
            </p:cNvSpPr>
            <p:nvPr/>
          </p:nvSpPr>
          <p:spPr bwMode="auto">
            <a:xfrm>
              <a:off x="6319838" y="2786062"/>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22" name="Rectangle 78">
              <a:extLst>
                <a:ext uri="{FF2B5EF4-FFF2-40B4-BE49-F238E27FC236}">
                  <a16:creationId xmlns:a16="http://schemas.microsoft.com/office/drawing/2014/main" id="{E364D471-859F-4585-8A92-DB1107927461}"/>
                </a:ext>
              </a:extLst>
            </p:cNvPr>
            <p:cNvSpPr>
              <a:spLocks noChangeArrowheads="1"/>
            </p:cNvSpPr>
            <p:nvPr/>
          </p:nvSpPr>
          <p:spPr bwMode="auto">
            <a:xfrm>
              <a:off x="6727825" y="2381250"/>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23" name="Rectangle 79">
              <a:extLst>
                <a:ext uri="{FF2B5EF4-FFF2-40B4-BE49-F238E27FC236}">
                  <a16:creationId xmlns:a16="http://schemas.microsoft.com/office/drawing/2014/main" id="{7135D871-4574-4364-BF90-176376754383}"/>
                </a:ext>
              </a:extLst>
            </p:cNvPr>
            <p:cNvSpPr>
              <a:spLocks noChangeArrowheads="1"/>
            </p:cNvSpPr>
            <p:nvPr/>
          </p:nvSpPr>
          <p:spPr bwMode="auto">
            <a:xfrm>
              <a:off x="6727825" y="2786062"/>
              <a:ext cx="204788"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24" name="Rectangle 80">
              <a:extLst>
                <a:ext uri="{FF2B5EF4-FFF2-40B4-BE49-F238E27FC236}">
                  <a16:creationId xmlns:a16="http://schemas.microsoft.com/office/drawing/2014/main" id="{26FDE7B7-C3EA-435B-9E29-703C50DD655B}"/>
                </a:ext>
              </a:extLst>
            </p:cNvPr>
            <p:cNvSpPr>
              <a:spLocks noChangeArrowheads="1"/>
            </p:cNvSpPr>
            <p:nvPr/>
          </p:nvSpPr>
          <p:spPr bwMode="auto">
            <a:xfrm>
              <a:off x="7123113" y="2381250"/>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25" name="Rectangle 81">
              <a:extLst>
                <a:ext uri="{FF2B5EF4-FFF2-40B4-BE49-F238E27FC236}">
                  <a16:creationId xmlns:a16="http://schemas.microsoft.com/office/drawing/2014/main" id="{8A384DF2-67AA-4B1E-8B81-82BA2B75919E}"/>
                </a:ext>
              </a:extLst>
            </p:cNvPr>
            <p:cNvSpPr>
              <a:spLocks noChangeArrowheads="1"/>
            </p:cNvSpPr>
            <p:nvPr/>
          </p:nvSpPr>
          <p:spPr bwMode="auto">
            <a:xfrm>
              <a:off x="7123113" y="2786062"/>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26" name="Rectangle 82">
              <a:extLst>
                <a:ext uri="{FF2B5EF4-FFF2-40B4-BE49-F238E27FC236}">
                  <a16:creationId xmlns:a16="http://schemas.microsoft.com/office/drawing/2014/main" id="{1D376482-4AB8-4EE3-9AA9-1850C5490355}"/>
                </a:ext>
              </a:extLst>
            </p:cNvPr>
            <p:cNvSpPr>
              <a:spLocks noChangeArrowheads="1"/>
            </p:cNvSpPr>
            <p:nvPr/>
          </p:nvSpPr>
          <p:spPr bwMode="auto">
            <a:xfrm>
              <a:off x="5910263" y="2381250"/>
              <a:ext cx="20478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27" name="Rectangle 83">
              <a:extLst>
                <a:ext uri="{FF2B5EF4-FFF2-40B4-BE49-F238E27FC236}">
                  <a16:creationId xmlns:a16="http://schemas.microsoft.com/office/drawing/2014/main" id="{FBEDB0A7-9479-45FB-9897-DA738F43D8B7}"/>
                </a:ext>
              </a:extLst>
            </p:cNvPr>
            <p:cNvSpPr>
              <a:spLocks noChangeArrowheads="1"/>
            </p:cNvSpPr>
            <p:nvPr/>
          </p:nvSpPr>
          <p:spPr bwMode="auto">
            <a:xfrm>
              <a:off x="5484813" y="2381250"/>
              <a:ext cx="24923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28" name="Rectangle 84">
              <a:extLst>
                <a:ext uri="{FF2B5EF4-FFF2-40B4-BE49-F238E27FC236}">
                  <a16:creationId xmlns:a16="http://schemas.microsoft.com/office/drawing/2014/main" id="{7788D128-A3DE-48A5-819F-D66D60FB8CCC}"/>
                </a:ext>
              </a:extLst>
            </p:cNvPr>
            <p:cNvSpPr>
              <a:spLocks noChangeArrowheads="1"/>
            </p:cNvSpPr>
            <p:nvPr/>
          </p:nvSpPr>
          <p:spPr bwMode="auto">
            <a:xfrm>
              <a:off x="5484813" y="2786062"/>
              <a:ext cx="249237"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29" name="Rectangle 85">
              <a:extLst>
                <a:ext uri="{FF2B5EF4-FFF2-40B4-BE49-F238E27FC236}">
                  <a16:creationId xmlns:a16="http://schemas.microsoft.com/office/drawing/2014/main" id="{F0D58B02-9D50-448B-A29E-EF66A530B034}"/>
                </a:ext>
              </a:extLst>
            </p:cNvPr>
            <p:cNvSpPr>
              <a:spLocks noChangeArrowheads="1"/>
            </p:cNvSpPr>
            <p:nvPr/>
          </p:nvSpPr>
          <p:spPr bwMode="auto">
            <a:xfrm>
              <a:off x="5481638" y="838200"/>
              <a:ext cx="195262"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30" name="Rectangle 86">
              <a:extLst>
                <a:ext uri="{FF2B5EF4-FFF2-40B4-BE49-F238E27FC236}">
                  <a16:creationId xmlns:a16="http://schemas.microsoft.com/office/drawing/2014/main" id="{6567F8E3-C469-4E67-B13D-E9A78A548F31}"/>
                </a:ext>
              </a:extLst>
            </p:cNvPr>
            <p:cNvSpPr>
              <a:spLocks noChangeArrowheads="1"/>
            </p:cNvSpPr>
            <p:nvPr/>
          </p:nvSpPr>
          <p:spPr bwMode="auto">
            <a:xfrm>
              <a:off x="5564188" y="925512"/>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31" name="Rectangle 87">
              <a:extLst>
                <a:ext uri="{FF2B5EF4-FFF2-40B4-BE49-F238E27FC236}">
                  <a16:creationId xmlns:a16="http://schemas.microsoft.com/office/drawing/2014/main" id="{64266B16-2935-4820-A12B-39007F6BB69F}"/>
                </a:ext>
              </a:extLst>
            </p:cNvPr>
            <p:cNvSpPr>
              <a:spLocks noChangeArrowheads="1"/>
            </p:cNvSpPr>
            <p:nvPr/>
          </p:nvSpPr>
          <p:spPr bwMode="auto">
            <a:xfrm>
              <a:off x="5645150" y="838200"/>
              <a:ext cx="195263"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32" name="Rectangle 88">
              <a:extLst>
                <a:ext uri="{FF2B5EF4-FFF2-40B4-BE49-F238E27FC236}">
                  <a16:creationId xmlns:a16="http://schemas.microsoft.com/office/drawing/2014/main" id="{B616F530-D7CF-453A-AC67-82F08D1256D8}"/>
                </a:ext>
              </a:extLst>
            </p:cNvPr>
            <p:cNvSpPr>
              <a:spLocks noChangeArrowheads="1"/>
            </p:cNvSpPr>
            <p:nvPr/>
          </p:nvSpPr>
          <p:spPr bwMode="auto">
            <a:xfrm>
              <a:off x="5729288" y="925512"/>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33" name="Rectangle 89">
              <a:extLst>
                <a:ext uri="{FF2B5EF4-FFF2-40B4-BE49-F238E27FC236}">
                  <a16:creationId xmlns:a16="http://schemas.microsoft.com/office/drawing/2014/main" id="{58CC27E4-D375-41F4-9B91-0A2CC32D8CC3}"/>
                </a:ext>
              </a:extLst>
            </p:cNvPr>
            <p:cNvSpPr>
              <a:spLocks noChangeArrowheads="1"/>
            </p:cNvSpPr>
            <p:nvPr/>
          </p:nvSpPr>
          <p:spPr bwMode="auto">
            <a:xfrm>
              <a:off x="5083175" y="1084262"/>
              <a:ext cx="198438"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34" name="Freeform 90">
              <a:extLst>
                <a:ext uri="{FF2B5EF4-FFF2-40B4-BE49-F238E27FC236}">
                  <a16:creationId xmlns:a16="http://schemas.microsoft.com/office/drawing/2014/main" id="{E9D6C6A1-D2F4-4A40-8111-ABAC24DD4460}"/>
                </a:ext>
              </a:extLst>
            </p:cNvPr>
            <p:cNvSpPr>
              <a:spLocks/>
            </p:cNvSpPr>
            <p:nvPr/>
          </p:nvSpPr>
          <p:spPr bwMode="auto">
            <a:xfrm>
              <a:off x="6629400" y="1517650"/>
              <a:ext cx="676275" cy="676275"/>
            </a:xfrm>
            <a:custGeom>
              <a:avLst/>
              <a:gdLst>
                <a:gd name="T0" fmla="*/ 2147483646 w 853"/>
                <a:gd name="T1" fmla="*/ 0 h 853"/>
                <a:gd name="T2" fmla="*/ 2147483646 w 853"/>
                <a:gd name="T3" fmla="*/ 0 h 853"/>
                <a:gd name="T4" fmla="*/ 2147483646 w 853"/>
                <a:gd name="T5" fmla="*/ 0 h 853"/>
                <a:gd name="T6" fmla="*/ 2147483646 w 853"/>
                <a:gd name="T7" fmla="*/ 0 h 853"/>
                <a:gd name="T8" fmla="*/ 2147483646 w 853"/>
                <a:gd name="T9" fmla="*/ 2147483646 h 853"/>
                <a:gd name="T10" fmla="*/ 2147483646 w 853"/>
                <a:gd name="T11" fmla="*/ 2147483646 h 853"/>
                <a:gd name="T12" fmla="*/ 2147483646 w 853"/>
                <a:gd name="T13" fmla="*/ 2147483646 h 853"/>
                <a:gd name="T14" fmla="*/ 2147483646 w 853"/>
                <a:gd name="T15" fmla="*/ 2147483646 h 853"/>
                <a:gd name="T16" fmla="*/ 2147483646 w 853"/>
                <a:gd name="T17" fmla="*/ 2147483646 h 853"/>
                <a:gd name="T18" fmla="*/ 2147483646 w 853"/>
                <a:gd name="T19" fmla="*/ 2147483646 h 853"/>
                <a:gd name="T20" fmla="*/ 0 w 853"/>
                <a:gd name="T21" fmla="*/ 2147483646 h 853"/>
                <a:gd name="T22" fmla="*/ 0 w 853"/>
                <a:gd name="T23" fmla="*/ 2147483646 h 853"/>
                <a:gd name="T24" fmla="*/ 0 w 853"/>
                <a:gd name="T25" fmla="*/ 2147483646 h 853"/>
                <a:gd name="T26" fmla="*/ 0 w 853"/>
                <a:gd name="T27" fmla="*/ 2147483646 h 853"/>
                <a:gd name="T28" fmla="*/ 0 w 853"/>
                <a:gd name="T29" fmla="*/ 2147483646 h 853"/>
                <a:gd name="T30" fmla="*/ 0 w 853"/>
                <a:gd name="T31" fmla="*/ 2147483646 h 853"/>
                <a:gd name="T32" fmla="*/ 0 w 853"/>
                <a:gd name="T33" fmla="*/ 2147483646 h 853"/>
                <a:gd name="T34" fmla="*/ 0 w 853"/>
                <a:gd name="T35" fmla="*/ 2147483646 h 853"/>
                <a:gd name="T36" fmla="*/ 0 w 853"/>
                <a:gd name="T37" fmla="*/ 2147483646 h 853"/>
                <a:gd name="T38" fmla="*/ 2147483646 w 853"/>
                <a:gd name="T39" fmla="*/ 2147483646 h 853"/>
                <a:gd name="T40" fmla="*/ 2147483646 w 853"/>
                <a:gd name="T41" fmla="*/ 2147483646 h 853"/>
                <a:gd name="T42" fmla="*/ 2147483646 w 853"/>
                <a:gd name="T43" fmla="*/ 2147483646 h 853"/>
                <a:gd name="T44" fmla="*/ 2147483646 w 853"/>
                <a:gd name="T45" fmla="*/ 2147483646 h 853"/>
                <a:gd name="T46" fmla="*/ 2147483646 w 853"/>
                <a:gd name="T47" fmla="*/ 2147483646 h 853"/>
                <a:gd name="T48" fmla="*/ 2147483646 w 853"/>
                <a:gd name="T49" fmla="*/ 2147483646 h 853"/>
                <a:gd name="T50" fmla="*/ 2147483646 w 853"/>
                <a:gd name="T51" fmla="*/ 2147483646 h 853"/>
                <a:gd name="T52" fmla="*/ 2147483646 w 853"/>
                <a:gd name="T53" fmla="*/ 2147483646 h 853"/>
                <a:gd name="T54" fmla="*/ 2147483646 w 853"/>
                <a:gd name="T55" fmla="*/ 2147483646 h 853"/>
                <a:gd name="T56" fmla="*/ 2147483646 w 853"/>
                <a:gd name="T57" fmla="*/ 2147483646 h 853"/>
                <a:gd name="T58" fmla="*/ 2147483646 w 853"/>
                <a:gd name="T59" fmla="*/ 2147483646 h 853"/>
                <a:gd name="T60" fmla="*/ 2147483646 w 853"/>
                <a:gd name="T61" fmla="*/ 2147483646 h 853"/>
                <a:gd name="T62" fmla="*/ 2147483646 w 853"/>
                <a:gd name="T63" fmla="*/ 2147483646 h 853"/>
                <a:gd name="T64" fmla="*/ 2147483646 w 853"/>
                <a:gd name="T65" fmla="*/ 2147483646 h 853"/>
                <a:gd name="T66" fmla="*/ 2147483646 w 853"/>
                <a:gd name="T67" fmla="*/ 2147483646 h 853"/>
                <a:gd name="T68" fmla="*/ 2147483646 w 853"/>
                <a:gd name="T69" fmla="*/ 2147483646 h 853"/>
                <a:gd name="T70" fmla="*/ 2147483646 w 853"/>
                <a:gd name="T71" fmla="*/ 2147483646 h 853"/>
                <a:gd name="T72" fmla="*/ 2147483646 w 853"/>
                <a:gd name="T73" fmla="*/ 2147483646 h 853"/>
                <a:gd name="T74" fmla="*/ 2147483646 w 853"/>
                <a:gd name="T75" fmla="*/ 2147483646 h 853"/>
                <a:gd name="T76" fmla="*/ 2147483646 w 853"/>
                <a:gd name="T77" fmla="*/ 2147483646 h 853"/>
                <a:gd name="T78" fmla="*/ 2147483646 w 853"/>
                <a:gd name="T79" fmla="*/ 2147483646 h 853"/>
                <a:gd name="T80" fmla="*/ 2147483646 w 853"/>
                <a:gd name="T81" fmla="*/ 2147483646 h 853"/>
                <a:gd name="T82" fmla="*/ 2147483646 w 853"/>
                <a:gd name="T83" fmla="*/ 2147483646 h 853"/>
                <a:gd name="T84" fmla="*/ 2147483646 w 853"/>
                <a:gd name="T85" fmla="*/ 2147483646 h 853"/>
                <a:gd name="T86" fmla="*/ 2147483646 w 853"/>
                <a:gd name="T87" fmla="*/ 2147483646 h 853"/>
                <a:gd name="T88" fmla="*/ 2147483646 w 853"/>
                <a:gd name="T89" fmla="*/ 2147483646 h 853"/>
                <a:gd name="T90" fmla="*/ 2147483646 w 853"/>
                <a:gd name="T91" fmla="*/ 2147483646 h 853"/>
                <a:gd name="T92" fmla="*/ 2147483646 w 853"/>
                <a:gd name="T93" fmla="*/ 2147483646 h 853"/>
                <a:gd name="T94" fmla="*/ 2147483646 w 853"/>
                <a:gd name="T95" fmla="*/ 2147483646 h 853"/>
                <a:gd name="T96" fmla="*/ 2147483646 w 853"/>
                <a:gd name="T97" fmla="*/ 2147483646 h 853"/>
                <a:gd name="T98" fmla="*/ 2147483646 w 853"/>
                <a:gd name="T99" fmla="*/ 2147483646 h 853"/>
                <a:gd name="T100" fmla="*/ 2147483646 w 853"/>
                <a:gd name="T101" fmla="*/ 2147483646 h 853"/>
                <a:gd name="T102" fmla="*/ 2147483646 w 853"/>
                <a:gd name="T103" fmla="*/ 2147483646 h 853"/>
                <a:gd name="T104" fmla="*/ 2147483646 w 853"/>
                <a:gd name="T105" fmla="*/ 2147483646 h 853"/>
                <a:gd name="T106" fmla="*/ 2147483646 w 853"/>
                <a:gd name="T107" fmla="*/ 2147483646 h 853"/>
                <a:gd name="T108" fmla="*/ 2147483646 w 853"/>
                <a:gd name="T109" fmla="*/ 0 h 853"/>
                <a:gd name="T110" fmla="*/ 2147483646 w 853"/>
                <a:gd name="T111" fmla="*/ 0 h 853"/>
                <a:gd name="T112" fmla="*/ 2147483646 w 853"/>
                <a:gd name="T113" fmla="*/ 0 h 853"/>
                <a:gd name="T114" fmla="*/ 2147483646 w 853"/>
                <a:gd name="T115" fmla="*/ 0 h 85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53"/>
                <a:gd name="T175" fmla="*/ 0 h 853"/>
                <a:gd name="T176" fmla="*/ 853 w 853"/>
                <a:gd name="T177" fmla="*/ 853 h 85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53" h="853">
                  <a:moveTo>
                    <a:pt x="427" y="0"/>
                  </a:moveTo>
                  <a:lnTo>
                    <a:pt x="398" y="0"/>
                  </a:lnTo>
                  <a:lnTo>
                    <a:pt x="372" y="0"/>
                  </a:lnTo>
                  <a:lnTo>
                    <a:pt x="348" y="0"/>
                  </a:lnTo>
                  <a:lnTo>
                    <a:pt x="325" y="0"/>
                  </a:lnTo>
                  <a:lnTo>
                    <a:pt x="303" y="0"/>
                  </a:lnTo>
                  <a:lnTo>
                    <a:pt x="283" y="0"/>
                  </a:lnTo>
                  <a:lnTo>
                    <a:pt x="263" y="0"/>
                  </a:lnTo>
                  <a:lnTo>
                    <a:pt x="247" y="0"/>
                  </a:lnTo>
                  <a:lnTo>
                    <a:pt x="231" y="0"/>
                  </a:lnTo>
                  <a:lnTo>
                    <a:pt x="217" y="0"/>
                  </a:lnTo>
                  <a:lnTo>
                    <a:pt x="202" y="0"/>
                  </a:lnTo>
                  <a:lnTo>
                    <a:pt x="190" y="0"/>
                  </a:lnTo>
                  <a:lnTo>
                    <a:pt x="179" y="0"/>
                  </a:lnTo>
                  <a:lnTo>
                    <a:pt x="168" y="0"/>
                  </a:lnTo>
                  <a:lnTo>
                    <a:pt x="159" y="0"/>
                  </a:lnTo>
                  <a:lnTo>
                    <a:pt x="150" y="0"/>
                  </a:lnTo>
                  <a:lnTo>
                    <a:pt x="143" y="0"/>
                  </a:lnTo>
                  <a:lnTo>
                    <a:pt x="136" y="0"/>
                  </a:lnTo>
                  <a:lnTo>
                    <a:pt x="129" y="0"/>
                  </a:lnTo>
                  <a:lnTo>
                    <a:pt x="124" y="0"/>
                  </a:lnTo>
                  <a:lnTo>
                    <a:pt x="118" y="0"/>
                  </a:lnTo>
                  <a:lnTo>
                    <a:pt x="113" y="0"/>
                  </a:lnTo>
                  <a:lnTo>
                    <a:pt x="110" y="0"/>
                  </a:lnTo>
                  <a:lnTo>
                    <a:pt x="105" y="0"/>
                  </a:lnTo>
                  <a:lnTo>
                    <a:pt x="101" y="0"/>
                  </a:lnTo>
                  <a:lnTo>
                    <a:pt x="98" y="0"/>
                  </a:lnTo>
                  <a:lnTo>
                    <a:pt x="95" y="0"/>
                  </a:lnTo>
                  <a:lnTo>
                    <a:pt x="92" y="0"/>
                  </a:lnTo>
                  <a:lnTo>
                    <a:pt x="88" y="0"/>
                  </a:lnTo>
                  <a:lnTo>
                    <a:pt x="84" y="0"/>
                  </a:lnTo>
                  <a:lnTo>
                    <a:pt x="82" y="0"/>
                  </a:lnTo>
                  <a:lnTo>
                    <a:pt x="78" y="0"/>
                  </a:lnTo>
                  <a:lnTo>
                    <a:pt x="75" y="0"/>
                  </a:lnTo>
                  <a:lnTo>
                    <a:pt x="71" y="0"/>
                  </a:lnTo>
                  <a:lnTo>
                    <a:pt x="68" y="0"/>
                  </a:lnTo>
                  <a:lnTo>
                    <a:pt x="65" y="0"/>
                  </a:lnTo>
                  <a:lnTo>
                    <a:pt x="63" y="0"/>
                  </a:lnTo>
                  <a:lnTo>
                    <a:pt x="60" y="0"/>
                  </a:lnTo>
                  <a:lnTo>
                    <a:pt x="58" y="2"/>
                  </a:lnTo>
                  <a:lnTo>
                    <a:pt x="55" y="2"/>
                  </a:lnTo>
                  <a:lnTo>
                    <a:pt x="53" y="2"/>
                  </a:lnTo>
                  <a:lnTo>
                    <a:pt x="51" y="2"/>
                  </a:lnTo>
                  <a:lnTo>
                    <a:pt x="49" y="3"/>
                  </a:lnTo>
                  <a:lnTo>
                    <a:pt x="48" y="3"/>
                  </a:lnTo>
                  <a:lnTo>
                    <a:pt x="46" y="4"/>
                  </a:lnTo>
                  <a:lnTo>
                    <a:pt x="45" y="4"/>
                  </a:lnTo>
                  <a:lnTo>
                    <a:pt x="43" y="5"/>
                  </a:lnTo>
                  <a:lnTo>
                    <a:pt x="42" y="6"/>
                  </a:lnTo>
                  <a:lnTo>
                    <a:pt x="40" y="8"/>
                  </a:lnTo>
                  <a:lnTo>
                    <a:pt x="39" y="9"/>
                  </a:lnTo>
                  <a:lnTo>
                    <a:pt x="37" y="10"/>
                  </a:lnTo>
                  <a:lnTo>
                    <a:pt x="36" y="11"/>
                  </a:lnTo>
                  <a:lnTo>
                    <a:pt x="35" y="12"/>
                  </a:lnTo>
                  <a:lnTo>
                    <a:pt x="34" y="15"/>
                  </a:lnTo>
                  <a:lnTo>
                    <a:pt x="33" y="16"/>
                  </a:lnTo>
                  <a:lnTo>
                    <a:pt x="31" y="18"/>
                  </a:lnTo>
                  <a:lnTo>
                    <a:pt x="30" y="21"/>
                  </a:lnTo>
                  <a:lnTo>
                    <a:pt x="29" y="23"/>
                  </a:lnTo>
                  <a:lnTo>
                    <a:pt x="28" y="27"/>
                  </a:lnTo>
                  <a:lnTo>
                    <a:pt x="27" y="29"/>
                  </a:lnTo>
                  <a:lnTo>
                    <a:pt x="25" y="33"/>
                  </a:lnTo>
                  <a:lnTo>
                    <a:pt x="23" y="36"/>
                  </a:lnTo>
                  <a:lnTo>
                    <a:pt x="22" y="40"/>
                  </a:lnTo>
                  <a:lnTo>
                    <a:pt x="19" y="44"/>
                  </a:lnTo>
                  <a:lnTo>
                    <a:pt x="18" y="47"/>
                  </a:lnTo>
                  <a:lnTo>
                    <a:pt x="17" y="51"/>
                  </a:lnTo>
                  <a:lnTo>
                    <a:pt x="15" y="54"/>
                  </a:lnTo>
                  <a:lnTo>
                    <a:pt x="13" y="58"/>
                  </a:lnTo>
                  <a:lnTo>
                    <a:pt x="12" y="60"/>
                  </a:lnTo>
                  <a:lnTo>
                    <a:pt x="11" y="64"/>
                  </a:lnTo>
                  <a:lnTo>
                    <a:pt x="10" y="67"/>
                  </a:lnTo>
                  <a:lnTo>
                    <a:pt x="9" y="69"/>
                  </a:lnTo>
                  <a:lnTo>
                    <a:pt x="7" y="73"/>
                  </a:lnTo>
                  <a:lnTo>
                    <a:pt x="7" y="75"/>
                  </a:lnTo>
                  <a:lnTo>
                    <a:pt x="6" y="77"/>
                  </a:lnTo>
                  <a:lnTo>
                    <a:pt x="5" y="80"/>
                  </a:lnTo>
                  <a:lnTo>
                    <a:pt x="5" y="83"/>
                  </a:lnTo>
                  <a:lnTo>
                    <a:pt x="4" y="86"/>
                  </a:lnTo>
                  <a:lnTo>
                    <a:pt x="4" y="88"/>
                  </a:lnTo>
                  <a:lnTo>
                    <a:pt x="3" y="92"/>
                  </a:lnTo>
                  <a:lnTo>
                    <a:pt x="3" y="94"/>
                  </a:lnTo>
                  <a:lnTo>
                    <a:pt x="3" y="98"/>
                  </a:lnTo>
                  <a:lnTo>
                    <a:pt x="1" y="101"/>
                  </a:lnTo>
                  <a:lnTo>
                    <a:pt x="1" y="105"/>
                  </a:lnTo>
                  <a:lnTo>
                    <a:pt x="1" y="109"/>
                  </a:lnTo>
                  <a:lnTo>
                    <a:pt x="1" y="112"/>
                  </a:lnTo>
                  <a:lnTo>
                    <a:pt x="1" y="117"/>
                  </a:lnTo>
                  <a:lnTo>
                    <a:pt x="1" y="122"/>
                  </a:lnTo>
                  <a:lnTo>
                    <a:pt x="0" y="127"/>
                  </a:lnTo>
                  <a:lnTo>
                    <a:pt x="0" y="131"/>
                  </a:lnTo>
                  <a:lnTo>
                    <a:pt x="0" y="137"/>
                  </a:lnTo>
                  <a:lnTo>
                    <a:pt x="0" y="143"/>
                  </a:lnTo>
                  <a:lnTo>
                    <a:pt x="0" y="149"/>
                  </a:lnTo>
                  <a:lnTo>
                    <a:pt x="0" y="157"/>
                  </a:lnTo>
                  <a:lnTo>
                    <a:pt x="0" y="164"/>
                  </a:lnTo>
                  <a:lnTo>
                    <a:pt x="0" y="171"/>
                  </a:lnTo>
                  <a:lnTo>
                    <a:pt x="0" y="178"/>
                  </a:lnTo>
                  <a:lnTo>
                    <a:pt x="0" y="187"/>
                  </a:lnTo>
                  <a:lnTo>
                    <a:pt x="0" y="193"/>
                  </a:lnTo>
                  <a:lnTo>
                    <a:pt x="0" y="200"/>
                  </a:lnTo>
                  <a:lnTo>
                    <a:pt x="0" y="206"/>
                  </a:lnTo>
                  <a:lnTo>
                    <a:pt x="0" y="212"/>
                  </a:lnTo>
                  <a:lnTo>
                    <a:pt x="0" y="218"/>
                  </a:lnTo>
                  <a:lnTo>
                    <a:pt x="0" y="223"/>
                  </a:lnTo>
                  <a:lnTo>
                    <a:pt x="0" y="229"/>
                  </a:lnTo>
                  <a:lnTo>
                    <a:pt x="0" y="234"/>
                  </a:lnTo>
                  <a:lnTo>
                    <a:pt x="0" y="240"/>
                  </a:lnTo>
                  <a:lnTo>
                    <a:pt x="0" y="244"/>
                  </a:lnTo>
                  <a:lnTo>
                    <a:pt x="0" y="250"/>
                  </a:lnTo>
                  <a:lnTo>
                    <a:pt x="0" y="255"/>
                  </a:lnTo>
                  <a:lnTo>
                    <a:pt x="0" y="261"/>
                  </a:lnTo>
                  <a:lnTo>
                    <a:pt x="0" y="267"/>
                  </a:lnTo>
                  <a:lnTo>
                    <a:pt x="0" y="273"/>
                  </a:lnTo>
                  <a:lnTo>
                    <a:pt x="0" y="279"/>
                  </a:lnTo>
                  <a:lnTo>
                    <a:pt x="0" y="287"/>
                  </a:lnTo>
                  <a:lnTo>
                    <a:pt x="0" y="294"/>
                  </a:lnTo>
                  <a:lnTo>
                    <a:pt x="0" y="301"/>
                  </a:lnTo>
                  <a:lnTo>
                    <a:pt x="0" y="309"/>
                  </a:lnTo>
                  <a:lnTo>
                    <a:pt x="0" y="318"/>
                  </a:lnTo>
                  <a:lnTo>
                    <a:pt x="0" y="327"/>
                  </a:lnTo>
                  <a:lnTo>
                    <a:pt x="0" y="337"/>
                  </a:lnTo>
                  <a:lnTo>
                    <a:pt x="0" y="347"/>
                  </a:lnTo>
                  <a:lnTo>
                    <a:pt x="0" y="359"/>
                  </a:lnTo>
                  <a:lnTo>
                    <a:pt x="0" y="371"/>
                  </a:lnTo>
                  <a:lnTo>
                    <a:pt x="0" y="383"/>
                  </a:lnTo>
                  <a:lnTo>
                    <a:pt x="0" y="397"/>
                  </a:lnTo>
                  <a:lnTo>
                    <a:pt x="0" y="412"/>
                  </a:lnTo>
                  <a:lnTo>
                    <a:pt x="0" y="427"/>
                  </a:lnTo>
                  <a:lnTo>
                    <a:pt x="0" y="443"/>
                  </a:lnTo>
                  <a:lnTo>
                    <a:pt x="0" y="457"/>
                  </a:lnTo>
                  <a:lnTo>
                    <a:pt x="0" y="470"/>
                  </a:lnTo>
                  <a:lnTo>
                    <a:pt x="0" y="484"/>
                  </a:lnTo>
                  <a:lnTo>
                    <a:pt x="0" y="496"/>
                  </a:lnTo>
                  <a:lnTo>
                    <a:pt x="0" y="507"/>
                  </a:lnTo>
                  <a:lnTo>
                    <a:pt x="0" y="517"/>
                  </a:lnTo>
                  <a:lnTo>
                    <a:pt x="0" y="527"/>
                  </a:lnTo>
                  <a:lnTo>
                    <a:pt x="0" y="535"/>
                  </a:lnTo>
                  <a:lnTo>
                    <a:pt x="0" y="545"/>
                  </a:lnTo>
                  <a:lnTo>
                    <a:pt x="0" y="552"/>
                  </a:lnTo>
                  <a:lnTo>
                    <a:pt x="0" y="561"/>
                  </a:lnTo>
                  <a:lnTo>
                    <a:pt x="0" y="568"/>
                  </a:lnTo>
                  <a:lnTo>
                    <a:pt x="0" y="574"/>
                  </a:lnTo>
                  <a:lnTo>
                    <a:pt x="0" y="580"/>
                  </a:lnTo>
                  <a:lnTo>
                    <a:pt x="0" y="587"/>
                  </a:lnTo>
                  <a:lnTo>
                    <a:pt x="0" y="592"/>
                  </a:lnTo>
                  <a:lnTo>
                    <a:pt x="0" y="598"/>
                  </a:lnTo>
                  <a:lnTo>
                    <a:pt x="0" y="604"/>
                  </a:lnTo>
                  <a:lnTo>
                    <a:pt x="0" y="609"/>
                  </a:lnTo>
                  <a:lnTo>
                    <a:pt x="0" y="615"/>
                  </a:lnTo>
                  <a:lnTo>
                    <a:pt x="0" y="620"/>
                  </a:lnTo>
                  <a:lnTo>
                    <a:pt x="0" y="626"/>
                  </a:lnTo>
                  <a:lnTo>
                    <a:pt x="0" y="630"/>
                  </a:lnTo>
                  <a:lnTo>
                    <a:pt x="0" y="636"/>
                  </a:lnTo>
                  <a:lnTo>
                    <a:pt x="0" y="641"/>
                  </a:lnTo>
                  <a:lnTo>
                    <a:pt x="0" y="647"/>
                  </a:lnTo>
                  <a:lnTo>
                    <a:pt x="0" y="654"/>
                  </a:lnTo>
                  <a:lnTo>
                    <a:pt x="0" y="660"/>
                  </a:lnTo>
                  <a:lnTo>
                    <a:pt x="0" y="668"/>
                  </a:lnTo>
                  <a:lnTo>
                    <a:pt x="0" y="675"/>
                  </a:lnTo>
                  <a:lnTo>
                    <a:pt x="0" y="682"/>
                  </a:lnTo>
                  <a:lnTo>
                    <a:pt x="0" y="690"/>
                  </a:lnTo>
                  <a:lnTo>
                    <a:pt x="0" y="698"/>
                  </a:lnTo>
                  <a:lnTo>
                    <a:pt x="0" y="704"/>
                  </a:lnTo>
                  <a:lnTo>
                    <a:pt x="0" y="711"/>
                  </a:lnTo>
                  <a:lnTo>
                    <a:pt x="0" y="717"/>
                  </a:lnTo>
                  <a:lnTo>
                    <a:pt x="0" y="722"/>
                  </a:lnTo>
                  <a:lnTo>
                    <a:pt x="0" y="728"/>
                  </a:lnTo>
                  <a:lnTo>
                    <a:pt x="1" y="733"/>
                  </a:lnTo>
                  <a:lnTo>
                    <a:pt x="1" y="737"/>
                  </a:lnTo>
                  <a:lnTo>
                    <a:pt x="1" y="741"/>
                  </a:lnTo>
                  <a:lnTo>
                    <a:pt x="1" y="745"/>
                  </a:lnTo>
                  <a:lnTo>
                    <a:pt x="1" y="749"/>
                  </a:lnTo>
                  <a:lnTo>
                    <a:pt x="1" y="753"/>
                  </a:lnTo>
                  <a:lnTo>
                    <a:pt x="3" y="755"/>
                  </a:lnTo>
                  <a:lnTo>
                    <a:pt x="3" y="759"/>
                  </a:lnTo>
                  <a:lnTo>
                    <a:pt x="3" y="763"/>
                  </a:lnTo>
                  <a:lnTo>
                    <a:pt x="4" y="765"/>
                  </a:lnTo>
                  <a:lnTo>
                    <a:pt x="4" y="767"/>
                  </a:lnTo>
                  <a:lnTo>
                    <a:pt x="5" y="771"/>
                  </a:lnTo>
                  <a:lnTo>
                    <a:pt x="5" y="773"/>
                  </a:lnTo>
                  <a:lnTo>
                    <a:pt x="6" y="776"/>
                  </a:lnTo>
                  <a:lnTo>
                    <a:pt x="7" y="778"/>
                  </a:lnTo>
                  <a:lnTo>
                    <a:pt x="7" y="782"/>
                  </a:lnTo>
                  <a:lnTo>
                    <a:pt x="9" y="784"/>
                  </a:lnTo>
                  <a:lnTo>
                    <a:pt x="10" y="787"/>
                  </a:lnTo>
                  <a:lnTo>
                    <a:pt x="11" y="790"/>
                  </a:lnTo>
                  <a:lnTo>
                    <a:pt x="12" y="793"/>
                  </a:lnTo>
                  <a:lnTo>
                    <a:pt x="13" y="796"/>
                  </a:lnTo>
                  <a:lnTo>
                    <a:pt x="15" y="799"/>
                  </a:lnTo>
                  <a:lnTo>
                    <a:pt x="17" y="802"/>
                  </a:lnTo>
                  <a:lnTo>
                    <a:pt x="18" y="806"/>
                  </a:lnTo>
                  <a:lnTo>
                    <a:pt x="19" y="811"/>
                  </a:lnTo>
                  <a:lnTo>
                    <a:pt x="22" y="814"/>
                  </a:lnTo>
                  <a:lnTo>
                    <a:pt x="23" y="818"/>
                  </a:lnTo>
                  <a:lnTo>
                    <a:pt x="25" y="821"/>
                  </a:lnTo>
                  <a:lnTo>
                    <a:pt x="27" y="824"/>
                  </a:lnTo>
                  <a:lnTo>
                    <a:pt x="28" y="827"/>
                  </a:lnTo>
                  <a:lnTo>
                    <a:pt x="29" y="830"/>
                  </a:lnTo>
                  <a:lnTo>
                    <a:pt x="30" y="832"/>
                  </a:lnTo>
                  <a:lnTo>
                    <a:pt x="31" y="835"/>
                  </a:lnTo>
                  <a:lnTo>
                    <a:pt x="33" y="837"/>
                  </a:lnTo>
                  <a:lnTo>
                    <a:pt x="34" y="840"/>
                  </a:lnTo>
                  <a:lnTo>
                    <a:pt x="35" y="841"/>
                  </a:lnTo>
                  <a:lnTo>
                    <a:pt x="36" y="842"/>
                  </a:lnTo>
                  <a:lnTo>
                    <a:pt x="37" y="844"/>
                  </a:lnTo>
                  <a:lnTo>
                    <a:pt x="39" y="846"/>
                  </a:lnTo>
                  <a:lnTo>
                    <a:pt x="40" y="847"/>
                  </a:lnTo>
                  <a:lnTo>
                    <a:pt x="42" y="848"/>
                  </a:lnTo>
                  <a:lnTo>
                    <a:pt x="43" y="848"/>
                  </a:lnTo>
                  <a:lnTo>
                    <a:pt x="45" y="849"/>
                  </a:lnTo>
                  <a:lnTo>
                    <a:pt x="46" y="850"/>
                  </a:lnTo>
                  <a:lnTo>
                    <a:pt x="48" y="850"/>
                  </a:lnTo>
                  <a:lnTo>
                    <a:pt x="49" y="852"/>
                  </a:lnTo>
                  <a:lnTo>
                    <a:pt x="51" y="852"/>
                  </a:lnTo>
                  <a:lnTo>
                    <a:pt x="53" y="852"/>
                  </a:lnTo>
                  <a:lnTo>
                    <a:pt x="55" y="852"/>
                  </a:lnTo>
                  <a:lnTo>
                    <a:pt x="58" y="853"/>
                  </a:lnTo>
                  <a:lnTo>
                    <a:pt x="60" y="853"/>
                  </a:lnTo>
                  <a:lnTo>
                    <a:pt x="63" y="853"/>
                  </a:lnTo>
                  <a:lnTo>
                    <a:pt x="65" y="853"/>
                  </a:lnTo>
                  <a:lnTo>
                    <a:pt x="68" y="853"/>
                  </a:lnTo>
                  <a:lnTo>
                    <a:pt x="71" y="853"/>
                  </a:lnTo>
                  <a:lnTo>
                    <a:pt x="75" y="853"/>
                  </a:lnTo>
                  <a:lnTo>
                    <a:pt x="78" y="853"/>
                  </a:lnTo>
                  <a:lnTo>
                    <a:pt x="82" y="853"/>
                  </a:lnTo>
                  <a:lnTo>
                    <a:pt x="84" y="853"/>
                  </a:lnTo>
                  <a:lnTo>
                    <a:pt x="88" y="853"/>
                  </a:lnTo>
                  <a:lnTo>
                    <a:pt x="92" y="853"/>
                  </a:lnTo>
                  <a:lnTo>
                    <a:pt x="95" y="853"/>
                  </a:lnTo>
                  <a:lnTo>
                    <a:pt x="98" y="853"/>
                  </a:lnTo>
                  <a:lnTo>
                    <a:pt x="101" y="853"/>
                  </a:lnTo>
                  <a:lnTo>
                    <a:pt x="105" y="853"/>
                  </a:lnTo>
                  <a:lnTo>
                    <a:pt x="110" y="853"/>
                  </a:lnTo>
                  <a:lnTo>
                    <a:pt x="113" y="853"/>
                  </a:lnTo>
                  <a:lnTo>
                    <a:pt x="118" y="853"/>
                  </a:lnTo>
                  <a:lnTo>
                    <a:pt x="124" y="853"/>
                  </a:lnTo>
                  <a:lnTo>
                    <a:pt x="129" y="853"/>
                  </a:lnTo>
                  <a:lnTo>
                    <a:pt x="136" y="853"/>
                  </a:lnTo>
                  <a:lnTo>
                    <a:pt x="143" y="853"/>
                  </a:lnTo>
                  <a:lnTo>
                    <a:pt x="150" y="853"/>
                  </a:lnTo>
                  <a:lnTo>
                    <a:pt x="159" y="853"/>
                  </a:lnTo>
                  <a:lnTo>
                    <a:pt x="168" y="853"/>
                  </a:lnTo>
                  <a:lnTo>
                    <a:pt x="179" y="853"/>
                  </a:lnTo>
                  <a:lnTo>
                    <a:pt x="190" y="853"/>
                  </a:lnTo>
                  <a:lnTo>
                    <a:pt x="202" y="853"/>
                  </a:lnTo>
                  <a:lnTo>
                    <a:pt x="217" y="853"/>
                  </a:lnTo>
                  <a:lnTo>
                    <a:pt x="231" y="853"/>
                  </a:lnTo>
                  <a:lnTo>
                    <a:pt x="247" y="853"/>
                  </a:lnTo>
                  <a:lnTo>
                    <a:pt x="263" y="853"/>
                  </a:lnTo>
                  <a:lnTo>
                    <a:pt x="283" y="853"/>
                  </a:lnTo>
                  <a:lnTo>
                    <a:pt x="303" y="853"/>
                  </a:lnTo>
                  <a:lnTo>
                    <a:pt x="325" y="853"/>
                  </a:lnTo>
                  <a:lnTo>
                    <a:pt x="348" y="853"/>
                  </a:lnTo>
                  <a:lnTo>
                    <a:pt x="372" y="853"/>
                  </a:lnTo>
                  <a:lnTo>
                    <a:pt x="398" y="853"/>
                  </a:lnTo>
                  <a:lnTo>
                    <a:pt x="427" y="853"/>
                  </a:lnTo>
                  <a:lnTo>
                    <a:pt x="455" y="853"/>
                  </a:lnTo>
                  <a:lnTo>
                    <a:pt x="481" y="853"/>
                  </a:lnTo>
                  <a:lnTo>
                    <a:pt x="506" y="853"/>
                  </a:lnTo>
                  <a:lnTo>
                    <a:pt x="529" y="853"/>
                  </a:lnTo>
                  <a:lnTo>
                    <a:pt x="551" y="853"/>
                  </a:lnTo>
                  <a:lnTo>
                    <a:pt x="570" y="853"/>
                  </a:lnTo>
                  <a:lnTo>
                    <a:pt x="589" y="853"/>
                  </a:lnTo>
                  <a:lnTo>
                    <a:pt x="606" y="853"/>
                  </a:lnTo>
                  <a:lnTo>
                    <a:pt x="622" y="853"/>
                  </a:lnTo>
                  <a:lnTo>
                    <a:pt x="637" y="853"/>
                  </a:lnTo>
                  <a:lnTo>
                    <a:pt x="651" y="853"/>
                  </a:lnTo>
                  <a:lnTo>
                    <a:pt x="663" y="853"/>
                  </a:lnTo>
                  <a:lnTo>
                    <a:pt x="675" y="853"/>
                  </a:lnTo>
                  <a:lnTo>
                    <a:pt x="684" y="853"/>
                  </a:lnTo>
                  <a:lnTo>
                    <a:pt x="694" y="853"/>
                  </a:lnTo>
                  <a:lnTo>
                    <a:pt x="702" y="853"/>
                  </a:lnTo>
                  <a:lnTo>
                    <a:pt x="711" y="853"/>
                  </a:lnTo>
                  <a:lnTo>
                    <a:pt x="717" y="853"/>
                  </a:lnTo>
                  <a:lnTo>
                    <a:pt x="724" y="853"/>
                  </a:lnTo>
                  <a:lnTo>
                    <a:pt x="730" y="853"/>
                  </a:lnTo>
                  <a:lnTo>
                    <a:pt x="735" y="853"/>
                  </a:lnTo>
                  <a:lnTo>
                    <a:pt x="740" y="853"/>
                  </a:lnTo>
                  <a:lnTo>
                    <a:pt x="744" y="853"/>
                  </a:lnTo>
                  <a:lnTo>
                    <a:pt x="748" y="853"/>
                  </a:lnTo>
                  <a:lnTo>
                    <a:pt x="752" y="853"/>
                  </a:lnTo>
                  <a:lnTo>
                    <a:pt x="755" y="853"/>
                  </a:lnTo>
                  <a:lnTo>
                    <a:pt x="759" y="853"/>
                  </a:lnTo>
                  <a:lnTo>
                    <a:pt x="761" y="853"/>
                  </a:lnTo>
                  <a:lnTo>
                    <a:pt x="765" y="853"/>
                  </a:lnTo>
                  <a:lnTo>
                    <a:pt x="768" y="853"/>
                  </a:lnTo>
                  <a:lnTo>
                    <a:pt x="772" y="853"/>
                  </a:lnTo>
                  <a:lnTo>
                    <a:pt x="774" y="853"/>
                  </a:lnTo>
                  <a:lnTo>
                    <a:pt x="778" y="853"/>
                  </a:lnTo>
                  <a:lnTo>
                    <a:pt x="782" y="853"/>
                  </a:lnTo>
                  <a:lnTo>
                    <a:pt x="785" y="853"/>
                  </a:lnTo>
                  <a:lnTo>
                    <a:pt x="788" y="853"/>
                  </a:lnTo>
                  <a:lnTo>
                    <a:pt x="790" y="853"/>
                  </a:lnTo>
                  <a:lnTo>
                    <a:pt x="794" y="853"/>
                  </a:lnTo>
                  <a:lnTo>
                    <a:pt x="795" y="853"/>
                  </a:lnTo>
                  <a:lnTo>
                    <a:pt x="797" y="852"/>
                  </a:lnTo>
                  <a:lnTo>
                    <a:pt x="800" y="852"/>
                  </a:lnTo>
                  <a:lnTo>
                    <a:pt x="802" y="852"/>
                  </a:lnTo>
                  <a:lnTo>
                    <a:pt x="803" y="852"/>
                  </a:lnTo>
                  <a:lnTo>
                    <a:pt x="806" y="850"/>
                  </a:lnTo>
                  <a:lnTo>
                    <a:pt x="807" y="850"/>
                  </a:lnTo>
                  <a:lnTo>
                    <a:pt x="808" y="849"/>
                  </a:lnTo>
                  <a:lnTo>
                    <a:pt x="810" y="848"/>
                  </a:lnTo>
                  <a:lnTo>
                    <a:pt x="812" y="848"/>
                  </a:lnTo>
                  <a:lnTo>
                    <a:pt x="813" y="847"/>
                  </a:lnTo>
                  <a:lnTo>
                    <a:pt x="814" y="846"/>
                  </a:lnTo>
                  <a:lnTo>
                    <a:pt x="815" y="844"/>
                  </a:lnTo>
                  <a:lnTo>
                    <a:pt x="816" y="842"/>
                  </a:lnTo>
                  <a:lnTo>
                    <a:pt x="818" y="841"/>
                  </a:lnTo>
                  <a:lnTo>
                    <a:pt x="819" y="840"/>
                  </a:lnTo>
                  <a:lnTo>
                    <a:pt x="820" y="837"/>
                  </a:lnTo>
                  <a:lnTo>
                    <a:pt x="821" y="835"/>
                  </a:lnTo>
                  <a:lnTo>
                    <a:pt x="822" y="832"/>
                  </a:lnTo>
                  <a:lnTo>
                    <a:pt x="824" y="830"/>
                  </a:lnTo>
                  <a:lnTo>
                    <a:pt x="825" y="827"/>
                  </a:lnTo>
                  <a:lnTo>
                    <a:pt x="826" y="824"/>
                  </a:lnTo>
                  <a:lnTo>
                    <a:pt x="828" y="821"/>
                  </a:lnTo>
                  <a:lnTo>
                    <a:pt x="830" y="818"/>
                  </a:lnTo>
                  <a:lnTo>
                    <a:pt x="831" y="814"/>
                  </a:lnTo>
                  <a:lnTo>
                    <a:pt x="833" y="811"/>
                  </a:lnTo>
                  <a:lnTo>
                    <a:pt x="835" y="806"/>
                  </a:lnTo>
                  <a:lnTo>
                    <a:pt x="837" y="802"/>
                  </a:lnTo>
                  <a:lnTo>
                    <a:pt x="838" y="799"/>
                  </a:lnTo>
                  <a:lnTo>
                    <a:pt x="839" y="796"/>
                  </a:lnTo>
                  <a:lnTo>
                    <a:pt x="841" y="793"/>
                  </a:lnTo>
                  <a:lnTo>
                    <a:pt x="842" y="790"/>
                  </a:lnTo>
                  <a:lnTo>
                    <a:pt x="843" y="787"/>
                  </a:lnTo>
                  <a:lnTo>
                    <a:pt x="844" y="784"/>
                  </a:lnTo>
                  <a:lnTo>
                    <a:pt x="845" y="782"/>
                  </a:lnTo>
                  <a:lnTo>
                    <a:pt x="847" y="778"/>
                  </a:lnTo>
                  <a:lnTo>
                    <a:pt x="847" y="776"/>
                  </a:lnTo>
                  <a:lnTo>
                    <a:pt x="848" y="773"/>
                  </a:lnTo>
                  <a:lnTo>
                    <a:pt x="849" y="771"/>
                  </a:lnTo>
                  <a:lnTo>
                    <a:pt x="849" y="767"/>
                  </a:lnTo>
                  <a:lnTo>
                    <a:pt x="849" y="765"/>
                  </a:lnTo>
                  <a:lnTo>
                    <a:pt x="850" y="763"/>
                  </a:lnTo>
                  <a:lnTo>
                    <a:pt x="850" y="759"/>
                  </a:lnTo>
                  <a:lnTo>
                    <a:pt x="851" y="755"/>
                  </a:lnTo>
                  <a:lnTo>
                    <a:pt x="851" y="753"/>
                  </a:lnTo>
                  <a:lnTo>
                    <a:pt x="851" y="749"/>
                  </a:lnTo>
                  <a:lnTo>
                    <a:pt x="851" y="745"/>
                  </a:lnTo>
                  <a:lnTo>
                    <a:pt x="851" y="741"/>
                  </a:lnTo>
                  <a:lnTo>
                    <a:pt x="853" y="737"/>
                  </a:lnTo>
                  <a:lnTo>
                    <a:pt x="853" y="733"/>
                  </a:lnTo>
                  <a:lnTo>
                    <a:pt x="853" y="728"/>
                  </a:lnTo>
                  <a:lnTo>
                    <a:pt x="853" y="722"/>
                  </a:lnTo>
                  <a:lnTo>
                    <a:pt x="853" y="717"/>
                  </a:lnTo>
                  <a:lnTo>
                    <a:pt x="853" y="711"/>
                  </a:lnTo>
                  <a:lnTo>
                    <a:pt x="853" y="704"/>
                  </a:lnTo>
                  <a:lnTo>
                    <a:pt x="853" y="698"/>
                  </a:lnTo>
                  <a:lnTo>
                    <a:pt x="853" y="690"/>
                  </a:lnTo>
                  <a:lnTo>
                    <a:pt x="853" y="682"/>
                  </a:lnTo>
                  <a:lnTo>
                    <a:pt x="853" y="675"/>
                  </a:lnTo>
                  <a:lnTo>
                    <a:pt x="853" y="668"/>
                  </a:lnTo>
                  <a:lnTo>
                    <a:pt x="853" y="660"/>
                  </a:lnTo>
                  <a:lnTo>
                    <a:pt x="853" y="654"/>
                  </a:lnTo>
                  <a:lnTo>
                    <a:pt x="853" y="647"/>
                  </a:lnTo>
                  <a:lnTo>
                    <a:pt x="853" y="641"/>
                  </a:lnTo>
                  <a:lnTo>
                    <a:pt x="853" y="636"/>
                  </a:lnTo>
                  <a:lnTo>
                    <a:pt x="853" y="630"/>
                  </a:lnTo>
                  <a:lnTo>
                    <a:pt x="853" y="626"/>
                  </a:lnTo>
                  <a:lnTo>
                    <a:pt x="853" y="620"/>
                  </a:lnTo>
                  <a:lnTo>
                    <a:pt x="853" y="615"/>
                  </a:lnTo>
                  <a:lnTo>
                    <a:pt x="853" y="609"/>
                  </a:lnTo>
                  <a:lnTo>
                    <a:pt x="853" y="604"/>
                  </a:lnTo>
                  <a:lnTo>
                    <a:pt x="853" y="598"/>
                  </a:lnTo>
                  <a:lnTo>
                    <a:pt x="853" y="592"/>
                  </a:lnTo>
                  <a:lnTo>
                    <a:pt x="853" y="587"/>
                  </a:lnTo>
                  <a:lnTo>
                    <a:pt x="853" y="580"/>
                  </a:lnTo>
                  <a:lnTo>
                    <a:pt x="853" y="574"/>
                  </a:lnTo>
                  <a:lnTo>
                    <a:pt x="853" y="568"/>
                  </a:lnTo>
                  <a:lnTo>
                    <a:pt x="853" y="561"/>
                  </a:lnTo>
                  <a:lnTo>
                    <a:pt x="853" y="552"/>
                  </a:lnTo>
                  <a:lnTo>
                    <a:pt x="853" y="545"/>
                  </a:lnTo>
                  <a:lnTo>
                    <a:pt x="853" y="535"/>
                  </a:lnTo>
                  <a:lnTo>
                    <a:pt x="853" y="527"/>
                  </a:lnTo>
                  <a:lnTo>
                    <a:pt x="853" y="517"/>
                  </a:lnTo>
                  <a:lnTo>
                    <a:pt x="853" y="507"/>
                  </a:lnTo>
                  <a:lnTo>
                    <a:pt x="853" y="496"/>
                  </a:lnTo>
                  <a:lnTo>
                    <a:pt x="853" y="484"/>
                  </a:lnTo>
                  <a:lnTo>
                    <a:pt x="853" y="470"/>
                  </a:lnTo>
                  <a:lnTo>
                    <a:pt x="853" y="457"/>
                  </a:lnTo>
                  <a:lnTo>
                    <a:pt x="853" y="443"/>
                  </a:lnTo>
                  <a:lnTo>
                    <a:pt x="853" y="427"/>
                  </a:lnTo>
                  <a:lnTo>
                    <a:pt x="853" y="412"/>
                  </a:lnTo>
                  <a:lnTo>
                    <a:pt x="853" y="397"/>
                  </a:lnTo>
                  <a:lnTo>
                    <a:pt x="853" y="383"/>
                  </a:lnTo>
                  <a:lnTo>
                    <a:pt x="853" y="371"/>
                  </a:lnTo>
                  <a:lnTo>
                    <a:pt x="853" y="359"/>
                  </a:lnTo>
                  <a:lnTo>
                    <a:pt x="853" y="347"/>
                  </a:lnTo>
                  <a:lnTo>
                    <a:pt x="853" y="337"/>
                  </a:lnTo>
                  <a:lnTo>
                    <a:pt x="853" y="327"/>
                  </a:lnTo>
                  <a:lnTo>
                    <a:pt x="853" y="318"/>
                  </a:lnTo>
                  <a:lnTo>
                    <a:pt x="853" y="309"/>
                  </a:lnTo>
                  <a:lnTo>
                    <a:pt x="853" y="301"/>
                  </a:lnTo>
                  <a:lnTo>
                    <a:pt x="853" y="294"/>
                  </a:lnTo>
                  <a:lnTo>
                    <a:pt x="853" y="287"/>
                  </a:lnTo>
                  <a:lnTo>
                    <a:pt x="853" y="279"/>
                  </a:lnTo>
                  <a:lnTo>
                    <a:pt x="853" y="273"/>
                  </a:lnTo>
                  <a:lnTo>
                    <a:pt x="853" y="267"/>
                  </a:lnTo>
                  <a:lnTo>
                    <a:pt x="853" y="261"/>
                  </a:lnTo>
                  <a:lnTo>
                    <a:pt x="853" y="255"/>
                  </a:lnTo>
                  <a:lnTo>
                    <a:pt x="853" y="250"/>
                  </a:lnTo>
                  <a:lnTo>
                    <a:pt x="853" y="244"/>
                  </a:lnTo>
                  <a:lnTo>
                    <a:pt x="853" y="240"/>
                  </a:lnTo>
                  <a:lnTo>
                    <a:pt x="853" y="234"/>
                  </a:lnTo>
                  <a:lnTo>
                    <a:pt x="853" y="229"/>
                  </a:lnTo>
                  <a:lnTo>
                    <a:pt x="853" y="223"/>
                  </a:lnTo>
                  <a:lnTo>
                    <a:pt x="853" y="218"/>
                  </a:lnTo>
                  <a:lnTo>
                    <a:pt x="853" y="212"/>
                  </a:lnTo>
                  <a:lnTo>
                    <a:pt x="853" y="206"/>
                  </a:lnTo>
                  <a:lnTo>
                    <a:pt x="853" y="200"/>
                  </a:lnTo>
                  <a:lnTo>
                    <a:pt x="853" y="193"/>
                  </a:lnTo>
                  <a:lnTo>
                    <a:pt x="853" y="187"/>
                  </a:lnTo>
                  <a:lnTo>
                    <a:pt x="853" y="178"/>
                  </a:lnTo>
                  <a:lnTo>
                    <a:pt x="853" y="171"/>
                  </a:lnTo>
                  <a:lnTo>
                    <a:pt x="853" y="164"/>
                  </a:lnTo>
                  <a:lnTo>
                    <a:pt x="853" y="157"/>
                  </a:lnTo>
                  <a:lnTo>
                    <a:pt x="853" y="149"/>
                  </a:lnTo>
                  <a:lnTo>
                    <a:pt x="853" y="143"/>
                  </a:lnTo>
                  <a:lnTo>
                    <a:pt x="853" y="137"/>
                  </a:lnTo>
                  <a:lnTo>
                    <a:pt x="853" y="131"/>
                  </a:lnTo>
                  <a:lnTo>
                    <a:pt x="853" y="127"/>
                  </a:lnTo>
                  <a:lnTo>
                    <a:pt x="853" y="122"/>
                  </a:lnTo>
                  <a:lnTo>
                    <a:pt x="853" y="117"/>
                  </a:lnTo>
                  <a:lnTo>
                    <a:pt x="851" y="112"/>
                  </a:lnTo>
                  <a:lnTo>
                    <a:pt x="851" y="109"/>
                  </a:lnTo>
                  <a:lnTo>
                    <a:pt x="851" y="105"/>
                  </a:lnTo>
                  <a:lnTo>
                    <a:pt x="851" y="101"/>
                  </a:lnTo>
                  <a:lnTo>
                    <a:pt x="851" y="98"/>
                  </a:lnTo>
                  <a:lnTo>
                    <a:pt x="850" y="94"/>
                  </a:lnTo>
                  <a:lnTo>
                    <a:pt x="850" y="92"/>
                  </a:lnTo>
                  <a:lnTo>
                    <a:pt x="849" y="88"/>
                  </a:lnTo>
                  <a:lnTo>
                    <a:pt x="849" y="86"/>
                  </a:lnTo>
                  <a:lnTo>
                    <a:pt x="849" y="83"/>
                  </a:lnTo>
                  <a:lnTo>
                    <a:pt x="848" y="80"/>
                  </a:lnTo>
                  <a:lnTo>
                    <a:pt x="847" y="77"/>
                  </a:lnTo>
                  <a:lnTo>
                    <a:pt x="847" y="75"/>
                  </a:lnTo>
                  <a:lnTo>
                    <a:pt x="845" y="73"/>
                  </a:lnTo>
                  <a:lnTo>
                    <a:pt x="844" y="69"/>
                  </a:lnTo>
                  <a:lnTo>
                    <a:pt x="843" y="67"/>
                  </a:lnTo>
                  <a:lnTo>
                    <a:pt x="842" y="64"/>
                  </a:lnTo>
                  <a:lnTo>
                    <a:pt x="841" y="60"/>
                  </a:lnTo>
                  <a:lnTo>
                    <a:pt x="839" y="58"/>
                  </a:lnTo>
                  <a:lnTo>
                    <a:pt x="838" y="54"/>
                  </a:lnTo>
                  <a:lnTo>
                    <a:pt x="837" y="51"/>
                  </a:lnTo>
                  <a:lnTo>
                    <a:pt x="835" y="47"/>
                  </a:lnTo>
                  <a:lnTo>
                    <a:pt x="833" y="44"/>
                  </a:lnTo>
                  <a:lnTo>
                    <a:pt x="831" y="40"/>
                  </a:lnTo>
                  <a:lnTo>
                    <a:pt x="830" y="36"/>
                  </a:lnTo>
                  <a:lnTo>
                    <a:pt x="828" y="33"/>
                  </a:lnTo>
                  <a:lnTo>
                    <a:pt x="826" y="29"/>
                  </a:lnTo>
                  <a:lnTo>
                    <a:pt x="825" y="27"/>
                  </a:lnTo>
                  <a:lnTo>
                    <a:pt x="824" y="23"/>
                  </a:lnTo>
                  <a:lnTo>
                    <a:pt x="822" y="21"/>
                  </a:lnTo>
                  <a:lnTo>
                    <a:pt x="821" y="18"/>
                  </a:lnTo>
                  <a:lnTo>
                    <a:pt x="820" y="16"/>
                  </a:lnTo>
                  <a:lnTo>
                    <a:pt x="819" y="15"/>
                  </a:lnTo>
                  <a:lnTo>
                    <a:pt x="818" y="12"/>
                  </a:lnTo>
                  <a:lnTo>
                    <a:pt x="816" y="11"/>
                  </a:lnTo>
                  <a:lnTo>
                    <a:pt x="815" y="10"/>
                  </a:lnTo>
                  <a:lnTo>
                    <a:pt x="814" y="9"/>
                  </a:lnTo>
                  <a:lnTo>
                    <a:pt x="813" y="8"/>
                  </a:lnTo>
                  <a:lnTo>
                    <a:pt x="812" y="6"/>
                  </a:lnTo>
                  <a:lnTo>
                    <a:pt x="810" y="5"/>
                  </a:lnTo>
                  <a:lnTo>
                    <a:pt x="808" y="4"/>
                  </a:lnTo>
                  <a:lnTo>
                    <a:pt x="807" y="4"/>
                  </a:lnTo>
                  <a:lnTo>
                    <a:pt x="806" y="3"/>
                  </a:lnTo>
                  <a:lnTo>
                    <a:pt x="803" y="3"/>
                  </a:lnTo>
                  <a:lnTo>
                    <a:pt x="802" y="2"/>
                  </a:lnTo>
                  <a:lnTo>
                    <a:pt x="800" y="2"/>
                  </a:lnTo>
                  <a:lnTo>
                    <a:pt x="797" y="2"/>
                  </a:lnTo>
                  <a:lnTo>
                    <a:pt x="795" y="2"/>
                  </a:lnTo>
                  <a:lnTo>
                    <a:pt x="794" y="0"/>
                  </a:lnTo>
                  <a:lnTo>
                    <a:pt x="790" y="0"/>
                  </a:lnTo>
                  <a:lnTo>
                    <a:pt x="788" y="0"/>
                  </a:lnTo>
                  <a:lnTo>
                    <a:pt x="785" y="0"/>
                  </a:lnTo>
                  <a:lnTo>
                    <a:pt x="782" y="0"/>
                  </a:lnTo>
                  <a:lnTo>
                    <a:pt x="778" y="0"/>
                  </a:lnTo>
                  <a:lnTo>
                    <a:pt x="774" y="0"/>
                  </a:lnTo>
                  <a:lnTo>
                    <a:pt x="772" y="0"/>
                  </a:lnTo>
                  <a:lnTo>
                    <a:pt x="768" y="0"/>
                  </a:lnTo>
                  <a:lnTo>
                    <a:pt x="765" y="0"/>
                  </a:lnTo>
                  <a:lnTo>
                    <a:pt x="761" y="0"/>
                  </a:lnTo>
                  <a:lnTo>
                    <a:pt x="759" y="0"/>
                  </a:lnTo>
                  <a:lnTo>
                    <a:pt x="755" y="0"/>
                  </a:lnTo>
                  <a:lnTo>
                    <a:pt x="752" y="0"/>
                  </a:lnTo>
                  <a:lnTo>
                    <a:pt x="748" y="0"/>
                  </a:lnTo>
                  <a:lnTo>
                    <a:pt x="744" y="0"/>
                  </a:lnTo>
                  <a:lnTo>
                    <a:pt x="740" y="0"/>
                  </a:lnTo>
                  <a:lnTo>
                    <a:pt x="735" y="0"/>
                  </a:lnTo>
                  <a:lnTo>
                    <a:pt x="730" y="0"/>
                  </a:lnTo>
                  <a:lnTo>
                    <a:pt x="724" y="0"/>
                  </a:lnTo>
                  <a:lnTo>
                    <a:pt x="717" y="0"/>
                  </a:lnTo>
                  <a:lnTo>
                    <a:pt x="711" y="0"/>
                  </a:lnTo>
                  <a:lnTo>
                    <a:pt x="702" y="0"/>
                  </a:lnTo>
                  <a:lnTo>
                    <a:pt x="694" y="0"/>
                  </a:lnTo>
                  <a:lnTo>
                    <a:pt x="684" y="0"/>
                  </a:lnTo>
                  <a:lnTo>
                    <a:pt x="675" y="0"/>
                  </a:lnTo>
                  <a:lnTo>
                    <a:pt x="663" y="0"/>
                  </a:lnTo>
                  <a:lnTo>
                    <a:pt x="651" y="0"/>
                  </a:lnTo>
                  <a:lnTo>
                    <a:pt x="637" y="0"/>
                  </a:lnTo>
                  <a:lnTo>
                    <a:pt x="622" y="0"/>
                  </a:lnTo>
                  <a:lnTo>
                    <a:pt x="606" y="0"/>
                  </a:lnTo>
                  <a:lnTo>
                    <a:pt x="589" y="0"/>
                  </a:lnTo>
                  <a:lnTo>
                    <a:pt x="570" y="0"/>
                  </a:lnTo>
                  <a:lnTo>
                    <a:pt x="551" y="0"/>
                  </a:lnTo>
                  <a:lnTo>
                    <a:pt x="529" y="0"/>
                  </a:lnTo>
                  <a:lnTo>
                    <a:pt x="506" y="0"/>
                  </a:lnTo>
                  <a:lnTo>
                    <a:pt x="481" y="0"/>
                  </a:lnTo>
                  <a:lnTo>
                    <a:pt x="455" y="0"/>
                  </a:lnTo>
                  <a:lnTo>
                    <a:pt x="427" y="0"/>
                  </a:lnTo>
                  <a:close/>
                </a:path>
              </a:pathLst>
            </a:custGeom>
            <a:noFill/>
            <a:ln w="17463">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35" name="Rectangle 98">
              <a:extLst>
                <a:ext uri="{FF2B5EF4-FFF2-40B4-BE49-F238E27FC236}">
                  <a16:creationId xmlns:a16="http://schemas.microsoft.com/office/drawing/2014/main" id="{01FB005E-3093-4C80-A248-57C0516ADA4F}"/>
                </a:ext>
              </a:extLst>
            </p:cNvPr>
            <p:cNvSpPr>
              <a:spLocks noChangeArrowheads="1"/>
            </p:cNvSpPr>
            <p:nvPr/>
          </p:nvSpPr>
          <p:spPr bwMode="auto">
            <a:xfrm>
              <a:off x="5294313" y="1171575"/>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36" name="Rectangle 175">
              <a:extLst>
                <a:ext uri="{FF2B5EF4-FFF2-40B4-BE49-F238E27FC236}">
                  <a16:creationId xmlns:a16="http://schemas.microsoft.com/office/drawing/2014/main" id="{99FC0D23-3B01-4AC2-BA2B-BC39A228725E}"/>
                </a:ext>
              </a:extLst>
            </p:cNvPr>
            <p:cNvSpPr>
              <a:spLocks noChangeArrowheads="1"/>
            </p:cNvSpPr>
            <p:nvPr/>
          </p:nvSpPr>
          <p:spPr bwMode="auto">
            <a:xfrm>
              <a:off x="5624513" y="3222625"/>
              <a:ext cx="214312"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37" name="Rectangle 176">
              <a:extLst>
                <a:ext uri="{FF2B5EF4-FFF2-40B4-BE49-F238E27FC236}">
                  <a16:creationId xmlns:a16="http://schemas.microsoft.com/office/drawing/2014/main" id="{17BD50D3-23C1-46AB-8C8A-1906B3F5506A}"/>
                </a:ext>
              </a:extLst>
            </p:cNvPr>
            <p:cNvSpPr>
              <a:spLocks noChangeArrowheads="1"/>
            </p:cNvSpPr>
            <p:nvPr/>
          </p:nvSpPr>
          <p:spPr bwMode="auto">
            <a:xfrm>
              <a:off x="5740400" y="3309937"/>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38" name="Rectangle 177">
              <a:extLst>
                <a:ext uri="{FF2B5EF4-FFF2-40B4-BE49-F238E27FC236}">
                  <a16:creationId xmlns:a16="http://schemas.microsoft.com/office/drawing/2014/main" id="{EEAE121E-68E5-412C-A89A-969E24594C95}"/>
                </a:ext>
              </a:extLst>
            </p:cNvPr>
            <p:cNvSpPr>
              <a:spLocks noChangeArrowheads="1"/>
            </p:cNvSpPr>
            <p:nvPr/>
          </p:nvSpPr>
          <p:spPr bwMode="auto">
            <a:xfrm>
              <a:off x="6075363" y="3222625"/>
              <a:ext cx="198437"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39" name="Rectangle 178">
              <a:extLst>
                <a:ext uri="{FF2B5EF4-FFF2-40B4-BE49-F238E27FC236}">
                  <a16:creationId xmlns:a16="http://schemas.microsoft.com/office/drawing/2014/main" id="{8C483D42-FF0C-4A51-BE81-8EFCA34F83D8}"/>
                </a:ext>
              </a:extLst>
            </p:cNvPr>
            <p:cNvSpPr>
              <a:spLocks noChangeArrowheads="1"/>
            </p:cNvSpPr>
            <p:nvPr/>
          </p:nvSpPr>
          <p:spPr bwMode="auto">
            <a:xfrm>
              <a:off x="6286500" y="3309937"/>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40" name="Rectangle 179">
              <a:extLst>
                <a:ext uri="{FF2B5EF4-FFF2-40B4-BE49-F238E27FC236}">
                  <a16:creationId xmlns:a16="http://schemas.microsoft.com/office/drawing/2014/main" id="{09CBB783-427F-4571-8181-8373F49E68B0}"/>
                </a:ext>
              </a:extLst>
            </p:cNvPr>
            <p:cNvSpPr>
              <a:spLocks noChangeArrowheads="1"/>
            </p:cNvSpPr>
            <p:nvPr/>
          </p:nvSpPr>
          <p:spPr bwMode="auto">
            <a:xfrm>
              <a:off x="6540500" y="3222625"/>
              <a:ext cx="195263"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41" name="Rectangle 180">
              <a:extLst>
                <a:ext uri="{FF2B5EF4-FFF2-40B4-BE49-F238E27FC236}">
                  <a16:creationId xmlns:a16="http://schemas.microsoft.com/office/drawing/2014/main" id="{2295F7C5-DBD4-4124-84B5-5154439CE587}"/>
                </a:ext>
              </a:extLst>
            </p:cNvPr>
            <p:cNvSpPr>
              <a:spLocks noChangeArrowheads="1"/>
            </p:cNvSpPr>
            <p:nvPr/>
          </p:nvSpPr>
          <p:spPr bwMode="auto">
            <a:xfrm>
              <a:off x="6623050" y="3309937"/>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42" name="Rectangle 181">
              <a:extLst>
                <a:ext uri="{FF2B5EF4-FFF2-40B4-BE49-F238E27FC236}">
                  <a16:creationId xmlns:a16="http://schemas.microsoft.com/office/drawing/2014/main" id="{4976EFF3-7BA0-4E0C-9F79-F138DECE3089}"/>
                </a:ext>
              </a:extLst>
            </p:cNvPr>
            <p:cNvSpPr>
              <a:spLocks noChangeArrowheads="1"/>
            </p:cNvSpPr>
            <p:nvPr/>
          </p:nvSpPr>
          <p:spPr bwMode="auto">
            <a:xfrm>
              <a:off x="6704013" y="3222625"/>
              <a:ext cx="195262"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43" name="Rectangle 182">
              <a:extLst>
                <a:ext uri="{FF2B5EF4-FFF2-40B4-BE49-F238E27FC236}">
                  <a16:creationId xmlns:a16="http://schemas.microsoft.com/office/drawing/2014/main" id="{A80E478E-4A9C-4A38-96ED-1F74F39DA46C}"/>
                </a:ext>
              </a:extLst>
            </p:cNvPr>
            <p:cNvSpPr>
              <a:spLocks noChangeArrowheads="1"/>
            </p:cNvSpPr>
            <p:nvPr/>
          </p:nvSpPr>
          <p:spPr bwMode="auto">
            <a:xfrm>
              <a:off x="6786563" y="3300412"/>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44" name="Rectangle 183">
              <a:extLst>
                <a:ext uri="{FF2B5EF4-FFF2-40B4-BE49-F238E27FC236}">
                  <a16:creationId xmlns:a16="http://schemas.microsoft.com/office/drawing/2014/main" id="{C6DF697A-C271-4678-B018-003A0B968930}"/>
                </a:ext>
              </a:extLst>
            </p:cNvPr>
            <p:cNvSpPr>
              <a:spLocks noChangeArrowheads="1"/>
            </p:cNvSpPr>
            <p:nvPr/>
          </p:nvSpPr>
          <p:spPr bwMode="auto">
            <a:xfrm>
              <a:off x="7035800" y="3222625"/>
              <a:ext cx="198438"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45" name="Rectangle 184">
              <a:extLst>
                <a:ext uri="{FF2B5EF4-FFF2-40B4-BE49-F238E27FC236}">
                  <a16:creationId xmlns:a16="http://schemas.microsoft.com/office/drawing/2014/main" id="{924AE0A2-5A34-4CE0-AAF2-59818CB6F1E0}"/>
                </a:ext>
              </a:extLst>
            </p:cNvPr>
            <p:cNvSpPr>
              <a:spLocks noChangeArrowheads="1"/>
            </p:cNvSpPr>
            <p:nvPr/>
          </p:nvSpPr>
          <p:spPr bwMode="auto">
            <a:xfrm>
              <a:off x="7248525" y="3309937"/>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46" name="Rectangle 185">
              <a:extLst>
                <a:ext uri="{FF2B5EF4-FFF2-40B4-BE49-F238E27FC236}">
                  <a16:creationId xmlns:a16="http://schemas.microsoft.com/office/drawing/2014/main" id="{DD955997-3166-4D98-9960-3530BA42B74C}"/>
                </a:ext>
              </a:extLst>
            </p:cNvPr>
            <p:cNvSpPr>
              <a:spLocks noChangeArrowheads="1"/>
            </p:cNvSpPr>
            <p:nvPr/>
          </p:nvSpPr>
          <p:spPr bwMode="auto">
            <a:xfrm>
              <a:off x="7329488" y="3222625"/>
              <a:ext cx="195262"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47" name="Rectangle 186">
              <a:extLst>
                <a:ext uri="{FF2B5EF4-FFF2-40B4-BE49-F238E27FC236}">
                  <a16:creationId xmlns:a16="http://schemas.microsoft.com/office/drawing/2014/main" id="{C56CDAC4-0F7C-43E3-83E0-B108BB30F9E6}"/>
                </a:ext>
              </a:extLst>
            </p:cNvPr>
            <p:cNvSpPr>
              <a:spLocks noChangeArrowheads="1"/>
            </p:cNvSpPr>
            <p:nvPr/>
          </p:nvSpPr>
          <p:spPr bwMode="auto">
            <a:xfrm>
              <a:off x="7412038" y="3321050"/>
              <a:ext cx="16192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48" name="Rectangle 187">
              <a:extLst>
                <a:ext uri="{FF2B5EF4-FFF2-40B4-BE49-F238E27FC236}">
                  <a16:creationId xmlns:a16="http://schemas.microsoft.com/office/drawing/2014/main" id="{BF7A75D6-820B-4B14-B294-BA80CE95E49E}"/>
                </a:ext>
              </a:extLst>
            </p:cNvPr>
            <p:cNvSpPr>
              <a:spLocks noChangeArrowheads="1"/>
            </p:cNvSpPr>
            <p:nvPr/>
          </p:nvSpPr>
          <p:spPr bwMode="auto">
            <a:xfrm>
              <a:off x="6397625" y="3222625"/>
              <a:ext cx="215900"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49" name="Rectangle 188">
              <a:extLst>
                <a:ext uri="{FF2B5EF4-FFF2-40B4-BE49-F238E27FC236}">
                  <a16:creationId xmlns:a16="http://schemas.microsoft.com/office/drawing/2014/main" id="{B5F48BA2-1E21-4393-BA3E-0678FE364338}"/>
                </a:ext>
              </a:extLst>
            </p:cNvPr>
            <p:cNvSpPr>
              <a:spLocks noChangeArrowheads="1"/>
            </p:cNvSpPr>
            <p:nvPr/>
          </p:nvSpPr>
          <p:spPr bwMode="auto">
            <a:xfrm>
              <a:off x="6896100" y="3222625"/>
              <a:ext cx="215900"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50" name="Line 189">
              <a:extLst>
                <a:ext uri="{FF2B5EF4-FFF2-40B4-BE49-F238E27FC236}">
                  <a16:creationId xmlns:a16="http://schemas.microsoft.com/office/drawing/2014/main" id="{9DB16C7B-F3CC-4223-8509-099CC3697E44}"/>
                </a:ext>
              </a:extLst>
            </p:cNvPr>
            <p:cNvSpPr>
              <a:spLocks noChangeShapeType="1"/>
            </p:cNvSpPr>
            <p:nvPr/>
          </p:nvSpPr>
          <p:spPr bwMode="auto">
            <a:xfrm flipH="1">
              <a:off x="6099175" y="3240087"/>
              <a:ext cx="76200"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51" name="Line 190">
              <a:extLst>
                <a:ext uri="{FF2B5EF4-FFF2-40B4-BE49-F238E27FC236}">
                  <a16:creationId xmlns:a16="http://schemas.microsoft.com/office/drawing/2014/main" id="{077035AE-6C7E-4049-BD9B-787CCFA9DFB7}"/>
                </a:ext>
              </a:extLst>
            </p:cNvPr>
            <p:cNvSpPr>
              <a:spLocks noChangeShapeType="1"/>
            </p:cNvSpPr>
            <p:nvPr/>
          </p:nvSpPr>
          <p:spPr bwMode="auto">
            <a:xfrm flipH="1">
              <a:off x="6710363" y="3240087"/>
              <a:ext cx="57150"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52" name="Line 191">
              <a:extLst>
                <a:ext uri="{FF2B5EF4-FFF2-40B4-BE49-F238E27FC236}">
                  <a16:creationId xmlns:a16="http://schemas.microsoft.com/office/drawing/2014/main" id="{BC5C144B-B1AE-4EB9-932B-9F71BF5B56B5}"/>
                </a:ext>
              </a:extLst>
            </p:cNvPr>
            <p:cNvSpPr>
              <a:spLocks noChangeShapeType="1"/>
            </p:cNvSpPr>
            <p:nvPr/>
          </p:nvSpPr>
          <p:spPr bwMode="auto">
            <a:xfrm flipH="1">
              <a:off x="7339013" y="3240087"/>
              <a:ext cx="57150"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53" name="Freeform 192">
              <a:extLst>
                <a:ext uri="{FF2B5EF4-FFF2-40B4-BE49-F238E27FC236}">
                  <a16:creationId xmlns:a16="http://schemas.microsoft.com/office/drawing/2014/main" id="{160ED026-F962-4BEE-99EF-097B3C12A7B1}"/>
                </a:ext>
              </a:extLst>
            </p:cNvPr>
            <p:cNvSpPr>
              <a:spLocks/>
            </p:cNvSpPr>
            <p:nvPr/>
          </p:nvSpPr>
          <p:spPr bwMode="auto">
            <a:xfrm>
              <a:off x="7062788" y="1566862"/>
              <a:ext cx="203200" cy="1419225"/>
            </a:xfrm>
            <a:custGeom>
              <a:avLst/>
              <a:gdLst>
                <a:gd name="T0" fmla="*/ 2147483646 w 256"/>
                <a:gd name="T1" fmla="*/ 2147483646 h 1789"/>
                <a:gd name="T2" fmla="*/ 2147483646 w 256"/>
                <a:gd name="T3" fmla="*/ 2147483646 h 1789"/>
                <a:gd name="T4" fmla="*/ 2147483646 w 256"/>
                <a:gd name="T5" fmla="*/ 2147483646 h 1789"/>
                <a:gd name="T6" fmla="*/ 2147483646 w 256"/>
                <a:gd name="T7" fmla="*/ 2147483646 h 1789"/>
                <a:gd name="T8" fmla="*/ 2147483646 w 256"/>
                <a:gd name="T9" fmla="*/ 2147483646 h 1789"/>
                <a:gd name="T10" fmla="*/ 2147483646 w 256"/>
                <a:gd name="T11" fmla="*/ 2147483646 h 1789"/>
                <a:gd name="T12" fmla="*/ 2147483646 w 256"/>
                <a:gd name="T13" fmla="*/ 2147483646 h 1789"/>
                <a:gd name="T14" fmla="*/ 2147483646 w 256"/>
                <a:gd name="T15" fmla="*/ 2147483646 h 1789"/>
                <a:gd name="T16" fmla="*/ 2147483646 w 256"/>
                <a:gd name="T17" fmla="*/ 2147483646 h 1789"/>
                <a:gd name="T18" fmla="*/ 2147483646 w 256"/>
                <a:gd name="T19" fmla="*/ 2147483646 h 1789"/>
                <a:gd name="T20" fmla="*/ 2147483646 w 256"/>
                <a:gd name="T21" fmla="*/ 2147483646 h 1789"/>
                <a:gd name="T22" fmla="*/ 2147483646 w 256"/>
                <a:gd name="T23" fmla="*/ 2147483646 h 1789"/>
                <a:gd name="T24" fmla="*/ 2147483646 w 256"/>
                <a:gd name="T25" fmla="*/ 2147483646 h 1789"/>
                <a:gd name="T26" fmla="*/ 2147483646 w 256"/>
                <a:gd name="T27" fmla="*/ 0 h 1789"/>
                <a:gd name="T28" fmla="*/ 2147483646 w 256"/>
                <a:gd name="T29" fmla="*/ 0 h 1789"/>
                <a:gd name="T30" fmla="*/ 2147483646 w 256"/>
                <a:gd name="T31" fmla="*/ 2147483646 h 1789"/>
                <a:gd name="T32" fmla="*/ 2147483646 w 256"/>
                <a:gd name="T33" fmla="*/ 2147483646 h 1789"/>
                <a:gd name="T34" fmla="*/ 2147483646 w 256"/>
                <a:gd name="T35" fmla="*/ 2147483646 h 1789"/>
                <a:gd name="T36" fmla="*/ 2147483646 w 256"/>
                <a:gd name="T37" fmla="*/ 2147483646 h 1789"/>
                <a:gd name="T38" fmla="*/ 2147483646 w 256"/>
                <a:gd name="T39" fmla="*/ 2147483646 h 1789"/>
                <a:gd name="T40" fmla="*/ 2147483646 w 256"/>
                <a:gd name="T41" fmla="*/ 2147483646 h 1789"/>
                <a:gd name="T42" fmla="*/ 2147483646 w 256"/>
                <a:gd name="T43" fmla="*/ 2147483646 h 1789"/>
                <a:gd name="T44" fmla="*/ 2147483646 w 256"/>
                <a:gd name="T45" fmla="*/ 2147483646 h 1789"/>
                <a:gd name="T46" fmla="*/ 0 w 256"/>
                <a:gd name="T47" fmla="*/ 2147483646 h 1789"/>
                <a:gd name="T48" fmla="*/ 0 w 256"/>
                <a:gd name="T49" fmla="*/ 2147483646 h 1789"/>
                <a:gd name="T50" fmla="*/ 0 w 256"/>
                <a:gd name="T51" fmla="*/ 2147483646 h 1789"/>
                <a:gd name="T52" fmla="*/ 0 w 256"/>
                <a:gd name="T53" fmla="*/ 2147483646 h 1789"/>
                <a:gd name="T54" fmla="*/ 0 w 256"/>
                <a:gd name="T55" fmla="*/ 2147483646 h 1789"/>
                <a:gd name="T56" fmla="*/ 0 w 256"/>
                <a:gd name="T57" fmla="*/ 2147483646 h 1789"/>
                <a:gd name="T58" fmla="*/ 0 w 256"/>
                <a:gd name="T59" fmla="*/ 2147483646 h 1789"/>
                <a:gd name="T60" fmla="*/ 0 w 256"/>
                <a:gd name="T61" fmla="*/ 2147483646 h 1789"/>
                <a:gd name="T62" fmla="*/ 0 w 256"/>
                <a:gd name="T63" fmla="*/ 2147483646 h 1789"/>
                <a:gd name="T64" fmla="*/ 0 w 256"/>
                <a:gd name="T65" fmla="*/ 2147483646 h 1789"/>
                <a:gd name="T66" fmla="*/ 2147483646 w 256"/>
                <a:gd name="T67" fmla="*/ 2147483646 h 1789"/>
                <a:gd name="T68" fmla="*/ 2147483646 w 256"/>
                <a:gd name="T69" fmla="*/ 2147483646 h 1789"/>
                <a:gd name="T70" fmla="*/ 2147483646 w 256"/>
                <a:gd name="T71" fmla="*/ 2147483646 h 1789"/>
                <a:gd name="T72" fmla="*/ 2147483646 w 256"/>
                <a:gd name="T73" fmla="*/ 2147483646 h 1789"/>
                <a:gd name="T74" fmla="*/ 2147483646 w 256"/>
                <a:gd name="T75" fmla="*/ 2147483646 h 1789"/>
                <a:gd name="T76" fmla="*/ 2147483646 w 256"/>
                <a:gd name="T77" fmla="*/ 2147483646 h 1789"/>
                <a:gd name="T78" fmla="*/ 2147483646 w 256"/>
                <a:gd name="T79" fmla="*/ 2147483646 h 1789"/>
                <a:gd name="T80" fmla="*/ 2147483646 w 256"/>
                <a:gd name="T81" fmla="*/ 2147483646 h 1789"/>
                <a:gd name="T82" fmla="*/ 2147483646 w 256"/>
                <a:gd name="T83" fmla="*/ 2147483646 h 1789"/>
                <a:gd name="T84" fmla="*/ 2147483646 w 256"/>
                <a:gd name="T85" fmla="*/ 2147483646 h 1789"/>
                <a:gd name="T86" fmla="*/ 2147483646 w 256"/>
                <a:gd name="T87" fmla="*/ 2147483646 h 1789"/>
                <a:gd name="T88" fmla="*/ 2147483646 w 256"/>
                <a:gd name="T89" fmla="*/ 2147483646 h 1789"/>
                <a:gd name="T90" fmla="*/ 2147483646 w 256"/>
                <a:gd name="T91" fmla="*/ 2147483646 h 1789"/>
                <a:gd name="T92" fmla="*/ 2147483646 w 256"/>
                <a:gd name="T93" fmla="*/ 2147483646 h 1789"/>
                <a:gd name="T94" fmla="*/ 2147483646 w 256"/>
                <a:gd name="T95" fmla="*/ 2147483646 h 1789"/>
                <a:gd name="T96" fmla="*/ 2147483646 w 256"/>
                <a:gd name="T97" fmla="*/ 2147483646 h 1789"/>
                <a:gd name="T98" fmla="*/ 2147483646 w 256"/>
                <a:gd name="T99" fmla="*/ 2147483646 h 1789"/>
                <a:gd name="T100" fmla="*/ 2147483646 w 256"/>
                <a:gd name="T101" fmla="*/ 2147483646 h 1789"/>
                <a:gd name="T102" fmla="*/ 2147483646 w 256"/>
                <a:gd name="T103" fmla="*/ 2147483646 h 1789"/>
                <a:gd name="T104" fmla="*/ 2147483646 w 256"/>
                <a:gd name="T105" fmla="*/ 2147483646 h 1789"/>
                <a:gd name="T106" fmla="*/ 2147483646 w 256"/>
                <a:gd name="T107" fmla="*/ 2147483646 h 1789"/>
                <a:gd name="T108" fmla="*/ 2147483646 w 256"/>
                <a:gd name="T109" fmla="*/ 2147483646 h 1789"/>
                <a:gd name="T110" fmla="*/ 2147483646 w 256"/>
                <a:gd name="T111" fmla="*/ 2147483646 h 178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56"/>
                <a:gd name="T169" fmla="*/ 0 h 1789"/>
                <a:gd name="T170" fmla="*/ 256 w 256"/>
                <a:gd name="T171" fmla="*/ 1789 h 178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56" h="1789">
                  <a:moveTo>
                    <a:pt x="256" y="894"/>
                  </a:moveTo>
                  <a:lnTo>
                    <a:pt x="256" y="835"/>
                  </a:lnTo>
                  <a:lnTo>
                    <a:pt x="256" y="780"/>
                  </a:lnTo>
                  <a:lnTo>
                    <a:pt x="256" y="728"/>
                  </a:lnTo>
                  <a:lnTo>
                    <a:pt x="256" y="679"/>
                  </a:lnTo>
                  <a:lnTo>
                    <a:pt x="256" y="634"/>
                  </a:lnTo>
                  <a:lnTo>
                    <a:pt x="256" y="592"/>
                  </a:lnTo>
                  <a:lnTo>
                    <a:pt x="256" y="553"/>
                  </a:lnTo>
                  <a:lnTo>
                    <a:pt x="256" y="517"/>
                  </a:lnTo>
                  <a:lnTo>
                    <a:pt x="256" y="483"/>
                  </a:lnTo>
                  <a:lnTo>
                    <a:pt x="256" y="453"/>
                  </a:lnTo>
                  <a:lnTo>
                    <a:pt x="256" y="424"/>
                  </a:lnTo>
                  <a:lnTo>
                    <a:pt x="256" y="399"/>
                  </a:lnTo>
                  <a:lnTo>
                    <a:pt x="256" y="375"/>
                  </a:lnTo>
                  <a:lnTo>
                    <a:pt x="256" y="353"/>
                  </a:lnTo>
                  <a:lnTo>
                    <a:pt x="256" y="333"/>
                  </a:lnTo>
                  <a:lnTo>
                    <a:pt x="256" y="315"/>
                  </a:lnTo>
                  <a:lnTo>
                    <a:pt x="256" y="299"/>
                  </a:lnTo>
                  <a:lnTo>
                    <a:pt x="256" y="283"/>
                  </a:lnTo>
                  <a:lnTo>
                    <a:pt x="256" y="270"/>
                  </a:lnTo>
                  <a:lnTo>
                    <a:pt x="256" y="258"/>
                  </a:lnTo>
                  <a:lnTo>
                    <a:pt x="256" y="247"/>
                  </a:lnTo>
                  <a:lnTo>
                    <a:pt x="256" y="238"/>
                  </a:lnTo>
                  <a:lnTo>
                    <a:pt x="256" y="228"/>
                  </a:lnTo>
                  <a:lnTo>
                    <a:pt x="256" y="220"/>
                  </a:lnTo>
                  <a:lnTo>
                    <a:pt x="256" y="211"/>
                  </a:lnTo>
                  <a:lnTo>
                    <a:pt x="256" y="204"/>
                  </a:lnTo>
                  <a:lnTo>
                    <a:pt x="256" y="197"/>
                  </a:lnTo>
                  <a:lnTo>
                    <a:pt x="256" y="191"/>
                  </a:lnTo>
                  <a:lnTo>
                    <a:pt x="256" y="184"/>
                  </a:lnTo>
                  <a:lnTo>
                    <a:pt x="256" y="176"/>
                  </a:lnTo>
                  <a:lnTo>
                    <a:pt x="256" y="170"/>
                  </a:lnTo>
                  <a:lnTo>
                    <a:pt x="256" y="162"/>
                  </a:lnTo>
                  <a:lnTo>
                    <a:pt x="256" y="155"/>
                  </a:lnTo>
                  <a:lnTo>
                    <a:pt x="256" y="149"/>
                  </a:lnTo>
                  <a:lnTo>
                    <a:pt x="256" y="142"/>
                  </a:lnTo>
                  <a:lnTo>
                    <a:pt x="256" y="136"/>
                  </a:lnTo>
                  <a:lnTo>
                    <a:pt x="256" y="130"/>
                  </a:lnTo>
                  <a:lnTo>
                    <a:pt x="256" y="125"/>
                  </a:lnTo>
                  <a:lnTo>
                    <a:pt x="256" y="120"/>
                  </a:lnTo>
                  <a:lnTo>
                    <a:pt x="256" y="115"/>
                  </a:lnTo>
                  <a:lnTo>
                    <a:pt x="255" y="110"/>
                  </a:lnTo>
                  <a:lnTo>
                    <a:pt x="255" y="107"/>
                  </a:lnTo>
                  <a:lnTo>
                    <a:pt x="255" y="103"/>
                  </a:lnTo>
                  <a:lnTo>
                    <a:pt x="255" y="99"/>
                  </a:lnTo>
                  <a:lnTo>
                    <a:pt x="254" y="96"/>
                  </a:lnTo>
                  <a:lnTo>
                    <a:pt x="254" y="92"/>
                  </a:lnTo>
                  <a:lnTo>
                    <a:pt x="253" y="89"/>
                  </a:lnTo>
                  <a:lnTo>
                    <a:pt x="253" y="86"/>
                  </a:lnTo>
                  <a:lnTo>
                    <a:pt x="251" y="84"/>
                  </a:lnTo>
                  <a:lnTo>
                    <a:pt x="250" y="80"/>
                  </a:lnTo>
                  <a:lnTo>
                    <a:pt x="250" y="78"/>
                  </a:lnTo>
                  <a:lnTo>
                    <a:pt x="249" y="75"/>
                  </a:lnTo>
                  <a:lnTo>
                    <a:pt x="248" y="73"/>
                  </a:lnTo>
                  <a:lnTo>
                    <a:pt x="245" y="71"/>
                  </a:lnTo>
                  <a:lnTo>
                    <a:pt x="244" y="68"/>
                  </a:lnTo>
                  <a:lnTo>
                    <a:pt x="243" y="66"/>
                  </a:lnTo>
                  <a:lnTo>
                    <a:pt x="241" y="62"/>
                  </a:lnTo>
                  <a:lnTo>
                    <a:pt x="239" y="60"/>
                  </a:lnTo>
                  <a:lnTo>
                    <a:pt x="237" y="57"/>
                  </a:lnTo>
                  <a:lnTo>
                    <a:pt x="235" y="54"/>
                  </a:lnTo>
                  <a:lnTo>
                    <a:pt x="232" y="51"/>
                  </a:lnTo>
                  <a:lnTo>
                    <a:pt x="230" y="48"/>
                  </a:lnTo>
                  <a:lnTo>
                    <a:pt x="227" y="44"/>
                  </a:lnTo>
                  <a:lnTo>
                    <a:pt x="224" y="41"/>
                  </a:lnTo>
                  <a:lnTo>
                    <a:pt x="221" y="37"/>
                  </a:lnTo>
                  <a:lnTo>
                    <a:pt x="219" y="33"/>
                  </a:lnTo>
                  <a:lnTo>
                    <a:pt x="217" y="30"/>
                  </a:lnTo>
                  <a:lnTo>
                    <a:pt x="214" y="27"/>
                  </a:lnTo>
                  <a:lnTo>
                    <a:pt x="212" y="25"/>
                  </a:lnTo>
                  <a:lnTo>
                    <a:pt x="209" y="21"/>
                  </a:lnTo>
                  <a:lnTo>
                    <a:pt x="207" y="19"/>
                  </a:lnTo>
                  <a:lnTo>
                    <a:pt x="205" y="17"/>
                  </a:lnTo>
                  <a:lnTo>
                    <a:pt x="203" y="15"/>
                  </a:lnTo>
                  <a:lnTo>
                    <a:pt x="201" y="13"/>
                  </a:lnTo>
                  <a:lnTo>
                    <a:pt x="199" y="12"/>
                  </a:lnTo>
                  <a:lnTo>
                    <a:pt x="197" y="9"/>
                  </a:lnTo>
                  <a:lnTo>
                    <a:pt x="195" y="8"/>
                  </a:lnTo>
                  <a:lnTo>
                    <a:pt x="193" y="7"/>
                  </a:lnTo>
                  <a:lnTo>
                    <a:pt x="190" y="6"/>
                  </a:lnTo>
                  <a:lnTo>
                    <a:pt x="189" y="5"/>
                  </a:lnTo>
                  <a:lnTo>
                    <a:pt x="187" y="5"/>
                  </a:lnTo>
                  <a:lnTo>
                    <a:pt x="184" y="3"/>
                  </a:lnTo>
                  <a:lnTo>
                    <a:pt x="182" y="3"/>
                  </a:lnTo>
                  <a:lnTo>
                    <a:pt x="178" y="2"/>
                  </a:lnTo>
                  <a:lnTo>
                    <a:pt x="176" y="2"/>
                  </a:lnTo>
                  <a:lnTo>
                    <a:pt x="172" y="1"/>
                  </a:lnTo>
                  <a:lnTo>
                    <a:pt x="170" y="1"/>
                  </a:lnTo>
                  <a:lnTo>
                    <a:pt x="166" y="1"/>
                  </a:lnTo>
                  <a:lnTo>
                    <a:pt x="162" y="1"/>
                  </a:lnTo>
                  <a:lnTo>
                    <a:pt x="159" y="0"/>
                  </a:lnTo>
                  <a:lnTo>
                    <a:pt x="154" y="0"/>
                  </a:lnTo>
                  <a:lnTo>
                    <a:pt x="149" y="0"/>
                  </a:lnTo>
                  <a:lnTo>
                    <a:pt x="144" y="0"/>
                  </a:lnTo>
                  <a:lnTo>
                    <a:pt x="140" y="0"/>
                  </a:lnTo>
                  <a:lnTo>
                    <a:pt x="135" y="0"/>
                  </a:lnTo>
                  <a:lnTo>
                    <a:pt x="129" y="0"/>
                  </a:lnTo>
                  <a:lnTo>
                    <a:pt x="123" y="0"/>
                  </a:lnTo>
                  <a:lnTo>
                    <a:pt x="118" y="0"/>
                  </a:lnTo>
                  <a:lnTo>
                    <a:pt x="112" y="0"/>
                  </a:lnTo>
                  <a:lnTo>
                    <a:pt x="107" y="0"/>
                  </a:lnTo>
                  <a:lnTo>
                    <a:pt x="104" y="0"/>
                  </a:lnTo>
                  <a:lnTo>
                    <a:pt x="99" y="0"/>
                  </a:lnTo>
                  <a:lnTo>
                    <a:pt x="95" y="1"/>
                  </a:lnTo>
                  <a:lnTo>
                    <a:pt x="92" y="1"/>
                  </a:lnTo>
                  <a:lnTo>
                    <a:pt x="88" y="1"/>
                  </a:lnTo>
                  <a:lnTo>
                    <a:pt x="84" y="1"/>
                  </a:lnTo>
                  <a:lnTo>
                    <a:pt x="82" y="2"/>
                  </a:lnTo>
                  <a:lnTo>
                    <a:pt x="78" y="2"/>
                  </a:lnTo>
                  <a:lnTo>
                    <a:pt x="76" y="3"/>
                  </a:lnTo>
                  <a:lnTo>
                    <a:pt x="74" y="3"/>
                  </a:lnTo>
                  <a:lnTo>
                    <a:pt x="71" y="5"/>
                  </a:lnTo>
                  <a:lnTo>
                    <a:pt x="69" y="5"/>
                  </a:lnTo>
                  <a:lnTo>
                    <a:pt x="66" y="6"/>
                  </a:lnTo>
                  <a:lnTo>
                    <a:pt x="64" y="7"/>
                  </a:lnTo>
                  <a:lnTo>
                    <a:pt x="63" y="8"/>
                  </a:lnTo>
                  <a:lnTo>
                    <a:pt x="60" y="9"/>
                  </a:lnTo>
                  <a:lnTo>
                    <a:pt x="58" y="12"/>
                  </a:lnTo>
                  <a:lnTo>
                    <a:pt x="57" y="13"/>
                  </a:lnTo>
                  <a:lnTo>
                    <a:pt x="54" y="15"/>
                  </a:lnTo>
                  <a:lnTo>
                    <a:pt x="52" y="17"/>
                  </a:lnTo>
                  <a:lnTo>
                    <a:pt x="51" y="19"/>
                  </a:lnTo>
                  <a:lnTo>
                    <a:pt x="48" y="21"/>
                  </a:lnTo>
                  <a:lnTo>
                    <a:pt x="46" y="25"/>
                  </a:lnTo>
                  <a:lnTo>
                    <a:pt x="43" y="27"/>
                  </a:lnTo>
                  <a:lnTo>
                    <a:pt x="41" y="30"/>
                  </a:lnTo>
                  <a:lnTo>
                    <a:pt x="39" y="33"/>
                  </a:lnTo>
                  <a:lnTo>
                    <a:pt x="36" y="37"/>
                  </a:lnTo>
                  <a:lnTo>
                    <a:pt x="33" y="41"/>
                  </a:lnTo>
                  <a:lnTo>
                    <a:pt x="30" y="44"/>
                  </a:lnTo>
                  <a:lnTo>
                    <a:pt x="27" y="48"/>
                  </a:lnTo>
                  <a:lnTo>
                    <a:pt x="24" y="51"/>
                  </a:lnTo>
                  <a:lnTo>
                    <a:pt x="22" y="54"/>
                  </a:lnTo>
                  <a:lnTo>
                    <a:pt x="19" y="57"/>
                  </a:lnTo>
                  <a:lnTo>
                    <a:pt x="18" y="60"/>
                  </a:lnTo>
                  <a:lnTo>
                    <a:pt x="16" y="62"/>
                  </a:lnTo>
                  <a:lnTo>
                    <a:pt x="15" y="66"/>
                  </a:lnTo>
                  <a:lnTo>
                    <a:pt x="12" y="68"/>
                  </a:lnTo>
                  <a:lnTo>
                    <a:pt x="11" y="71"/>
                  </a:lnTo>
                  <a:lnTo>
                    <a:pt x="10" y="73"/>
                  </a:lnTo>
                  <a:lnTo>
                    <a:pt x="9" y="75"/>
                  </a:lnTo>
                  <a:lnTo>
                    <a:pt x="7" y="78"/>
                  </a:lnTo>
                  <a:lnTo>
                    <a:pt x="6" y="80"/>
                  </a:lnTo>
                  <a:lnTo>
                    <a:pt x="5" y="84"/>
                  </a:lnTo>
                  <a:lnTo>
                    <a:pt x="5" y="86"/>
                  </a:lnTo>
                  <a:lnTo>
                    <a:pt x="4" y="89"/>
                  </a:lnTo>
                  <a:lnTo>
                    <a:pt x="4" y="92"/>
                  </a:lnTo>
                  <a:lnTo>
                    <a:pt x="3" y="96"/>
                  </a:lnTo>
                  <a:lnTo>
                    <a:pt x="3" y="99"/>
                  </a:lnTo>
                  <a:lnTo>
                    <a:pt x="3" y="103"/>
                  </a:lnTo>
                  <a:lnTo>
                    <a:pt x="1" y="107"/>
                  </a:lnTo>
                  <a:lnTo>
                    <a:pt x="1" y="110"/>
                  </a:lnTo>
                  <a:lnTo>
                    <a:pt x="1" y="115"/>
                  </a:lnTo>
                  <a:lnTo>
                    <a:pt x="1" y="120"/>
                  </a:lnTo>
                  <a:lnTo>
                    <a:pt x="1" y="125"/>
                  </a:lnTo>
                  <a:lnTo>
                    <a:pt x="1" y="130"/>
                  </a:lnTo>
                  <a:lnTo>
                    <a:pt x="1" y="136"/>
                  </a:lnTo>
                  <a:lnTo>
                    <a:pt x="1" y="142"/>
                  </a:lnTo>
                  <a:lnTo>
                    <a:pt x="0" y="149"/>
                  </a:lnTo>
                  <a:lnTo>
                    <a:pt x="0" y="155"/>
                  </a:lnTo>
                  <a:lnTo>
                    <a:pt x="0" y="162"/>
                  </a:lnTo>
                  <a:lnTo>
                    <a:pt x="0" y="170"/>
                  </a:lnTo>
                  <a:lnTo>
                    <a:pt x="0" y="176"/>
                  </a:lnTo>
                  <a:lnTo>
                    <a:pt x="0" y="184"/>
                  </a:lnTo>
                  <a:lnTo>
                    <a:pt x="0" y="191"/>
                  </a:lnTo>
                  <a:lnTo>
                    <a:pt x="0" y="197"/>
                  </a:lnTo>
                  <a:lnTo>
                    <a:pt x="0" y="204"/>
                  </a:lnTo>
                  <a:lnTo>
                    <a:pt x="0" y="211"/>
                  </a:lnTo>
                  <a:lnTo>
                    <a:pt x="0" y="220"/>
                  </a:lnTo>
                  <a:lnTo>
                    <a:pt x="0" y="228"/>
                  </a:lnTo>
                  <a:lnTo>
                    <a:pt x="0" y="238"/>
                  </a:lnTo>
                  <a:lnTo>
                    <a:pt x="0" y="247"/>
                  </a:lnTo>
                  <a:lnTo>
                    <a:pt x="0" y="258"/>
                  </a:lnTo>
                  <a:lnTo>
                    <a:pt x="0" y="270"/>
                  </a:lnTo>
                  <a:lnTo>
                    <a:pt x="0" y="283"/>
                  </a:lnTo>
                  <a:lnTo>
                    <a:pt x="0" y="299"/>
                  </a:lnTo>
                  <a:lnTo>
                    <a:pt x="0" y="315"/>
                  </a:lnTo>
                  <a:lnTo>
                    <a:pt x="0" y="333"/>
                  </a:lnTo>
                  <a:lnTo>
                    <a:pt x="0" y="353"/>
                  </a:lnTo>
                  <a:lnTo>
                    <a:pt x="0" y="375"/>
                  </a:lnTo>
                  <a:lnTo>
                    <a:pt x="0" y="399"/>
                  </a:lnTo>
                  <a:lnTo>
                    <a:pt x="0" y="424"/>
                  </a:lnTo>
                  <a:lnTo>
                    <a:pt x="0" y="453"/>
                  </a:lnTo>
                  <a:lnTo>
                    <a:pt x="0" y="483"/>
                  </a:lnTo>
                  <a:lnTo>
                    <a:pt x="0" y="517"/>
                  </a:lnTo>
                  <a:lnTo>
                    <a:pt x="0" y="553"/>
                  </a:lnTo>
                  <a:lnTo>
                    <a:pt x="0" y="592"/>
                  </a:lnTo>
                  <a:lnTo>
                    <a:pt x="0" y="634"/>
                  </a:lnTo>
                  <a:lnTo>
                    <a:pt x="0" y="679"/>
                  </a:lnTo>
                  <a:lnTo>
                    <a:pt x="0" y="728"/>
                  </a:lnTo>
                  <a:lnTo>
                    <a:pt x="0" y="780"/>
                  </a:lnTo>
                  <a:lnTo>
                    <a:pt x="0" y="835"/>
                  </a:lnTo>
                  <a:lnTo>
                    <a:pt x="0" y="894"/>
                  </a:lnTo>
                  <a:lnTo>
                    <a:pt x="0" y="953"/>
                  </a:lnTo>
                  <a:lnTo>
                    <a:pt x="0" y="1010"/>
                  </a:lnTo>
                  <a:lnTo>
                    <a:pt x="0" y="1061"/>
                  </a:lnTo>
                  <a:lnTo>
                    <a:pt x="0" y="1109"/>
                  </a:lnTo>
                  <a:lnTo>
                    <a:pt x="0" y="1155"/>
                  </a:lnTo>
                  <a:lnTo>
                    <a:pt x="0" y="1197"/>
                  </a:lnTo>
                  <a:lnTo>
                    <a:pt x="0" y="1236"/>
                  </a:lnTo>
                  <a:lnTo>
                    <a:pt x="0" y="1272"/>
                  </a:lnTo>
                  <a:lnTo>
                    <a:pt x="0" y="1305"/>
                  </a:lnTo>
                  <a:lnTo>
                    <a:pt x="0" y="1337"/>
                  </a:lnTo>
                  <a:lnTo>
                    <a:pt x="0" y="1364"/>
                  </a:lnTo>
                  <a:lnTo>
                    <a:pt x="0" y="1391"/>
                  </a:lnTo>
                  <a:lnTo>
                    <a:pt x="0" y="1415"/>
                  </a:lnTo>
                  <a:lnTo>
                    <a:pt x="0" y="1436"/>
                  </a:lnTo>
                  <a:lnTo>
                    <a:pt x="0" y="1456"/>
                  </a:lnTo>
                  <a:lnTo>
                    <a:pt x="0" y="1474"/>
                  </a:lnTo>
                  <a:lnTo>
                    <a:pt x="0" y="1490"/>
                  </a:lnTo>
                  <a:lnTo>
                    <a:pt x="0" y="1505"/>
                  </a:lnTo>
                  <a:lnTo>
                    <a:pt x="0" y="1518"/>
                  </a:lnTo>
                  <a:lnTo>
                    <a:pt x="0" y="1530"/>
                  </a:lnTo>
                  <a:lnTo>
                    <a:pt x="0" y="1542"/>
                  </a:lnTo>
                  <a:lnTo>
                    <a:pt x="0" y="1552"/>
                  </a:lnTo>
                  <a:lnTo>
                    <a:pt x="0" y="1560"/>
                  </a:lnTo>
                  <a:lnTo>
                    <a:pt x="0" y="1569"/>
                  </a:lnTo>
                  <a:lnTo>
                    <a:pt x="0" y="1577"/>
                  </a:lnTo>
                  <a:lnTo>
                    <a:pt x="0" y="1584"/>
                  </a:lnTo>
                  <a:lnTo>
                    <a:pt x="0" y="1591"/>
                  </a:lnTo>
                  <a:lnTo>
                    <a:pt x="0" y="1599"/>
                  </a:lnTo>
                  <a:lnTo>
                    <a:pt x="0" y="1605"/>
                  </a:lnTo>
                  <a:lnTo>
                    <a:pt x="0" y="1612"/>
                  </a:lnTo>
                  <a:lnTo>
                    <a:pt x="0" y="1619"/>
                  </a:lnTo>
                  <a:lnTo>
                    <a:pt x="0" y="1626"/>
                  </a:lnTo>
                  <a:lnTo>
                    <a:pt x="0" y="1633"/>
                  </a:lnTo>
                  <a:lnTo>
                    <a:pt x="0" y="1641"/>
                  </a:lnTo>
                  <a:lnTo>
                    <a:pt x="1" y="1647"/>
                  </a:lnTo>
                  <a:lnTo>
                    <a:pt x="1" y="1653"/>
                  </a:lnTo>
                  <a:lnTo>
                    <a:pt x="1" y="1659"/>
                  </a:lnTo>
                  <a:lnTo>
                    <a:pt x="1" y="1665"/>
                  </a:lnTo>
                  <a:lnTo>
                    <a:pt x="1" y="1670"/>
                  </a:lnTo>
                  <a:lnTo>
                    <a:pt x="1" y="1674"/>
                  </a:lnTo>
                  <a:lnTo>
                    <a:pt x="1" y="1678"/>
                  </a:lnTo>
                  <a:lnTo>
                    <a:pt x="1" y="1683"/>
                  </a:lnTo>
                  <a:lnTo>
                    <a:pt x="3" y="1686"/>
                  </a:lnTo>
                  <a:lnTo>
                    <a:pt x="3" y="1690"/>
                  </a:lnTo>
                  <a:lnTo>
                    <a:pt x="3" y="1694"/>
                  </a:lnTo>
                  <a:lnTo>
                    <a:pt x="4" y="1696"/>
                  </a:lnTo>
                  <a:lnTo>
                    <a:pt x="4" y="1700"/>
                  </a:lnTo>
                  <a:lnTo>
                    <a:pt x="5" y="1702"/>
                  </a:lnTo>
                  <a:lnTo>
                    <a:pt x="5" y="1706"/>
                  </a:lnTo>
                  <a:lnTo>
                    <a:pt x="6" y="1708"/>
                  </a:lnTo>
                  <a:lnTo>
                    <a:pt x="7" y="1710"/>
                  </a:lnTo>
                  <a:lnTo>
                    <a:pt x="9" y="1713"/>
                  </a:lnTo>
                  <a:lnTo>
                    <a:pt x="10" y="1716"/>
                  </a:lnTo>
                  <a:lnTo>
                    <a:pt x="11" y="1719"/>
                  </a:lnTo>
                  <a:lnTo>
                    <a:pt x="12" y="1721"/>
                  </a:lnTo>
                  <a:lnTo>
                    <a:pt x="15" y="1724"/>
                  </a:lnTo>
                  <a:lnTo>
                    <a:pt x="16" y="1726"/>
                  </a:lnTo>
                  <a:lnTo>
                    <a:pt x="18" y="1728"/>
                  </a:lnTo>
                  <a:lnTo>
                    <a:pt x="19" y="1732"/>
                  </a:lnTo>
                  <a:lnTo>
                    <a:pt x="22" y="1734"/>
                  </a:lnTo>
                  <a:lnTo>
                    <a:pt x="24" y="1738"/>
                  </a:lnTo>
                  <a:lnTo>
                    <a:pt x="27" y="1742"/>
                  </a:lnTo>
                  <a:lnTo>
                    <a:pt x="30" y="1745"/>
                  </a:lnTo>
                  <a:lnTo>
                    <a:pt x="33" y="1749"/>
                  </a:lnTo>
                  <a:lnTo>
                    <a:pt x="36" y="1752"/>
                  </a:lnTo>
                  <a:lnTo>
                    <a:pt x="39" y="1756"/>
                  </a:lnTo>
                  <a:lnTo>
                    <a:pt x="41" y="1758"/>
                  </a:lnTo>
                  <a:lnTo>
                    <a:pt x="43" y="1762"/>
                  </a:lnTo>
                  <a:lnTo>
                    <a:pt x="46" y="1764"/>
                  </a:lnTo>
                  <a:lnTo>
                    <a:pt x="48" y="1767"/>
                  </a:lnTo>
                  <a:lnTo>
                    <a:pt x="51" y="1769"/>
                  </a:lnTo>
                  <a:lnTo>
                    <a:pt x="52" y="1772"/>
                  </a:lnTo>
                  <a:lnTo>
                    <a:pt x="54" y="1774"/>
                  </a:lnTo>
                  <a:lnTo>
                    <a:pt x="57" y="1775"/>
                  </a:lnTo>
                  <a:lnTo>
                    <a:pt x="58" y="1778"/>
                  </a:lnTo>
                  <a:lnTo>
                    <a:pt x="60" y="1779"/>
                  </a:lnTo>
                  <a:lnTo>
                    <a:pt x="63" y="1780"/>
                  </a:lnTo>
                  <a:lnTo>
                    <a:pt x="64" y="1781"/>
                  </a:lnTo>
                  <a:lnTo>
                    <a:pt x="66" y="1783"/>
                  </a:lnTo>
                  <a:lnTo>
                    <a:pt x="69" y="1784"/>
                  </a:lnTo>
                  <a:lnTo>
                    <a:pt x="71" y="1785"/>
                  </a:lnTo>
                  <a:lnTo>
                    <a:pt x="74" y="1786"/>
                  </a:lnTo>
                  <a:lnTo>
                    <a:pt x="76" y="1786"/>
                  </a:lnTo>
                  <a:lnTo>
                    <a:pt x="78" y="1787"/>
                  </a:lnTo>
                  <a:lnTo>
                    <a:pt x="82" y="1787"/>
                  </a:lnTo>
                  <a:lnTo>
                    <a:pt x="84" y="1787"/>
                  </a:lnTo>
                  <a:lnTo>
                    <a:pt x="88" y="1789"/>
                  </a:lnTo>
                  <a:lnTo>
                    <a:pt x="92" y="1789"/>
                  </a:lnTo>
                  <a:lnTo>
                    <a:pt x="95" y="1789"/>
                  </a:lnTo>
                  <a:lnTo>
                    <a:pt x="99" y="1789"/>
                  </a:lnTo>
                  <a:lnTo>
                    <a:pt x="104" y="1789"/>
                  </a:lnTo>
                  <a:lnTo>
                    <a:pt x="107" y="1789"/>
                  </a:lnTo>
                  <a:lnTo>
                    <a:pt x="112" y="1789"/>
                  </a:lnTo>
                  <a:lnTo>
                    <a:pt x="118" y="1789"/>
                  </a:lnTo>
                  <a:lnTo>
                    <a:pt x="123" y="1789"/>
                  </a:lnTo>
                  <a:lnTo>
                    <a:pt x="129" y="1789"/>
                  </a:lnTo>
                  <a:lnTo>
                    <a:pt x="135" y="1789"/>
                  </a:lnTo>
                  <a:lnTo>
                    <a:pt x="140" y="1789"/>
                  </a:lnTo>
                  <a:lnTo>
                    <a:pt x="144" y="1789"/>
                  </a:lnTo>
                  <a:lnTo>
                    <a:pt x="149" y="1789"/>
                  </a:lnTo>
                  <a:lnTo>
                    <a:pt x="154" y="1789"/>
                  </a:lnTo>
                  <a:lnTo>
                    <a:pt x="159" y="1789"/>
                  </a:lnTo>
                  <a:lnTo>
                    <a:pt x="162" y="1789"/>
                  </a:lnTo>
                  <a:lnTo>
                    <a:pt x="166" y="1789"/>
                  </a:lnTo>
                  <a:lnTo>
                    <a:pt x="170" y="1789"/>
                  </a:lnTo>
                  <a:lnTo>
                    <a:pt x="172" y="1787"/>
                  </a:lnTo>
                  <a:lnTo>
                    <a:pt x="176" y="1787"/>
                  </a:lnTo>
                  <a:lnTo>
                    <a:pt x="178" y="1787"/>
                  </a:lnTo>
                  <a:lnTo>
                    <a:pt x="182" y="1786"/>
                  </a:lnTo>
                  <a:lnTo>
                    <a:pt x="184" y="1786"/>
                  </a:lnTo>
                  <a:lnTo>
                    <a:pt x="187" y="1785"/>
                  </a:lnTo>
                  <a:lnTo>
                    <a:pt x="189" y="1784"/>
                  </a:lnTo>
                  <a:lnTo>
                    <a:pt x="190" y="1783"/>
                  </a:lnTo>
                  <a:lnTo>
                    <a:pt x="193" y="1781"/>
                  </a:lnTo>
                  <a:lnTo>
                    <a:pt x="195" y="1780"/>
                  </a:lnTo>
                  <a:lnTo>
                    <a:pt x="197" y="1779"/>
                  </a:lnTo>
                  <a:lnTo>
                    <a:pt x="199" y="1778"/>
                  </a:lnTo>
                  <a:lnTo>
                    <a:pt x="201" y="1775"/>
                  </a:lnTo>
                  <a:lnTo>
                    <a:pt x="203" y="1774"/>
                  </a:lnTo>
                  <a:lnTo>
                    <a:pt x="205" y="1772"/>
                  </a:lnTo>
                  <a:lnTo>
                    <a:pt x="207" y="1769"/>
                  </a:lnTo>
                  <a:lnTo>
                    <a:pt x="209" y="1767"/>
                  </a:lnTo>
                  <a:lnTo>
                    <a:pt x="212" y="1764"/>
                  </a:lnTo>
                  <a:lnTo>
                    <a:pt x="214" y="1762"/>
                  </a:lnTo>
                  <a:lnTo>
                    <a:pt x="217" y="1758"/>
                  </a:lnTo>
                  <a:lnTo>
                    <a:pt x="219" y="1756"/>
                  </a:lnTo>
                  <a:lnTo>
                    <a:pt x="221" y="1752"/>
                  </a:lnTo>
                  <a:lnTo>
                    <a:pt x="224" y="1749"/>
                  </a:lnTo>
                  <a:lnTo>
                    <a:pt x="227" y="1745"/>
                  </a:lnTo>
                  <a:lnTo>
                    <a:pt x="230" y="1742"/>
                  </a:lnTo>
                  <a:lnTo>
                    <a:pt x="232" y="1738"/>
                  </a:lnTo>
                  <a:lnTo>
                    <a:pt x="235" y="1734"/>
                  </a:lnTo>
                  <a:lnTo>
                    <a:pt x="237" y="1732"/>
                  </a:lnTo>
                  <a:lnTo>
                    <a:pt x="239" y="1728"/>
                  </a:lnTo>
                  <a:lnTo>
                    <a:pt x="241" y="1726"/>
                  </a:lnTo>
                  <a:lnTo>
                    <a:pt x="243" y="1724"/>
                  </a:lnTo>
                  <a:lnTo>
                    <a:pt x="244" y="1721"/>
                  </a:lnTo>
                  <a:lnTo>
                    <a:pt x="245" y="1719"/>
                  </a:lnTo>
                  <a:lnTo>
                    <a:pt x="248" y="1716"/>
                  </a:lnTo>
                  <a:lnTo>
                    <a:pt x="249" y="1713"/>
                  </a:lnTo>
                  <a:lnTo>
                    <a:pt x="250" y="1710"/>
                  </a:lnTo>
                  <a:lnTo>
                    <a:pt x="250" y="1708"/>
                  </a:lnTo>
                  <a:lnTo>
                    <a:pt x="251" y="1706"/>
                  </a:lnTo>
                  <a:lnTo>
                    <a:pt x="253" y="1702"/>
                  </a:lnTo>
                  <a:lnTo>
                    <a:pt x="253" y="1700"/>
                  </a:lnTo>
                  <a:lnTo>
                    <a:pt x="254" y="1696"/>
                  </a:lnTo>
                  <a:lnTo>
                    <a:pt x="254" y="1694"/>
                  </a:lnTo>
                  <a:lnTo>
                    <a:pt x="255" y="1690"/>
                  </a:lnTo>
                  <a:lnTo>
                    <a:pt x="255" y="1686"/>
                  </a:lnTo>
                  <a:lnTo>
                    <a:pt x="255" y="1683"/>
                  </a:lnTo>
                  <a:lnTo>
                    <a:pt x="255" y="1678"/>
                  </a:lnTo>
                  <a:lnTo>
                    <a:pt x="256" y="1674"/>
                  </a:lnTo>
                  <a:lnTo>
                    <a:pt x="256" y="1670"/>
                  </a:lnTo>
                  <a:lnTo>
                    <a:pt x="256" y="1665"/>
                  </a:lnTo>
                  <a:lnTo>
                    <a:pt x="256" y="1659"/>
                  </a:lnTo>
                  <a:lnTo>
                    <a:pt x="256" y="1653"/>
                  </a:lnTo>
                  <a:lnTo>
                    <a:pt x="256" y="1647"/>
                  </a:lnTo>
                  <a:lnTo>
                    <a:pt x="256" y="1641"/>
                  </a:lnTo>
                  <a:lnTo>
                    <a:pt x="256" y="1633"/>
                  </a:lnTo>
                  <a:lnTo>
                    <a:pt x="256" y="1626"/>
                  </a:lnTo>
                  <a:lnTo>
                    <a:pt x="256" y="1619"/>
                  </a:lnTo>
                  <a:lnTo>
                    <a:pt x="256" y="1612"/>
                  </a:lnTo>
                  <a:lnTo>
                    <a:pt x="256" y="1605"/>
                  </a:lnTo>
                  <a:lnTo>
                    <a:pt x="256" y="1599"/>
                  </a:lnTo>
                  <a:lnTo>
                    <a:pt x="256" y="1591"/>
                  </a:lnTo>
                  <a:lnTo>
                    <a:pt x="256" y="1584"/>
                  </a:lnTo>
                  <a:lnTo>
                    <a:pt x="256" y="1577"/>
                  </a:lnTo>
                  <a:lnTo>
                    <a:pt x="256" y="1569"/>
                  </a:lnTo>
                  <a:lnTo>
                    <a:pt x="256" y="1560"/>
                  </a:lnTo>
                  <a:lnTo>
                    <a:pt x="256" y="1552"/>
                  </a:lnTo>
                  <a:lnTo>
                    <a:pt x="256" y="1542"/>
                  </a:lnTo>
                  <a:lnTo>
                    <a:pt x="256" y="1530"/>
                  </a:lnTo>
                  <a:lnTo>
                    <a:pt x="256" y="1518"/>
                  </a:lnTo>
                  <a:lnTo>
                    <a:pt x="256" y="1505"/>
                  </a:lnTo>
                  <a:lnTo>
                    <a:pt x="256" y="1490"/>
                  </a:lnTo>
                  <a:lnTo>
                    <a:pt x="256" y="1474"/>
                  </a:lnTo>
                  <a:lnTo>
                    <a:pt x="256" y="1456"/>
                  </a:lnTo>
                  <a:lnTo>
                    <a:pt x="256" y="1436"/>
                  </a:lnTo>
                  <a:lnTo>
                    <a:pt x="256" y="1415"/>
                  </a:lnTo>
                  <a:lnTo>
                    <a:pt x="256" y="1391"/>
                  </a:lnTo>
                  <a:lnTo>
                    <a:pt x="256" y="1364"/>
                  </a:lnTo>
                  <a:lnTo>
                    <a:pt x="256" y="1337"/>
                  </a:lnTo>
                  <a:lnTo>
                    <a:pt x="256" y="1305"/>
                  </a:lnTo>
                  <a:lnTo>
                    <a:pt x="256" y="1272"/>
                  </a:lnTo>
                  <a:lnTo>
                    <a:pt x="256" y="1236"/>
                  </a:lnTo>
                  <a:lnTo>
                    <a:pt x="256" y="1197"/>
                  </a:lnTo>
                  <a:lnTo>
                    <a:pt x="256" y="1155"/>
                  </a:lnTo>
                  <a:lnTo>
                    <a:pt x="256" y="1109"/>
                  </a:lnTo>
                  <a:lnTo>
                    <a:pt x="256" y="1061"/>
                  </a:lnTo>
                  <a:lnTo>
                    <a:pt x="256" y="1010"/>
                  </a:lnTo>
                  <a:lnTo>
                    <a:pt x="256" y="953"/>
                  </a:lnTo>
                  <a:lnTo>
                    <a:pt x="256" y="894"/>
                  </a:lnTo>
                  <a:close/>
                </a:path>
              </a:pathLst>
            </a:custGeom>
            <a:noFill/>
            <a:ln w="1746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54" name="Freeform 193">
              <a:extLst>
                <a:ext uri="{FF2B5EF4-FFF2-40B4-BE49-F238E27FC236}">
                  <a16:creationId xmlns:a16="http://schemas.microsoft.com/office/drawing/2014/main" id="{C85AE100-5664-4CA4-A8AB-A77585EA9AAC}"/>
                </a:ext>
              </a:extLst>
            </p:cNvPr>
            <p:cNvSpPr>
              <a:spLocks/>
            </p:cNvSpPr>
            <p:nvPr/>
          </p:nvSpPr>
          <p:spPr bwMode="auto">
            <a:xfrm>
              <a:off x="6223000" y="2330450"/>
              <a:ext cx="269875" cy="674687"/>
            </a:xfrm>
            <a:custGeom>
              <a:avLst/>
              <a:gdLst>
                <a:gd name="T0" fmla="*/ 2147483646 w 340"/>
                <a:gd name="T1" fmla="*/ 2147483646 h 852"/>
                <a:gd name="T2" fmla="*/ 2147483646 w 340"/>
                <a:gd name="T3" fmla="*/ 2147483646 h 852"/>
                <a:gd name="T4" fmla="*/ 2147483646 w 340"/>
                <a:gd name="T5" fmla="*/ 2147483646 h 852"/>
                <a:gd name="T6" fmla="*/ 2147483646 w 340"/>
                <a:gd name="T7" fmla="*/ 2147483646 h 852"/>
                <a:gd name="T8" fmla="*/ 2147483646 w 340"/>
                <a:gd name="T9" fmla="*/ 2147483646 h 852"/>
                <a:gd name="T10" fmla="*/ 2147483646 w 340"/>
                <a:gd name="T11" fmla="*/ 2147483646 h 852"/>
                <a:gd name="T12" fmla="*/ 2147483646 w 340"/>
                <a:gd name="T13" fmla="*/ 2147483646 h 852"/>
                <a:gd name="T14" fmla="*/ 2147483646 w 340"/>
                <a:gd name="T15" fmla="*/ 2147483646 h 852"/>
                <a:gd name="T16" fmla="*/ 2147483646 w 340"/>
                <a:gd name="T17" fmla="*/ 2147483646 h 852"/>
                <a:gd name="T18" fmla="*/ 2147483646 w 340"/>
                <a:gd name="T19" fmla="*/ 2147483646 h 852"/>
                <a:gd name="T20" fmla="*/ 2147483646 w 340"/>
                <a:gd name="T21" fmla="*/ 2147483646 h 852"/>
                <a:gd name="T22" fmla="*/ 2147483646 w 340"/>
                <a:gd name="T23" fmla="*/ 2147483646 h 852"/>
                <a:gd name="T24" fmla="*/ 2147483646 w 340"/>
                <a:gd name="T25" fmla="*/ 0 h 852"/>
                <a:gd name="T26" fmla="*/ 2147483646 w 340"/>
                <a:gd name="T27" fmla="*/ 0 h 852"/>
                <a:gd name="T28" fmla="*/ 2147483646 w 340"/>
                <a:gd name="T29" fmla="*/ 0 h 852"/>
                <a:gd name="T30" fmla="*/ 2147483646 w 340"/>
                <a:gd name="T31" fmla="*/ 2147483646 h 852"/>
                <a:gd name="T32" fmla="*/ 2147483646 w 340"/>
                <a:gd name="T33" fmla="*/ 2147483646 h 852"/>
                <a:gd name="T34" fmla="*/ 2147483646 w 340"/>
                <a:gd name="T35" fmla="*/ 2147483646 h 852"/>
                <a:gd name="T36" fmla="*/ 2147483646 w 340"/>
                <a:gd name="T37" fmla="*/ 2147483646 h 852"/>
                <a:gd name="T38" fmla="*/ 2147483646 w 340"/>
                <a:gd name="T39" fmla="*/ 2147483646 h 852"/>
                <a:gd name="T40" fmla="*/ 2147483646 w 340"/>
                <a:gd name="T41" fmla="*/ 2147483646 h 852"/>
                <a:gd name="T42" fmla="*/ 2147483646 w 340"/>
                <a:gd name="T43" fmla="*/ 2147483646 h 852"/>
                <a:gd name="T44" fmla="*/ 0 w 340"/>
                <a:gd name="T45" fmla="*/ 2147483646 h 852"/>
                <a:gd name="T46" fmla="*/ 0 w 340"/>
                <a:gd name="T47" fmla="*/ 2147483646 h 852"/>
                <a:gd name="T48" fmla="*/ 0 w 340"/>
                <a:gd name="T49" fmla="*/ 2147483646 h 852"/>
                <a:gd name="T50" fmla="*/ 0 w 340"/>
                <a:gd name="T51" fmla="*/ 2147483646 h 852"/>
                <a:gd name="T52" fmla="*/ 0 w 340"/>
                <a:gd name="T53" fmla="*/ 2147483646 h 852"/>
                <a:gd name="T54" fmla="*/ 0 w 340"/>
                <a:gd name="T55" fmla="*/ 2147483646 h 852"/>
                <a:gd name="T56" fmla="*/ 0 w 340"/>
                <a:gd name="T57" fmla="*/ 2147483646 h 852"/>
                <a:gd name="T58" fmla="*/ 0 w 340"/>
                <a:gd name="T59" fmla="*/ 2147483646 h 852"/>
                <a:gd name="T60" fmla="*/ 0 w 340"/>
                <a:gd name="T61" fmla="*/ 2147483646 h 852"/>
                <a:gd name="T62" fmla="*/ 0 w 340"/>
                <a:gd name="T63" fmla="*/ 2147483646 h 852"/>
                <a:gd name="T64" fmla="*/ 0 w 340"/>
                <a:gd name="T65" fmla="*/ 2147483646 h 852"/>
                <a:gd name="T66" fmla="*/ 0 w 340"/>
                <a:gd name="T67" fmla="*/ 2147483646 h 852"/>
                <a:gd name="T68" fmla="*/ 2147483646 w 340"/>
                <a:gd name="T69" fmla="*/ 2147483646 h 852"/>
                <a:gd name="T70" fmla="*/ 2147483646 w 340"/>
                <a:gd name="T71" fmla="*/ 2147483646 h 852"/>
                <a:gd name="T72" fmla="*/ 2147483646 w 340"/>
                <a:gd name="T73" fmla="*/ 2147483646 h 852"/>
                <a:gd name="T74" fmla="*/ 2147483646 w 340"/>
                <a:gd name="T75" fmla="*/ 2147483646 h 852"/>
                <a:gd name="T76" fmla="*/ 2147483646 w 340"/>
                <a:gd name="T77" fmla="*/ 2147483646 h 852"/>
                <a:gd name="T78" fmla="*/ 2147483646 w 340"/>
                <a:gd name="T79" fmla="*/ 2147483646 h 852"/>
                <a:gd name="T80" fmla="*/ 2147483646 w 340"/>
                <a:gd name="T81" fmla="*/ 2147483646 h 852"/>
                <a:gd name="T82" fmla="*/ 2147483646 w 340"/>
                <a:gd name="T83" fmla="*/ 2147483646 h 852"/>
                <a:gd name="T84" fmla="*/ 2147483646 w 340"/>
                <a:gd name="T85" fmla="*/ 2147483646 h 852"/>
                <a:gd name="T86" fmla="*/ 2147483646 w 340"/>
                <a:gd name="T87" fmla="*/ 2147483646 h 852"/>
                <a:gd name="T88" fmla="*/ 2147483646 w 340"/>
                <a:gd name="T89" fmla="*/ 2147483646 h 852"/>
                <a:gd name="T90" fmla="*/ 2147483646 w 340"/>
                <a:gd name="T91" fmla="*/ 2147483646 h 852"/>
                <a:gd name="T92" fmla="*/ 2147483646 w 340"/>
                <a:gd name="T93" fmla="*/ 2147483646 h 852"/>
                <a:gd name="T94" fmla="*/ 2147483646 w 340"/>
                <a:gd name="T95" fmla="*/ 2147483646 h 852"/>
                <a:gd name="T96" fmla="*/ 2147483646 w 340"/>
                <a:gd name="T97" fmla="*/ 2147483646 h 852"/>
                <a:gd name="T98" fmla="*/ 2147483646 w 340"/>
                <a:gd name="T99" fmla="*/ 2147483646 h 852"/>
                <a:gd name="T100" fmla="*/ 2147483646 w 340"/>
                <a:gd name="T101" fmla="*/ 2147483646 h 852"/>
                <a:gd name="T102" fmla="*/ 2147483646 w 340"/>
                <a:gd name="T103" fmla="*/ 2147483646 h 852"/>
                <a:gd name="T104" fmla="*/ 2147483646 w 340"/>
                <a:gd name="T105" fmla="*/ 2147483646 h 852"/>
                <a:gd name="T106" fmla="*/ 2147483646 w 340"/>
                <a:gd name="T107" fmla="*/ 2147483646 h 852"/>
                <a:gd name="T108" fmla="*/ 2147483646 w 340"/>
                <a:gd name="T109" fmla="*/ 2147483646 h 852"/>
                <a:gd name="T110" fmla="*/ 2147483646 w 340"/>
                <a:gd name="T111" fmla="*/ 2147483646 h 852"/>
                <a:gd name="T112" fmla="*/ 2147483646 w 340"/>
                <a:gd name="T113" fmla="*/ 2147483646 h 852"/>
                <a:gd name="T114" fmla="*/ 2147483646 w 340"/>
                <a:gd name="T115" fmla="*/ 2147483646 h 852"/>
                <a:gd name="T116" fmla="*/ 2147483646 w 340"/>
                <a:gd name="T117" fmla="*/ 2147483646 h 852"/>
                <a:gd name="T118" fmla="*/ 2147483646 w 340"/>
                <a:gd name="T119" fmla="*/ 2147483646 h 852"/>
                <a:gd name="T120" fmla="*/ 2147483646 w 340"/>
                <a:gd name="T121" fmla="*/ 2147483646 h 85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40"/>
                <a:gd name="T184" fmla="*/ 0 h 852"/>
                <a:gd name="T185" fmla="*/ 340 w 340"/>
                <a:gd name="T186" fmla="*/ 852 h 85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40" h="852">
                  <a:moveTo>
                    <a:pt x="340" y="426"/>
                  </a:moveTo>
                  <a:lnTo>
                    <a:pt x="340" y="410"/>
                  </a:lnTo>
                  <a:lnTo>
                    <a:pt x="340" y="396"/>
                  </a:lnTo>
                  <a:lnTo>
                    <a:pt x="340" y="383"/>
                  </a:lnTo>
                  <a:lnTo>
                    <a:pt x="340" y="370"/>
                  </a:lnTo>
                  <a:lnTo>
                    <a:pt x="340" y="357"/>
                  </a:lnTo>
                  <a:lnTo>
                    <a:pt x="340" y="347"/>
                  </a:lnTo>
                  <a:lnTo>
                    <a:pt x="340" y="336"/>
                  </a:lnTo>
                  <a:lnTo>
                    <a:pt x="340" y="326"/>
                  </a:lnTo>
                  <a:lnTo>
                    <a:pt x="340" y="317"/>
                  </a:lnTo>
                  <a:lnTo>
                    <a:pt x="340" y="308"/>
                  </a:lnTo>
                  <a:lnTo>
                    <a:pt x="340" y="301"/>
                  </a:lnTo>
                  <a:lnTo>
                    <a:pt x="340" y="293"/>
                  </a:lnTo>
                  <a:lnTo>
                    <a:pt x="340" y="285"/>
                  </a:lnTo>
                  <a:lnTo>
                    <a:pt x="340" y="279"/>
                  </a:lnTo>
                  <a:lnTo>
                    <a:pt x="340" y="272"/>
                  </a:lnTo>
                  <a:lnTo>
                    <a:pt x="340" y="266"/>
                  </a:lnTo>
                  <a:lnTo>
                    <a:pt x="340" y="260"/>
                  </a:lnTo>
                  <a:lnTo>
                    <a:pt x="340" y="255"/>
                  </a:lnTo>
                  <a:lnTo>
                    <a:pt x="340" y="249"/>
                  </a:lnTo>
                  <a:lnTo>
                    <a:pt x="340" y="244"/>
                  </a:lnTo>
                  <a:lnTo>
                    <a:pt x="340" y="238"/>
                  </a:lnTo>
                  <a:lnTo>
                    <a:pt x="340" y="234"/>
                  </a:lnTo>
                  <a:lnTo>
                    <a:pt x="340" y="228"/>
                  </a:lnTo>
                  <a:lnTo>
                    <a:pt x="340" y="223"/>
                  </a:lnTo>
                  <a:lnTo>
                    <a:pt x="340" y="217"/>
                  </a:lnTo>
                  <a:lnTo>
                    <a:pt x="340" y="211"/>
                  </a:lnTo>
                  <a:lnTo>
                    <a:pt x="340" y="205"/>
                  </a:lnTo>
                  <a:lnTo>
                    <a:pt x="340" y="199"/>
                  </a:lnTo>
                  <a:lnTo>
                    <a:pt x="340" y="193"/>
                  </a:lnTo>
                  <a:lnTo>
                    <a:pt x="340" y="186"/>
                  </a:lnTo>
                  <a:lnTo>
                    <a:pt x="340" y="178"/>
                  </a:lnTo>
                  <a:lnTo>
                    <a:pt x="340" y="170"/>
                  </a:lnTo>
                  <a:lnTo>
                    <a:pt x="340" y="163"/>
                  </a:lnTo>
                  <a:lnTo>
                    <a:pt x="340" y="156"/>
                  </a:lnTo>
                  <a:lnTo>
                    <a:pt x="340" y="148"/>
                  </a:lnTo>
                  <a:lnTo>
                    <a:pt x="340" y="142"/>
                  </a:lnTo>
                  <a:lnTo>
                    <a:pt x="340" y="136"/>
                  </a:lnTo>
                  <a:lnTo>
                    <a:pt x="340" y="130"/>
                  </a:lnTo>
                  <a:lnTo>
                    <a:pt x="340" y="125"/>
                  </a:lnTo>
                  <a:lnTo>
                    <a:pt x="340" y="121"/>
                  </a:lnTo>
                  <a:lnTo>
                    <a:pt x="340" y="116"/>
                  </a:lnTo>
                  <a:lnTo>
                    <a:pt x="339" y="112"/>
                  </a:lnTo>
                  <a:lnTo>
                    <a:pt x="339" y="107"/>
                  </a:lnTo>
                  <a:lnTo>
                    <a:pt x="339" y="104"/>
                  </a:lnTo>
                  <a:lnTo>
                    <a:pt x="338" y="100"/>
                  </a:lnTo>
                  <a:lnTo>
                    <a:pt x="338" y="97"/>
                  </a:lnTo>
                  <a:lnTo>
                    <a:pt x="337" y="94"/>
                  </a:lnTo>
                  <a:lnTo>
                    <a:pt x="336" y="91"/>
                  </a:lnTo>
                  <a:lnTo>
                    <a:pt x="334" y="88"/>
                  </a:lnTo>
                  <a:lnTo>
                    <a:pt x="333" y="85"/>
                  </a:lnTo>
                  <a:lnTo>
                    <a:pt x="332" y="82"/>
                  </a:lnTo>
                  <a:lnTo>
                    <a:pt x="331" y="80"/>
                  </a:lnTo>
                  <a:lnTo>
                    <a:pt x="328" y="77"/>
                  </a:lnTo>
                  <a:lnTo>
                    <a:pt x="327" y="74"/>
                  </a:lnTo>
                  <a:lnTo>
                    <a:pt x="325" y="71"/>
                  </a:lnTo>
                  <a:lnTo>
                    <a:pt x="324" y="69"/>
                  </a:lnTo>
                  <a:lnTo>
                    <a:pt x="321" y="65"/>
                  </a:lnTo>
                  <a:lnTo>
                    <a:pt x="318" y="63"/>
                  </a:lnTo>
                  <a:lnTo>
                    <a:pt x="315" y="61"/>
                  </a:lnTo>
                  <a:lnTo>
                    <a:pt x="313" y="57"/>
                  </a:lnTo>
                  <a:lnTo>
                    <a:pt x="309" y="53"/>
                  </a:lnTo>
                  <a:lnTo>
                    <a:pt x="306" y="50"/>
                  </a:lnTo>
                  <a:lnTo>
                    <a:pt x="302" y="46"/>
                  </a:lnTo>
                  <a:lnTo>
                    <a:pt x="298" y="43"/>
                  </a:lnTo>
                  <a:lnTo>
                    <a:pt x="295" y="39"/>
                  </a:lnTo>
                  <a:lnTo>
                    <a:pt x="291" y="35"/>
                  </a:lnTo>
                  <a:lnTo>
                    <a:pt x="288" y="32"/>
                  </a:lnTo>
                  <a:lnTo>
                    <a:pt x="284" y="29"/>
                  </a:lnTo>
                  <a:lnTo>
                    <a:pt x="282" y="26"/>
                  </a:lnTo>
                  <a:lnTo>
                    <a:pt x="278" y="23"/>
                  </a:lnTo>
                  <a:lnTo>
                    <a:pt x="276" y="21"/>
                  </a:lnTo>
                  <a:lnTo>
                    <a:pt x="273" y="18"/>
                  </a:lnTo>
                  <a:lnTo>
                    <a:pt x="270" y="16"/>
                  </a:lnTo>
                  <a:lnTo>
                    <a:pt x="267" y="14"/>
                  </a:lnTo>
                  <a:lnTo>
                    <a:pt x="265" y="12"/>
                  </a:lnTo>
                  <a:lnTo>
                    <a:pt x="262" y="10"/>
                  </a:lnTo>
                  <a:lnTo>
                    <a:pt x="259" y="9"/>
                  </a:lnTo>
                  <a:lnTo>
                    <a:pt x="256" y="8"/>
                  </a:lnTo>
                  <a:lnTo>
                    <a:pt x="254" y="6"/>
                  </a:lnTo>
                  <a:lnTo>
                    <a:pt x="250" y="5"/>
                  </a:lnTo>
                  <a:lnTo>
                    <a:pt x="248" y="4"/>
                  </a:lnTo>
                  <a:lnTo>
                    <a:pt x="244" y="4"/>
                  </a:lnTo>
                  <a:lnTo>
                    <a:pt x="241" y="3"/>
                  </a:lnTo>
                  <a:lnTo>
                    <a:pt x="237" y="3"/>
                  </a:lnTo>
                  <a:lnTo>
                    <a:pt x="233" y="2"/>
                  </a:lnTo>
                  <a:lnTo>
                    <a:pt x="230" y="2"/>
                  </a:lnTo>
                  <a:lnTo>
                    <a:pt x="225" y="2"/>
                  </a:lnTo>
                  <a:lnTo>
                    <a:pt x="220" y="0"/>
                  </a:lnTo>
                  <a:lnTo>
                    <a:pt x="215" y="0"/>
                  </a:lnTo>
                  <a:lnTo>
                    <a:pt x="211" y="0"/>
                  </a:lnTo>
                  <a:lnTo>
                    <a:pt x="205" y="0"/>
                  </a:lnTo>
                  <a:lnTo>
                    <a:pt x="199" y="0"/>
                  </a:lnTo>
                  <a:lnTo>
                    <a:pt x="193" y="0"/>
                  </a:lnTo>
                  <a:lnTo>
                    <a:pt x="185" y="0"/>
                  </a:lnTo>
                  <a:lnTo>
                    <a:pt x="178" y="0"/>
                  </a:lnTo>
                  <a:lnTo>
                    <a:pt x="171" y="0"/>
                  </a:lnTo>
                  <a:lnTo>
                    <a:pt x="163" y="0"/>
                  </a:lnTo>
                  <a:lnTo>
                    <a:pt x="155" y="0"/>
                  </a:lnTo>
                  <a:lnTo>
                    <a:pt x="149" y="0"/>
                  </a:lnTo>
                  <a:lnTo>
                    <a:pt x="142" y="0"/>
                  </a:lnTo>
                  <a:lnTo>
                    <a:pt x="136" y="0"/>
                  </a:lnTo>
                  <a:lnTo>
                    <a:pt x="131" y="0"/>
                  </a:lnTo>
                  <a:lnTo>
                    <a:pt x="125" y="0"/>
                  </a:lnTo>
                  <a:lnTo>
                    <a:pt x="120" y="0"/>
                  </a:lnTo>
                  <a:lnTo>
                    <a:pt x="116" y="2"/>
                  </a:lnTo>
                  <a:lnTo>
                    <a:pt x="112" y="2"/>
                  </a:lnTo>
                  <a:lnTo>
                    <a:pt x="108" y="2"/>
                  </a:lnTo>
                  <a:lnTo>
                    <a:pt x="104" y="3"/>
                  </a:lnTo>
                  <a:lnTo>
                    <a:pt x="100" y="3"/>
                  </a:lnTo>
                  <a:lnTo>
                    <a:pt x="98" y="4"/>
                  </a:lnTo>
                  <a:lnTo>
                    <a:pt x="94" y="4"/>
                  </a:lnTo>
                  <a:lnTo>
                    <a:pt x="90" y="5"/>
                  </a:lnTo>
                  <a:lnTo>
                    <a:pt x="88" y="6"/>
                  </a:lnTo>
                  <a:lnTo>
                    <a:pt x="86" y="8"/>
                  </a:lnTo>
                  <a:lnTo>
                    <a:pt x="82" y="9"/>
                  </a:lnTo>
                  <a:lnTo>
                    <a:pt x="80" y="10"/>
                  </a:lnTo>
                  <a:lnTo>
                    <a:pt x="77" y="12"/>
                  </a:lnTo>
                  <a:lnTo>
                    <a:pt x="75" y="14"/>
                  </a:lnTo>
                  <a:lnTo>
                    <a:pt x="71" y="16"/>
                  </a:lnTo>
                  <a:lnTo>
                    <a:pt x="69" y="18"/>
                  </a:lnTo>
                  <a:lnTo>
                    <a:pt x="66" y="21"/>
                  </a:lnTo>
                  <a:lnTo>
                    <a:pt x="63" y="23"/>
                  </a:lnTo>
                  <a:lnTo>
                    <a:pt x="60" y="26"/>
                  </a:lnTo>
                  <a:lnTo>
                    <a:pt x="57" y="29"/>
                  </a:lnTo>
                  <a:lnTo>
                    <a:pt x="54" y="32"/>
                  </a:lnTo>
                  <a:lnTo>
                    <a:pt x="51" y="35"/>
                  </a:lnTo>
                  <a:lnTo>
                    <a:pt x="47" y="39"/>
                  </a:lnTo>
                  <a:lnTo>
                    <a:pt x="42" y="43"/>
                  </a:lnTo>
                  <a:lnTo>
                    <a:pt x="39" y="46"/>
                  </a:lnTo>
                  <a:lnTo>
                    <a:pt x="35" y="50"/>
                  </a:lnTo>
                  <a:lnTo>
                    <a:pt x="31" y="53"/>
                  </a:lnTo>
                  <a:lnTo>
                    <a:pt x="29" y="57"/>
                  </a:lnTo>
                  <a:lnTo>
                    <a:pt x="25" y="61"/>
                  </a:lnTo>
                  <a:lnTo>
                    <a:pt x="23" y="63"/>
                  </a:lnTo>
                  <a:lnTo>
                    <a:pt x="21" y="65"/>
                  </a:lnTo>
                  <a:lnTo>
                    <a:pt x="18" y="69"/>
                  </a:lnTo>
                  <a:lnTo>
                    <a:pt x="16" y="71"/>
                  </a:lnTo>
                  <a:lnTo>
                    <a:pt x="15" y="74"/>
                  </a:lnTo>
                  <a:lnTo>
                    <a:pt x="12" y="77"/>
                  </a:lnTo>
                  <a:lnTo>
                    <a:pt x="11" y="80"/>
                  </a:lnTo>
                  <a:lnTo>
                    <a:pt x="9" y="82"/>
                  </a:lnTo>
                  <a:lnTo>
                    <a:pt x="7" y="85"/>
                  </a:lnTo>
                  <a:lnTo>
                    <a:pt x="6" y="88"/>
                  </a:lnTo>
                  <a:lnTo>
                    <a:pt x="6" y="91"/>
                  </a:lnTo>
                  <a:lnTo>
                    <a:pt x="5" y="94"/>
                  </a:lnTo>
                  <a:lnTo>
                    <a:pt x="4" y="97"/>
                  </a:lnTo>
                  <a:lnTo>
                    <a:pt x="3" y="100"/>
                  </a:lnTo>
                  <a:lnTo>
                    <a:pt x="3" y="104"/>
                  </a:lnTo>
                  <a:lnTo>
                    <a:pt x="3" y="107"/>
                  </a:lnTo>
                  <a:lnTo>
                    <a:pt x="1" y="112"/>
                  </a:lnTo>
                  <a:lnTo>
                    <a:pt x="1" y="116"/>
                  </a:lnTo>
                  <a:lnTo>
                    <a:pt x="1" y="121"/>
                  </a:lnTo>
                  <a:lnTo>
                    <a:pt x="0" y="125"/>
                  </a:lnTo>
                  <a:lnTo>
                    <a:pt x="0" y="130"/>
                  </a:lnTo>
                  <a:lnTo>
                    <a:pt x="0" y="136"/>
                  </a:lnTo>
                  <a:lnTo>
                    <a:pt x="0" y="142"/>
                  </a:lnTo>
                  <a:lnTo>
                    <a:pt x="0" y="148"/>
                  </a:lnTo>
                  <a:lnTo>
                    <a:pt x="0" y="156"/>
                  </a:lnTo>
                  <a:lnTo>
                    <a:pt x="0" y="163"/>
                  </a:lnTo>
                  <a:lnTo>
                    <a:pt x="0" y="170"/>
                  </a:lnTo>
                  <a:lnTo>
                    <a:pt x="0" y="178"/>
                  </a:lnTo>
                  <a:lnTo>
                    <a:pt x="0" y="186"/>
                  </a:lnTo>
                  <a:lnTo>
                    <a:pt x="0" y="193"/>
                  </a:lnTo>
                  <a:lnTo>
                    <a:pt x="0" y="199"/>
                  </a:lnTo>
                  <a:lnTo>
                    <a:pt x="0" y="205"/>
                  </a:lnTo>
                  <a:lnTo>
                    <a:pt x="0" y="212"/>
                  </a:lnTo>
                  <a:lnTo>
                    <a:pt x="0" y="217"/>
                  </a:lnTo>
                  <a:lnTo>
                    <a:pt x="0" y="223"/>
                  </a:lnTo>
                  <a:lnTo>
                    <a:pt x="0" y="229"/>
                  </a:lnTo>
                  <a:lnTo>
                    <a:pt x="0" y="235"/>
                  </a:lnTo>
                  <a:lnTo>
                    <a:pt x="0" y="241"/>
                  </a:lnTo>
                  <a:lnTo>
                    <a:pt x="0" y="246"/>
                  </a:lnTo>
                  <a:lnTo>
                    <a:pt x="0" y="252"/>
                  </a:lnTo>
                  <a:lnTo>
                    <a:pt x="0" y="259"/>
                  </a:lnTo>
                  <a:lnTo>
                    <a:pt x="0" y="265"/>
                  </a:lnTo>
                  <a:lnTo>
                    <a:pt x="0" y="272"/>
                  </a:lnTo>
                  <a:lnTo>
                    <a:pt x="0" y="279"/>
                  </a:lnTo>
                  <a:lnTo>
                    <a:pt x="0" y="287"/>
                  </a:lnTo>
                  <a:lnTo>
                    <a:pt x="0" y="295"/>
                  </a:lnTo>
                  <a:lnTo>
                    <a:pt x="0" y="303"/>
                  </a:lnTo>
                  <a:lnTo>
                    <a:pt x="0" y="313"/>
                  </a:lnTo>
                  <a:lnTo>
                    <a:pt x="0" y="323"/>
                  </a:lnTo>
                  <a:lnTo>
                    <a:pt x="0" y="333"/>
                  </a:lnTo>
                  <a:lnTo>
                    <a:pt x="0" y="344"/>
                  </a:lnTo>
                  <a:lnTo>
                    <a:pt x="0" y="356"/>
                  </a:lnTo>
                  <a:lnTo>
                    <a:pt x="0" y="370"/>
                  </a:lnTo>
                  <a:lnTo>
                    <a:pt x="0" y="383"/>
                  </a:lnTo>
                  <a:lnTo>
                    <a:pt x="0" y="398"/>
                  </a:lnTo>
                  <a:lnTo>
                    <a:pt x="0" y="414"/>
                  </a:lnTo>
                  <a:lnTo>
                    <a:pt x="0" y="431"/>
                  </a:lnTo>
                  <a:lnTo>
                    <a:pt x="0" y="449"/>
                  </a:lnTo>
                  <a:lnTo>
                    <a:pt x="0" y="468"/>
                  </a:lnTo>
                  <a:lnTo>
                    <a:pt x="0" y="489"/>
                  </a:lnTo>
                  <a:lnTo>
                    <a:pt x="0" y="507"/>
                  </a:lnTo>
                  <a:lnTo>
                    <a:pt x="0" y="523"/>
                  </a:lnTo>
                  <a:lnTo>
                    <a:pt x="0" y="539"/>
                  </a:lnTo>
                  <a:lnTo>
                    <a:pt x="0" y="553"/>
                  </a:lnTo>
                  <a:lnTo>
                    <a:pt x="0" y="568"/>
                  </a:lnTo>
                  <a:lnTo>
                    <a:pt x="0" y="581"/>
                  </a:lnTo>
                  <a:lnTo>
                    <a:pt x="0" y="592"/>
                  </a:lnTo>
                  <a:lnTo>
                    <a:pt x="0" y="604"/>
                  </a:lnTo>
                  <a:lnTo>
                    <a:pt x="0" y="614"/>
                  </a:lnTo>
                  <a:lnTo>
                    <a:pt x="0" y="623"/>
                  </a:lnTo>
                  <a:lnTo>
                    <a:pt x="0" y="632"/>
                  </a:lnTo>
                  <a:lnTo>
                    <a:pt x="0" y="640"/>
                  </a:lnTo>
                  <a:lnTo>
                    <a:pt x="0" y="647"/>
                  </a:lnTo>
                  <a:lnTo>
                    <a:pt x="0" y="654"/>
                  </a:lnTo>
                  <a:lnTo>
                    <a:pt x="0" y="660"/>
                  </a:lnTo>
                  <a:lnTo>
                    <a:pt x="0" y="666"/>
                  </a:lnTo>
                  <a:lnTo>
                    <a:pt x="0" y="671"/>
                  </a:lnTo>
                  <a:lnTo>
                    <a:pt x="0" y="676"/>
                  </a:lnTo>
                  <a:lnTo>
                    <a:pt x="0" y="681"/>
                  </a:lnTo>
                  <a:lnTo>
                    <a:pt x="0" y="684"/>
                  </a:lnTo>
                  <a:lnTo>
                    <a:pt x="0" y="689"/>
                  </a:lnTo>
                  <a:lnTo>
                    <a:pt x="0" y="693"/>
                  </a:lnTo>
                  <a:lnTo>
                    <a:pt x="0" y="696"/>
                  </a:lnTo>
                  <a:lnTo>
                    <a:pt x="0" y="700"/>
                  </a:lnTo>
                  <a:lnTo>
                    <a:pt x="0" y="703"/>
                  </a:lnTo>
                  <a:lnTo>
                    <a:pt x="0" y="706"/>
                  </a:lnTo>
                  <a:lnTo>
                    <a:pt x="0" y="710"/>
                  </a:lnTo>
                  <a:lnTo>
                    <a:pt x="0" y="713"/>
                  </a:lnTo>
                  <a:lnTo>
                    <a:pt x="0" y="717"/>
                  </a:lnTo>
                  <a:lnTo>
                    <a:pt x="0" y="721"/>
                  </a:lnTo>
                  <a:lnTo>
                    <a:pt x="0" y="724"/>
                  </a:lnTo>
                  <a:lnTo>
                    <a:pt x="0" y="728"/>
                  </a:lnTo>
                  <a:lnTo>
                    <a:pt x="0" y="731"/>
                  </a:lnTo>
                  <a:lnTo>
                    <a:pt x="0" y="735"/>
                  </a:lnTo>
                  <a:lnTo>
                    <a:pt x="0" y="739"/>
                  </a:lnTo>
                  <a:lnTo>
                    <a:pt x="0" y="741"/>
                  </a:lnTo>
                  <a:lnTo>
                    <a:pt x="0" y="745"/>
                  </a:lnTo>
                  <a:lnTo>
                    <a:pt x="0" y="747"/>
                  </a:lnTo>
                  <a:lnTo>
                    <a:pt x="1" y="749"/>
                  </a:lnTo>
                  <a:lnTo>
                    <a:pt x="1" y="752"/>
                  </a:lnTo>
                  <a:lnTo>
                    <a:pt x="1" y="754"/>
                  </a:lnTo>
                  <a:lnTo>
                    <a:pt x="3" y="757"/>
                  </a:lnTo>
                  <a:lnTo>
                    <a:pt x="3" y="759"/>
                  </a:lnTo>
                  <a:lnTo>
                    <a:pt x="3" y="760"/>
                  </a:lnTo>
                  <a:lnTo>
                    <a:pt x="4" y="763"/>
                  </a:lnTo>
                  <a:lnTo>
                    <a:pt x="5" y="765"/>
                  </a:lnTo>
                  <a:lnTo>
                    <a:pt x="6" y="766"/>
                  </a:lnTo>
                  <a:lnTo>
                    <a:pt x="6" y="769"/>
                  </a:lnTo>
                  <a:lnTo>
                    <a:pt x="7" y="771"/>
                  </a:lnTo>
                  <a:lnTo>
                    <a:pt x="9" y="773"/>
                  </a:lnTo>
                  <a:lnTo>
                    <a:pt x="11" y="775"/>
                  </a:lnTo>
                  <a:lnTo>
                    <a:pt x="12" y="777"/>
                  </a:lnTo>
                  <a:lnTo>
                    <a:pt x="15" y="779"/>
                  </a:lnTo>
                  <a:lnTo>
                    <a:pt x="16" y="782"/>
                  </a:lnTo>
                  <a:lnTo>
                    <a:pt x="18" y="784"/>
                  </a:lnTo>
                  <a:lnTo>
                    <a:pt x="21" y="787"/>
                  </a:lnTo>
                  <a:lnTo>
                    <a:pt x="23" y="789"/>
                  </a:lnTo>
                  <a:lnTo>
                    <a:pt x="25" y="793"/>
                  </a:lnTo>
                  <a:lnTo>
                    <a:pt x="29" y="795"/>
                  </a:lnTo>
                  <a:lnTo>
                    <a:pt x="31" y="799"/>
                  </a:lnTo>
                  <a:lnTo>
                    <a:pt x="35" y="802"/>
                  </a:lnTo>
                  <a:lnTo>
                    <a:pt x="39" y="806"/>
                  </a:lnTo>
                  <a:lnTo>
                    <a:pt x="42" y="809"/>
                  </a:lnTo>
                  <a:lnTo>
                    <a:pt x="47" y="813"/>
                  </a:lnTo>
                  <a:lnTo>
                    <a:pt x="51" y="817"/>
                  </a:lnTo>
                  <a:lnTo>
                    <a:pt x="54" y="820"/>
                  </a:lnTo>
                  <a:lnTo>
                    <a:pt x="57" y="824"/>
                  </a:lnTo>
                  <a:lnTo>
                    <a:pt x="60" y="826"/>
                  </a:lnTo>
                  <a:lnTo>
                    <a:pt x="63" y="829"/>
                  </a:lnTo>
                  <a:lnTo>
                    <a:pt x="65" y="832"/>
                  </a:lnTo>
                  <a:lnTo>
                    <a:pt x="69" y="835"/>
                  </a:lnTo>
                  <a:lnTo>
                    <a:pt x="71" y="836"/>
                  </a:lnTo>
                  <a:lnTo>
                    <a:pt x="72" y="838"/>
                  </a:lnTo>
                  <a:lnTo>
                    <a:pt x="75" y="840"/>
                  </a:lnTo>
                  <a:lnTo>
                    <a:pt x="77" y="842"/>
                  </a:lnTo>
                  <a:lnTo>
                    <a:pt x="80" y="843"/>
                  </a:lnTo>
                  <a:lnTo>
                    <a:pt x="82" y="844"/>
                  </a:lnTo>
                  <a:lnTo>
                    <a:pt x="83" y="846"/>
                  </a:lnTo>
                  <a:lnTo>
                    <a:pt x="86" y="847"/>
                  </a:lnTo>
                  <a:lnTo>
                    <a:pt x="88" y="848"/>
                  </a:lnTo>
                  <a:lnTo>
                    <a:pt x="89" y="848"/>
                  </a:lnTo>
                  <a:lnTo>
                    <a:pt x="92" y="849"/>
                  </a:lnTo>
                  <a:lnTo>
                    <a:pt x="94" y="850"/>
                  </a:lnTo>
                  <a:lnTo>
                    <a:pt x="96" y="850"/>
                  </a:lnTo>
                  <a:lnTo>
                    <a:pt x="98" y="850"/>
                  </a:lnTo>
                  <a:lnTo>
                    <a:pt x="100" y="852"/>
                  </a:lnTo>
                  <a:lnTo>
                    <a:pt x="102" y="852"/>
                  </a:lnTo>
                  <a:lnTo>
                    <a:pt x="105" y="852"/>
                  </a:lnTo>
                  <a:lnTo>
                    <a:pt x="108" y="852"/>
                  </a:lnTo>
                  <a:lnTo>
                    <a:pt x="111" y="852"/>
                  </a:lnTo>
                  <a:lnTo>
                    <a:pt x="114" y="852"/>
                  </a:lnTo>
                  <a:lnTo>
                    <a:pt x="117" y="852"/>
                  </a:lnTo>
                  <a:lnTo>
                    <a:pt x="120" y="852"/>
                  </a:lnTo>
                  <a:lnTo>
                    <a:pt x="124" y="852"/>
                  </a:lnTo>
                  <a:lnTo>
                    <a:pt x="128" y="852"/>
                  </a:lnTo>
                  <a:lnTo>
                    <a:pt x="132" y="852"/>
                  </a:lnTo>
                  <a:lnTo>
                    <a:pt x="136" y="852"/>
                  </a:lnTo>
                  <a:lnTo>
                    <a:pt x="140" y="852"/>
                  </a:lnTo>
                  <a:lnTo>
                    <a:pt x="142" y="852"/>
                  </a:lnTo>
                  <a:lnTo>
                    <a:pt x="146" y="852"/>
                  </a:lnTo>
                  <a:lnTo>
                    <a:pt x="148" y="852"/>
                  </a:lnTo>
                  <a:lnTo>
                    <a:pt x="151" y="852"/>
                  </a:lnTo>
                  <a:lnTo>
                    <a:pt x="154" y="852"/>
                  </a:lnTo>
                  <a:lnTo>
                    <a:pt x="157" y="852"/>
                  </a:lnTo>
                  <a:lnTo>
                    <a:pt x="158" y="852"/>
                  </a:lnTo>
                  <a:lnTo>
                    <a:pt x="160" y="852"/>
                  </a:lnTo>
                  <a:lnTo>
                    <a:pt x="163" y="852"/>
                  </a:lnTo>
                  <a:lnTo>
                    <a:pt x="165" y="852"/>
                  </a:lnTo>
                  <a:lnTo>
                    <a:pt x="167" y="852"/>
                  </a:lnTo>
                  <a:lnTo>
                    <a:pt x="169" y="852"/>
                  </a:lnTo>
                  <a:lnTo>
                    <a:pt x="171" y="852"/>
                  </a:lnTo>
                  <a:lnTo>
                    <a:pt x="173" y="852"/>
                  </a:lnTo>
                  <a:lnTo>
                    <a:pt x="175" y="852"/>
                  </a:lnTo>
                  <a:lnTo>
                    <a:pt x="177" y="852"/>
                  </a:lnTo>
                  <a:lnTo>
                    <a:pt x="179" y="852"/>
                  </a:lnTo>
                  <a:lnTo>
                    <a:pt x="181" y="852"/>
                  </a:lnTo>
                  <a:lnTo>
                    <a:pt x="183" y="852"/>
                  </a:lnTo>
                  <a:lnTo>
                    <a:pt x="185" y="852"/>
                  </a:lnTo>
                  <a:lnTo>
                    <a:pt x="188" y="852"/>
                  </a:lnTo>
                  <a:lnTo>
                    <a:pt x="190" y="852"/>
                  </a:lnTo>
                  <a:lnTo>
                    <a:pt x="194" y="852"/>
                  </a:lnTo>
                  <a:lnTo>
                    <a:pt x="196" y="852"/>
                  </a:lnTo>
                  <a:lnTo>
                    <a:pt x="200" y="852"/>
                  </a:lnTo>
                  <a:lnTo>
                    <a:pt x="202" y="852"/>
                  </a:lnTo>
                  <a:lnTo>
                    <a:pt x="206" y="852"/>
                  </a:lnTo>
                  <a:lnTo>
                    <a:pt x="209" y="852"/>
                  </a:lnTo>
                  <a:lnTo>
                    <a:pt x="213" y="852"/>
                  </a:lnTo>
                  <a:lnTo>
                    <a:pt x="218" y="852"/>
                  </a:lnTo>
                  <a:lnTo>
                    <a:pt x="221" y="852"/>
                  </a:lnTo>
                  <a:lnTo>
                    <a:pt x="224" y="852"/>
                  </a:lnTo>
                  <a:lnTo>
                    <a:pt x="227" y="852"/>
                  </a:lnTo>
                  <a:lnTo>
                    <a:pt x="231" y="852"/>
                  </a:lnTo>
                  <a:lnTo>
                    <a:pt x="233" y="852"/>
                  </a:lnTo>
                  <a:lnTo>
                    <a:pt x="236" y="852"/>
                  </a:lnTo>
                  <a:lnTo>
                    <a:pt x="238" y="852"/>
                  </a:lnTo>
                  <a:lnTo>
                    <a:pt x="241" y="852"/>
                  </a:lnTo>
                  <a:lnTo>
                    <a:pt x="243" y="850"/>
                  </a:lnTo>
                  <a:lnTo>
                    <a:pt x="245" y="850"/>
                  </a:lnTo>
                  <a:lnTo>
                    <a:pt x="248" y="850"/>
                  </a:lnTo>
                  <a:lnTo>
                    <a:pt x="250" y="849"/>
                  </a:lnTo>
                  <a:lnTo>
                    <a:pt x="252" y="848"/>
                  </a:lnTo>
                  <a:lnTo>
                    <a:pt x="254" y="848"/>
                  </a:lnTo>
                  <a:lnTo>
                    <a:pt x="256" y="847"/>
                  </a:lnTo>
                  <a:lnTo>
                    <a:pt x="258" y="846"/>
                  </a:lnTo>
                  <a:lnTo>
                    <a:pt x="260" y="844"/>
                  </a:lnTo>
                  <a:lnTo>
                    <a:pt x="262" y="843"/>
                  </a:lnTo>
                  <a:lnTo>
                    <a:pt x="264" y="842"/>
                  </a:lnTo>
                  <a:lnTo>
                    <a:pt x="266" y="840"/>
                  </a:lnTo>
                  <a:lnTo>
                    <a:pt x="268" y="838"/>
                  </a:lnTo>
                  <a:lnTo>
                    <a:pt x="271" y="836"/>
                  </a:lnTo>
                  <a:lnTo>
                    <a:pt x="273" y="835"/>
                  </a:lnTo>
                  <a:lnTo>
                    <a:pt x="276" y="832"/>
                  </a:lnTo>
                  <a:lnTo>
                    <a:pt x="278" y="829"/>
                  </a:lnTo>
                  <a:lnTo>
                    <a:pt x="282" y="826"/>
                  </a:lnTo>
                  <a:lnTo>
                    <a:pt x="284" y="824"/>
                  </a:lnTo>
                  <a:lnTo>
                    <a:pt x="288" y="820"/>
                  </a:lnTo>
                  <a:lnTo>
                    <a:pt x="291" y="817"/>
                  </a:lnTo>
                  <a:lnTo>
                    <a:pt x="295" y="813"/>
                  </a:lnTo>
                  <a:lnTo>
                    <a:pt x="298" y="809"/>
                  </a:lnTo>
                  <a:lnTo>
                    <a:pt x="302" y="806"/>
                  </a:lnTo>
                  <a:lnTo>
                    <a:pt x="306" y="802"/>
                  </a:lnTo>
                  <a:lnTo>
                    <a:pt x="309" y="799"/>
                  </a:lnTo>
                  <a:lnTo>
                    <a:pt x="313" y="795"/>
                  </a:lnTo>
                  <a:lnTo>
                    <a:pt x="315" y="793"/>
                  </a:lnTo>
                  <a:lnTo>
                    <a:pt x="318" y="789"/>
                  </a:lnTo>
                  <a:lnTo>
                    <a:pt x="321" y="787"/>
                  </a:lnTo>
                  <a:lnTo>
                    <a:pt x="324" y="783"/>
                  </a:lnTo>
                  <a:lnTo>
                    <a:pt x="325" y="781"/>
                  </a:lnTo>
                  <a:lnTo>
                    <a:pt x="327" y="778"/>
                  </a:lnTo>
                  <a:lnTo>
                    <a:pt x="328" y="776"/>
                  </a:lnTo>
                  <a:lnTo>
                    <a:pt x="331" y="772"/>
                  </a:lnTo>
                  <a:lnTo>
                    <a:pt x="332" y="770"/>
                  </a:lnTo>
                  <a:lnTo>
                    <a:pt x="333" y="767"/>
                  </a:lnTo>
                  <a:lnTo>
                    <a:pt x="334" y="764"/>
                  </a:lnTo>
                  <a:lnTo>
                    <a:pt x="336" y="761"/>
                  </a:lnTo>
                  <a:lnTo>
                    <a:pt x="337" y="758"/>
                  </a:lnTo>
                  <a:lnTo>
                    <a:pt x="338" y="755"/>
                  </a:lnTo>
                  <a:lnTo>
                    <a:pt x="338" y="752"/>
                  </a:lnTo>
                  <a:lnTo>
                    <a:pt x="339" y="748"/>
                  </a:lnTo>
                  <a:lnTo>
                    <a:pt x="339" y="745"/>
                  </a:lnTo>
                  <a:lnTo>
                    <a:pt x="339" y="741"/>
                  </a:lnTo>
                  <a:lnTo>
                    <a:pt x="340" y="736"/>
                  </a:lnTo>
                  <a:lnTo>
                    <a:pt x="340" y="731"/>
                  </a:lnTo>
                  <a:lnTo>
                    <a:pt x="340" y="727"/>
                  </a:lnTo>
                  <a:lnTo>
                    <a:pt x="340" y="722"/>
                  </a:lnTo>
                  <a:lnTo>
                    <a:pt x="340" y="716"/>
                  </a:lnTo>
                  <a:lnTo>
                    <a:pt x="340" y="710"/>
                  </a:lnTo>
                  <a:lnTo>
                    <a:pt x="340" y="704"/>
                  </a:lnTo>
                  <a:lnTo>
                    <a:pt x="340" y="696"/>
                  </a:lnTo>
                  <a:lnTo>
                    <a:pt x="340" y="689"/>
                  </a:lnTo>
                  <a:lnTo>
                    <a:pt x="340" y="682"/>
                  </a:lnTo>
                  <a:lnTo>
                    <a:pt x="340" y="674"/>
                  </a:lnTo>
                  <a:lnTo>
                    <a:pt x="340" y="666"/>
                  </a:lnTo>
                  <a:lnTo>
                    <a:pt x="340" y="659"/>
                  </a:lnTo>
                  <a:lnTo>
                    <a:pt x="340" y="653"/>
                  </a:lnTo>
                  <a:lnTo>
                    <a:pt x="340" y="647"/>
                  </a:lnTo>
                  <a:lnTo>
                    <a:pt x="340" y="641"/>
                  </a:lnTo>
                  <a:lnTo>
                    <a:pt x="340" y="635"/>
                  </a:lnTo>
                  <a:lnTo>
                    <a:pt x="340" y="629"/>
                  </a:lnTo>
                  <a:lnTo>
                    <a:pt x="340" y="624"/>
                  </a:lnTo>
                  <a:lnTo>
                    <a:pt x="340" y="620"/>
                  </a:lnTo>
                  <a:lnTo>
                    <a:pt x="340" y="614"/>
                  </a:lnTo>
                  <a:lnTo>
                    <a:pt x="340" y="609"/>
                  </a:lnTo>
                  <a:lnTo>
                    <a:pt x="340" y="603"/>
                  </a:lnTo>
                  <a:lnTo>
                    <a:pt x="340" y="598"/>
                  </a:lnTo>
                  <a:lnTo>
                    <a:pt x="340" y="592"/>
                  </a:lnTo>
                  <a:lnTo>
                    <a:pt x="340" y="586"/>
                  </a:lnTo>
                  <a:lnTo>
                    <a:pt x="340" y="580"/>
                  </a:lnTo>
                  <a:lnTo>
                    <a:pt x="340" y="574"/>
                  </a:lnTo>
                  <a:lnTo>
                    <a:pt x="340" y="567"/>
                  </a:lnTo>
                  <a:lnTo>
                    <a:pt x="340" y="559"/>
                  </a:lnTo>
                  <a:lnTo>
                    <a:pt x="340" y="552"/>
                  </a:lnTo>
                  <a:lnTo>
                    <a:pt x="340" y="544"/>
                  </a:lnTo>
                  <a:lnTo>
                    <a:pt x="340" y="535"/>
                  </a:lnTo>
                  <a:lnTo>
                    <a:pt x="340" y="526"/>
                  </a:lnTo>
                  <a:lnTo>
                    <a:pt x="340" y="516"/>
                  </a:lnTo>
                  <a:lnTo>
                    <a:pt x="340" y="505"/>
                  </a:lnTo>
                  <a:lnTo>
                    <a:pt x="340" y="495"/>
                  </a:lnTo>
                  <a:lnTo>
                    <a:pt x="340" y="483"/>
                  </a:lnTo>
                  <a:lnTo>
                    <a:pt x="340" y="469"/>
                  </a:lnTo>
                  <a:lnTo>
                    <a:pt x="340" y="456"/>
                  </a:lnTo>
                  <a:lnTo>
                    <a:pt x="340" y="442"/>
                  </a:lnTo>
                  <a:lnTo>
                    <a:pt x="340" y="426"/>
                  </a:lnTo>
                  <a:close/>
                </a:path>
              </a:pathLst>
            </a:custGeom>
            <a:noFill/>
            <a:ln w="17463">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55" name="Rectangle 198">
              <a:extLst>
                <a:ext uri="{FF2B5EF4-FFF2-40B4-BE49-F238E27FC236}">
                  <a16:creationId xmlns:a16="http://schemas.microsoft.com/office/drawing/2014/main" id="{08415E27-B5A5-4A66-8BD3-3FB3B183FABD}"/>
                </a:ext>
              </a:extLst>
            </p:cNvPr>
            <p:cNvSpPr>
              <a:spLocks noChangeArrowheads="1"/>
            </p:cNvSpPr>
            <p:nvPr/>
          </p:nvSpPr>
          <p:spPr bwMode="auto">
            <a:xfrm>
              <a:off x="5892800" y="3222625"/>
              <a:ext cx="215900"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70687" name="TextBox 125">
            <a:extLst>
              <a:ext uri="{FF2B5EF4-FFF2-40B4-BE49-F238E27FC236}">
                <a16:creationId xmlns:a16="http://schemas.microsoft.com/office/drawing/2014/main" id="{FCA090A3-B0A5-4CEF-BC06-42A6A8537CFF}"/>
              </a:ext>
            </a:extLst>
          </p:cNvPr>
          <p:cNvSpPr txBox="1">
            <a:spLocks noChangeArrowheads="1"/>
          </p:cNvSpPr>
          <p:nvPr/>
        </p:nvSpPr>
        <p:spPr bwMode="auto">
          <a:xfrm>
            <a:off x="6451600" y="6550025"/>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6.63 from the textbook ]</a:t>
            </a:r>
          </a:p>
        </p:txBody>
      </p:sp>
      <p:sp>
        <p:nvSpPr>
          <p:cNvPr id="70688" name="Title 1">
            <a:extLst>
              <a:ext uri="{FF2B5EF4-FFF2-40B4-BE49-F238E27FC236}">
                <a16:creationId xmlns:a16="http://schemas.microsoft.com/office/drawing/2014/main" id="{378EEDDB-E8A1-44AF-AA78-B85B7EEA6347}"/>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Karnaugh maps for D flip-flops for the counter</a:t>
            </a:r>
          </a:p>
        </p:txBody>
      </p:sp>
      <p:pic>
        <p:nvPicPr>
          <p:cNvPr id="70689" name="Picture 5" descr="Screen shot 2013-12-04 at 1.41.03 PM.png">
            <a:extLst>
              <a:ext uri="{FF2B5EF4-FFF2-40B4-BE49-F238E27FC236}">
                <a16:creationId xmlns:a16="http://schemas.microsoft.com/office/drawing/2014/main" id="{3F1BFF3C-5431-4CE1-8863-0314993745BE}"/>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590800" y="6096000"/>
            <a:ext cx="4191000" cy="487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690" name="Picture 6" descr="Screen shot 2013-12-04 at 1.37.54 PM.png">
            <a:extLst>
              <a:ext uri="{FF2B5EF4-FFF2-40B4-BE49-F238E27FC236}">
                <a16:creationId xmlns:a16="http://schemas.microsoft.com/office/drawing/2014/main" id="{536F0AD4-641E-46F1-ACA5-196778791105}"/>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585913" y="3079750"/>
            <a:ext cx="2397125" cy="700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691" name="Picture 7" descr="Screen shot 2013-12-04 at 1.36.37 PM.png">
            <a:extLst>
              <a:ext uri="{FF2B5EF4-FFF2-40B4-BE49-F238E27FC236}">
                <a16:creationId xmlns:a16="http://schemas.microsoft.com/office/drawing/2014/main" id="{8B81B972-C18F-4117-9960-9A9417F2247D}"/>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953000" y="3124200"/>
            <a:ext cx="3276600" cy="60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681" name="Picture 1" descr="Screen shot 2013-12-02 at 1.55.36 PM.png">
            <a:extLst>
              <a:ext uri="{FF2B5EF4-FFF2-40B4-BE49-F238E27FC236}">
                <a16:creationId xmlns:a16="http://schemas.microsoft.com/office/drawing/2014/main" id="{AE8B7C80-5976-45E1-B704-FC0A6AABC7EA}"/>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062163" y="0"/>
            <a:ext cx="5710237"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682" name="TextBox 125">
            <a:extLst>
              <a:ext uri="{FF2B5EF4-FFF2-40B4-BE49-F238E27FC236}">
                <a16:creationId xmlns:a16="http://schemas.microsoft.com/office/drawing/2014/main" id="{0C9E1FB2-4DC9-4854-B234-B1DE82321E7A}"/>
              </a:ext>
            </a:extLst>
          </p:cNvPr>
          <p:cNvSpPr txBox="1">
            <a:spLocks noChangeArrowheads="1"/>
          </p:cNvSpPr>
          <p:nvPr/>
        </p:nvSpPr>
        <p:spPr bwMode="auto">
          <a:xfrm>
            <a:off x="6667500" y="6550025"/>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6.64 from the textbook ]</a:t>
            </a:r>
          </a:p>
        </p:txBody>
      </p:sp>
      <p:sp>
        <p:nvSpPr>
          <p:cNvPr id="71683" name="TextBox 3">
            <a:extLst>
              <a:ext uri="{FF2B5EF4-FFF2-40B4-BE49-F238E27FC236}">
                <a16:creationId xmlns:a16="http://schemas.microsoft.com/office/drawing/2014/main" id="{38820745-B98C-4537-B68B-4F55FD82EE61}"/>
              </a:ext>
            </a:extLst>
          </p:cNvPr>
          <p:cNvSpPr txBox="1">
            <a:spLocks noChangeArrowheads="1"/>
          </p:cNvSpPr>
          <p:nvPr/>
        </p:nvSpPr>
        <p:spPr bwMode="auto">
          <a:xfrm>
            <a:off x="152400" y="990600"/>
            <a:ext cx="2297113"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Circuit diagram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for the counter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implemented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with D flip-flops</a:t>
            </a: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2705" name="Picture 1" descr="Screen shot 2013-12-02 at 1.55.36 PM.png">
            <a:extLst>
              <a:ext uri="{FF2B5EF4-FFF2-40B4-BE49-F238E27FC236}">
                <a16:creationId xmlns:a16="http://schemas.microsoft.com/office/drawing/2014/main" id="{2BCAC2A5-FF90-4901-B848-12773EFD4DFF}"/>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062163" y="0"/>
            <a:ext cx="5710237"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2706" name="TextBox 125">
            <a:extLst>
              <a:ext uri="{FF2B5EF4-FFF2-40B4-BE49-F238E27FC236}">
                <a16:creationId xmlns:a16="http://schemas.microsoft.com/office/drawing/2014/main" id="{277D3498-A6BB-462B-82D1-6236B770AD8A}"/>
              </a:ext>
            </a:extLst>
          </p:cNvPr>
          <p:cNvSpPr txBox="1">
            <a:spLocks noChangeArrowheads="1"/>
          </p:cNvSpPr>
          <p:nvPr/>
        </p:nvSpPr>
        <p:spPr bwMode="auto">
          <a:xfrm>
            <a:off x="6667500" y="6550025"/>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6.64 from the textbook ]</a:t>
            </a:r>
          </a:p>
        </p:txBody>
      </p:sp>
      <p:sp>
        <p:nvSpPr>
          <p:cNvPr id="72707" name="TextBox 3">
            <a:extLst>
              <a:ext uri="{FF2B5EF4-FFF2-40B4-BE49-F238E27FC236}">
                <a16:creationId xmlns:a16="http://schemas.microsoft.com/office/drawing/2014/main" id="{D97252DD-C663-4855-93B0-4F8E841C358F}"/>
              </a:ext>
            </a:extLst>
          </p:cNvPr>
          <p:cNvSpPr txBox="1">
            <a:spLocks noChangeArrowheads="1"/>
          </p:cNvSpPr>
          <p:nvPr/>
        </p:nvSpPr>
        <p:spPr bwMode="auto">
          <a:xfrm>
            <a:off x="152400" y="990600"/>
            <a:ext cx="2297113"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Circuit diagram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for the counter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implemented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with D flip-flops</a:t>
            </a:r>
          </a:p>
        </p:txBody>
      </p:sp>
      <p:sp>
        <p:nvSpPr>
          <p:cNvPr id="72708" name="Rectangle 4">
            <a:extLst>
              <a:ext uri="{FF2B5EF4-FFF2-40B4-BE49-F238E27FC236}">
                <a16:creationId xmlns:a16="http://schemas.microsoft.com/office/drawing/2014/main" id="{03EA5163-CAB4-4CC9-B052-056169286A54}"/>
              </a:ext>
            </a:extLst>
          </p:cNvPr>
          <p:cNvSpPr>
            <a:spLocks noChangeArrowheads="1"/>
          </p:cNvSpPr>
          <p:nvPr/>
        </p:nvSpPr>
        <p:spPr bwMode="auto">
          <a:xfrm>
            <a:off x="4038600" y="228600"/>
            <a:ext cx="1447800" cy="1143000"/>
          </a:xfrm>
          <a:prstGeom prst="rect">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09" name="TextBox 5">
            <a:extLst>
              <a:ext uri="{FF2B5EF4-FFF2-40B4-BE49-F238E27FC236}">
                <a16:creationId xmlns:a16="http://schemas.microsoft.com/office/drawing/2014/main" id="{8B2AE617-FBCE-4995-A93A-BC95873CB13E}"/>
              </a:ext>
            </a:extLst>
          </p:cNvPr>
          <p:cNvSpPr txBox="1">
            <a:spLocks noChangeArrowheads="1"/>
          </p:cNvSpPr>
          <p:nvPr/>
        </p:nvSpPr>
        <p:spPr bwMode="auto">
          <a:xfrm>
            <a:off x="3911600" y="1293813"/>
            <a:ext cx="179228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What is this?</a:t>
            </a: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3729" name="Picture 1" descr="Screen shot 2013-12-02 at 1.55.36 PM.png">
            <a:extLst>
              <a:ext uri="{FF2B5EF4-FFF2-40B4-BE49-F238E27FC236}">
                <a16:creationId xmlns:a16="http://schemas.microsoft.com/office/drawing/2014/main" id="{D13DBFFC-A1F8-4D81-9193-1BD183BB66E6}"/>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062163" y="0"/>
            <a:ext cx="5710237"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730" name="TextBox 125">
            <a:extLst>
              <a:ext uri="{FF2B5EF4-FFF2-40B4-BE49-F238E27FC236}">
                <a16:creationId xmlns:a16="http://schemas.microsoft.com/office/drawing/2014/main" id="{C1A4D772-2968-432E-AB52-82162F74065B}"/>
              </a:ext>
            </a:extLst>
          </p:cNvPr>
          <p:cNvSpPr txBox="1">
            <a:spLocks noChangeArrowheads="1"/>
          </p:cNvSpPr>
          <p:nvPr/>
        </p:nvSpPr>
        <p:spPr bwMode="auto">
          <a:xfrm>
            <a:off x="6667500" y="6550025"/>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6.64 from the textbook ]</a:t>
            </a:r>
          </a:p>
        </p:txBody>
      </p:sp>
      <p:sp>
        <p:nvSpPr>
          <p:cNvPr id="73731" name="TextBox 3">
            <a:extLst>
              <a:ext uri="{FF2B5EF4-FFF2-40B4-BE49-F238E27FC236}">
                <a16:creationId xmlns:a16="http://schemas.microsoft.com/office/drawing/2014/main" id="{741F3A36-3CA4-40A9-8849-1E662584035A}"/>
              </a:ext>
            </a:extLst>
          </p:cNvPr>
          <p:cNvSpPr txBox="1">
            <a:spLocks noChangeArrowheads="1"/>
          </p:cNvSpPr>
          <p:nvPr/>
        </p:nvSpPr>
        <p:spPr bwMode="auto">
          <a:xfrm>
            <a:off x="152400" y="990600"/>
            <a:ext cx="2297113"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Circuit diagram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for the counter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implemented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with D flip-flops</a:t>
            </a:r>
          </a:p>
        </p:txBody>
      </p:sp>
      <p:sp>
        <p:nvSpPr>
          <p:cNvPr id="73732" name="Rectangle 4">
            <a:extLst>
              <a:ext uri="{FF2B5EF4-FFF2-40B4-BE49-F238E27FC236}">
                <a16:creationId xmlns:a16="http://schemas.microsoft.com/office/drawing/2014/main" id="{3E1FB504-D80A-4012-A9B3-1372B90AEE75}"/>
              </a:ext>
            </a:extLst>
          </p:cNvPr>
          <p:cNvSpPr>
            <a:spLocks noChangeArrowheads="1"/>
          </p:cNvSpPr>
          <p:nvPr/>
        </p:nvSpPr>
        <p:spPr bwMode="auto">
          <a:xfrm>
            <a:off x="4038600" y="228600"/>
            <a:ext cx="1447800" cy="1143000"/>
          </a:xfrm>
          <a:prstGeom prst="rect">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3733" name="TextBox 5">
            <a:extLst>
              <a:ext uri="{FF2B5EF4-FFF2-40B4-BE49-F238E27FC236}">
                <a16:creationId xmlns:a16="http://schemas.microsoft.com/office/drawing/2014/main" id="{0EF9149E-C7B6-470E-8BF7-8F573DFD6B3E}"/>
              </a:ext>
            </a:extLst>
          </p:cNvPr>
          <p:cNvSpPr txBox="1">
            <a:spLocks noChangeArrowheads="1"/>
          </p:cNvSpPr>
          <p:nvPr/>
        </p:nvSpPr>
        <p:spPr bwMode="auto">
          <a:xfrm>
            <a:off x="3911600" y="1293813"/>
            <a:ext cx="130016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      XOR</a:t>
            </a: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3" name="Title 1">
            <a:extLst>
              <a:ext uri="{FF2B5EF4-FFF2-40B4-BE49-F238E27FC236}">
                <a16:creationId xmlns:a16="http://schemas.microsoft.com/office/drawing/2014/main" id="{5B16BC21-C1EE-49B3-BDEA-42FECC898434}"/>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We can simplify all three expressions</a:t>
            </a:r>
          </a:p>
        </p:txBody>
      </p:sp>
      <p:pic>
        <p:nvPicPr>
          <p:cNvPr id="74754" name="Picture 5" descr="Screen shot 2013-12-04 at 1.41.03 PM.png">
            <a:extLst>
              <a:ext uri="{FF2B5EF4-FFF2-40B4-BE49-F238E27FC236}">
                <a16:creationId xmlns:a16="http://schemas.microsoft.com/office/drawing/2014/main" id="{D8D777C8-63D9-4C33-9EF2-BE57AA5D6062}"/>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52400" y="4724400"/>
            <a:ext cx="4191000" cy="487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755" name="Picture 6" descr="Screen shot 2013-12-04 at 1.37.54 PM.png">
            <a:extLst>
              <a:ext uri="{FF2B5EF4-FFF2-40B4-BE49-F238E27FC236}">
                <a16:creationId xmlns:a16="http://schemas.microsoft.com/office/drawing/2014/main" id="{1AD4D795-1F9F-427D-ACC9-DDA03BB182D6}"/>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52400" y="990600"/>
            <a:ext cx="2397125" cy="700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756" name="Picture 7" descr="Screen shot 2013-12-04 at 1.36.37 PM.png">
            <a:extLst>
              <a:ext uri="{FF2B5EF4-FFF2-40B4-BE49-F238E27FC236}">
                <a16:creationId xmlns:a16="http://schemas.microsoft.com/office/drawing/2014/main" id="{2E32D4C6-62A8-4E79-AA82-77F76ACFAF90}"/>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52400" y="2362200"/>
            <a:ext cx="3276600" cy="60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7" name="Title 1">
            <a:extLst>
              <a:ext uri="{FF2B5EF4-FFF2-40B4-BE49-F238E27FC236}">
                <a16:creationId xmlns:a16="http://schemas.microsoft.com/office/drawing/2014/main" id="{7D80EC67-F0C3-4785-8DB7-621B38F81794}"/>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We can simplify all three expressions</a:t>
            </a:r>
          </a:p>
        </p:txBody>
      </p:sp>
      <p:pic>
        <p:nvPicPr>
          <p:cNvPr id="75778" name="Picture 5" descr="Screen shot 2013-12-04 at 1.41.03 PM.png">
            <a:extLst>
              <a:ext uri="{FF2B5EF4-FFF2-40B4-BE49-F238E27FC236}">
                <a16:creationId xmlns:a16="http://schemas.microsoft.com/office/drawing/2014/main" id="{7D403165-F71F-4942-B160-756B0EA54F55}"/>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52400" y="4724400"/>
            <a:ext cx="4191000" cy="487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5779" name="Picture 6" descr="Screen shot 2013-12-04 at 1.37.54 PM.png">
            <a:extLst>
              <a:ext uri="{FF2B5EF4-FFF2-40B4-BE49-F238E27FC236}">
                <a16:creationId xmlns:a16="http://schemas.microsoft.com/office/drawing/2014/main" id="{92324A14-A271-4179-A94B-61096675B46C}"/>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52400" y="990600"/>
            <a:ext cx="2397125" cy="700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5780" name="Picture 7" descr="Screen shot 2013-12-04 at 1.36.37 PM.png">
            <a:extLst>
              <a:ext uri="{FF2B5EF4-FFF2-40B4-BE49-F238E27FC236}">
                <a16:creationId xmlns:a16="http://schemas.microsoft.com/office/drawing/2014/main" id="{4EA9CCD9-3AE6-4E94-AAD4-515F3C5E22B8}"/>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52400" y="2362200"/>
            <a:ext cx="3276600" cy="60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5781" name="Picture 1" descr="Screen shot 2013-12-05 at 3.50.32 PM.png">
            <a:extLst>
              <a:ext uri="{FF2B5EF4-FFF2-40B4-BE49-F238E27FC236}">
                <a16:creationId xmlns:a16="http://schemas.microsoft.com/office/drawing/2014/main" id="{24600915-843D-4CF0-9870-6D67565E6596}"/>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4800600" y="1066800"/>
            <a:ext cx="2617788" cy="99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5782" name="Picture 2" descr="Screen shot 2013-12-05 at 3.50.37 PM.png">
            <a:extLst>
              <a:ext uri="{FF2B5EF4-FFF2-40B4-BE49-F238E27FC236}">
                <a16:creationId xmlns:a16="http://schemas.microsoft.com/office/drawing/2014/main" id="{9A3D45A9-AAE5-431B-A688-0163A8C02B3E}"/>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4876800" y="2362200"/>
            <a:ext cx="3657600" cy="2062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5783" name="Picture 3" descr="Screen shot 2013-12-05 at 3.50.47 PM.png">
            <a:extLst>
              <a:ext uri="{FF2B5EF4-FFF2-40B4-BE49-F238E27FC236}">
                <a16:creationId xmlns:a16="http://schemas.microsoft.com/office/drawing/2014/main" id="{CBAA8C37-86DB-4106-95C3-ECB84417FC7E}"/>
              </a:ext>
            </a:extLst>
          </p:cNvPr>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4811713" y="4724400"/>
            <a:ext cx="4311650" cy="187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mc:AlternateContent xmlns:mc="http://schemas.openxmlformats.org/markup-compatibility/2006" xmlns:p14="http://schemas.microsoft.com/office/powerpoint/2010/main">
        <mc:Choice Requires="p14">
          <p:contentPart p14:bwMode="auto" r:id="rId8">
            <p14:nvContentPartPr>
              <p14:cNvPr id="2" name="Ink 1">
                <a:extLst>
                  <a:ext uri="{FF2B5EF4-FFF2-40B4-BE49-F238E27FC236}">
                    <a16:creationId xmlns:a16="http://schemas.microsoft.com/office/drawing/2014/main" id="{29A42480-1FD1-4049-8FE1-CFC93CD4F5D2}"/>
                  </a:ext>
                </a:extLst>
              </p14:cNvPr>
              <p14:cNvContentPartPr/>
              <p14:nvPr/>
            </p14:nvContentPartPr>
            <p14:xfrm>
              <a:off x="5103720" y="691560"/>
              <a:ext cx="2761920" cy="5816520"/>
            </p14:xfrm>
          </p:contentPart>
        </mc:Choice>
        <mc:Fallback xmlns="">
          <p:pic>
            <p:nvPicPr>
              <p:cNvPr id="2" name="Ink 1">
                <a:extLst>
                  <a:ext uri="{FF2B5EF4-FFF2-40B4-BE49-F238E27FC236}">
                    <a16:creationId xmlns:a16="http://schemas.microsoft.com/office/drawing/2014/main" id="{29A42480-1FD1-4049-8FE1-CFC93CD4F5D2}"/>
                  </a:ext>
                </a:extLst>
              </p:cNvPr>
              <p:cNvPicPr/>
              <p:nvPr/>
            </p:nvPicPr>
            <p:blipFill>
              <a:blip r:embed="rId9"/>
              <a:stretch>
                <a:fillRect/>
              </a:stretch>
            </p:blipFill>
            <p:spPr>
              <a:xfrm>
                <a:off x="5094360" y="682200"/>
                <a:ext cx="2780640" cy="5835240"/>
              </a:xfrm>
              <a:prstGeom prst="rect">
                <a:avLst/>
              </a:prstGeom>
            </p:spPr>
          </p:pic>
        </mc:Fallback>
      </mc:AlternateContent>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1" name="Title 1">
            <a:extLst>
              <a:ext uri="{FF2B5EF4-FFF2-40B4-BE49-F238E27FC236}">
                <a16:creationId xmlns:a16="http://schemas.microsoft.com/office/drawing/2014/main" id="{75CCEA33-0CBE-465C-8A32-5AEA01B47A46}"/>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A three-bit counter with D flip-flops</a:t>
            </a:r>
          </a:p>
        </p:txBody>
      </p:sp>
      <p:grpSp>
        <p:nvGrpSpPr>
          <p:cNvPr id="76802" name="Group 3">
            <a:extLst>
              <a:ext uri="{FF2B5EF4-FFF2-40B4-BE49-F238E27FC236}">
                <a16:creationId xmlns:a16="http://schemas.microsoft.com/office/drawing/2014/main" id="{4299744B-AA64-4796-BFA2-8ED1F0591ABC}"/>
              </a:ext>
            </a:extLst>
          </p:cNvPr>
          <p:cNvGrpSpPr>
            <a:grpSpLocks/>
          </p:cNvGrpSpPr>
          <p:nvPr/>
        </p:nvGrpSpPr>
        <p:grpSpPr bwMode="auto">
          <a:xfrm>
            <a:off x="1762573" y="914400"/>
            <a:ext cx="5617715" cy="5311849"/>
            <a:chOff x="1762573" y="1183530"/>
            <a:chExt cx="5617715" cy="5312576"/>
          </a:xfrm>
        </p:grpSpPr>
        <p:sp>
          <p:nvSpPr>
            <p:cNvPr id="76803" name="Line 291">
              <a:extLst>
                <a:ext uri="{FF2B5EF4-FFF2-40B4-BE49-F238E27FC236}">
                  <a16:creationId xmlns:a16="http://schemas.microsoft.com/office/drawing/2014/main" id="{19E8362C-3E12-4FFE-8EEF-47D6776A6764}"/>
                </a:ext>
              </a:extLst>
            </p:cNvPr>
            <p:cNvSpPr>
              <a:spLocks noChangeAspect="1" noChangeShapeType="1"/>
            </p:cNvSpPr>
            <p:nvPr/>
          </p:nvSpPr>
          <p:spPr bwMode="auto">
            <a:xfrm>
              <a:off x="1897113" y="1913816"/>
              <a:ext cx="2329551" cy="0"/>
            </a:xfrm>
            <a:prstGeom prst="line">
              <a:avLst/>
            </a:prstGeom>
            <a:noFill/>
            <a:ln w="317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76804" name="Group 1">
              <a:extLst>
                <a:ext uri="{FF2B5EF4-FFF2-40B4-BE49-F238E27FC236}">
                  <a16:creationId xmlns:a16="http://schemas.microsoft.com/office/drawing/2014/main" id="{BB4298D4-C6F9-4964-9E86-F7DDBA951FA5}"/>
                </a:ext>
              </a:extLst>
            </p:cNvPr>
            <p:cNvGrpSpPr>
              <a:grpSpLocks/>
            </p:cNvGrpSpPr>
            <p:nvPr/>
          </p:nvGrpSpPr>
          <p:grpSpPr bwMode="auto">
            <a:xfrm>
              <a:off x="3886200" y="1219200"/>
              <a:ext cx="3341687" cy="1352551"/>
              <a:chOff x="4191000" y="1904999"/>
              <a:chExt cx="3341687" cy="1352551"/>
            </a:xfrm>
          </p:grpSpPr>
          <p:pic>
            <p:nvPicPr>
              <p:cNvPr id="76871" name="Picture 32" descr="Screen shot 2013-11-01 at 3.49.29 PM.png">
                <a:extLst>
                  <a:ext uri="{FF2B5EF4-FFF2-40B4-BE49-F238E27FC236}">
                    <a16:creationId xmlns:a16="http://schemas.microsoft.com/office/drawing/2014/main" id="{529CF6BC-1B06-4834-916E-B396893BEB22}"/>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020371" y="2171897"/>
                <a:ext cx="919559"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6872" name="Line 290">
                <a:extLst>
                  <a:ext uri="{FF2B5EF4-FFF2-40B4-BE49-F238E27FC236}">
                    <a16:creationId xmlns:a16="http://schemas.microsoft.com/office/drawing/2014/main" id="{2F9B2E56-1468-458E-BBFE-6E78E21435FF}"/>
                  </a:ext>
                </a:extLst>
              </p:cNvPr>
              <p:cNvSpPr>
                <a:spLocks noChangeAspect="1" noChangeShapeType="1"/>
              </p:cNvSpPr>
              <p:nvPr/>
            </p:nvSpPr>
            <p:spPr bwMode="auto">
              <a:xfrm>
                <a:off x="4544105" y="2339963"/>
                <a:ext cx="6470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73" name="Line 291">
                <a:extLst>
                  <a:ext uri="{FF2B5EF4-FFF2-40B4-BE49-F238E27FC236}">
                    <a16:creationId xmlns:a16="http://schemas.microsoft.com/office/drawing/2014/main" id="{9569357C-2DCB-41CE-8973-E9DF2DAA03AC}"/>
                  </a:ext>
                </a:extLst>
              </p:cNvPr>
              <p:cNvSpPr>
                <a:spLocks noChangeAspect="1" noChangeShapeType="1"/>
              </p:cNvSpPr>
              <p:nvPr/>
            </p:nvSpPr>
            <p:spPr bwMode="auto">
              <a:xfrm>
                <a:off x="4481609" y="2595825"/>
                <a:ext cx="71136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74" name="Line 292">
                <a:extLst>
                  <a:ext uri="{FF2B5EF4-FFF2-40B4-BE49-F238E27FC236}">
                    <a16:creationId xmlns:a16="http://schemas.microsoft.com/office/drawing/2014/main" id="{7D51DB65-33AF-40F5-A96B-0BAE07CA9657}"/>
                  </a:ext>
                </a:extLst>
              </p:cNvPr>
              <p:cNvSpPr>
                <a:spLocks noChangeAspect="1" noChangeShapeType="1"/>
              </p:cNvSpPr>
              <p:nvPr/>
            </p:nvSpPr>
            <p:spPr bwMode="auto">
              <a:xfrm flipH="1">
                <a:off x="5808622" y="2457450"/>
                <a:ext cx="502991"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75" name="Rectangle 297">
                <a:extLst>
                  <a:ext uri="{FF2B5EF4-FFF2-40B4-BE49-F238E27FC236}">
                    <a16:creationId xmlns:a16="http://schemas.microsoft.com/office/drawing/2014/main" id="{BA7519D5-A2B2-4A8F-9F87-48525E252240}"/>
                  </a:ext>
                </a:extLst>
              </p:cNvPr>
              <p:cNvSpPr>
                <a:spLocks noChangeAspect="1" noChangeArrowheads="1"/>
              </p:cNvSpPr>
              <p:nvPr/>
            </p:nvSpPr>
            <p:spPr bwMode="auto">
              <a:xfrm>
                <a:off x="4191000" y="2285999"/>
                <a:ext cx="166727"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T </a:t>
                </a: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76" name="Rectangle 299">
                <a:extLst>
                  <a:ext uri="{FF2B5EF4-FFF2-40B4-BE49-F238E27FC236}">
                    <a16:creationId xmlns:a16="http://schemas.microsoft.com/office/drawing/2014/main" id="{92C9DD6A-6139-49F0-89B2-9B122CFF266E}"/>
                  </a:ext>
                </a:extLst>
              </p:cNvPr>
              <p:cNvSpPr>
                <a:spLocks noChangeAspect="1" noChangeArrowheads="1"/>
              </p:cNvSpPr>
              <p:nvPr/>
            </p:nvSpPr>
            <p:spPr bwMode="auto">
              <a:xfrm>
                <a:off x="4768201" y="2219325"/>
                <a:ext cx="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77" name="Rectangle 301">
                <a:extLst>
                  <a:ext uri="{FF2B5EF4-FFF2-40B4-BE49-F238E27FC236}">
                    <a16:creationId xmlns:a16="http://schemas.microsoft.com/office/drawing/2014/main" id="{D5A1E70F-D12C-4F6E-8B1C-2DA06D0B987D}"/>
                  </a:ext>
                </a:extLst>
              </p:cNvPr>
              <p:cNvSpPr>
                <a:spLocks noChangeAspect="1" noChangeArrowheads="1"/>
              </p:cNvSpPr>
              <p:nvPr/>
            </p:nvSpPr>
            <p:spPr bwMode="auto">
              <a:xfrm>
                <a:off x="4768201" y="2616200"/>
                <a:ext cx="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76878" name="Group 3">
                <a:extLst>
                  <a:ext uri="{FF2B5EF4-FFF2-40B4-BE49-F238E27FC236}">
                    <a16:creationId xmlns:a16="http://schemas.microsoft.com/office/drawing/2014/main" id="{16122247-6B53-4714-9314-A65013B847A1}"/>
                  </a:ext>
                </a:extLst>
              </p:cNvPr>
              <p:cNvGrpSpPr>
                <a:grpSpLocks/>
              </p:cNvGrpSpPr>
              <p:nvPr/>
            </p:nvGrpSpPr>
            <p:grpSpPr bwMode="auto">
              <a:xfrm>
                <a:off x="6309987" y="2193925"/>
                <a:ext cx="1222700" cy="1063625"/>
                <a:chOff x="3981450" y="4936682"/>
                <a:chExt cx="1222530" cy="1063625"/>
              </a:xfrm>
            </p:grpSpPr>
            <p:sp>
              <p:nvSpPr>
                <p:cNvPr id="76883" name="Rectangle 50">
                  <a:extLst>
                    <a:ext uri="{FF2B5EF4-FFF2-40B4-BE49-F238E27FC236}">
                      <a16:creationId xmlns:a16="http://schemas.microsoft.com/office/drawing/2014/main" id="{CF8110E7-664A-4023-9E57-379DCA405184}"/>
                    </a:ext>
                  </a:extLst>
                </p:cNvPr>
                <p:cNvSpPr>
                  <a:spLocks noChangeArrowheads="1"/>
                </p:cNvSpPr>
                <p:nvPr/>
              </p:nvSpPr>
              <p:spPr bwMode="auto">
                <a:xfrm>
                  <a:off x="3981450" y="4936682"/>
                  <a:ext cx="666750" cy="1063625"/>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84" name="Rectangle 52">
                  <a:extLst>
                    <a:ext uri="{FF2B5EF4-FFF2-40B4-BE49-F238E27FC236}">
                      <a16:creationId xmlns:a16="http://schemas.microsoft.com/office/drawing/2014/main" id="{A9DCE8A6-3DB2-40E7-910B-022C1E9D9D1F}"/>
                    </a:ext>
                  </a:extLst>
                </p:cNvPr>
                <p:cNvSpPr>
                  <a:spLocks noChangeArrowheads="1"/>
                </p:cNvSpPr>
                <p:nvPr/>
              </p:nvSpPr>
              <p:spPr bwMode="auto">
                <a:xfrm>
                  <a:off x="4049713" y="510972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85" name="Rectangle 53">
                  <a:extLst>
                    <a:ext uri="{FF2B5EF4-FFF2-40B4-BE49-F238E27FC236}">
                      <a16:creationId xmlns:a16="http://schemas.microsoft.com/office/drawing/2014/main" id="{833A2939-0B8B-4B11-980E-133ACA402C3A}"/>
                    </a:ext>
                  </a:extLst>
                </p:cNvPr>
                <p:cNvSpPr>
                  <a:spLocks noChangeArrowheads="1"/>
                </p:cNvSpPr>
                <p:nvPr/>
              </p:nvSpPr>
              <p:spPr bwMode="auto">
                <a:xfrm>
                  <a:off x="4445000" y="510337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86" name="Line 54">
                  <a:extLst>
                    <a:ext uri="{FF2B5EF4-FFF2-40B4-BE49-F238E27FC236}">
                      <a16:creationId xmlns:a16="http://schemas.microsoft.com/office/drawing/2014/main" id="{FDC71EFF-3E94-4330-B381-CCC74383818D}"/>
                    </a:ext>
                  </a:extLst>
                </p:cNvPr>
                <p:cNvSpPr>
                  <a:spLocks noChangeShapeType="1"/>
                </p:cNvSpPr>
                <p:nvPr/>
              </p:nvSpPr>
              <p:spPr bwMode="auto">
                <a:xfrm flipH="1">
                  <a:off x="4457700" y="5638357"/>
                  <a:ext cx="95250" cy="3175"/>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87" name="Freeform 55">
                  <a:extLst>
                    <a:ext uri="{FF2B5EF4-FFF2-40B4-BE49-F238E27FC236}">
                      <a16:creationId xmlns:a16="http://schemas.microsoft.com/office/drawing/2014/main" id="{C41230D0-3C12-4987-BEEB-13F884333DF8}"/>
                    </a:ext>
                  </a:extLst>
                </p:cNvPr>
                <p:cNvSpPr>
                  <a:spLocks/>
                </p:cNvSpPr>
                <p:nvPr/>
              </p:nvSpPr>
              <p:spPr bwMode="auto">
                <a:xfrm>
                  <a:off x="3981450" y="5676457"/>
                  <a:ext cx="133350" cy="133350"/>
                </a:xfrm>
                <a:custGeom>
                  <a:avLst/>
                  <a:gdLst>
                    <a:gd name="T0" fmla="*/ 0 w 167"/>
                    <a:gd name="T1" fmla="*/ 2147483646 h 168"/>
                    <a:gd name="T2" fmla="*/ 2147483646 w 167"/>
                    <a:gd name="T3" fmla="*/ 2147483646 h 168"/>
                    <a:gd name="T4" fmla="*/ 0 w 167"/>
                    <a:gd name="T5" fmla="*/ 0 h 168"/>
                    <a:gd name="T6" fmla="*/ 0 60000 65536"/>
                    <a:gd name="T7" fmla="*/ 0 60000 65536"/>
                    <a:gd name="T8" fmla="*/ 0 60000 65536"/>
                    <a:gd name="T9" fmla="*/ 0 w 167"/>
                    <a:gd name="T10" fmla="*/ 0 h 168"/>
                    <a:gd name="T11" fmla="*/ 167 w 167"/>
                    <a:gd name="T12" fmla="*/ 168 h 168"/>
                  </a:gdLst>
                  <a:ahLst/>
                  <a:cxnLst>
                    <a:cxn ang="T6">
                      <a:pos x="T0" y="T1"/>
                    </a:cxn>
                    <a:cxn ang="T7">
                      <a:pos x="T2" y="T3"/>
                    </a:cxn>
                    <a:cxn ang="T8">
                      <a:pos x="T4" y="T5"/>
                    </a:cxn>
                  </a:cxnLst>
                  <a:rect l="T9" t="T10" r="T11" b="T12"/>
                  <a:pathLst>
                    <a:path w="167" h="168">
                      <a:moveTo>
                        <a:pt x="0" y="168"/>
                      </a:moveTo>
                      <a:lnTo>
                        <a:pt x="167"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88" name="Line 60">
                  <a:extLst>
                    <a:ext uri="{FF2B5EF4-FFF2-40B4-BE49-F238E27FC236}">
                      <a16:creationId xmlns:a16="http://schemas.microsoft.com/office/drawing/2014/main" id="{4DE3D53C-A0E3-4EDC-AA0A-6FB212CC9AA1}"/>
                    </a:ext>
                  </a:extLst>
                </p:cNvPr>
                <p:cNvSpPr>
                  <a:spLocks noChangeShapeType="1"/>
                </p:cNvSpPr>
                <p:nvPr/>
              </p:nvSpPr>
              <p:spPr bwMode="auto">
                <a:xfrm flipH="1" flipV="1">
                  <a:off x="4648199" y="5203381"/>
                  <a:ext cx="555781" cy="524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89" name="Line 61">
                  <a:extLst>
                    <a:ext uri="{FF2B5EF4-FFF2-40B4-BE49-F238E27FC236}">
                      <a16:creationId xmlns:a16="http://schemas.microsoft.com/office/drawing/2014/main" id="{E64B7DC7-7CA1-4FE8-83AD-B3F094FF8850}"/>
                    </a:ext>
                  </a:extLst>
                </p:cNvPr>
                <p:cNvSpPr>
                  <a:spLocks noChangeShapeType="1"/>
                </p:cNvSpPr>
                <p:nvPr/>
              </p:nvSpPr>
              <p:spPr bwMode="auto">
                <a:xfrm flipH="1" flipV="1">
                  <a:off x="4648199" y="5736782"/>
                  <a:ext cx="548989" cy="160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90" name="Rectangle 62">
                  <a:extLst>
                    <a:ext uri="{FF2B5EF4-FFF2-40B4-BE49-F238E27FC236}">
                      <a16:creationId xmlns:a16="http://schemas.microsoft.com/office/drawing/2014/main" id="{546D20E0-5683-498D-99D4-02E12BE9AAE5}"/>
                    </a:ext>
                  </a:extLst>
                </p:cNvPr>
                <p:cNvSpPr>
                  <a:spLocks noChangeArrowheads="1"/>
                </p:cNvSpPr>
                <p:nvPr/>
              </p:nvSpPr>
              <p:spPr bwMode="auto">
                <a:xfrm>
                  <a:off x="4446588" y="5647882"/>
                  <a:ext cx="244475" cy="241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76879" name="Line 292">
                <a:extLst>
                  <a:ext uri="{FF2B5EF4-FFF2-40B4-BE49-F238E27FC236}">
                    <a16:creationId xmlns:a16="http://schemas.microsoft.com/office/drawing/2014/main" id="{79D6F301-E994-4CEC-AB00-5106B21EFEAF}"/>
                  </a:ext>
                </a:extLst>
              </p:cNvPr>
              <p:cNvSpPr>
                <a:spLocks noChangeAspect="1" noChangeShapeType="1"/>
              </p:cNvSpPr>
              <p:nvPr/>
            </p:nvSpPr>
            <p:spPr bwMode="auto">
              <a:xfrm flipH="1">
                <a:off x="4536372" y="1905000"/>
                <a:ext cx="274384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80" name="Line 294">
                <a:extLst>
                  <a:ext uri="{FF2B5EF4-FFF2-40B4-BE49-F238E27FC236}">
                    <a16:creationId xmlns:a16="http://schemas.microsoft.com/office/drawing/2014/main" id="{E55D0639-EFEB-4AFA-87D3-348A45815050}"/>
                  </a:ext>
                </a:extLst>
              </p:cNvPr>
              <p:cNvSpPr>
                <a:spLocks noChangeAspect="1" noChangeShapeType="1"/>
              </p:cNvSpPr>
              <p:nvPr/>
            </p:nvSpPr>
            <p:spPr bwMode="auto">
              <a:xfrm>
                <a:off x="4552251" y="1904999"/>
                <a:ext cx="0" cy="43964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81" name="Line 294">
                <a:extLst>
                  <a:ext uri="{FF2B5EF4-FFF2-40B4-BE49-F238E27FC236}">
                    <a16:creationId xmlns:a16="http://schemas.microsoft.com/office/drawing/2014/main" id="{9DB9A13D-EB15-4426-8490-7C982A253FD6}"/>
                  </a:ext>
                </a:extLst>
              </p:cNvPr>
              <p:cNvSpPr>
                <a:spLocks noChangeAspect="1" noChangeShapeType="1"/>
              </p:cNvSpPr>
              <p:nvPr/>
            </p:nvSpPr>
            <p:spPr bwMode="auto">
              <a:xfrm>
                <a:off x="7275453" y="1905000"/>
                <a:ext cx="0" cy="55403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82" name="Oval 79">
                <a:extLst>
                  <a:ext uri="{FF2B5EF4-FFF2-40B4-BE49-F238E27FC236}">
                    <a16:creationId xmlns:a16="http://schemas.microsoft.com/office/drawing/2014/main" id="{DB3A55A1-9165-4F4E-9343-255222102D8A}"/>
                  </a:ext>
                </a:extLst>
              </p:cNvPr>
              <p:cNvSpPr>
                <a:spLocks noChangeArrowheads="1"/>
              </p:cNvSpPr>
              <p:nvPr/>
            </p:nvSpPr>
            <p:spPr bwMode="auto">
              <a:xfrm>
                <a:off x="7238931" y="2422525"/>
                <a:ext cx="76218" cy="76200"/>
              </a:xfrm>
              <a:prstGeom prst="ellipse">
                <a:avLst/>
              </a:prstGeom>
              <a:solidFill>
                <a:schemeClr val="tx1"/>
              </a:solidFill>
              <a:ln w="9525">
                <a:solidFill>
                  <a:schemeClr val="tx1"/>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76805" name="Group 143">
              <a:extLst>
                <a:ext uri="{FF2B5EF4-FFF2-40B4-BE49-F238E27FC236}">
                  <a16:creationId xmlns:a16="http://schemas.microsoft.com/office/drawing/2014/main" id="{48A85B0F-34B0-4518-A5CE-D598F7816829}"/>
                </a:ext>
              </a:extLst>
            </p:cNvPr>
            <p:cNvGrpSpPr>
              <a:grpSpLocks/>
            </p:cNvGrpSpPr>
            <p:nvPr/>
          </p:nvGrpSpPr>
          <p:grpSpPr bwMode="auto">
            <a:xfrm>
              <a:off x="1762573" y="3051174"/>
              <a:ext cx="5541516" cy="3444932"/>
              <a:chOff x="1991173" y="1904999"/>
              <a:chExt cx="5541516" cy="3444932"/>
            </a:xfrm>
          </p:grpSpPr>
          <p:pic>
            <p:nvPicPr>
              <p:cNvPr id="76849" name="Picture 32" descr="Screen shot 2013-11-01 at 3.49.29 PM.png">
                <a:extLst>
                  <a:ext uri="{FF2B5EF4-FFF2-40B4-BE49-F238E27FC236}">
                    <a16:creationId xmlns:a16="http://schemas.microsoft.com/office/drawing/2014/main" id="{0D245A25-2E0D-402D-BCD6-03678D5D77A6}"/>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020371" y="2171897"/>
                <a:ext cx="919559"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6850" name="Line 290">
                <a:extLst>
                  <a:ext uri="{FF2B5EF4-FFF2-40B4-BE49-F238E27FC236}">
                    <a16:creationId xmlns:a16="http://schemas.microsoft.com/office/drawing/2014/main" id="{C5392E83-C86A-407E-91FB-4B169A8E69D1}"/>
                  </a:ext>
                </a:extLst>
              </p:cNvPr>
              <p:cNvSpPr>
                <a:spLocks noChangeAspect="1" noChangeShapeType="1"/>
              </p:cNvSpPr>
              <p:nvPr/>
            </p:nvSpPr>
            <p:spPr bwMode="auto">
              <a:xfrm>
                <a:off x="4544105" y="2339963"/>
                <a:ext cx="6470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51" name="Line 291">
                <a:extLst>
                  <a:ext uri="{FF2B5EF4-FFF2-40B4-BE49-F238E27FC236}">
                    <a16:creationId xmlns:a16="http://schemas.microsoft.com/office/drawing/2014/main" id="{7E53C1F8-B5AF-4337-817E-CAAE62BB3DAD}"/>
                  </a:ext>
                </a:extLst>
              </p:cNvPr>
              <p:cNvSpPr>
                <a:spLocks noChangeAspect="1" noChangeShapeType="1"/>
              </p:cNvSpPr>
              <p:nvPr/>
            </p:nvSpPr>
            <p:spPr bwMode="auto">
              <a:xfrm>
                <a:off x="4481609" y="2595825"/>
                <a:ext cx="71136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52" name="Line 292">
                <a:extLst>
                  <a:ext uri="{FF2B5EF4-FFF2-40B4-BE49-F238E27FC236}">
                    <a16:creationId xmlns:a16="http://schemas.microsoft.com/office/drawing/2014/main" id="{2DAA61FA-0C45-4F3E-9DDF-597D12D82714}"/>
                  </a:ext>
                </a:extLst>
              </p:cNvPr>
              <p:cNvSpPr>
                <a:spLocks noChangeAspect="1" noChangeShapeType="1"/>
              </p:cNvSpPr>
              <p:nvPr/>
            </p:nvSpPr>
            <p:spPr bwMode="auto">
              <a:xfrm flipH="1">
                <a:off x="5808622" y="2457450"/>
                <a:ext cx="502991"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53" name="Rectangle 297">
                <a:extLst>
                  <a:ext uri="{FF2B5EF4-FFF2-40B4-BE49-F238E27FC236}">
                    <a16:creationId xmlns:a16="http://schemas.microsoft.com/office/drawing/2014/main" id="{973F5563-11D5-4CEC-91DF-4817AFDF3010}"/>
                  </a:ext>
                </a:extLst>
              </p:cNvPr>
              <p:cNvSpPr>
                <a:spLocks noChangeAspect="1" noChangeArrowheads="1"/>
              </p:cNvSpPr>
              <p:nvPr/>
            </p:nvSpPr>
            <p:spPr bwMode="auto">
              <a:xfrm>
                <a:off x="4191000" y="2282825"/>
                <a:ext cx="166727"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T </a:t>
                </a: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54" name="Rectangle 299">
                <a:extLst>
                  <a:ext uri="{FF2B5EF4-FFF2-40B4-BE49-F238E27FC236}">
                    <a16:creationId xmlns:a16="http://schemas.microsoft.com/office/drawing/2014/main" id="{2DEE72FD-1B00-4C1D-BB53-DCE9E1F55D20}"/>
                  </a:ext>
                </a:extLst>
              </p:cNvPr>
              <p:cNvSpPr>
                <a:spLocks noChangeAspect="1" noChangeArrowheads="1"/>
              </p:cNvSpPr>
              <p:nvPr/>
            </p:nvSpPr>
            <p:spPr bwMode="auto">
              <a:xfrm>
                <a:off x="4768201" y="2219325"/>
                <a:ext cx="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55" name="Rectangle 301">
                <a:extLst>
                  <a:ext uri="{FF2B5EF4-FFF2-40B4-BE49-F238E27FC236}">
                    <a16:creationId xmlns:a16="http://schemas.microsoft.com/office/drawing/2014/main" id="{3108FD9C-2DE3-4E9A-A9A6-19E3A9C45CC0}"/>
                  </a:ext>
                </a:extLst>
              </p:cNvPr>
              <p:cNvSpPr>
                <a:spLocks noChangeAspect="1" noChangeArrowheads="1"/>
              </p:cNvSpPr>
              <p:nvPr/>
            </p:nvSpPr>
            <p:spPr bwMode="auto">
              <a:xfrm>
                <a:off x="4768201" y="2616200"/>
                <a:ext cx="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76856" name="Group 3">
                <a:extLst>
                  <a:ext uri="{FF2B5EF4-FFF2-40B4-BE49-F238E27FC236}">
                    <a16:creationId xmlns:a16="http://schemas.microsoft.com/office/drawing/2014/main" id="{8F05D3A2-7D6F-4AB0-9457-285DD6B85813}"/>
                  </a:ext>
                </a:extLst>
              </p:cNvPr>
              <p:cNvGrpSpPr>
                <a:grpSpLocks/>
              </p:cNvGrpSpPr>
              <p:nvPr/>
            </p:nvGrpSpPr>
            <p:grpSpPr bwMode="auto">
              <a:xfrm>
                <a:off x="5998070" y="2193925"/>
                <a:ext cx="1534619" cy="1063625"/>
                <a:chOff x="3669575" y="4936682"/>
                <a:chExt cx="1534405" cy="1063625"/>
              </a:xfrm>
            </p:grpSpPr>
            <p:sp>
              <p:nvSpPr>
                <p:cNvPr id="76862" name="Rectangle 50">
                  <a:extLst>
                    <a:ext uri="{FF2B5EF4-FFF2-40B4-BE49-F238E27FC236}">
                      <a16:creationId xmlns:a16="http://schemas.microsoft.com/office/drawing/2014/main" id="{686F2338-6EBC-46DF-A433-7D458D318A5A}"/>
                    </a:ext>
                  </a:extLst>
                </p:cNvPr>
                <p:cNvSpPr>
                  <a:spLocks noChangeArrowheads="1"/>
                </p:cNvSpPr>
                <p:nvPr/>
              </p:nvSpPr>
              <p:spPr bwMode="auto">
                <a:xfrm>
                  <a:off x="3981450" y="4936682"/>
                  <a:ext cx="666750" cy="1063625"/>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63" name="Rectangle 52">
                  <a:extLst>
                    <a:ext uri="{FF2B5EF4-FFF2-40B4-BE49-F238E27FC236}">
                      <a16:creationId xmlns:a16="http://schemas.microsoft.com/office/drawing/2014/main" id="{747A05D7-C9DA-4E00-A967-EB09C36DA567}"/>
                    </a:ext>
                  </a:extLst>
                </p:cNvPr>
                <p:cNvSpPr>
                  <a:spLocks noChangeArrowheads="1"/>
                </p:cNvSpPr>
                <p:nvPr/>
              </p:nvSpPr>
              <p:spPr bwMode="auto">
                <a:xfrm>
                  <a:off x="4049713" y="510972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64" name="Rectangle 53">
                  <a:extLst>
                    <a:ext uri="{FF2B5EF4-FFF2-40B4-BE49-F238E27FC236}">
                      <a16:creationId xmlns:a16="http://schemas.microsoft.com/office/drawing/2014/main" id="{6B417CE6-565C-4B8B-8BC1-D13505E4A037}"/>
                    </a:ext>
                  </a:extLst>
                </p:cNvPr>
                <p:cNvSpPr>
                  <a:spLocks noChangeArrowheads="1"/>
                </p:cNvSpPr>
                <p:nvPr/>
              </p:nvSpPr>
              <p:spPr bwMode="auto">
                <a:xfrm>
                  <a:off x="4445000" y="510337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65" name="Line 54">
                  <a:extLst>
                    <a:ext uri="{FF2B5EF4-FFF2-40B4-BE49-F238E27FC236}">
                      <a16:creationId xmlns:a16="http://schemas.microsoft.com/office/drawing/2014/main" id="{A6EA80D4-5092-4516-99D4-E776E639D3D9}"/>
                    </a:ext>
                  </a:extLst>
                </p:cNvPr>
                <p:cNvSpPr>
                  <a:spLocks noChangeShapeType="1"/>
                </p:cNvSpPr>
                <p:nvPr/>
              </p:nvSpPr>
              <p:spPr bwMode="auto">
                <a:xfrm flipH="1">
                  <a:off x="4457700" y="5638357"/>
                  <a:ext cx="95250" cy="3175"/>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66" name="Freeform 55">
                  <a:extLst>
                    <a:ext uri="{FF2B5EF4-FFF2-40B4-BE49-F238E27FC236}">
                      <a16:creationId xmlns:a16="http://schemas.microsoft.com/office/drawing/2014/main" id="{2DC5DBFC-A4AC-4BC5-A888-7BD5FE09880B}"/>
                    </a:ext>
                  </a:extLst>
                </p:cNvPr>
                <p:cNvSpPr>
                  <a:spLocks/>
                </p:cNvSpPr>
                <p:nvPr/>
              </p:nvSpPr>
              <p:spPr bwMode="auto">
                <a:xfrm>
                  <a:off x="3981450" y="5676457"/>
                  <a:ext cx="133350" cy="133350"/>
                </a:xfrm>
                <a:custGeom>
                  <a:avLst/>
                  <a:gdLst>
                    <a:gd name="T0" fmla="*/ 0 w 167"/>
                    <a:gd name="T1" fmla="*/ 2147483646 h 168"/>
                    <a:gd name="T2" fmla="*/ 2147483646 w 167"/>
                    <a:gd name="T3" fmla="*/ 2147483646 h 168"/>
                    <a:gd name="T4" fmla="*/ 0 w 167"/>
                    <a:gd name="T5" fmla="*/ 0 h 168"/>
                    <a:gd name="T6" fmla="*/ 0 60000 65536"/>
                    <a:gd name="T7" fmla="*/ 0 60000 65536"/>
                    <a:gd name="T8" fmla="*/ 0 60000 65536"/>
                    <a:gd name="T9" fmla="*/ 0 w 167"/>
                    <a:gd name="T10" fmla="*/ 0 h 168"/>
                    <a:gd name="T11" fmla="*/ 167 w 167"/>
                    <a:gd name="T12" fmla="*/ 168 h 168"/>
                  </a:gdLst>
                  <a:ahLst/>
                  <a:cxnLst>
                    <a:cxn ang="T6">
                      <a:pos x="T0" y="T1"/>
                    </a:cxn>
                    <a:cxn ang="T7">
                      <a:pos x="T2" y="T3"/>
                    </a:cxn>
                    <a:cxn ang="T8">
                      <a:pos x="T4" y="T5"/>
                    </a:cxn>
                  </a:cxnLst>
                  <a:rect l="T9" t="T10" r="T11" b="T12"/>
                  <a:pathLst>
                    <a:path w="167" h="168">
                      <a:moveTo>
                        <a:pt x="0" y="168"/>
                      </a:moveTo>
                      <a:lnTo>
                        <a:pt x="167"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67" name="Line 58">
                  <a:extLst>
                    <a:ext uri="{FF2B5EF4-FFF2-40B4-BE49-F238E27FC236}">
                      <a16:creationId xmlns:a16="http://schemas.microsoft.com/office/drawing/2014/main" id="{75E573CE-329F-41C5-B04F-E12897C9ADC7}"/>
                    </a:ext>
                  </a:extLst>
                </p:cNvPr>
                <p:cNvSpPr>
                  <a:spLocks noChangeShapeType="1"/>
                </p:cNvSpPr>
                <p:nvPr/>
              </p:nvSpPr>
              <p:spPr bwMode="auto">
                <a:xfrm>
                  <a:off x="3669575" y="5730634"/>
                  <a:ext cx="32197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68" name="Line 60">
                  <a:extLst>
                    <a:ext uri="{FF2B5EF4-FFF2-40B4-BE49-F238E27FC236}">
                      <a16:creationId xmlns:a16="http://schemas.microsoft.com/office/drawing/2014/main" id="{1FD113E0-B1A2-4E4C-9AA6-87A381E538DD}"/>
                    </a:ext>
                  </a:extLst>
                </p:cNvPr>
                <p:cNvSpPr>
                  <a:spLocks noChangeShapeType="1"/>
                </p:cNvSpPr>
                <p:nvPr/>
              </p:nvSpPr>
              <p:spPr bwMode="auto">
                <a:xfrm flipH="1" flipV="1">
                  <a:off x="4648199" y="5203381"/>
                  <a:ext cx="555781" cy="524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69" name="Line 61">
                  <a:extLst>
                    <a:ext uri="{FF2B5EF4-FFF2-40B4-BE49-F238E27FC236}">
                      <a16:creationId xmlns:a16="http://schemas.microsoft.com/office/drawing/2014/main" id="{440B6C1E-C9DD-4AF7-BFD7-5D81C85202E4}"/>
                    </a:ext>
                  </a:extLst>
                </p:cNvPr>
                <p:cNvSpPr>
                  <a:spLocks noChangeShapeType="1"/>
                </p:cNvSpPr>
                <p:nvPr/>
              </p:nvSpPr>
              <p:spPr bwMode="auto">
                <a:xfrm flipH="1" flipV="1">
                  <a:off x="4648199" y="5736782"/>
                  <a:ext cx="548989" cy="160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70" name="Rectangle 62">
                  <a:extLst>
                    <a:ext uri="{FF2B5EF4-FFF2-40B4-BE49-F238E27FC236}">
                      <a16:creationId xmlns:a16="http://schemas.microsoft.com/office/drawing/2014/main" id="{67F57C48-703D-4EAF-97E2-134E7915C5F2}"/>
                    </a:ext>
                  </a:extLst>
                </p:cNvPr>
                <p:cNvSpPr>
                  <a:spLocks noChangeArrowheads="1"/>
                </p:cNvSpPr>
                <p:nvPr/>
              </p:nvSpPr>
              <p:spPr bwMode="auto">
                <a:xfrm>
                  <a:off x="4446588" y="5647882"/>
                  <a:ext cx="244475" cy="241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76857" name="Line 292">
                <a:extLst>
                  <a:ext uri="{FF2B5EF4-FFF2-40B4-BE49-F238E27FC236}">
                    <a16:creationId xmlns:a16="http://schemas.microsoft.com/office/drawing/2014/main" id="{2D47C1DB-49DB-4FB1-A807-3ED8A6E3197E}"/>
                  </a:ext>
                </a:extLst>
              </p:cNvPr>
              <p:cNvSpPr>
                <a:spLocks noChangeAspect="1" noChangeShapeType="1"/>
              </p:cNvSpPr>
              <p:nvPr/>
            </p:nvSpPr>
            <p:spPr bwMode="auto">
              <a:xfrm flipH="1">
                <a:off x="4536372" y="1905000"/>
                <a:ext cx="274384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58" name="Line 294">
                <a:extLst>
                  <a:ext uri="{FF2B5EF4-FFF2-40B4-BE49-F238E27FC236}">
                    <a16:creationId xmlns:a16="http://schemas.microsoft.com/office/drawing/2014/main" id="{D063CBB1-3128-4552-8FC0-D4CE069F7281}"/>
                  </a:ext>
                </a:extLst>
              </p:cNvPr>
              <p:cNvSpPr>
                <a:spLocks noChangeAspect="1" noChangeShapeType="1"/>
              </p:cNvSpPr>
              <p:nvPr/>
            </p:nvSpPr>
            <p:spPr bwMode="auto">
              <a:xfrm>
                <a:off x="4552251" y="1904999"/>
                <a:ext cx="0" cy="43964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59" name="Line 294">
                <a:extLst>
                  <a:ext uri="{FF2B5EF4-FFF2-40B4-BE49-F238E27FC236}">
                    <a16:creationId xmlns:a16="http://schemas.microsoft.com/office/drawing/2014/main" id="{656FE99D-D7FB-409B-9F5F-25CFDDBCDDEE}"/>
                  </a:ext>
                </a:extLst>
              </p:cNvPr>
              <p:cNvSpPr>
                <a:spLocks noChangeAspect="1" noChangeShapeType="1"/>
              </p:cNvSpPr>
              <p:nvPr/>
            </p:nvSpPr>
            <p:spPr bwMode="auto">
              <a:xfrm>
                <a:off x="7275453" y="1905000"/>
                <a:ext cx="0" cy="55403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60" name="Oval 79">
                <a:extLst>
                  <a:ext uri="{FF2B5EF4-FFF2-40B4-BE49-F238E27FC236}">
                    <a16:creationId xmlns:a16="http://schemas.microsoft.com/office/drawing/2014/main" id="{8DDC27D2-4C95-47B1-B030-4295200796DF}"/>
                  </a:ext>
                </a:extLst>
              </p:cNvPr>
              <p:cNvSpPr>
                <a:spLocks noChangeArrowheads="1"/>
              </p:cNvSpPr>
              <p:nvPr/>
            </p:nvSpPr>
            <p:spPr bwMode="auto">
              <a:xfrm>
                <a:off x="7238931" y="2422525"/>
                <a:ext cx="76218" cy="76200"/>
              </a:xfrm>
              <a:prstGeom prst="ellipse">
                <a:avLst/>
              </a:prstGeom>
              <a:solidFill>
                <a:schemeClr val="tx1"/>
              </a:solidFill>
              <a:ln w="9525">
                <a:solidFill>
                  <a:schemeClr val="tx1"/>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61" name="TextBox 81">
                <a:extLst>
                  <a:ext uri="{FF2B5EF4-FFF2-40B4-BE49-F238E27FC236}">
                    <a16:creationId xmlns:a16="http://schemas.microsoft.com/office/drawing/2014/main" id="{D3F85FCF-697C-47F2-81A4-0FB0FAD698CA}"/>
                  </a:ext>
                </a:extLst>
              </p:cNvPr>
              <p:cNvSpPr txBox="1">
                <a:spLocks noChangeArrowheads="1"/>
              </p:cNvSpPr>
              <p:nvPr/>
            </p:nvSpPr>
            <p:spPr bwMode="auto">
              <a:xfrm>
                <a:off x="1991173" y="4981631"/>
                <a:ext cx="735185"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Clock</a:t>
                </a:r>
              </a:p>
            </p:txBody>
          </p:sp>
        </p:grpSp>
        <p:grpSp>
          <p:nvGrpSpPr>
            <p:cNvPr id="76806" name="Group 166">
              <a:extLst>
                <a:ext uri="{FF2B5EF4-FFF2-40B4-BE49-F238E27FC236}">
                  <a16:creationId xmlns:a16="http://schemas.microsoft.com/office/drawing/2014/main" id="{4468084C-2AC2-4C85-BD63-BA92AF803F3D}"/>
                </a:ext>
              </a:extLst>
            </p:cNvPr>
            <p:cNvGrpSpPr>
              <a:grpSpLocks/>
            </p:cNvGrpSpPr>
            <p:nvPr/>
          </p:nvGrpSpPr>
          <p:grpSpPr bwMode="auto">
            <a:xfrm>
              <a:off x="4038600" y="5108574"/>
              <a:ext cx="3341688" cy="1352551"/>
              <a:chOff x="4191000" y="1904999"/>
              <a:chExt cx="3341688" cy="1352551"/>
            </a:xfrm>
          </p:grpSpPr>
          <p:pic>
            <p:nvPicPr>
              <p:cNvPr id="76828" name="Picture 32" descr="Screen shot 2013-11-01 at 3.49.29 PM.png">
                <a:extLst>
                  <a:ext uri="{FF2B5EF4-FFF2-40B4-BE49-F238E27FC236}">
                    <a16:creationId xmlns:a16="http://schemas.microsoft.com/office/drawing/2014/main" id="{AF86A2DB-3E1D-4CD8-9872-F6BF74056B18}"/>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020371" y="2171897"/>
                <a:ext cx="919559"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6829" name="Line 290">
                <a:extLst>
                  <a:ext uri="{FF2B5EF4-FFF2-40B4-BE49-F238E27FC236}">
                    <a16:creationId xmlns:a16="http://schemas.microsoft.com/office/drawing/2014/main" id="{BA6DBEE7-B6AB-4720-830D-02F334EFAF85}"/>
                  </a:ext>
                </a:extLst>
              </p:cNvPr>
              <p:cNvSpPr>
                <a:spLocks noChangeAspect="1" noChangeShapeType="1"/>
              </p:cNvSpPr>
              <p:nvPr/>
            </p:nvSpPr>
            <p:spPr bwMode="auto">
              <a:xfrm>
                <a:off x="4544105" y="2339963"/>
                <a:ext cx="6470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30" name="Line 291">
                <a:extLst>
                  <a:ext uri="{FF2B5EF4-FFF2-40B4-BE49-F238E27FC236}">
                    <a16:creationId xmlns:a16="http://schemas.microsoft.com/office/drawing/2014/main" id="{DDD72546-72F5-47E3-86E0-97A2179AAA65}"/>
                  </a:ext>
                </a:extLst>
              </p:cNvPr>
              <p:cNvSpPr>
                <a:spLocks noChangeAspect="1" noChangeShapeType="1"/>
              </p:cNvSpPr>
              <p:nvPr/>
            </p:nvSpPr>
            <p:spPr bwMode="auto">
              <a:xfrm>
                <a:off x="4481609" y="2595825"/>
                <a:ext cx="71136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31" name="Line 292">
                <a:extLst>
                  <a:ext uri="{FF2B5EF4-FFF2-40B4-BE49-F238E27FC236}">
                    <a16:creationId xmlns:a16="http://schemas.microsoft.com/office/drawing/2014/main" id="{CF9AA6F6-4317-4B83-B668-7873E08990CE}"/>
                  </a:ext>
                </a:extLst>
              </p:cNvPr>
              <p:cNvSpPr>
                <a:spLocks noChangeAspect="1" noChangeShapeType="1"/>
              </p:cNvSpPr>
              <p:nvPr/>
            </p:nvSpPr>
            <p:spPr bwMode="auto">
              <a:xfrm flipH="1">
                <a:off x="5808622" y="2457450"/>
                <a:ext cx="502991"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32" name="Rectangle 297">
                <a:extLst>
                  <a:ext uri="{FF2B5EF4-FFF2-40B4-BE49-F238E27FC236}">
                    <a16:creationId xmlns:a16="http://schemas.microsoft.com/office/drawing/2014/main" id="{30E5DD8E-B5BF-49B2-8E53-D68D0BD26883}"/>
                  </a:ext>
                </a:extLst>
              </p:cNvPr>
              <p:cNvSpPr>
                <a:spLocks noChangeAspect="1" noChangeArrowheads="1"/>
              </p:cNvSpPr>
              <p:nvPr/>
            </p:nvSpPr>
            <p:spPr bwMode="auto">
              <a:xfrm>
                <a:off x="4191000" y="2206625"/>
                <a:ext cx="166727"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T </a:t>
                </a: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33" name="Rectangle 299">
                <a:extLst>
                  <a:ext uri="{FF2B5EF4-FFF2-40B4-BE49-F238E27FC236}">
                    <a16:creationId xmlns:a16="http://schemas.microsoft.com/office/drawing/2014/main" id="{737B0704-BB4F-4668-A74E-B18995D9D077}"/>
                  </a:ext>
                </a:extLst>
              </p:cNvPr>
              <p:cNvSpPr>
                <a:spLocks noChangeAspect="1" noChangeArrowheads="1"/>
              </p:cNvSpPr>
              <p:nvPr/>
            </p:nvSpPr>
            <p:spPr bwMode="auto">
              <a:xfrm>
                <a:off x="4768201" y="2219325"/>
                <a:ext cx="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34" name="Rectangle 301">
                <a:extLst>
                  <a:ext uri="{FF2B5EF4-FFF2-40B4-BE49-F238E27FC236}">
                    <a16:creationId xmlns:a16="http://schemas.microsoft.com/office/drawing/2014/main" id="{7437131D-351C-4C57-AC52-02785D57724F}"/>
                  </a:ext>
                </a:extLst>
              </p:cNvPr>
              <p:cNvSpPr>
                <a:spLocks noChangeAspect="1" noChangeArrowheads="1"/>
              </p:cNvSpPr>
              <p:nvPr/>
            </p:nvSpPr>
            <p:spPr bwMode="auto">
              <a:xfrm>
                <a:off x="4768201" y="2616200"/>
                <a:ext cx="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76835" name="Group 3">
                <a:extLst>
                  <a:ext uri="{FF2B5EF4-FFF2-40B4-BE49-F238E27FC236}">
                    <a16:creationId xmlns:a16="http://schemas.microsoft.com/office/drawing/2014/main" id="{8E40AB2A-9208-4F7E-A0C6-17FC8EEEBA81}"/>
                  </a:ext>
                </a:extLst>
              </p:cNvPr>
              <p:cNvGrpSpPr>
                <a:grpSpLocks/>
              </p:cNvGrpSpPr>
              <p:nvPr/>
            </p:nvGrpSpPr>
            <p:grpSpPr bwMode="auto">
              <a:xfrm>
                <a:off x="5909882" y="2193925"/>
                <a:ext cx="1622806" cy="1063625"/>
                <a:chOff x="3581400" y="4936682"/>
                <a:chExt cx="1622580" cy="1063625"/>
              </a:xfrm>
            </p:grpSpPr>
            <p:sp>
              <p:nvSpPr>
                <p:cNvPr id="76840" name="Rectangle 50">
                  <a:extLst>
                    <a:ext uri="{FF2B5EF4-FFF2-40B4-BE49-F238E27FC236}">
                      <a16:creationId xmlns:a16="http://schemas.microsoft.com/office/drawing/2014/main" id="{815F450C-2B0B-4210-9320-8C3CF62A68E1}"/>
                    </a:ext>
                  </a:extLst>
                </p:cNvPr>
                <p:cNvSpPr>
                  <a:spLocks noChangeArrowheads="1"/>
                </p:cNvSpPr>
                <p:nvPr/>
              </p:nvSpPr>
              <p:spPr bwMode="auto">
                <a:xfrm>
                  <a:off x="3981450" y="4936682"/>
                  <a:ext cx="666750" cy="1063625"/>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41" name="Rectangle 52">
                  <a:extLst>
                    <a:ext uri="{FF2B5EF4-FFF2-40B4-BE49-F238E27FC236}">
                      <a16:creationId xmlns:a16="http://schemas.microsoft.com/office/drawing/2014/main" id="{84B9A7A7-02B9-40FF-BDBC-D55A5551E478}"/>
                    </a:ext>
                  </a:extLst>
                </p:cNvPr>
                <p:cNvSpPr>
                  <a:spLocks noChangeArrowheads="1"/>
                </p:cNvSpPr>
                <p:nvPr/>
              </p:nvSpPr>
              <p:spPr bwMode="auto">
                <a:xfrm>
                  <a:off x="4049713" y="510972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42" name="Rectangle 53">
                  <a:extLst>
                    <a:ext uri="{FF2B5EF4-FFF2-40B4-BE49-F238E27FC236}">
                      <a16:creationId xmlns:a16="http://schemas.microsoft.com/office/drawing/2014/main" id="{DD2BF0B3-01BA-468D-8C3C-DD253072232D}"/>
                    </a:ext>
                  </a:extLst>
                </p:cNvPr>
                <p:cNvSpPr>
                  <a:spLocks noChangeArrowheads="1"/>
                </p:cNvSpPr>
                <p:nvPr/>
              </p:nvSpPr>
              <p:spPr bwMode="auto">
                <a:xfrm>
                  <a:off x="4445000" y="5103370"/>
                  <a:ext cx="244475" cy="23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43" name="Line 54">
                  <a:extLst>
                    <a:ext uri="{FF2B5EF4-FFF2-40B4-BE49-F238E27FC236}">
                      <a16:creationId xmlns:a16="http://schemas.microsoft.com/office/drawing/2014/main" id="{806FAD90-415F-4088-B865-494550562DAE}"/>
                    </a:ext>
                  </a:extLst>
                </p:cNvPr>
                <p:cNvSpPr>
                  <a:spLocks noChangeShapeType="1"/>
                </p:cNvSpPr>
                <p:nvPr/>
              </p:nvSpPr>
              <p:spPr bwMode="auto">
                <a:xfrm flipH="1">
                  <a:off x="4457700" y="5638357"/>
                  <a:ext cx="95250" cy="3175"/>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44" name="Freeform 55">
                  <a:extLst>
                    <a:ext uri="{FF2B5EF4-FFF2-40B4-BE49-F238E27FC236}">
                      <a16:creationId xmlns:a16="http://schemas.microsoft.com/office/drawing/2014/main" id="{260CC7F1-5F7C-463C-BDB1-65B9D93847B9}"/>
                    </a:ext>
                  </a:extLst>
                </p:cNvPr>
                <p:cNvSpPr>
                  <a:spLocks/>
                </p:cNvSpPr>
                <p:nvPr/>
              </p:nvSpPr>
              <p:spPr bwMode="auto">
                <a:xfrm>
                  <a:off x="3981450" y="5676457"/>
                  <a:ext cx="133350" cy="133350"/>
                </a:xfrm>
                <a:custGeom>
                  <a:avLst/>
                  <a:gdLst>
                    <a:gd name="T0" fmla="*/ 0 w 167"/>
                    <a:gd name="T1" fmla="*/ 2147483646 h 168"/>
                    <a:gd name="T2" fmla="*/ 2147483646 w 167"/>
                    <a:gd name="T3" fmla="*/ 2147483646 h 168"/>
                    <a:gd name="T4" fmla="*/ 0 w 167"/>
                    <a:gd name="T5" fmla="*/ 0 h 168"/>
                    <a:gd name="T6" fmla="*/ 0 60000 65536"/>
                    <a:gd name="T7" fmla="*/ 0 60000 65536"/>
                    <a:gd name="T8" fmla="*/ 0 60000 65536"/>
                    <a:gd name="T9" fmla="*/ 0 w 167"/>
                    <a:gd name="T10" fmla="*/ 0 h 168"/>
                    <a:gd name="T11" fmla="*/ 167 w 167"/>
                    <a:gd name="T12" fmla="*/ 168 h 168"/>
                  </a:gdLst>
                  <a:ahLst/>
                  <a:cxnLst>
                    <a:cxn ang="T6">
                      <a:pos x="T0" y="T1"/>
                    </a:cxn>
                    <a:cxn ang="T7">
                      <a:pos x="T2" y="T3"/>
                    </a:cxn>
                    <a:cxn ang="T8">
                      <a:pos x="T4" y="T5"/>
                    </a:cxn>
                  </a:cxnLst>
                  <a:rect l="T9" t="T10" r="T11" b="T12"/>
                  <a:pathLst>
                    <a:path w="167" h="168">
                      <a:moveTo>
                        <a:pt x="0" y="168"/>
                      </a:moveTo>
                      <a:lnTo>
                        <a:pt x="167" y="72"/>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45" name="Line 58">
                  <a:extLst>
                    <a:ext uri="{FF2B5EF4-FFF2-40B4-BE49-F238E27FC236}">
                      <a16:creationId xmlns:a16="http://schemas.microsoft.com/office/drawing/2014/main" id="{B0E53278-4BDB-4EEE-A5A8-01128DAE7BC5}"/>
                    </a:ext>
                  </a:extLst>
                </p:cNvPr>
                <p:cNvSpPr>
                  <a:spLocks noChangeShapeType="1"/>
                </p:cNvSpPr>
                <p:nvPr/>
              </p:nvSpPr>
              <p:spPr bwMode="auto">
                <a:xfrm>
                  <a:off x="3581400" y="5733607"/>
                  <a:ext cx="410152" cy="454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46" name="Line 60">
                  <a:extLst>
                    <a:ext uri="{FF2B5EF4-FFF2-40B4-BE49-F238E27FC236}">
                      <a16:creationId xmlns:a16="http://schemas.microsoft.com/office/drawing/2014/main" id="{11A7E3FB-9645-4D89-9256-E886E414517A}"/>
                    </a:ext>
                  </a:extLst>
                </p:cNvPr>
                <p:cNvSpPr>
                  <a:spLocks noChangeShapeType="1"/>
                </p:cNvSpPr>
                <p:nvPr/>
              </p:nvSpPr>
              <p:spPr bwMode="auto">
                <a:xfrm flipH="1" flipV="1">
                  <a:off x="4648199" y="5203381"/>
                  <a:ext cx="555781" cy="524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47" name="Line 61">
                  <a:extLst>
                    <a:ext uri="{FF2B5EF4-FFF2-40B4-BE49-F238E27FC236}">
                      <a16:creationId xmlns:a16="http://schemas.microsoft.com/office/drawing/2014/main" id="{120AC75D-2072-42D5-BA4C-B9FF23D7397A}"/>
                    </a:ext>
                  </a:extLst>
                </p:cNvPr>
                <p:cNvSpPr>
                  <a:spLocks noChangeShapeType="1"/>
                </p:cNvSpPr>
                <p:nvPr/>
              </p:nvSpPr>
              <p:spPr bwMode="auto">
                <a:xfrm flipH="1" flipV="1">
                  <a:off x="4648199" y="5736782"/>
                  <a:ext cx="548989" cy="160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48" name="Rectangle 62">
                  <a:extLst>
                    <a:ext uri="{FF2B5EF4-FFF2-40B4-BE49-F238E27FC236}">
                      <a16:creationId xmlns:a16="http://schemas.microsoft.com/office/drawing/2014/main" id="{33994964-0E2E-4DF9-8D7C-66DD1B1E1BB5}"/>
                    </a:ext>
                  </a:extLst>
                </p:cNvPr>
                <p:cNvSpPr>
                  <a:spLocks noChangeArrowheads="1"/>
                </p:cNvSpPr>
                <p:nvPr/>
              </p:nvSpPr>
              <p:spPr bwMode="auto">
                <a:xfrm>
                  <a:off x="4446588" y="5647882"/>
                  <a:ext cx="244475" cy="241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76836" name="Line 292">
                <a:extLst>
                  <a:ext uri="{FF2B5EF4-FFF2-40B4-BE49-F238E27FC236}">
                    <a16:creationId xmlns:a16="http://schemas.microsoft.com/office/drawing/2014/main" id="{57B90E9D-B4E8-4134-9B97-E138226C3503}"/>
                  </a:ext>
                </a:extLst>
              </p:cNvPr>
              <p:cNvSpPr>
                <a:spLocks noChangeAspect="1" noChangeShapeType="1"/>
              </p:cNvSpPr>
              <p:nvPr/>
            </p:nvSpPr>
            <p:spPr bwMode="auto">
              <a:xfrm flipH="1">
                <a:off x="4536372" y="1905000"/>
                <a:ext cx="274384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37" name="Line 294">
                <a:extLst>
                  <a:ext uri="{FF2B5EF4-FFF2-40B4-BE49-F238E27FC236}">
                    <a16:creationId xmlns:a16="http://schemas.microsoft.com/office/drawing/2014/main" id="{A4A30A22-E842-4AEB-B789-B649C04C33B6}"/>
                  </a:ext>
                </a:extLst>
              </p:cNvPr>
              <p:cNvSpPr>
                <a:spLocks noChangeAspect="1" noChangeShapeType="1"/>
              </p:cNvSpPr>
              <p:nvPr/>
            </p:nvSpPr>
            <p:spPr bwMode="auto">
              <a:xfrm>
                <a:off x="4552251" y="1904999"/>
                <a:ext cx="0" cy="43964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38" name="Line 294">
                <a:extLst>
                  <a:ext uri="{FF2B5EF4-FFF2-40B4-BE49-F238E27FC236}">
                    <a16:creationId xmlns:a16="http://schemas.microsoft.com/office/drawing/2014/main" id="{D27E2AB2-2D0A-4F7C-9B43-F90D22DFD44C}"/>
                  </a:ext>
                </a:extLst>
              </p:cNvPr>
              <p:cNvSpPr>
                <a:spLocks noChangeAspect="1" noChangeShapeType="1"/>
              </p:cNvSpPr>
              <p:nvPr/>
            </p:nvSpPr>
            <p:spPr bwMode="auto">
              <a:xfrm>
                <a:off x="7275453" y="1905000"/>
                <a:ext cx="0" cy="55403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39" name="Oval 79">
                <a:extLst>
                  <a:ext uri="{FF2B5EF4-FFF2-40B4-BE49-F238E27FC236}">
                    <a16:creationId xmlns:a16="http://schemas.microsoft.com/office/drawing/2014/main" id="{E4190B93-E5BB-479D-A9CB-A866CFCC9749}"/>
                  </a:ext>
                </a:extLst>
              </p:cNvPr>
              <p:cNvSpPr>
                <a:spLocks noChangeArrowheads="1"/>
              </p:cNvSpPr>
              <p:nvPr/>
            </p:nvSpPr>
            <p:spPr bwMode="auto">
              <a:xfrm>
                <a:off x="7238931" y="2422525"/>
                <a:ext cx="76218" cy="76200"/>
              </a:xfrm>
              <a:prstGeom prst="ellipse">
                <a:avLst/>
              </a:prstGeom>
              <a:solidFill>
                <a:schemeClr val="tx1"/>
              </a:solidFill>
              <a:ln w="9525">
                <a:solidFill>
                  <a:schemeClr val="tx1"/>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76807" name="AutoShape 84">
              <a:extLst>
                <a:ext uri="{FF2B5EF4-FFF2-40B4-BE49-F238E27FC236}">
                  <a16:creationId xmlns:a16="http://schemas.microsoft.com/office/drawing/2014/main" id="{97F3065A-0393-447C-A33A-5B86776132F2}"/>
                </a:ext>
              </a:extLst>
            </p:cNvPr>
            <p:cNvSpPr>
              <a:spLocks noChangeArrowheads="1"/>
            </p:cNvSpPr>
            <p:nvPr/>
          </p:nvSpPr>
          <p:spPr bwMode="auto">
            <a:xfrm rot="5400000">
              <a:off x="2967037" y="2305050"/>
              <a:ext cx="481013" cy="442913"/>
            </a:xfrm>
            <a:prstGeom prst="flowChartDelay">
              <a:avLst/>
            </a:prstGeom>
            <a:solidFill>
              <a:schemeClr val="bg1"/>
            </a:solidFill>
            <a:ln w="28575">
              <a:solidFill>
                <a:schemeClr val="tx1"/>
              </a:solidFill>
              <a:miter lim="800000"/>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08" name="AutoShape 84">
              <a:extLst>
                <a:ext uri="{FF2B5EF4-FFF2-40B4-BE49-F238E27FC236}">
                  <a16:creationId xmlns:a16="http://schemas.microsoft.com/office/drawing/2014/main" id="{5389C782-2B8C-4796-B3EC-DDD3BC9D0DAB}"/>
                </a:ext>
              </a:extLst>
            </p:cNvPr>
            <p:cNvSpPr>
              <a:spLocks noChangeArrowheads="1"/>
            </p:cNvSpPr>
            <p:nvPr/>
          </p:nvSpPr>
          <p:spPr bwMode="auto">
            <a:xfrm rot="5400000">
              <a:off x="3087870" y="4428347"/>
              <a:ext cx="481013" cy="442913"/>
            </a:xfrm>
            <a:prstGeom prst="flowChartDelay">
              <a:avLst/>
            </a:prstGeom>
            <a:solidFill>
              <a:schemeClr val="bg1"/>
            </a:solidFill>
            <a:ln w="28575">
              <a:solidFill>
                <a:schemeClr val="tx1"/>
              </a:solidFill>
              <a:miter lim="800000"/>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09" name="Line 294">
              <a:extLst>
                <a:ext uri="{FF2B5EF4-FFF2-40B4-BE49-F238E27FC236}">
                  <a16:creationId xmlns:a16="http://schemas.microsoft.com/office/drawing/2014/main" id="{5BA69E88-6C73-4BEE-A77A-B095068A73F3}"/>
                </a:ext>
              </a:extLst>
            </p:cNvPr>
            <p:cNvSpPr>
              <a:spLocks noChangeAspect="1" noChangeShapeType="1"/>
            </p:cNvSpPr>
            <p:nvPr/>
          </p:nvSpPr>
          <p:spPr bwMode="auto">
            <a:xfrm>
              <a:off x="3083073" y="1912000"/>
              <a:ext cx="0" cy="36632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10" name="Line 294">
              <a:extLst>
                <a:ext uri="{FF2B5EF4-FFF2-40B4-BE49-F238E27FC236}">
                  <a16:creationId xmlns:a16="http://schemas.microsoft.com/office/drawing/2014/main" id="{DE0AD19E-38DD-42FC-9F6C-9A70C49541F6}"/>
                </a:ext>
              </a:extLst>
            </p:cNvPr>
            <p:cNvSpPr>
              <a:spLocks noChangeAspect="1" noChangeShapeType="1"/>
            </p:cNvSpPr>
            <p:nvPr/>
          </p:nvSpPr>
          <p:spPr bwMode="auto">
            <a:xfrm>
              <a:off x="3303033" y="1219200"/>
              <a:ext cx="0" cy="105912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11" name="Line 291">
              <a:extLst>
                <a:ext uri="{FF2B5EF4-FFF2-40B4-BE49-F238E27FC236}">
                  <a16:creationId xmlns:a16="http://schemas.microsoft.com/office/drawing/2014/main" id="{D3619886-C35F-4F40-A876-E877559C9122}"/>
                </a:ext>
              </a:extLst>
            </p:cNvPr>
            <p:cNvSpPr>
              <a:spLocks noChangeAspect="1" noChangeShapeType="1"/>
            </p:cNvSpPr>
            <p:nvPr/>
          </p:nvSpPr>
          <p:spPr bwMode="auto">
            <a:xfrm>
              <a:off x="3288197" y="1215088"/>
              <a:ext cx="969262" cy="0"/>
            </a:xfrm>
            <a:prstGeom prst="line">
              <a:avLst/>
            </a:prstGeom>
            <a:noFill/>
            <a:ln w="317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12" name="Oval 79">
              <a:extLst>
                <a:ext uri="{FF2B5EF4-FFF2-40B4-BE49-F238E27FC236}">
                  <a16:creationId xmlns:a16="http://schemas.microsoft.com/office/drawing/2014/main" id="{CB9D281A-ACBE-4079-8DF7-A28EDC08A199}"/>
                </a:ext>
              </a:extLst>
            </p:cNvPr>
            <p:cNvSpPr>
              <a:spLocks noChangeArrowheads="1"/>
            </p:cNvSpPr>
            <p:nvPr/>
          </p:nvSpPr>
          <p:spPr bwMode="auto">
            <a:xfrm>
              <a:off x="4216920" y="1183530"/>
              <a:ext cx="76218" cy="76200"/>
            </a:xfrm>
            <a:prstGeom prst="ellipse">
              <a:avLst/>
            </a:prstGeom>
            <a:solidFill>
              <a:schemeClr val="tx1"/>
            </a:solidFill>
            <a:ln w="9525">
              <a:solidFill>
                <a:schemeClr val="tx1"/>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13" name="Oval 79">
              <a:extLst>
                <a:ext uri="{FF2B5EF4-FFF2-40B4-BE49-F238E27FC236}">
                  <a16:creationId xmlns:a16="http://schemas.microsoft.com/office/drawing/2014/main" id="{069AC0C5-A0A1-466C-BFDB-09A7C892F9D1}"/>
                </a:ext>
              </a:extLst>
            </p:cNvPr>
            <p:cNvSpPr>
              <a:spLocks noChangeArrowheads="1"/>
            </p:cNvSpPr>
            <p:nvPr/>
          </p:nvSpPr>
          <p:spPr bwMode="auto">
            <a:xfrm>
              <a:off x="3048000" y="1887700"/>
              <a:ext cx="76218" cy="76200"/>
            </a:xfrm>
            <a:prstGeom prst="ellipse">
              <a:avLst/>
            </a:prstGeom>
            <a:solidFill>
              <a:schemeClr val="tx1"/>
            </a:solidFill>
            <a:ln w="9525">
              <a:solidFill>
                <a:schemeClr val="tx1"/>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14" name="TextBox 81">
              <a:extLst>
                <a:ext uri="{FF2B5EF4-FFF2-40B4-BE49-F238E27FC236}">
                  <a16:creationId xmlns:a16="http://schemas.microsoft.com/office/drawing/2014/main" id="{D5AD94F2-07C6-42C0-B277-BBA866BB414F}"/>
                </a:ext>
              </a:extLst>
            </p:cNvPr>
            <p:cNvSpPr txBox="1">
              <a:spLocks noChangeArrowheads="1"/>
            </p:cNvSpPr>
            <p:nvPr/>
          </p:nvSpPr>
          <p:spPr bwMode="auto">
            <a:xfrm>
              <a:off x="1773137" y="1508125"/>
              <a:ext cx="82554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Enable</a:t>
              </a:r>
            </a:p>
          </p:txBody>
        </p:sp>
        <p:sp>
          <p:nvSpPr>
            <p:cNvPr id="76815" name="Line 291">
              <a:extLst>
                <a:ext uri="{FF2B5EF4-FFF2-40B4-BE49-F238E27FC236}">
                  <a16:creationId xmlns:a16="http://schemas.microsoft.com/office/drawing/2014/main" id="{0C4897C9-5B67-4413-AB62-8D69ADD4779C}"/>
                </a:ext>
              </a:extLst>
            </p:cNvPr>
            <p:cNvSpPr>
              <a:spLocks noChangeAspect="1" noChangeShapeType="1"/>
            </p:cNvSpPr>
            <p:nvPr/>
          </p:nvSpPr>
          <p:spPr bwMode="auto">
            <a:xfrm>
              <a:off x="3193616" y="3741453"/>
              <a:ext cx="1063844" cy="0"/>
            </a:xfrm>
            <a:prstGeom prst="line">
              <a:avLst/>
            </a:prstGeom>
            <a:noFill/>
            <a:ln w="317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16" name="Line 294">
              <a:extLst>
                <a:ext uri="{FF2B5EF4-FFF2-40B4-BE49-F238E27FC236}">
                  <a16:creationId xmlns:a16="http://schemas.microsoft.com/office/drawing/2014/main" id="{44B00629-F7A2-4A0E-A7B5-110D5955EBD5}"/>
                </a:ext>
              </a:extLst>
            </p:cNvPr>
            <p:cNvSpPr>
              <a:spLocks noChangeAspect="1" noChangeShapeType="1"/>
            </p:cNvSpPr>
            <p:nvPr/>
          </p:nvSpPr>
          <p:spPr bwMode="auto">
            <a:xfrm>
              <a:off x="3428411" y="3060346"/>
              <a:ext cx="0" cy="135925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17" name="Line 291">
              <a:extLst>
                <a:ext uri="{FF2B5EF4-FFF2-40B4-BE49-F238E27FC236}">
                  <a16:creationId xmlns:a16="http://schemas.microsoft.com/office/drawing/2014/main" id="{DA73CEED-E682-4862-9BB3-F117593EF45D}"/>
                </a:ext>
              </a:extLst>
            </p:cNvPr>
            <p:cNvSpPr>
              <a:spLocks noChangeAspect="1" noChangeShapeType="1"/>
            </p:cNvSpPr>
            <p:nvPr/>
          </p:nvSpPr>
          <p:spPr bwMode="auto">
            <a:xfrm>
              <a:off x="3409801" y="3056235"/>
              <a:ext cx="918987" cy="0"/>
            </a:xfrm>
            <a:prstGeom prst="line">
              <a:avLst/>
            </a:prstGeom>
            <a:noFill/>
            <a:ln w="317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18" name="Line 294">
              <a:extLst>
                <a:ext uri="{FF2B5EF4-FFF2-40B4-BE49-F238E27FC236}">
                  <a16:creationId xmlns:a16="http://schemas.microsoft.com/office/drawing/2014/main" id="{E362FE58-46F6-45DA-BFAA-D6B52B5146B5}"/>
                </a:ext>
              </a:extLst>
            </p:cNvPr>
            <p:cNvSpPr>
              <a:spLocks noChangeAspect="1" noChangeShapeType="1"/>
            </p:cNvSpPr>
            <p:nvPr/>
          </p:nvSpPr>
          <p:spPr bwMode="auto">
            <a:xfrm>
              <a:off x="3202484" y="2766917"/>
              <a:ext cx="0" cy="163247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19" name="Oval 79">
              <a:extLst>
                <a:ext uri="{FF2B5EF4-FFF2-40B4-BE49-F238E27FC236}">
                  <a16:creationId xmlns:a16="http://schemas.microsoft.com/office/drawing/2014/main" id="{C0B47DA3-D6D4-4306-90D1-BAD7EA1FDA26}"/>
                </a:ext>
              </a:extLst>
            </p:cNvPr>
            <p:cNvSpPr>
              <a:spLocks noChangeArrowheads="1"/>
            </p:cNvSpPr>
            <p:nvPr/>
          </p:nvSpPr>
          <p:spPr bwMode="auto">
            <a:xfrm>
              <a:off x="3173376" y="3706780"/>
              <a:ext cx="76218" cy="76200"/>
            </a:xfrm>
            <a:prstGeom prst="ellipse">
              <a:avLst/>
            </a:prstGeom>
            <a:solidFill>
              <a:schemeClr val="tx1"/>
            </a:solidFill>
            <a:ln w="9525">
              <a:solidFill>
                <a:schemeClr val="tx1"/>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20" name="Oval 79">
              <a:extLst>
                <a:ext uri="{FF2B5EF4-FFF2-40B4-BE49-F238E27FC236}">
                  <a16:creationId xmlns:a16="http://schemas.microsoft.com/office/drawing/2014/main" id="{A50D0CE5-F406-4CF7-9D35-0F318CA691CD}"/>
                </a:ext>
              </a:extLst>
            </p:cNvPr>
            <p:cNvSpPr>
              <a:spLocks noChangeArrowheads="1"/>
            </p:cNvSpPr>
            <p:nvPr/>
          </p:nvSpPr>
          <p:spPr bwMode="auto">
            <a:xfrm>
              <a:off x="4280694" y="3011260"/>
              <a:ext cx="76218" cy="76200"/>
            </a:xfrm>
            <a:prstGeom prst="ellipse">
              <a:avLst/>
            </a:prstGeom>
            <a:solidFill>
              <a:schemeClr val="tx1"/>
            </a:solidFill>
            <a:ln w="9525">
              <a:solidFill>
                <a:schemeClr val="tx1"/>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21" name="Line 294">
              <a:extLst>
                <a:ext uri="{FF2B5EF4-FFF2-40B4-BE49-F238E27FC236}">
                  <a16:creationId xmlns:a16="http://schemas.microsoft.com/office/drawing/2014/main" id="{D14F6D63-E235-4609-903A-87315F92015D}"/>
                </a:ext>
              </a:extLst>
            </p:cNvPr>
            <p:cNvSpPr>
              <a:spLocks noChangeAspect="1" noChangeShapeType="1"/>
            </p:cNvSpPr>
            <p:nvPr/>
          </p:nvSpPr>
          <p:spPr bwMode="auto">
            <a:xfrm>
              <a:off x="3327861" y="4878263"/>
              <a:ext cx="0" cy="91293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22" name="Line 291">
              <a:extLst>
                <a:ext uri="{FF2B5EF4-FFF2-40B4-BE49-F238E27FC236}">
                  <a16:creationId xmlns:a16="http://schemas.microsoft.com/office/drawing/2014/main" id="{5598D0CC-6940-4669-A923-3D0F6CEC719D}"/>
                </a:ext>
              </a:extLst>
            </p:cNvPr>
            <p:cNvSpPr>
              <a:spLocks noChangeAspect="1" noChangeShapeType="1"/>
            </p:cNvSpPr>
            <p:nvPr/>
          </p:nvSpPr>
          <p:spPr bwMode="auto">
            <a:xfrm>
              <a:off x="3318993" y="5798760"/>
              <a:ext cx="1063844" cy="0"/>
            </a:xfrm>
            <a:prstGeom prst="line">
              <a:avLst/>
            </a:prstGeom>
            <a:noFill/>
            <a:ln w="317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23" name="Line 294">
              <a:extLst>
                <a:ext uri="{FF2B5EF4-FFF2-40B4-BE49-F238E27FC236}">
                  <a16:creationId xmlns:a16="http://schemas.microsoft.com/office/drawing/2014/main" id="{BBE9D849-8709-4515-8F44-B7ED8FBE91E1}"/>
                </a:ext>
              </a:extLst>
            </p:cNvPr>
            <p:cNvSpPr>
              <a:spLocks noChangeAspect="1" noChangeShapeType="1"/>
            </p:cNvSpPr>
            <p:nvPr/>
          </p:nvSpPr>
          <p:spPr bwMode="auto">
            <a:xfrm>
              <a:off x="5786978" y="2311368"/>
              <a:ext cx="0" cy="416563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24" name="Line 291">
              <a:extLst>
                <a:ext uri="{FF2B5EF4-FFF2-40B4-BE49-F238E27FC236}">
                  <a16:creationId xmlns:a16="http://schemas.microsoft.com/office/drawing/2014/main" id="{634285AF-D48B-4290-8460-C7C5109D7D43}"/>
                </a:ext>
              </a:extLst>
            </p:cNvPr>
            <p:cNvSpPr>
              <a:spLocks noChangeAspect="1" noChangeShapeType="1"/>
            </p:cNvSpPr>
            <p:nvPr/>
          </p:nvSpPr>
          <p:spPr bwMode="auto">
            <a:xfrm>
              <a:off x="1828800" y="6477000"/>
              <a:ext cx="3962400" cy="0"/>
            </a:xfrm>
            <a:prstGeom prst="line">
              <a:avLst/>
            </a:prstGeom>
            <a:noFill/>
            <a:ln w="317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25" name="Line 58">
              <a:extLst>
                <a:ext uri="{FF2B5EF4-FFF2-40B4-BE49-F238E27FC236}">
                  <a16:creationId xmlns:a16="http://schemas.microsoft.com/office/drawing/2014/main" id="{D9273F31-272C-48DF-9BF7-C08FF01D304D}"/>
                </a:ext>
              </a:extLst>
            </p:cNvPr>
            <p:cNvSpPr>
              <a:spLocks noChangeShapeType="1"/>
            </p:cNvSpPr>
            <p:nvPr/>
          </p:nvSpPr>
          <p:spPr bwMode="auto">
            <a:xfrm>
              <a:off x="5769468" y="2296695"/>
              <a:ext cx="25823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26" name="Oval 79">
              <a:extLst>
                <a:ext uri="{FF2B5EF4-FFF2-40B4-BE49-F238E27FC236}">
                  <a16:creationId xmlns:a16="http://schemas.microsoft.com/office/drawing/2014/main" id="{5308410B-7B97-46EF-9003-CA9828EB6833}"/>
                </a:ext>
              </a:extLst>
            </p:cNvPr>
            <p:cNvSpPr>
              <a:spLocks noChangeArrowheads="1"/>
            </p:cNvSpPr>
            <p:nvPr/>
          </p:nvSpPr>
          <p:spPr bwMode="auto">
            <a:xfrm>
              <a:off x="5750646" y="4106150"/>
              <a:ext cx="76218" cy="76200"/>
            </a:xfrm>
            <a:prstGeom prst="ellipse">
              <a:avLst/>
            </a:prstGeom>
            <a:solidFill>
              <a:schemeClr val="tx1"/>
            </a:solidFill>
            <a:ln w="9525">
              <a:solidFill>
                <a:schemeClr val="tx1"/>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827" name="Oval 79">
              <a:extLst>
                <a:ext uri="{FF2B5EF4-FFF2-40B4-BE49-F238E27FC236}">
                  <a16:creationId xmlns:a16="http://schemas.microsoft.com/office/drawing/2014/main" id="{1E714B93-0FDD-4A93-9CC9-E197F0BDE34C}"/>
                </a:ext>
              </a:extLst>
            </p:cNvPr>
            <p:cNvSpPr>
              <a:spLocks noChangeArrowheads="1"/>
            </p:cNvSpPr>
            <p:nvPr/>
          </p:nvSpPr>
          <p:spPr bwMode="auto">
            <a:xfrm>
              <a:off x="5754414" y="6158690"/>
              <a:ext cx="76218" cy="76200"/>
            </a:xfrm>
            <a:prstGeom prst="ellipse">
              <a:avLst/>
            </a:prstGeom>
            <a:solidFill>
              <a:schemeClr val="tx1"/>
            </a:solidFill>
            <a:ln w="9525">
              <a:solidFill>
                <a:schemeClr val="tx1"/>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mc:AlternateContent xmlns:mc="http://schemas.openxmlformats.org/markup-compatibility/2006" xmlns:p14="http://schemas.microsoft.com/office/powerpoint/2010/main">
        <mc:Choice Requires="p14">
          <p:contentPart p14:bwMode="auto" r:id="rId3">
            <p14:nvContentPartPr>
              <p14:cNvPr id="2" name="Ink 1">
                <a:extLst>
                  <a:ext uri="{FF2B5EF4-FFF2-40B4-BE49-F238E27FC236}">
                    <a16:creationId xmlns:a16="http://schemas.microsoft.com/office/drawing/2014/main" id="{076419D9-2B79-4659-BAA9-E4C68773FDB4}"/>
                  </a:ext>
                </a:extLst>
              </p14:cNvPr>
              <p14:cNvContentPartPr/>
              <p14:nvPr/>
            </p14:nvContentPartPr>
            <p14:xfrm>
              <a:off x="2684160" y="1039320"/>
              <a:ext cx="4953240" cy="4468680"/>
            </p14:xfrm>
          </p:contentPart>
        </mc:Choice>
        <mc:Fallback xmlns="">
          <p:pic>
            <p:nvPicPr>
              <p:cNvPr id="2" name="Ink 1">
                <a:extLst>
                  <a:ext uri="{FF2B5EF4-FFF2-40B4-BE49-F238E27FC236}">
                    <a16:creationId xmlns:a16="http://schemas.microsoft.com/office/drawing/2014/main" id="{076419D9-2B79-4659-BAA9-E4C68773FDB4}"/>
                  </a:ext>
                </a:extLst>
              </p:cNvPr>
              <p:cNvPicPr/>
              <p:nvPr/>
            </p:nvPicPr>
            <p:blipFill>
              <a:blip r:embed="rId4"/>
              <a:stretch>
                <a:fillRect/>
              </a:stretch>
            </p:blipFill>
            <p:spPr>
              <a:xfrm>
                <a:off x="2674800" y="1029960"/>
                <a:ext cx="4971960" cy="4487400"/>
              </a:xfrm>
              <a:prstGeom prst="rect">
                <a:avLst/>
              </a:prstGeom>
            </p:spPr>
          </p:pic>
        </mc:Fallback>
      </mc:AlternateContent>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7825" name="Picture 455">
            <a:extLst>
              <a:ext uri="{FF2B5EF4-FFF2-40B4-BE49-F238E27FC236}">
                <a16:creationId xmlns:a16="http://schemas.microsoft.com/office/drawing/2014/main" id="{160EC382-B293-46D4-A7D5-2C81A0D830C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57400" y="762000"/>
            <a:ext cx="5181600" cy="5791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826" name="Title 1">
            <a:extLst>
              <a:ext uri="{FF2B5EF4-FFF2-40B4-BE49-F238E27FC236}">
                <a16:creationId xmlns:a16="http://schemas.microsoft.com/office/drawing/2014/main" id="{1F4C014C-1431-4708-898B-B9442C8AC746}"/>
              </a:ext>
            </a:extLst>
          </p:cNvPr>
          <p:cNvSpPr txBox="1">
            <a:spLocks/>
          </p:cNvSpPr>
          <p:nvPr/>
        </p:nvSpPr>
        <p:spPr bwMode="auto">
          <a:xfrm>
            <a:off x="0" y="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A four-bit counter with D flip-flops</a:t>
            </a:r>
          </a:p>
        </p:txBody>
      </p:sp>
      <p:sp>
        <p:nvSpPr>
          <p:cNvPr id="77827" name="TextBox 125">
            <a:extLst>
              <a:ext uri="{FF2B5EF4-FFF2-40B4-BE49-F238E27FC236}">
                <a16:creationId xmlns:a16="http://schemas.microsoft.com/office/drawing/2014/main" id="{A0662E40-D59B-4306-9AF9-06EB24B319E8}"/>
              </a:ext>
            </a:extLst>
          </p:cNvPr>
          <p:cNvSpPr txBox="1">
            <a:spLocks noChangeArrowheads="1"/>
          </p:cNvSpPr>
          <p:nvPr/>
        </p:nvSpPr>
        <p:spPr bwMode="auto">
          <a:xfrm>
            <a:off x="6591300" y="6550025"/>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5.23 from the textbook ]</a:t>
            </a:r>
          </a:p>
        </p:txBody>
      </p:sp>
      <mc:AlternateContent xmlns:mc="http://schemas.openxmlformats.org/markup-compatibility/2006" xmlns:p14="http://schemas.microsoft.com/office/powerpoint/2010/main">
        <mc:Choice Requires="p14">
          <p:contentPart p14:bwMode="auto" r:id="rId3">
            <p14:nvContentPartPr>
              <p14:cNvPr id="2" name="Ink 1">
                <a:extLst>
                  <a:ext uri="{FF2B5EF4-FFF2-40B4-BE49-F238E27FC236}">
                    <a16:creationId xmlns:a16="http://schemas.microsoft.com/office/drawing/2014/main" id="{739B25D3-ADE8-4DC4-B347-60091014DD3F}"/>
                  </a:ext>
                </a:extLst>
              </p14:cNvPr>
              <p14:cNvContentPartPr/>
              <p14:nvPr/>
            </p14:nvContentPartPr>
            <p14:xfrm>
              <a:off x="3223080" y="5550480"/>
              <a:ext cx="763200" cy="757800"/>
            </p14:xfrm>
          </p:contentPart>
        </mc:Choice>
        <mc:Fallback xmlns="">
          <p:pic>
            <p:nvPicPr>
              <p:cNvPr id="2" name="Ink 1">
                <a:extLst>
                  <a:ext uri="{FF2B5EF4-FFF2-40B4-BE49-F238E27FC236}">
                    <a16:creationId xmlns:a16="http://schemas.microsoft.com/office/drawing/2014/main" id="{739B25D3-ADE8-4DC4-B347-60091014DD3F}"/>
                  </a:ext>
                </a:extLst>
              </p:cNvPr>
              <p:cNvPicPr/>
              <p:nvPr/>
            </p:nvPicPr>
            <p:blipFill>
              <a:blip r:embed="rId4"/>
              <a:stretch>
                <a:fillRect/>
              </a:stretch>
            </p:blipFill>
            <p:spPr>
              <a:xfrm>
                <a:off x="3213720" y="5541120"/>
                <a:ext cx="781920" cy="776520"/>
              </a:xfrm>
              <a:prstGeom prst="rect">
                <a:avLst/>
              </a:prstGeom>
            </p:spPr>
          </p:pic>
        </mc:Fallback>
      </mc:AlternateContent>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4" name="Rectangle 2">
            <a:extLst>
              <a:ext uri="{FF2B5EF4-FFF2-40B4-BE49-F238E27FC236}">
                <a16:creationId xmlns:a16="http://schemas.microsoft.com/office/drawing/2014/main" id="{8F678F17-A183-AA45-A8B4-5846FF4B94DD}"/>
              </a:ext>
            </a:extLst>
          </p:cNvPr>
          <p:cNvSpPr>
            <a:spLocks noGrp="1" noChangeArrowheads="1"/>
          </p:cNvSpPr>
          <p:nvPr>
            <p:ph type="title"/>
          </p:nvPr>
        </p:nvSpPr>
        <p:spPr/>
        <p:txBody>
          <a:bodyPr/>
          <a:lstStyle/>
          <a:p>
            <a:pPr eaLnBrk="1" hangingPunct="1">
              <a:defRPr/>
            </a:pPr>
            <a:r>
              <a:rPr lang="en-US" dirty="0">
                <a:ea typeface="+mj-ea"/>
                <a:cs typeface="+mj-cs"/>
              </a:rPr>
              <a:t>Summary</a:t>
            </a:r>
          </a:p>
        </p:txBody>
      </p:sp>
      <p:sp>
        <p:nvSpPr>
          <p:cNvPr id="78850" name="Rectangle 3">
            <a:extLst>
              <a:ext uri="{FF2B5EF4-FFF2-40B4-BE49-F238E27FC236}">
                <a16:creationId xmlns:a16="http://schemas.microsoft.com/office/drawing/2014/main" id="{A7A5E33B-C99F-4295-8CF4-3B795F2FB389}"/>
              </a:ext>
            </a:extLst>
          </p:cNvPr>
          <p:cNvSpPr>
            <a:spLocks noGrp="1" noChangeArrowheads="1"/>
          </p:cNvSpPr>
          <p:nvPr>
            <p:ph type="body" idx="1"/>
          </p:nvPr>
        </p:nvSpPr>
        <p:spPr>
          <a:xfrm>
            <a:off x="609600" y="1219200"/>
            <a:ext cx="8305800" cy="4953000"/>
          </a:xfrm>
        </p:spPr>
        <p:txBody>
          <a:bodyPr/>
          <a:lstStyle/>
          <a:p>
            <a:pPr eaLnBrk="1" hangingPunct="1"/>
            <a:endParaRPr lang="en-US" altLang="en-US" dirty="0"/>
          </a:p>
          <a:p>
            <a:pPr eaLnBrk="1" hangingPunct="1"/>
            <a:r>
              <a:rPr lang="en-US" altLang="en-US" dirty="0"/>
              <a:t>The up-counters that we studied in Chapter 5 can now be derived using the sequential circuit approach</a:t>
            </a:r>
          </a:p>
          <a:p>
            <a:pPr eaLnBrk="1" hangingPunct="1"/>
            <a:endParaRPr lang="en-US" altLang="en-US" dirty="0"/>
          </a:p>
          <a:p>
            <a:pPr eaLnBrk="1" hangingPunct="1"/>
            <a:r>
              <a:rPr lang="en-US" altLang="en-US" dirty="0">
                <a:solidFill>
                  <a:srgbClr val="FF0000"/>
                </a:solidFill>
              </a:rPr>
              <a:t>We get the same circuit diagrams as before</a:t>
            </a: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2" name="Rectangle 2">
            <a:extLst>
              <a:ext uri="{FF2B5EF4-FFF2-40B4-BE49-F238E27FC236}">
                <a16:creationId xmlns:a16="http://schemas.microsoft.com/office/drawing/2014/main" id="{83D413F7-6023-A046-9B9A-465F338558E4}"/>
              </a:ext>
            </a:extLst>
          </p:cNvPr>
          <p:cNvSpPr>
            <a:spLocks noGrp="1" noChangeArrowheads="1"/>
          </p:cNvSpPr>
          <p:nvPr>
            <p:ph type="title"/>
          </p:nvPr>
        </p:nvSpPr>
        <p:spPr>
          <a:xfrm>
            <a:off x="0" y="2286000"/>
            <a:ext cx="9144000" cy="1600200"/>
          </a:xfrm>
        </p:spPr>
        <p:txBody>
          <a:bodyPr/>
          <a:lstStyle/>
          <a:p>
            <a:pPr eaLnBrk="1" hangingPunct="1">
              <a:defRPr/>
            </a:pPr>
            <a:r>
              <a:rPr lang="en-US" dirty="0">
                <a:ea typeface="+mj-ea"/>
                <a:cs typeface="+mj-cs"/>
              </a:rPr>
              <a:t>Example 2:</a:t>
            </a:r>
            <a:br>
              <a:rPr lang="en-US" dirty="0">
                <a:ea typeface="+mj-ea"/>
                <a:cs typeface="+mj-cs"/>
              </a:rPr>
            </a:br>
            <a:r>
              <a:rPr lang="en-US" dirty="0">
                <a:ea typeface="+mj-ea"/>
                <a:cs typeface="+mj-cs"/>
              </a:rPr>
              <a:t>Implement a modulo-8 counter</a:t>
            </a:r>
            <a:br>
              <a:rPr lang="en-US" dirty="0">
                <a:ea typeface="+mj-ea"/>
                <a:cs typeface="+mj-cs"/>
              </a:rPr>
            </a:br>
            <a:r>
              <a:rPr lang="en-US" dirty="0">
                <a:ea typeface="+mj-ea"/>
                <a:cs typeface="+mj-cs"/>
              </a:rPr>
              <a:t>using JK Flip-Flops</a:t>
            </a: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1" name="TextBox 125">
            <a:extLst>
              <a:ext uri="{FF2B5EF4-FFF2-40B4-BE49-F238E27FC236}">
                <a16:creationId xmlns:a16="http://schemas.microsoft.com/office/drawing/2014/main" id="{230BF085-D034-4BC8-8B5A-20BD414FB6B2}"/>
              </a:ext>
            </a:extLst>
          </p:cNvPr>
          <p:cNvSpPr txBox="1">
            <a:spLocks noChangeArrowheads="1"/>
          </p:cNvSpPr>
          <p:nvPr/>
        </p:nvSpPr>
        <p:spPr bwMode="auto">
          <a:xfrm>
            <a:off x="6451600" y="6477000"/>
            <a:ext cx="26320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5.16 from the textbook ]</a:t>
            </a:r>
          </a:p>
        </p:txBody>
      </p:sp>
      <p:sp>
        <p:nvSpPr>
          <p:cNvPr id="81922" name="Title 1">
            <a:extLst>
              <a:ext uri="{FF2B5EF4-FFF2-40B4-BE49-F238E27FC236}">
                <a16:creationId xmlns:a16="http://schemas.microsoft.com/office/drawing/2014/main" id="{EEEB5C77-D146-427F-846C-A25DE08B9331}"/>
              </a:ext>
            </a:extLst>
          </p:cNvPr>
          <p:cNvSpPr txBox="1">
            <a:spLocks/>
          </p:cNvSpPr>
          <p:nvPr/>
        </p:nvSpPr>
        <p:spPr bwMode="auto">
          <a:xfrm>
            <a:off x="0" y="43542"/>
            <a:ext cx="9144000" cy="5770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JK Flip-Flop</a:t>
            </a:r>
          </a:p>
        </p:txBody>
      </p:sp>
      <p:grpSp>
        <p:nvGrpSpPr>
          <p:cNvPr id="81923" name="Group 115">
            <a:extLst>
              <a:ext uri="{FF2B5EF4-FFF2-40B4-BE49-F238E27FC236}">
                <a16:creationId xmlns:a16="http://schemas.microsoft.com/office/drawing/2014/main" id="{6A5547AA-687D-4F6D-B4E4-9405DA56B094}"/>
              </a:ext>
            </a:extLst>
          </p:cNvPr>
          <p:cNvGrpSpPr>
            <a:grpSpLocks/>
          </p:cNvGrpSpPr>
          <p:nvPr/>
        </p:nvGrpSpPr>
        <p:grpSpPr bwMode="auto">
          <a:xfrm>
            <a:off x="1006924" y="782066"/>
            <a:ext cx="6422571" cy="5569748"/>
            <a:chOff x="1154" y="434"/>
            <a:chExt cx="3557" cy="3129"/>
          </a:xfrm>
        </p:grpSpPr>
        <p:sp>
          <p:nvSpPr>
            <p:cNvPr id="81924" name="Rectangle 59">
              <a:extLst>
                <a:ext uri="{FF2B5EF4-FFF2-40B4-BE49-F238E27FC236}">
                  <a16:creationId xmlns:a16="http://schemas.microsoft.com/office/drawing/2014/main" id="{EBF0EDB5-E868-40CD-8C36-840DF41B4929}"/>
                </a:ext>
              </a:extLst>
            </p:cNvPr>
            <p:cNvSpPr>
              <a:spLocks noChangeArrowheads="1"/>
            </p:cNvSpPr>
            <p:nvPr/>
          </p:nvSpPr>
          <p:spPr bwMode="auto">
            <a:xfrm>
              <a:off x="3630" y="2541"/>
              <a:ext cx="414" cy="644"/>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25" name="Rectangle 61">
              <a:extLst>
                <a:ext uri="{FF2B5EF4-FFF2-40B4-BE49-F238E27FC236}">
                  <a16:creationId xmlns:a16="http://schemas.microsoft.com/office/drawing/2014/main" id="{CF5673EB-67F6-4F2A-8583-08CC81286367}"/>
                </a:ext>
              </a:extLst>
            </p:cNvPr>
            <p:cNvSpPr>
              <a:spLocks noChangeArrowheads="1"/>
            </p:cNvSpPr>
            <p:nvPr/>
          </p:nvSpPr>
          <p:spPr bwMode="auto">
            <a:xfrm>
              <a:off x="3679" y="2552"/>
              <a:ext cx="53"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a:t>
              </a: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26" name="Rectangle 62">
              <a:extLst>
                <a:ext uri="{FF2B5EF4-FFF2-40B4-BE49-F238E27FC236}">
                  <a16:creationId xmlns:a16="http://schemas.microsoft.com/office/drawing/2014/main" id="{4208B3F8-27CB-4721-9C38-0949A98DCAED}"/>
                </a:ext>
              </a:extLst>
            </p:cNvPr>
            <p:cNvSpPr>
              <a:spLocks noChangeArrowheads="1"/>
            </p:cNvSpPr>
            <p:nvPr/>
          </p:nvSpPr>
          <p:spPr bwMode="auto">
            <a:xfrm>
              <a:off x="3913" y="2552"/>
              <a:ext cx="9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Q</a:t>
              </a: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27" name="Freeform 64">
              <a:extLst>
                <a:ext uri="{FF2B5EF4-FFF2-40B4-BE49-F238E27FC236}">
                  <a16:creationId xmlns:a16="http://schemas.microsoft.com/office/drawing/2014/main" id="{5B01571A-F37B-4327-9C23-544361E9D8FA}"/>
                </a:ext>
              </a:extLst>
            </p:cNvPr>
            <p:cNvSpPr>
              <a:spLocks/>
            </p:cNvSpPr>
            <p:nvPr/>
          </p:nvSpPr>
          <p:spPr bwMode="auto">
            <a:xfrm>
              <a:off x="3630" y="2828"/>
              <a:ext cx="81" cy="81"/>
            </a:xfrm>
            <a:custGeom>
              <a:avLst/>
              <a:gdLst>
                <a:gd name="T0" fmla="*/ 0 w 403"/>
                <a:gd name="T1" fmla="*/ 0 h 403"/>
                <a:gd name="T2" fmla="*/ 0 w 403"/>
                <a:gd name="T3" fmla="*/ 0 h 403"/>
                <a:gd name="T4" fmla="*/ 0 w 403"/>
                <a:gd name="T5" fmla="*/ 0 h 403"/>
                <a:gd name="T6" fmla="*/ 0 60000 65536"/>
                <a:gd name="T7" fmla="*/ 0 60000 65536"/>
                <a:gd name="T8" fmla="*/ 0 60000 65536"/>
                <a:gd name="T9" fmla="*/ 0 w 403"/>
                <a:gd name="T10" fmla="*/ 0 h 403"/>
                <a:gd name="T11" fmla="*/ 403 w 403"/>
                <a:gd name="T12" fmla="*/ 403 h 403"/>
              </a:gdLst>
              <a:ahLst/>
              <a:cxnLst>
                <a:cxn ang="T6">
                  <a:pos x="T0" y="T1"/>
                </a:cxn>
                <a:cxn ang="T7">
                  <a:pos x="T2" y="T3"/>
                </a:cxn>
                <a:cxn ang="T8">
                  <a:pos x="T4" y="T5"/>
                </a:cxn>
              </a:cxnLst>
              <a:rect l="T9" t="T10" r="T11" b="T12"/>
              <a:pathLst>
                <a:path w="403" h="403">
                  <a:moveTo>
                    <a:pt x="0" y="403"/>
                  </a:moveTo>
                  <a:lnTo>
                    <a:pt x="403" y="173"/>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28" name="Line 65">
              <a:extLst>
                <a:ext uri="{FF2B5EF4-FFF2-40B4-BE49-F238E27FC236}">
                  <a16:creationId xmlns:a16="http://schemas.microsoft.com/office/drawing/2014/main" id="{D0289196-A0F7-4F6D-BB64-C40BE4FB0CF7}"/>
                </a:ext>
              </a:extLst>
            </p:cNvPr>
            <p:cNvSpPr>
              <a:spLocks noChangeShapeType="1"/>
            </p:cNvSpPr>
            <p:nvPr/>
          </p:nvSpPr>
          <p:spPr bwMode="auto">
            <a:xfrm flipH="1" flipV="1">
              <a:off x="1673" y="2503"/>
              <a:ext cx="89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29" name="Line 66">
              <a:extLst>
                <a:ext uri="{FF2B5EF4-FFF2-40B4-BE49-F238E27FC236}">
                  <a16:creationId xmlns:a16="http://schemas.microsoft.com/office/drawing/2014/main" id="{FB5C56A4-E212-4B44-984D-31A24430F44A}"/>
                </a:ext>
              </a:extLst>
            </p:cNvPr>
            <p:cNvSpPr>
              <a:spLocks noChangeShapeType="1"/>
            </p:cNvSpPr>
            <p:nvPr/>
          </p:nvSpPr>
          <p:spPr bwMode="auto">
            <a:xfrm flipV="1">
              <a:off x="2041" y="2285"/>
              <a:ext cx="1" cy="102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30" name="Rectangle 67">
              <a:extLst>
                <a:ext uri="{FF2B5EF4-FFF2-40B4-BE49-F238E27FC236}">
                  <a16:creationId xmlns:a16="http://schemas.microsoft.com/office/drawing/2014/main" id="{10369278-A6B0-4486-A836-FC024DEE5A1A}"/>
                </a:ext>
              </a:extLst>
            </p:cNvPr>
            <p:cNvSpPr>
              <a:spLocks noChangeArrowheads="1"/>
            </p:cNvSpPr>
            <p:nvPr/>
          </p:nvSpPr>
          <p:spPr bwMode="auto">
            <a:xfrm>
              <a:off x="3914" y="2968"/>
              <a:ext cx="9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Q</a:t>
              </a: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31" name="Rectangle 68">
              <a:extLst>
                <a:ext uri="{FF2B5EF4-FFF2-40B4-BE49-F238E27FC236}">
                  <a16:creationId xmlns:a16="http://schemas.microsoft.com/office/drawing/2014/main" id="{3958CEC5-B078-405C-A647-069BFBFD4ED5}"/>
                </a:ext>
              </a:extLst>
            </p:cNvPr>
            <p:cNvSpPr>
              <a:spLocks noChangeArrowheads="1"/>
            </p:cNvSpPr>
            <p:nvPr/>
          </p:nvSpPr>
          <p:spPr bwMode="auto">
            <a:xfrm>
              <a:off x="1885" y="2285"/>
              <a:ext cx="9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a:t>
              </a: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32" name="Rectangle 69">
              <a:extLst>
                <a:ext uri="{FF2B5EF4-FFF2-40B4-BE49-F238E27FC236}">
                  <a16:creationId xmlns:a16="http://schemas.microsoft.com/office/drawing/2014/main" id="{502E80EA-C910-446C-92C1-4AA461DDCA11}"/>
                </a:ext>
              </a:extLst>
            </p:cNvPr>
            <p:cNvSpPr>
              <a:spLocks noChangeArrowheads="1"/>
            </p:cNvSpPr>
            <p:nvPr/>
          </p:nvSpPr>
          <p:spPr bwMode="auto">
            <a:xfrm>
              <a:off x="1897" y="2508"/>
              <a:ext cx="6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33" name="Rectangle 70">
              <a:extLst>
                <a:ext uri="{FF2B5EF4-FFF2-40B4-BE49-F238E27FC236}">
                  <a16:creationId xmlns:a16="http://schemas.microsoft.com/office/drawing/2014/main" id="{5977B87E-534C-4D5C-9A9A-73252796BA8C}"/>
                </a:ext>
              </a:extLst>
            </p:cNvPr>
            <p:cNvSpPr>
              <a:spLocks noChangeArrowheads="1"/>
            </p:cNvSpPr>
            <p:nvPr/>
          </p:nvSpPr>
          <p:spPr bwMode="auto">
            <a:xfrm>
              <a:off x="1896" y="2689"/>
              <a:ext cx="6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34" name="Rectangle 71">
              <a:extLst>
                <a:ext uri="{FF2B5EF4-FFF2-40B4-BE49-F238E27FC236}">
                  <a16:creationId xmlns:a16="http://schemas.microsoft.com/office/drawing/2014/main" id="{A78B420D-AEC6-45B2-A48B-4578E3C5DFAD}"/>
                </a:ext>
              </a:extLst>
            </p:cNvPr>
            <p:cNvSpPr>
              <a:spLocks noChangeArrowheads="1"/>
            </p:cNvSpPr>
            <p:nvPr/>
          </p:nvSpPr>
          <p:spPr bwMode="auto">
            <a:xfrm>
              <a:off x="2094" y="2281"/>
              <a:ext cx="9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Q</a:t>
              </a: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35" name="Rectangle 72">
              <a:extLst>
                <a:ext uri="{FF2B5EF4-FFF2-40B4-BE49-F238E27FC236}">
                  <a16:creationId xmlns:a16="http://schemas.microsoft.com/office/drawing/2014/main" id="{F4EC2C38-38C4-4683-9CF0-4119C9D1E927}"/>
                </a:ext>
              </a:extLst>
            </p:cNvPr>
            <p:cNvSpPr>
              <a:spLocks noChangeArrowheads="1"/>
            </p:cNvSpPr>
            <p:nvPr/>
          </p:nvSpPr>
          <p:spPr bwMode="auto">
            <a:xfrm>
              <a:off x="2273" y="2281"/>
              <a:ext cx="3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t</a:t>
              </a: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36" name="Rectangle 73">
              <a:extLst>
                <a:ext uri="{FF2B5EF4-FFF2-40B4-BE49-F238E27FC236}">
                  <a16:creationId xmlns:a16="http://schemas.microsoft.com/office/drawing/2014/main" id="{9CA3EBA4-FE50-434B-B2F5-304658CB64C4}"/>
                </a:ext>
              </a:extLst>
            </p:cNvPr>
            <p:cNvSpPr>
              <a:spLocks noChangeArrowheads="1"/>
            </p:cNvSpPr>
            <p:nvPr/>
          </p:nvSpPr>
          <p:spPr bwMode="auto">
            <a:xfrm>
              <a:off x="2414" y="2281"/>
              <a:ext cx="6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37" name="Rectangle 74">
              <a:extLst>
                <a:ext uri="{FF2B5EF4-FFF2-40B4-BE49-F238E27FC236}">
                  <a16:creationId xmlns:a16="http://schemas.microsoft.com/office/drawing/2014/main" id="{EE731FB8-40DD-44E6-83EB-81AD040C0674}"/>
                </a:ext>
              </a:extLst>
            </p:cNvPr>
            <p:cNvSpPr>
              <a:spLocks noChangeArrowheads="1"/>
            </p:cNvSpPr>
            <p:nvPr/>
          </p:nvSpPr>
          <p:spPr bwMode="auto">
            <a:xfrm>
              <a:off x="2330" y="2281"/>
              <a:ext cx="77"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38" name="Rectangle 75">
              <a:extLst>
                <a:ext uri="{FF2B5EF4-FFF2-40B4-BE49-F238E27FC236}">
                  <a16:creationId xmlns:a16="http://schemas.microsoft.com/office/drawing/2014/main" id="{E6FA007A-B585-4D68-880B-37C5DEB7CECB}"/>
                </a:ext>
              </a:extLst>
            </p:cNvPr>
            <p:cNvSpPr>
              <a:spLocks noChangeArrowheads="1"/>
            </p:cNvSpPr>
            <p:nvPr/>
          </p:nvSpPr>
          <p:spPr bwMode="auto">
            <a:xfrm>
              <a:off x="2220" y="2281"/>
              <a:ext cx="48"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a:t>
              </a: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39" name="Rectangle 76">
              <a:extLst>
                <a:ext uri="{FF2B5EF4-FFF2-40B4-BE49-F238E27FC236}">
                  <a16:creationId xmlns:a16="http://schemas.microsoft.com/office/drawing/2014/main" id="{C8251F20-FBA9-4C0B-B0D4-61DCCA860F6F}"/>
                </a:ext>
              </a:extLst>
            </p:cNvPr>
            <p:cNvSpPr>
              <a:spLocks noChangeArrowheads="1"/>
            </p:cNvSpPr>
            <p:nvPr/>
          </p:nvSpPr>
          <p:spPr bwMode="auto">
            <a:xfrm>
              <a:off x="2485" y="2281"/>
              <a:ext cx="48"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a:t>
              </a: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40" name="Rectangle 77">
              <a:extLst>
                <a:ext uri="{FF2B5EF4-FFF2-40B4-BE49-F238E27FC236}">
                  <a16:creationId xmlns:a16="http://schemas.microsoft.com/office/drawing/2014/main" id="{5065FD32-B9F8-46E4-BEC4-CEB044940CD0}"/>
                </a:ext>
              </a:extLst>
            </p:cNvPr>
            <p:cNvSpPr>
              <a:spLocks noChangeArrowheads="1"/>
            </p:cNvSpPr>
            <p:nvPr/>
          </p:nvSpPr>
          <p:spPr bwMode="auto">
            <a:xfrm>
              <a:off x="2175" y="2510"/>
              <a:ext cx="9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Q</a:t>
              </a: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41" name="Rectangle 78">
              <a:extLst>
                <a:ext uri="{FF2B5EF4-FFF2-40B4-BE49-F238E27FC236}">
                  <a16:creationId xmlns:a16="http://schemas.microsoft.com/office/drawing/2014/main" id="{EEA116F3-40C0-400B-BCFB-43B89A0F0BAA}"/>
                </a:ext>
              </a:extLst>
            </p:cNvPr>
            <p:cNvSpPr>
              <a:spLocks noChangeArrowheads="1"/>
            </p:cNvSpPr>
            <p:nvPr/>
          </p:nvSpPr>
          <p:spPr bwMode="auto">
            <a:xfrm>
              <a:off x="2369" y="2510"/>
              <a:ext cx="3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t</a:t>
              </a: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42" name="Rectangle 79">
              <a:extLst>
                <a:ext uri="{FF2B5EF4-FFF2-40B4-BE49-F238E27FC236}">
                  <a16:creationId xmlns:a16="http://schemas.microsoft.com/office/drawing/2014/main" id="{5291FE5D-1EAD-4F92-B4ED-0BC0E6141F83}"/>
                </a:ext>
              </a:extLst>
            </p:cNvPr>
            <p:cNvSpPr>
              <a:spLocks noChangeArrowheads="1"/>
            </p:cNvSpPr>
            <p:nvPr/>
          </p:nvSpPr>
          <p:spPr bwMode="auto">
            <a:xfrm>
              <a:off x="2310" y="2510"/>
              <a:ext cx="48"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a:t>
              </a: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43" name="Rectangle 80">
              <a:extLst>
                <a:ext uri="{FF2B5EF4-FFF2-40B4-BE49-F238E27FC236}">
                  <a16:creationId xmlns:a16="http://schemas.microsoft.com/office/drawing/2014/main" id="{941A9830-0E80-4A98-9EBA-D79D63B0722E}"/>
                </a:ext>
              </a:extLst>
            </p:cNvPr>
            <p:cNvSpPr>
              <a:spLocks noChangeArrowheads="1"/>
            </p:cNvSpPr>
            <p:nvPr/>
          </p:nvSpPr>
          <p:spPr bwMode="auto">
            <a:xfrm>
              <a:off x="2419" y="2510"/>
              <a:ext cx="48"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a:t>
              </a: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44" name="Line 81">
              <a:extLst>
                <a:ext uri="{FF2B5EF4-FFF2-40B4-BE49-F238E27FC236}">
                  <a16:creationId xmlns:a16="http://schemas.microsoft.com/office/drawing/2014/main" id="{3402B24A-9B03-4AF7-8CA2-4B1732783DC0}"/>
                </a:ext>
              </a:extLst>
            </p:cNvPr>
            <p:cNvSpPr>
              <a:spLocks noChangeShapeType="1"/>
            </p:cNvSpPr>
            <p:nvPr/>
          </p:nvSpPr>
          <p:spPr bwMode="auto">
            <a:xfrm flipH="1">
              <a:off x="4044" y="2656"/>
              <a:ext cx="242"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45" name="Line 82">
              <a:extLst>
                <a:ext uri="{FF2B5EF4-FFF2-40B4-BE49-F238E27FC236}">
                  <a16:creationId xmlns:a16="http://schemas.microsoft.com/office/drawing/2014/main" id="{3EC4AAD7-CF26-4429-8B08-5E7BB3F0922D}"/>
                </a:ext>
              </a:extLst>
            </p:cNvPr>
            <p:cNvSpPr>
              <a:spLocks noChangeShapeType="1"/>
            </p:cNvSpPr>
            <p:nvPr/>
          </p:nvSpPr>
          <p:spPr bwMode="auto">
            <a:xfrm flipH="1">
              <a:off x="4044" y="3071"/>
              <a:ext cx="24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46" name="Line 83">
              <a:extLst>
                <a:ext uri="{FF2B5EF4-FFF2-40B4-BE49-F238E27FC236}">
                  <a16:creationId xmlns:a16="http://schemas.microsoft.com/office/drawing/2014/main" id="{6D2260CA-95D2-46B3-8BB6-E0DC60FE2EAB}"/>
                </a:ext>
              </a:extLst>
            </p:cNvPr>
            <p:cNvSpPr>
              <a:spLocks noChangeShapeType="1"/>
            </p:cNvSpPr>
            <p:nvPr/>
          </p:nvSpPr>
          <p:spPr bwMode="auto">
            <a:xfrm>
              <a:off x="3388" y="2656"/>
              <a:ext cx="242"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47" name="Line 84">
              <a:extLst>
                <a:ext uri="{FF2B5EF4-FFF2-40B4-BE49-F238E27FC236}">
                  <a16:creationId xmlns:a16="http://schemas.microsoft.com/office/drawing/2014/main" id="{1989806E-9A76-4A47-8539-87CF4C2FEB18}"/>
                </a:ext>
              </a:extLst>
            </p:cNvPr>
            <p:cNvSpPr>
              <a:spLocks noChangeShapeType="1"/>
            </p:cNvSpPr>
            <p:nvPr/>
          </p:nvSpPr>
          <p:spPr bwMode="auto">
            <a:xfrm flipV="1">
              <a:off x="3388" y="3069"/>
              <a:ext cx="242"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48" name="Rectangle 85">
              <a:extLst>
                <a:ext uri="{FF2B5EF4-FFF2-40B4-BE49-F238E27FC236}">
                  <a16:creationId xmlns:a16="http://schemas.microsoft.com/office/drawing/2014/main" id="{D2102A0F-8604-4C08-93FF-4C56C0441B12}"/>
                </a:ext>
              </a:extLst>
            </p:cNvPr>
            <p:cNvSpPr>
              <a:spLocks noChangeArrowheads="1"/>
            </p:cNvSpPr>
            <p:nvPr/>
          </p:nvSpPr>
          <p:spPr bwMode="auto">
            <a:xfrm>
              <a:off x="2246" y="2691"/>
              <a:ext cx="6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49" name="Rectangle 86">
              <a:extLst>
                <a:ext uri="{FF2B5EF4-FFF2-40B4-BE49-F238E27FC236}">
                  <a16:creationId xmlns:a16="http://schemas.microsoft.com/office/drawing/2014/main" id="{31B35B70-B5C0-4A4A-9F59-E2280A8C5398}"/>
                </a:ext>
              </a:extLst>
            </p:cNvPr>
            <p:cNvSpPr>
              <a:spLocks noChangeArrowheads="1"/>
            </p:cNvSpPr>
            <p:nvPr/>
          </p:nvSpPr>
          <p:spPr bwMode="auto">
            <a:xfrm>
              <a:off x="1721" y="3390"/>
              <a:ext cx="904"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(b) Truth table</a:t>
              </a: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50" name="Rectangle 89">
              <a:extLst>
                <a:ext uri="{FF2B5EF4-FFF2-40B4-BE49-F238E27FC236}">
                  <a16:creationId xmlns:a16="http://schemas.microsoft.com/office/drawing/2014/main" id="{25C06746-12A9-4CEE-B5FA-C1EAAAAB785D}"/>
                </a:ext>
              </a:extLst>
            </p:cNvPr>
            <p:cNvSpPr>
              <a:spLocks noChangeArrowheads="1"/>
            </p:cNvSpPr>
            <p:nvPr/>
          </p:nvSpPr>
          <p:spPr bwMode="auto">
            <a:xfrm>
              <a:off x="3309" y="3390"/>
              <a:ext cx="1320"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(c) Graphical symbol</a:t>
              </a: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51" name="Rectangle 91">
              <a:extLst>
                <a:ext uri="{FF2B5EF4-FFF2-40B4-BE49-F238E27FC236}">
                  <a16:creationId xmlns:a16="http://schemas.microsoft.com/office/drawing/2014/main" id="{AE302A9B-3D96-45AF-A632-C37A8C098742}"/>
                </a:ext>
              </a:extLst>
            </p:cNvPr>
            <p:cNvSpPr>
              <a:spLocks noChangeArrowheads="1"/>
            </p:cNvSpPr>
            <p:nvPr/>
          </p:nvSpPr>
          <p:spPr bwMode="auto">
            <a:xfrm>
              <a:off x="1755" y="2285"/>
              <a:ext cx="53"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a:t>
              </a: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52" name="Rectangle 92">
              <a:extLst>
                <a:ext uri="{FF2B5EF4-FFF2-40B4-BE49-F238E27FC236}">
                  <a16:creationId xmlns:a16="http://schemas.microsoft.com/office/drawing/2014/main" id="{53193EFC-D66A-44F7-9DEB-32DA92F80592}"/>
                </a:ext>
              </a:extLst>
            </p:cNvPr>
            <p:cNvSpPr>
              <a:spLocks noChangeArrowheads="1"/>
            </p:cNvSpPr>
            <p:nvPr/>
          </p:nvSpPr>
          <p:spPr bwMode="auto">
            <a:xfrm>
              <a:off x="1749" y="2508"/>
              <a:ext cx="6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53" name="Rectangle 93">
              <a:extLst>
                <a:ext uri="{FF2B5EF4-FFF2-40B4-BE49-F238E27FC236}">
                  <a16:creationId xmlns:a16="http://schemas.microsoft.com/office/drawing/2014/main" id="{41D7FE55-2981-4E10-89D6-5C67D8D76C86}"/>
                </a:ext>
              </a:extLst>
            </p:cNvPr>
            <p:cNvSpPr>
              <a:spLocks noChangeArrowheads="1"/>
            </p:cNvSpPr>
            <p:nvPr/>
          </p:nvSpPr>
          <p:spPr bwMode="auto">
            <a:xfrm>
              <a:off x="1749" y="2689"/>
              <a:ext cx="6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54" name="Rectangle 94">
              <a:extLst>
                <a:ext uri="{FF2B5EF4-FFF2-40B4-BE49-F238E27FC236}">
                  <a16:creationId xmlns:a16="http://schemas.microsoft.com/office/drawing/2014/main" id="{7C978440-1FEF-4722-861E-4615A678CEFB}"/>
                </a:ext>
              </a:extLst>
            </p:cNvPr>
            <p:cNvSpPr>
              <a:spLocks noChangeArrowheads="1"/>
            </p:cNvSpPr>
            <p:nvPr/>
          </p:nvSpPr>
          <p:spPr bwMode="auto">
            <a:xfrm>
              <a:off x="1896" y="2883"/>
              <a:ext cx="6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55" name="Rectangle 95">
              <a:extLst>
                <a:ext uri="{FF2B5EF4-FFF2-40B4-BE49-F238E27FC236}">
                  <a16:creationId xmlns:a16="http://schemas.microsoft.com/office/drawing/2014/main" id="{A4E8EF30-5FC1-47B2-A1D0-3F8C09921BC5}"/>
                </a:ext>
              </a:extLst>
            </p:cNvPr>
            <p:cNvSpPr>
              <a:spLocks noChangeArrowheads="1"/>
            </p:cNvSpPr>
            <p:nvPr/>
          </p:nvSpPr>
          <p:spPr bwMode="auto">
            <a:xfrm>
              <a:off x="2246" y="2884"/>
              <a:ext cx="6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56" name="Rectangle 96">
              <a:extLst>
                <a:ext uri="{FF2B5EF4-FFF2-40B4-BE49-F238E27FC236}">
                  <a16:creationId xmlns:a16="http://schemas.microsoft.com/office/drawing/2014/main" id="{79A6CED9-DABC-433C-BF50-C8EEC6756B0A}"/>
                </a:ext>
              </a:extLst>
            </p:cNvPr>
            <p:cNvSpPr>
              <a:spLocks noChangeArrowheads="1"/>
            </p:cNvSpPr>
            <p:nvPr/>
          </p:nvSpPr>
          <p:spPr bwMode="auto">
            <a:xfrm>
              <a:off x="1749" y="2883"/>
              <a:ext cx="6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57" name="Rectangle 97">
              <a:extLst>
                <a:ext uri="{FF2B5EF4-FFF2-40B4-BE49-F238E27FC236}">
                  <a16:creationId xmlns:a16="http://schemas.microsoft.com/office/drawing/2014/main" id="{B2002F0E-1473-4829-991C-AEBC6ECD490E}"/>
                </a:ext>
              </a:extLst>
            </p:cNvPr>
            <p:cNvSpPr>
              <a:spLocks noChangeArrowheads="1"/>
            </p:cNvSpPr>
            <p:nvPr/>
          </p:nvSpPr>
          <p:spPr bwMode="auto">
            <a:xfrm>
              <a:off x="1896" y="3084"/>
              <a:ext cx="6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58" name="Rectangle 98">
              <a:extLst>
                <a:ext uri="{FF2B5EF4-FFF2-40B4-BE49-F238E27FC236}">
                  <a16:creationId xmlns:a16="http://schemas.microsoft.com/office/drawing/2014/main" id="{1DCF6630-542A-444C-8FE7-B8448FE8D25A}"/>
                </a:ext>
              </a:extLst>
            </p:cNvPr>
            <p:cNvSpPr>
              <a:spLocks noChangeArrowheads="1"/>
            </p:cNvSpPr>
            <p:nvPr/>
          </p:nvSpPr>
          <p:spPr bwMode="auto">
            <a:xfrm>
              <a:off x="2175" y="3085"/>
              <a:ext cx="9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Q</a:t>
              </a: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59" name="Rectangle 99">
              <a:extLst>
                <a:ext uri="{FF2B5EF4-FFF2-40B4-BE49-F238E27FC236}">
                  <a16:creationId xmlns:a16="http://schemas.microsoft.com/office/drawing/2014/main" id="{1B7439C3-ED64-4B1C-8619-360822B7D6B3}"/>
                </a:ext>
              </a:extLst>
            </p:cNvPr>
            <p:cNvSpPr>
              <a:spLocks noChangeArrowheads="1"/>
            </p:cNvSpPr>
            <p:nvPr/>
          </p:nvSpPr>
          <p:spPr bwMode="auto">
            <a:xfrm>
              <a:off x="2357" y="3085"/>
              <a:ext cx="3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t</a:t>
              </a: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60" name="Rectangle 100">
              <a:extLst>
                <a:ext uri="{FF2B5EF4-FFF2-40B4-BE49-F238E27FC236}">
                  <a16:creationId xmlns:a16="http://schemas.microsoft.com/office/drawing/2014/main" id="{2ABB5BC5-7783-4ACC-A776-4F1C85C7E1F1}"/>
                </a:ext>
              </a:extLst>
            </p:cNvPr>
            <p:cNvSpPr>
              <a:spLocks noChangeArrowheads="1"/>
            </p:cNvSpPr>
            <p:nvPr/>
          </p:nvSpPr>
          <p:spPr bwMode="auto">
            <a:xfrm>
              <a:off x="2304" y="3085"/>
              <a:ext cx="48"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a:t>
              </a: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61" name="Rectangle 102">
              <a:extLst>
                <a:ext uri="{FF2B5EF4-FFF2-40B4-BE49-F238E27FC236}">
                  <a16:creationId xmlns:a16="http://schemas.microsoft.com/office/drawing/2014/main" id="{7BEC4A54-9534-4C41-ACEB-352D06263AB2}"/>
                </a:ext>
              </a:extLst>
            </p:cNvPr>
            <p:cNvSpPr>
              <a:spLocks noChangeArrowheads="1"/>
            </p:cNvSpPr>
            <p:nvPr/>
          </p:nvSpPr>
          <p:spPr bwMode="auto">
            <a:xfrm>
              <a:off x="2407" y="3085"/>
              <a:ext cx="48"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a:t>
              </a: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62" name="Rectangle 103">
              <a:extLst>
                <a:ext uri="{FF2B5EF4-FFF2-40B4-BE49-F238E27FC236}">
                  <a16:creationId xmlns:a16="http://schemas.microsoft.com/office/drawing/2014/main" id="{A4027523-7753-4035-819E-3FB08DE7BEA5}"/>
                </a:ext>
              </a:extLst>
            </p:cNvPr>
            <p:cNvSpPr>
              <a:spLocks noChangeArrowheads="1"/>
            </p:cNvSpPr>
            <p:nvPr/>
          </p:nvSpPr>
          <p:spPr bwMode="auto">
            <a:xfrm>
              <a:off x="1749" y="3084"/>
              <a:ext cx="6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63" name="Line 104">
              <a:extLst>
                <a:ext uri="{FF2B5EF4-FFF2-40B4-BE49-F238E27FC236}">
                  <a16:creationId xmlns:a16="http://schemas.microsoft.com/office/drawing/2014/main" id="{AFFFCEB8-FCAF-42F4-9B10-174C3E3C4B71}"/>
                </a:ext>
              </a:extLst>
            </p:cNvPr>
            <p:cNvSpPr>
              <a:spLocks noChangeShapeType="1"/>
            </p:cNvSpPr>
            <p:nvPr/>
          </p:nvSpPr>
          <p:spPr bwMode="auto">
            <a:xfrm>
              <a:off x="3388" y="2863"/>
              <a:ext cx="242"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64" name="Rectangle 105">
              <a:extLst>
                <a:ext uri="{FF2B5EF4-FFF2-40B4-BE49-F238E27FC236}">
                  <a16:creationId xmlns:a16="http://schemas.microsoft.com/office/drawing/2014/main" id="{0F8AC46B-23EC-4FA8-BFA1-E05194946577}"/>
                </a:ext>
              </a:extLst>
            </p:cNvPr>
            <p:cNvSpPr>
              <a:spLocks noChangeArrowheads="1"/>
            </p:cNvSpPr>
            <p:nvPr/>
          </p:nvSpPr>
          <p:spPr bwMode="auto">
            <a:xfrm>
              <a:off x="3679" y="2968"/>
              <a:ext cx="9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a:t>
              </a: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65" name="Rectangle 8">
              <a:extLst>
                <a:ext uri="{FF2B5EF4-FFF2-40B4-BE49-F238E27FC236}">
                  <a16:creationId xmlns:a16="http://schemas.microsoft.com/office/drawing/2014/main" id="{AD91622F-2B6C-451D-968A-3F835AE3F0A6}"/>
                </a:ext>
              </a:extLst>
            </p:cNvPr>
            <p:cNvSpPr>
              <a:spLocks noChangeArrowheads="1"/>
            </p:cNvSpPr>
            <p:nvPr/>
          </p:nvSpPr>
          <p:spPr bwMode="auto">
            <a:xfrm>
              <a:off x="3630" y="917"/>
              <a:ext cx="414" cy="656"/>
            </a:xfrm>
            <a:prstGeom prst="rect">
              <a:avLst/>
            </a:prstGeom>
            <a:solidFill>
              <a:srgbClr val="FFFFFF"/>
            </a:solidFill>
            <a:ln w="28575">
              <a:solidFill>
                <a:schemeClr val="tx1"/>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66" name="Rectangle 9">
              <a:extLst>
                <a:ext uri="{FF2B5EF4-FFF2-40B4-BE49-F238E27FC236}">
                  <a16:creationId xmlns:a16="http://schemas.microsoft.com/office/drawing/2014/main" id="{41C7194F-AFCC-4618-BBD9-2877868BF9E9}"/>
                </a:ext>
              </a:extLst>
            </p:cNvPr>
            <p:cNvSpPr>
              <a:spLocks noChangeArrowheads="1"/>
            </p:cNvSpPr>
            <p:nvPr/>
          </p:nvSpPr>
          <p:spPr bwMode="auto">
            <a:xfrm>
              <a:off x="3674" y="942"/>
              <a:ext cx="9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67" name="Rectangle 10">
              <a:extLst>
                <a:ext uri="{FF2B5EF4-FFF2-40B4-BE49-F238E27FC236}">
                  <a16:creationId xmlns:a16="http://schemas.microsoft.com/office/drawing/2014/main" id="{C8BD30BC-D171-4558-A78C-168843D1FE47}"/>
                </a:ext>
              </a:extLst>
            </p:cNvPr>
            <p:cNvSpPr>
              <a:spLocks noChangeArrowheads="1"/>
            </p:cNvSpPr>
            <p:nvPr/>
          </p:nvSpPr>
          <p:spPr bwMode="auto">
            <a:xfrm>
              <a:off x="3913" y="938"/>
              <a:ext cx="9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Q</a:t>
              </a: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68" name="Freeform 12">
              <a:extLst>
                <a:ext uri="{FF2B5EF4-FFF2-40B4-BE49-F238E27FC236}">
                  <a16:creationId xmlns:a16="http://schemas.microsoft.com/office/drawing/2014/main" id="{B2354059-6B5D-4CFB-9101-766E6A95907A}"/>
                </a:ext>
              </a:extLst>
            </p:cNvPr>
            <p:cNvSpPr>
              <a:spLocks/>
            </p:cNvSpPr>
            <p:nvPr/>
          </p:nvSpPr>
          <p:spPr bwMode="auto">
            <a:xfrm>
              <a:off x="3630" y="1366"/>
              <a:ext cx="81" cy="81"/>
            </a:xfrm>
            <a:custGeom>
              <a:avLst/>
              <a:gdLst>
                <a:gd name="T0" fmla="*/ 0 w 403"/>
                <a:gd name="T1" fmla="*/ 0 h 402"/>
                <a:gd name="T2" fmla="*/ 0 w 403"/>
                <a:gd name="T3" fmla="*/ 0 h 402"/>
                <a:gd name="T4" fmla="*/ 0 w 403"/>
                <a:gd name="T5" fmla="*/ 0 h 402"/>
                <a:gd name="T6" fmla="*/ 0 60000 65536"/>
                <a:gd name="T7" fmla="*/ 0 60000 65536"/>
                <a:gd name="T8" fmla="*/ 0 60000 65536"/>
                <a:gd name="T9" fmla="*/ 0 w 403"/>
                <a:gd name="T10" fmla="*/ 0 h 402"/>
                <a:gd name="T11" fmla="*/ 403 w 403"/>
                <a:gd name="T12" fmla="*/ 402 h 402"/>
              </a:gdLst>
              <a:ahLst/>
              <a:cxnLst>
                <a:cxn ang="T6">
                  <a:pos x="T0" y="T1"/>
                </a:cxn>
                <a:cxn ang="T7">
                  <a:pos x="T2" y="T3"/>
                </a:cxn>
                <a:cxn ang="T8">
                  <a:pos x="T4" y="T5"/>
                </a:cxn>
              </a:cxnLst>
              <a:rect l="T9" t="T10" r="T11" b="T12"/>
              <a:pathLst>
                <a:path w="403" h="402">
                  <a:moveTo>
                    <a:pt x="0" y="402"/>
                  </a:moveTo>
                  <a:lnTo>
                    <a:pt x="403" y="230"/>
                  </a:lnTo>
                  <a:lnTo>
                    <a:pt x="0" y="0"/>
                  </a:lnTo>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69" name="Freeform 15">
              <a:extLst>
                <a:ext uri="{FF2B5EF4-FFF2-40B4-BE49-F238E27FC236}">
                  <a16:creationId xmlns:a16="http://schemas.microsoft.com/office/drawing/2014/main" id="{98161050-A391-42CC-AFD5-7E39BFF32807}"/>
                </a:ext>
              </a:extLst>
            </p:cNvPr>
            <p:cNvSpPr>
              <a:spLocks/>
            </p:cNvSpPr>
            <p:nvPr/>
          </p:nvSpPr>
          <p:spPr bwMode="auto">
            <a:xfrm>
              <a:off x="4356" y="1067"/>
              <a:ext cx="22" cy="34"/>
            </a:xfrm>
            <a:custGeom>
              <a:avLst/>
              <a:gdLst>
                <a:gd name="T0" fmla="*/ 0 w 114"/>
                <a:gd name="T1" fmla="*/ 0 h 172"/>
                <a:gd name="T2" fmla="*/ 0 w 114"/>
                <a:gd name="T3" fmla="*/ 0 h 172"/>
                <a:gd name="T4" fmla="*/ 0 w 114"/>
                <a:gd name="T5" fmla="*/ 0 h 172"/>
                <a:gd name="T6" fmla="*/ 0 w 114"/>
                <a:gd name="T7" fmla="*/ 0 h 172"/>
                <a:gd name="T8" fmla="*/ 0 w 114"/>
                <a:gd name="T9" fmla="*/ 0 h 172"/>
                <a:gd name="T10" fmla="*/ 0 w 114"/>
                <a:gd name="T11" fmla="*/ 0 h 172"/>
                <a:gd name="T12" fmla="*/ 0 w 114"/>
                <a:gd name="T13" fmla="*/ 0 h 172"/>
                <a:gd name="T14" fmla="*/ 0 w 114"/>
                <a:gd name="T15" fmla="*/ 0 h 172"/>
                <a:gd name="T16" fmla="*/ 0 w 114"/>
                <a:gd name="T17" fmla="*/ 0 h 172"/>
                <a:gd name="T18" fmla="*/ 0 w 114"/>
                <a:gd name="T19" fmla="*/ 0 h 172"/>
                <a:gd name="T20" fmla="*/ 0 w 114"/>
                <a:gd name="T21" fmla="*/ 0 h 172"/>
                <a:gd name="T22" fmla="*/ 0 w 114"/>
                <a:gd name="T23" fmla="*/ 0 h 172"/>
                <a:gd name="T24" fmla="*/ 0 w 114"/>
                <a:gd name="T25" fmla="*/ 0 h 172"/>
                <a:gd name="T26" fmla="*/ 0 w 114"/>
                <a:gd name="T27" fmla="*/ 0 h 172"/>
                <a:gd name="T28" fmla="*/ 0 w 114"/>
                <a:gd name="T29" fmla="*/ 0 h 172"/>
                <a:gd name="T30" fmla="*/ 0 w 114"/>
                <a:gd name="T31" fmla="*/ 0 h 172"/>
                <a:gd name="T32" fmla="*/ 0 w 114"/>
                <a:gd name="T33" fmla="*/ 0 h 172"/>
                <a:gd name="T34" fmla="*/ 0 w 114"/>
                <a:gd name="T35" fmla="*/ 0 h 172"/>
                <a:gd name="T36" fmla="*/ 0 w 114"/>
                <a:gd name="T37" fmla="*/ 0 h 172"/>
                <a:gd name="T38" fmla="*/ 0 w 114"/>
                <a:gd name="T39" fmla="*/ 0 h 172"/>
                <a:gd name="T40" fmla="*/ 0 w 114"/>
                <a:gd name="T41" fmla="*/ 0 h 172"/>
                <a:gd name="T42" fmla="*/ 0 w 114"/>
                <a:gd name="T43" fmla="*/ 0 h 172"/>
                <a:gd name="T44" fmla="*/ 0 w 114"/>
                <a:gd name="T45" fmla="*/ 0 h 172"/>
                <a:gd name="T46" fmla="*/ 0 w 114"/>
                <a:gd name="T47" fmla="*/ 0 h 172"/>
                <a:gd name="T48" fmla="*/ 0 w 114"/>
                <a:gd name="T49" fmla="*/ 0 h 172"/>
                <a:gd name="T50" fmla="*/ 0 w 114"/>
                <a:gd name="T51" fmla="*/ 0 h 172"/>
                <a:gd name="T52" fmla="*/ 0 w 114"/>
                <a:gd name="T53" fmla="*/ 0 h 172"/>
                <a:gd name="T54" fmla="*/ 0 w 114"/>
                <a:gd name="T55" fmla="*/ 0 h 172"/>
                <a:gd name="T56" fmla="*/ 0 w 114"/>
                <a:gd name="T57" fmla="*/ 0 h 172"/>
                <a:gd name="T58" fmla="*/ 0 w 114"/>
                <a:gd name="T59" fmla="*/ 0 h 172"/>
                <a:gd name="T60" fmla="*/ 0 w 114"/>
                <a:gd name="T61" fmla="*/ 0 h 172"/>
                <a:gd name="T62" fmla="*/ 0 w 114"/>
                <a:gd name="T63" fmla="*/ 0 h 172"/>
                <a:gd name="T64" fmla="*/ 0 w 114"/>
                <a:gd name="T65" fmla="*/ 0 h 172"/>
                <a:gd name="T66" fmla="*/ 0 w 114"/>
                <a:gd name="T67" fmla="*/ 0 h 172"/>
                <a:gd name="T68" fmla="*/ 0 w 114"/>
                <a:gd name="T69" fmla="*/ 0 h 172"/>
                <a:gd name="T70" fmla="*/ 0 w 114"/>
                <a:gd name="T71" fmla="*/ 0 h 172"/>
                <a:gd name="T72" fmla="*/ 0 w 114"/>
                <a:gd name="T73" fmla="*/ 0 h 172"/>
                <a:gd name="T74" fmla="*/ 0 w 114"/>
                <a:gd name="T75" fmla="*/ 0 h 172"/>
                <a:gd name="T76" fmla="*/ 0 w 114"/>
                <a:gd name="T77" fmla="*/ 0 h 172"/>
                <a:gd name="T78" fmla="*/ 0 w 114"/>
                <a:gd name="T79" fmla="*/ 0 h 172"/>
                <a:gd name="T80" fmla="*/ 0 w 114"/>
                <a:gd name="T81" fmla="*/ 0 h 172"/>
                <a:gd name="T82" fmla="*/ 0 w 114"/>
                <a:gd name="T83" fmla="*/ 0 h 172"/>
                <a:gd name="T84" fmla="*/ 0 w 114"/>
                <a:gd name="T85" fmla="*/ 0 h 172"/>
                <a:gd name="T86" fmla="*/ 0 w 114"/>
                <a:gd name="T87" fmla="*/ 0 h 172"/>
                <a:gd name="T88" fmla="*/ 0 w 114"/>
                <a:gd name="T89" fmla="*/ 0 h 172"/>
                <a:gd name="T90" fmla="*/ 0 w 114"/>
                <a:gd name="T91" fmla="*/ 0 h 172"/>
                <a:gd name="T92" fmla="*/ 0 w 114"/>
                <a:gd name="T93" fmla="*/ 0 h 172"/>
                <a:gd name="T94" fmla="*/ 0 w 114"/>
                <a:gd name="T95" fmla="*/ 0 h 172"/>
                <a:gd name="T96" fmla="*/ 0 w 114"/>
                <a:gd name="T97" fmla="*/ 0 h 172"/>
                <a:gd name="T98" fmla="*/ 0 w 114"/>
                <a:gd name="T99" fmla="*/ 0 h 172"/>
                <a:gd name="T100" fmla="*/ 0 w 114"/>
                <a:gd name="T101" fmla="*/ 0 h 172"/>
                <a:gd name="T102" fmla="*/ 0 w 114"/>
                <a:gd name="T103" fmla="*/ 0 h 172"/>
                <a:gd name="T104" fmla="*/ 0 w 114"/>
                <a:gd name="T105" fmla="*/ 0 h 172"/>
                <a:gd name="T106" fmla="*/ 0 w 114"/>
                <a:gd name="T107" fmla="*/ 0 h 172"/>
                <a:gd name="T108" fmla="*/ 0 w 114"/>
                <a:gd name="T109" fmla="*/ 0 h 172"/>
                <a:gd name="T110" fmla="*/ 0 w 114"/>
                <a:gd name="T111" fmla="*/ 0 h 1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14"/>
                <a:gd name="T169" fmla="*/ 0 h 172"/>
                <a:gd name="T170" fmla="*/ 114 w 114"/>
                <a:gd name="T171" fmla="*/ 172 h 1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14" h="172">
                  <a:moveTo>
                    <a:pt x="0" y="103"/>
                  </a:moveTo>
                  <a:lnTo>
                    <a:pt x="0" y="70"/>
                  </a:lnTo>
                  <a:lnTo>
                    <a:pt x="0" y="66"/>
                  </a:lnTo>
                  <a:lnTo>
                    <a:pt x="0" y="63"/>
                  </a:lnTo>
                  <a:lnTo>
                    <a:pt x="1" y="59"/>
                  </a:lnTo>
                  <a:lnTo>
                    <a:pt x="1" y="55"/>
                  </a:lnTo>
                  <a:lnTo>
                    <a:pt x="2" y="52"/>
                  </a:lnTo>
                  <a:lnTo>
                    <a:pt x="3" y="49"/>
                  </a:lnTo>
                  <a:lnTo>
                    <a:pt x="4" y="46"/>
                  </a:lnTo>
                  <a:lnTo>
                    <a:pt x="5" y="43"/>
                  </a:lnTo>
                  <a:lnTo>
                    <a:pt x="6" y="40"/>
                  </a:lnTo>
                  <a:lnTo>
                    <a:pt x="8" y="36"/>
                  </a:lnTo>
                  <a:lnTo>
                    <a:pt x="9" y="33"/>
                  </a:lnTo>
                  <a:lnTo>
                    <a:pt x="11" y="31"/>
                  </a:lnTo>
                  <a:lnTo>
                    <a:pt x="13" y="28"/>
                  </a:lnTo>
                  <a:lnTo>
                    <a:pt x="16" y="26"/>
                  </a:lnTo>
                  <a:lnTo>
                    <a:pt x="18" y="23"/>
                  </a:lnTo>
                  <a:lnTo>
                    <a:pt x="20" y="21"/>
                  </a:lnTo>
                  <a:lnTo>
                    <a:pt x="22" y="19"/>
                  </a:lnTo>
                  <a:lnTo>
                    <a:pt x="24" y="16"/>
                  </a:lnTo>
                  <a:lnTo>
                    <a:pt x="27" y="13"/>
                  </a:lnTo>
                  <a:lnTo>
                    <a:pt x="29" y="11"/>
                  </a:lnTo>
                  <a:lnTo>
                    <a:pt x="33" y="10"/>
                  </a:lnTo>
                  <a:lnTo>
                    <a:pt x="37" y="8"/>
                  </a:lnTo>
                  <a:lnTo>
                    <a:pt x="39" y="7"/>
                  </a:lnTo>
                  <a:lnTo>
                    <a:pt x="42" y="5"/>
                  </a:lnTo>
                  <a:lnTo>
                    <a:pt x="45" y="4"/>
                  </a:lnTo>
                  <a:lnTo>
                    <a:pt x="48" y="3"/>
                  </a:lnTo>
                  <a:lnTo>
                    <a:pt x="51" y="2"/>
                  </a:lnTo>
                  <a:lnTo>
                    <a:pt x="55" y="2"/>
                  </a:lnTo>
                  <a:lnTo>
                    <a:pt x="59" y="1"/>
                  </a:lnTo>
                  <a:lnTo>
                    <a:pt x="62" y="1"/>
                  </a:lnTo>
                  <a:lnTo>
                    <a:pt x="65" y="0"/>
                  </a:lnTo>
                  <a:lnTo>
                    <a:pt x="68" y="0"/>
                  </a:lnTo>
                  <a:lnTo>
                    <a:pt x="45" y="0"/>
                  </a:lnTo>
                  <a:lnTo>
                    <a:pt x="48" y="0"/>
                  </a:lnTo>
                  <a:lnTo>
                    <a:pt x="52" y="1"/>
                  </a:lnTo>
                  <a:lnTo>
                    <a:pt x="56" y="1"/>
                  </a:lnTo>
                  <a:lnTo>
                    <a:pt x="59" y="2"/>
                  </a:lnTo>
                  <a:lnTo>
                    <a:pt x="62" y="2"/>
                  </a:lnTo>
                  <a:lnTo>
                    <a:pt x="65" y="3"/>
                  </a:lnTo>
                  <a:lnTo>
                    <a:pt x="68" y="4"/>
                  </a:lnTo>
                  <a:lnTo>
                    <a:pt x="71" y="5"/>
                  </a:lnTo>
                  <a:lnTo>
                    <a:pt x="75" y="7"/>
                  </a:lnTo>
                  <a:lnTo>
                    <a:pt x="79" y="8"/>
                  </a:lnTo>
                  <a:lnTo>
                    <a:pt x="81" y="10"/>
                  </a:lnTo>
                  <a:lnTo>
                    <a:pt x="84" y="11"/>
                  </a:lnTo>
                  <a:lnTo>
                    <a:pt x="87" y="13"/>
                  </a:lnTo>
                  <a:lnTo>
                    <a:pt x="89" y="16"/>
                  </a:lnTo>
                  <a:lnTo>
                    <a:pt x="91" y="19"/>
                  </a:lnTo>
                  <a:lnTo>
                    <a:pt x="95" y="21"/>
                  </a:lnTo>
                  <a:lnTo>
                    <a:pt x="97" y="23"/>
                  </a:lnTo>
                  <a:lnTo>
                    <a:pt x="99" y="26"/>
                  </a:lnTo>
                  <a:lnTo>
                    <a:pt x="101" y="28"/>
                  </a:lnTo>
                  <a:lnTo>
                    <a:pt x="102" y="31"/>
                  </a:lnTo>
                  <a:lnTo>
                    <a:pt x="104" y="33"/>
                  </a:lnTo>
                  <a:lnTo>
                    <a:pt x="106" y="36"/>
                  </a:lnTo>
                  <a:lnTo>
                    <a:pt x="107" y="40"/>
                  </a:lnTo>
                  <a:lnTo>
                    <a:pt x="108" y="43"/>
                  </a:lnTo>
                  <a:lnTo>
                    <a:pt x="110" y="46"/>
                  </a:lnTo>
                  <a:lnTo>
                    <a:pt x="112" y="49"/>
                  </a:lnTo>
                  <a:lnTo>
                    <a:pt x="112" y="52"/>
                  </a:lnTo>
                  <a:lnTo>
                    <a:pt x="113" y="55"/>
                  </a:lnTo>
                  <a:lnTo>
                    <a:pt x="114" y="59"/>
                  </a:lnTo>
                  <a:lnTo>
                    <a:pt x="114" y="63"/>
                  </a:lnTo>
                  <a:lnTo>
                    <a:pt x="114" y="66"/>
                  </a:lnTo>
                  <a:lnTo>
                    <a:pt x="114" y="70"/>
                  </a:lnTo>
                  <a:lnTo>
                    <a:pt x="114" y="103"/>
                  </a:lnTo>
                  <a:lnTo>
                    <a:pt x="114" y="107"/>
                  </a:lnTo>
                  <a:lnTo>
                    <a:pt x="114" y="110"/>
                  </a:lnTo>
                  <a:lnTo>
                    <a:pt x="114" y="114"/>
                  </a:lnTo>
                  <a:lnTo>
                    <a:pt x="113" y="118"/>
                  </a:lnTo>
                  <a:lnTo>
                    <a:pt x="112" y="121"/>
                  </a:lnTo>
                  <a:lnTo>
                    <a:pt x="112" y="124"/>
                  </a:lnTo>
                  <a:lnTo>
                    <a:pt x="110" y="127"/>
                  </a:lnTo>
                  <a:lnTo>
                    <a:pt x="108" y="130"/>
                  </a:lnTo>
                  <a:lnTo>
                    <a:pt x="107" y="133"/>
                  </a:lnTo>
                  <a:lnTo>
                    <a:pt x="106" y="136"/>
                  </a:lnTo>
                  <a:lnTo>
                    <a:pt x="104" y="139"/>
                  </a:lnTo>
                  <a:lnTo>
                    <a:pt x="102" y="142"/>
                  </a:lnTo>
                  <a:lnTo>
                    <a:pt x="101" y="144"/>
                  </a:lnTo>
                  <a:lnTo>
                    <a:pt x="99" y="147"/>
                  </a:lnTo>
                  <a:lnTo>
                    <a:pt x="97" y="149"/>
                  </a:lnTo>
                  <a:lnTo>
                    <a:pt x="95" y="152"/>
                  </a:lnTo>
                  <a:lnTo>
                    <a:pt x="91" y="155"/>
                  </a:lnTo>
                  <a:lnTo>
                    <a:pt x="89" y="158"/>
                  </a:lnTo>
                  <a:lnTo>
                    <a:pt x="87" y="159"/>
                  </a:lnTo>
                  <a:lnTo>
                    <a:pt x="84" y="161"/>
                  </a:lnTo>
                  <a:lnTo>
                    <a:pt x="81" y="163"/>
                  </a:lnTo>
                  <a:lnTo>
                    <a:pt x="79" y="164"/>
                  </a:lnTo>
                  <a:lnTo>
                    <a:pt x="75" y="166"/>
                  </a:lnTo>
                  <a:lnTo>
                    <a:pt x="71" y="167"/>
                  </a:lnTo>
                  <a:lnTo>
                    <a:pt x="68" y="168"/>
                  </a:lnTo>
                  <a:lnTo>
                    <a:pt x="65" y="169"/>
                  </a:lnTo>
                  <a:lnTo>
                    <a:pt x="62" y="170"/>
                  </a:lnTo>
                  <a:lnTo>
                    <a:pt x="59" y="171"/>
                  </a:lnTo>
                  <a:lnTo>
                    <a:pt x="56" y="172"/>
                  </a:lnTo>
                  <a:lnTo>
                    <a:pt x="52" y="172"/>
                  </a:lnTo>
                  <a:lnTo>
                    <a:pt x="48" y="172"/>
                  </a:lnTo>
                  <a:lnTo>
                    <a:pt x="45" y="172"/>
                  </a:lnTo>
                  <a:lnTo>
                    <a:pt x="68" y="172"/>
                  </a:lnTo>
                  <a:lnTo>
                    <a:pt x="65" y="172"/>
                  </a:lnTo>
                  <a:lnTo>
                    <a:pt x="62" y="172"/>
                  </a:lnTo>
                  <a:lnTo>
                    <a:pt x="59" y="172"/>
                  </a:lnTo>
                  <a:lnTo>
                    <a:pt x="55" y="171"/>
                  </a:lnTo>
                  <a:lnTo>
                    <a:pt x="51" y="170"/>
                  </a:lnTo>
                  <a:lnTo>
                    <a:pt x="48" y="169"/>
                  </a:lnTo>
                  <a:lnTo>
                    <a:pt x="45" y="168"/>
                  </a:lnTo>
                  <a:lnTo>
                    <a:pt x="42" y="167"/>
                  </a:lnTo>
                  <a:lnTo>
                    <a:pt x="39" y="166"/>
                  </a:lnTo>
                  <a:lnTo>
                    <a:pt x="37" y="164"/>
                  </a:lnTo>
                  <a:lnTo>
                    <a:pt x="33" y="163"/>
                  </a:lnTo>
                  <a:lnTo>
                    <a:pt x="29" y="161"/>
                  </a:lnTo>
                  <a:lnTo>
                    <a:pt x="27" y="159"/>
                  </a:lnTo>
                  <a:lnTo>
                    <a:pt x="24" y="158"/>
                  </a:lnTo>
                  <a:lnTo>
                    <a:pt x="22" y="155"/>
                  </a:lnTo>
                  <a:lnTo>
                    <a:pt x="20" y="152"/>
                  </a:lnTo>
                  <a:lnTo>
                    <a:pt x="18" y="149"/>
                  </a:lnTo>
                  <a:lnTo>
                    <a:pt x="16" y="147"/>
                  </a:lnTo>
                  <a:lnTo>
                    <a:pt x="13" y="144"/>
                  </a:lnTo>
                  <a:lnTo>
                    <a:pt x="11" y="142"/>
                  </a:lnTo>
                  <a:lnTo>
                    <a:pt x="9" y="139"/>
                  </a:lnTo>
                  <a:lnTo>
                    <a:pt x="8" y="136"/>
                  </a:lnTo>
                  <a:lnTo>
                    <a:pt x="6" y="133"/>
                  </a:lnTo>
                  <a:lnTo>
                    <a:pt x="5" y="130"/>
                  </a:lnTo>
                  <a:lnTo>
                    <a:pt x="4" y="127"/>
                  </a:lnTo>
                  <a:lnTo>
                    <a:pt x="3" y="124"/>
                  </a:lnTo>
                  <a:lnTo>
                    <a:pt x="2" y="121"/>
                  </a:lnTo>
                  <a:lnTo>
                    <a:pt x="1" y="118"/>
                  </a:lnTo>
                  <a:lnTo>
                    <a:pt x="1" y="114"/>
                  </a:lnTo>
                  <a:lnTo>
                    <a:pt x="0" y="110"/>
                  </a:lnTo>
                  <a:lnTo>
                    <a:pt x="0" y="107"/>
                  </a:lnTo>
                  <a:lnTo>
                    <a:pt x="0" y="103"/>
                  </a:lnTo>
                  <a:close/>
                </a:path>
              </a:pathLst>
            </a:custGeom>
            <a:solidFill>
              <a:srgbClr val="000000"/>
            </a:solidFill>
            <a:ln w="19050">
              <a:solidFill>
                <a:schemeClr val="tx1"/>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70" name="Line 17">
              <a:extLst>
                <a:ext uri="{FF2B5EF4-FFF2-40B4-BE49-F238E27FC236}">
                  <a16:creationId xmlns:a16="http://schemas.microsoft.com/office/drawing/2014/main" id="{C179E3E2-1430-4CF2-9637-9B022535E836}"/>
                </a:ext>
              </a:extLst>
            </p:cNvPr>
            <p:cNvSpPr>
              <a:spLocks noChangeShapeType="1"/>
            </p:cNvSpPr>
            <p:nvPr/>
          </p:nvSpPr>
          <p:spPr bwMode="auto">
            <a:xfrm>
              <a:off x="2813" y="998"/>
              <a:ext cx="172" cy="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71" name="Line 18">
              <a:extLst>
                <a:ext uri="{FF2B5EF4-FFF2-40B4-BE49-F238E27FC236}">
                  <a16:creationId xmlns:a16="http://schemas.microsoft.com/office/drawing/2014/main" id="{53C954EC-9419-435D-B997-A0E292532170}"/>
                </a:ext>
              </a:extLst>
            </p:cNvPr>
            <p:cNvSpPr>
              <a:spLocks noChangeShapeType="1"/>
            </p:cNvSpPr>
            <p:nvPr/>
          </p:nvSpPr>
          <p:spPr bwMode="auto">
            <a:xfrm>
              <a:off x="2813" y="1171"/>
              <a:ext cx="172" cy="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72" name="Freeform 20">
              <a:extLst>
                <a:ext uri="{FF2B5EF4-FFF2-40B4-BE49-F238E27FC236}">
                  <a16:creationId xmlns:a16="http://schemas.microsoft.com/office/drawing/2014/main" id="{95410AA9-FDE4-4807-91E2-7F0BDF72B6CC}"/>
                </a:ext>
              </a:extLst>
            </p:cNvPr>
            <p:cNvSpPr>
              <a:spLocks/>
            </p:cNvSpPr>
            <p:nvPr/>
          </p:nvSpPr>
          <p:spPr bwMode="auto">
            <a:xfrm>
              <a:off x="2960" y="946"/>
              <a:ext cx="344" cy="137"/>
            </a:xfrm>
            <a:custGeom>
              <a:avLst/>
              <a:gdLst>
                <a:gd name="T0" fmla="*/ 0 w 1719"/>
                <a:gd name="T1" fmla="*/ 0 h 685"/>
                <a:gd name="T2" fmla="*/ 0 w 1719"/>
                <a:gd name="T3" fmla="*/ 0 h 685"/>
                <a:gd name="T4" fmla="*/ 0 w 1719"/>
                <a:gd name="T5" fmla="*/ 0 h 685"/>
                <a:gd name="T6" fmla="*/ 0 w 1719"/>
                <a:gd name="T7" fmla="*/ 0 h 685"/>
                <a:gd name="T8" fmla="*/ 0 w 1719"/>
                <a:gd name="T9" fmla="*/ 0 h 685"/>
                <a:gd name="T10" fmla="*/ 0 w 1719"/>
                <a:gd name="T11" fmla="*/ 0 h 685"/>
                <a:gd name="T12" fmla="*/ 0 w 1719"/>
                <a:gd name="T13" fmla="*/ 0 h 685"/>
                <a:gd name="T14" fmla="*/ 0 w 1719"/>
                <a:gd name="T15" fmla="*/ 0 h 685"/>
                <a:gd name="T16" fmla="*/ 0 w 1719"/>
                <a:gd name="T17" fmla="*/ 0 h 685"/>
                <a:gd name="T18" fmla="*/ 0 w 1719"/>
                <a:gd name="T19" fmla="*/ 0 h 685"/>
                <a:gd name="T20" fmla="*/ 0 w 1719"/>
                <a:gd name="T21" fmla="*/ 0 h 685"/>
                <a:gd name="T22" fmla="*/ 0 w 1719"/>
                <a:gd name="T23" fmla="*/ 0 h 685"/>
                <a:gd name="T24" fmla="*/ 0 w 1719"/>
                <a:gd name="T25" fmla="*/ 0 h 685"/>
                <a:gd name="T26" fmla="*/ 0 w 1719"/>
                <a:gd name="T27" fmla="*/ 0 h 685"/>
                <a:gd name="T28" fmla="*/ 0 w 1719"/>
                <a:gd name="T29" fmla="*/ 0 h 685"/>
                <a:gd name="T30" fmla="*/ 0 w 1719"/>
                <a:gd name="T31" fmla="*/ 0 h 685"/>
                <a:gd name="T32" fmla="*/ 0 w 1719"/>
                <a:gd name="T33" fmla="*/ 0 h 685"/>
                <a:gd name="T34" fmla="*/ 0 w 1719"/>
                <a:gd name="T35" fmla="*/ 0 h 685"/>
                <a:gd name="T36" fmla="*/ 0 w 1719"/>
                <a:gd name="T37" fmla="*/ 0 h 685"/>
                <a:gd name="T38" fmla="*/ 0 w 1719"/>
                <a:gd name="T39" fmla="*/ 0 h 685"/>
                <a:gd name="T40" fmla="*/ 0 w 1719"/>
                <a:gd name="T41" fmla="*/ 0 h 685"/>
                <a:gd name="T42" fmla="*/ 0 w 1719"/>
                <a:gd name="T43" fmla="*/ 0 h 685"/>
                <a:gd name="T44" fmla="*/ 0 w 1719"/>
                <a:gd name="T45" fmla="*/ 0 h 685"/>
                <a:gd name="T46" fmla="*/ 0 w 1719"/>
                <a:gd name="T47" fmla="*/ 0 h 685"/>
                <a:gd name="T48" fmla="*/ 0 w 1719"/>
                <a:gd name="T49" fmla="*/ 0 h 685"/>
                <a:gd name="T50" fmla="*/ 0 w 1719"/>
                <a:gd name="T51" fmla="*/ 0 h 685"/>
                <a:gd name="T52" fmla="*/ 0 w 1719"/>
                <a:gd name="T53" fmla="*/ 0 h 685"/>
                <a:gd name="T54" fmla="*/ 0 w 1719"/>
                <a:gd name="T55" fmla="*/ 0 h 685"/>
                <a:gd name="T56" fmla="*/ 0 w 1719"/>
                <a:gd name="T57" fmla="*/ 0 h 685"/>
                <a:gd name="T58" fmla="*/ 0 w 1719"/>
                <a:gd name="T59" fmla="*/ 0 h 685"/>
                <a:gd name="T60" fmla="*/ 0 w 1719"/>
                <a:gd name="T61" fmla="*/ 0 h 685"/>
                <a:gd name="T62" fmla="*/ 0 w 1719"/>
                <a:gd name="T63" fmla="*/ 0 h 685"/>
                <a:gd name="T64" fmla="*/ 0 w 1719"/>
                <a:gd name="T65" fmla="*/ 0 h 685"/>
                <a:gd name="T66" fmla="*/ 0 w 1719"/>
                <a:gd name="T67" fmla="*/ 0 h 685"/>
                <a:gd name="T68" fmla="*/ 0 w 1719"/>
                <a:gd name="T69" fmla="*/ 0 h 685"/>
                <a:gd name="T70" fmla="*/ 0 w 1719"/>
                <a:gd name="T71" fmla="*/ 0 h 685"/>
                <a:gd name="T72" fmla="*/ 0 w 1719"/>
                <a:gd name="T73" fmla="*/ 0 h 685"/>
                <a:gd name="T74" fmla="*/ 0 w 1719"/>
                <a:gd name="T75" fmla="*/ 0 h 685"/>
                <a:gd name="T76" fmla="*/ 0 w 1719"/>
                <a:gd name="T77" fmla="*/ 0 h 685"/>
                <a:gd name="T78" fmla="*/ 0 w 1719"/>
                <a:gd name="T79" fmla="*/ 0 h 685"/>
                <a:gd name="T80" fmla="*/ 0 w 1719"/>
                <a:gd name="T81" fmla="*/ 0 h 685"/>
                <a:gd name="T82" fmla="*/ 0 w 1719"/>
                <a:gd name="T83" fmla="*/ 0 h 685"/>
                <a:gd name="T84" fmla="*/ 0 w 1719"/>
                <a:gd name="T85" fmla="*/ 0 h 685"/>
                <a:gd name="T86" fmla="*/ 0 w 1719"/>
                <a:gd name="T87" fmla="*/ 0 h 685"/>
                <a:gd name="T88" fmla="*/ 0 w 1719"/>
                <a:gd name="T89" fmla="*/ 0 h 685"/>
                <a:gd name="T90" fmla="*/ 0 w 1719"/>
                <a:gd name="T91" fmla="*/ 0 h 685"/>
                <a:gd name="T92" fmla="*/ 0 w 1719"/>
                <a:gd name="T93" fmla="*/ 0 h 685"/>
                <a:gd name="T94" fmla="*/ 0 w 1719"/>
                <a:gd name="T95" fmla="*/ 0 h 685"/>
                <a:gd name="T96" fmla="*/ 0 w 1719"/>
                <a:gd name="T97" fmla="*/ 0 h 685"/>
                <a:gd name="T98" fmla="*/ 0 w 1719"/>
                <a:gd name="T99" fmla="*/ 0 h 685"/>
                <a:gd name="T100" fmla="*/ 0 w 1719"/>
                <a:gd name="T101" fmla="*/ 0 h 685"/>
                <a:gd name="T102" fmla="*/ 0 w 1719"/>
                <a:gd name="T103" fmla="*/ 0 h 685"/>
                <a:gd name="T104" fmla="*/ 0 w 1719"/>
                <a:gd name="T105" fmla="*/ 0 h 685"/>
                <a:gd name="T106" fmla="*/ 0 w 1719"/>
                <a:gd name="T107" fmla="*/ 0 h 685"/>
                <a:gd name="T108" fmla="*/ 0 w 1719"/>
                <a:gd name="T109" fmla="*/ 0 h 685"/>
                <a:gd name="T110" fmla="*/ 0 w 1719"/>
                <a:gd name="T111" fmla="*/ 0 h 685"/>
                <a:gd name="T112" fmla="*/ 0 w 1719"/>
                <a:gd name="T113" fmla="*/ 0 h 685"/>
                <a:gd name="T114" fmla="*/ 0 w 1719"/>
                <a:gd name="T115" fmla="*/ 0 h 685"/>
                <a:gd name="T116" fmla="*/ 0 w 1719"/>
                <a:gd name="T117" fmla="*/ 0 h 685"/>
                <a:gd name="T118" fmla="*/ 0 w 1719"/>
                <a:gd name="T119" fmla="*/ 0 h 685"/>
                <a:gd name="T120" fmla="*/ 0 w 1719"/>
                <a:gd name="T121" fmla="*/ 0 h 68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719"/>
                <a:gd name="T184" fmla="*/ 0 h 685"/>
                <a:gd name="T185" fmla="*/ 1719 w 1719"/>
                <a:gd name="T186" fmla="*/ 685 h 68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719" h="685">
                  <a:moveTo>
                    <a:pt x="0" y="0"/>
                  </a:moveTo>
                  <a:lnTo>
                    <a:pt x="66" y="0"/>
                  </a:lnTo>
                  <a:lnTo>
                    <a:pt x="127" y="0"/>
                  </a:lnTo>
                  <a:lnTo>
                    <a:pt x="184" y="0"/>
                  </a:lnTo>
                  <a:lnTo>
                    <a:pt x="238" y="0"/>
                  </a:lnTo>
                  <a:lnTo>
                    <a:pt x="290" y="0"/>
                  </a:lnTo>
                  <a:lnTo>
                    <a:pt x="336" y="1"/>
                  </a:lnTo>
                  <a:lnTo>
                    <a:pt x="379" y="1"/>
                  </a:lnTo>
                  <a:lnTo>
                    <a:pt x="418" y="1"/>
                  </a:lnTo>
                  <a:lnTo>
                    <a:pt x="455" y="1"/>
                  </a:lnTo>
                  <a:lnTo>
                    <a:pt x="490" y="1"/>
                  </a:lnTo>
                  <a:lnTo>
                    <a:pt x="520" y="1"/>
                  </a:lnTo>
                  <a:lnTo>
                    <a:pt x="549" y="1"/>
                  </a:lnTo>
                  <a:lnTo>
                    <a:pt x="575" y="1"/>
                  </a:lnTo>
                  <a:lnTo>
                    <a:pt x="598" y="1"/>
                  </a:lnTo>
                  <a:lnTo>
                    <a:pt x="620" y="1"/>
                  </a:lnTo>
                  <a:lnTo>
                    <a:pt x="639" y="1"/>
                  </a:lnTo>
                  <a:lnTo>
                    <a:pt x="656" y="1"/>
                  </a:lnTo>
                  <a:lnTo>
                    <a:pt x="671" y="1"/>
                  </a:lnTo>
                  <a:lnTo>
                    <a:pt x="685" y="1"/>
                  </a:lnTo>
                  <a:lnTo>
                    <a:pt x="698" y="1"/>
                  </a:lnTo>
                  <a:lnTo>
                    <a:pt x="708" y="1"/>
                  </a:lnTo>
                  <a:lnTo>
                    <a:pt x="718" y="3"/>
                  </a:lnTo>
                  <a:lnTo>
                    <a:pt x="726" y="3"/>
                  </a:lnTo>
                  <a:lnTo>
                    <a:pt x="733" y="3"/>
                  </a:lnTo>
                  <a:lnTo>
                    <a:pt x="741" y="3"/>
                  </a:lnTo>
                  <a:lnTo>
                    <a:pt x="746" y="3"/>
                  </a:lnTo>
                  <a:lnTo>
                    <a:pt x="751" y="3"/>
                  </a:lnTo>
                  <a:lnTo>
                    <a:pt x="757" y="4"/>
                  </a:lnTo>
                  <a:lnTo>
                    <a:pt x="761" y="4"/>
                  </a:lnTo>
                  <a:lnTo>
                    <a:pt x="765" y="4"/>
                  </a:lnTo>
                  <a:lnTo>
                    <a:pt x="770" y="4"/>
                  </a:lnTo>
                  <a:lnTo>
                    <a:pt x="775" y="5"/>
                  </a:lnTo>
                  <a:lnTo>
                    <a:pt x="780" y="5"/>
                  </a:lnTo>
                  <a:lnTo>
                    <a:pt x="785" y="5"/>
                  </a:lnTo>
                  <a:lnTo>
                    <a:pt x="788" y="6"/>
                  </a:lnTo>
                  <a:lnTo>
                    <a:pt x="792" y="6"/>
                  </a:lnTo>
                  <a:lnTo>
                    <a:pt x="796" y="6"/>
                  </a:lnTo>
                  <a:lnTo>
                    <a:pt x="800" y="6"/>
                  </a:lnTo>
                  <a:lnTo>
                    <a:pt x="803" y="6"/>
                  </a:lnTo>
                  <a:lnTo>
                    <a:pt x="806" y="7"/>
                  </a:lnTo>
                  <a:lnTo>
                    <a:pt x="808" y="7"/>
                  </a:lnTo>
                  <a:lnTo>
                    <a:pt x="811" y="7"/>
                  </a:lnTo>
                  <a:lnTo>
                    <a:pt x="814" y="7"/>
                  </a:lnTo>
                  <a:lnTo>
                    <a:pt x="817" y="7"/>
                  </a:lnTo>
                  <a:lnTo>
                    <a:pt x="819" y="8"/>
                  </a:lnTo>
                  <a:lnTo>
                    <a:pt x="822" y="8"/>
                  </a:lnTo>
                  <a:lnTo>
                    <a:pt x="824" y="8"/>
                  </a:lnTo>
                  <a:lnTo>
                    <a:pt x="826" y="8"/>
                  </a:lnTo>
                  <a:lnTo>
                    <a:pt x="829" y="9"/>
                  </a:lnTo>
                  <a:lnTo>
                    <a:pt x="831" y="9"/>
                  </a:lnTo>
                  <a:lnTo>
                    <a:pt x="835" y="9"/>
                  </a:lnTo>
                  <a:lnTo>
                    <a:pt x="837" y="9"/>
                  </a:lnTo>
                  <a:lnTo>
                    <a:pt x="839" y="10"/>
                  </a:lnTo>
                  <a:lnTo>
                    <a:pt x="842" y="10"/>
                  </a:lnTo>
                  <a:lnTo>
                    <a:pt x="844" y="10"/>
                  </a:lnTo>
                  <a:lnTo>
                    <a:pt x="847" y="11"/>
                  </a:lnTo>
                  <a:lnTo>
                    <a:pt x="850" y="11"/>
                  </a:lnTo>
                  <a:lnTo>
                    <a:pt x="854" y="12"/>
                  </a:lnTo>
                  <a:lnTo>
                    <a:pt x="857" y="12"/>
                  </a:lnTo>
                  <a:lnTo>
                    <a:pt x="860" y="13"/>
                  </a:lnTo>
                  <a:lnTo>
                    <a:pt x="864" y="13"/>
                  </a:lnTo>
                  <a:lnTo>
                    <a:pt x="868" y="14"/>
                  </a:lnTo>
                  <a:lnTo>
                    <a:pt x="874" y="14"/>
                  </a:lnTo>
                  <a:lnTo>
                    <a:pt x="878" y="15"/>
                  </a:lnTo>
                  <a:lnTo>
                    <a:pt x="882" y="15"/>
                  </a:lnTo>
                  <a:lnTo>
                    <a:pt x="886" y="16"/>
                  </a:lnTo>
                  <a:lnTo>
                    <a:pt x="891" y="17"/>
                  </a:lnTo>
                  <a:lnTo>
                    <a:pt x="894" y="17"/>
                  </a:lnTo>
                  <a:lnTo>
                    <a:pt x="898" y="18"/>
                  </a:lnTo>
                  <a:lnTo>
                    <a:pt x="901" y="18"/>
                  </a:lnTo>
                  <a:lnTo>
                    <a:pt x="904" y="19"/>
                  </a:lnTo>
                  <a:lnTo>
                    <a:pt x="907" y="19"/>
                  </a:lnTo>
                  <a:lnTo>
                    <a:pt x="910" y="20"/>
                  </a:lnTo>
                  <a:lnTo>
                    <a:pt x="913" y="20"/>
                  </a:lnTo>
                  <a:lnTo>
                    <a:pt x="915" y="20"/>
                  </a:lnTo>
                  <a:lnTo>
                    <a:pt x="919" y="22"/>
                  </a:lnTo>
                  <a:lnTo>
                    <a:pt x="921" y="22"/>
                  </a:lnTo>
                  <a:lnTo>
                    <a:pt x="924" y="23"/>
                  </a:lnTo>
                  <a:lnTo>
                    <a:pt x="926" y="23"/>
                  </a:lnTo>
                  <a:lnTo>
                    <a:pt x="928" y="24"/>
                  </a:lnTo>
                  <a:lnTo>
                    <a:pt x="932" y="25"/>
                  </a:lnTo>
                  <a:lnTo>
                    <a:pt x="934" y="25"/>
                  </a:lnTo>
                  <a:lnTo>
                    <a:pt x="936" y="26"/>
                  </a:lnTo>
                  <a:lnTo>
                    <a:pt x="939" y="26"/>
                  </a:lnTo>
                  <a:lnTo>
                    <a:pt x="942" y="27"/>
                  </a:lnTo>
                  <a:lnTo>
                    <a:pt x="944" y="28"/>
                  </a:lnTo>
                  <a:lnTo>
                    <a:pt x="947" y="29"/>
                  </a:lnTo>
                  <a:lnTo>
                    <a:pt x="951" y="30"/>
                  </a:lnTo>
                  <a:lnTo>
                    <a:pt x="954" y="31"/>
                  </a:lnTo>
                  <a:lnTo>
                    <a:pt x="958" y="32"/>
                  </a:lnTo>
                  <a:lnTo>
                    <a:pt x="961" y="34"/>
                  </a:lnTo>
                  <a:lnTo>
                    <a:pt x="966" y="35"/>
                  </a:lnTo>
                  <a:lnTo>
                    <a:pt x="971" y="36"/>
                  </a:lnTo>
                  <a:lnTo>
                    <a:pt x="975" y="37"/>
                  </a:lnTo>
                  <a:lnTo>
                    <a:pt x="980" y="39"/>
                  </a:lnTo>
                  <a:lnTo>
                    <a:pt x="985" y="41"/>
                  </a:lnTo>
                  <a:lnTo>
                    <a:pt x="991" y="43"/>
                  </a:lnTo>
                  <a:lnTo>
                    <a:pt x="995" y="44"/>
                  </a:lnTo>
                  <a:lnTo>
                    <a:pt x="999" y="46"/>
                  </a:lnTo>
                  <a:lnTo>
                    <a:pt x="1003" y="47"/>
                  </a:lnTo>
                  <a:lnTo>
                    <a:pt x="1009" y="48"/>
                  </a:lnTo>
                  <a:lnTo>
                    <a:pt x="1013" y="49"/>
                  </a:lnTo>
                  <a:lnTo>
                    <a:pt x="1016" y="50"/>
                  </a:lnTo>
                  <a:lnTo>
                    <a:pt x="1019" y="51"/>
                  </a:lnTo>
                  <a:lnTo>
                    <a:pt x="1022" y="52"/>
                  </a:lnTo>
                  <a:lnTo>
                    <a:pt x="1026" y="53"/>
                  </a:lnTo>
                  <a:lnTo>
                    <a:pt x="1029" y="54"/>
                  </a:lnTo>
                  <a:lnTo>
                    <a:pt x="1032" y="55"/>
                  </a:lnTo>
                  <a:lnTo>
                    <a:pt x="1034" y="56"/>
                  </a:lnTo>
                  <a:lnTo>
                    <a:pt x="1037" y="57"/>
                  </a:lnTo>
                  <a:lnTo>
                    <a:pt x="1039" y="58"/>
                  </a:lnTo>
                  <a:lnTo>
                    <a:pt x="1041" y="59"/>
                  </a:lnTo>
                  <a:lnTo>
                    <a:pt x="1044" y="61"/>
                  </a:lnTo>
                  <a:lnTo>
                    <a:pt x="1047" y="62"/>
                  </a:lnTo>
                  <a:lnTo>
                    <a:pt x="1049" y="63"/>
                  </a:lnTo>
                  <a:lnTo>
                    <a:pt x="1052" y="64"/>
                  </a:lnTo>
                  <a:lnTo>
                    <a:pt x="1055" y="65"/>
                  </a:lnTo>
                  <a:lnTo>
                    <a:pt x="1058" y="66"/>
                  </a:lnTo>
                  <a:lnTo>
                    <a:pt x="1060" y="67"/>
                  </a:lnTo>
                  <a:lnTo>
                    <a:pt x="1063" y="68"/>
                  </a:lnTo>
                  <a:lnTo>
                    <a:pt x="1067" y="70"/>
                  </a:lnTo>
                  <a:lnTo>
                    <a:pt x="1070" y="71"/>
                  </a:lnTo>
                  <a:lnTo>
                    <a:pt x="1073" y="73"/>
                  </a:lnTo>
                  <a:lnTo>
                    <a:pt x="1076" y="74"/>
                  </a:lnTo>
                  <a:lnTo>
                    <a:pt x="1080" y="76"/>
                  </a:lnTo>
                  <a:lnTo>
                    <a:pt x="1085" y="80"/>
                  </a:lnTo>
                  <a:lnTo>
                    <a:pt x="1089" y="82"/>
                  </a:lnTo>
                  <a:lnTo>
                    <a:pt x="1093" y="84"/>
                  </a:lnTo>
                  <a:lnTo>
                    <a:pt x="1097" y="86"/>
                  </a:lnTo>
                  <a:lnTo>
                    <a:pt x="1102" y="88"/>
                  </a:lnTo>
                  <a:lnTo>
                    <a:pt x="1107" y="90"/>
                  </a:lnTo>
                  <a:lnTo>
                    <a:pt x="1110" y="92"/>
                  </a:lnTo>
                  <a:lnTo>
                    <a:pt x="1114" y="94"/>
                  </a:lnTo>
                  <a:lnTo>
                    <a:pt x="1117" y="95"/>
                  </a:lnTo>
                  <a:lnTo>
                    <a:pt x="1120" y="97"/>
                  </a:lnTo>
                  <a:lnTo>
                    <a:pt x="1123" y="98"/>
                  </a:lnTo>
                  <a:lnTo>
                    <a:pt x="1126" y="101"/>
                  </a:lnTo>
                  <a:lnTo>
                    <a:pt x="1129" y="102"/>
                  </a:lnTo>
                  <a:lnTo>
                    <a:pt x="1131" y="103"/>
                  </a:lnTo>
                  <a:lnTo>
                    <a:pt x="1133" y="104"/>
                  </a:lnTo>
                  <a:lnTo>
                    <a:pt x="1135" y="105"/>
                  </a:lnTo>
                  <a:lnTo>
                    <a:pt x="1138" y="106"/>
                  </a:lnTo>
                  <a:lnTo>
                    <a:pt x="1140" y="108"/>
                  </a:lnTo>
                  <a:lnTo>
                    <a:pt x="1144" y="109"/>
                  </a:lnTo>
                  <a:lnTo>
                    <a:pt x="1146" y="110"/>
                  </a:lnTo>
                  <a:lnTo>
                    <a:pt x="1148" y="111"/>
                  </a:lnTo>
                  <a:lnTo>
                    <a:pt x="1150" y="112"/>
                  </a:lnTo>
                  <a:lnTo>
                    <a:pt x="1152" y="113"/>
                  </a:lnTo>
                  <a:lnTo>
                    <a:pt x="1154" y="114"/>
                  </a:lnTo>
                  <a:lnTo>
                    <a:pt x="1157" y="115"/>
                  </a:lnTo>
                  <a:lnTo>
                    <a:pt x="1159" y="117"/>
                  </a:lnTo>
                  <a:lnTo>
                    <a:pt x="1162" y="119"/>
                  </a:lnTo>
                  <a:lnTo>
                    <a:pt x="1165" y="120"/>
                  </a:lnTo>
                  <a:lnTo>
                    <a:pt x="1168" y="122"/>
                  </a:lnTo>
                  <a:lnTo>
                    <a:pt x="1170" y="123"/>
                  </a:lnTo>
                  <a:lnTo>
                    <a:pt x="1174" y="126"/>
                  </a:lnTo>
                  <a:lnTo>
                    <a:pt x="1177" y="128"/>
                  </a:lnTo>
                  <a:lnTo>
                    <a:pt x="1181" y="130"/>
                  </a:lnTo>
                  <a:lnTo>
                    <a:pt x="1185" y="132"/>
                  </a:lnTo>
                  <a:lnTo>
                    <a:pt x="1189" y="134"/>
                  </a:lnTo>
                  <a:lnTo>
                    <a:pt x="1193" y="136"/>
                  </a:lnTo>
                  <a:lnTo>
                    <a:pt x="1197" y="139"/>
                  </a:lnTo>
                  <a:lnTo>
                    <a:pt x="1201" y="141"/>
                  </a:lnTo>
                  <a:lnTo>
                    <a:pt x="1204" y="142"/>
                  </a:lnTo>
                  <a:lnTo>
                    <a:pt x="1207" y="144"/>
                  </a:lnTo>
                  <a:lnTo>
                    <a:pt x="1210" y="146"/>
                  </a:lnTo>
                  <a:lnTo>
                    <a:pt x="1213" y="147"/>
                  </a:lnTo>
                  <a:lnTo>
                    <a:pt x="1215" y="149"/>
                  </a:lnTo>
                  <a:lnTo>
                    <a:pt x="1217" y="150"/>
                  </a:lnTo>
                  <a:lnTo>
                    <a:pt x="1221" y="151"/>
                  </a:lnTo>
                  <a:lnTo>
                    <a:pt x="1223" y="152"/>
                  </a:lnTo>
                  <a:lnTo>
                    <a:pt x="1225" y="154"/>
                  </a:lnTo>
                  <a:lnTo>
                    <a:pt x="1227" y="155"/>
                  </a:lnTo>
                  <a:lnTo>
                    <a:pt x="1228" y="156"/>
                  </a:lnTo>
                  <a:lnTo>
                    <a:pt x="1230" y="158"/>
                  </a:lnTo>
                  <a:lnTo>
                    <a:pt x="1232" y="159"/>
                  </a:lnTo>
                  <a:lnTo>
                    <a:pt x="1235" y="160"/>
                  </a:lnTo>
                  <a:lnTo>
                    <a:pt x="1236" y="161"/>
                  </a:lnTo>
                  <a:lnTo>
                    <a:pt x="1239" y="162"/>
                  </a:lnTo>
                  <a:lnTo>
                    <a:pt x="1241" y="163"/>
                  </a:lnTo>
                  <a:lnTo>
                    <a:pt x="1243" y="164"/>
                  </a:lnTo>
                  <a:lnTo>
                    <a:pt x="1245" y="165"/>
                  </a:lnTo>
                  <a:lnTo>
                    <a:pt x="1246" y="167"/>
                  </a:lnTo>
                  <a:lnTo>
                    <a:pt x="1248" y="168"/>
                  </a:lnTo>
                  <a:lnTo>
                    <a:pt x="1250" y="170"/>
                  </a:lnTo>
                  <a:lnTo>
                    <a:pt x="1253" y="172"/>
                  </a:lnTo>
                  <a:lnTo>
                    <a:pt x="1255" y="173"/>
                  </a:lnTo>
                  <a:lnTo>
                    <a:pt x="1257" y="175"/>
                  </a:lnTo>
                  <a:lnTo>
                    <a:pt x="1261" y="177"/>
                  </a:lnTo>
                  <a:lnTo>
                    <a:pt x="1263" y="179"/>
                  </a:lnTo>
                  <a:lnTo>
                    <a:pt x="1266" y="181"/>
                  </a:lnTo>
                  <a:lnTo>
                    <a:pt x="1269" y="183"/>
                  </a:lnTo>
                  <a:lnTo>
                    <a:pt x="1272" y="185"/>
                  </a:lnTo>
                  <a:lnTo>
                    <a:pt x="1275" y="187"/>
                  </a:lnTo>
                  <a:lnTo>
                    <a:pt x="1280" y="188"/>
                  </a:lnTo>
                  <a:lnTo>
                    <a:pt x="1282" y="190"/>
                  </a:lnTo>
                  <a:lnTo>
                    <a:pt x="1285" y="192"/>
                  </a:lnTo>
                  <a:lnTo>
                    <a:pt x="1287" y="193"/>
                  </a:lnTo>
                  <a:lnTo>
                    <a:pt x="1289" y="194"/>
                  </a:lnTo>
                  <a:lnTo>
                    <a:pt x="1291" y="197"/>
                  </a:lnTo>
                  <a:lnTo>
                    <a:pt x="1293" y="198"/>
                  </a:lnTo>
                  <a:lnTo>
                    <a:pt x="1295" y="199"/>
                  </a:lnTo>
                  <a:lnTo>
                    <a:pt x="1296" y="200"/>
                  </a:lnTo>
                  <a:lnTo>
                    <a:pt x="1299" y="201"/>
                  </a:lnTo>
                  <a:lnTo>
                    <a:pt x="1300" y="202"/>
                  </a:lnTo>
                  <a:lnTo>
                    <a:pt x="1302" y="203"/>
                  </a:lnTo>
                  <a:lnTo>
                    <a:pt x="1303" y="204"/>
                  </a:lnTo>
                  <a:lnTo>
                    <a:pt x="1304" y="205"/>
                  </a:lnTo>
                  <a:lnTo>
                    <a:pt x="1306" y="206"/>
                  </a:lnTo>
                  <a:lnTo>
                    <a:pt x="1307" y="207"/>
                  </a:lnTo>
                  <a:lnTo>
                    <a:pt x="1308" y="208"/>
                  </a:lnTo>
                  <a:lnTo>
                    <a:pt x="1310" y="209"/>
                  </a:lnTo>
                  <a:lnTo>
                    <a:pt x="1311" y="210"/>
                  </a:lnTo>
                  <a:lnTo>
                    <a:pt x="1312" y="211"/>
                  </a:lnTo>
                  <a:lnTo>
                    <a:pt x="1313" y="212"/>
                  </a:lnTo>
                  <a:lnTo>
                    <a:pt x="1315" y="213"/>
                  </a:lnTo>
                  <a:lnTo>
                    <a:pt x="1317" y="216"/>
                  </a:lnTo>
                  <a:lnTo>
                    <a:pt x="1319" y="217"/>
                  </a:lnTo>
                  <a:lnTo>
                    <a:pt x="1320" y="218"/>
                  </a:lnTo>
                  <a:lnTo>
                    <a:pt x="1322" y="220"/>
                  </a:lnTo>
                  <a:lnTo>
                    <a:pt x="1325" y="221"/>
                  </a:lnTo>
                  <a:lnTo>
                    <a:pt x="1327" y="223"/>
                  </a:lnTo>
                  <a:lnTo>
                    <a:pt x="1329" y="224"/>
                  </a:lnTo>
                  <a:lnTo>
                    <a:pt x="1331" y="226"/>
                  </a:lnTo>
                  <a:lnTo>
                    <a:pt x="1333" y="228"/>
                  </a:lnTo>
                  <a:lnTo>
                    <a:pt x="1336" y="229"/>
                  </a:lnTo>
                  <a:lnTo>
                    <a:pt x="1338" y="231"/>
                  </a:lnTo>
                  <a:lnTo>
                    <a:pt x="1339" y="232"/>
                  </a:lnTo>
                  <a:lnTo>
                    <a:pt x="1341" y="233"/>
                  </a:lnTo>
                  <a:lnTo>
                    <a:pt x="1343" y="234"/>
                  </a:lnTo>
                  <a:lnTo>
                    <a:pt x="1344" y="237"/>
                  </a:lnTo>
                  <a:lnTo>
                    <a:pt x="1346" y="238"/>
                  </a:lnTo>
                  <a:lnTo>
                    <a:pt x="1347" y="239"/>
                  </a:lnTo>
                  <a:lnTo>
                    <a:pt x="1348" y="240"/>
                  </a:lnTo>
                  <a:lnTo>
                    <a:pt x="1350" y="241"/>
                  </a:lnTo>
                  <a:lnTo>
                    <a:pt x="1351" y="242"/>
                  </a:lnTo>
                  <a:lnTo>
                    <a:pt x="1352" y="242"/>
                  </a:lnTo>
                  <a:lnTo>
                    <a:pt x="1353" y="243"/>
                  </a:lnTo>
                  <a:lnTo>
                    <a:pt x="1354" y="244"/>
                  </a:lnTo>
                  <a:lnTo>
                    <a:pt x="1357" y="245"/>
                  </a:lnTo>
                  <a:lnTo>
                    <a:pt x="1358" y="246"/>
                  </a:lnTo>
                  <a:lnTo>
                    <a:pt x="1359" y="247"/>
                  </a:lnTo>
                  <a:lnTo>
                    <a:pt x="1360" y="248"/>
                  </a:lnTo>
                  <a:lnTo>
                    <a:pt x="1361" y="249"/>
                  </a:lnTo>
                  <a:lnTo>
                    <a:pt x="1363" y="249"/>
                  </a:lnTo>
                  <a:lnTo>
                    <a:pt x="1364" y="250"/>
                  </a:lnTo>
                  <a:lnTo>
                    <a:pt x="1365" y="251"/>
                  </a:lnTo>
                  <a:lnTo>
                    <a:pt x="1367" y="252"/>
                  </a:lnTo>
                  <a:lnTo>
                    <a:pt x="1370" y="255"/>
                  </a:lnTo>
                  <a:lnTo>
                    <a:pt x="1371" y="256"/>
                  </a:lnTo>
                  <a:lnTo>
                    <a:pt x="1373" y="257"/>
                  </a:lnTo>
                  <a:lnTo>
                    <a:pt x="1376" y="258"/>
                  </a:lnTo>
                  <a:lnTo>
                    <a:pt x="1378" y="261"/>
                  </a:lnTo>
                  <a:lnTo>
                    <a:pt x="1380" y="262"/>
                  </a:lnTo>
                  <a:lnTo>
                    <a:pt x="1382" y="264"/>
                  </a:lnTo>
                  <a:lnTo>
                    <a:pt x="1385" y="265"/>
                  </a:lnTo>
                  <a:lnTo>
                    <a:pt x="1387" y="267"/>
                  </a:lnTo>
                  <a:lnTo>
                    <a:pt x="1389" y="268"/>
                  </a:lnTo>
                  <a:lnTo>
                    <a:pt x="1392" y="270"/>
                  </a:lnTo>
                  <a:lnTo>
                    <a:pt x="1395" y="271"/>
                  </a:lnTo>
                  <a:lnTo>
                    <a:pt x="1397" y="274"/>
                  </a:lnTo>
                  <a:lnTo>
                    <a:pt x="1398" y="275"/>
                  </a:lnTo>
                  <a:lnTo>
                    <a:pt x="1400" y="276"/>
                  </a:lnTo>
                  <a:lnTo>
                    <a:pt x="1402" y="277"/>
                  </a:lnTo>
                  <a:lnTo>
                    <a:pt x="1403" y="279"/>
                  </a:lnTo>
                  <a:lnTo>
                    <a:pt x="1405" y="280"/>
                  </a:lnTo>
                  <a:lnTo>
                    <a:pt x="1406" y="281"/>
                  </a:lnTo>
                  <a:lnTo>
                    <a:pt x="1407" y="282"/>
                  </a:lnTo>
                  <a:lnTo>
                    <a:pt x="1409" y="283"/>
                  </a:lnTo>
                  <a:lnTo>
                    <a:pt x="1410" y="284"/>
                  </a:lnTo>
                  <a:lnTo>
                    <a:pt x="1411" y="285"/>
                  </a:lnTo>
                  <a:lnTo>
                    <a:pt x="1415" y="286"/>
                  </a:lnTo>
                  <a:lnTo>
                    <a:pt x="1416" y="287"/>
                  </a:lnTo>
                  <a:lnTo>
                    <a:pt x="1417" y="289"/>
                  </a:lnTo>
                  <a:lnTo>
                    <a:pt x="1419" y="290"/>
                  </a:lnTo>
                  <a:lnTo>
                    <a:pt x="1420" y="291"/>
                  </a:lnTo>
                  <a:lnTo>
                    <a:pt x="1421" y="294"/>
                  </a:lnTo>
                  <a:lnTo>
                    <a:pt x="1423" y="295"/>
                  </a:lnTo>
                  <a:lnTo>
                    <a:pt x="1424" y="297"/>
                  </a:lnTo>
                  <a:lnTo>
                    <a:pt x="1426" y="298"/>
                  </a:lnTo>
                  <a:lnTo>
                    <a:pt x="1428" y="300"/>
                  </a:lnTo>
                  <a:lnTo>
                    <a:pt x="1429" y="302"/>
                  </a:lnTo>
                  <a:lnTo>
                    <a:pt x="1431" y="305"/>
                  </a:lnTo>
                  <a:lnTo>
                    <a:pt x="1434" y="307"/>
                  </a:lnTo>
                  <a:lnTo>
                    <a:pt x="1436" y="309"/>
                  </a:lnTo>
                  <a:lnTo>
                    <a:pt x="1439" y="311"/>
                  </a:lnTo>
                  <a:lnTo>
                    <a:pt x="1441" y="315"/>
                  </a:lnTo>
                  <a:lnTo>
                    <a:pt x="1444" y="318"/>
                  </a:lnTo>
                  <a:lnTo>
                    <a:pt x="1446" y="320"/>
                  </a:lnTo>
                  <a:lnTo>
                    <a:pt x="1449" y="323"/>
                  </a:lnTo>
                  <a:lnTo>
                    <a:pt x="1452" y="325"/>
                  </a:lnTo>
                  <a:lnTo>
                    <a:pt x="1454" y="328"/>
                  </a:lnTo>
                  <a:lnTo>
                    <a:pt x="1456" y="330"/>
                  </a:lnTo>
                  <a:lnTo>
                    <a:pt x="1458" y="333"/>
                  </a:lnTo>
                  <a:lnTo>
                    <a:pt x="1461" y="335"/>
                  </a:lnTo>
                  <a:lnTo>
                    <a:pt x="1463" y="337"/>
                  </a:lnTo>
                  <a:lnTo>
                    <a:pt x="1464" y="338"/>
                  </a:lnTo>
                  <a:lnTo>
                    <a:pt x="1466" y="340"/>
                  </a:lnTo>
                  <a:lnTo>
                    <a:pt x="1467" y="342"/>
                  </a:lnTo>
                  <a:lnTo>
                    <a:pt x="1469" y="343"/>
                  </a:lnTo>
                  <a:lnTo>
                    <a:pt x="1470" y="345"/>
                  </a:lnTo>
                  <a:lnTo>
                    <a:pt x="1473" y="347"/>
                  </a:lnTo>
                  <a:lnTo>
                    <a:pt x="1474" y="348"/>
                  </a:lnTo>
                  <a:lnTo>
                    <a:pt x="1476" y="352"/>
                  </a:lnTo>
                  <a:lnTo>
                    <a:pt x="1477" y="353"/>
                  </a:lnTo>
                  <a:lnTo>
                    <a:pt x="1479" y="355"/>
                  </a:lnTo>
                  <a:lnTo>
                    <a:pt x="1480" y="357"/>
                  </a:lnTo>
                  <a:lnTo>
                    <a:pt x="1482" y="359"/>
                  </a:lnTo>
                  <a:lnTo>
                    <a:pt x="1483" y="361"/>
                  </a:lnTo>
                  <a:lnTo>
                    <a:pt x="1485" y="363"/>
                  </a:lnTo>
                  <a:lnTo>
                    <a:pt x="1487" y="365"/>
                  </a:lnTo>
                  <a:lnTo>
                    <a:pt x="1489" y="367"/>
                  </a:lnTo>
                  <a:lnTo>
                    <a:pt x="1492" y="369"/>
                  </a:lnTo>
                  <a:lnTo>
                    <a:pt x="1494" y="373"/>
                  </a:lnTo>
                  <a:lnTo>
                    <a:pt x="1496" y="375"/>
                  </a:lnTo>
                  <a:lnTo>
                    <a:pt x="1498" y="378"/>
                  </a:lnTo>
                  <a:lnTo>
                    <a:pt x="1501" y="381"/>
                  </a:lnTo>
                  <a:lnTo>
                    <a:pt x="1505" y="385"/>
                  </a:lnTo>
                  <a:lnTo>
                    <a:pt x="1507" y="388"/>
                  </a:lnTo>
                  <a:lnTo>
                    <a:pt x="1512" y="393"/>
                  </a:lnTo>
                  <a:lnTo>
                    <a:pt x="1515" y="397"/>
                  </a:lnTo>
                  <a:lnTo>
                    <a:pt x="1517" y="401"/>
                  </a:lnTo>
                  <a:lnTo>
                    <a:pt x="1520" y="404"/>
                  </a:lnTo>
                  <a:lnTo>
                    <a:pt x="1523" y="407"/>
                  </a:lnTo>
                  <a:lnTo>
                    <a:pt x="1525" y="411"/>
                  </a:lnTo>
                  <a:lnTo>
                    <a:pt x="1527" y="413"/>
                  </a:lnTo>
                  <a:lnTo>
                    <a:pt x="1530" y="416"/>
                  </a:lnTo>
                  <a:lnTo>
                    <a:pt x="1532" y="418"/>
                  </a:lnTo>
                  <a:lnTo>
                    <a:pt x="1534" y="421"/>
                  </a:lnTo>
                  <a:lnTo>
                    <a:pt x="1536" y="423"/>
                  </a:lnTo>
                  <a:lnTo>
                    <a:pt x="1538" y="425"/>
                  </a:lnTo>
                  <a:lnTo>
                    <a:pt x="1539" y="427"/>
                  </a:lnTo>
                  <a:lnTo>
                    <a:pt x="1541" y="430"/>
                  </a:lnTo>
                  <a:lnTo>
                    <a:pt x="1543" y="432"/>
                  </a:lnTo>
                  <a:lnTo>
                    <a:pt x="1544" y="434"/>
                  </a:lnTo>
                  <a:lnTo>
                    <a:pt x="1546" y="436"/>
                  </a:lnTo>
                  <a:lnTo>
                    <a:pt x="1547" y="438"/>
                  </a:lnTo>
                  <a:lnTo>
                    <a:pt x="1551" y="442"/>
                  </a:lnTo>
                  <a:lnTo>
                    <a:pt x="1552" y="444"/>
                  </a:lnTo>
                  <a:lnTo>
                    <a:pt x="1554" y="446"/>
                  </a:lnTo>
                  <a:lnTo>
                    <a:pt x="1556" y="449"/>
                  </a:lnTo>
                  <a:lnTo>
                    <a:pt x="1557" y="452"/>
                  </a:lnTo>
                  <a:lnTo>
                    <a:pt x="1559" y="454"/>
                  </a:lnTo>
                  <a:lnTo>
                    <a:pt x="1561" y="457"/>
                  </a:lnTo>
                  <a:lnTo>
                    <a:pt x="1563" y="460"/>
                  </a:lnTo>
                  <a:lnTo>
                    <a:pt x="1565" y="462"/>
                  </a:lnTo>
                  <a:lnTo>
                    <a:pt x="1569" y="466"/>
                  </a:lnTo>
                  <a:lnTo>
                    <a:pt x="1571" y="470"/>
                  </a:lnTo>
                  <a:lnTo>
                    <a:pt x="1574" y="473"/>
                  </a:lnTo>
                  <a:lnTo>
                    <a:pt x="1576" y="477"/>
                  </a:lnTo>
                  <a:lnTo>
                    <a:pt x="1579" y="481"/>
                  </a:lnTo>
                  <a:lnTo>
                    <a:pt x="1582" y="486"/>
                  </a:lnTo>
                  <a:lnTo>
                    <a:pt x="1585" y="492"/>
                  </a:lnTo>
                  <a:lnTo>
                    <a:pt x="1589" y="496"/>
                  </a:lnTo>
                  <a:lnTo>
                    <a:pt x="1592" y="499"/>
                  </a:lnTo>
                  <a:lnTo>
                    <a:pt x="1595" y="503"/>
                  </a:lnTo>
                  <a:lnTo>
                    <a:pt x="1598" y="507"/>
                  </a:lnTo>
                  <a:lnTo>
                    <a:pt x="1600" y="510"/>
                  </a:lnTo>
                  <a:lnTo>
                    <a:pt x="1602" y="513"/>
                  </a:lnTo>
                  <a:lnTo>
                    <a:pt x="1604" y="516"/>
                  </a:lnTo>
                  <a:lnTo>
                    <a:pt x="1607" y="519"/>
                  </a:lnTo>
                  <a:lnTo>
                    <a:pt x="1609" y="521"/>
                  </a:lnTo>
                  <a:lnTo>
                    <a:pt x="1610" y="524"/>
                  </a:lnTo>
                  <a:lnTo>
                    <a:pt x="1612" y="527"/>
                  </a:lnTo>
                  <a:lnTo>
                    <a:pt x="1614" y="529"/>
                  </a:lnTo>
                  <a:lnTo>
                    <a:pt x="1615" y="533"/>
                  </a:lnTo>
                  <a:lnTo>
                    <a:pt x="1617" y="535"/>
                  </a:lnTo>
                  <a:lnTo>
                    <a:pt x="1618" y="537"/>
                  </a:lnTo>
                  <a:lnTo>
                    <a:pt x="1620" y="539"/>
                  </a:lnTo>
                  <a:lnTo>
                    <a:pt x="1622" y="542"/>
                  </a:lnTo>
                  <a:lnTo>
                    <a:pt x="1623" y="544"/>
                  </a:lnTo>
                  <a:lnTo>
                    <a:pt x="1625" y="547"/>
                  </a:lnTo>
                  <a:lnTo>
                    <a:pt x="1628" y="550"/>
                  </a:lnTo>
                  <a:lnTo>
                    <a:pt x="1630" y="552"/>
                  </a:lnTo>
                  <a:lnTo>
                    <a:pt x="1632" y="555"/>
                  </a:lnTo>
                  <a:lnTo>
                    <a:pt x="1634" y="558"/>
                  </a:lnTo>
                  <a:lnTo>
                    <a:pt x="1636" y="561"/>
                  </a:lnTo>
                  <a:lnTo>
                    <a:pt x="1638" y="564"/>
                  </a:lnTo>
                  <a:lnTo>
                    <a:pt x="1641" y="568"/>
                  </a:lnTo>
                  <a:lnTo>
                    <a:pt x="1644" y="571"/>
                  </a:lnTo>
                  <a:lnTo>
                    <a:pt x="1647" y="576"/>
                  </a:lnTo>
                  <a:lnTo>
                    <a:pt x="1650" y="580"/>
                  </a:lnTo>
                  <a:lnTo>
                    <a:pt x="1653" y="585"/>
                  </a:lnTo>
                  <a:lnTo>
                    <a:pt x="1656" y="589"/>
                  </a:lnTo>
                  <a:lnTo>
                    <a:pt x="1660" y="594"/>
                  </a:lnTo>
                  <a:lnTo>
                    <a:pt x="1663" y="598"/>
                  </a:lnTo>
                  <a:lnTo>
                    <a:pt x="1666" y="602"/>
                  </a:lnTo>
                  <a:lnTo>
                    <a:pt x="1669" y="606"/>
                  </a:lnTo>
                  <a:lnTo>
                    <a:pt x="1672" y="610"/>
                  </a:lnTo>
                  <a:lnTo>
                    <a:pt x="1674" y="613"/>
                  </a:lnTo>
                  <a:lnTo>
                    <a:pt x="1676" y="616"/>
                  </a:lnTo>
                  <a:lnTo>
                    <a:pt x="1678" y="620"/>
                  </a:lnTo>
                  <a:lnTo>
                    <a:pt x="1680" y="622"/>
                  </a:lnTo>
                  <a:lnTo>
                    <a:pt x="1682" y="626"/>
                  </a:lnTo>
                  <a:lnTo>
                    <a:pt x="1686" y="628"/>
                  </a:lnTo>
                  <a:lnTo>
                    <a:pt x="1687" y="631"/>
                  </a:lnTo>
                  <a:lnTo>
                    <a:pt x="1689" y="633"/>
                  </a:lnTo>
                  <a:lnTo>
                    <a:pt x="1690" y="635"/>
                  </a:lnTo>
                  <a:lnTo>
                    <a:pt x="1692" y="637"/>
                  </a:lnTo>
                  <a:lnTo>
                    <a:pt x="1693" y="639"/>
                  </a:lnTo>
                  <a:lnTo>
                    <a:pt x="1694" y="641"/>
                  </a:lnTo>
                  <a:lnTo>
                    <a:pt x="1696" y="645"/>
                  </a:lnTo>
                  <a:lnTo>
                    <a:pt x="1697" y="647"/>
                  </a:lnTo>
                  <a:lnTo>
                    <a:pt x="1698" y="649"/>
                  </a:lnTo>
                  <a:lnTo>
                    <a:pt x="1700" y="651"/>
                  </a:lnTo>
                  <a:lnTo>
                    <a:pt x="1701" y="653"/>
                  </a:lnTo>
                  <a:lnTo>
                    <a:pt x="1702" y="655"/>
                  </a:lnTo>
                  <a:lnTo>
                    <a:pt x="1705" y="658"/>
                  </a:lnTo>
                  <a:lnTo>
                    <a:pt x="1706" y="660"/>
                  </a:lnTo>
                  <a:lnTo>
                    <a:pt x="1708" y="664"/>
                  </a:lnTo>
                  <a:lnTo>
                    <a:pt x="1709" y="668"/>
                  </a:lnTo>
                  <a:lnTo>
                    <a:pt x="1711" y="670"/>
                  </a:lnTo>
                  <a:lnTo>
                    <a:pt x="1713" y="673"/>
                  </a:lnTo>
                  <a:lnTo>
                    <a:pt x="1714" y="677"/>
                  </a:lnTo>
                  <a:lnTo>
                    <a:pt x="1716" y="680"/>
                  </a:lnTo>
                  <a:lnTo>
                    <a:pt x="1719" y="685"/>
                  </a:lnTo>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73" name="Freeform 21">
              <a:extLst>
                <a:ext uri="{FF2B5EF4-FFF2-40B4-BE49-F238E27FC236}">
                  <a16:creationId xmlns:a16="http://schemas.microsoft.com/office/drawing/2014/main" id="{B9226FE6-3F7F-4DD0-BFB6-6B3D3B53DB21}"/>
                </a:ext>
              </a:extLst>
            </p:cNvPr>
            <p:cNvSpPr>
              <a:spLocks/>
            </p:cNvSpPr>
            <p:nvPr/>
          </p:nvSpPr>
          <p:spPr bwMode="auto">
            <a:xfrm>
              <a:off x="2960" y="1084"/>
              <a:ext cx="344" cy="136"/>
            </a:xfrm>
            <a:custGeom>
              <a:avLst/>
              <a:gdLst>
                <a:gd name="T0" fmla="*/ 0 w 1719"/>
                <a:gd name="T1" fmla="*/ 0 h 683"/>
                <a:gd name="T2" fmla="*/ 0 w 1719"/>
                <a:gd name="T3" fmla="*/ 0 h 683"/>
                <a:gd name="T4" fmla="*/ 0 w 1719"/>
                <a:gd name="T5" fmla="*/ 0 h 683"/>
                <a:gd name="T6" fmla="*/ 0 w 1719"/>
                <a:gd name="T7" fmla="*/ 0 h 683"/>
                <a:gd name="T8" fmla="*/ 0 w 1719"/>
                <a:gd name="T9" fmla="*/ 0 h 683"/>
                <a:gd name="T10" fmla="*/ 0 w 1719"/>
                <a:gd name="T11" fmla="*/ 0 h 683"/>
                <a:gd name="T12" fmla="*/ 0 w 1719"/>
                <a:gd name="T13" fmla="*/ 0 h 683"/>
                <a:gd name="T14" fmla="*/ 0 w 1719"/>
                <a:gd name="T15" fmla="*/ 0 h 683"/>
                <a:gd name="T16" fmla="*/ 0 w 1719"/>
                <a:gd name="T17" fmla="*/ 0 h 683"/>
                <a:gd name="T18" fmla="*/ 0 w 1719"/>
                <a:gd name="T19" fmla="*/ 0 h 683"/>
                <a:gd name="T20" fmla="*/ 0 w 1719"/>
                <a:gd name="T21" fmla="*/ 0 h 683"/>
                <a:gd name="T22" fmla="*/ 0 w 1719"/>
                <a:gd name="T23" fmla="*/ 0 h 683"/>
                <a:gd name="T24" fmla="*/ 0 w 1719"/>
                <a:gd name="T25" fmla="*/ 0 h 683"/>
                <a:gd name="T26" fmla="*/ 0 w 1719"/>
                <a:gd name="T27" fmla="*/ 0 h 683"/>
                <a:gd name="T28" fmla="*/ 0 w 1719"/>
                <a:gd name="T29" fmla="*/ 0 h 683"/>
                <a:gd name="T30" fmla="*/ 0 w 1719"/>
                <a:gd name="T31" fmla="*/ 0 h 683"/>
                <a:gd name="T32" fmla="*/ 0 w 1719"/>
                <a:gd name="T33" fmla="*/ 0 h 683"/>
                <a:gd name="T34" fmla="*/ 0 w 1719"/>
                <a:gd name="T35" fmla="*/ 0 h 683"/>
                <a:gd name="T36" fmla="*/ 0 w 1719"/>
                <a:gd name="T37" fmla="*/ 0 h 683"/>
                <a:gd name="T38" fmla="*/ 0 w 1719"/>
                <a:gd name="T39" fmla="*/ 0 h 683"/>
                <a:gd name="T40" fmla="*/ 0 w 1719"/>
                <a:gd name="T41" fmla="*/ 0 h 683"/>
                <a:gd name="T42" fmla="*/ 0 w 1719"/>
                <a:gd name="T43" fmla="*/ 0 h 683"/>
                <a:gd name="T44" fmla="*/ 0 w 1719"/>
                <a:gd name="T45" fmla="*/ 0 h 683"/>
                <a:gd name="T46" fmla="*/ 0 w 1719"/>
                <a:gd name="T47" fmla="*/ 0 h 683"/>
                <a:gd name="T48" fmla="*/ 0 w 1719"/>
                <a:gd name="T49" fmla="*/ 0 h 683"/>
                <a:gd name="T50" fmla="*/ 0 w 1719"/>
                <a:gd name="T51" fmla="*/ 0 h 683"/>
                <a:gd name="T52" fmla="*/ 0 w 1719"/>
                <a:gd name="T53" fmla="*/ 0 h 683"/>
                <a:gd name="T54" fmla="*/ 0 w 1719"/>
                <a:gd name="T55" fmla="*/ 0 h 683"/>
                <a:gd name="T56" fmla="*/ 0 w 1719"/>
                <a:gd name="T57" fmla="*/ 0 h 683"/>
                <a:gd name="T58" fmla="*/ 0 w 1719"/>
                <a:gd name="T59" fmla="*/ 0 h 683"/>
                <a:gd name="T60" fmla="*/ 0 w 1719"/>
                <a:gd name="T61" fmla="*/ 0 h 683"/>
                <a:gd name="T62" fmla="*/ 0 w 1719"/>
                <a:gd name="T63" fmla="*/ 0 h 683"/>
                <a:gd name="T64" fmla="*/ 0 w 1719"/>
                <a:gd name="T65" fmla="*/ 0 h 683"/>
                <a:gd name="T66" fmla="*/ 0 w 1719"/>
                <a:gd name="T67" fmla="*/ 0 h 683"/>
                <a:gd name="T68" fmla="*/ 0 w 1719"/>
                <a:gd name="T69" fmla="*/ 0 h 683"/>
                <a:gd name="T70" fmla="*/ 0 w 1719"/>
                <a:gd name="T71" fmla="*/ 0 h 683"/>
                <a:gd name="T72" fmla="*/ 0 w 1719"/>
                <a:gd name="T73" fmla="*/ 0 h 683"/>
                <a:gd name="T74" fmla="*/ 0 w 1719"/>
                <a:gd name="T75" fmla="*/ 0 h 683"/>
                <a:gd name="T76" fmla="*/ 0 w 1719"/>
                <a:gd name="T77" fmla="*/ 0 h 683"/>
                <a:gd name="T78" fmla="*/ 0 w 1719"/>
                <a:gd name="T79" fmla="*/ 0 h 683"/>
                <a:gd name="T80" fmla="*/ 0 w 1719"/>
                <a:gd name="T81" fmla="*/ 0 h 683"/>
                <a:gd name="T82" fmla="*/ 0 w 1719"/>
                <a:gd name="T83" fmla="*/ 0 h 683"/>
                <a:gd name="T84" fmla="*/ 0 w 1719"/>
                <a:gd name="T85" fmla="*/ 0 h 683"/>
                <a:gd name="T86" fmla="*/ 0 w 1719"/>
                <a:gd name="T87" fmla="*/ 0 h 683"/>
                <a:gd name="T88" fmla="*/ 0 w 1719"/>
                <a:gd name="T89" fmla="*/ 0 h 683"/>
                <a:gd name="T90" fmla="*/ 0 w 1719"/>
                <a:gd name="T91" fmla="*/ 0 h 683"/>
                <a:gd name="T92" fmla="*/ 0 w 1719"/>
                <a:gd name="T93" fmla="*/ 0 h 683"/>
                <a:gd name="T94" fmla="*/ 0 w 1719"/>
                <a:gd name="T95" fmla="*/ 0 h 683"/>
                <a:gd name="T96" fmla="*/ 0 w 1719"/>
                <a:gd name="T97" fmla="*/ 0 h 683"/>
                <a:gd name="T98" fmla="*/ 0 w 1719"/>
                <a:gd name="T99" fmla="*/ 0 h 683"/>
                <a:gd name="T100" fmla="*/ 0 w 1719"/>
                <a:gd name="T101" fmla="*/ 0 h 683"/>
                <a:gd name="T102" fmla="*/ 0 w 1719"/>
                <a:gd name="T103" fmla="*/ 0 h 683"/>
                <a:gd name="T104" fmla="*/ 0 w 1719"/>
                <a:gd name="T105" fmla="*/ 0 h 683"/>
                <a:gd name="T106" fmla="*/ 0 w 1719"/>
                <a:gd name="T107" fmla="*/ 0 h 683"/>
                <a:gd name="T108" fmla="*/ 0 w 1719"/>
                <a:gd name="T109" fmla="*/ 0 h 683"/>
                <a:gd name="T110" fmla="*/ 0 w 1719"/>
                <a:gd name="T111" fmla="*/ 0 h 683"/>
                <a:gd name="T112" fmla="*/ 0 w 1719"/>
                <a:gd name="T113" fmla="*/ 0 h 683"/>
                <a:gd name="T114" fmla="*/ 0 w 1719"/>
                <a:gd name="T115" fmla="*/ 0 h 683"/>
                <a:gd name="T116" fmla="*/ 0 w 1719"/>
                <a:gd name="T117" fmla="*/ 0 h 683"/>
                <a:gd name="T118" fmla="*/ 0 w 1719"/>
                <a:gd name="T119" fmla="*/ 0 h 683"/>
                <a:gd name="T120" fmla="*/ 0 w 1719"/>
                <a:gd name="T121" fmla="*/ 0 h 68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719"/>
                <a:gd name="T184" fmla="*/ 0 h 683"/>
                <a:gd name="T185" fmla="*/ 1719 w 1719"/>
                <a:gd name="T186" fmla="*/ 683 h 68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719" h="683">
                  <a:moveTo>
                    <a:pt x="0" y="683"/>
                  </a:moveTo>
                  <a:lnTo>
                    <a:pt x="66" y="683"/>
                  </a:lnTo>
                  <a:lnTo>
                    <a:pt x="127" y="683"/>
                  </a:lnTo>
                  <a:lnTo>
                    <a:pt x="184" y="683"/>
                  </a:lnTo>
                  <a:lnTo>
                    <a:pt x="238" y="683"/>
                  </a:lnTo>
                  <a:lnTo>
                    <a:pt x="290" y="683"/>
                  </a:lnTo>
                  <a:lnTo>
                    <a:pt x="336" y="683"/>
                  </a:lnTo>
                  <a:lnTo>
                    <a:pt x="379" y="683"/>
                  </a:lnTo>
                  <a:lnTo>
                    <a:pt x="418" y="683"/>
                  </a:lnTo>
                  <a:lnTo>
                    <a:pt x="455" y="683"/>
                  </a:lnTo>
                  <a:lnTo>
                    <a:pt x="490" y="683"/>
                  </a:lnTo>
                  <a:lnTo>
                    <a:pt x="520" y="683"/>
                  </a:lnTo>
                  <a:lnTo>
                    <a:pt x="549" y="683"/>
                  </a:lnTo>
                  <a:lnTo>
                    <a:pt x="575" y="683"/>
                  </a:lnTo>
                  <a:lnTo>
                    <a:pt x="598" y="683"/>
                  </a:lnTo>
                  <a:lnTo>
                    <a:pt x="620" y="683"/>
                  </a:lnTo>
                  <a:lnTo>
                    <a:pt x="639" y="683"/>
                  </a:lnTo>
                  <a:lnTo>
                    <a:pt x="656" y="682"/>
                  </a:lnTo>
                  <a:lnTo>
                    <a:pt x="671" y="682"/>
                  </a:lnTo>
                  <a:lnTo>
                    <a:pt x="685" y="682"/>
                  </a:lnTo>
                  <a:lnTo>
                    <a:pt x="698" y="682"/>
                  </a:lnTo>
                  <a:lnTo>
                    <a:pt x="708" y="682"/>
                  </a:lnTo>
                  <a:lnTo>
                    <a:pt x="718" y="682"/>
                  </a:lnTo>
                  <a:lnTo>
                    <a:pt x="726" y="682"/>
                  </a:lnTo>
                  <a:lnTo>
                    <a:pt x="733" y="682"/>
                  </a:lnTo>
                  <a:lnTo>
                    <a:pt x="741" y="681"/>
                  </a:lnTo>
                  <a:lnTo>
                    <a:pt x="746" y="681"/>
                  </a:lnTo>
                  <a:lnTo>
                    <a:pt x="751" y="681"/>
                  </a:lnTo>
                  <a:lnTo>
                    <a:pt x="757" y="681"/>
                  </a:lnTo>
                  <a:lnTo>
                    <a:pt x="761" y="681"/>
                  </a:lnTo>
                  <a:lnTo>
                    <a:pt x="765" y="680"/>
                  </a:lnTo>
                  <a:lnTo>
                    <a:pt x="770" y="680"/>
                  </a:lnTo>
                  <a:lnTo>
                    <a:pt x="775" y="680"/>
                  </a:lnTo>
                  <a:lnTo>
                    <a:pt x="780" y="679"/>
                  </a:lnTo>
                  <a:lnTo>
                    <a:pt x="785" y="679"/>
                  </a:lnTo>
                  <a:lnTo>
                    <a:pt x="788" y="679"/>
                  </a:lnTo>
                  <a:lnTo>
                    <a:pt x="792" y="679"/>
                  </a:lnTo>
                  <a:lnTo>
                    <a:pt x="796" y="678"/>
                  </a:lnTo>
                  <a:lnTo>
                    <a:pt x="800" y="678"/>
                  </a:lnTo>
                  <a:lnTo>
                    <a:pt x="803" y="678"/>
                  </a:lnTo>
                  <a:lnTo>
                    <a:pt x="806" y="678"/>
                  </a:lnTo>
                  <a:lnTo>
                    <a:pt x="808" y="678"/>
                  </a:lnTo>
                  <a:lnTo>
                    <a:pt x="811" y="677"/>
                  </a:lnTo>
                  <a:lnTo>
                    <a:pt x="814" y="677"/>
                  </a:lnTo>
                  <a:lnTo>
                    <a:pt x="817" y="677"/>
                  </a:lnTo>
                  <a:lnTo>
                    <a:pt x="819" y="677"/>
                  </a:lnTo>
                  <a:lnTo>
                    <a:pt x="822" y="677"/>
                  </a:lnTo>
                  <a:lnTo>
                    <a:pt x="824" y="676"/>
                  </a:lnTo>
                  <a:lnTo>
                    <a:pt x="826" y="676"/>
                  </a:lnTo>
                  <a:lnTo>
                    <a:pt x="829" y="676"/>
                  </a:lnTo>
                  <a:lnTo>
                    <a:pt x="831" y="676"/>
                  </a:lnTo>
                  <a:lnTo>
                    <a:pt x="835" y="675"/>
                  </a:lnTo>
                  <a:lnTo>
                    <a:pt x="837" y="675"/>
                  </a:lnTo>
                  <a:lnTo>
                    <a:pt x="839" y="675"/>
                  </a:lnTo>
                  <a:lnTo>
                    <a:pt x="842" y="674"/>
                  </a:lnTo>
                  <a:lnTo>
                    <a:pt x="844" y="674"/>
                  </a:lnTo>
                  <a:lnTo>
                    <a:pt x="847" y="674"/>
                  </a:lnTo>
                  <a:lnTo>
                    <a:pt x="850" y="673"/>
                  </a:lnTo>
                  <a:lnTo>
                    <a:pt x="854" y="673"/>
                  </a:lnTo>
                  <a:lnTo>
                    <a:pt x="857" y="671"/>
                  </a:lnTo>
                  <a:lnTo>
                    <a:pt x="860" y="671"/>
                  </a:lnTo>
                  <a:lnTo>
                    <a:pt x="864" y="670"/>
                  </a:lnTo>
                  <a:lnTo>
                    <a:pt x="868" y="670"/>
                  </a:lnTo>
                  <a:lnTo>
                    <a:pt x="874" y="669"/>
                  </a:lnTo>
                  <a:lnTo>
                    <a:pt x="878" y="669"/>
                  </a:lnTo>
                  <a:lnTo>
                    <a:pt x="882" y="668"/>
                  </a:lnTo>
                  <a:lnTo>
                    <a:pt x="886" y="667"/>
                  </a:lnTo>
                  <a:lnTo>
                    <a:pt x="891" y="667"/>
                  </a:lnTo>
                  <a:lnTo>
                    <a:pt x="894" y="666"/>
                  </a:lnTo>
                  <a:lnTo>
                    <a:pt x="898" y="666"/>
                  </a:lnTo>
                  <a:lnTo>
                    <a:pt x="901" y="666"/>
                  </a:lnTo>
                  <a:lnTo>
                    <a:pt x="904" y="665"/>
                  </a:lnTo>
                  <a:lnTo>
                    <a:pt x="907" y="665"/>
                  </a:lnTo>
                  <a:lnTo>
                    <a:pt x="910" y="664"/>
                  </a:lnTo>
                  <a:lnTo>
                    <a:pt x="913" y="664"/>
                  </a:lnTo>
                  <a:lnTo>
                    <a:pt x="915" y="663"/>
                  </a:lnTo>
                  <a:lnTo>
                    <a:pt x="919" y="663"/>
                  </a:lnTo>
                  <a:lnTo>
                    <a:pt x="921" y="662"/>
                  </a:lnTo>
                  <a:lnTo>
                    <a:pt x="924" y="662"/>
                  </a:lnTo>
                  <a:lnTo>
                    <a:pt x="926" y="661"/>
                  </a:lnTo>
                  <a:lnTo>
                    <a:pt x="928" y="661"/>
                  </a:lnTo>
                  <a:lnTo>
                    <a:pt x="932" y="660"/>
                  </a:lnTo>
                  <a:lnTo>
                    <a:pt x="934" y="660"/>
                  </a:lnTo>
                  <a:lnTo>
                    <a:pt x="936" y="659"/>
                  </a:lnTo>
                  <a:lnTo>
                    <a:pt x="939" y="658"/>
                  </a:lnTo>
                  <a:lnTo>
                    <a:pt x="942" y="658"/>
                  </a:lnTo>
                  <a:lnTo>
                    <a:pt x="944" y="657"/>
                  </a:lnTo>
                  <a:lnTo>
                    <a:pt x="947" y="656"/>
                  </a:lnTo>
                  <a:lnTo>
                    <a:pt x="951" y="655"/>
                  </a:lnTo>
                  <a:lnTo>
                    <a:pt x="954" y="652"/>
                  </a:lnTo>
                  <a:lnTo>
                    <a:pt x="958" y="651"/>
                  </a:lnTo>
                  <a:lnTo>
                    <a:pt x="961" y="650"/>
                  </a:lnTo>
                  <a:lnTo>
                    <a:pt x="966" y="649"/>
                  </a:lnTo>
                  <a:lnTo>
                    <a:pt x="971" y="648"/>
                  </a:lnTo>
                  <a:lnTo>
                    <a:pt x="975" y="646"/>
                  </a:lnTo>
                  <a:lnTo>
                    <a:pt x="980" y="645"/>
                  </a:lnTo>
                  <a:lnTo>
                    <a:pt x="985" y="643"/>
                  </a:lnTo>
                  <a:lnTo>
                    <a:pt x="991" y="642"/>
                  </a:lnTo>
                  <a:lnTo>
                    <a:pt x="995" y="640"/>
                  </a:lnTo>
                  <a:lnTo>
                    <a:pt x="999" y="639"/>
                  </a:lnTo>
                  <a:lnTo>
                    <a:pt x="1003" y="638"/>
                  </a:lnTo>
                  <a:lnTo>
                    <a:pt x="1009" y="636"/>
                  </a:lnTo>
                  <a:lnTo>
                    <a:pt x="1013" y="635"/>
                  </a:lnTo>
                  <a:lnTo>
                    <a:pt x="1016" y="633"/>
                  </a:lnTo>
                  <a:lnTo>
                    <a:pt x="1019" y="632"/>
                  </a:lnTo>
                  <a:lnTo>
                    <a:pt x="1022" y="631"/>
                  </a:lnTo>
                  <a:lnTo>
                    <a:pt x="1026" y="630"/>
                  </a:lnTo>
                  <a:lnTo>
                    <a:pt x="1029" y="629"/>
                  </a:lnTo>
                  <a:lnTo>
                    <a:pt x="1032" y="628"/>
                  </a:lnTo>
                  <a:lnTo>
                    <a:pt x="1034" y="628"/>
                  </a:lnTo>
                  <a:lnTo>
                    <a:pt x="1037" y="627"/>
                  </a:lnTo>
                  <a:lnTo>
                    <a:pt x="1039" y="626"/>
                  </a:lnTo>
                  <a:lnTo>
                    <a:pt x="1041" y="625"/>
                  </a:lnTo>
                  <a:lnTo>
                    <a:pt x="1044" y="624"/>
                  </a:lnTo>
                  <a:lnTo>
                    <a:pt x="1047" y="623"/>
                  </a:lnTo>
                  <a:lnTo>
                    <a:pt x="1049" y="622"/>
                  </a:lnTo>
                  <a:lnTo>
                    <a:pt x="1052" y="621"/>
                  </a:lnTo>
                  <a:lnTo>
                    <a:pt x="1055" y="620"/>
                  </a:lnTo>
                  <a:lnTo>
                    <a:pt x="1058" y="619"/>
                  </a:lnTo>
                  <a:lnTo>
                    <a:pt x="1060" y="617"/>
                  </a:lnTo>
                  <a:lnTo>
                    <a:pt x="1063" y="616"/>
                  </a:lnTo>
                  <a:lnTo>
                    <a:pt x="1067" y="615"/>
                  </a:lnTo>
                  <a:lnTo>
                    <a:pt x="1070" y="612"/>
                  </a:lnTo>
                  <a:lnTo>
                    <a:pt x="1073" y="611"/>
                  </a:lnTo>
                  <a:lnTo>
                    <a:pt x="1076" y="609"/>
                  </a:lnTo>
                  <a:lnTo>
                    <a:pt x="1080" y="607"/>
                  </a:lnTo>
                  <a:lnTo>
                    <a:pt x="1085" y="605"/>
                  </a:lnTo>
                  <a:lnTo>
                    <a:pt x="1089" y="603"/>
                  </a:lnTo>
                  <a:lnTo>
                    <a:pt x="1093" y="601"/>
                  </a:lnTo>
                  <a:lnTo>
                    <a:pt x="1097" y="599"/>
                  </a:lnTo>
                  <a:lnTo>
                    <a:pt x="1102" y="597"/>
                  </a:lnTo>
                  <a:lnTo>
                    <a:pt x="1107" y="594"/>
                  </a:lnTo>
                  <a:lnTo>
                    <a:pt x="1110" y="592"/>
                  </a:lnTo>
                  <a:lnTo>
                    <a:pt x="1114" y="590"/>
                  </a:lnTo>
                  <a:lnTo>
                    <a:pt x="1117" y="589"/>
                  </a:lnTo>
                  <a:lnTo>
                    <a:pt x="1120" y="587"/>
                  </a:lnTo>
                  <a:lnTo>
                    <a:pt x="1123" y="586"/>
                  </a:lnTo>
                  <a:lnTo>
                    <a:pt x="1126" y="584"/>
                  </a:lnTo>
                  <a:lnTo>
                    <a:pt x="1129" y="583"/>
                  </a:lnTo>
                  <a:lnTo>
                    <a:pt x="1131" y="582"/>
                  </a:lnTo>
                  <a:lnTo>
                    <a:pt x="1133" y="581"/>
                  </a:lnTo>
                  <a:lnTo>
                    <a:pt x="1135" y="580"/>
                  </a:lnTo>
                  <a:lnTo>
                    <a:pt x="1138" y="578"/>
                  </a:lnTo>
                  <a:lnTo>
                    <a:pt x="1140" y="577"/>
                  </a:lnTo>
                  <a:lnTo>
                    <a:pt x="1144" y="576"/>
                  </a:lnTo>
                  <a:lnTo>
                    <a:pt x="1146" y="574"/>
                  </a:lnTo>
                  <a:lnTo>
                    <a:pt x="1148" y="573"/>
                  </a:lnTo>
                  <a:lnTo>
                    <a:pt x="1150" y="572"/>
                  </a:lnTo>
                  <a:lnTo>
                    <a:pt x="1152" y="571"/>
                  </a:lnTo>
                  <a:lnTo>
                    <a:pt x="1154" y="570"/>
                  </a:lnTo>
                  <a:lnTo>
                    <a:pt x="1157" y="568"/>
                  </a:lnTo>
                  <a:lnTo>
                    <a:pt x="1159" y="567"/>
                  </a:lnTo>
                  <a:lnTo>
                    <a:pt x="1162" y="566"/>
                  </a:lnTo>
                  <a:lnTo>
                    <a:pt x="1165" y="564"/>
                  </a:lnTo>
                  <a:lnTo>
                    <a:pt x="1168" y="562"/>
                  </a:lnTo>
                  <a:lnTo>
                    <a:pt x="1170" y="560"/>
                  </a:lnTo>
                  <a:lnTo>
                    <a:pt x="1174" y="559"/>
                  </a:lnTo>
                  <a:lnTo>
                    <a:pt x="1177" y="557"/>
                  </a:lnTo>
                  <a:lnTo>
                    <a:pt x="1181" y="554"/>
                  </a:lnTo>
                  <a:lnTo>
                    <a:pt x="1185" y="552"/>
                  </a:lnTo>
                  <a:lnTo>
                    <a:pt x="1189" y="550"/>
                  </a:lnTo>
                  <a:lnTo>
                    <a:pt x="1193" y="548"/>
                  </a:lnTo>
                  <a:lnTo>
                    <a:pt x="1197" y="546"/>
                  </a:lnTo>
                  <a:lnTo>
                    <a:pt x="1201" y="544"/>
                  </a:lnTo>
                  <a:lnTo>
                    <a:pt x="1204" y="542"/>
                  </a:lnTo>
                  <a:lnTo>
                    <a:pt x="1207" y="540"/>
                  </a:lnTo>
                  <a:lnTo>
                    <a:pt x="1210" y="539"/>
                  </a:lnTo>
                  <a:lnTo>
                    <a:pt x="1213" y="536"/>
                  </a:lnTo>
                  <a:lnTo>
                    <a:pt x="1215" y="535"/>
                  </a:lnTo>
                  <a:lnTo>
                    <a:pt x="1217" y="534"/>
                  </a:lnTo>
                  <a:lnTo>
                    <a:pt x="1221" y="532"/>
                  </a:lnTo>
                  <a:lnTo>
                    <a:pt x="1223" y="531"/>
                  </a:lnTo>
                  <a:lnTo>
                    <a:pt x="1225" y="530"/>
                  </a:lnTo>
                  <a:lnTo>
                    <a:pt x="1227" y="529"/>
                  </a:lnTo>
                  <a:lnTo>
                    <a:pt x="1228" y="528"/>
                  </a:lnTo>
                  <a:lnTo>
                    <a:pt x="1230" y="527"/>
                  </a:lnTo>
                  <a:lnTo>
                    <a:pt x="1232" y="526"/>
                  </a:lnTo>
                  <a:lnTo>
                    <a:pt x="1235" y="525"/>
                  </a:lnTo>
                  <a:lnTo>
                    <a:pt x="1236" y="523"/>
                  </a:lnTo>
                  <a:lnTo>
                    <a:pt x="1239" y="522"/>
                  </a:lnTo>
                  <a:lnTo>
                    <a:pt x="1241" y="521"/>
                  </a:lnTo>
                  <a:lnTo>
                    <a:pt x="1243" y="520"/>
                  </a:lnTo>
                  <a:lnTo>
                    <a:pt x="1245" y="518"/>
                  </a:lnTo>
                  <a:lnTo>
                    <a:pt x="1246" y="516"/>
                  </a:lnTo>
                  <a:lnTo>
                    <a:pt x="1248" y="515"/>
                  </a:lnTo>
                  <a:lnTo>
                    <a:pt x="1250" y="513"/>
                  </a:lnTo>
                  <a:lnTo>
                    <a:pt x="1253" y="512"/>
                  </a:lnTo>
                  <a:lnTo>
                    <a:pt x="1255" y="511"/>
                  </a:lnTo>
                  <a:lnTo>
                    <a:pt x="1257" y="509"/>
                  </a:lnTo>
                  <a:lnTo>
                    <a:pt x="1261" y="507"/>
                  </a:lnTo>
                  <a:lnTo>
                    <a:pt x="1263" y="506"/>
                  </a:lnTo>
                  <a:lnTo>
                    <a:pt x="1266" y="504"/>
                  </a:lnTo>
                  <a:lnTo>
                    <a:pt x="1269" y="502"/>
                  </a:lnTo>
                  <a:lnTo>
                    <a:pt x="1272" y="500"/>
                  </a:lnTo>
                  <a:lnTo>
                    <a:pt x="1275" y="497"/>
                  </a:lnTo>
                  <a:lnTo>
                    <a:pt x="1280" y="495"/>
                  </a:lnTo>
                  <a:lnTo>
                    <a:pt x="1282" y="494"/>
                  </a:lnTo>
                  <a:lnTo>
                    <a:pt x="1285" y="492"/>
                  </a:lnTo>
                  <a:lnTo>
                    <a:pt x="1287" y="491"/>
                  </a:lnTo>
                  <a:lnTo>
                    <a:pt x="1289" y="489"/>
                  </a:lnTo>
                  <a:lnTo>
                    <a:pt x="1291" y="488"/>
                  </a:lnTo>
                  <a:lnTo>
                    <a:pt x="1293" y="487"/>
                  </a:lnTo>
                  <a:lnTo>
                    <a:pt x="1295" y="486"/>
                  </a:lnTo>
                  <a:lnTo>
                    <a:pt x="1296" y="485"/>
                  </a:lnTo>
                  <a:lnTo>
                    <a:pt x="1299" y="484"/>
                  </a:lnTo>
                  <a:lnTo>
                    <a:pt x="1300" y="482"/>
                  </a:lnTo>
                  <a:lnTo>
                    <a:pt x="1302" y="482"/>
                  </a:lnTo>
                  <a:lnTo>
                    <a:pt x="1303" y="481"/>
                  </a:lnTo>
                  <a:lnTo>
                    <a:pt x="1304" y="480"/>
                  </a:lnTo>
                  <a:lnTo>
                    <a:pt x="1306" y="479"/>
                  </a:lnTo>
                  <a:lnTo>
                    <a:pt x="1307" y="477"/>
                  </a:lnTo>
                  <a:lnTo>
                    <a:pt x="1308" y="476"/>
                  </a:lnTo>
                  <a:lnTo>
                    <a:pt x="1310" y="475"/>
                  </a:lnTo>
                  <a:lnTo>
                    <a:pt x="1311" y="474"/>
                  </a:lnTo>
                  <a:lnTo>
                    <a:pt x="1312" y="472"/>
                  </a:lnTo>
                  <a:lnTo>
                    <a:pt x="1313" y="471"/>
                  </a:lnTo>
                  <a:lnTo>
                    <a:pt x="1315" y="470"/>
                  </a:lnTo>
                  <a:lnTo>
                    <a:pt x="1317" y="469"/>
                  </a:lnTo>
                  <a:lnTo>
                    <a:pt x="1319" y="468"/>
                  </a:lnTo>
                  <a:lnTo>
                    <a:pt x="1320" y="466"/>
                  </a:lnTo>
                  <a:lnTo>
                    <a:pt x="1322" y="465"/>
                  </a:lnTo>
                  <a:lnTo>
                    <a:pt x="1325" y="464"/>
                  </a:lnTo>
                  <a:lnTo>
                    <a:pt x="1327" y="462"/>
                  </a:lnTo>
                  <a:lnTo>
                    <a:pt x="1329" y="461"/>
                  </a:lnTo>
                  <a:lnTo>
                    <a:pt x="1331" y="458"/>
                  </a:lnTo>
                  <a:lnTo>
                    <a:pt x="1333" y="456"/>
                  </a:lnTo>
                  <a:lnTo>
                    <a:pt x="1336" y="455"/>
                  </a:lnTo>
                  <a:lnTo>
                    <a:pt x="1338" y="453"/>
                  </a:lnTo>
                  <a:lnTo>
                    <a:pt x="1339" y="452"/>
                  </a:lnTo>
                  <a:lnTo>
                    <a:pt x="1341" y="450"/>
                  </a:lnTo>
                  <a:lnTo>
                    <a:pt x="1343" y="449"/>
                  </a:lnTo>
                  <a:lnTo>
                    <a:pt x="1344" y="448"/>
                  </a:lnTo>
                  <a:lnTo>
                    <a:pt x="1346" y="447"/>
                  </a:lnTo>
                  <a:lnTo>
                    <a:pt x="1347" y="446"/>
                  </a:lnTo>
                  <a:lnTo>
                    <a:pt x="1348" y="445"/>
                  </a:lnTo>
                  <a:lnTo>
                    <a:pt x="1350" y="444"/>
                  </a:lnTo>
                  <a:lnTo>
                    <a:pt x="1351" y="443"/>
                  </a:lnTo>
                  <a:lnTo>
                    <a:pt x="1352" y="442"/>
                  </a:lnTo>
                  <a:lnTo>
                    <a:pt x="1353" y="441"/>
                  </a:lnTo>
                  <a:lnTo>
                    <a:pt x="1354" y="440"/>
                  </a:lnTo>
                  <a:lnTo>
                    <a:pt x="1357" y="438"/>
                  </a:lnTo>
                  <a:lnTo>
                    <a:pt x="1358" y="438"/>
                  </a:lnTo>
                  <a:lnTo>
                    <a:pt x="1359" y="437"/>
                  </a:lnTo>
                  <a:lnTo>
                    <a:pt x="1360" y="436"/>
                  </a:lnTo>
                  <a:lnTo>
                    <a:pt x="1361" y="435"/>
                  </a:lnTo>
                  <a:lnTo>
                    <a:pt x="1363" y="434"/>
                  </a:lnTo>
                  <a:lnTo>
                    <a:pt x="1364" y="433"/>
                  </a:lnTo>
                  <a:lnTo>
                    <a:pt x="1365" y="432"/>
                  </a:lnTo>
                  <a:lnTo>
                    <a:pt x="1367" y="431"/>
                  </a:lnTo>
                  <a:lnTo>
                    <a:pt x="1370" y="430"/>
                  </a:lnTo>
                  <a:lnTo>
                    <a:pt x="1371" y="429"/>
                  </a:lnTo>
                  <a:lnTo>
                    <a:pt x="1373" y="427"/>
                  </a:lnTo>
                  <a:lnTo>
                    <a:pt x="1376" y="425"/>
                  </a:lnTo>
                  <a:lnTo>
                    <a:pt x="1378" y="424"/>
                  </a:lnTo>
                  <a:lnTo>
                    <a:pt x="1380" y="422"/>
                  </a:lnTo>
                  <a:lnTo>
                    <a:pt x="1382" y="421"/>
                  </a:lnTo>
                  <a:lnTo>
                    <a:pt x="1385" y="418"/>
                  </a:lnTo>
                  <a:lnTo>
                    <a:pt x="1387" y="417"/>
                  </a:lnTo>
                  <a:lnTo>
                    <a:pt x="1389" y="415"/>
                  </a:lnTo>
                  <a:lnTo>
                    <a:pt x="1392" y="414"/>
                  </a:lnTo>
                  <a:lnTo>
                    <a:pt x="1395" y="412"/>
                  </a:lnTo>
                  <a:lnTo>
                    <a:pt x="1397" y="411"/>
                  </a:lnTo>
                  <a:lnTo>
                    <a:pt x="1398" y="410"/>
                  </a:lnTo>
                  <a:lnTo>
                    <a:pt x="1400" y="408"/>
                  </a:lnTo>
                  <a:lnTo>
                    <a:pt x="1402" y="407"/>
                  </a:lnTo>
                  <a:lnTo>
                    <a:pt x="1403" y="406"/>
                  </a:lnTo>
                  <a:lnTo>
                    <a:pt x="1405" y="405"/>
                  </a:lnTo>
                  <a:lnTo>
                    <a:pt x="1406" y="404"/>
                  </a:lnTo>
                  <a:lnTo>
                    <a:pt x="1407" y="403"/>
                  </a:lnTo>
                  <a:lnTo>
                    <a:pt x="1409" y="402"/>
                  </a:lnTo>
                  <a:lnTo>
                    <a:pt x="1410" y="400"/>
                  </a:lnTo>
                  <a:lnTo>
                    <a:pt x="1411" y="399"/>
                  </a:lnTo>
                  <a:lnTo>
                    <a:pt x="1415" y="398"/>
                  </a:lnTo>
                  <a:lnTo>
                    <a:pt x="1416" y="396"/>
                  </a:lnTo>
                  <a:lnTo>
                    <a:pt x="1417" y="395"/>
                  </a:lnTo>
                  <a:lnTo>
                    <a:pt x="1419" y="394"/>
                  </a:lnTo>
                  <a:lnTo>
                    <a:pt x="1420" y="393"/>
                  </a:lnTo>
                  <a:lnTo>
                    <a:pt x="1421" y="391"/>
                  </a:lnTo>
                  <a:lnTo>
                    <a:pt x="1423" y="390"/>
                  </a:lnTo>
                  <a:lnTo>
                    <a:pt x="1424" y="388"/>
                  </a:lnTo>
                  <a:lnTo>
                    <a:pt x="1426" y="387"/>
                  </a:lnTo>
                  <a:lnTo>
                    <a:pt x="1428" y="385"/>
                  </a:lnTo>
                  <a:lnTo>
                    <a:pt x="1429" y="382"/>
                  </a:lnTo>
                  <a:lnTo>
                    <a:pt x="1431" y="379"/>
                  </a:lnTo>
                  <a:lnTo>
                    <a:pt x="1434" y="377"/>
                  </a:lnTo>
                  <a:lnTo>
                    <a:pt x="1436" y="374"/>
                  </a:lnTo>
                  <a:lnTo>
                    <a:pt x="1439" y="372"/>
                  </a:lnTo>
                  <a:lnTo>
                    <a:pt x="1441" y="369"/>
                  </a:lnTo>
                  <a:lnTo>
                    <a:pt x="1444" y="367"/>
                  </a:lnTo>
                  <a:lnTo>
                    <a:pt x="1446" y="364"/>
                  </a:lnTo>
                  <a:lnTo>
                    <a:pt x="1449" y="360"/>
                  </a:lnTo>
                  <a:lnTo>
                    <a:pt x="1452" y="358"/>
                  </a:lnTo>
                  <a:lnTo>
                    <a:pt x="1454" y="356"/>
                  </a:lnTo>
                  <a:lnTo>
                    <a:pt x="1456" y="354"/>
                  </a:lnTo>
                  <a:lnTo>
                    <a:pt x="1458" y="352"/>
                  </a:lnTo>
                  <a:lnTo>
                    <a:pt x="1461" y="350"/>
                  </a:lnTo>
                  <a:lnTo>
                    <a:pt x="1463" y="348"/>
                  </a:lnTo>
                  <a:lnTo>
                    <a:pt x="1464" y="346"/>
                  </a:lnTo>
                  <a:lnTo>
                    <a:pt x="1466" y="344"/>
                  </a:lnTo>
                  <a:lnTo>
                    <a:pt x="1467" y="343"/>
                  </a:lnTo>
                  <a:lnTo>
                    <a:pt x="1469" y="340"/>
                  </a:lnTo>
                  <a:lnTo>
                    <a:pt x="1470" y="338"/>
                  </a:lnTo>
                  <a:lnTo>
                    <a:pt x="1473" y="336"/>
                  </a:lnTo>
                  <a:lnTo>
                    <a:pt x="1474" y="334"/>
                  </a:lnTo>
                  <a:lnTo>
                    <a:pt x="1476" y="333"/>
                  </a:lnTo>
                  <a:lnTo>
                    <a:pt x="1477" y="331"/>
                  </a:lnTo>
                  <a:lnTo>
                    <a:pt x="1479" y="329"/>
                  </a:lnTo>
                  <a:lnTo>
                    <a:pt x="1480" y="327"/>
                  </a:lnTo>
                  <a:lnTo>
                    <a:pt x="1482" y="326"/>
                  </a:lnTo>
                  <a:lnTo>
                    <a:pt x="1483" y="324"/>
                  </a:lnTo>
                  <a:lnTo>
                    <a:pt x="1485" y="321"/>
                  </a:lnTo>
                  <a:lnTo>
                    <a:pt x="1487" y="319"/>
                  </a:lnTo>
                  <a:lnTo>
                    <a:pt x="1489" y="316"/>
                  </a:lnTo>
                  <a:lnTo>
                    <a:pt x="1492" y="314"/>
                  </a:lnTo>
                  <a:lnTo>
                    <a:pt x="1494" y="312"/>
                  </a:lnTo>
                  <a:lnTo>
                    <a:pt x="1496" y="309"/>
                  </a:lnTo>
                  <a:lnTo>
                    <a:pt x="1498" y="306"/>
                  </a:lnTo>
                  <a:lnTo>
                    <a:pt x="1501" y="302"/>
                  </a:lnTo>
                  <a:lnTo>
                    <a:pt x="1505" y="299"/>
                  </a:lnTo>
                  <a:lnTo>
                    <a:pt x="1507" y="295"/>
                  </a:lnTo>
                  <a:lnTo>
                    <a:pt x="1512" y="291"/>
                  </a:lnTo>
                  <a:lnTo>
                    <a:pt x="1515" y="287"/>
                  </a:lnTo>
                  <a:lnTo>
                    <a:pt x="1517" y="283"/>
                  </a:lnTo>
                  <a:lnTo>
                    <a:pt x="1520" y="280"/>
                  </a:lnTo>
                  <a:lnTo>
                    <a:pt x="1523" y="277"/>
                  </a:lnTo>
                  <a:lnTo>
                    <a:pt x="1525" y="274"/>
                  </a:lnTo>
                  <a:lnTo>
                    <a:pt x="1527" y="271"/>
                  </a:lnTo>
                  <a:lnTo>
                    <a:pt x="1530" y="268"/>
                  </a:lnTo>
                  <a:lnTo>
                    <a:pt x="1532" y="266"/>
                  </a:lnTo>
                  <a:lnTo>
                    <a:pt x="1534" y="263"/>
                  </a:lnTo>
                  <a:lnTo>
                    <a:pt x="1536" y="260"/>
                  </a:lnTo>
                  <a:lnTo>
                    <a:pt x="1538" y="258"/>
                  </a:lnTo>
                  <a:lnTo>
                    <a:pt x="1539" y="256"/>
                  </a:lnTo>
                  <a:lnTo>
                    <a:pt x="1541" y="254"/>
                  </a:lnTo>
                  <a:lnTo>
                    <a:pt x="1543" y="252"/>
                  </a:lnTo>
                  <a:lnTo>
                    <a:pt x="1544" y="250"/>
                  </a:lnTo>
                  <a:lnTo>
                    <a:pt x="1546" y="247"/>
                  </a:lnTo>
                  <a:lnTo>
                    <a:pt x="1547" y="244"/>
                  </a:lnTo>
                  <a:lnTo>
                    <a:pt x="1551" y="242"/>
                  </a:lnTo>
                  <a:lnTo>
                    <a:pt x="1552" y="240"/>
                  </a:lnTo>
                  <a:lnTo>
                    <a:pt x="1554" y="238"/>
                  </a:lnTo>
                  <a:lnTo>
                    <a:pt x="1556" y="235"/>
                  </a:lnTo>
                  <a:lnTo>
                    <a:pt x="1557" y="233"/>
                  </a:lnTo>
                  <a:lnTo>
                    <a:pt x="1559" y="231"/>
                  </a:lnTo>
                  <a:lnTo>
                    <a:pt x="1561" y="228"/>
                  </a:lnTo>
                  <a:lnTo>
                    <a:pt x="1563" y="224"/>
                  </a:lnTo>
                  <a:lnTo>
                    <a:pt x="1565" y="221"/>
                  </a:lnTo>
                  <a:lnTo>
                    <a:pt x="1569" y="218"/>
                  </a:lnTo>
                  <a:lnTo>
                    <a:pt x="1571" y="215"/>
                  </a:lnTo>
                  <a:lnTo>
                    <a:pt x="1574" y="211"/>
                  </a:lnTo>
                  <a:lnTo>
                    <a:pt x="1576" y="208"/>
                  </a:lnTo>
                  <a:lnTo>
                    <a:pt x="1579" y="203"/>
                  </a:lnTo>
                  <a:lnTo>
                    <a:pt x="1582" y="197"/>
                  </a:lnTo>
                  <a:lnTo>
                    <a:pt x="1585" y="193"/>
                  </a:lnTo>
                  <a:lnTo>
                    <a:pt x="1589" y="189"/>
                  </a:lnTo>
                  <a:lnTo>
                    <a:pt x="1592" y="184"/>
                  </a:lnTo>
                  <a:lnTo>
                    <a:pt x="1595" y="181"/>
                  </a:lnTo>
                  <a:lnTo>
                    <a:pt x="1598" y="178"/>
                  </a:lnTo>
                  <a:lnTo>
                    <a:pt x="1600" y="174"/>
                  </a:lnTo>
                  <a:lnTo>
                    <a:pt x="1602" y="171"/>
                  </a:lnTo>
                  <a:lnTo>
                    <a:pt x="1604" y="169"/>
                  </a:lnTo>
                  <a:lnTo>
                    <a:pt x="1607" y="165"/>
                  </a:lnTo>
                  <a:lnTo>
                    <a:pt x="1609" y="162"/>
                  </a:lnTo>
                  <a:lnTo>
                    <a:pt x="1610" y="160"/>
                  </a:lnTo>
                  <a:lnTo>
                    <a:pt x="1612" y="156"/>
                  </a:lnTo>
                  <a:lnTo>
                    <a:pt x="1614" y="154"/>
                  </a:lnTo>
                  <a:lnTo>
                    <a:pt x="1615" y="152"/>
                  </a:lnTo>
                  <a:lnTo>
                    <a:pt x="1617" y="150"/>
                  </a:lnTo>
                  <a:lnTo>
                    <a:pt x="1618" y="146"/>
                  </a:lnTo>
                  <a:lnTo>
                    <a:pt x="1620" y="144"/>
                  </a:lnTo>
                  <a:lnTo>
                    <a:pt x="1622" y="142"/>
                  </a:lnTo>
                  <a:lnTo>
                    <a:pt x="1623" y="140"/>
                  </a:lnTo>
                  <a:lnTo>
                    <a:pt x="1625" y="137"/>
                  </a:lnTo>
                  <a:lnTo>
                    <a:pt x="1628" y="135"/>
                  </a:lnTo>
                  <a:lnTo>
                    <a:pt x="1630" y="132"/>
                  </a:lnTo>
                  <a:lnTo>
                    <a:pt x="1632" y="130"/>
                  </a:lnTo>
                  <a:lnTo>
                    <a:pt x="1634" y="126"/>
                  </a:lnTo>
                  <a:lnTo>
                    <a:pt x="1636" y="123"/>
                  </a:lnTo>
                  <a:lnTo>
                    <a:pt x="1638" y="120"/>
                  </a:lnTo>
                  <a:lnTo>
                    <a:pt x="1641" y="117"/>
                  </a:lnTo>
                  <a:lnTo>
                    <a:pt x="1644" y="112"/>
                  </a:lnTo>
                  <a:lnTo>
                    <a:pt x="1647" y="107"/>
                  </a:lnTo>
                  <a:lnTo>
                    <a:pt x="1650" y="104"/>
                  </a:lnTo>
                  <a:lnTo>
                    <a:pt x="1653" y="99"/>
                  </a:lnTo>
                  <a:lnTo>
                    <a:pt x="1656" y="95"/>
                  </a:lnTo>
                  <a:lnTo>
                    <a:pt x="1660" y="91"/>
                  </a:lnTo>
                  <a:lnTo>
                    <a:pt x="1663" y="86"/>
                  </a:lnTo>
                  <a:lnTo>
                    <a:pt x="1666" y="82"/>
                  </a:lnTo>
                  <a:lnTo>
                    <a:pt x="1669" y="78"/>
                  </a:lnTo>
                  <a:lnTo>
                    <a:pt x="1672" y="75"/>
                  </a:lnTo>
                  <a:lnTo>
                    <a:pt x="1674" y="72"/>
                  </a:lnTo>
                  <a:lnTo>
                    <a:pt x="1676" y="68"/>
                  </a:lnTo>
                  <a:lnTo>
                    <a:pt x="1678" y="64"/>
                  </a:lnTo>
                  <a:lnTo>
                    <a:pt x="1680" y="61"/>
                  </a:lnTo>
                  <a:lnTo>
                    <a:pt x="1682" y="58"/>
                  </a:lnTo>
                  <a:lnTo>
                    <a:pt x="1686" y="56"/>
                  </a:lnTo>
                  <a:lnTo>
                    <a:pt x="1687" y="54"/>
                  </a:lnTo>
                  <a:lnTo>
                    <a:pt x="1689" y="50"/>
                  </a:lnTo>
                  <a:lnTo>
                    <a:pt x="1690" y="48"/>
                  </a:lnTo>
                  <a:lnTo>
                    <a:pt x="1692" y="46"/>
                  </a:lnTo>
                  <a:lnTo>
                    <a:pt x="1693" y="44"/>
                  </a:lnTo>
                  <a:lnTo>
                    <a:pt x="1694" y="42"/>
                  </a:lnTo>
                  <a:lnTo>
                    <a:pt x="1696" y="40"/>
                  </a:lnTo>
                  <a:lnTo>
                    <a:pt x="1697" y="38"/>
                  </a:lnTo>
                  <a:lnTo>
                    <a:pt x="1698" y="36"/>
                  </a:lnTo>
                  <a:lnTo>
                    <a:pt x="1700" y="34"/>
                  </a:lnTo>
                  <a:lnTo>
                    <a:pt x="1701" y="31"/>
                  </a:lnTo>
                  <a:lnTo>
                    <a:pt x="1702" y="28"/>
                  </a:lnTo>
                  <a:lnTo>
                    <a:pt x="1705" y="26"/>
                  </a:lnTo>
                  <a:lnTo>
                    <a:pt x="1706" y="23"/>
                  </a:lnTo>
                  <a:lnTo>
                    <a:pt x="1708" y="20"/>
                  </a:lnTo>
                  <a:lnTo>
                    <a:pt x="1709" y="17"/>
                  </a:lnTo>
                  <a:lnTo>
                    <a:pt x="1711" y="14"/>
                  </a:lnTo>
                  <a:lnTo>
                    <a:pt x="1713" y="10"/>
                  </a:lnTo>
                  <a:lnTo>
                    <a:pt x="1714" y="7"/>
                  </a:lnTo>
                  <a:lnTo>
                    <a:pt x="1716" y="4"/>
                  </a:lnTo>
                  <a:lnTo>
                    <a:pt x="1719" y="0"/>
                  </a:lnTo>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74" name="Freeform 22">
              <a:extLst>
                <a:ext uri="{FF2B5EF4-FFF2-40B4-BE49-F238E27FC236}">
                  <a16:creationId xmlns:a16="http://schemas.microsoft.com/office/drawing/2014/main" id="{A2BDB401-F15A-40C8-8C5C-C9378356C517}"/>
                </a:ext>
              </a:extLst>
            </p:cNvPr>
            <p:cNvSpPr>
              <a:spLocks/>
            </p:cNvSpPr>
            <p:nvPr/>
          </p:nvSpPr>
          <p:spPr bwMode="auto">
            <a:xfrm>
              <a:off x="2957" y="946"/>
              <a:ext cx="40" cy="138"/>
            </a:xfrm>
            <a:custGeom>
              <a:avLst/>
              <a:gdLst>
                <a:gd name="T0" fmla="*/ 0 w 203"/>
                <a:gd name="T1" fmla="*/ 0 h 688"/>
                <a:gd name="T2" fmla="*/ 0 w 203"/>
                <a:gd name="T3" fmla="*/ 0 h 688"/>
                <a:gd name="T4" fmla="*/ 0 w 203"/>
                <a:gd name="T5" fmla="*/ 0 h 688"/>
                <a:gd name="T6" fmla="*/ 0 w 203"/>
                <a:gd name="T7" fmla="*/ 0 h 688"/>
                <a:gd name="T8" fmla="*/ 0 w 203"/>
                <a:gd name="T9" fmla="*/ 0 h 688"/>
                <a:gd name="T10" fmla="*/ 0 w 203"/>
                <a:gd name="T11" fmla="*/ 0 h 688"/>
                <a:gd name="T12" fmla="*/ 0 w 203"/>
                <a:gd name="T13" fmla="*/ 0 h 688"/>
                <a:gd name="T14" fmla="*/ 0 w 203"/>
                <a:gd name="T15" fmla="*/ 0 h 688"/>
                <a:gd name="T16" fmla="*/ 0 w 203"/>
                <a:gd name="T17" fmla="*/ 0 h 688"/>
                <a:gd name="T18" fmla="*/ 0 w 203"/>
                <a:gd name="T19" fmla="*/ 0 h 688"/>
                <a:gd name="T20" fmla="*/ 0 w 203"/>
                <a:gd name="T21" fmla="*/ 0 h 688"/>
                <a:gd name="T22" fmla="*/ 0 w 203"/>
                <a:gd name="T23" fmla="*/ 0 h 688"/>
                <a:gd name="T24" fmla="*/ 0 w 203"/>
                <a:gd name="T25" fmla="*/ 0 h 688"/>
                <a:gd name="T26" fmla="*/ 0 w 203"/>
                <a:gd name="T27" fmla="*/ 0 h 688"/>
                <a:gd name="T28" fmla="*/ 0 w 203"/>
                <a:gd name="T29" fmla="*/ 0 h 688"/>
                <a:gd name="T30" fmla="*/ 0 w 203"/>
                <a:gd name="T31" fmla="*/ 0 h 688"/>
                <a:gd name="T32" fmla="*/ 0 w 203"/>
                <a:gd name="T33" fmla="*/ 0 h 688"/>
                <a:gd name="T34" fmla="*/ 0 w 203"/>
                <a:gd name="T35" fmla="*/ 0 h 688"/>
                <a:gd name="T36" fmla="*/ 0 w 203"/>
                <a:gd name="T37" fmla="*/ 0 h 688"/>
                <a:gd name="T38" fmla="*/ 0 w 203"/>
                <a:gd name="T39" fmla="*/ 0 h 688"/>
                <a:gd name="T40" fmla="*/ 0 w 203"/>
                <a:gd name="T41" fmla="*/ 0 h 688"/>
                <a:gd name="T42" fmla="*/ 0 w 203"/>
                <a:gd name="T43" fmla="*/ 0 h 688"/>
                <a:gd name="T44" fmla="*/ 0 w 203"/>
                <a:gd name="T45" fmla="*/ 0 h 688"/>
                <a:gd name="T46" fmla="*/ 0 w 203"/>
                <a:gd name="T47" fmla="*/ 0 h 688"/>
                <a:gd name="T48" fmla="*/ 0 w 203"/>
                <a:gd name="T49" fmla="*/ 0 h 688"/>
                <a:gd name="T50" fmla="*/ 0 w 203"/>
                <a:gd name="T51" fmla="*/ 0 h 688"/>
                <a:gd name="T52" fmla="*/ 0 w 203"/>
                <a:gd name="T53" fmla="*/ 0 h 688"/>
                <a:gd name="T54" fmla="*/ 0 w 203"/>
                <a:gd name="T55" fmla="*/ 0 h 688"/>
                <a:gd name="T56" fmla="*/ 0 w 203"/>
                <a:gd name="T57" fmla="*/ 0 h 688"/>
                <a:gd name="T58" fmla="*/ 0 w 203"/>
                <a:gd name="T59" fmla="*/ 0 h 688"/>
                <a:gd name="T60" fmla="*/ 0 w 203"/>
                <a:gd name="T61" fmla="*/ 0 h 688"/>
                <a:gd name="T62" fmla="*/ 0 w 203"/>
                <a:gd name="T63" fmla="*/ 0 h 688"/>
                <a:gd name="T64" fmla="*/ 0 w 203"/>
                <a:gd name="T65" fmla="*/ 0 h 688"/>
                <a:gd name="T66" fmla="*/ 0 w 203"/>
                <a:gd name="T67" fmla="*/ 0 h 688"/>
                <a:gd name="T68" fmla="*/ 0 w 203"/>
                <a:gd name="T69" fmla="*/ 0 h 688"/>
                <a:gd name="T70" fmla="*/ 0 w 203"/>
                <a:gd name="T71" fmla="*/ 0 h 688"/>
                <a:gd name="T72" fmla="*/ 0 w 203"/>
                <a:gd name="T73" fmla="*/ 0 h 688"/>
                <a:gd name="T74" fmla="*/ 0 w 203"/>
                <a:gd name="T75" fmla="*/ 0 h 688"/>
                <a:gd name="T76" fmla="*/ 0 w 203"/>
                <a:gd name="T77" fmla="*/ 0 h 688"/>
                <a:gd name="T78" fmla="*/ 0 w 203"/>
                <a:gd name="T79" fmla="*/ 0 h 688"/>
                <a:gd name="T80" fmla="*/ 0 w 203"/>
                <a:gd name="T81" fmla="*/ 0 h 688"/>
                <a:gd name="T82" fmla="*/ 0 w 203"/>
                <a:gd name="T83" fmla="*/ 0 h 688"/>
                <a:gd name="T84" fmla="*/ 0 w 203"/>
                <a:gd name="T85" fmla="*/ 0 h 688"/>
                <a:gd name="T86" fmla="*/ 0 w 203"/>
                <a:gd name="T87" fmla="*/ 0 h 688"/>
                <a:gd name="T88" fmla="*/ 0 w 203"/>
                <a:gd name="T89" fmla="*/ 0 h 688"/>
                <a:gd name="T90" fmla="*/ 0 w 203"/>
                <a:gd name="T91" fmla="*/ 0 h 688"/>
                <a:gd name="T92" fmla="*/ 0 w 203"/>
                <a:gd name="T93" fmla="*/ 0 h 688"/>
                <a:gd name="T94" fmla="*/ 0 w 203"/>
                <a:gd name="T95" fmla="*/ 0 h 688"/>
                <a:gd name="T96" fmla="*/ 0 w 203"/>
                <a:gd name="T97" fmla="*/ 0 h 688"/>
                <a:gd name="T98" fmla="*/ 0 w 203"/>
                <a:gd name="T99" fmla="*/ 0 h 688"/>
                <a:gd name="T100" fmla="*/ 0 w 203"/>
                <a:gd name="T101" fmla="*/ 0 h 688"/>
                <a:gd name="T102" fmla="*/ 0 w 203"/>
                <a:gd name="T103" fmla="*/ 0 h 688"/>
                <a:gd name="T104" fmla="*/ 0 w 203"/>
                <a:gd name="T105" fmla="*/ 0 h 688"/>
                <a:gd name="T106" fmla="*/ 0 w 203"/>
                <a:gd name="T107" fmla="*/ 0 h 688"/>
                <a:gd name="T108" fmla="*/ 0 w 203"/>
                <a:gd name="T109" fmla="*/ 0 h 688"/>
                <a:gd name="T110" fmla="*/ 0 w 203"/>
                <a:gd name="T111" fmla="*/ 0 h 688"/>
                <a:gd name="T112" fmla="*/ 0 w 203"/>
                <a:gd name="T113" fmla="*/ 0 h 68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03"/>
                <a:gd name="T172" fmla="*/ 0 h 688"/>
                <a:gd name="T173" fmla="*/ 203 w 203"/>
                <a:gd name="T174" fmla="*/ 688 h 68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03" h="688">
                  <a:moveTo>
                    <a:pt x="0" y="0"/>
                  </a:moveTo>
                  <a:lnTo>
                    <a:pt x="4" y="8"/>
                  </a:lnTo>
                  <a:lnTo>
                    <a:pt x="8" y="15"/>
                  </a:lnTo>
                  <a:lnTo>
                    <a:pt x="12" y="22"/>
                  </a:lnTo>
                  <a:lnTo>
                    <a:pt x="15" y="28"/>
                  </a:lnTo>
                  <a:lnTo>
                    <a:pt x="19" y="34"/>
                  </a:lnTo>
                  <a:lnTo>
                    <a:pt x="22" y="39"/>
                  </a:lnTo>
                  <a:lnTo>
                    <a:pt x="24" y="45"/>
                  </a:lnTo>
                  <a:lnTo>
                    <a:pt x="27" y="49"/>
                  </a:lnTo>
                  <a:lnTo>
                    <a:pt x="29" y="54"/>
                  </a:lnTo>
                  <a:lnTo>
                    <a:pt x="31" y="58"/>
                  </a:lnTo>
                  <a:lnTo>
                    <a:pt x="34" y="62"/>
                  </a:lnTo>
                  <a:lnTo>
                    <a:pt x="37" y="66"/>
                  </a:lnTo>
                  <a:lnTo>
                    <a:pt x="39" y="69"/>
                  </a:lnTo>
                  <a:lnTo>
                    <a:pt x="40" y="72"/>
                  </a:lnTo>
                  <a:lnTo>
                    <a:pt x="42" y="75"/>
                  </a:lnTo>
                  <a:lnTo>
                    <a:pt x="43" y="80"/>
                  </a:lnTo>
                  <a:lnTo>
                    <a:pt x="45" y="82"/>
                  </a:lnTo>
                  <a:lnTo>
                    <a:pt x="46" y="85"/>
                  </a:lnTo>
                  <a:lnTo>
                    <a:pt x="47" y="87"/>
                  </a:lnTo>
                  <a:lnTo>
                    <a:pt x="48" y="90"/>
                  </a:lnTo>
                  <a:lnTo>
                    <a:pt x="50" y="92"/>
                  </a:lnTo>
                  <a:lnTo>
                    <a:pt x="51" y="95"/>
                  </a:lnTo>
                  <a:lnTo>
                    <a:pt x="52" y="97"/>
                  </a:lnTo>
                  <a:lnTo>
                    <a:pt x="53" y="101"/>
                  </a:lnTo>
                  <a:lnTo>
                    <a:pt x="54" y="104"/>
                  </a:lnTo>
                  <a:lnTo>
                    <a:pt x="55" y="106"/>
                  </a:lnTo>
                  <a:lnTo>
                    <a:pt x="57" y="109"/>
                  </a:lnTo>
                  <a:lnTo>
                    <a:pt x="59" y="112"/>
                  </a:lnTo>
                  <a:lnTo>
                    <a:pt x="60" y="115"/>
                  </a:lnTo>
                  <a:lnTo>
                    <a:pt x="61" y="119"/>
                  </a:lnTo>
                  <a:lnTo>
                    <a:pt x="63" y="123"/>
                  </a:lnTo>
                  <a:lnTo>
                    <a:pt x="64" y="127"/>
                  </a:lnTo>
                  <a:lnTo>
                    <a:pt x="66" y="131"/>
                  </a:lnTo>
                  <a:lnTo>
                    <a:pt x="67" y="134"/>
                  </a:lnTo>
                  <a:lnTo>
                    <a:pt x="68" y="139"/>
                  </a:lnTo>
                  <a:lnTo>
                    <a:pt x="70" y="142"/>
                  </a:lnTo>
                  <a:lnTo>
                    <a:pt x="71" y="144"/>
                  </a:lnTo>
                  <a:lnTo>
                    <a:pt x="72" y="147"/>
                  </a:lnTo>
                  <a:lnTo>
                    <a:pt x="73" y="150"/>
                  </a:lnTo>
                  <a:lnTo>
                    <a:pt x="74" y="152"/>
                  </a:lnTo>
                  <a:lnTo>
                    <a:pt x="76" y="154"/>
                  </a:lnTo>
                  <a:lnTo>
                    <a:pt x="77" y="158"/>
                  </a:lnTo>
                  <a:lnTo>
                    <a:pt x="78" y="160"/>
                  </a:lnTo>
                  <a:lnTo>
                    <a:pt x="80" y="162"/>
                  </a:lnTo>
                  <a:lnTo>
                    <a:pt x="80" y="164"/>
                  </a:lnTo>
                  <a:lnTo>
                    <a:pt x="81" y="166"/>
                  </a:lnTo>
                  <a:lnTo>
                    <a:pt x="82" y="168"/>
                  </a:lnTo>
                  <a:lnTo>
                    <a:pt x="83" y="171"/>
                  </a:lnTo>
                  <a:lnTo>
                    <a:pt x="84" y="173"/>
                  </a:lnTo>
                  <a:lnTo>
                    <a:pt x="85" y="175"/>
                  </a:lnTo>
                  <a:lnTo>
                    <a:pt x="85" y="179"/>
                  </a:lnTo>
                  <a:lnTo>
                    <a:pt x="86" y="181"/>
                  </a:lnTo>
                  <a:lnTo>
                    <a:pt x="87" y="183"/>
                  </a:lnTo>
                  <a:lnTo>
                    <a:pt x="88" y="186"/>
                  </a:lnTo>
                  <a:lnTo>
                    <a:pt x="89" y="188"/>
                  </a:lnTo>
                  <a:lnTo>
                    <a:pt x="90" y="191"/>
                  </a:lnTo>
                  <a:lnTo>
                    <a:pt x="91" y="194"/>
                  </a:lnTo>
                  <a:lnTo>
                    <a:pt x="93" y="198"/>
                  </a:lnTo>
                  <a:lnTo>
                    <a:pt x="95" y="201"/>
                  </a:lnTo>
                  <a:lnTo>
                    <a:pt x="96" y="204"/>
                  </a:lnTo>
                  <a:lnTo>
                    <a:pt x="98" y="208"/>
                  </a:lnTo>
                  <a:lnTo>
                    <a:pt x="99" y="212"/>
                  </a:lnTo>
                  <a:lnTo>
                    <a:pt x="101" y="218"/>
                  </a:lnTo>
                  <a:lnTo>
                    <a:pt x="102" y="222"/>
                  </a:lnTo>
                  <a:lnTo>
                    <a:pt x="104" y="227"/>
                  </a:lnTo>
                  <a:lnTo>
                    <a:pt x="106" y="231"/>
                  </a:lnTo>
                  <a:lnTo>
                    <a:pt x="107" y="236"/>
                  </a:lnTo>
                  <a:lnTo>
                    <a:pt x="108" y="239"/>
                  </a:lnTo>
                  <a:lnTo>
                    <a:pt x="110" y="243"/>
                  </a:lnTo>
                  <a:lnTo>
                    <a:pt x="111" y="246"/>
                  </a:lnTo>
                  <a:lnTo>
                    <a:pt x="112" y="249"/>
                  </a:lnTo>
                  <a:lnTo>
                    <a:pt x="113" y="252"/>
                  </a:lnTo>
                  <a:lnTo>
                    <a:pt x="115" y="256"/>
                  </a:lnTo>
                  <a:lnTo>
                    <a:pt x="116" y="258"/>
                  </a:lnTo>
                  <a:lnTo>
                    <a:pt x="117" y="262"/>
                  </a:lnTo>
                  <a:lnTo>
                    <a:pt x="118" y="264"/>
                  </a:lnTo>
                  <a:lnTo>
                    <a:pt x="119" y="267"/>
                  </a:lnTo>
                  <a:lnTo>
                    <a:pt x="120" y="269"/>
                  </a:lnTo>
                  <a:lnTo>
                    <a:pt x="120" y="271"/>
                  </a:lnTo>
                  <a:lnTo>
                    <a:pt x="121" y="275"/>
                  </a:lnTo>
                  <a:lnTo>
                    <a:pt x="122" y="277"/>
                  </a:lnTo>
                  <a:lnTo>
                    <a:pt x="124" y="279"/>
                  </a:lnTo>
                  <a:lnTo>
                    <a:pt x="124" y="282"/>
                  </a:lnTo>
                  <a:lnTo>
                    <a:pt x="125" y="284"/>
                  </a:lnTo>
                  <a:lnTo>
                    <a:pt x="126" y="286"/>
                  </a:lnTo>
                  <a:lnTo>
                    <a:pt x="127" y="289"/>
                  </a:lnTo>
                  <a:lnTo>
                    <a:pt x="128" y="292"/>
                  </a:lnTo>
                  <a:lnTo>
                    <a:pt x="129" y="295"/>
                  </a:lnTo>
                  <a:lnTo>
                    <a:pt x="129" y="298"/>
                  </a:lnTo>
                  <a:lnTo>
                    <a:pt x="130" y="301"/>
                  </a:lnTo>
                  <a:lnTo>
                    <a:pt x="131" y="306"/>
                  </a:lnTo>
                  <a:lnTo>
                    <a:pt x="132" y="309"/>
                  </a:lnTo>
                  <a:lnTo>
                    <a:pt x="135" y="314"/>
                  </a:lnTo>
                  <a:lnTo>
                    <a:pt x="136" y="318"/>
                  </a:lnTo>
                  <a:lnTo>
                    <a:pt x="137" y="322"/>
                  </a:lnTo>
                  <a:lnTo>
                    <a:pt x="138" y="326"/>
                  </a:lnTo>
                  <a:lnTo>
                    <a:pt x="140" y="331"/>
                  </a:lnTo>
                  <a:lnTo>
                    <a:pt x="141" y="336"/>
                  </a:lnTo>
                  <a:lnTo>
                    <a:pt x="142" y="340"/>
                  </a:lnTo>
                  <a:lnTo>
                    <a:pt x="143" y="343"/>
                  </a:lnTo>
                  <a:lnTo>
                    <a:pt x="144" y="347"/>
                  </a:lnTo>
                  <a:lnTo>
                    <a:pt x="145" y="352"/>
                  </a:lnTo>
                  <a:lnTo>
                    <a:pt x="146" y="355"/>
                  </a:lnTo>
                  <a:lnTo>
                    <a:pt x="147" y="358"/>
                  </a:lnTo>
                  <a:lnTo>
                    <a:pt x="148" y="360"/>
                  </a:lnTo>
                  <a:lnTo>
                    <a:pt x="149" y="363"/>
                  </a:lnTo>
                  <a:lnTo>
                    <a:pt x="150" y="366"/>
                  </a:lnTo>
                  <a:lnTo>
                    <a:pt x="151" y="368"/>
                  </a:lnTo>
                  <a:lnTo>
                    <a:pt x="151" y="371"/>
                  </a:lnTo>
                  <a:lnTo>
                    <a:pt x="152" y="374"/>
                  </a:lnTo>
                  <a:lnTo>
                    <a:pt x="154" y="376"/>
                  </a:lnTo>
                  <a:lnTo>
                    <a:pt x="154" y="378"/>
                  </a:lnTo>
                  <a:lnTo>
                    <a:pt x="155" y="381"/>
                  </a:lnTo>
                  <a:lnTo>
                    <a:pt x="156" y="383"/>
                  </a:lnTo>
                  <a:lnTo>
                    <a:pt x="157" y="385"/>
                  </a:lnTo>
                  <a:lnTo>
                    <a:pt x="157" y="388"/>
                  </a:lnTo>
                  <a:lnTo>
                    <a:pt x="158" y="391"/>
                  </a:lnTo>
                  <a:lnTo>
                    <a:pt x="159" y="394"/>
                  </a:lnTo>
                  <a:lnTo>
                    <a:pt x="160" y="397"/>
                  </a:lnTo>
                  <a:lnTo>
                    <a:pt x="161" y="400"/>
                  </a:lnTo>
                  <a:lnTo>
                    <a:pt x="162" y="403"/>
                  </a:lnTo>
                  <a:lnTo>
                    <a:pt x="163" y="406"/>
                  </a:lnTo>
                  <a:lnTo>
                    <a:pt x="164" y="410"/>
                  </a:lnTo>
                  <a:lnTo>
                    <a:pt x="165" y="414"/>
                  </a:lnTo>
                  <a:lnTo>
                    <a:pt x="166" y="417"/>
                  </a:lnTo>
                  <a:lnTo>
                    <a:pt x="167" y="421"/>
                  </a:lnTo>
                  <a:lnTo>
                    <a:pt x="169" y="425"/>
                  </a:lnTo>
                  <a:lnTo>
                    <a:pt x="171" y="431"/>
                  </a:lnTo>
                  <a:lnTo>
                    <a:pt x="173" y="435"/>
                  </a:lnTo>
                  <a:lnTo>
                    <a:pt x="174" y="440"/>
                  </a:lnTo>
                  <a:lnTo>
                    <a:pt x="176" y="444"/>
                  </a:lnTo>
                  <a:lnTo>
                    <a:pt x="177" y="449"/>
                  </a:lnTo>
                  <a:lnTo>
                    <a:pt x="178" y="452"/>
                  </a:lnTo>
                  <a:lnTo>
                    <a:pt x="179" y="456"/>
                  </a:lnTo>
                  <a:lnTo>
                    <a:pt x="180" y="459"/>
                  </a:lnTo>
                  <a:lnTo>
                    <a:pt x="180" y="461"/>
                  </a:lnTo>
                  <a:lnTo>
                    <a:pt x="181" y="464"/>
                  </a:lnTo>
                  <a:lnTo>
                    <a:pt x="182" y="468"/>
                  </a:lnTo>
                  <a:lnTo>
                    <a:pt x="183" y="470"/>
                  </a:lnTo>
                  <a:lnTo>
                    <a:pt x="183" y="473"/>
                  </a:lnTo>
                  <a:lnTo>
                    <a:pt x="184" y="475"/>
                  </a:lnTo>
                  <a:lnTo>
                    <a:pt x="184" y="477"/>
                  </a:lnTo>
                  <a:lnTo>
                    <a:pt x="185" y="479"/>
                  </a:lnTo>
                  <a:lnTo>
                    <a:pt x="185" y="481"/>
                  </a:lnTo>
                  <a:lnTo>
                    <a:pt x="186" y="485"/>
                  </a:lnTo>
                  <a:lnTo>
                    <a:pt x="186" y="488"/>
                  </a:lnTo>
                  <a:lnTo>
                    <a:pt x="186" y="490"/>
                  </a:lnTo>
                  <a:lnTo>
                    <a:pt x="187" y="492"/>
                  </a:lnTo>
                  <a:lnTo>
                    <a:pt x="187" y="494"/>
                  </a:lnTo>
                  <a:lnTo>
                    <a:pt x="187" y="496"/>
                  </a:lnTo>
                  <a:lnTo>
                    <a:pt x="188" y="499"/>
                  </a:lnTo>
                  <a:lnTo>
                    <a:pt x="188" y="501"/>
                  </a:lnTo>
                  <a:lnTo>
                    <a:pt x="188" y="504"/>
                  </a:lnTo>
                  <a:lnTo>
                    <a:pt x="188" y="507"/>
                  </a:lnTo>
                  <a:lnTo>
                    <a:pt x="189" y="510"/>
                  </a:lnTo>
                  <a:lnTo>
                    <a:pt x="189" y="513"/>
                  </a:lnTo>
                  <a:lnTo>
                    <a:pt x="189" y="516"/>
                  </a:lnTo>
                  <a:lnTo>
                    <a:pt x="189" y="520"/>
                  </a:lnTo>
                  <a:lnTo>
                    <a:pt x="190" y="523"/>
                  </a:lnTo>
                  <a:lnTo>
                    <a:pt x="190" y="528"/>
                  </a:lnTo>
                  <a:lnTo>
                    <a:pt x="190" y="533"/>
                  </a:lnTo>
                  <a:lnTo>
                    <a:pt x="190" y="536"/>
                  </a:lnTo>
                  <a:lnTo>
                    <a:pt x="192" y="540"/>
                  </a:lnTo>
                  <a:lnTo>
                    <a:pt x="192" y="543"/>
                  </a:lnTo>
                  <a:lnTo>
                    <a:pt x="192" y="547"/>
                  </a:lnTo>
                  <a:lnTo>
                    <a:pt x="192" y="549"/>
                  </a:lnTo>
                  <a:lnTo>
                    <a:pt x="193" y="552"/>
                  </a:lnTo>
                  <a:lnTo>
                    <a:pt x="193" y="554"/>
                  </a:lnTo>
                  <a:lnTo>
                    <a:pt x="193" y="557"/>
                  </a:lnTo>
                  <a:lnTo>
                    <a:pt x="193" y="559"/>
                  </a:lnTo>
                  <a:lnTo>
                    <a:pt x="193" y="561"/>
                  </a:lnTo>
                  <a:lnTo>
                    <a:pt x="194" y="563"/>
                  </a:lnTo>
                  <a:lnTo>
                    <a:pt x="194" y="564"/>
                  </a:lnTo>
                  <a:lnTo>
                    <a:pt x="194" y="567"/>
                  </a:lnTo>
                  <a:lnTo>
                    <a:pt x="194" y="569"/>
                  </a:lnTo>
                  <a:lnTo>
                    <a:pt x="194" y="570"/>
                  </a:lnTo>
                  <a:lnTo>
                    <a:pt x="195" y="572"/>
                  </a:lnTo>
                  <a:lnTo>
                    <a:pt x="195" y="573"/>
                  </a:lnTo>
                  <a:lnTo>
                    <a:pt x="195" y="576"/>
                  </a:lnTo>
                  <a:lnTo>
                    <a:pt x="195" y="577"/>
                  </a:lnTo>
                  <a:lnTo>
                    <a:pt x="196" y="579"/>
                  </a:lnTo>
                  <a:lnTo>
                    <a:pt x="196" y="580"/>
                  </a:lnTo>
                  <a:lnTo>
                    <a:pt x="196" y="582"/>
                  </a:lnTo>
                  <a:lnTo>
                    <a:pt x="196" y="583"/>
                  </a:lnTo>
                  <a:lnTo>
                    <a:pt x="197" y="586"/>
                  </a:lnTo>
                  <a:lnTo>
                    <a:pt x="197" y="588"/>
                  </a:lnTo>
                  <a:lnTo>
                    <a:pt x="197" y="589"/>
                  </a:lnTo>
                  <a:lnTo>
                    <a:pt x="198" y="591"/>
                  </a:lnTo>
                  <a:lnTo>
                    <a:pt x="198" y="593"/>
                  </a:lnTo>
                  <a:lnTo>
                    <a:pt x="199" y="595"/>
                  </a:lnTo>
                  <a:lnTo>
                    <a:pt x="199" y="597"/>
                  </a:lnTo>
                  <a:lnTo>
                    <a:pt x="199" y="600"/>
                  </a:lnTo>
                  <a:lnTo>
                    <a:pt x="200" y="602"/>
                  </a:lnTo>
                  <a:lnTo>
                    <a:pt x="200" y="605"/>
                  </a:lnTo>
                  <a:lnTo>
                    <a:pt x="201" y="607"/>
                  </a:lnTo>
                  <a:lnTo>
                    <a:pt x="201" y="609"/>
                  </a:lnTo>
                  <a:lnTo>
                    <a:pt x="201" y="611"/>
                  </a:lnTo>
                  <a:lnTo>
                    <a:pt x="202" y="612"/>
                  </a:lnTo>
                  <a:lnTo>
                    <a:pt x="202" y="614"/>
                  </a:lnTo>
                  <a:lnTo>
                    <a:pt x="202" y="616"/>
                  </a:lnTo>
                  <a:lnTo>
                    <a:pt x="202" y="618"/>
                  </a:lnTo>
                  <a:lnTo>
                    <a:pt x="203" y="620"/>
                  </a:lnTo>
                  <a:lnTo>
                    <a:pt x="203" y="622"/>
                  </a:lnTo>
                  <a:lnTo>
                    <a:pt x="203" y="624"/>
                  </a:lnTo>
                  <a:lnTo>
                    <a:pt x="203" y="626"/>
                  </a:lnTo>
                  <a:lnTo>
                    <a:pt x="203" y="628"/>
                  </a:lnTo>
                  <a:lnTo>
                    <a:pt x="203" y="630"/>
                  </a:lnTo>
                  <a:lnTo>
                    <a:pt x="203" y="631"/>
                  </a:lnTo>
                  <a:lnTo>
                    <a:pt x="203" y="633"/>
                  </a:lnTo>
                  <a:lnTo>
                    <a:pt x="203" y="636"/>
                  </a:lnTo>
                  <a:lnTo>
                    <a:pt x="203" y="638"/>
                  </a:lnTo>
                  <a:lnTo>
                    <a:pt x="203" y="640"/>
                  </a:lnTo>
                  <a:lnTo>
                    <a:pt x="203" y="644"/>
                  </a:lnTo>
                  <a:lnTo>
                    <a:pt x="203" y="646"/>
                  </a:lnTo>
                  <a:lnTo>
                    <a:pt x="203" y="649"/>
                  </a:lnTo>
                  <a:lnTo>
                    <a:pt x="203" y="652"/>
                  </a:lnTo>
                  <a:lnTo>
                    <a:pt x="203" y="655"/>
                  </a:lnTo>
                  <a:lnTo>
                    <a:pt x="203" y="659"/>
                  </a:lnTo>
                  <a:lnTo>
                    <a:pt x="202" y="663"/>
                  </a:lnTo>
                  <a:lnTo>
                    <a:pt x="202" y="668"/>
                  </a:lnTo>
                  <a:lnTo>
                    <a:pt x="202" y="673"/>
                  </a:lnTo>
                  <a:lnTo>
                    <a:pt x="202" y="677"/>
                  </a:lnTo>
                  <a:lnTo>
                    <a:pt x="201" y="683"/>
                  </a:lnTo>
                  <a:lnTo>
                    <a:pt x="201" y="688"/>
                  </a:lnTo>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75" name="Freeform 23">
              <a:extLst>
                <a:ext uri="{FF2B5EF4-FFF2-40B4-BE49-F238E27FC236}">
                  <a16:creationId xmlns:a16="http://schemas.microsoft.com/office/drawing/2014/main" id="{33BEF079-E074-46F2-8D59-CDE021F1EB83}"/>
                </a:ext>
              </a:extLst>
            </p:cNvPr>
            <p:cNvSpPr>
              <a:spLocks/>
            </p:cNvSpPr>
            <p:nvPr/>
          </p:nvSpPr>
          <p:spPr bwMode="auto">
            <a:xfrm>
              <a:off x="2957" y="1083"/>
              <a:ext cx="40" cy="137"/>
            </a:xfrm>
            <a:custGeom>
              <a:avLst/>
              <a:gdLst>
                <a:gd name="T0" fmla="*/ 0 w 203"/>
                <a:gd name="T1" fmla="*/ 0 h 686"/>
                <a:gd name="T2" fmla="*/ 0 w 203"/>
                <a:gd name="T3" fmla="*/ 0 h 686"/>
                <a:gd name="T4" fmla="*/ 0 w 203"/>
                <a:gd name="T5" fmla="*/ 0 h 686"/>
                <a:gd name="T6" fmla="*/ 0 w 203"/>
                <a:gd name="T7" fmla="*/ 0 h 686"/>
                <a:gd name="T8" fmla="*/ 0 w 203"/>
                <a:gd name="T9" fmla="*/ 0 h 686"/>
                <a:gd name="T10" fmla="*/ 0 w 203"/>
                <a:gd name="T11" fmla="*/ 0 h 686"/>
                <a:gd name="T12" fmla="*/ 0 w 203"/>
                <a:gd name="T13" fmla="*/ 0 h 686"/>
                <a:gd name="T14" fmla="*/ 0 w 203"/>
                <a:gd name="T15" fmla="*/ 0 h 686"/>
                <a:gd name="T16" fmla="*/ 0 w 203"/>
                <a:gd name="T17" fmla="*/ 0 h 686"/>
                <a:gd name="T18" fmla="*/ 0 w 203"/>
                <a:gd name="T19" fmla="*/ 0 h 686"/>
                <a:gd name="T20" fmla="*/ 0 w 203"/>
                <a:gd name="T21" fmla="*/ 0 h 686"/>
                <a:gd name="T22" fmla="*/ 0 w 203"/>
                <a:gd name="T23" fmla="*/ 0 h 686"/>
                <a:gd name="T24" fmla="*/ 0 w 203"/>
                <a:gd name="T25" fmla="*/ 0 h 686"/>
                <a:gd name="T26" fmla="*/ 0 w 203"/>
                <a:gd name="T27" fmla="*/ 0 h 686"/>
                <a:gd name="T28" fmla="*/ 0 w 203"/>
                <a:gd name="T29" fmla="*/ 0 h 686"/>
                <a:gd name="T30" fmla="*/ 0 w 203"/>
                <a:gd name="T31" fmla="*/ 0 h 686"/>
                <a:gd name="T32" fmla="*/ 0 w 203"/>
                <a:gd name="T33" fmla="*/ 0 h 686"/>
                <a:gd name="T34" fmla="*/ 0 w 203"/>
                <a:gd name="T35" fmla="*/ 0 h 686"/>
                <a:gd name="T36" fmla="*/ 0 w 203"/>
                <a:gd name="T37" fmla="*/ 0 h 686"/>
                <a:gd name="T38" fmla="*/ 0 w 203"/>
                <a:gd name="T39" fmla="*/ 0 h 686"/>
                <a:gd name="T40" fmla="*/ 0 w 203"/>
                <a:gd name="T41" fmla="*/ 0 h 686"/>
                <a:gd name="T42" fmla="*/ 0 w 203"/>
                <a:gd name="T43" fmla="*/ 0 h 686"/>
                <a:gd name="T44" fmla="*/ 0 w 203"/>
                <a:gd name="T45" fmla="*/ 0 h 686"/>
                <a:gd name="T46" fmla="*/ 0 w 203"/>
                <a:gd name="T47" fmla="*/ 0 h 686"/>
                <a:gd name="T48" fmla="*/ 0 w 203"/>
                <a:gd name="T49" fmla="*/ 0 h 686"/>
                <a:gd name="T50" fmla="*/ 0 w 203"/>
                <a:gd name="T51" fmla="*/ 0 h 686"/>
                <a:gd name="T52" fmla="*/ 0 w 203"/>
                <a:gd name="T53" fmla="*/ 0 h 686"/>
                <a:gd name="T54" fmla="*/ 0 w 203"/>
                <a:gd name="T55" fmla="*/ 0 h 686"/>
                <a:gd name="T56" fmla="*/ 0 w 203"/>
                <a:gd name="T57" fmla="*/ 0 h 686"/>
                <a:gd name="T58" fmla="*/ 0 w 203"/>
                <a:gd name="T59" fmla="*/ 0 h 686"/>
                <a:gd name="T60" fmla="*/ 0 w 203"/>
                <a:gd name="T61" fmla="*/ 0 h 686"/>
                <a:gd name="T62" fmla="*/ 0 w 203"/>
                <a:gd name="T63" fmla="*/ 0 h 686"/>
                <a:gd name="T64" fmla="*/ 0 w 203"/>
                <a:gd name="T65" fmla="*/ 0 h 686"/>
                <a:gd name="T66" fmla="*/ 0 w 203"/>
                <a:gd name="T67" fmla="*/ 0 h 686"/>
                <a:gd name="T68" fmla="*/ 0 w 203"/>
                <a:gd name="T69" fmla="*/ 0 h 686"/>
                <a:gd name="T70" fmla="*/ 0 w 203"/>
                <a:gd name="T71" fmla="*/ 0 h 686"/>
                <a:gd name="T72" fmla="*/ 0 w 203"/>
                <a:gd name="T73" fmla="*/ 0 h 686"/>
                <a:gd name="T74" fmla="*/ 0 w 203"/>
                <a:gd name="T75" fmla="*/ 0 h 686"/>
                <a:gd name="T76" fmla="*/ 0 w 203"/>
                <a:gd name="T77" fmla="*/ 0 h 686"/>
                <a:gd name="T78" fmla="*/ 0 w 203"/>
                <a:gd name="T79" fmla="*/ 0 h 686"/>
                <a:gd name="T80" fmla="*/ 0 w 203"/>
                <a:gd name="T81" fmla="*/ 0 h 686"/>
                <a:gd name="T82" fmla="*/ 0 w 203"/>
                <a:gd name="T83" fmla="*/ 0 h 686"/>
                <a:gd name="T84" fmla="*/ 0 w 203"/>
                <a:gd name="T85" fmla="*/ 0 h 686"/>
                <a:gd name="T86" fmla="*/ 0 w 203"/>
                <a:gd name="T87" fmla="*/ 0 h 686"/>
                <a:gd name="T88" fmla="*/ 0 w 203"/>
                <a:gd name="T89" fmla="*/ 0 h 686"/>
                <a:gd name="T90" fmla="*/ 0 w 203"/>
                <a:gd name="T91" fmla="*/ 0 h 686"/>
                <a:gd name="T92" fmla="*/ 0 w 203"/>
                <a:gd name="T93" fmla="*/ 0 h 686"/>
                <a:gd name="T94" fmla="*/ 0 w 203"/>
                <a:gd name="T95" fmla="*/ 0 h 686"/>
                <a:gd name="T96" fmla="*/ 0 w 203"/>
                <a:gd name="T97" fmla="*/ 0 h 686"/>
                <a:gd name="T98" fmla="*/ 0 w 203"/>
                <a:gd name="T99" fmla="*/ 0 h 686"/>
                <a:gd name="T100" fmla="*/ 0 w 203"/>
                <a:gd name="T101" fmla="*/ 0 h 686"/>
                <a:gd name="T102" fmla="*/ 0 w 203"/>
                <a:gd name="T103" fmla="*/ 0 h 686"/>
                <a:gd name="T104" fmla="*/ 0 w 203"/>
                <a:gd name="T105" fmla="*/ 0 h 686"/>
                <a:gd name="T106" fmla="*/ 0 w 203"/>
                <a:gd name="T107" fmla="*/ 0 h 686"/>
                <a:gd name="T108" fmla="*/ 0 w 203"/>
                <a:gd name="T109" fmla="*/ 0 h 686"/>
                <a:gd name="T110" fmla="*/ 0 w 203"/>
                <a:gd name="T111" fmla="*/ 0 h 686"/>
                <a:gd name="T112" fmla="*/ 0 w 203"/>
                <a:gd name="T113" fmla="*/ 0 h 68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03"/>
                <a:gd name="T172" fmla="*/ 0 h 686"/>
                <a:gd name="T173" fmla="*/ 203 w 203"/>
                <a:gd name="T174" fmla="*/ 686 h 68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03" h="686">
                  <a:moveTo>
                    <a:pt x="0" y="686"/>
                  </a:moveTo>
                  <a:lnTo>
                    <a:pt x="4" y="679"/>
                  </a:lnTo>
                  <a:lnTo>
                    <a:pt x="8" y="672"/>
                  </a:lnTo>
                  <a:lnTo>
                    <a:pt x="12" y="665"/>
                  </a:lnTo>
                  <a:lnTo>
                    <a:pt x="15" y="660"/>
                  </a:lnTo>
                  <a:lnTo>
                    <a:pt x="19" y="652"/>
                  </a:lnTo>
                  <a:lnTo>
                    <a:pt x="22" y="647"/>
                  </a:lnTo>
                  <a:lnTo>
                    <a:pt x="24" y="643"/>
                  </a:lnTo>
                  <a:lnTo>
                    <a:pt x="27" y="638"/>
                  </a:lnTo>
                  <a:lnTo>
                    <a:pt x="29" y="633"/>
                  </a:lnTo>
                  <a:lnTo>
                    <a:pt x="31" y="629"/>
                  </a:lnTo>
                  <a:lnTo>
                    <a:pt x="34" y="626"/>
                  </a:lnTo>
                  <a:lnTo>
                    <a:pt x="37" y="622"/>
                  </a:lnTo>
                  <a:lnTo>
                    <a:pt x="39" y="619"/>
                  </a:lnTo>
                  <a:lnTo>
                    <a:pt x="40" y="615"/>
                  </a:lnTo>
                  <a:lnTo>
                    <a:pt x="42" y="612"/>
                  </a:lnTo>
                  <a:lnTo>
                    <a:pt x="43" y="608"/>
                  </a:lnTo>
                  <a:lnTo>
                    <a:pt x="45" y="605"/>
                  </a:lnTo>
                  <a:lnTo>
                    <a:pt x="46" y="603"/>
                  </a:lnTo>
                  <a:lnTo>
                    <a:pt x="47" y="600"/>
                  </a:lnTo>
                  <a:lnTo>
                    <a:pt x="48" y="597"/>
                  </a:lnTo>
                  <a:lnTo>
                    <a:pt x="50" y="594"/>
                  </a:lnTo>
                  <a:lnTo>
                    <a:pt x="51" y="592"/>
                  </a:lnTo>
                  <a:lnTo>
                    <a:pt x="52" y="589"/>
                  </a:lnTo>
                  <a:lnTo>
                    <a:pt x="53" y="587"/>
                  </a:lnTo>
                  <a:lnTo>
                    <a:pt x="54" y="584"/>
                  </a:lnTo>
                  <a:lnTo>
                    <a:pt x="55" y="581"/>
                  </a:lnTo>
                  <a:lnTo>
                    <a:pt x="57" y="579"/>
                  </a:lnTo>
                  <a:lnTo>
                    <a:pt x="59" y="575"/>
                  </a:lnTo>
                  <a:lnTo>
                    <a:pt x="60" y="572"/>
                  </a:lnTo>
                  <a:lnTo>
                    <a:pt x="61" y="568"/>
                  </a:lnTo>
                  <a:lnTo>
                    <a:pt x="63" y="564"/>
                  </a:lnTo>
                  <a:lnTo>
                    <a:pt x="64" y="560"/>
                  </a:lnTo>
                  <a:lnTo>
                    <a:pt x="66" y="556"/>
                  </a:lnTo>
                  <a:lnTo>
                    <a:pt x="67" y="552"/>
                  </a:lnTo>
                  <a:lnTo>
                    <a:pt x="68" y="549"/>
                  </a:lnTo>
                  <a:lnTo>
                    <a:pt x="70" y="546"/>
                  </a:lnTo>
                  <a:lnTo>
                    <a:pt x="71" y="543"/>
                  </a:lnTo>
                  <a:lnTo>
                    <a:pt x="72" y="541"/>
                  </a:lnTo>
                  <a:lnTo>
                    <a:pt x="73" y="537"/>
                  </a:lnTo>
                  <a:lnTo>
                    <a:pt x="74" y="535"/>
                  </a:lnTo>
                  <a:lnTo>
                    <a:pt x="76" y="532"/>
                  </a:lnTo>
                  <a:lnTo>
                    <a:pt x="77" y="530"/>
                  </a:lnTo>
                  <a:lnTo>
                    <a:pt x="78" y="528"/>
                  </a:lnTo>
                  <a:lnTo>
                    <a:pt x="80" y="526"/>
                  </a:lnTo>
                  <a:lnTo>
                    <a:pt x="80" y="524"/>
                  </a:lnTo>
                  <a:lnTo>
                    <a:pt x="81" y="521"/>
                  </a:lnTo>
                  <a:lnTo>
                    <a:pt x="82" y="518"/>
                  </a:lnTo>
                  <a:lnTo>
                    <a:pt x="83" y="516"/>
                  </a:lnTo>
                  <a:lnTo>
                    <a:pt x="84" y="514"/>
                  </a:lnTo>
                  <a:lnTo>
                    <a:pt x="85" y="511"/>
                  </a:lnTo>
                  <a:lnTo>
                    <a:pt x="85" y="509"/>
                  </a:lnTo>
                  <a:lnTo>
                    <a:pt x="86" y="507"/>
                  </a:lnTo>
                  <a:lnTo>
                    <a:pt x="87" y="505"/>
                  </a:lnTo>
                  <a:lnTo>
                    <a:pt x="88" y="502"/>
                  </a:lnTo>
                  <a:lnTo>
                    <a:pt x="89" y="499"/>
                  </a:lnTo>
                  <a:lnTo>
                    <a:pt x="90" y="496"/>
                  </a:lnTo>
                  <a:lnTo>
                    <a:pt x="91" y="493"/>
                  </a:lnTo>
                  <a:lnTo>
                    <a:pt x="93" y="490"/>
                  </a:lnTo>
                  <a:lnTo>
                    <a:pt x="95" y="487"/>
                  </a:lnTo>
                  <a:lnTo>
                    <a:pt x="96" y="483"/>
                  </a:lnTo>
                  <a:lnTo>
                    <a:pt x="98" y="479"/>
                  </a:lnTo>
                  <a:lnTo>
                    <a:pt x="99" y="474"/>
                  </a:lnTo>
                  <a:lnTo>
                    <a:pt x="101" y="470"/>
                  </a:lnTo>
                  <a:lnTo>
                    <a:pt x="102" y="465"/>
                  </a:lnTo>
                  <a:lnTo>
                    <a:pt x="104" y="460"/>
                  </a:lnTo>
                  <a:lnTo>
                    <a:pt x="106" y="456"/>
                  </a:lnTo>
                  <a:lnTo>
                    <a:pt x="107" y="452"/>
                  </a:lnTo>
                  <a:lnTo>
                    <a:pt x="108" y="448"/>
                  </a:lnTo>
                  <a:lnTo>
                    <a:pt x="110" y="445"/>
                  </a:lnTo>
                  <a:lnTo>
                    <a:pt x="111" y="440"/>
                  </a:lnTo>
                  <a:lnTo>
                    <a:pt x="112" y="437"/>
                  </a:lnTo>
                  <a:lnTo>
                    <a:pt x="113" y="434"/>
                  </a:lnTo>
                  <a:lnTo>
                    <a:pt x="115" y="432"/>
                  </a:lnTo>
                  <a:lnTo>
                    <a:pt x="116" y="428"/>
                  </a:lnTo>
                  <a:lnTo>
                    <a:pt x="117" y="425"/>
                  </a:lnTo>
                  <a:lnTo>
                    <a:pt x="118" y="422"/>
                  </a:lnTo>
                  <a:lnTo>
                    <a:pt x="119" y="420"/>
                  </a:lnTo>
                  <a:lnTo>
                    <a:pt x="120" y="417"/>
                  </a:lnTo>
                  <a:lnTo>
                    <a:pt x="120" y="415"/>
                  </a:lnTo>
                  <a:lnTo>
                    <a:pt x="121" y="413"/>
                  </a:lnTo>
                  <a:lnTo>
                    <a:pt x="122" y="410"/>
                  </a:lnTo>
                  <a:lnTo>
                    <a:pt x="124" y="408"/>
                  </a:lnTo>
                  <a:lnTo>
                    <a:pt x="124" y="406"/>
                  </a:lnTo>
                  <a:lnTo>
                    <a:pt x="125" y="403"/>
                  </a:lnTo>
                  <a:lnTo>
                    <a:pt x="126" y="400"/>
                  </a:lnTo>
                  <a:lnTo>
                    <a:pt x="127" y="398"/>
                  </a:lnTo>
                  <a:lnTo>
                    <a:pt x="128" y="395"/>
                  </a:lnTo>
                  <a:lnTo>
                    <a:pt x="129" y="392"/>
                  </a:lnTo>
                  <a:lnTo>
                    <a:pt x="129" y="389"/>
                  </a:lnTo>
                  <a:lnTo>
                    <a:pt x="130" y="385"/>
                  </a:lnTo>
                  <a:lnTo>
                    <a:pt x="131" y="381"/>
                  </a:lnTo>
                  <a:lnTo>
                    <a:pt x="132" y="378"/>
                  </a:lnTo>
                  <a:lnTo>
                    <a:pt x="135" y="374"/>
                  </a:lnTo>
                  <a:lnTo>
                    <a:pt x="136" y="370"/>
                  </a:lnTo>
                  <a:lnTo>
                    <a:pt x="137" y="366"/>
                  </a:lnTo>
                  <a:lnTo>
                    <a:pt x="138" y="361"/>
                  </a:lnTo>
                  <a:lnTo>
                    <a:pt x="140" y="356"/>
                  </a:lnTo>
                  <a:lnTo>
                    <a:pt x="141" y="352"/>
                  </a:lnTo>
                  <a:lnTo>
                    <a:pt x="142" y="348"/>
                  </a:lnTo>
                  <a:lnTo>
                    <a:pt x="143" y="344"/>
                  </a:lnTo>
                  <a:lnTo>
                    <a:pt x="144" y="339"/>
                  </a:lnTo>
                  <a:lnTo>
                    <a:pt x="145" y="336"/>
                  </a:lnTo>
                  <a:lnTo>
                    <a:pt x="146" y="333"/>
                  </a:lnTo>
                  <a:lnTo>
                    <a:pt x="147" y="330"/>
                  </a:lnTo>
                  <a:lnTo>
                    <a:pt x="148" y="327"/>
                  </a:lnTo>
                  <a:lnTo>
                    <a:pt x="149" y="323"/>
                  </a:lnTo>
                  <a:lnTo>
                    <a:pt x="150" y="321"/>
                  </a:lnTo>
                  <a:lnTo>
                    <a:pt x="151" y="318"/>
                  </a:lnTo>
                  <a:lnTo>
                    <a:pt x="151" y="316"/>
                  </a:lnTo>
                  <a:lnTo>
                    <a:pt x="152" y="314"/>
                  </a:lnTo>
                  <a:lnTo>
                    <a:pt x="154" y="311"/>
                  </a:lnTo>
                  <a:lnTo>
                    <a:pt x="154" y="309"/>
                  </a:lnTo>
                  <a:lnTo>
                    <a:pt x="155" y="306"/>
                  </a:lnTo>
                  <a:lnTo>
                    <a:pt x="156" y="304"/>
                  </a:lnTo>
                  <a:lnTo>
                    <a:pt x="157" y="301"/>
                  </a:lnTo>
                  <a:lnTo>
                    <a:pt x="157" y="299"/>
                  </a:lnTo>
                  <a:lnTo>
                    <a:pt x="158" y="295"/>
                  </a:lnTo>
                  <a:lnTo>
                    <a:pt x="159" y="293"/>
                  </a:lnTo>
                  <a:lnTo>
                    <a:pt x="160" y="290"/>
                  </a:lnTo>
                  <a:lnTo>
                    <a:pt x="161" y="286"/>
                  </a:lnTo>
                  <a:lnTo>
                    <a:pt x="162" y="284"/>
                  </a:lnTo>
                  <a:lnTo>
                    <a:pt x="163" y="280"/>
                  </a:lnTo>
                  <a:lnTo>
                    <a:pt x="164" y="277"/>
                  </a:lnTo>
                  <a:lnTo>
                    <a:pt x="165" y="274"/>
                  </a:lnTo>
                  <a:lnTo>
                    <a:pt x="166" y="270"/>
                  </a:lnTo>
                  <a:lnTo>
                    <a:pt x="167" y="265"/>
                  </a:lnTo>
                  <a:lnTo>
                    <a:pt x="169" y="261"/>
                  </a:lnTo>
                  <a:lnTo>
                    <a:pt x="171" y="257"/>
                  </a:lnTo>
                  <a:lnTo>
                    <a:pt x="173" y="252"/>
                  </a:lnTo>
                  <a:lnTo>
                    <a:pt x="174" y="246"/>
                  </a:lnTo>
                  <a:lnTo>
                    <a:pt x="176" y="242"/>
                  </a:lnTo>
                  <a:lnTo>
                    <a:pt x="177" y="239"/>
                  </a:lnTo>
                  <a:lnTo>
                    <a:pt x="178" y="235"/>
                  </a:lnTo>
                  <a:lnTo>
                    <a:pt x="179" y="232"/>
                  </a:lnTo>
                  <a:lnTo>
                    <a:pt x="180" y="228"/>
                  </a:lnTo>
                  <a:lnTo>
                    <a:pt x="180" y="225"/>
                  </a:lnTo>
                  <a:lnTo>
                    <a:pt x="181" y="223"/>
                  </a:lnTo>
                  <a:lnTo>
                    <a:pt x="182" y="220"/>
                  </a:lnTo>
                  <a:lnTo>
                    <a:pt x="183" y="218"/>
                  </a:lnTo>
                  <a:lnTo>
                    <a:pt x="183" y="215"/>
                  </a:lnTo>
                  <a:lnTo>
                    <a:pt x="184" y="213"/>
                  </a:lnTo>
                  <a:lnTo>
                    <a:pt x="184" y="211"/>
                  </a:lnTo>
                  <a:lnTo>
                    <a:pt x="185" y="208"/>
                  </a:lnTo>
                  <a:lnTo>
                    <a:pt x="185" y="204"/>
                  </a:lnTo>
                  <a:lnTo>
                    <a:pt x="186" y="202"/>
                  </a:lnTo>
                  <a:lnTo>
                    <a:pt x="186" y="200"/>
                  </a:lnTo>
                  <a:lnTo>
                    <a:pt x="186" y="198"/>
                  </a:lnTo>
                  <a:lnTo>
                    <a:pt x="187" y="196"/>
                  </a:lnTo>
                  <a:lnTo>
                    <a:pt x="187" y="194"/>
                  </a:lnTo>
                  <a:lnTo>
                    <a:pt x="187" y="192"/>
                  </a:lnTo>
                  <a:lnTo>
                    <a:pt x="188" y="188"/>
                  </a:lnTo>
                  <a:lnTo>
                    <a:pt x="188" y="186"/>
                  </a:lnTo>
                  <a:lnTo>
                    <a:pt x="188" y="183"/>
                  </a:lnTo>
                  <a:lnTo>
                    <a:pt x="188" y="181"/>
                  </a:lnTo>
                  <a:lnTo>
                    <a:pt x="189" y="178"/>
                  </a:lnTo>
                  <a:lnTo>
                    <a:pt x="189" y="175"/>
                  </a:lnTo>
                  <a:lnTo>
                    <a:pt x="189" y="172"/>
                  </a:lnTo>
                  <a:lnTo>
                    <a:pt x="189" y="167"/>
                  </a:lnTo>
                  <a:lnTo>
                    <a:pt x="190" y="164"/>
                  </a:lnTo>
                  <a:lnTo>
                    <a:pt x="190" y="159"/>
                  </a:lnTo>
                  <a:lnTo>
                    <a:pt x="190" y="155"/>
                  </a:lnTo>
                  <a:lnTo>
                    <a:pt x="190" y="152"/>
                  </a:lnTo>
                  <a:lnTo>
                    <a:pt x="192" y="147"/>
                  </a:lnTo>
                  <a:lnTo>
                    <a:pt x="192" y="144"/>
                  </a:lnTo>
                  <a:lnTo>
                    <a:pt x="192" y="141"/>
                  </a:lnTo>
                  <a:lnTo>
                    <a:pt x="192" y="139"/>
                  </a:lnTo>
                  <a:lnTo>
                    <a:pt x="193" y="136"/>
                  </a:lnTo>
                  <a:lnTo>
                    <a:pt x="193" y="134"/>
                  </a:lnTo>
                  <a:lnTo>
                    <a:pt x="193" y="130"/>
                  </a:lnTo>
                  <a:lnTo>
                    <a:pt x="193" y="128"/>
                  </a:lnTo>
                  <a:lnTo>
                    <a:pt x="193" y="126"/>
                  </a:lnTo>
                  <a:lnTo>
                    <a:pt x="194" y="124"/>
                  </a:lnTo>
                  <a:lnTo>
                    <a:pt x="194" y="123"/>
                  </a:lnTo>
                  <a:lnTo>
                    <a:pt x="194" y="121"/>
                  </a:lnTo>
                  <a:lnTo>
                    <a:pt x="194" y="119"/>
                  </a:lnTo>
                  <a:lnTo>
                    <a:pt x="194" y="118"/>
                  </a:lnTo>
                  <a:lnTo>
                    <a:pt x="195" y="115"/>
                  </a:lnTo>
                  <a:lnTo>
                    <a:pt x="195" y="114"/>
                  </a:lnTo>
                  <a:lnTo>
                    <a:pt x="195" y="111"/>
                  </a:lnTo>
                  <a:lnTo>
                    <a:pt x="195" y="110"/>
                  </a:lnTo>
                  <a:lnTo>
                    <a:pt x="196" y="108"/>
                  </a:lnTo>
                  <a:lnTo>
                    <a:pt x="196" y="107"/>
                  </a:lnTo>
                  <a:lnTo>
                    <a:pt x="196" y="105"/>
                  </a:lnTo>
                  <a:lnTo>
                    <a:pt x="196" y="104"/>
                  </a:lnTo>
                  <a:lnTo>
                    <a:pt x="197" y="102"/>
                  </a:lnTo>
                  <a:lnTo>
                    <a:pt x="197" y="100"/>
                  </a:lnTo>
                  <a:lnTo>
                    <a:pt x="197" y="99"/>
                  </a:lnTo>
                  <a:lnTo>
                    <a:pt x="198" y="97"/>
                  </a:lnTo>
                  <a:lnTo>
                    <a:pt x="198" y="95"/>
                  </a:lnTo>
                  <a:lnTo>
                    <a:pt x="199" y="92"/>
                  </a:lnTo>
                  <a:lnTo>
                    <a:pt x="199" y="90"/>
                  </a:lnTo>
                  <a:lnTo>
                    <a:pt x="199" y="87"/>
                  </a:lnTo>
                  <a:lnTo>
                    <a:pt x="200" y="85"/>
                  </a:lnTo>
                  <a:lnTo>
                    <a:pt x="200" y="83"/>
                  </a:lnTo>
                  <a:lnTo>
                    <a:pt x="201" y="81"/>
                  </a:lnTo>
                  <a:lnTo>
                    <a:pt x="201" y="79"/>
                  </a:lnTo>
                  <a:lnTo>
                    <a:pt x="201" y="77"/>
                  </a:lnTo>
                  <a:lnTo>
                    <a:pt x="202" y="75"/>
                  </a:lnTo>
                  <a:lnTo>
                    <a:pt x="202" y="73"/>
                  </a:lnTo>
                  <a:lnTo>
                    <a:pt x="202" y="71"/>
                  </a:lnTo>
                  <a:lnTo>
                    <a:pt x="202" y="68"/>
                  </a:lnTo>
                  <a:lnTo>
                    <a:pt x="203" y="67"/>
                  </a:lnTo>
                  <a:lnTo>
                    <a:pt x="203" y="65"/>
                  </a:lnTo>
                  <a:lnTo>
                    <a:pt x="203" y="64"/>
                  </a:lnTo>
                  <a:lnTo>
                    <a:pt x="203" y="62"/>
                  </a:lnTo>
                  <a:lnTo>
                    <a:pt x="203" y="60"/>
                  </a:lnTo>
                  <a:lnTo>
                    <a:pt x="203" y="58"/>
                  </a:lnTo>
                  <a:lnTo>
                    <a:pt x="203" y="56"/>
                  </a:lnTo>
                  <a:lnTo>
                    <a:pt x="203" y="55"/>
                  </a:lnTo>
                  <a:lnTo>
                    <a:pt x="203" y="51"/>
                  </a:lnTo>
                  <a:lnTo>
                    <a:pt x="203" y="49"/>
                  </a:lnTo>
                  <a:lnTo>
                    <a:pt x="203" y="47"/>
                  </a:lnTo>
                  <a:lnTo>
                    <a:pt x="203" y="44"/>
                  </a:lnTo>
                  <a:lnTo>
                    <a:pt x="203" y="42"/>
                  </a:lnTo>
                  <a:lnTo>
                    <a:pt x="203" y="39"/>
                  </a:lnTo>
                  <a:lnTo>
                    <a:pt x="203" y="36"/>
                  </a:lnTo>
                  <a:lnTo>
                    <a:pt x="203" y="32"/>
                  </a:lnTo>
                  <a:lnTo>
                    <a:pt x="203" y="28"/>
                  </a:lnTo>
                  <a:lnTo>
                    <a:pt x="202" y="24"/>
                  </a:lnTo>
                  <a:lnTo>
                    <a:pt x="202" y="20"/>
                  </a:lnTo>
                  <a:lnTo>
                    <a:pt x="202" y="14"/>
                  </a:lnTo>
                  <a:lnTo>
                    <a:pt x="202" y="10"/>
                  </a:lnTo>
                  <a:lnTo>
                    <a:pt x="201" y="5"/>
                  </a:lnTo>
                  <a:lnTo>
                    <a:pt x="201" y="0"/>
                  </a:lnTo>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76" name="Line 28">
              <a:extLst>
                <a:ext uri="{FF2B5EF4-FFF2-40B4-BE49-F238E27FC236}">
                  <a16:creationId xmlns:a16="http://schemas.microsoft.com/office/drawing/2014/main" id="{23E25753-4786-4143-8F27-B04521B29285}"/>
                </a:ext>
              </a:extLst>
            </p:cNvPr>
            <p:cNvSpPr>
              <a:spLocks noChangeShapeType="1"/>
            </p:cNvSpPr>
            <p:nvPr/>
          </p:nvSpPr>
          <p:spPr bwMode="auto">
            <a:xfrm flipH="1" flipV="1">
              <a:off x="2087" y="1329"/>
              <a:ext cx="159" cy="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77" name="Line 29">
              <a:extLst>
                <a:ext uri="{FF2B5EF4-FFF2-40B4-BE49-F238E27FC236}">
                  <a16:creationId xmlns:a16="http://schemas.microsoft.com/office/drawing/2014/main" id="{331D29F1-8B12-4F66-B8A0-420A3B5956CE}"/>
                </a:ext>
              </a:extLst>
            </p:cNvPr>
            <p:cNvSpPr>
              <a:spLocks noChangeShapeType="1"/>
            </p:cNvSpPr>
            <p:nvPr/>
          </p:nvSpPr>
          <p:spPr bwMode="auto">
            <a:xfrm flipH="1">
              <a:off x="2094" y="1480"/>
              <a:ext cx="155"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78" name="Line 35">
              <a:extLst>
                <a:ext uri="{FF2B5EF4-FFF2-40B4-BE49-F238E27FC236}">
                  <a16:creationId xmlns:a16="http://schemas.microsoft.com/office/drawing/2014/main" id="{EABD0BF1-FAD6-4E2A-8237-12EA82103649}"/>
                </a:ext>
              </a:extLst>
            </p:cNvPr>
            <p:cNvSpPr>
              <a:spLocks noChangeShapeType="1"/>
            </p:cNvSpPr>
            <p:nvPr/>
          </p:nvSpPr>
          <p:spPr bwMode="auto">
            <a:xfrm flipH="1">
              <a:off x="2087" y="676"/>
              <a:ext cx="162"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79" name="Line 36">
              <a:extLst>
                <a:ext uri="{FF2B5EF4-FFF2-40B4-BE49-F238E27FC236}">
                  <a16:creationId xmlns:a16="http://schemas.microsoft.com/office/drawing/2014/main" id="{508EB933-F23A-4AAB-9596-A1B42F47D2C9}"/>
                </a:ext>
              </a:extLst>
            </p:cNvPr>
            <p:cNvSpPr>
              <a:spLocks noChangeShapeType="1"/>
            </p:cNvSpPr>
            <p:nvPr/>
          </p:nvSpPr>
          <p:spPr bwMode="auto">
            <a:xfrm flipH="1">
              <a:off x="2087" y="824"/>
              <a:ext cx="162" cy="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80" name="Line 37">
              <a:extLst>
                <a:ext uri="{FF2B5EF4-FFF2-40B4-BE49-F238E27FC236}">
                  <a16:creationId xmlns:a16="http://schemas.microsoft.com/office/drawing/2014/main" id="{40B0D90C-6461-401C-9B40-057F247F0F19}"/>
                </a:ext>
              </a:extLst>
            </p:cNvPr>
            <p:cNvSpPr>
              <a:spLocks noChangeShapeType="1"/>
            </p:cNvSpPr>
            <p:nvPr/>
          </p:nvSpPr>
          <p:spPr bwMode="auto">
            <a:xfrm flipH="1">
              <a:off x="2571" y="756"/>
              <a:ext cx="81"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81" name="Freeform 38">
              <a:extLst>
                <a:ext uri="{FF2B5EF4-FFF2-40B4-BE49-F238E27FC236}">
                  <a16:creationId xmlns:a16="http://schemas.microsoft.com/office/drawing/2014/main" id="{1F35624C-19BD-4093-A0B6-32E313722AEF}"/>
                </a:ext>
              </a:extLst>
            </p:cNvPr>
            <p:cNvSpPr>
              <a:spLocks/>
            </p:cNvSpPr>
            <p:nvPr/>
          </p:nvSpPr>
          <p:spPr bwMode="auto">
            <a:xfrm>
              <a:off x="2652" y="756"/>
              <a:ext cx="161" cy="242"/>
            </a:xfrm>
            <a:custGeom>
              <a:avLst/>
              <a:gdLst>
                <a:gd name="T0" fmla="*/ 0 w 805"/>
                <a:gd name="T1" fmla="*/ 0 h 1208"/>
                <a:gd name="T2" fmla="*/ 0 w 805"/>
                <a:gd name="T3" fmla="*/ 0 h 1208"/>
                <a:gd name="T4" fmla="*/ 0 w 805"/>
                <a:gd name="T5" fmla="*/ 0 h 1208"/>
                <a:gd name="T6" fmla="*/ 0 w 805"/>
                <a:gd name="T7" fmla="*/ 0 h 1208"/>
                <a:gd name="T8" fmla="*/ 0 60000 65536"/>
                <a:gd name="T9" fmla="*/ 0 60000 65536"/>
                <a:gd name="T10" fmla="*/ 0 60000 65536"/>
                <a:gd name="T11" fmla="*/ 0 60000 65536"/>
                <a:gd name="T12" fmla="*/ 0 w 805"/>
                <a:gd name="T13" fmla="*/ 0 h 1208"/>
                <a:gd name="T14" fmla="*/ 805 w 805"/>
                <a:gd name="T15" fmla="*/ 1208 h 1208"/>
              </a:gdLst>
              <a:ahLst/>
              <a:cxnLst>
                <a:cxn ang="T8">
                  <a:pos x="T0" y="T1"/>
                </a:cxn>
                <a:cxn ang="T9">
                  <a:pos x="T2" y="T3"/>
                </a:cxn>
                <a:cxn ang="T10">
                  <a:pos x="T4" y="T5"/>
                </a:cxn>
                <a:cxn ang="T11">
                  <a:pos x="T6" y="T7"/>
                </a:cxn>
              </a:cxnLst>
              <a:rect l="T12" t="T13" r="T14" b="T15"/>
              <a:pathLst>
                <a:path w="805" h="1208">
                  <a:moveTo>
                    <a:pt x="805" y="1208"/>
                  </a:moveTo>
                  <a:lnTo>
                    <a:pt x="403" y="1208"/>
                  </a:lnTo>
                  <a:lnTo>
                    <a:pt x="403" y="0"/>
                  </a:lnTo>
                  <a:lnTo>
                    <a:pt x="0" y="0"/>
                  </a:lnTo>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82" name="Freeform 39">
              <a:extLst>
                <a:ext uri="{FF2B5EF4-FFF2-40B4-BE49-F238E27FC236}">
                  <a16:creationId xmlns:a16="http://schemas.microsoft.com/office/drawing/2014/main" id="{4E88CF62-A8EA-4497-8F31-69CA75156899}"/>
                </a:ext>
              </a:extLst>
            </p:cNvPr>
            <p:cNvSpPr>
              <a:spLocks/>
            </p:cNvSpPr>
            <p:nvPr/>
          </p:nvSpPr>
          <p:spPr bwMode="auto">
            <a:xfrm>
              <a:off x="2566" y="1171"/>
              <a:ext cx="247" cy="241"/>
            </a:xfrm>
            <a:custGeom>
              <a:avLst/>
              <a:gdLst>
                <a:gd name="T0" fmla="*/ 247 w 247"/>
                <a:gd name="T1" fmla="*/ 0 h 241"/>
                <a:gd name="T2" fmla="*/ 167 w 247"/>
                <a:gd name="T3" fmla="*/ 0 h 241"/>
                <a:gd name="T4" fmla="*/ 167 w 247"/>
                <a:gd name="T5" fmla="*/ 241 h 241"/>
                <a:gd name="T6" fmla="*/ 0 w 247"/>
                <a:gd name="T7" fmla="*/ 240 h 241"/>
                <a:gd name="T8" fmla="*/ 0 60000 65536"/>
                <a:gd name="T9" fmla="*/ 0 60000 65536"/>
                <a:gd name="T10" fmla="*/ 0 60000 65536"/>
                <a:gd name="T11" fmla="*/ 0 60000 65536"/>
                <a:gd name="T12" fmla="*/ 0 w 247"/>
                <a:gd name="T13" fmla="*/ 0 h 241"/>
                <a:gd name="T14" fmla="*/ 247 w 247"/>
                <a:gd name="T15" fmla="*/ 241 h 241"/>
              </a:gdLst>
              <a:ahLst/>
              <a:cxnLst>
                <a:cxn ang="T8">
                  <a:pos x="T0" y="T1"/>
                </a:cxn>
                <a:cxn ang="T9">
                  <a:pos x="T2" y="T3"/>
                </a:cxn>
                <a:cxn ang="T10">
                  <a:pos x="T4" y="T5"/>
                </a:cxn>
                <a:cxn ang="T11">
                  <a:pos x="T6" y="T7"/>
                </a:cxn>
              </a:cxnLst>
              <a:rect l="T12" t="T13" r="T14" b="T15"/>
              <a:pathLst>
                <a:path w="247" h="241">
                  <a:moveTo>
                    <a:pt x="247" y="0"/>
                  </a:moveTo>
                  <a:lnTo>
                    <a:pt x="167" y="0"/>
                  </a:lnTo>
                  <a:lnTo>
                    <a:pt x="167" y="241"/>
                  </a:lnTo>
                  <a:lnTo>
                    <a:pt x="0" y="240"/>
                  </a:lnTo>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83" name="Line 40">
              <a:extLst>
                <a:ext uri="{FF2B5EF4-FFF2-40B4-BE49-F238E27FC236}">
                  <a16:creationId xmlns:a16="http://schemas.microsoft.com/office/drawing/2014/main" id="{C74AFB91-493A-4F4C-B1EB-1A5FB1E1A16E}"/>
                </a:ext>
              </a:extLst>
            </p:cNvPr>
            <p:cNvSpPr>
              <a:spLocks noChangeShapeType="1"/>
            </p:cNvSpPr>
            <p:nvPr/>
          </p:nvSpPr>
          <p:spPr bwMode="auto">
            <a:xfrm flipH="1">
              <a:off x="3304" y="1084"/>
              <a:ext cx="326"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84" name="Freeform 41">
              <a:extLst>
                <a:ext uri="{FF2B5EF4-FFF2-40B4-BE49-F238E27FC236}">
                  <a16:creationId xmlns:a16="http://schemas.microsoft.com/office/drawing/2014/main" id="{49D7368A-D1F7-4A17-852D-A44B73877F17}"/>
                </a:ext>
              </a:extLst>
            </p:cNvPr>
            <p:cNvSpPr>
              <a:spLocks/>
            </p:cNvSpPr>
            <p:nvPr/>
          </p:nvSpPr>
          <p:spPr bwMode="auto">
            <a:xfrm>
              <a:off x="2087" y="434"/>
              <a:ext cx="2119" cy="978"/>
            </a:xfrm>
            <a:custGeom>
              <a:avLst/>
              <a:gdLst>
                <a:gd name="T0" fmla="*/ 0 w 10592"/>
                <a:gd name="T1" fmla="*/ 0 h 4892"/>
                <a:gd name="T2" fmla="*/ 0 w 10592"/>
                <a:gd name="T3" fmla="*/ 0 h 4892"/>
                <a:gd name="T4" fmla="*/ 0 w 10592"/>
                <a:gd name="T5" fmla="*/ 0 h 4892"/>
                <a:gd name="T6" fmla="*/ 0 w 10592"/>
                <a:gd name="T7" fmla="*/ 0 h 4892"/>
                <a:gd name="T8" fmla="*/ 0 60000 65536"/>
                <a:gd name="T9" fmla="*/ 0 60000 65536"/>
                <a:gd name="T10" fmla="*/ 0 60000 65536"/>
                <a:gd name="T11" fmla="*/ 0 60000 65536"/>
                <a:gd name="T12" fmla="*/ 0 w 10592"/>
                <a:gd name="T13" fmla="*/ 0 h 4892"/>
                <a:gd name="T14" fmla="*/ 10592 w 10592"/>
                <a:gd name="T15" fmla="*/ 4892 h 4892"/>
              </a:gdLst>
              <a:ahLst/>
              <a:cxnLst>
                <a:cxn ang="T8">
                  <a:pos x="T0" y="T1"/>
                </a:cxn>
                <a:cxn ang="T9">
                  <a:pos x="T2" y="T3"/>
                </a:cxn>
                <a:cxn ang="T10">
                  <a:pos x="T4" y="T5"/>
                </a:cxn>
                <a:cxn ang="T11">
                  <a:pos x="T6" y="T7"/>
                </a:cxn>
              </a:cxnLst>
              <a:rect l="T12" t="T13" r="T14" b="T15"/>
              <a:pathLst>
                <a:path w="10592" h="4892">
                  <a:moveTo>
                    <a:pt x="10592" y="4892"/>
                  </a:moveTo>
                  <a:lnTo>
                    <a:pt x="10592" y="0"/>
                  </a:lnTo>
                  <a:lnTo>
                    <a:pt x="0" y="0"/>
                  </a:lnTo>
                  <a:lnTo>
                    <a:pt x="0" y="1209"/>
                  </a:lnTo>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85" name="Freeform 42">
              <a:extLst>
                <a:ext uri="{FF2B5EF4-FFF2-40B4-BE49-F238E27FC236}">
                  <a16:creationId xmlns:a16="http://schemas.microsoft.com/office/drawing/2014/main" id="{DA825BB0-5AA9-434B-A4C6-749D1435E22B}"/>
                </a:ext>
              </a:extLst>
            </p:cNvPr>
            <p:cNvSpPr>
              <a:spLocks/>
            </p:cNvSpPr>
            <p:nvPr/>
          </p:nvSpPr>
          <p:spPr bwMode="auto">
            <a:xfrm>
              <a:off x="1592" y="1412"/>
              <a:ext cx="2038" cy="323"/>
            </a:xfrm>
            <a:custGeom>
              <a:avLst/>
              <a:gdLst>
                <a:gd name="T0" fmla="*/ 0 w 10188"/>
                <a:gd name="T1" fmla="*/ 0 h 1612"/>
                <a:gd name="T2" fmla="*/ 0 w 10188"/>
                <a:gd name="T3" fmla="*/ 0 h 1612"/>
                <a:gd name="T4" fmla="*/ 0 w 10188"/>
                <a:gd name="T5" fmla="*/ 0 h 1612"/>
                <a:gd name="T6" fmla="*/ 0 w 10188"/>
                <a:gd name="T7" fmla="*/ 0 h 1612"/>
                <a:gd name="T8" fmla="*/ 0 60000 65536"/>
                <a:gd name="T9" fmla="*/ 0 60000 65536"/>
                <a:gd name="T10" fmla="*/ 0 60000 65536"/>
                <a:gd name="T11" fmla="*/ 0 60000 65536"/>
                <a:gd name="T12" fmla="*/ 0 w 10188"/>
                <a:gd name="T13" fmla="*/ 0 h 1612"/>
                <a:gd name="T14" fmla="*/ 10188 w 10188"/>
                <a:gd name="T15" fmla="*/ 1612 h 1612"/>
              </a:gdLst>
              <a:ahLst/>
              <a:cxnLst>
                <a:cxn ang="T8">
                  <a:pos x="T0" y="T1"/>
                </a:cxn>
                <a:cxn ang="T9">
                  <a:pos x="T2" y="T3"/>
                </a:cxn>
                <a:cxn ang="T10">
                  <a:pos x="T4" y="T5"/>
                </a:cxn>
                <a:cxn ang="T11">
                  <a:pos x="T6" y="T7"/>
                </a:cxn>
              </a:cxnLst>
              <a:rect l="T12" t="T13" r="T14" b="T15"/>
              <a:pathLst>
                <a:path w="10188" h="1612">
                  <a:moveTo>
                    <a:pt x="0" y="1612"/>
                  </a:moveTo>
                  <a:lnTo>
                    <a:pt x="8577" y="1612"/>
                  </a:lnTo>
                  <a:lnTo>
                    <a:pt x="8577" y="0"/>
                  </a:lnTo>
                  <a:lnTo>
                    <a:pt x="10188" y="0"/>
                  </a:lnTo>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86" name="Line 43">
              <a:extLst>
                <a:ext uri="{FF2B5EF4-FFF2-40B4-BE49-F238E27FC236}">
                  <a16:creationId xmlns:a16="http://schemas.microsoft.com/office/drawing/2014/main" id="{C6EB5726-A243-4B6E-87F7-45D934C22D8F}"/>
                </a:ext>
              </a:extLst>
            </p:cNvPr>
            <p:cNvSpPr>
              <a:spLocks noChangeShapeType="1"/>
            </p:cNvSpPr>
            <p:nvPr/>
          </p:nvSpPr>
          <p:spPr bwMode="auto">
            <a:xfrm flipH="1" flipV="1">
              <a:off x="4044" y="1084"/>
              <a:ext cx="484"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87" name="Line 44">
              <a:extLst>
                <a:ext uri="{FF2B5EF4-FFF2-40B4-BE49-F238E27FC236}">
                  <a16:creationId xmlns:a16="http://schemas.microsoft.com/office/drawing/2014/main" id="{FD2E8C55-1A87-4FB2-A9E4-646777ABF413}"/>
                </a:ext>
              </a:extLst>
            </p:cNvPr>
            <p:cNvSpPr>
              <a:spLocks noChangeShapeType="1"/>
            </p:cNvSpPr>
            <p:nvPr/>
          </p:nvSpPr>
          <p:spPr bwMode="auto">
            <a:xfrm flipH="1">
              <a:off x="4044" y="1412"/>
              <a:ext cx="484"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88" name="Line 45">
              <a:extLst>
                <a:ext uri="{FF2B5EF4-FFF2-40B4-BE49-F238E27FC236}">
                  <a16:creationId xmlns:a16="http://schemas.microsoft.com/office/drawing/2014/main" id="{DA4270BE-8798-4080-8906-4D23647E67F2}"/>
                </a:ext>
              </a:extLst>
            </p:cNvPr>
            <p:cNvSpPr>
              <a:spLocks noChangeShapeType="1"/>
            </p:cNvSpPr>
            <p:nvPr/>
          </p:nvSpPr>
          <p:spPr bwMode="auto">
            <a:xfrm flipH="1">
              <a:off x="2007" y="1332"/>
              <a:ext cx="80" cy="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89" name="Line 46">
              <a:extLst>
                <a:ext uri="{FF2B5EF4-FFF2-40B4-BE49-F238E27FC236}">
                  <a16:creationId xmlns:a16="http://schemas.microsoft.com/office/drawing/2014/main" id="{657C0589-D481-45A3-A288-0FEE33F3E875}"/>
                </a:ext>
              </a:extLst>
            </p:cNvPr>
            <p:cNvSpPr>
              <a:spLocks noChangeShapeType="1"/>
            </p:cNvSpPr>
            <p:nvPr/>
          </p:nvSpPr>
          <p:spPr bwMode="auto">
            <a:xfrm>
              <a:off x="1605" y="1323"/>
              <a:ext cx="81" cy="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90" name="Freeform 47">
              <a:extLst>
                <a:ext uri="{FF2B5EF4-FFF2-40B4-BE49-F238E27FC236}">
                  <a16:creationId xmlns:a16="http://schemas.microsoft.com/office/drawing/2014/main" id="{6F72EA57-D9DF-4CA4-84E3-44AF004F32EC}"/>
                </a:ext>
              </a:extLst>
            </p:cNvPr>
            <p:cNvSpPr>
              <a:spLocks/>
            </p:cNvSpPr>
            <p:nvPr/>
          </p:nvSpPr>
          <p:spPr bwMode="auto">
            <a:xfrm>
              <a:off x="1834" y="1263"/>
              <a:ext cx="127" cy="126"/>
            </a:xfrm>
            <a:custGeom>
              <a:avLst/>
              <a:gdLst>
                <a:gd name="T0" fmla="*/ 0 w 632"/>
                <a:gd name="T1" fmla="*/ 0 h 633"/>
                <a:gd name="T2" fmla="*/ 0 w 632"/>
                <a:gd name="T3" fmla="*/ 0 h 633"/>
                <a:gd name="T4" fmla="*/ 0 w 632"/>
                <a:gd name="T5" fmla="*/ 0 h 633"/>
                <a:gd name="T6" fmla="*/ 0 w 632"/>
                <a:gd name="T7" fmla="*/ 0 h 633"/>
                <a:gd name="T8" fmla="*/ 0 60000 65536"/>
                <a:gd name="T9" fmla="*/ 0 60000 65536"/>
                <a:gd name="T10" fmla="*/ 0 60000 65536"/>
                <a:gd name="T11" fmla="*/ 0 60000 65536"/>
                <a:gd name="T12" fmla="*/ 0 w 632"/>
                <a:gd name="T13" fmla="*/ 0 h 633"/>
                <a:gd name="T14" fmla="*/ 632 w 632"/>
                <a:gd name="T15" fmla="*/ 633 h 633"/>
              </a:gdLst>
              <a:ahLst/>
              <a:cxnLst>
                <a:cxn ang="T8">
                  <a:pos x="T0" y="T1"/>
                </a:cxn>
                <a:cxn ang="T9">
                  <a:pos x="T2" y="T3"/>
                </a:cxn>
                <a:cxn ang="T10">
                  <a:pos x="T4" y="T5"/>
                </a:cxn>
                <a:cxn ang="T11">
                  <a:pos x="T6" y="T7"/>
                </a:cxn>
              </a:cxnLst>
              <a:rect l="T12" t="T13" r="T14" b="T15"/>
              <a:pathLst>
                <a:path w="632" h="633">
                  <a:moveTo>
                    <a:pt x="632" y="346"/>
                  </a:moveTo>
                  <a:lnTo>
                    <a:pt x="0" y="633"/>
                  </a:lnTo>
                  <a:lnTo>
                    <a:pt x="0" y="0"/>
                  </a:lnTo>
                  <a:lnTo>
                    <a:pt x="632" y="346"/>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91" name="Freeform 48">
              <a:extLst>
                <a:ext uri="{FF2B5EF4-FFF2-40B4-BE49-F238E27FC236}">
                  <a16:creationId xmlns:a16="http://schemas.microsoft.com/office/drawing/2014/main" id="{FCBD4A51-33B4-43A5-A0D3-96BD97B0340C}"/>
                </a:ext>
              </a:extLst>
            </p:cNvPr>
            <p:cNvSpPr>
              <a:spLocks/>
            </p:cNvSpPr>
            <p:nvPr/>
          </p:nvSpPr>
          <p:spPr bwMode="auto">
            <a:xfrm>
              <a:off x="1834" y="1263"/>
              <a:ext cx="127" cy="126"/>
            </a:xfrm>
            <a:custGeom>
              <a:avLst/>
              <a:gdLst>
                <a:gd name="T0" fmla="*/ 0 w 632"/>
                <a:gd name="T1" fmla="*/ 0 h 633"/>
                <a:gd name="T2" fmla="*/ 0 w 632"/>
                <a:gd name="T3" fmla="*/ 0 h 633"/>
                <a:gd name="T4" fmla="*/ 0 w 632"/>
                <a:gd name="T5" fmla="*/ 0 h 633"/>
                <a:gd name="T6" fmla="*/ 0 w 632"/>
                <a:gd name="T7" fmla="*/ 0 h 633"/>
                <a:gd name="T8" fmla="*/ 0 60000 65536"/>
                <a:gd name="T9" fmla="*/ 0 60000 65536"/>
                <a:gd name="T10" fmla="*/ 0 60000 65536"/>
                <a:gd name="T11" fmla="*/ 0 60000 65536"/>
                <a:gd name="T12" fmla="*/ 0 w 632"/>
                <a:gd name="T13" fmla="*/ 0 h 633"/>
                <a:gd name="T14" fmla="*/ 632 w 632"/>
                <a:gd name="T15" fmla="*/ 633 h 633"/>
              </a:gdLst>
              <a:ahLst/>
              <a:cxnLst>
                <a:cxn ang="T8">
                  <a:pos x="T0" y="T1"/>
                </a:cxn>
                <a:cxn ang="T9">
                  <a:pos x="T2" y="T3"/>
                </a:cxn>
                <a:cxn ang="T10">
                  <a:pos x="T4" y="T5"/>
                </a:cxn>
                <a:cxn ang="T11">
                  <a:pos x="T6" y="T7"/>
                </a:cxn>
              </a:cxnLst>
              <a:rect l="T12" t="T13" r="T14" b="T15"/>
              <a:pathLst>
                <a:path w="632" h="633">
                  <a:moveTo>
                    <a:pt x="632" y="346"/>
                  </a:moveTo>
                  <a:lnTo>
                    <a:pt x="0" y="633"/>
                  </a:lnTo>
                  <a:lnTo>
                    <a:pt x="0" y="0"/>
                  </a:lnTo>
                  <a:lnTo>
                    <a:pt x="632" y="346"/>
                  </a:lnTo>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92" name="Freeform 50">
              <a:extLst>
                <a:ext uri="{FF2B5EF4-FFF2-40B4-BE49-F238E27FC236}">
                  <a16:creationId xmlns:a16="http://schemas.microsoft.com/office/drawing/2014/main" id="{1F7815AC-62EE-4942-A740-F86B7F843022}"/>
                </a:ext>
              </a:extLst>
            </p:cNvPr>
            <p:cNvSpPr>
              <a:spLocks/>
            </p:cNvSpPr>
            <p:nvPr/>
          </p:nvSpPr>
          <p:spPr bwMode="auto">
            <a:xfrm>
              <a:off x="1966" y="1305"/>
              <a:ext cx="53" cy="53"/>
            </a:xfrm>
            <a:custGeom>
              <a:avLst/>
              <a:gdLst>
                <a:gd name="T0" fmla="*/ 0 w 262"/>
                <a:gd name="T1" fmla="*/ 0 h 262"/>
                <a:gd name="T2" fmla="*/ 0 w 262"/>
                <a:gd name="T3" fmla="*/ 0 h 262"/>
                <a:gd name="T4" fmla="*/ 0 w 262"/>
                <a:gd name="T5" fmla="*/ 0 h 262"/>
                <a:gd name="T6" fmla="*/ 0 w 262"/>
                <a:gd name="T7" fmla="*/ 0 h 262"/>
                <a:gd name="T8" fmla="*/ 0 w 262"/>
                <a:gd name="T9" fmla="*/ 0 h 262"/>
                <a:gd name="T10" fmla="*/ 0 w 262"/>
                <a:gd name="T11" fmla="*/ 0 h 262"/>
                <a:gd name="T12" fmla="*/ 0 w 262"/>
                <a:gd name="T13" fmla="*/ 0 h 262"/>
                <a:gd name="T14" fmla="*/ 0 w 262"/>
                <a:gd name="T15" fmla="*/ 0 h 262"/>
                <a:gd name="T16" fmla="*/ 0 w 262"/>
                <a:gd name="T17" fmla="*/ 0 h 262"/>
                <a:gd name="T18" fmla="*/ 0 w 262"/>
                <a:gd name="T19" fmla="*/ 0 h 262"/>
                <a:gd name="T20" fmla="*/ 0 w 262"/>
                <a:gd name="T21" fmla="*/ 0 h 262"/>
                <a:gd name="T22" fmla="*/ 0 w 262"/>
                <a:gd name="T23" fmla="*/ 0 h 262"/>
                <a:gd name="T24" fmla="*/ 0 w 262"/>
                <a:gd name="T25" fmla="*/ 0 h 262"/>
                <a:gd name="T26" fmla="*/ 0 w 262"/>
                <a:gd name="T27" fmla="*/ 0 h 262"/>
                <a:gd name="T28" fmla="*/ 0 w 262"/>
                <a:gd name="T29" fmla="*/ 0 h 262"/>
                <a:gd name="T30" fmla="*/ 0 w 262"/>
                <a:gd name="T31" fmla="*/ 0 h 262"/>
                <a:gd name="T32" fmla="*/ 0 w 262"/>
                <a:gd name="T33" fmla="*/ 0 h 262"/>
                <a:gd name="T34" fmla="*/ 0 w 262"/>
                <a:gd name="T35" fmla="*/ 0 h 262"/>
                <a:gd name="T36" fmla="*/ 0 w 262"/>
                <a:gd name="T37" fmla="*/ 0 h 262"/>
                <a:gd name="T38" fmla="*/ 0 w 262"/>
                <a:gd name="T39" fmla="*/ 0 h 262"/>
                <a:gd name="T40" fmla="*/ 0 w 262"/>
                <a:gd name="T41" fmla="*/ 0 h 262"/>
                <a:gd name="T42" fmla="*/ 0 w 262"/>
                <a:gd name="T43" fmla="*/ 0 h 262"/>
                <a:gd name="T44" fmla="*/ 0 w 262"/>
                <a:gd name="T45" fmla="*/ 0 h 262"/>
                <a:gd name="T46" fmla="*/ 0 w 262"/>
                <a:gd name="T47" fmla="*/ 0 h 262"/>
                <a:gd name="T48" fmla="*/ 0 w 262"/>
                <a:gd name="T49" fmla="*/ 0 h 262"/>
                <a:gd name="T50" fmla="*/ 0 w 262"/>
                <a:gd name="T51" fmla="*/ 0 h 262"/>
                <a:gd name="T52" fmla="*/ 0 w 262"/>
                <a:gd name="T53" fmla="*/ 0 h 262"/>
                <a:gd name="T54" fmla="*/ 0 w 262"/>
                <a:gd name="T55" fmla="*/ 0 h 262"/>
                <a:gd name="T56" fmla="*/ 0 w 262"/>
                <a:gd name="T57" fmla="*/ 0 h 262"/>
                <a:gd name="T58" fmla="*/ 0 w 262"/>
                <a:gd name="T59" fmla="*/ 0 h 262"/>
                <a:gd name="T60" fmla="*/ 0 w 262"/>
                <a:gd name="T61" fmla="*/ 0 h 262"/>
                <a:gd name="T62" fmla="*/ 0 w 262"/>
                <a:gd name="T63" fmla="*/ 0 h 262"/>
                <a:gd name="T64" fmla="*/ 0 w 262"/>
                <a:gd name="T65" fmla="*/ 0 h 262"/>
                <a:gd name="T66" fmla="*/ 0 w 262"/>
                <a:gd name="T67" fmla="*/ 0 h 262"/>
                <a:gd name="T68" fmla="*/ 0 w 262"/>
                <a:gd name="T69" fmla="*/ 0 h 262"/>
                <a:gd name="T70" fmla="*/ 0 w 262"/>
                <a:gd name="T71" fmla="*/ 0 h 262"/>
                <a:gd name="T72" fmla="*/ 0 w 262"/>
                <a:gd name="T73" fmla="*/ 0 h 262"/>
                <a:gd name="T74" fmla="*/ 0 w 262"/>
                <a:gd name="T75" fmla="*/ 0 h 262"/>
                <a:gd name="T76" fmla="*/ 0 w 262"/>
                <a:gd name="T77" fmla="*/ 0 h 262"/>
                <a:gd name="T78" fmla="*/ 0 w 262"/>
                <a:gd name="T79" fmla="*/ 0 h 262"/>
                <a:gd name="T80" fmla="*/ 0 w 262"/>
                <a:gd name="T81" fmla="*/ 0 h 262"/>
                <a:gd name="T82" fmla="*/ 0 w 262"/>
                <a:gd name="T83" fmla="*/ 0 h 262"/>
                <a:gd name="T84" fmla="*/ 0 w 262"/>
                <a:gd name="T85" fmla="*/ 0 h 262"/>
                <a:gd name="T86" fmla="*/ 0 w 262"/>
                <a:gd name="T87" fmla="*/ 0 h 26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62"/>
                <a:gd name="T133" fmla="*/ 0 h 262"/>
                <a:gd name="T134" fmla="*/ 262 w 262"/>
                <a:gd name="T135" fmla="*/ 262 h 26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62" h="262">
                  <a:moveTo>
                    <a:pt x="131" y="0"/>
                  </a:moveTo>
                  <a:lnTo>
                    <a:pt x="124" y="0"/>
                  </a:lnTo>
                  <a:lnTo>
                    <a:pt x="118" y="0"/>
                  </a:lnTo>
                  <a:lnTo>
                    <a:pt x="111" y="2"/>
                  </a:lnTo>
                  <a:lnTo>
                    <a:pt x="106" y="3"/>
                  </a:lnTo>
                  <a:lnTo>
                    <a:pt x="98" y="5"/>
                  </a:lnTo>
                  <a:lnTo>
                    <a:pt x="92" y="6"/>
                  </a:lnTo>
                  <a:lnTo>
                    <a:pt x="85" y="8"/>
                  </a:lnTo>
                  <a:lnTo>
                    <a:pt x="80" y="10"/>
                  </a:lnTo>
                  <a:lnTo>
                    <a:pt x="74" y="13"/>
                  </a:lnTo>
                  <a:lnTo>
                    <a:pt x="69" y="15"/>
                  </a:lnTo>
                  <a:lnTo>
                    <a:pt x="63" y="18"/>
                  </a:lnTo>
                  <a:lnTo>
                    <a:pt x="57" y="22"/>
                  </a:lnTo>
                  <a:lnTo>
                    <a:pt x="53" y="26"/>
                  </a:lnTo>
                  <a:lnTo>
                    <a:pt x="48" y="29"/>
                  </a:lnTo>
                  <a:lnTo>
                    <a:pt x="43" y="34"/>
                  </a:lnTo>
                  <a:lnTo>
                    <a:pt x="38" y="38"/>
                  </a:lnTo>
                  <a:lnTo>
                    <a:pt x="34" y="43"/>
                  </a:lnTo>
                  <a:lnTo>
                    <a:pt x="31" y="48"/>
                  </a:lnTo>
                  <a:lnTo>
                    <a:pt x="26" y="52"/>
                  </a:lnTo>
                  <a:lnTo>
                    <a:pt x="23" y="57"/>
                  </a:lnTo>
                  <a:lnTo>
                    <a:pt x="19" y="63"/>
                  </a:lnTo>
                  <a:lnTo>
                    <a:pt x="16" y="68"/>
                  </a:lnTo>
                  <a:lnTo>
                    <a:pt x="13" y="73"/>
                  </a:lnTo>
                  <a:lnTo>
                    <a:pt x="10" y="81"/>
                  </a:lnTo>
                  <a:lnTo>
                    <a:pt x="7" y="86"/>
                  </a:lnTo>
                  <a:lnTo>
                    <a:pt x="5" y="92"/>
                  </a:lnTo>
                  <a:lnTo>
                    <a:pt x="4" y="99"/>
                  </a:lnTo>
                  <a:lnTo>
                    <a:pt x="2" y="104"/>
                  </a:lnTo>
                  <a:lnTo>
                    <a:pt x="1" y="110"/>
                  </a:lnTo>
                  <a:lnTo>
                    <a:pt x="1" y="116"/>
                  </a:lnTo>
                  <a:lnTo>
                    <a:pt x="0" y="125"/>
                  </a:lnTo>
                  <a:lnTo>
                    <a:pt x="0" y="131"/>
                  </a:lnTo>
                  <a:lnTo>
                    <a:pt x="0" y="138"/>
                  </a:lnTo>
                  <a:lnTo>
                    <a:pt x="1" y="144"/>
                  </a:lnTo>
                  <a:lnTo>
                    <a:pt x="1" y="150"/>
                  </a:lnTo>
                  <a:lnTo>
                    <a:pt x="2" y="157"/>
                  </a:lnTo>
                  <a:lnTo>
                    <a:pt x="4" y="163"/>
                  </a:lnTo>
                  <a:lnTo>
                    <a:pt x="5" y="170"/>
                  </a:lnTo>
                  <a:lnTo>
                    <a:pt x="7" y="175"/>
                  </a:lnTo>
                  <a:lnTo>
                    <a:pt x="10" y="182"/>
                  </a:lnTo>
                  <a:lnTo>
                    <a:pt x="13" y="187"/>
                  </a:lnTo>
                  <a:lnTo>
                    <a:pt x="16" y="192"/>
                  </a:lnTo>
                  <a:lnTo>
                    <a:pt x="19" y="199"/>
                  </a:lnTo>
                  <a:lnTo>
                    <a:pt x="23" y="203"/>
                  </a:lnTo>
                  <a:lnTo>
                    <a:pt x="26" y="208"/>
                  </a:lnTo>
                  <a:lnTo>
                    <a:pt x="31" y="215"/>
                  </a:lnTo>
                  <a:lnTo>
                    <a:pt x="34" y="219"/>
                  </a:lnTo>
                  <a:lnTo>
                    <a:pt x="38" y="223"/>
                  </a:lnTo>
                  <a:lnTo>
                    <a:pt x="43" y="227"/>
                  </a:lnTo>
                  <a:lnTo>
                    <a:pt x="48" y="231"/>
                  </a:lnTo>
                  <a:lnTo>
                    <a:pt x="53" y="236"/>
                  </a:lnTo>
                  <a:lnTo>
                    <a:pt x="57" y="239"/>
                  </a:lnTo>
                  <a:lnTo>
                    <a:pt x="63" y="242"/>
                  </a:lnTo>
                  <a:lnTo>
                    <a:pt x="69" y="245"/>
                  </a:lnTo>
                  <a:lnTo>
                    <a:pt x="74" y="248"/>
                  </a:lnTo>
                  <a:lnTo>
                    <a:pt x="80" y="250"/>
                  </a:lnTo>
                  <a:lnTo>
                    <a:pt x="85" y="252"/>
                  </a:lnTo>
                  <a:lnTo>
                    <a:pt x="92" y="255"/>
                  </a:lnTo>
                  <a:lnTo>
                    <a:pt x="98" y="258"/>
                  </a:lnTo>
                  <a:lnTo>
                    <a:pt x="106" y="259"/>
                  </a:lnTo>
                  <a:lnTo>
                    <a:pt x="111" y="260"/>
                  </a:lnTo>
                  <a:lnTo>
                    <a:pt x="118" y="261"/>
                  </a:lnTo>
                  <a:lnTo>
                    <a:pt x="124" y="262"/>
                  </a:lnTo>
                  <a:lnTo>
                    <a:pt x="131" y="262"/>
                  </a:lnTo>
                  <a:lnTo>
                    <a:pt x="137" y="262"/>
                  </a:lnTo>
                  <a:lnTo>
                    <a:pt x="143" y="261"/>
                  </a:lnTo>
                  <a:lnTo>
                    <a:pt x="151" y="260"/>
                  </a:lnTo>
                  <a:lnTo>
                    <a:pt x="157" y="259"/>
                  </a:lnTo>
                  <a:lnTo>
                    <a:pt x="164" y="258"/>
                  </a:lnTo>
                  <a:lnTo>
                    <a:pt x="170" y="255"/>
                  </a:lnTo>
                  <a:lnTo>
                    <a:pt x="176" y="252"/>
                  </a:lnTo>
                  <a:lnTo>
                    <a:pt x="181" y="250"/>
                  </a:lnTo>
                  <a:lnTo>
                    <a:pt x="187" y="248"/>
                  </a:lnTo>
                  <a:lnTo>
                    <a:pt x="193" y="245"/>
                  </a:lnTo>
                  <a:lnTo>
                    <a:pt x="199" y="242"/>
                  </a:lnTo>
                  <a:lnTo>
                    <a:pt x="205" y="239"/>
                  </a:lnTo>
                  <a:lnTo>
                    <a:pt x="209" y="236"/>
                  </a:lnTo>
                  <a:lnTo>
                    <a:pt x="214" y="231"/>
                  </a:lnTo>
                  <a:lnTo>
                    <a:pt x="218" y="227"/>
                  </a:lnTo>
                  <a:lnTo>
                    <a:pt x="223" y="223"/>
                  </a:lnTo>
                  <a:lnTo>
                    <a:pt x="228" y="219"/>
                  </a:lnTo>
                  <a:lnTo>
                    <a:pt x="231" y="215"/>
                  </a:lnTo>
                  <a:lnTo>
                    <a:pt x="235" y="208"/>
                  </a:lnTo>
                  <a:lnTo>
                    <a:pt x="238" y="203"/>
                  </a:lnTo>
                  <a:lnTo>
                    <a:pt x="243" y="199"/>
                  </a:lnTo>
                  <a:lnTo>
                    <a:pt x="246" y="192"/>
                  </a:lnTo>
                  <a:lnTo>
                    <a:pt x="249" y="187"/>
                  </a:lnTo>
                  <a:lnTo>
                    <a:pt x="251" y="182"/>
                  </a:lnTo>
                  <a:lnTo>
                    <a:pt x="254" y="175"/>
                  </a:lnTo>
                  <a:lnTo>
                    <a:pt x="256" y="170"/>
                  </a:lnTo>
                  <a:lnTo>
                    <a:pt x="257" y="163"/>
                  </a:lnTo>
                  <a:lnTo>
                    <a:pt x="258" y="157"/>
                  </a:lnTo>
                  <a:lnTo>
                    <a:pt x="261" y="150"/>
                  </a:lnTo>
                  <a:lnTo>
                    <a:pt x="261" y="144"/>
                  </a:lnTo>
                  <a:lnTo>
                    <a:pt x="262" y="138"/>
                  </a:lnTo>
                  <a:lnTo>
                    <a:pt x="262" y="131"/>
                  </a:lnTo>
                  <a:lnTo>
                    <a:pt x="262" y="125"/>
                  </a:lnTo>
                  <a:lnTo>
                    <a:pt x="261" y="116"/>
                  </a:lnTo>
                  <a:lnTo>
                    <a:pt x="261" y="110"/>
                  </a:lnTo>
                  <a:lnTo>
                    <a:pt x="258" y="104"/>
                  </a:lnTo>
                  <a:lnTo>
                    <a:pt x="257" y="99"/>
                  </a:lnTo>
                  <a:lnTo>
                    <a:pt x="256" y="92"/>
                  </a:lnTo>
                  <a:lnTo>
                    <a:pt x="254" y="86"/>
                  </a:lnTo>
                  <a:lnTo>
                    <a:pt x="251" y="81"/>
                  </a:lnTo>
                  <a:lnTo>
                    <a:pt x="249" y="73"/>
                  </a:lnTo>
                  <a:lnTo>
                    <a:pt x="246" y="68"/>
                  </a:lnTo>
                  <a:lnTo>
                    <a:pt x="243" y="63"/>
                  </a:lnTo>
                  <a:lnTo>
                    <a:pt x="238" y="57"/>
                  </a:lnTo>
                  <a:lnTo>
                    <a:pt x="235" y="52"/>
                  </a:lnTo>
                  <a:lnTo>
                    <a:pt x="231" y="48"/>
                  </a:lnTo>
                  <a:lnTo>
                    <a:pt x="228" y="43"/>
                  </a:lnTo>
                  <a:lnTo>
                    <a:pt x="223" y="38"/>
                  </a:lnTo>
                  <a:lnTo>
                    <a:pt x="218" y="34"/>
                  </a:lnTo>
                  <a:lnTo>
                    <a:pt x="214" y="29"/>
                  </a:lnTo>
                  <a:lnTo>
                    <a:pt x="209" y="26"/>
                  </a:lnTo>
                  <a:lnTo>
                    <a:pt x="205" y="22"/>
                  </a:lnTo>
                  <a:lnTo>
                    <a:pt x="199" y="18"/>
                  </a:lnTo>
                  <a:lnTo>
                    <a:pt x="193" y="15"/>
                  </a:lnTo>
                  <a:lnTo>
                    <a:pt x="187" y="13"/>
                  </a:lnTo>
                  <a:lnTo>
                    <a:pt x="181" y="10"/>
                  </a:lnTo>
                  <a:lnTo>
                    <a:pt x="176" y="8"/>
                  </a:lnTo>
                  <a:lnTo>
                    <a:pt x="170" y="6"/>
                  </a:lnTo>
                  <a:lnTo>
                    <a:pt x="164" y="5"/>
                  </a:lnTo>
                  <a:lnTo>
                    <a:pt x="157" y="3"/>
                  </a:lnTo>
                  <a:lnTo>
                    <a:pt x="151" y="2"/>
                  </a:lnTo>
                  <a:lnTo>
                    <a:pt x="143" y="0"/>
                  </a:lnTo>
                  <a:lnTo>
                    <a:pt x="137" y="0"/>
                  </a:lnTo>
                  <a:lnTo>
                    <a:pt x="131" y="0"/>
                  </a:lnTo>
                </a:path>
              </a:pathLst>
            </a:custGeom>
            <a:solidFill>
              <a:schemeClr val="bg1"/>
            </a:solidFill>
            <a:ln w="19050">
              <a:solidFill>
                <a:schemeClr val="tx1"/>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93" name="Freeform 51">
              <a:extLst>
                <a:ext uri="{FF2B5EF4-FFF2-40B4-BE49-F238E27FC236}">
                  <a16:creationId xmlns:a16="http://schemas.microsoft.com/office/drawing/2014/main" id="{B1E259ED-0EDD-4A43-8633-F3BF94C3D6B8}"/>
                </a:ext>
              </a:extLst>
            </p:cNvPr>
            <p:cNvSpPr>
              <a:spLocks/>
            </p:cNvSpPr>
            <p:nvPr/>
          </p:nvSpPr>
          <p:spPr bwMode="auto">
            <a:xfrm>
              <a:off x="2087" y="1079"/>
              <a:ext cx="2280" cy="817"/>
            </a:xfrm>
            <a:custGeom>
              <a:avLst/>
              <a:gdLst>
                <a:gd name="T0" fmla="*/ 0 w 11398"/>
                <a:gd name="T1" fmla="*/ 0 h 4086"/>
                <a:gd name="T2" fmla="*/ 0 w 11398"/>
                <a:gd name="T3" fmla="*/ 0 h 4086"/>
                <a:gd name="T4" fmla="*/ 0 w 11398"/>
                <a:gd name="T5" fmla="*/ 0 h 4086"/>
                <a:gd name="T6" fmla="*/ 0 w 11398"/>
                <a:gd name="T7" fmla="*/ 0 h 4086"/>
                <a:gd name="T8" fmla="*/ 0 60000 65536"/>
                <a:gd name="T9" fmla="*/ 0 60000 65536"/>
                <a:gd name="T10" fmla="*/ 0 60000 65536"/>
                <a:gd name="T11" fmla="*/ 0 60000 65536"/>
                <a:gd name="T12" fmla="*/ 0 w 11398"/>
                <a:gd name="T13" fmla="*/ 0 h 4086"/>
                <a:gd name="T14" fmla="*/ 11398 w 11398"/>
                <a:gd name="T15" fmla="*/ 4086 h 4086"/>
              </a:gdLst>
              <a:ahLst/>
              <a:cxnLst>
                <a:cxn ang="T8">
                  <a:pos x="T0" y="T1"/>
                </a:cxn>
                <a:cxn ang="T9">
                  <a:pos x="T2" y="T3"/>
                </a:cxn>
                <a:cxn ang="T10">
                  <a:pos x="T4" y="T5"/>
                </a:cxn>
                <a:cxn ang="T11">
                  <a:pos x="T6" y="T7"/>
                </a:cxn>
              </a:cxnLst>
              <a:rect l="T12" t="T13" r="T14" b="T15"/>
              <a:pathLst>
                <a:path w="11398" h="4086">
                  <a:moveTo>
                    <a:pt x="11398" y="0"/>
                  </a:moveTo>
                  <a:lnTo>
                    <a:pt x="11398" y="4086"/>
                  </a:lnTo>
                  <a:lnTo>
                    <a:pt x="0" y="4086"/>
                  </a:lnTo>
                  <a:lnTo>
                    <a:pt x="0" y="2071"/>
                  </a:lnTo>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94" name="Freeform 52">
              <a:extLst>
                <a:ext uri="{FF2B5EF4-FFF2-40B4-BE49-F238E27FC236}">
                  <a16:creationId xmlns:a16="http://schemas.microsoft.com/office/drawing/2014/main" id="{BE8DA1FE-7D5B-44D7-9840-F2AB11676CAA}"/>
                </a:ext>
              </a:extLst>
            </p:cNvPr>
            <p:cNvSpPr>
              <a:spLocks/>
            </p:cNvSpPr>
            <p:nvPr/>
          </p:nvSpPr>
          <p:spPr bwMode="auto">
            <a:xfrm>
              <a:off x="4194" y="1401"/>
              <a:ext cx="23" cy="23"/>
            </a:xfrm>
            <a:custGeom>
              <a:avLst/>
              <a:gdLst>
                <a:gd name="T0" fmla="*/ 0 w 115"/>
                <a:gd name="T1" fmla="*/ 0 h 116"/>
                <a:gd name="T2" fmla="*/ 0 w 115"/>
                <a:gd name="T3" fmla="*/ 0 h 116"/>
                <a:gd name="T4" fmla="*/ 0 w 115"/>
                <a:gd name="T5" fmla="*/ 0 h 116"/>
                <a:gd name="T6" fmla="*/ 0 w 115"/>
                <a:gd name="T7" fmla="*/ 0 h 116"/>
                <a:gd name="T8" fmla="*/ 0 w 115"/>
                <a:gd name="T9" fmla="*/ 0 h 116"/>
                <a:gd name="T10" fmla="*/ 0 w 115"/>
                <a:gd name="T11" fmla="*/ 0 h 116"/>
                <a:gd name="T12" fmla="*/ 0 w 115"/>
                <a:gd name="T13" fmla="*/ 0 h 116"/>
                <a:gd name="T14" fmla="*/ 0 w 115"/>
                <a:gd name="T15" fmla="*/ 0 h 116"/>
                <a:gd name="T16" fmla="*/ 0 w 115"/>
                <a:gd name="T17" fmla="*/ 0 h 116"/>
                <a:gd name="T18" fmla="*/ 0 w 115"/>
                <a:gd name="T19" fmla="*/ 0 h 116"/>
                <a:gd name="T20" fmla="*/ 0 w 115"/>
                <a:gd name="T21" fmla="*/ 0 h 116"/>
                <a:gd name="T22" fmla="*/ 0 w 115"/>
                <a:gd name="T23" fmla="*/ 0 h 116"/>
                <a:gd name="T24" fmla="*/ 0 w 115"/>
                <a:gd name="T25" fmla="*/ 0 h 116"/>
                <a:gd name="T26" fmla="*/ 0 w 115"/>
                <a:gd name="T27" fmla="*/ 0 h 116"/>
                <a:gd name="T28" fmla="*/ 0 w 115"/>
                <a:gd name="T29" fmla="*/ 0 h 116"/>
                <a:gd name="T30" fmla="*/ 0 w 115"/>
                <a:gd name="T31" fmla="*/ 0 h 116"/>
                <a:gd name="T32" fmla="*/ 0 w 115"/>
                <a:gd name="T33" fmla="*/ 0 h 116"/>
                <a:gd name="T34" fmla="*/ 0 w 115"/>
                <a:gd name="T35" fmla="*/ 0 h 116"/>
                <a:gd name="T36" fmla="*/ 0 w 115"/>
                <a:gd name="T37" fmla="*/ 0 h 116"/>
                <a:gd name="T38" fmla="*/ 0 w 115"/>
                <a:gd name="T39" fmla="*/ 0 h 116"/>
                <a:gd name="T40" fmla="*/ 0 w 115"/>
                <a:gd name="T41" fmla="*/ 0 h 116"/>
                <a:gd name="T42" fmla="*/ 0 w 115"/>
                <a:gd name="T43" fmla="*/ 0 h 116"/>
                <a:gd name="T44" fmla="*/ 0 w 115"/>
                <a:gd name="T45" fmla="*/ 0 h 116"/>
                <a:gd name="T46" fmla="*/ 0 w 115"/>
                <a:gd name="T47" fmla="*/ 0 h 116"/>
                <a:gd name="T48" fmla="*/ 0 w 115"/>
                <a:gd name="T49" fmla="*/ 0 h 116"/>
                <a:gd name="T50" fmla="*/ 0 w 115"/>
                <a:gd name="T51" fmla="*/ 0 h 116"/>
                <a:gd name="T52" fmla="*/ 0 w 115"/>
                <a:gd name="T53" fmla="*/ 0 h 116"/>
                <a:gd name="T54" fmla="*/ 0 w 115"/>
                <a:gd name="T55" fmla="*/ 0 h 116"/>
                <a:gd name="T56" fmla="*/ 0 w 115"/>
                <a:gd name="T57" fmla="*/ 0 h 116"/>
                <a:gd name="T58" fmla="*/ 0 w 115"/>
                <a:gd name="T59" fmla="*/ 0 h 116"/>
                <a:gd name="T60" fmla="*/ 0 w 115"/>
                <a:gd name="T61" fmla="*/ 0 h 116"/>
                <a:gd name="T62" fmla="*/ 0 w 115"/>
                <a:gd name="T63" fmla="*/ 0 h 116"/>
                <a:gd name="T64" fmla="*/ 0 w 115"/>
                <a:gd name="T65" fmla="*/ 0 h 116"/>
                <a:gd name="T66" fmla="*/ 0 w 115"/>
                <a:gd name="T67" fmla="*/ 0 h 116"/>
                <a:gd name="T68" fmla="*/ 0 w 115"/>
                <a:gd name="T69" fmla="*/ 0 h 116"/>
                <a:gd name="T70" fmla="*/ 0 w 115"/>
                <a:gd name="T71" fmla="*/ 0 h 116"/>
                <a:gd name="T72" fmla="*/ 0 w 115"/>
                <a:gd name="T73" fmla="*/ 0 h 116"/>
                <a:gd name="T74" fmla="*/ 0 w 115"/>
                <a:gd name="T75" fmla="*/ 0 h 116"/>
                <a:gd name="T76" fmla="*/ 0 w 115"/>
                <a:gd name="T77" fmla="*/ 0 h 116"/>
                <a:gd name="T78" fmla="*/ 0 w 115"/>
                <a:gd name="T79" fmla="*/ 0 h 116"/>
                <a:gd name="T80" fmla="*/ 0 w 115"/>
                <a:gd name="T81" fmla="*/ 0 h 116"/>
                <a:gd name="T82" fmla="*/ 0 w 115"/>
                <a:gd name="T83" fmla="*/ 0 h 116"/>
                <a:gd name="T84" fmla="*/ 0 w 115"/>
                <a:gd name="T85" fmla="*/ 0 h 116"/>
                <a:gd name="T86" fmla="*/ 0 w 115"/>
                <a:gd name="T87" fmla="*/ 0 h 116"/>
                <a:gd name="T88" fmla="*/ 0 w 115"/>
                <a:gd name="T89" fmla="*/ 0 h 116"/>
                <a:gd name="T90" fmla="*/ 0 w 115"/>
                <a:gd name="T91" fmla="*/ 0 h 116"/>
                <a:gd name="T92" fmla="*/ 0 w 115"/>
                <a:gd name="T93" fmla="*/ 0 h 116"/>
                <a:gd name="T94" fmla="*/ 0 w 115"/>
                <a:gd name="T95" fmla="*/ 0 h 116"/>
                <a:gd name="T96" fmla="*/ 0 w 115"/>
                <a:gd name="T97" fmla="*/ 0 h 116"/>
                <a:gd name="T98" fmla="*/ 0 w 115"/>
                <a:gd name="T99" fmla="*/ 0 h 116"/>
                <a:gd name="T100" fmla="*/ 0 w 115"/>
                <a:gd name="T101" fmla="*/ 0 h 116"/>
                <a:gd name="T102" fmla="*/ 0 w 115"/>
                <a:gd name="T103" fmla="*/ 0 h 116"/>
                <a:gd name="T104" fmla="*/ 0 w 115"/>
                <a:gd name="T105" fmla="*/ 0 h 116"/>
                <a:gd name="T106" fmla="*/ 0 w 115"/>
                <a:gd name="T107" fmla="*/ 0 h 116"/>
                <a:gd name="T108" fmla="*/ 0 w 115"/>
                <a:gd name="T109" fmla="*/ 0 h 116"/>
                <a:gd name="T110" fmla="*/ 0 w 115"/>
                <a:gd name="T111" fmla="*/ 0 h 11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15"/>
                <a:gd name="T169" fmla="*/ 0 h 116"/>
                <a:gd name="T170" fmla="*/ 115 w 115"/>
                <a:gd name="T171" fmla="*/ 116 h 11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15" h="116">
                  <a:moveTo>
                    <a:pt x="0" y="46"/>
                  </a:moveTo>
                  <a:lnTo>
                    <a:pt x="0" y="70"/>
                  </a:lnTo>
                  <a:lnTo>
                    <a:pt x="0" y="67"/>
                  </a:lnTo>
                  <a:lnTo>
                    <a:pt x="1" y="63"/>
                  </a:lnTo>
                  <a:lnTo>
                    <a:pt x="1" y="59"/>
                  </a:lnTo>
                  <a:lnTo>
                    <a:pt x="2" y="55"/>
                  </a:lnTo>
                  <a:lnTo>
                    <a:pt x="2" y="52"/>
                  </a:lnTo>
                  <a:lnTo>
                    <a:pt x="3" y="49"/>
                  </a:lnTo>
                  <a:lnTo>
                    <a:pt x="4" y="46"/>
                  </a:lnTo>
                  <a:lnTo>
                    <a:pt x="5" y="43"/>
                  </a:lnTo>
                  <a:lnTo>
                    <a:pt x="7" y="40"/>
                  </a:lnTo>
                  <a:lnTo>
                    <a:pt x="9" y="36"/>
                  </a:lnTo>
                  <a:lnTo>
                    <a:pt x="11" y="34"/>
                  </a:lnTo>
                  <a:lnTo>
                    <a:pt x="12" y="31"/>
                  </a:lnTo>
                  <a:lnTo>
                    <a:pt x="14" y="28"/>
                  </a:lnTo>
                  <a:lnTo>
                    <a:pt x="16" y="26"/>
                  </a:lnTo>
                  <a:lnTo>
                    <a:pt x="18" y="24"/>
                  </a:lnTo>
                  <a:lnTo>
                    <a:pt x="20" y="21"/>
                  </a:lnTo>
                  <a:lnTo>
                    <a:pt x="23" y="19"/>
                  </a:lnTo>
                  <a:lnTo>
                    <a:pt x="26" y="16"/>
                  </a:lnTo>
                  <a:lnTo>
                    <a:pt x="29" y="13"/>
                  </a:lnTo>
                  <a:lnTo>
                    <a:pt x="32" y="11"/>
                  </a:lnTo>
                  <a:lnTo>
                    <a:pt x="34" y="10"/>
                  </a:lnTo>
                  <a:lnTo>
                    <a:pt x="37" y="8"/>
                  </a:lnTo>
                  <a:lnTo>
                    <a:pt x="40" y="7"/>
                  </a:lnTo>
                  <a:lnTo>
                    <a:pt x="43" y="6"/>
                  </a:lnTo>
                  <a:lnTo>
                    <a:pt x="46" y="4"/>
                  </a:lnTo>
                  <a:lnTo>
                    <a:pt x="50" y="3"/>
                  </a:lnTo>
                  <a:lnTo>
                    <a:pt x="53" y="2"/>
                  </a:lnTo>
                  <a:lnTo>
                    <a:pt x="56" y="2"/>
                  </a:lnTo>
                  <a:lnTo>
                    <a:pt x="59" y="1"/>
                  </a:lnTo>
                  <a:lnTo>
                    <a:pt x="62" y="1"/>
                  </a:lnTo>
                  <a:lnTo>
                    <a:pt x="67" y="1"/>
                  </a:lnTo>
                  <a:lnTo>
                    <a:pt x="70" y="0"/>
                  </a:lnTo>
                  <a:lnTo>
                    <a:pt x="46" y="0"/>
                  </a:lnTo>
                  <a:lnTo>
                    <a:pt x="50" y="1"/>
                  </a:lnTo>
                  <a:lnTo>
                    <a:pt x="53" y="1"/>
                  </a:lnTo>
                  <a:lnTo>
                    <a:pt x="56" y="1"/>
                  </a:lnTo>
                  <a:lnTo>
                    <a:pt x="60" y="2"/>
                  </a:lnTo>
                  <a:lnTo>
                    <a:pt x="63" y="2"/>
                  </a:lnTo>
                  <a:lnTo>
                    <a:pt x="67" y="3"/>
                  </a:lnTo>
                  <a:lnTo>
                    <a:pt x="70" y="4"/>
                  </a:lnTo>
                  <a:lnTo>
                    <a:pt x="74" y="6"/>
                  </a:lnTo>
                  <a:lnTo>
                    <a:pt x="76" y="7"/>
                  </a:lnTo>
                  <a:lnTo>
                    <a:pt x="79" y="8"/>
                  </a:lnTo>
                  <a:lnTo>
                    <a:pt x="82" y="10"/>
                  </a:lnTo>
                  <a:lnTo>
                    <a:pt x="86" y="11"/>
                  </a:lnTo>
                  <a:lnTo>
                    <a:pt x="88" y="13"/>
                  </a:lnTo>
                  <a:lnTo>
                    <a:pt x="91" y="16"/>
                  </a:lnTo>
                  <a:lnTo>
                    <a:pt x="93" y="19"/>
                  </a:lnTo>
                  <a:lnTo>
                    <a:pt x="95" y="21"/>
                  </a:lnTo>
                  <a:lnTo>
                    <a:pt x="97" y="24"/>
                  </a:lnTo>
                  <a:lnTo>
                    <a:pt x="99" y="26"/>
                  </a:lnTo>
                  <a:lnTo>
                    <a:pt x="101" y="28"/>
                  </a:lnTo>
                  <a:lnTo>
                    <a:pt x="103" y="31"/>
                  </a:lnTo>
                  <a:lnTo>
                    <a:pt x="106" y="34"/>
                  </a:lnTo>
                  <a:lnTo>
                    <a:pt x="107" y="36"/>
                  </a:lnTo>
                  <a:lnTo>
                    <a:pt x="109" y="40"/>
                  </a:lnTo>
                  <a:lnTo>
                    <a:pt x="110" y="43"/>
                  </a:lnTo>
                  <a:lnTo>
                    <a:pt x="111" y="46"/>
                  </a:lnTo>
                  <a:lnTo>
                    <a:pt x="112" y="49"/>
                  </a:lnTo>
                  <a:lnTo>
                    <a:pt x="113" y="52"/>
                  </a:lnTo>
                  <a:lnTo>
                    <a:pt x="114" y="55"/>
                  </a:lnTo>
                  <a:lnTo>
                    <a:pt x="114" y="59"/>
                  </a:lnTo>
                  <a:lnTo>
                    <a:pt x="115" y="63"/>
                  </a:lnTo>
                  <a:lnTo>
                    <a:pt x="115" y="67"/>
                  </a:lnTo>
                  <a:lnTo>
                    <a:pt x="115" y="70"/>
                  </a:lnTo>
                  <a:lnTo>
                    <a:pt x="115" y="46"/>
                  </a:lnTo>
                  <a:lnTo>
                    <a:pt x="115" y="49"/>
                  </a:lnTo>
                  <a:lnTo>
                    <a:pt x="115" y="52"/>
                  </a:lnTo>
                  <a:lnTo>
                    <a:pt x="114" y="55"/>
                  </a:lnTo>
                  <a:lnTo>
                    <a:pt x="114" y="61"/>
                  </a:lnTo>
                  <a:lnTo>
                    <a:pt x="113" y="64"/>
                  </a:lnTo>
                  <a:lnTo>
                    <a:pt x="112" y="67"/>
                  </a:lnTo>
                  <a:lnTo>
                    <a:pt x="111" y="70"/>
                  </a:lnTo>
                  <a:lnTo>
                    <a:pt x="110" y="73"/>
                  </a:lnTo>
                  <a:lnTo>
                    <a:pt x="109" y="77"/>
                  </a:lnTo>
                  <a:lnTo>
                    <a:pt x="107" y="79"/>
                  </a:lnTo>
                  <a:lnTo>
                    <a:pt x="106" y="82"/>
                  </a:lnTo>
                  <a:lnTo>
                    <a:pt x="103" y="85"/>
                  </a:lnTo>
                  <a:lnTo>
                    <a:pt x="101" y="87"/>
                  </a:lnTo>
                  <a:lnTo>
                    <a:pt x="99" y="90"/>
                  </a:lnTo>
                  <a:lnTo>
                    <a:pt x="97" y="92"/>
                  </a:lnTo>
                  <a:lnTo>
                    <a:pt x="95" y="94"/>
                  </a:lnTo>
                  <a:lnTo>
                    <a:pt x="93" y="97"/>
                  </a:lnTo>
                  <a:lnTo>
                    <a:pt x="91" y="99"/>
                  </a:lnTo>
                  <a:lnTo>
                    <a:pt x="88" y="101"/>
                  </a:lnTo>
                  <a:lnTo>
                    <a:pt x="86" y="103"/>
                  </a:lnTo>
                  <a:lnTo>
                    <a:pt x="82" y="106"/>
                  </a:lnTo>
                  <a:lnTo>
                    <a:pt x="79" y="107"/>
                  </a:lnTo>
                  <a:lnTo>
                    <a:pt x="76" y="109"/>
                  </a:lnTo>
                  <a:lnTo>
                    <a:pt x="74" y="110"/>
                  </a:lnTo>
                  <a:lnTo>
                    <a:pt x="70" y="111"/>
                  </a:lnTo>
                  <a:lnTo>
                    <a:pt x="67" y="112"/>
                  </a:lnTo>
                  <a:lnTo>
                    <a:pt x="63" y="113"/>
                  </a:lnTo>
                  <a:lnTo>
                    <a:pt x="60" y="114"/>
                  </a:lnTo>
                  <a:lnTo>
                    <a:pt x="56" y="114"/>
                  </a:lnTo>
                  <a:lnTo>
                    <a:pt x="53" y="116"/>
                  </a:lnTo>
                  <a:lnTo>
                    <a:pt x="50" y="116"/>
                  </a:lnTo>
                  <a:lnTo>
                    <a:pt x="46" y="116"/>
                  </a:lnTo>
                  <a:lnTo>
                    <a:pt x="70" y="116"/>
                  </a:lnTo>
                  <a:lnTo>
                    <a:pt x="67" y="116"/>
                  </a:lnTo>
                  <a:lnTo>
                    <a:pt x="62" y="116"/>
                  </a:lnTo>
                  <a:lnTo>
                    <a:pt x="59" y="114"/>
                  </a:lnTo>
                  <a:lnTo>
                    <a:pt x="56" y="114"/>
                  </a:lnTo>
                  <a:lnTo>
                    <a:pt x="53" y="113"/>
                  </a:lnTo>
                  <a:lnTo>
                    <a:pt x="50" y="112"/>
                  </a:lnTo>
                  <a:lnTo>
                    <a:pt x="46" y="111"/>
                  </a:lnTo>
                  <a:lnTo>
                    <a:pt x="43" y="110"/>
                  </a:lnTo>
                  <a:lnTo>
                    <a:pt x="40" y="109"/>
                  </a:lnTo>
                  <a:lnTo>
                    <a:pt x="37" y="107"/>
                  </a:lnTo>
                  <a:lnTo>
                    <a:pt x="34" y="106"/>
                  </a:lnTo>
                  <a:lnTo>
                    <a:pt x="32" y="103"/>
                  </a:lnTo>
                  <a:lnTo>
                    <a:pt x="29" y="101"/>
                  </a:lnTo>
                  <a:lnTo>
                    <a:pt x="26" y="99"/>
                  </a:lnTo>
                  <a:lnTo>
                    <a:pt x="23" y="97"/>
                  </a:lnTo>
                  <a:lnTo>
                    <a:pt x="20" y="94"/>
                  </a:lnTo>
                  <a:lnTo>
                    <a:pt x="18" y="92"/>
                  </a:lnTo>
                  <a:lnTo>
                    <a:pt x="16" y="90"/>
                  </a:lnTo>
                  <a:lnTo>
                    <a:pt x="14" y="87"/>
                  </a:lnTo>
                  <a:lnTo>
                    <a:pt x="12" y="85"/>
                  </a:lnTo>
                  <a:lnTo>
                    <a:pt x="11" y="82"/>
                  </a:lnTo>
                  <a:lnTo>
                    <a:pt x="9" y="79"/>
                  </a:lnTo>
                  <a:lnTo>
                    <a:pt x="7" y="77"/>
                  </a:lnTo>
                  <a:lnTo>
                    <a:pt x="5" y="73"/>
                  </a:lnTo>
                  <a:lnTo>
                    <a:pt x="4" y="70"/>
                  </a:lnTo>
                  <a:lnTo>
                    <a:pt x="3" y="67"/>
                  </a:lnTo>
                  <a:lnTo>
                    <a:pt x="2" y="64"/>
                  </a:lnTo>
                  <a:lnTo>
                    <a:pt x="2" y="61"/>
                  </a:lnTo>
                  <a:lnTo>
                    <a:pt x="1" y="55"/>
                  </a:lnTo>
                  <a:lnTo>
                    <a:pt x="1" y="52"/>
                  </a:lnTo>
                  <a:lnTo>
                    <a:pt x="0" y="49"/>
                  </a:lnTo>
                  <a:lnTo>
                    <a:pt x="0" y="46"/>
                  </a:lnTo>
                  <a:close/>
                </a:path>
              </a:pathLst>
            </a:custGeom>
            <a:solidFill>
              <a:srgbClr val="000000"/>
            </a:solidFill>
            <a:ln w="19050">
              <a:solidFill>
                <a:schemeClr val="tx1"/>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95" name="Rectangle 53">
              <a:extLst>
                <a:ext uri="{FF2B5EF4-FFF2-40B4-BE49-F238E27FC236}">
                  <a16:creationId xmlns:a16="http://schemas.microsoft.com/office/drawing/2014/main" id="{2CDCA087-7CD8-49FF-A7ED-F33FE07EA7DE}"/>
                </a:ext>
              </a:extLst>
            </p:cNvPr>
            <p:cNvSpPr>
              <a:spLocks noChangeArrowheads="1"/>
            </p:cNvSpPr>
            <p:nvPr/>
          </p:nvSpPr>
          <p:spPr bwMode="auto">
            <a:xfrm>
              <a:off x="3914" y="1268"/>
              <a:ext cx="9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Q</a:t>
              </a: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96" name="Rectangle 54">
              <a:extLst>
                <a:ext uri="{FF2B5EF4-FFF2-40B4-BE49-F238E27FC236}">
                  <a16:creationId xmlns:a16="http://schemas.microsoft.com/office/drawing/2014/main" id="{66CD1DED-D241-484E-800D-5FB9B779C815}"/>
                </a:ext>
              </a:extLst>
            </p:cNvPr>
            <p:cNvSpPr>
              <a:spLocks noChangeArrowheads="1"/>
            </p:cNvSpPr>
            <p:nvPr/>
          </p:nvSpPr>
          <p:spPr bwMode="auto">
            <a:xfrm>
              <a:off x="4613" y="984"/>
              <a:ext cx="9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Q</a:t>
              </a: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97" name="Line 55">
              <a:extLst>
                <a:ext uri="{FF2B5EF4-FFF2-40B4-BE49-F238E27FC236}">
                  <a16:creationId xmlns:a16="http://schemas.microsoft.com/office/drawing/2014/main" id="{5AE887BE-9EBE-4AA3-A234-7831B0A6B1AA}"/>
                </a:ext>
              </a:extLst>
            </p:cNvPr>
            <p:cNvSpPr>
              <a:spLocks noChangeShapeType="1"/>
            </p:cNvSpPr>
            <p:nvPr/>
          </p:nvSpPr>
          <p:spPr bwMode="auto">
            <a:xfrm flipH="1">
              <a:off x="4620" y="1331"/>
              <a:ext cx="89" cy="1"/>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98" name="Rectangle 56">
              <a:extLst>
                <a:ext uri="{FF2B5EF4-FFF2-40B4-BE49-F238E27FC236}">
                  <a16:creationId xmlns:a16="http://schemas.microsoft.com/office/drawing/2014/main" id="{AD0297E9-7323-43F8-9548-07F13C133746}"/>
                </a:ext>
              </a:extLst>
            </p:cNvPr>
            <p:cNvSpPr>
              <a:spLocks noChangeArrowheads="1"/>
            </p:cNvSpPr>
            <p:nvPr/>
          </p:nvSpPr>
          <p:spPr bwMode="auto">
            <a:xfrm>
              <a:off x="4607" y="1313"/>
              <a:ext cx="9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Q</a:t>
              </a: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999" name="Rectangle 57">
              <a:extLst>
                <a:ext uri="{FF2B5EF4-FFF2-40B4-BE49-F238E27FC236}">
                  <a16:creationId xmlns:a16="http://schemas.microsoft.com/office/drawing/2014/main" id="{4141147B-BC24-435F-8BF4-5737D3C94388}"/>
                </a:ext>
              </a:extLst>
            </p:cNvPr>
            <p:cNvSpPr>
              <a:spLocks noChangeArrowheads="1"/>
            </p:cNvSpPr>
            <p:nvPr/>
          </p:nvSpPr>
          <p:spPr bwMode="auto">
            <a:xfrm>
              <a:off x="1491" y="736"/>
              <a:ext cx="53"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a:t>
              </a: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2000" name="Rectangle 58">
              <a:extLst>
                <a:ext uri="{FF2B5EF4-FFF2-40B4-BE49-F238E27FC236}">
                  <a16:creationId xmlns:a16="http://schemas.microsoft.com/office/drawing/2014/main" id="{6A892D9A-D2A7-4361-9635-F9B949053B6C}"/>
                </a:ext>
              </a:extLst>
            </p:cNvPr>
            <p:cNvSpPr>
              <a:spLocks noChangeArrowheads="1"/>
            </p:cNvSpPr>
            <p:nvPr/>
          </p:nvSpPr>
          <p:spPr bwMode="auto">
            <a:xfrm>
              <a:off x="1154" y="1633"/>
              <a:ext cx="325"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Clock</a:t>
              </a: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2001" name="Rectangle 60">
              <a:extLst>
                <a:ext uri="{FF2B5EF4-FFF2-40B4-BE49-F238E27FC236}">
                  <a16:creationId xmlns:a16="http://schemas.microsoft.com/office/drawing/2014/main" id="{2DC93C95-1BEB-41DA-AFF5-DFC800A5A2CB}"/>
                </a:ext>
              </a:extLst>
            </p:cNvPr>
            <p:cNvSpPr>
              <a:spLocks noChangeArrowheads="1"/>
            </p:cNvSpPr>
            <p:nvPr/>
          </p:nvSpPr>
          <p:spPr bwMode="auto">
            <a:xfrm>
              <a:off x="2735" y="1943"/>
              <a:ext cx="624"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(a) Circuit</a:t>
              </a: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2002" name="Line 87">
              <a:extLst>
                <a:ext uri="{FF2B5EF4-FFF2-40B4-BE49-F238E27FC236}">
                  <a16:creationId xmlns:a16="http://schemas.microsoft.com/office/drawing/2014/main" id="{9EEEED62-EEBC-4724-A65F-335F86BB4EBB}"/>
                </a:ext>
              </a:extLst>
            </p:cNvPr>
            <p:cNvSpPr>
              <a:spLocks noChangeShapeType="1"/>
            </p:cNvSpPr>
            <p:nvPr/>
          </p:nvSpPr>
          <p:spPr bwMode="auto">
            <a:xfrm>
              <a:off x="1676" y="1333"/>
              <a:ext cx="161" cy="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2003" name="Line 88">
              <a:extLst>
                <a:ext uri="{FF2B5EF4-FFF2-40B4-BE49-F238E27FC236}">
                  <a16:creationId xmlns:a16="http://schemas.microsoft.com/office/drawing/2014/main" id="{82072444-50D0-4B06-9816-3B7AC834BD69}"/>
                </a:ext>
              </a:extLst>
            </p:cNvPr>
            <p:cNvSpPr>
              <a:spLocks noChangeShapeType="1"/>
            </p:cNvSpPr>
            <p:nvPr/>
          </p:nvSpPr>
          <p:spPr bwMode="auto">
            <a:xfrm>
              <a:off x="1605" y="825"/>
              <a:ext cx="495"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2004" name="Rectangle 90">
              <a:extLst>
                <a:ext uri="{FF2B5EF4-FFF2-40B4-BE49-F238E27FC236}">
                  <a16:creationId xmlns:a16="http://schemas.microsoft.com/office/drawing/2014/main" id="{3E437F9C-D40B-411A-97C7-9C3F629FC392}"/>
                </a:ext>
              </a:extLst>
            </p:cNvPr>
            <p:cNvSpPr>
              <a:spLocks noChangeArrowheads="1"/>
            </p:cNvSpPr>
            <p:nvPr/>
          </p:nvSpPr>
          <p:spPr bwMode="auto">
            <a:xfrm>
              <a:off x="1435" y="1236"/>
              <a:ext cx="9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a:t>
              </a:r>
              <a:endPar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2005" name="AutoShape 107">
              <a:extLst>
                <a:ext uri="{FF2B5EF4-FFF2-40B4-BE49-F238E27FC236}">
                  <a16:creationId xmlns:a16="http://schemas.microsoft.com/office/drawing/2014/main" id="{76AE0854-EF59-48BD-9E06-E03C64EFC8B1}"/>
                </a:ext>
              </a:extLst>
            </p:cNvPr>
            <p:cNvSpPr>
              <a:spLocks noChangeArrowheads="1"/>
            </p:cNvSpPr>
            <p:nvPr/>
          </p:nvSpPr>
          <p:spPr bwMode="auto">
            <a:xfrm>
              <a:off x="2249" y="620"/>
              <a:ext cx="317" cy="271"/>
            </a:xfrm>
            <a:prstGeom prst="flowChartDelay">
              <a:avLst/>
            </a:prstGeom>
            <a:solidFill>
              <a:schemeClr val="bg1"/>
            </a:solidFill>
            <a:ln w="28575">
              <a:solidFill>
                <a:schemeClr val="tx1"/>
              </a:solidFill>
              <a:miter lim="800000"/>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2006" name="AutoShape 109">
              <a:extLst>
                <a:ext uri="{FF2B5EF4-FFF2-40B4-BE49-F238E27FC236}">
                  <a16:creationId xmlns:a16="http://schemas.microsoft.com/office/drawing/2014/main" id="{8F9C135B-72BF-4E75-840F-B1137D17A17A}"/>
                </a:ext>
              </a:extLst>
            </p:cNvPr>
            <p:cNvSpPr>
              <a:spLocks noChangeArrowheads="1"/>
            </p:cNvSpPr>
            <p:nvPr/>
          </p:nvSpPr>
          <p:spPr bwMode="auto">
            <a:xfrm>
              <a:off x="2249" y="1273"/>
              <a:ext cx="317" cy="271"/>
            </a:xfrm>
            <a:prstGeom prst="flowChartDelay">
              <a:avLst/>
            </a:prstGeom>
            <a:solidFill>
              <a:schemeClr val="bg1"/>
            </a:solidFill>
            <a:ln w="28575">
              <a:solidFill>
                <a:schemeClr val="tx1"/>
              </a:solidFill>
              <a:miter lim="800000"/>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2007" name="Line 110">
              <a:extLst>
                <a:ext uri="{FF2B5EF4-FFF2-40B4-BE49-F238E27FC236}">
                  <a16:creationId xmlns:a16="http://schemas.microsoft.com/office/drawing/2014/main" id="{A624AE26-E032-4B2E-97F2-99606F8ABBD8}"/>
                </a:ext>
              </a:extLst>
            </p:cNvPr>
            <p:cNvSpPr>
              <a:spLocks noChangeShapeType="1"/>
            </p:cNvSpPr>
            <p:nvPr/>
          </p:nvSpPr>
          <p:spPr bwMode="auto">
            <a:xfrm flipH="1">
              <a:off x="3912" y="1275"/>
              <a:ext cx="89" cy="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2008" name="Line 111">
              <a:extLst>
                <a:ext uri="{FF2B5EF4-FFF2-40B4-BE49-F238E27FC236}">
                  <a16:creationId xmlns:a16="http://schemas.microsoft.com/office/drawing/2014/main" id="{94E51213-0F43-4D90-A3F3-3721E80F41DA}"/>
                </a:ext>
              </a:extLst>
            </p:cNvPr>
            <p:cNvSpPr>
              <a:spLocks noChangeShapeType="1"/>
            </p:cNvSpPr>
            <p:nvPr/>
          </p:nvSpPr>
          <p:spPr bwMode="auto">
            <a:xfrm flipH="1">
              <a:off x="3902" y="2979"/>
              <a:ext cx="89" cy="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2009" name="Line 112">
              <a:extLst>
                <a:ext uri="{FF2B5EF4-FFF2-40B4-BE49-F238E27FC236}">
                  <a16:creationId xmlns:a16="http://schemas.microsoft.com/office/drawing/2014/main" id="{848FC114-62F5-4299-8FB1-9019075AE839}"/>
                </a:ext>
              </a:extLst>
            </p:cNvPr>
            <p:cNvSpPr>
              <a:spLocks noChangeShapeType="1"/>
            </p:cNvSpPr>
            <p:nvPr/>
          </p:nvSpPr>
          <p:spPr bwMode="auto">
            <a:xfrm flipH="1">
              <a:off x="2188" y="3105"/>
              <a:ext cx="89" cy="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pic>
        <p:nvPicPr>
          <p:cNvPr id="2" name="Picture 1">
            <a:extLst>
              <a:ext uri="{FF2B5EF4-FFF2-40B4-BE49-F238E27FC236}">
                <a16:creationId xmlns:a16="http://schemas.microsoft.com/office/drawing/2014/main" id="{1A2E3329-C51A-4825-978A-1BC13DE8DA62}"/>
              </a:ext>
            </a:extLst>
          </p:cNvPr>
          <p:cNvPicPr>
            <a:picLocks noChangeAspect="1"/>
          </p:cNvPicPr>
          <p:nvPr/>
        </p:nvPicPr>
        <p:blipFill>
          <a:blip r:embed="rId2"/>
          <a:stretch>
            <a:fillRect/>
          </a:stretch>
        </p:blipFill>
        <p:spPr>
          <a:xfrm>
            <a:off x="4563311" y="1057974"/>
            <a:ext cx="1805526" cy="574486"/>
          </a:xfrm>
          <a:prstGeom prst="rect">
            <a:avLst/>
          </a:prstGeom>
        </p:spPr>
      </p:pic>
      <mc:AlternateContent xmlns:mc="http://schemas.openxmlformats.org/markup-compatibility/2006" xmlns:p14="http://schemas.microsoft.com/office/powerpoint/2010/main">
        <mc:Choice Requires="p14">
          <p:contentPart p14:bwMode="auto" r:id="rId3">
            <p14:nvContentPartPr>
              <p14:cNvPr id="3" name="Ink 2">
                <a:extLst>
                  <a:ext uri="{FF2B5EF4-FFF2-40B4-BE49-F238E27FC236}">
                    <a16:creationId xmlns:a16="http://schemas.microsoft.com/office/drawing/2014/main" id="{F599A462-31B6-4E8F-80FB-38CF8F1A5E35}"/>
                  </a:ext>
                </a:extLst>
              </p14:cNvPr>
              <p14:cNvContentPartPr/>
              <p14:nvPr/>
            </p14:nvContentPartPr>
            <p14:xfrm>
              <a:off x="7168680" y="3211200"/>
              <a:ext cx="1805040" cy="1281600"/>
            </p14:xfrm>
          </p:contentPart>
        </mc:Choice>
        <mc:Fallback xmlns="">
          <p:pic>
            <p:nvPicPr>
              <p:cNvPr id="3" name="Ink 2">
                <a:extLst>
                  <a:ext uri="{FF2B5EF4-FFF2-40B4-BE49-F238E27FC236}">
                    <a16:creationId xmlns:a16="http://schemas.microsoft.com/office/drawing/2014/main" id="{F599A462-31B6-4E8F-80FB-38CF8F1A5E35}"/>
                  </a:ext>
                </a:extLst>
              </p:cNvPr>
              <p:cNvPicPr/>
              <p:nvPr/>
            </p:nvPicPr>
            <p:blipFill>
              <a:blip r:embed="rId4"/>
              <a:stretch>
                <a:fillRect/>
              </a:stretch>
            </p:blipFill>
            <p:spPr>
              <a:xfrm>
                <a:off x="7159320" y="3201840"/>
                <a:ext cx="1823760" cy="1300320"/>
              </a:xfrm>
              <a:prstGeom prst="rect">
                <a:avLst/>
              </a:prstGeom>
            </p:spPr>
          </p:pic>
        </mc:Fallback>
      </mc:AlternateContent>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4" name="Rectangle 2">
            <a:extLst>
              <a:ext uri="{FF2B5EF4-FFF2-40B4-BE49-F238E27FC236}">
                <a16:creationId xmlns:a16="http://schemas.microsoft.com/office/drawing/2014/main" id="{A6F50E22-977D-E843-A61A-50D7CE307480}"/>
              </a:ext>
            </a:extLst>
          </p:cNvPr>
          <p:cNvSpPr>
            <a:spLocks noGrp="1" noChangeArrowheads="1"/>
          </p:cNvSpPr>
          <p:nvPr>
            <p:ph type="title"/>
          </p:nvPr>
        </p:nvSpPr>
        <p:spPr>
          <a:xfrm>
            <a:off x="0" y="76200"/>
            <a:ext cx="9144000" cy="533400"/>
          </a:xfrm>
        </p:spPr>
        <p:txBody>
          <a:bodyPr/>
          <a:lstStyle/>
          <a:p>
            <a:pPr eaLnBrk="1" hangingPunct="1">
              <a:defRPr/>
            </a:pPr>
            <a:r>
              <a:rPr lang="en-US" dirty="0">
                <a:ea typeface="+mj-ea"/>
                <a:cs typeface="+mj-cs"/>
              </a:rPr>
              <a:t>JK Flip-Flop (How it Works)</a:t>
            </a:r>
          </a:p>
        </p:txBody>
      </p:sp>
      <p:sp>
        <p:nvSpPr>
          <p:cNvPr id="82946" name="Rectangle 3">
            <a:extLst>
              <a:ext uri="{FF2B5EF4-FFF2-40B4-BE49-F238E27FC236}">
                <a16:creationId xmlns:a16="http://schemas.microsoft.com/office/drawing/2014/main" id="{A5A2A4F2-5B2F-41D3-84ED-51173263F136}"/>
              </a:ext>
            </a:extLst>
          </p:cNvPr>
          <p:cNvSpPr>
            <a:spLocks noGrp="1" noChangeArrowheads="1"/>
          </p:cNvSpPr>
          <p:nvPr>
            <p:ph type="body" idx="1"/>
          </p:nvPr>
        </p:nvSpPr>
        <p:spPr>
          <a:xfrm>
            <a:off x="1371600" y="838200"/>
            <a:ext cx="6592711" cy="4953000"/>
          </a:xfrm>
        </p:spPr>
        <p:txBody>
          <a:bodyPr/>
          <a:lstStyle/>
          <a:p>
            <a:pPr eaLnBrk="1" hangingPunct="1">
              <a:buFontTx/>
              <a:buNone/>
            </a:pPr>
            <a:r>
              <a:rPr lang="en-US" altLang="en-US" dirty="0"/>
              <a:t>A versatile circuit that can be used both as a	  </a:t>
            </a:r>
          </a:p>
          <a:p>
            <a:pPr eaLnBrk="1" hangingPunct="1">
              <a:buFontTx/>
              <a:buNone/>
            </a:pPr>
            <a:r>
              <a:rPr lang="en-US" altLang="en-US" dirty="0">
                <a:solidFill>
                  <a:srgbClr val="FF0000"/>
                </a:solidFill>
              </a:rPr>
              <a:t>SR flip-flop and as a T flip flop</a:t>
            </a:r>
          </a:p>
          <a:p>
            <a:pPr eaLnBrk="1" hangingPunct="1"/>
            <a:endParaRPr lang="en-US" altLang="en-US" dirty="0"/>
          </a:p>
          <a:p>
            <a:pPr eaLnBrk="1" hangingPunct="1">
              <a:buFontTx/>
              <a:buNone/>
            </a:pPr>
            <a:r>
              <a:rPr lang="en-US" altLang="en-US" dirty="0"/>
              <a:t>If J=0  and K =0 it stays in the same state</a:t>
            </a:r>
          </a:p>
          <a:p>
            <a:pPr eaLnBrk="1" hangingPunct="1">
              <a:buFontTx/>
              <a:buNone/>
            </a:pPr>
            <a:endParaRPr lang="en-US" altLang="en-US" dirty="0"/>
          </a:p>
          <a:p>
            <a:pPr eaLnBrk="1" hangingPunct="1">
              <a:buFontTx/>
              <a:buNone/>
            </a:pPr>
            <a:r>
              <a:rPr lang="en-US" altLang="en-US" dirty="0"/>
              <a:t>Just like SR it can be set and reset </a:t>
            </a:r>
          </a:p>
          <a:p>
            <a:pPr eaLnBrk="1" hangingPunct="1">
              <a:buFontTx/>
              <a:buNone/>
            </a:pPr>
            <a:r>
              <a:rPr lang="en-US" altLang="en-US" dirty="0"/>
              <a:t>J=S  and K=R</a:t>
            </a:r>
          </a:p>
          <a:p>
            <a:pPr eaLnBrk="1" hangingPunct="1">
              <a:buFontTx/>
              <a:buNone/>
            </a:pPr>
            <a:endParaRPr lang="en-US" altLang="en-US" dirty="0"/>
          </a:p>
          <a:p>
            <a:pPr eaLnBrk="1" hangingPunct="1">
              <a:buFontTx/>
              <a:buNone/>
            </a:pPr>
            <a:r>
              <a:rPr lang="en-US" altLang="en-US" dirty="0"/>
              <a:t>If J=K  then it behaves as a T flip-flop</a:t>
            </a:r>
          </a:p>
          <a:p>
            <a:pPr eaLnBrk="1" hangingPunct="1"/>
            <a:endParaRPr lang="en-US" altLang="en-US" dirty="0"/>
          </a:p>
          <a:p>
            <a:pPr eaLnBrk="1" hangingPunct="1"/>
            <a:endParaRPr lang="en-US" altLang="en-US" dirty="0"/>
          </a:p>
          <a:p>
            <a:pPr eaLnBrk="1" hangingPunct="1"/>
            <a:endParaRPr lang="en-US" altLang="en-US" dirty="0"/>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4" name="Rectangle 2">
            <a:extLst>
              <a:ext uri="{FF2B5EF4-FFF2-40B4-BE49-F238E27FC236}">
                <a16:creationId xmlns:a16="http://schemas.microsoft.com/office/drawing/2014/main" id="{98E2563C-A9EC-8946-A91B-1A37BEF769E7}"/>
              </a:ext>
            </a:extLst>
          </p:cNvPr>
          <p:cNvSpPr>
            <a:spLocks noGrp="1" noChangeArrowheads="1"/>
          </p:cNvSpPr>
          <p:nvPr>
            <p:ph type="title"/>
          </p:nvPr>
        </p:nvSpPr>
        <p:spPr>
          <a:xfrm>
            <a:off x="0" y="76200"/>
            <a:ext cx="8915400" cy="412363"/>
          </a:xfrm>
        </p:spPr>
        <p:txBody>
          <a:bodyPr/>
          <a:lstStyle/>
          <a:p>
            <a:pPr eaLnBrk="1" hangingPunct="1">
              <a:defRPr/>
            </a:pPr>
            <a:r>
              <a:rPr lang="en-US" dirty="0">
                <a:ea typeface="+mj-ea"/>
                <a:cs typeface="+mj-cs"/>
              </a:rPr>
              <a:t>Transition Rules in terms of J and K</a:t>
            </a:r>
          </a:p>
        </p:txBody>
      </p:sp>
      <p:sp>
        <p:nvSpPr>
          <p:cNvPr id="83970" name="Rectangle 3">
            <a:extLst>
              <a:ext uri="{FF2B5EF4-FFF2-40B4-BE49-F238E27FC236}">
                <a16:creationId xmlns:a16="http://schemas.microsoft.com/office/drawing/2014/main" id="{57D57C6D-746E-4098-A028-16722D8D89FA}"/>
              </a:ext>
            </a:extLst>
          </p:cNvPr>
          <p:cNvSpPr>
            <a:spLocks noGrp="1" noChangeArrowheads="1"/>
          </p:cNvSpPr>
          <p:nvPr>
            <p:ph type="body" idx="1"/>
          </p:nvPr>
        </p:nvSpPr>
        <p:spPr>
          <a:xfrm>
            <a:off x="180974" y="3741736"/>
            <a:ext cx="5486400" cy="2693143"/>
          </a:xfrm>
        </p:spPr>
        <p:txBody>
          <a:bodyPr/>
          <a:lstStyle/>
          <a:p>
            <a:pPr eaLnBrk="1" hangingPunct="1"/>
            <a:r>
              <a:rPr lang="en-US" altLang="en-US" dirty="0"/>
              <a:t>From 0 to 0  	J=0 and K= d</a:t>
            </a:r>
          </a:p>
          <a:p>
            <a:pPr eaLnBrk="1" hangingPunct="1"/>
            <a:r>
              <a:rPr lang="en-US" altLang="en-US" dirty="0"/>
              <a:t>From 0 to 1  	J=1 and K= d</a:t>
            </a:r>
          </a:p>
          <a:p>
            <a:pPr eaLnBrk="1" hangingPunct="1"/>
            <a:r>
              <a:rPr lang="en-US" altLang="en-US" dirty="0"/>
              <a:t>From 1 to 0  	J=d and K= 1</a:t>
            </a:r>
          </a:p>
          <a:p>
            <a:pPr eaLnBrk="1" hangingPunct="1"/>
            <a:r>
              <a:rPr lang="en-US" altLang="en-US" dirty="0"/>
              <a:t>From 1 to 1  	J=d and K= 0</a:t>
            </a:r>
          </a:p>
        </p:txBody>
      </p:sp>
      <p:cxnSp>
        <p:nvCxnSpPr>
          <p:cNvPr id="83971" name="Straight Arrow Connector 2">
            <a:extLst>
              <a:ext uri="{FF2B5EF4-FFF2-40B4-BE49-F238E27FC236}">
                <a16:creationId xmlns:a16="http://schemas.microsoft.com/office/drawing/2014/main" id="{9B41BB23-FF8C-43C5-8580-C8ACBEACB3E0}"/>
              </a:ext>
            </a:extLst>
          </p:cNvPr>
          <p:cNvCxnSpPr>
            <a:cxnSpLocks noChangeShapeType="1"/>
          </p:cNvCxnSpPr>
          <p:nvPr/>
        </p:nvCxnSpPr>
        <p:spPr bwMode="auto">
          <a:xfrm>
            <a:off x="1701799" y="2971800"/>
            <a:ext cx="0" cy="894644"/>
          </a:xfrm>
          <a:prstGeom prst="straightConnector1">
            <a:avLst/>
          </a:prstGeom>
          <a:noFill/>
          <a:ln w="25400">
            <a:solidFill>
              <a:srgbClr val="FF0000"/>
            </a:solidFill>
            <a:round/>
            <a:headEnd/>
            <a:tailEnd type="arrow" w="med" len="med"/>
          </a:ln>
          <a:extLst>
            <a:ext uri="{909E8E84-426E-40DD-AFC4-6F175D3DCCD1}">
              <a14:hiddenFill xmlns:a14="http://schemas.microsoft.com/office/drawing/2010/main">
                <a:noFill/>
              </a14:hiddenFill>
            </a:ext>
          </a:extLst>
        </p:spPr>
      </p:cxnSp>
      <p:sp>
        <p:nvSpPr>
          <p:cNvPr id="83972" name="TextBox 3">
            <a:extLst>
              <a:ext uri="{FF2B5EF4-FFF2-40B4-BE49-F238E27FC236}">
                <a16:creationId xmlns:a16="http://schemas.microsoft.com/office/drawing/2014/main" id="{88411C87-526D-41AB-9340-CA87141AB105}"/>
              </a:ext>
            </a:extLst>
          </p:cNvPr>
          <p:cNvSpPr txBox="1">
            <a:spLocks noChangeArrowheads="1"/>
          </p:cNvSpPr>
          <p:nvPr/>
        </p:nvSpPr>
        <p:spPr bwMode="auto">
          <a:xfrm>
            <a:off x="180974" y="2057400"/>
            <a:ext cx="2740025"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0000"/>
                </a:solidFill>
                <a:effectLst/>
                <a:uLnTx/>
                <a:uFillTx/>
                <a:latin typeface="Times" panose="02020603050405020304" pitchFamily="18" charset="0"/>
                <a:ea typeface="MS PGothic" panose="020B0600070205080204" pitchFamily="34" charset="-128"/>
                <a:cs typeface="+mn-cs"/>
              </a:rPr>
              <a:t>Current State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0000"/>
                </a:solidFill>
                <a:effectLst/>
                <a:uLnTx/>
                <a:uFillTx/>
                <a:latin typeface="Times" panose="02020603050405020304" pitchFamily="18" charset="0"/>
                <a:ea typeface="MS PGothic" panose="020B0600070205080204" pitchFamily="34" charset="-128"/>
                <a:cs typeface="+mn-cs"/>
              </a:rPr>
              <a:t>of the Flip-flop: Q(t)</a:t>
            </a:r>
          </a:p>
        </p:txBody>
      </p:sp>
      <p:cxnSp>
        <p:nvCxnSpPr>
          <p:cNvPr id="83973" name="Straight Arrow Connector 6">
            <a:extLst>
              <a:ext uri="{FF2B5EF4-FFF2-40B4-BE49-F238E27FC236}">
                <a16:creationId xmlns:a16="http://schemas.microsoft.com/office/drawing/2014/main" id="{5632EC92-02FE-4DA6-BFED-9932E99C2C46}"/>
              </a:ext>
            </a:extLst>
          </p:cNvPr>
          <p:cNvCxnSpPr>
            <a:cxnSpLocks noChangeShapeType="1"/>
          </p:cNvCxnSpPr>
          <p:nvPr/>
        </p:nvCxnSpPr>
        <p:spPr bwMode="auto">
          <a:xfrm flipH="1">
            <a:off x="4063999" y="2971800"/>
            <a:ext cx="457200" cy="719667"/>
          </a:xfrm>
          <a:prstGeom prst="straightConnector1">
            <a:avLst/>
          </a:prstGeom>
          <a:noFill/>
          <a:ln w="25400">
            <a:solidFill>
              <a:srgbClr val="FF0000"/>
            </a:solidFill>
            <a:round/>
            <a:headEnd/>
            <a:tailEnd type="arrow" w="med" len="med"/>
          </a:ln>
          <a:extLst>
            <a:ext uri="{909E8E84-426E-40DD-AFC4-6F175D3DCCD1}">
              <a14:hiddenFill xmlns:a14="http://schemas.microsoft.com/office/drawing/2010/main">
                <a:noFill/>
              </a14:hiddenFill>
            </a:ext>
          </a:extLst>
        </p:spPr>
      </p:cxnSp>
      <p:sp>
        <p:nvSpPr>
          <p:cNvPr id="83974" name="TextBox 9">
            <a:extLst>
              <a:ext uri="{FF2B5EF4-FFF2-40B4-BE49-F238E27FC236}">
                <a16:creationId xmlns:a16="http://schemas.microsoft.com/office/drawing/2014/main" id="{2F8D23AB-8DBF-494D-857C-340CDF8BFA62}"/>
              </a:ext>
            </a:extLst>
          </p:cNvPr>
          <p:cNvSpPr txBox="1">
            <a:spLocks noChangeArrowheads="1"/>
          </p:cNvSpPr>
          <p:nvPr/>
        </p:nvSpPr>
        <p:spPr bwMode="auto">
          <a:xfrm>
            <a:off x="3070224" y="2133600"/>
            <a:ext cx="3051175"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0000"/>
                </a:solidFill>
                <a:effectLst/>
                <a:uLnTx/>
                <a:uFillTx/>
                <a:latin typeface="Times" panose="02020603050405020304" pitchFamily="18" charset="0"/>
                <a:ea typeface="MS PGothic" panose="020B0600070205080204" pitchFamily="34" charset="-128"/>
                <a:cs typeface="+mn-cs"/>
              </a:rPr>
              <a:t>Next State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0000"/>
                </a:solidFill>
                <a:effectLst/>
                <a:uLnTx/>
                <a:uFillTx/>
                <a:latin typeface="Times" panose="02020603050405020304" pitchFamily="18" charset="0"/>
                <a:ea typeface="MS PGothic" panose="020B0600070205080204" pitchFamily="34" charset="-128"/>
                <a:cs typeface="+mn-cs"/>
              </a:rPr>
              <a:t>of the Flip-flop: Q(t+1)</a:t>
            </a:r>
          </a:p>
        </p:txBody>
      </p:sp>
      <p:pic>
        <p:nvPicPr>
          <p:cNvPr id="83975" name="Picture 1" descr="Screen shot 2015-11-16 at 3.39.50 PM.png">
            <a:extLst>
              <a:ext uri="{FF2B5EF4-FFF2-40B4-BE49-F238E27FC236}">
                <a16:creationId xmlns:a16="http://schemas.microsoft.com/office/drawing/2014/main" id="{D5D7DFB5-3532-4D7B-90D9-F77A497E0FE2}"/>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6634162" y="4539049"/>
            <a:ext cx="1752600" cy="1830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3" descr="Screen shot 2015-11-16 at 3.59.29 PM.png">
            <a:extLst>
              <a:ext uri="{FF2B5EF4-FFF2-40B4-BE49-F238E27FC236}">
                <a16:creationId xmlns:a16="http://schemas.microsoft.com/office/drawing/2014/main" id="{19C7B6EE-AFC4-4B37-B557-38D8CC98CDFD}"/>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781799" y="2211910"/>
            <a:ext cx="1847850" cy="213360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pic>
      <p:sp>
        <p:nvSpPr>
          <p:cNvPr id="2" name="Rectangle 1">
            <a:extLst>
              <a:ext uri="{FF2B5EF4-FFF2-40B4-BE49-F238E27FC236}">
                <a16:creationId xmlns:a16="http://schemas.microsoft.com/office/drawing/2014/main" id="{76B9C674-530E-4F87-ACFA-294905956BFC}"/>
              </a:ext>
            </a:extLst>
          </p:cNvPr>
          <p:cNvSpPr/>
          <p:nvPr/>
        </p:nvSpPr>
        <p:spPr bwMode="auto">
          <a:xfrm>
            <a:off x="7927974" y="2684546"/>
            <a:ext cx="685800" cy="1601788"/>
          </a:xfrm>
          <a:prstGeom prst="rect">
            <a:avLst/>
          </a:prstGeom>
          <a:solidFill>
            <a:schemeClr val="bg1"/>
          </a:solidFill>
          <a:ln w="9525" cap="flat" cmpd="sng" algn="ctr">
            <a:no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charset="0"/>
              <a:ea typeface="ＭＳ Ｐゴシック" charset="0"/>
            </a:endParaRPr>
          </a:p>
        </p:txBody>
      </p:sp>
      <mc:AlternateContent xmlns:mc="http://schemas.openxmlformats.org/markup-compatibility/2006" xmlns:p14="http://schemas.microsoft.com/office/powerpoint/2010/main">
        <mc:Choice Requires="p14">
          <p:contentPart p14:bwMode="auto" r:id="rId4">
            <p14:nvContentPartPr>
              <p14:cNvPr id="3" name="Ink 2">
                <a:extLst>
                  <a:ext uri="{FF2B5EF4-FFF2-40B4-BE49-F238E27FC236}">
                    <a16:creationId xmlns:a16="http://schemas.microsoft.com/office/drawing/2014/main" id="{BD5FBDDA-5CCF-4F4E-A4BC-6BC06F1C0B85}"/>
                  </a:ext>
                </a:extLst>
              </p14:cNvPr>
              <p14:cNvContentPartPr/>
              <p14:nvPr/>
            </p14:nvContentPartPr>
            <p14:xfrm>
              <a:off x="3829680" y="434520"/>
              <a:ext cx="4525560" cy="3749400"/>
            </p14:xfrm>
          </p:contentPart>
        </mc:Choice>
        <mc:Fallback xmlns="">
          <p:pic>
            <p:nvPicPr>
              <p:cNvPr id="3" name="Ink 2">
                <a:extLst>
                  <a:ext uri="{FF2B5EF4-FFF2-40B4-BE49-F238E27FC236}">
                    <a16:creationId xmlns:a16="http://schemas.microsoft.com/office/drawing/2014/main" id="{BD5FBDDA-5CCF-4F4E-A4BC-6BC06F1C0B85}"/>
                  </a:ext>
                </a:extLst>
              </p:cNvPr>
              <p:cNvPicPr/>
              <p:nvPr/>
            </p:nvPicPr>
            <p:blipFill>
              <a:blip r:embed="rId5"/>
              <a:stretch>
                <a:fillRect/>
              </a:stretch>
            </p:blipFill>
            <p:spPr>
              <a:xfrm>
                <a:off x="3820320" y="425160"/>
                <a:ext cx="4544280" cy="3768120"/>
              </a:xfrm>
              <a:prstGeom prst="rect">
                <a:avLst/>
              </a:prstGeom>
            </p:spPr>
          </p:pic>
        </mc:Fallback>
      </mc:AlternateContent>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4" name="Rectangle 2">
            <a:extLst>
              <a:ext uri="{FF2B5EF4-FFF2-40B4-BE49-F238E27FC236}">
                <a16:creationId xmlns:a16="http://schemas.microsoft.com/office/drawing/2014/main" id="{98E2563C-A9EC-8946-A91B-1A37BEF769E7}"/>
              </a:ext>
            </a:extLst>
          </p:cNvPr>
          <p:cNvSpPr>
            <a:spLocks noGrp="1" noChangeArrowheads="1"/>
          </p:cNvSpPr>
          <p:nvPr>
            <p:ph type="title"/>
          </p:nvPr>
        </p:nvSpPr>
        <p:spPr>
          <a:xfrm>
            <a:off x="0" y="76200"/>
            <a:ext cx="8915400" cy="412363"/>
          </a:xfrm>
        </p:spPr>
        <p:txBody>
          <a:bodyPr/>
          <a:lstStyle/>
          <a:p>
            <a:pPr eaLnBrk="1" hangingPunct="1">
              <a:defRPr/>
            </a:pPr>
            <a:r>
              <a:rPr lang="en-US" dirty="0">
                <a:ea typeface="+mj-ea"/>
                <a:cs typeface="+mj-cs"/>
              </a:rPr>
              <a:t>Transition Rules in terms of J and K</a:t>
            </a:r>
          </a:p>
        </p:txBody>
      </p:sp>
      <p:sp>
        <p:nvSpPr>
          <p:cNvPr id="83970" name="Rectangle 3">
            <a:extLst>
              <a:ext uri="{FF2B5EF4-FFF2-40B4-BE49-F238E27FC236}">
                <a16:creationId xmlns:a16="http://schemas.microsoft.com/office/drawing/2014/main" id="{57D57C6D-746E-4098-A028-16722D8D89FA}"/>
              </a:ext>
            </a:extLst>
          </p:cNvPr>
          <p:cNvSpPr>
            <a:spLocks noGrp="1" noChangeArrowheads="1"/>
          </p:cNvSpPr>
          <p:nvPr>
            <p:ph type="body" idx="1"/>
          </p:nvPr>
        </p:nvSpPr>
        <p:spPr>
          <a:xfrm>
            <a:off x="79375" y="2364492"/>
            <a:ext cx="5486400" cy="2693143"/>
          </a:xfrm>
        </p:spPr>
        <p:txBody>
          <a:bodyPr/>
          <a:lstStyle/>
          <a:p>
            <a:pPr eaLnBrk="1" hangingPunct="1"/>
            <a:r>
              <a:rPr lang="en-US" altLang="en-US" dirty="0"/>
              <a:t>From 0 to 0  	J=0 and K= d</a:t>
            </a:r>
          </a:p>
          <a:p>
            <a:pPr eaLnBrk="1" hangingPunct="1"/>
            <a:r>
              <a:rPr lang="en-US" altLang="en-US" dirty="0"/>
              <a:t>From 0 to 1  	J=1 and K= d</a:t>
            </a:r>
          </a:p>
          <a:p>
            <a:pPr eaLnBrk="1" hangingPunct="1"/>
            <a:r>
              <a:rPr lang="en-US" altLang="en-US" dirty="0"/>
              <a:t>From 1 to 0  	J=d and K= 1</a:t>
            </a:r>
          </a:p>
          <a:p>
            <a:pPr eaLnBrk="1" hangingPunct="1"/>
            <a:r>
              <a:rPr lang="en-US" altLang="en-US" dirty="0"/>
              <a:t>From 1 to 1  	J=d and K= 0</a:t>
            </a:r>
          </a:p>
        </p:txBody>
      </p:sp>
      <p:cxnSp>
        <p:nvCxnSpPr>
          <p:cNvPr id="83971" name="Straight Arrow Connector 2">
            <a:extLst>
              <a:ext uri="{FF2B5EF4-FFF2-40B4-BE49-F238E27FC236}">
                <a16:creationId xmlns:a16="http://schemas.microsoft.com/office/drawing/2014/main" id="{9B41BB23-FF8C-43C5-8580-C8ACBEACB3E0}"/>
              </a:ext>
            </a:extLst>
          </p:cNvPr>
          <p:cNvCxnSpPr>
            <a:cxnSpLocks noChangeShapeType="1"/>
          </p:cNvCxnSpPr>
          <p:nvPr/>
        </p:nvCxnSpPr>
        <p:spPr bwMode="auto">
          <a:xfrm>
            <a:off x="1600200" y="1594556"/>
            <a:ext cx="0" cy="894644"/>
          </a:xfrm>
          <a:prstGeom prst="straightConnector1">
            <a:avLst/>
          </a:prstGeom>
          <a:noFill/>
          <a:ln w="25400">
            <a:solidFill>
              <a:srgbClr val="FF0000"/>
            </a:solidFill>
            <a:round/>
            <a:headEnd/>
            <a:tailEnd type="arrow" w="med" len="med"/>
          </a:ln>
          <a:extLst>
            <a:ext uri="{909E8E84-426E-40DD-AFC4-6F175D3DCCD1}">
              <a14:hiddenFill xmlns:a14="http://schemas.microsoft.com/office/drawing/2010/main">
                <a:noFill/>
              </a14:hiddenFill>
            </a:ext>
          </a:extLst>
        </p:spPr>
      </p:cxnSp>
      <p:sp>
        <p:nvSpPr>
          <p:cNvPr id="83972" name="TextBox 3">
            <a:extLst>
              <a:ext uri="{FF2B5EF4-FFF2-40B4-BE49-F238E27FC236}">
                <a16:creationId xmlns:a16="http://schemas.microsoft.com/office/drawing/2014/main" id="{88411C87-526D-41AB-9340-CA87141AB105}"/>
              </a:ext>
            </a:extLst>
          </p:cNvPr>
          <p:cNvSpPr txBox="1">
            <a:spLocks noChangeArrowheads="1"/>
          </p:cNvSpPr>
          <p:nvPr/>
        </p:nvSpPr>
        <p:spPr bwMode="auto">
          <a:xfrm>
            <a:off x="79375" y="680156"/>
            <a:ext cx="2740025"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0000"/>
                </a:solidFill>
                <a:effectLst/>
                <a:uLnTx/>
                <a:uFillTx/>
                <a:latin typeface="Times" panose="02020603050405020304" pitchFamily="18" charset="0"/>
                <a:ea typeface="MS PGothic" panose="020B0600070205080204" pitchFamily="34" charset="-128"/>
                <a:cs typeface="+mn-cs"/>
              </a:rPr>
              <a:t>Current State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0000"/>
                </a:solidFill>
                <a:effectLst/>
                <a:uLnTx/>
                <a:uFillTx/>
                <a:latin typeface="Times" panose="02020603050405020304" pitchFamily="18" charset="0"/>
                <a:ea typeface="MS PGothic" panose="020B0600070205080204" pitchFamily="34" charset="-128"/>
                <a:cs typeface="+mn-cs"/>
              </a:rPr>
              <a:t>of the Flip-flop: Q(t)</a:t>
            </a:r>
          </a:p>
        </p:txBody>
      </p:sp>
      <p:cxnSp>
        <p:nvCxnSpPr>
          <p:cNvPr id="83973" name="Straight Arrow Connector 6">
            <a:extLst>
              <a:ext uri="{FF2B5EF4-FFF2-40B4-BE49-F238E27FC236}">
                <a16:creationId xmlns:a16="http://schemas.microsoft.com/office/drawing/2014/main" id="{5632EC92-02FE-4DA6-BFED-9932E99C2C46}"/>
              </a:ext>
            </a:extLst>
          </p:cNvPr>
          <p:cNvCxnSpPr>
            <a:cxnSpLocks noChangeShapeType="1"/>
          </p:cNvCxnSpPr>
          <p:nvPr/>
        </p:nvCxnSpPr>
        <p:spPr bwMode="auto">
          <a:xfrm flipH="1">
            <a:off x="3962400" y="1594556"/>
            <a:ext cx="457200" cy="719667"/>
          </a:xfrm>
          <a:prstGeom prst="straightConnector1">
            <a:avLst/>
          </a:prstGeom>
          <a:noFill/>
          <a:ln w="25400">
            <a:solidFill>
              <a:srgbClr val="FF0000"/>
            </a:solidFill>
            <a:round/>
            <a:headEnd/>
            <a:tailEnd type="arrow" w="med" len="med"/>
          </a:ln>
          <a:extLst>
            <a:ext uri="{909E8E84-426E-40DD-AFC4-6F175D3DCCD1}">
              <a14:hiddenFill xmlns:a14="http://schemas.microsoft.com/office/drawing/2010/main">
                <a:noFill/>
              </a14:hiddenFill>
            </a:ext>
          </a:extLst>
        </p:spPr>
      </p:cxnSp>
      <p:sp>
        <p:nvSpPr>
          <p:cNvPr id="83974" name="TextBox 9">
            <a:extLst>
              <a:ext uri="{FF2B5EF4-FFF2-40B4-BE49-F238E27FC236}">
                <a16:creationId xmlns:a16="http://schemas.microsoft.com/office/drawing/2014/main" id="{2F8D23AB-8DBF-494D-857C-340CDF8BFA62}"/>
              </a:ext>
            </a:extLst>
          </p:cNvPr>
          <p:cNvSpPr txBox="1">
            <a:spLocks noChangeArrowheads="1"/>
          </p:cNvSpPr>
          <p:nvPr/>
        </p:nvSpPr>
        <p:spPr bwMode="auto">
          <a:xfrm>
            <a:off x="2968625" y="756356"/>
            <a:ext cx="3051175"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Next State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of the Flip-flop: Q(t+1)</a:t>
            </a:r>
          </a:p>
        </p:txBody>
      </p:sp>
      <p:pic>
        <p:nvPicPr>
          <p:cNvPr id="83975" name="Picture 1" descr="Screen shot 2015-11-16 at 3.39.50 PM.png">
            <a:extLst>
              <a:ext uri="{FF2B5EF4-FFF2-40B4-BE49-F238E27FC236}">
                <a16:creationId xmlns:a16="http://schemas.microsoft.com/office/drawing/2014/main" id="{D5D7DFB5-3532-4D7B-90D9-F77A497E0FE2}"/>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6634162" y="4539049"/>
            <a:ext cx="1752600" cy="1830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3" descr="Screen shot 2015-11-16 at 3.59.29 PM.png">
            <a:extLst>
              <a:ext uri="{FF2B5EF4-FFF2-40B4-BE49-F238E27FC236}">
                <a16:creationId xmlns:a16="http://schemas.microsoft.com/office/drawing/2014/main" id="{19C7B6EE-AFC4-4B37-B557-38D8CC98CDFD}"/>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781799" y="2211910"/>
            <a:ext cx="1847850" cy="213360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28416289"/>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4" name="Rectangle 2">
            <a:extLst>
              <a:ext uri="{FF2B5EF4-FFF2-40B4-BE49-F238E27FC236}">
                <a16:creationId xmlns:a16="http://schemas.microsoft.com/office/drawing/2014/main" id="{9B449329-3110-624F-AA3C-DBD9ED9B9B73}"/>
              </a:ext>
            </a:extLst>
          </p:cNvPr>
          <p:cNvSpPr>
            <a:spLocks noGrp="1" noChangeArrowheads="1"/>
          </p:cNvSpPr>
          <p:nvPr>
            <p:ph type="title"/>
          </p:nvPr>
        </p:nvSpPr>
        <p:spPr>
          <a:xfrm>
            <a:off x="0" y="76200"/>
            <a:ext cx="8915400" cy="685800"/>
          </a:xfrm>
        </p:spPr>
        <p:txBody>
          <a:bodyPr/>
          <a:lstStyle/>
          <a:p>
            <a:pPr eaLnBrk="1" hangingPunct="1">
              <a:defRPr/>
            </a:pPr>
            <a:r>
              <a:rPr lang="en-US" dirty="0">
                <a:ea typeface="+mj-ea"/>
                <a:cs typeface="+mj-cs"/>
              </a:rPr>
              <a:t>Transition Rules in terms of J and K</a:t>
            </a:r>
          </a:p>
        </p:txBody>
      </p:sp>
      <p:sp>
        <p:nvSpPr>
          <p:cNvPr id="84994" name="Rectangle 3">
            <a:extLst>
              <a:ext uri="{FF2B5EF4-FFF2-40B4-BE49-F238E27FC236}">
                <a16:creationId xmlns:a16="http://schemas.microsoft.com/office/drawing/2014/main" id="{85A13339-BE8D-420E-AF69-ACCDBBA2ACAA}"/>
              </a:ext>
            </a:extLst>
          </p:cNvPr>
          <p:cNvSpPr>
            <a:spLocks noGrp="1" noChangeArrowheads="1"/>
          </p:cNvSpPr>
          <p:nvPr>
            <p:ph type="body" idx="1"/>
          </p:nvPr>
        </p:nvSpPr>
        <p:spPr>
          <a:xfrm>
            <a:off x="990600" y="914400"/>
            <a:ext cx="5486400" cy="2043289"/>
          </a:xfrm>
        </p:spPr>
        <p:txBody>
          <a:bodyPr/>
          <a:lstStyle/>
          <a:p>
            <a:pPr eaLnBrk="1" hangingPunct="1"/>
            <a:r>
              <a:rPr lang="en-US" altLang="en-US" dirty="0"/>
              <a:t>From 0 to 0  	J=0 and K= d</a:t>
            </a:r>
          </a:p>
          <a:p>
            <a:pPr eaLnBrk="1" hangingPunct="1"/>
            <a:r>
              <a:rPr lang="en-US" altLang="en-US" dirty="0"/>
              <a:t>From 0 to 1  	J=1 and K= d</a:t>
            </a:r>
          </a:p>
          <a:p>
            <a:pPr eaLnBrk="1" hangingPunct="1"/>
            <a:r>
              <a:rPr lang="en-US" altLang="en-US" dirty="0"/>
              <a:t>From 1 to 0  	J=d and K= 1</a:t>
            </a:r>
          </a:p>
          <a:p>
            <a:pPr eaLnBrk="1" hangingPunct="1"/>
            <a:r>
              <a:rPr lang="en-US" altLang="en-US" dirty="0"/>
              <a:t>From 1 to 1  	J=d and K= 0</a:t>
            </a:r>
          </a:p>
        </p:txBody>
      </p:sp>
      <p:pic>
        <p:nvPicPr>
          <p:cNvPr id="85000" name="Picture 3" descr="Screen shot 2015-11-16 at 3.59.29 PM.png">
            <a:extLst>
              <a:ext uri="{FF2B5EF4-FFF2-40B4-BE49-F238E27FC236}">
                <a16:creationId xmlns:a16="http://schemas.microsoft.com/office/drawing/2014/main" id="{99481D07-BCC2-49DB-92B0-8F7A820B22EF}"/>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162800" y="914400"/>
            <a:ext cx="1847850" cy="213360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pic>
      <p:sp>
        <p:nvSpPr>
          <p:cNvPr id="2" name="Rectangle 1">
            <a:extLst>
              <a:ext uri="{FF2B5EF4-FFF2-40B4-BE49-F238E27FC236}">
                <a16:creationId xmlns:a16="http://schemas.microsoft.com/office/drawing/2014/main" id="{7597451C-1344-43B7-B6D9-07D9A1374961}"/>
              </a:ext>
            </a:extLst>
          </p:cNvPr>
          <p:cNvSpPr/>
          <p:nvPr/>
        </p:nvSpPr>
        <p:spPr>
          <a:xfrm>
            <a:off x="47978" y="3273774"/>
            <a:ext cx="8962672" cy="2400657"/>
          </a:xfrm>
          <a:prstGeom prst="rect">
            <a:avLst/>
          </a:prstGeom>
          <a:ln>
            <a:solidFill>
              <a:srgbClr val="FF0000"/>
            </a:solidFill>
          </a:ln>
        </p:spPr>
        <p:txBody>
          <a:bodyPr wrap="square">
            <a:spAutoFit/>
          </a:bodyPr>
          <a:lstStyle/>
          <a:p>
            <a:pPr marL="342900" indent="-342900">
              <a:spcBef>
                <a:spcPts val="600"/>
              </a:spcBef>
              <a:spcAft>
                <a:spcPts val="600"/>
              </a:spcAft>
              <a:buFont typeface="Arial" panose="020B0604020202020204" pitchFamily="34" charset="0"/>
              <a:buChar char="•"/>
            </a:pPr>
            <a:r>
              <a:rPr lang="en-US" dirty="0"/>
              <a:t>If a flip-flop in state 0 is to remain in state 0, then J = 0 and K = d (where d means that K can be equal to either 0 or 1).</a:t>
            </a:r>
          </a:p>
          <a:p>
            <a:pPr marL="342900" indent="-342900">
              <a:spcBef>
                <a:spcPts val="600"/>
              </a:spcBef>
              <a:spcAft>
                <a:spcPts val="600"/>
              </a:spcAft>
              <a:buFont typeface="Arial" panose="020B0604020202020204" pitchFamily="34" charset="0"/>
              <a:buChar char="•"/>
            </a:pPr>
            <a:r>
              <a:rPr lang="en-US" dirty="0"/>
              <a:t>If a flip-flop in state 0 is to change to state 1, then J = 1 and K = d.</a:t>
            </a:r>
          </a:p>
          <a:p>
            <a:pPr marL="342900" indent="-342900">
              <a:spcBef>
                <a:spcPts val="600"/>
              </a:spcBef>
              <a:spcAft>
                <a:spcPts val="600"/>
              </a:spcAft>
              <a:buFont typeface="Arial" panose="020B0604020202020204" pitchFamily="34" charset="0"/>
              <a:buChar char="•"/>
            </a:pPr>
            <a:r>
              <a:rPr lang="en-US" dirty="0"/>
              <a:t>If a flip-flop in state 1 is to remain in state 1, then J = d and K = 0.</a:t>
            </a:r>
          </a:p>
          <a:p>
            <a:pPr marL="342900" indent="-342900">
              <a:spcBef>
                <a:spcPts val="600"/>
              </a:spcBef>
              <a:spcAft>
                <a:spcPts val="600"/>
              </a:spcAft>
              <a:buFont typeface="Arial" panose="020B0604020202020204" pitchFamily="34" charset="0"/>
              <a:buChar char="•"/>
            </a:pPr>
            <a:r>
              <a:rPr lang="en-US" dirty="0"/>
              <a:t>If a flip-flop in state 1 is to change to state 0, then J = d and K = 1.</a:t>
            </a:r>
          </a:p>
        </p:txBody>
      </p:sp>
    </p:spTree>
    <p:extLst>
      <p:ext uri="{BB962C8B-B14F-4D97-AF65-F5344CB8AC3E}">
        <p14:creationId xmlns:p14="http://schemas.microsoft.com/office/powerpoint/2010/main" val="1091345168"/>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6017" name="Group 1">
            <a:extLst>
              <a:ext uri="{FF2B5EF4-FFF2-40B4-BE49-F238E27FC236}">
                <a16:creationId xmlns:a16="http://schemas.microsoft.com/office/drawing/2014/main" id="{C26C7778-E78C-4A45-AC83-AF2A4BF0EB88}"/>
              </a:ext>
            </a:extLst>
          </p:cNvPr>
          <p:cNvGrpSpPr>
            <a:grpSpLocks/>
          </p:cNvGrpSpPr>
          <p:nvPr/>
        </p:nvGrpSpPr>
        <p:grpSpPr bwMode="auto">
          <a:xfrm>
            <a:off x="364587" y="838200"/>
            <a:ext cx="8686800" cy="3492500"/>
            <a:chOff x="246063" y="1227138"/>
            <a:chExt cx="8686800" cy="3492500"/>
          </a:xfrm>
        </p:grpSpPr>
        <p:sp>
          <p:nvSpPr>
            <p:cNvPr id="86020" name="Rectangle 4">
              <a:extLst>
                <a:ext uri="{FF2B5EF4-FFF2-40B4-BE49-F238E27FC236}">
                  <a16:creationId xmlns:a16="http://schemas.microsoft.com/office/drawing/2014/main" id="{29705DC2-AE45-4688-AA6A-47BD48678DBE}"/>
                </a:ext>
              </a:extLst>
            </p:cNvPr>
            <p:cNvSpPr>
              <a:spLocks noChangeArrowheads="1"/>
            </p:cNvSpPr>
            <p:nvPr/>
          </p:nvSpPr>
          <p:spPr bwMode="auto">
            <a:xfrm>
              <a:off x="547688" y="1227138"/>
              <a:ext cx="8382000" cy="95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21" name="Rectangle 5">
              <a:extLst>
                <a:ext uri="{FF2B5EF4-FFF2-40B4-BE49-F238E27FC236}">
                  <a16:creationId xmlns:a16="http://schemas.microsoft.com/office/drawing/2014/main" id="{873AB9DF-F6CF-4967-B016-83740BB6A849}"/>
                </a:ext>
              </a:extLst>
            </p:cNvPr>
            <p:cNvSpPr>
              <a:spLocks noChangeArrowheads="1"/>
            </p:cNvSpPr>
            <p:nvPr/>
          </p:nvSpPr>
          <p:spPr bwMode="auto">
            <a:xfrm>
              <a:off x="547688" y="1227138"/>
              <a:ext cx="11112" cy="41116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22" name="Rectangle 6">
              <a:extLst>
                <a:ext uri="{FF2B5EF4-FFF2-40B4-BE49-F238E27FC236}">
                  <a16:creationId xmlns:a16="http://schemas.microsoft.com/office/drawing/2014/main" id="{1FB6635F-4722-436F-9949-B447B938D3C5}"/>
                </a:ext>
              </a:extLst>
            </p:cNvPr>
            <p:cNvSpPr>
              <a:spLocks noChangeArrowheads="1"/>
            </p:cNvSpPr>
            <p:nvPr/>
          </p:nvSpPr>
          <p:spPr bwMode="auto">
            <a:xfrm>
              <a:off x="1462088" y="1227138"/>
              <a:ext cx="11112" cy="41116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23" name="Rectangle 7">
              <a:extLst>
                <a:ext uri="{FF2B5EF4-FFF2-40B4-BE49-F238E27FC236}">
                  <a16:creationId xmlns:a16="http://schemas.microsoft.com/office/drawing/2014/main" id="{543B3779-F10F-49C9-906C-1717385920D4}"/>
                </a:ext>
              </a:extLst>
            </p:cNvPr>
            <p:cNvSpPr>
              <a:spLocks noChangeArrowheads="1"/>
            </p:cNvSpPr>
            <p:nvPr/>
          </p:nvSpPr>
          <p:spPr bwMode="auto">
            <a:xfrm>
              <a:off x="676275" y="1457325"/>
              <a:ext cx="7302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24" name="Rectangle 8">
              <a:extLst>
                <a:ext uri="{FF2B5EF4-FFF2-40B4-BE49-F238E27FC236}">
                  <a16:creationId xmlns:a16="http://schemas.microsoft.com/office/drawing/2014/main" id="{B99F8033-B59E-4683-B1E3-6E3D765859C7}"/>
                </a:ext>
              </a:extLst>
            </p:cNvPr>
            <p:cNvSpPr>
              <a:spLocks noChangeArrowheads="1"/>
            </p:cNvSpPr>
            <p:nvPr/>
          </p:nvSpPr>
          <p:spPr bwMode="auto">
            <a:xfrm>
              <a:off x="8050213" y="1227138"/>
              <a:ext cx="11112" cy="41116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25" name="Rectangle 9">
              <a:extLst>
                <a:ext uri="{FF2B5EF4-FFF2-40B4-BE49-F238E27FC236}">
                  <a16:creationId xmlns:a16="http://schemas.microsoft.com/office/drawing/2014/main" id="{AD3E47A2-07BB-4C35-833C-5498318AEA9B}"/>
                </a:ext>
              </a:extLst>
            </p:cNvPr>
            <p:cNvSpPr>
              <a:spLocks noChangeArrowheads="1"/>
            </p:cNvSpPr>
            <p:nvPr/>
          </p:nvSpPr>
          <p:spPr bwMode="auto">
            <a:xfrm>
              <a:off x="8921750" y="1227138"/>
              <a:ext cx="11113" cy="41116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26" name="Rectangle 10">
              <a:extLst>
                <a:ext uri="{FF2B5EF4-FFF2-40B4-BE49-F238E27FC236}">
                  <a16:creationId xmlns:a16="http://schemas.microsoft.com/office/drawing/2014/main" id="{482669FE-5D36-4713-AD4A-666B0C1CCDC9}"/>
                </a:ext>
              </a:extLst>
            </p:cNvPr>
            <p:cNvSpPr>
              <a:spLocks noChangeArrowheads="1"/>
            </p:cNvSpPr>
            <p:nvPr/>
          </p:nvSpPr>
          <p:spPr bwMode="auto">
            <a:xfrm>
              <a:off x="1462088" y="1649413"/>
              <a:ext cx="6583362"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27" name="Rectangle 11">
              <a:extLst>
                <a:ext uri="{FF2B5EF4-FFF2-40B4-BE49-F238E27FC236}">
                  <a16:creationId xmlns:a16="http://schemas.microsoft.com/office/drawing/2014/main" id="{F264442C-66A0-4C79-A633-7D2A58B8B98E}"/>
                </a:ext>
              </a:extLst>
            </p:cNvPr>
            <p:cNvSpPr>
              <a:spLocks noChangeArrowheads="1"/>
            </p:cNvSpPr>
            <p:nvPr/>
          </p:nvSpPr>
          <p:spPr bwMode="auto">
            <a:xfrm>
              <a:off x="547688" y="1638300"/>
              <a:ext cx="11112" cy="4032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28" name="Rectangle 12">
              <a:extLst>
                <a:ext uri="{FF2B5EF4-FFF2-40B4-BE49-F238E27FC236}">
                  <a16:creationId xmlns:a16="http://schemas.microsoft.com/office/drawing/2014/main" id="{83EFA800-D9DC-4876-A13A-7287F4459587}"/>
                </a:ext>
              </a:extLst>
            </p:cNvPr>
            <p:cNvSpPr>
              <a:spLocks noChangeArrowheads="1"/>
            </p:cNvSpPr>
            <p:nvPr/>
          </p:nvSpPr>
          <p:spPr bwMode="auto">
            <a:xfrm>
              <a:off x="4065588" y="1328738"/>
              <a:ext cx="142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Flip-flop inputs</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29" name="Rectangle 13">
              <a:extLst>
                <a:ext uri="{FF2B5EF4-FFF2-40B4-BE49-F238E27FC236}">
                  <a16:creationId xmlns:a16="http://schemas.microsoft.com/office/drawing/2014/main" id="{41562FD0-3B2D-435F-A136-1C2ABB0DB2F2}"/>
                </a:ext>
              </a:extLst>
            </p:cNvPr>
            <p:cNvSpPr>
              <a:spLocks noChangeArrowheads="1"/>
            </p:cNvSpPr>
            <p:nvPr/>
          </p:nvSpPr>
          <p:spPr bwMode="auto">
            <a:xfrm>
              <a:off x="1462088" y="1638300"/>
              <a:ext cx="11112" cy="4032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30" name="Rectangle 14">
              <a:extLst>
                <a:ext uri="{FF2B5EF4-FFF2-40B4-BE49-F238E27FC236}">
                  <a16:creationId xmlns:a16="http://schemas.microsoft.com/office/drawing/2014/main" id="{26580E6B-9549-48C8-8BE2-056533A67231}"/>
                </a:ext>
              </a:extLst>
            </p:cNvPr>
            <p:cNvSpPr>
              <a:spLocks noChangeArrowheads="1"/>
            </p:cNvSpPr>
            <p:nvPr/>
          </p:nvSpPr>
          <p:spPr bwMode="auto">
            <a:xfrm>
              <a:off x="800100" y="1741488"/>
              <a:ext cx="4762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31" name="Rectangle 15">
              <a:extLst>
                <a:ext uri="{FF2B5EF4-FFF2-40B4-BE49-F238E27FC236}">
                  <a16:creationId xmlns:a16="http://schemas.microsoft.com/office/drawing/2014/main" id="{ECAD4178-B21B-4273-92FB-D24977862E20}"/>
                </a:ext>
              </a:extLst>
            </p:cNvPr>
            <p:cNvSpPr>
              <a:spLocks noChangeArrowheads="1"/>
            </p:cNvSpPr>
            <p:nvPr/>
          </p:nvSpPr>
          <p:spPr bwMode="auto">
            <a:xfrm>
              <a:off x="2822575" y="1739900"/>
              <a:ext cx="2095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32" name="Rectangle 16">
              <a:extLst>
                <a:ext uri="{FF2B5EF4-FFF2-40B4-BE49-F238E27FC236}">
                  <a16:creationId xmlns:a16="http://schemas.microsoft.com/office/drawing/2014/main" id="{240A26D5-E880-4E8D-B377-23A2289637AE}"/>
                </a:ext>
              </a:extLst>
            </p:cNvPr>
            <p:cNvSpPr>
              <a:spLocks noChangeArrowheads="1"/>
            </p:cNvSpPr>
            <p:nvPr/>
          </p:nvSpPr>
          <p:spPr bwMode="auto">
            <a:xfrm>
              <a:off x="3051175" y="1739900"/>
              <a:ext cx="185738"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33" name="Rectangle 17">
              <a:extLst>
                <a:ext uri="{FF2B5EF4-FFF2-40B4-BE49-F238E27FC236}">
                  <a16:creationId xmlns:a16="http://schemas.microsoft.com/office/drawing/2014/main" id="{8FA48F96-C99F-44CA-8030-A6862AD2E1CB}"/>
                </a:ext>
              </a:extLst>
            </p:cNvPr>
            <p:cNvSpPr>
              <a:spLocks noChangeArrowheads="1"/>
            </p:cNvSpPr>
            <p:nvPr/>
          </p:nvSpPr>
          <p:spPr bwMode="auto">
            <a:xfrm>
              <a:off x="4745038" y="1638300"/>
              <a:ext cx="11112" cy="4032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34" name="Rectangle 18">
              <a:extLst>
                <a:ext uri="{FF2B5EF4-FFF2-40B4-BE49-F238E27FC236}">
                  <a16:creationId xmlns:a16="http://schemas.microsoft.com/office/drawing/2014/main" id="{47D5584D-E802-4D5D-B0B9-D69F93917EB7}"/>
                </a:ext>
              </a:extLst>
            </p:cNvPr>
            <p:cNvSpPr>
              <a:spLocks noChangeArrowheads="1"/>
            </p:cNvSpPr>
            <p:nvPr/>
          </p:nvSpPr>
          <p:spPr bwMode="auto">
            <a:xfrm>
              <a:off x="3286125" y="1739900"/>
              <a:ext cx="1714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35" name="Rectangle 19">
              <a:extLst>
                <a:ext uri="{FF2B5EF4-FFF2-40B4-BE49-F238E27FC236}">
                  <a16:creationId xmlns:a16="http://schemas.microsoft.com/office/drawing/2014/main" id="{8EA20671-7263-4FE1-AB36-9A9C1610BE55}"/>
                </a:ext>
              </a:extLst>
            </p:cNvPr>
            <p:cNvSpPr>
              <a:spLocks noChangeArrowheads="1"/>
            </p:cNvSpPr>
            <p:nvPr/>
          </p:nvSpPr>
          <p:spPr bwMode="auto">
            <a:xfrm>
              <a:off x="6111875" y="1739900"/>
              <a:ext cx="2095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36" name="Rectangle 20">
              <a:extLst>
                <a:ext uri="{FF2B5EF4-FFF2-40B4-BE49-F238E27FC236}">
                  <a16:creationId xmlns:a16="http://schemas.microsoft.com/office/drawing/2014/main" id="{512A9026-9389-4810-8364-ABFDC91913D9}"/>
                </a:ext>
              </a:extLst>
            </p:cNvPr>
            <p:cNvSpPr>
              <a:spLocks noChangeArrowheads="1"/>
            </p:cNvSpPr>
            <p:nvPr/>
          </p:nvSpPr>
          <p:spPr bwMode="auto">
            <a:xfrm>
              <a:off x="6340475" y="1739900"/>
              <a:ext cx="185738"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37" name="Rectangle 21">
              <a:extLst>
                <a:ext uri="{FF2B5EF4-FFF2-40B4-BE49-F238E27FC236}">
                  <a16:creationId xmlns:a16="http://schemas.microsoft.com/office/drawing/2014/main" id="{58041869-0C0D-43AF-84D5-49B11AB3AB8D}"/>
                </a:ext>
              </a:extLst>
            </p:cNvPr>
            <p:cNvSpPr>
              <a:spLocks noChangeArrowheads="1"/>
            </p:cNvSpPr>
            <p:nvPr/>
          </p:nvSpPr>
          <p:spPr bwMode="auto">
            <a:xfrm>
              <a:off x="8050213" y="1638300"/>
              <a:ext cx="11112" cy="4032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38" name="Rectangle 22">
              <a:extLst>
                <a:ext uri="{FF2B5EF4-FFF2-40B4-BE49-F238E27FC236}">
                  <a16:creationId xmlns:a16="http://schemas.microsoft.com/office/drawing/2014/main" id="{E1543C40-433A-4AF9-82DC-B47041E16F81}"/>
                </a:ext>
              </a:extLst>
            </p:cNvPr>
            <p:cNvSpPr>
              <a:spLocks noChangeArrowheads="1"/>
            </p:cNvSpPr>
            <p:nvPr/>
          </p:nvSpPr>
          <p:spPr bwMode="auto">
            <a:xfrm>
              <a:off x="6577013" y="1739900"/>
              <a:ext cx="1714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39" name="Rectangle 23">
              <a:extLst>
                <a:ext uri="{FF2B5EF4-FFF2-40B4-BE49-F238E27FC236}">
                  <a16:creationId xmlns:a16="http://schemas.microsoft.com/office/drawing/2014/main" id="{5CD0DB2F-72AA-4B63-9964-D78F5FAC766A}"/>
                </a:ext>
              </a:extLst>
            </p:cNvPr>
            <p:cNvSpPr>
              <a:spLocks noChangeArrowheads="1"/>
            </p:cNvSpPr>
            <p:nvPr/>
          </p:nvSpPr>
          <p:spPr bwMode="auto">
            <a:xfrm>
              <a:off x="8921750" y="1638300"/>
              <a:ext cx="11113" cy="4032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40" name="Rectangle 24">
              <a:extLst>
                <a:ext uri="{FF2B5EF4-FFF2-40B4-BE49-F238E27FC236}">
                  <a16:creationId xmlns:a16="http://schemas.microsoft.com/office/drawing/2014/main" id="{C6571067-EF8A-45EF-82A6-FBE1461B29B4}"/>
                </a:ext>
              </a:extLst>
            </p:cNvPr>
            <p:cNvSpPr>
              <a:spLocks noChangeArrowheads="1"/>
            </p:cNvSpPr>
            <p:nvPr/>
          </p:nvSpPr>
          <p:spPr bwMode="auto">
            <a:xfrm>
              <a:off x="1462088" y="2052638"/>
              <a:ext cx="6583362" cy="111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41" name="Rectangle 25">
              <a:extLst>
                <a:ext uri="{FF2B5EF4-FFF2-40B4-BE49-F238E27FC236}">
                  <a16:creationId xmlns:a16="http://schemas.microsoft.com/office/drawing/2014/main" id="{BA06BAAF-496B-4511-9374-58916C9255C7}"/>
                </a:ext>
              </a:extLst>
            </p:cNvPr>
            <p:cNvSpPr>
              <a:spLocks noChangeArrowheads="1"/>
            </p:cNvSpPr>
            <p:nvPr/>
          </p:nvSpPr>
          <p:spPr bwMode="auto">
            <a:xfrm>
              <a:off x="547688" y="2041525"/>
              <a:ext cx="11112"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42" name="Rectangle 26">
              <a:extLst>
                <a:ext uri="{FF2B5EF4-FFF2-40B4-BE49-F238E27FC236}">
                  <a16:creationId xmlns:a16="http://schemas.microsoft.com/office/drawing/2014/main" id="{8D42E874-DCE8-423F-A16C-F0BA488597EC}"/>
                </a:ext>
              </a:extLst>
            </p:cNvPr>
            <p:cNvSpPr>
              <a:spLocks noChangeArrowheads="1"/>
            </p:cNvSpPr>
            <p:nvPr/>
          </p:nvSpPr>
          <p:spPr bwMode="auto">
            <a:xfrm>
              <a:off x="8212138" y="1612900"/>
              <a:ext cx="6159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Count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43" name="Rectangle 27">
              <a:extLst>
                <a:ext uri="{FF2B5EF4-FFF2-40B4-BE49-F238E27FC236}">
                  <a16:creationId xmlns:a16="http://schemas.microsoft.com/office/drawing/2014/main" id="{82C797B6-88F8-46BB-8C38-6D12FA368EB4}"/>
                </a:ext>
              </a:extLst>
            </p:cNvPr>
            <p:cNvSpPr>
              <a:spLocks noChangeArrowheads="1"/>
            </p:cNvSpPr>
            <p:nvPr/>
          </p:nvSpPr>
          <p:spPr bwMode="auto">
            <a:xfrm>
              <a:off x="688975" y="1981200"/>
              <a:ext cx="1587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44" name="Rectangle 28">
              <a:extLst>
                <a:ext uri="{FF2B5EF4-FFF2-40B4-BE49-F238E27FC236}">
                  <a16:creationId xmlns:a16="http://schemas.microsoft.com/office/drawing/2014/main" id="{D5703AFB-616F-4DA6-B915-B557998F22A3}"/>
                </a:ext>
              </a:extLst>
            </p:cNvPr>
            <p:cNvSpPr>
              <a:spLocks noChangeArrowheads="1"/>
            </p:cNvSpPr>
            <p:nvPr/>
          </p:nvSpPr>
          <p:spPr bwMode="auto">
            <a:xfrm>
              <a:off x="800100"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45" name="Rectangle 29">
              <a:extLst>
                <a:ext uri="{FF2B5EF4-FFF2-40B4-BE49-F238E27FC236}">
                  <a16:creationId xmlns:a16="http://schemas.microsoft.com/office/drawing/2014/main" id="{7C551417-9D56-4493-9137-8680DE553703}"/>
                </a:ext>
              </a:extLst>
            </p:cNvPr>
            <p:cNvSpPr>
              <a:spLocks noChangeArrowheads="1"/>
            </p:cNvSpPr>
            <p:nvPr/>
          </p:nvSpPr>
          <p:spPr bwMode="auto">
            <a:xfrm>
              <a:off x="898525" y="1981200"/>
              <a:ext cx="1587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46" name="Rectangle 30">
              <a:extLst>
                <a:ext uri="{FF2B5EF4-FFF2-40B4-BE49-F238E27FC236}">
                  <a16:creationId xmlns:a16="http://schemas.microsoft.com/office/drawing/2014/main" id="{D48F4298-8DEC-40C1-939D-9E696F4A52EE}"/>
                </a:ext>
              </a:extLst>
            </p:cNvPr>
            <p:cNvSpPr>
              <a:spLocks noChangeArrowheads="1"/>
            </p:cNvSpPr>
            <p:nvPr/>
          </p:nvSpPr>
          <p:spPr bwMode="auto">
            <a:xfrm>
              <a:off x="1008063"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47" name="Rectangle 31">
              <a:extLst>
                <a:ext uri="{FF2B5EF4-FFF2-40B4-BE49-F238E27FC236}">
                  <a16:creationId xmlns:a16="http://schemas.microsoft.com/office/drawing/2014/main" id="{EAE4D60A-FCD3-4DCF-A65D-87A1C69EDC6A}"/>
                </a:ext>
              </a:extLst>
            </p:cNvPr>
            <p:cNvSpPr>
              <a:spLocks noChangeArrowheads="1"/>
            </p:cNvSpPr>
            <p:nvPr/>
          </p:nvSpPr>
          <p:spPr bwMode="auto">
            <a:xfrm>
              <a:off x="1108075" y="1981200"/>
              <a:ext cx="1587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48" name="Rectangle 32">
              <a:extLst>
                <a:ext uri="{FF2B5EF4-FFF2-40B4-BE49-F238E27FC236}">
                  <a16:creationId xmlns:a16="http://schemas.microsoft.com/office/drawing/2014/main" id="{E936113C-2577-4105-82E4-459A83D7E68B}"/>
                </a:ext>
              </a:extLst>
            </p:cNvPr>
            <p:cNvSpPr>
              <a:spLocks noChangeArrowheads="1"/>
            </p:cNvSpPr>
            <p:nvPr/>
          </p:nvSpPr>
          <p:spPr bwMode="auto">
            <a:xfrm>
              <a:off x="1462088" y="2041525"/>
              <a:ext cx="11112"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49" name="Rectangle 33">
              <a:extLst>
                <a:ext uri="{FF2B5EF4-FFF2-40B4-BE49-F238E27FC236}">
                  <a16:creationId xmlns:a16="http://schemas.microsoft.com/office/drawing/2014/main" id="{9447F27A-00B8-4892-B37F-B332A58776AC}"/>
                </a:ext>
              </a:extLst>
            </p:cNvPr>
            <p:cNvSpPr>
              <a:spLocks noChangeArrowheads="1"/>
            </p:cNvSpPr>
            <p:nvPr/>
          </p:nvSpPr>
          <p:spPr bwMode="auto">
            <a:xfrm>
              <a:off x="1217613"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50" name="Rectangle 34">
              <a:extLst>
                <a:ext uri="{FF2B5EF4-FFF2-40B4-BE49-F238E27FC236}">
                  <a16:creationId xmlns:a16="http://schemas.microsoft.com/office/drawing/2014/main" id="{27C01775-057F-4E93-8C31-159801DE8497}"/>
                </a:ext>
              </a:extLst>
            </p:cNvPr>
            <p:cNvSpPr>
              <a:spLocks noChangeArrowheads="1"/>
            </p:cNvSpPr>
            <p:nvPr/>
          </p:nvSpPr>
          <p:spPr bwMode="auto">
            <a:xfrm>
              <a:off x="1598613"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51" name="Rectangle 35">
              <a:extLst>
                <a:ext uri="{FF2B5EF4-FFF2-40B4-BE49-F238E27FC236}">
                  <a16:creationId xmlns:a16="http://schemas.microsoft.com/office/drawing/2014/main" id="{17ED062C-4CF1-4A65-A70C-09B07491CC99}"/>
                </a:ext>
              </a:extLst>
            </p:cNvPr>
            <p:cNvSpPr>
              <a:spLocks noChangeArrowheads="1"/>
            </p:cNvSpPr>
            <p:nvPr/>
          </p:nvSpPr>
          <p:spPr bwMode="auto">
            <a:xfrm>
              <a:off x="1725613"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52" name="Rectangle 36">
              <a:extLst>
                <a:ext uri="{FF2B5EF4-FFF2-40B4-BE49-F238E27FC236}">
                  <a16:creationId xmlns:a16="http://schemas.microsoft.com/office/drawing/2014/main" id="{8CB37732-C576-4162-9173-EBFFB4C1ADFB}"/>
                </a:ext>
              </a:extLst>
            </p:cNvPr>
            <p:cNvSpPr>
              <a:spLocks noChangeArrowheads="1"/>
            </p:cNvSpPr>
            <p:nvPr/>
          </p:nvSpPr>
          <p:spPr bwMode="auto">
            <a:xfrm>
              <a:off x="1827213"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53" name="Rectangle 37">
              <a:extLst>
                <a:ext uri="{FF2B5EF4-FFF2-40B4-BE49-F238E27FC236}">
                  <a16:creationId xmlns:a16="http://schemas.microsoft.com/office/drawing/2014/main" id="{F7A2BA09-2022-41EE-AD1E-F3531E0A3C1B}"/>
                </a:ext>
              </a:extLst>
            </p:cNvPr>
            <p:cNvSpPr>
              <a:spLocks noChangeArrowheads="1"/>
            </p:cNvSpPr>
            <p:nvPr/>
          </p:nvSpPr>
          <p:spPr bwMode="auto">
            <a:xfrm>
              <a:off x="1957388"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54" name="Rectangle 38">
              <a:extLst>
                <a:ext uri="{FF2B5EF4-FFF2-40B4-BE49-F238E27FC236}">
                  <a16:creationId xmlns:a16="http://schemas.microsoft.com/office/drawing/2014/main" id="{052829DB-AD0B-48BF-B8C6-DC25D02F5D27}"/>
                </a:ext>
              </a:extLst>
            </p:cNvPr>
            <p:cNvSpPr>
              <a:spLocks noChangeArrowheads="1"/>
            </p:cNvSpPr>
            <p:nvPr/>
          </p:nvSpPr>
          <p:spPr bwMode="auto">
            <a:xfrm>
              <a:off x="2055813"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55" name="Rectangle 39">
              <a:extLst>
                <a:ext uri="{FF2B5EF4-FFF2-40B4-BE49-F238E27FC236}">
                  <a16:creationId xmlns:a16="http://schemas.microsoft.com/office/drawing/2014/main" id="{A6B0EE75-9976-44EB-B3B8-11054740BB53}"/>
                </a:ext>
              </a:extLst>
            </p:cNvPr>
            <p:cNvSpPr>
              <a:spLocks noChangeArrowheads="1"/>
            </p:cNvSpPr>
            <p:nvPr/>
          </p:nvSpPr>
          <p:spPr bwMode="auto">
            <a:xfrm>
              <a:off x="2422525" y="2041525"/>
              <a:ext cx="11113"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56" name="Rectangle 40">
              <a:extLst>
                <a:ext uri="{FF2B5EF4-FFF2-40B4-BE49-F238E27FC236}">
                  <a16:creationId xmlns:a16="http://schemas.microsoft.com/office/drawing/2014/main" id="{E825B6CF-6EFE-4810-95F8-5E0E2709D97F}"/>
                </a:ext>
              </a:extLst>
            </p:cNvPr>
            <p:cNvSpPr>
              <a:spLocks noChangeArrowheads="1"/>
            </p:cNvSpPr>
            <p:nvPr/>
          </p:nvSpPr>
          <p:spPr bwMode="auto">
            <a:xfrm>
              <a:off x="218440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57" name="Rectangle 41">
              <a:extLst>
                <a:ext uri="{FF2B5EF4-FFF2-40B4-BE49-F238E27FC236}">
                  <a16:creationId xmlns:a16="http://schemas.microsoft.com/office/drawing/2014/main" id="{20696985-8991-4C58-8CFC-C567317A5217}"/>
                </a:ext>
              </a:extLst>
            </p:cNvPr>
            <p:cNvSpPr>
              <a:spLocks noChangeArrowheads="1"/>
            </p:cNvSpPr>
            <p:nvPr/>
          </p:nvSpPr>
          <p:spPr bwMode="auto">
            <a:xfrm>
              <a:off x="2551113"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58" name="Rectangle 42">
              <a:extLst>
                <a:ext uri="{FF2B5EF4-FFF2-40B4-BE49-F238E27FC236}">
                  <a16:creationId xmlns:a16="http://schemas.microsoft.com/office/drawing/2014/main" id="{8B375C47-69F6-4AA4-83D7-8F51EB0CF1D3}"/>
                </a:ext>
              </a:extLst>
            </p:cNvPr>
            <p:cNvSpPr>
              <a:spLocks noChangeArrowheads="1"/>
            </p:cNvSpPr>
            <p:nvPr/>
          </p:nvSpPr>
          <p:spPr bwMode="auto">
            <a:xfrm>
              <a:off x="2674938"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59" name="Rectangle 43">
              <a:extLst>
                <a:ext uri="{FF2B5EF4-FFF2-40B4-BE49-F238E27FC236}">
                  <a16:creationId xmlns:a16="http://schemas.microsoft.com/office/drawing/2014/main" id="{F371D57C-025B-4B0E-BEA3-4A65224DFB4F}"/>
                </a:ext>
              </a:extLst>
            </p:cNvPr>
            <p:cNvSpPr>
              <a:spLocks noChangeArrowheads="1"/>
            </p:cNvSpPr>
            <p:nvPr/>
          </p:nvSpPr>
          <p:spPr bwMode="auto">
            <a:xfrm>
              <a:off x="2774950"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60" name="Rectangle 44">
              <a:extLst>
                <a:ext uri="{FF2B5EF4-FFF2-40B4-BE49-F238E27FC236}">
                  <a16:creationId xmlns:a16="http://schemas.microsoft.com/office/drawing/2014/main" id="{DD16E816-BA58-4C69-A6B3-79A01FC151F3}"/>
                </a:ext>
              </a:extLst>
            </p:cNvPr>
            <p:cNvSpPr>
              <a:spLocks noChangeArrowheads="1"/>
            </p:cNvSpPr>
            <p:nvPr/>
          </p:nvSpPr>
          <p:spPr bwMode="auto">
            <a:xfrm>
              <a:off x="2963863"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61" name="Rectangle 45">
              <a:extLst>
                <a:ext uri="{FF2B5EF4-FFF2-40B4-BE49-F238E27FC236}">
                  <a16:creationId xmlns:a16="http://schemas.microsoft.com/office/drawing/2014/main" id="{FD6C355C-DA99-4015-A02E-3BC9C93748BB}"/>
                </a:ext>
              </a:extLst>
            </p:cNvPr>
            <p:cNvSpPr>
              <a:spLocks noChangeArrowheads="1"/>
            </p:cNvSpPr>
            <p:nvPr/>
          </p:nvSpPr>
          <p:spPr bwMode="auto">
            <a:xfrm>
              <a:off x="3332163"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62" name="Rectangle 46">
              <a:extLst>
                <a:ext uri="{FF2B5EF4-FFF2-40B4-BE49-F238E27FC236}">
                  <a16:creationId xmlns:a16="http://schemas.microsoft.com/office/drawing/2014/main" id="{5BEB3951-F2DB-4F53-8B23-E56679A3DA94}"/>
                </a:ext>
              </a:extLst>
            </p:cNvPr>
            <p:cNvSpPr>
              <a:spLocks noChangeArrowheads="1"/>
            </p:cNvSpPr>
            <p:nvPr/>
          </p:nvSpPr>
          <p:spPr bwMode="auto">
            <a:xfrm>
              <a:off x="345440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63" name="Rectangle 47">
              <a:extLst>
                <a:ext uri="{FF2B5EF4-FFF2-40B4-BE49-F238E27FC236}">
                  <a16:creationId xmlns:a16="http://schemas.microsoft.com/office/drawing/2014/main" id="{D8A59E0F-17B4-44DE-9E1D-77B05050B188}"/>
                </a:ext>
              </a:extLst>
            </p:cNvPr>
            <p:cNvSpPr>
              <a:spLocks noChangeArrowheads="1"/>
            </p:cNvSpPr>
            <p:nvPr/>
          </p:nvSpPr>
          <p:spPr bwMode="auto">
            <a:xfrm>
              <a:off x="3554413"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64" name="Rectangle 48">
              <a:extLst>
                <a:ext uri="{FF2B5EF4-FFF2-40B4-BE49-F238E27FC236}">
                  <a16:creationId xmlns:a16="http://schemas.microsoft.com/office/drawing/2014/main" id="{7C13D02B-F7DF-4468-AF77-F659A0E91357}"/>
                </a:ext>
              </a:extLst>
            </p:cNvPr>
            <p:cNvSpPr>
              <a:spLocks noChangeArrowheads="1"/>
            </p:cNvSpPr>
            <p:nvPr/>
          </p:nvSpPr>
          <p:spPr bwMode="auto">
            <a:xfrm>
              <a:off x="3743325"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65" name="Rectangle 49">
              <a:extLst>
                <a:ext uri="{FF2B5EF4-FFF2-40B4-BE49-F238E27FC236}">
                  <a16:creationId xmlns:a16="http://schemas.microsoft.com/office/drawing/2014/main" id="{7DB124D9-FED0-4392-82F2-39510DA76DFC}"/>
                </a:ext>
              </a:extLst>
            </p:cNvPr>
            <p:cNvSpPr>
              <a:spLocks noChangeArrowheads="1"/>
            </p:cNvSpPr>
            <p:nvPr/>
          </p:nvSpPr>
          <p:spPr bwMode="auto">
            <a:xfrm>
              <a:off x="4108450"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66" name="Rectangle 50">
              <a:extLst>
                <a:ext uri="{FF2B5EF4-FFF2-40B4-BE49-F238E27FC236}">
                  <a16:creationId xmlns:a16="http://schemas.microsoft.com/office/drawing/2014/main" id="{18B056AE-74E6-42A6-BB29-0AA166217F30}"/>
                </a:ext>
              </a:extLst>
            </p:cNvPr>
            <p:cNvSpPr>
              <a:spLocks noChangeArrowheads="1"/>
            </p:cNvSpPr>
            <p:nvPr/>
          </p:nvSpPr>
          <p:spPr bwMode="auto">
            <a:xfrm>
              <a:off x="4232275"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67" name="Rectangle 51">
              <a:extLst>
                <a:ext uri="{FF2B5EF4-FFF2-40B4-BE49-F238E27FC236}">
                  <a16:creationId xmlns:a16="http://schemas.microsoft.com/office/drawing/2014/main" id="{DFBB1AE1-3045-427D-82F5-F4D59235AD81}"/>
                </a:ext>
              </a:extLst>
            </p:cNvPr>
            <p:cNvSpPr>
              <a:spLocks noChangeArrowheads="1"/>
            </p:cNvSpPr>
            <p:nvPr/>
          </p:nvSpPr>
          <p:spPr bwMode="auto">
            <a:xfrm>
              <a:off x="4333875"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68" name="Rectangle 52">
              <a:extLst>
                <a:ext uri="{FF2B5EF4-FFF2-40B4-BE49-F238E27FC236}">
                  <a16:creationId xmlns:a16="http://schemas.microsoft.com/office/drawing/2014/main" id="{A02152DA-C6BC-4CA5-9CB9-653275AB5761}"/>
                </a:ext>
              </a:extLst>
            </p:cNvPr>
            <p:cNvSpPr>
              <a:spLocks noChangeArrowheads="1"/>
            </p:cNvSpPr>
            <p:nvPr/>
          </p:nvSpPr>
          <p:spPr bwMode="auto">
            <a:xfrm>
              <a:off x="4745038" y="2041525"/>
              <a:ext cx="11112"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69" name="Rectangle 53">
              <a:extLst>
                <a:ext uri="{FF2B5EF4-FFF2-40B4-BE49-F238E27FC236}">
                  <a16:creationId xmlns:a16="http://schemas.microsoft.com/office/drawing/2014/main" id="{1998ADE4-3110-4558-A39F-44BB3C59E290}"/>
                </a:ext>
              </a:extLst>
            </p:cNvPr>
            <p:cNvSpPr>
              <a:spLocks noChangeArrowheads="1"/>
            </p:cNvSpPr>
            <p:nvPr/>
          </p:nvSpPr>
          <p:spPr bwMode="auto">
            <a:xfrm>
              <a:off x="4524375"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70" name="Rectangle 54">
              <a:extLst>
                <a:ext uri="{FF2B5EF4-FFF2-40B4-BE49-F238E27FC236}">
                  <a16:creationId xmlns:a16="http://schemas.microsoft.com/office/drawing/2014/main" id="{796AD7F3-57BF-4693-A765-C9744EFCB395}"/>
                </a:ext>
              </a:extLst>
            </p:cNvPr>
            <p:cNvSpPr>
              <a:spLocks noChangeArrowheads="1"/>
            </p:cNvSpPr>
            <p:nvPr/>
          </p:nvSpPr>
          <p:spPr bwMode="auto">
            <a:xfrm>
              <a:off x="4887913"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71" name="Rectangle 55">
              <a:extLst>
                <a:ext uri="{FF2B5EF4-FFF2-40B4-BE49-F238E27FC236}">
                  <a16:creationId xmlns:a16="http://schemas.microsoft.com/office/drawing/2014/main" id="{77F3E634-5913-4C73-A762-D21298D4CE4E}"/>
                </a:ext>
              </a:extLst>
            </p:cNvPr>
            <p:cNvSpPr>
              <a:spLocks noChangeArrowheads="1"/>
            </p:cNvSpPr>
            <p:nvPr/>
          </p:nvSpPr>
          <p:spPr bwMode="auto">
            <a:xfrm>
              <a:off x="501650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72" name="Rectangle 56">
              <a:extLst>
                <a:ext uri="{FF2B5EF4-FFF2-40B4-BE49-F238E27FC236}">
                  <a16:creationId xmlns:a16="http://schemas.microsoft.com/office/drawing/2014/main" id="{2064CF12-2074-4493-A8BB-F8F3FD39C5D2}"/>
                </a:ext>
              </a:extLst>
            </p:cNvPr>
            <p:cNvSpPr>
              <a:spLocks noChangeArrowheads="1"/>
            </p:cNvSpPr>
            <p:nvPr/>
          </p:nvSpPr>
          <p:spPr bwMode="auto">
            <a:xfrm>
              <a:off x="5116513"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73" name="Rectangle 57">
              <a:extLst>
                <a:ext uri="{FF2B5EF4-FFF2-40B4-BE49-F238E27FC236}">
                  <a16:creationId xmlns:a16="http://schemas.microsoft.com/office/drawing/2014/main" id="{F75379A4-5422-4DC0-A93C-348E5A4E93A3}"/>
                </a:ext>
              </a:extLst>
            </p:cNvPr>
            <p:cNvSpPr>
              <a:spLocks noChangeArrowheads="1"/>
            </p:cNvSpPr>
            <p:nvPr/>
          </p:nvSpPr>
          <p:spPr bwMode="auto">
            <a:xfrm>
              <a:off x="524510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74" name="Rectangle 58">
              <a:extLst>
                <a:ext uri="{FF2B5EF4-FFF2-40B4-BE49-F238E27FC236}">
                  <a16:creationId xmlns:a16="http://schemas.microsoft.com/office/drawing/2014/main" id="{D6266ED3-A1E0-4568-BA68-9A16E6F298FC}"/>
                </a:ext>
              </a:extLst>
            </p:cNvPr>
            <p:cNvSpPr>
              <a:spLocks noChangeArrowheads="1"/>
            </p:cNvSpPr>
            <p:nvPr/>
          </p:nvSpPr>
          <p:spPr bwMode="auto">
            <a:xfrm>
              <a:off x="5346700"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75" name="Rectangle 59">
              <a:extLst>
                <a:ext uri="{FF2B5EF4-FFF2-40B4-BE49-F238E27FC236}">
                  <a16:creationId xmlns:a16="http://schemas.microsoft.com/office/drawing/2014/main" id="{A3F215BD-2122-4D19-9DE7-15DA380E0A75}"/>
                </a:ext>
              </a:extLst>
            </p:cNvPr>
            <p:cNvSpPr>
              <a:spLocks noChangeArrowheads="1"/>
            </p:cNvSpPr>
            <p:nvPr/>
          </p:nvSpPr>
          <p:spPr bwMode="auto">
            <a:xfrm>
              <a:off x="5705475" y="2041525"/>
              <a:ext cx="11113"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76" name="Rectangle 60">
              <a:extLst>
                <a:ext uri="{FF2B5EF4-FFF2-40B4-BE49-F238E27FC236}">
                  <a16:creationId xmlns:a16="http://schemas.microsoft.com/office/drawing/2014/main" id="{D3990E37-DA0D-4F27-943C-67AEF5402662}"/>
                </a:ext>
              </a:extLst>
            </p:cNvPr>
            <p:cNvSpPr>
              <a:spLocks noChangeArrowheads="1"/>
            </p:cNvSpPr>
            <p:nvPr/>
          </p:nvSpPr>
          <p:spPr bwMode="auto">
            <a:xfrm>
              <a:off x="5475288"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77" name="Rectangle 61">
              <a:extLst>
                <a:ext uri="{FF2B5EF4-FFF2-40B4-BE49-F238E27FC236}">
                  <a16:creationId xmlns:a16="http://schemas.microsoft.com/office/drawing/2014/main" id="{DE14D18E-68D7-439E-8A30-BAA9B86D11A1}"/>
                </a:ext>
              </a:extLst>
            </p:cNvPr>
            <p:cNvSpPr>
              <a:spLocks noChangeArrowheads="1"/>
            </p:cNvSpPr>
            <p:nvPr/>
          </p:nvSpPr>
          <p:spPr bwMode="auto">
            <a:xfrm>
              <a:off x="5843588"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78" name="Rectangle 62">
              <a:extLst>
                <a:ext uri="{FF2B5EF4-FFF2-40B4-BE49-F238E27FC236}">
                  <a16:creationId xmlns:a16="http://schemas.microsoft.com/office/drawing/2014/main" id="{2E6C5B32-6C99-4BA5-AB5C-07D8F14F7248}"/>
                </a:ext>
              </a:extLst>
            </p:cNvPr>
            <p:cNvSpPr>
              <a:spLocks noChangeArrowheads="1"/>
            </p:cNvSpPr>
            <p:nvPr/>
          </p:nvSpPr>
          <p:spPr bwMode="auto">
            <a:xfrm>
              <a:off x="5965825"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79" name="Rectangle 63">
              <a:extLst>
                <a:ext uri="{FF2B5EF4-FFF2-40B4-BE49-F238E27FC236}">
                  <a16:creationId xmlns:a16="http://schemas.microsoft.com/office/drawing/2014/main" id="{BCC3A355-586A-48C4-BFDD-A6FF0D9C307D}"/>
                </a:ext>
              </a:extLst>
            </p:cNvPr>
            <p:cNvSpPr>
              <a:spLocks noChangeArrowheads="1"/>
            </p:cNvSpPr>
            <p:nvPr/>
          </p:nvSpPr>
          <p:spPr bwMode="auto">
            <a:xfrm>
              <a:off x="6065838"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80" name="Rectangle 64">
              <a:extLst>
                <a:ext uri="{FF2B5EF4-FFF2-40B4-BE49-F238E27FC236}">
                  <a16:creationId xmlns:a16="http://schemas.microsoft.com/office/drawing/2014/main" id="{F1233CFD-BADD-416C-A6C6-5A3CB1A169BC}"/>
                </a:ext>
              </a:extLst>
            </p:cNvPr>
            <p:cNvSpPr>
              <a:spLocks noChangeArrowheads="1"/>
            </p:cNvSpPr>
            <p:nvPr/>
          </p:nvSpPr>
          <p:spPr bwMode="auto">
            <a:xfrm>
              <a:off x="625475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81" name="Rectangle 65">
              <a:extLst>
                <a:ext uri="{FF2B5EF4-FFF2-40B4-BE49-F238E27FC236}">
                  <a16:creationId xmlns:a16="http://schemas.microsoft.com/office/drawing/2014/main" id="{2F1C8FD2-FDF3-48DC-B5E0-93F23BDDCAF7}"/>
                </a:ext>
              </a:extLst>
            </p:cNvPr>
            <p:cNvSpPr>
              <a:spLocks noChangeArrowheads="1"/>
            </p:cNvSpPr>
            <p:nvPr/>
          </p:nvSpPr>
          <p:spPr bwMode="auto">
            <a:xfrm>
              <a:off x="6623050"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82" name="Rectangle 66">
              <a:extLst>
                <a:ext uri="{FF2B5EF4-FFF2-40B4-BE49-F238E27FC236}">
                  <a16:creationId xmlns:a16="http://schemas.microsoft.com/office/drawing/2014/main" id="{1F5E4B08-9F11-471C-98FC-AB705822D5C7}"/>
                </a:ext>
              </a:extLst>
            </p:cNvPr>
            <p:cNvSpPr>
              <a:spLocks noChangeArrowheads="1"/>
            </p:cNvSpPr>
            <p:nvPr/>
          </p:nvSpPr>
          <p:spPr bwMode="auto">
            <a:xfrm>
              <a:off x="6745288"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83" name="Rectangle 67">
              <a:extLst>
                <a:ext uri="{FF2B5EF4-FFF2-40B4-BE49-F238E27FC236}">
                  <a16:creationId xmlns:a16="http://schemas.microsoft.com/office/drawing/2014/main" id="{22A28BA5-512D-4548-995E-5DDEAA39EA80}"/>
                </a:ext>
              </a:extLst>
            </p:cNvPr>
            <p:cNvSpPr>
              <a:spLocks noChangeArrowheads="1"/>
            </p:cNvSpPr>
            <p:nvPr/>
          </p:nvSpPr>
          <p:spPr bwMode="auto">
            <a:xfrm>
              <a:off x="6845300"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84" name="Rectangle 68">
              <a:extLst>
                <a:ext uri="{FF2B5EF4-FFF2-40B4-BE49-F238E27FC236}">
                  <a16:creationId xmlns:a16="http://schemas.microsoft.com/office/drawing/2014/main" id="{68F3BDE5-96CA-440A-B76D-2C0C7114AD96}"/>
                </a:ext>
              </a:extLst>
            </p:cNvPr>
            <p:cNvSpPr>
              <a:spLocks noChangeArrowheads="1"/>
            </p:cNvSpPr>
            <p:nvPr/>
          </p:nvSpPr>
          <p:spPr bwMode="auto">
            <a:xfrm>
              <a:off x="703580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85" name="Rectangle 69">
              <a:extLst>
                <a:ext uri="{FF2B5EF4-FFF2-40B4-BE49-F238E27FC236}">
                  <a16:creationId xmlns:a16="http://schemas.microsoft.com/office/drawing/2014/main" id="{A5FBC025-E30E-4FC1-8FF3-C7D9179AE41B}"/>
                </a:ext>
              </a:extLst>
            </p:cNvPr>
            <p:cNvSpPr>
              <a:spLocks noChangeArrowheads="1"/>
            </p:cNvSpPr>
            <p:nvPr/>
          </p:nvSpPr>
          <p:spPr bwMode="auto">
            <a:xfrm>
              <a:off x="7399338"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86" name="Rectangle 70">
              <a:extLst>
                <a:ext uri="{FF2B5EF4-FFF2-40B4-BE49-F238E27FC236}">
                  <a16:creationId xmlns:a16="http://schemas.microsoft.com/office/drawing/2014/main" id="{DBD84AC2-2A70-4705-98FA-C0D858D64685}"/>
                </a:ext>
              </a:extLst>
            </p:cNvPr>
            <p:cNvSpPr>
              <a:spLocks noChangeArrowheads="1"/>
            </p:cNvSpPr>
            <p:nvPr/>
          </p:nvSpPr>
          <p:spPr bwMode="auto">
            <a:xfrm>
              <a:off x="7523163"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87" name="Rectangle 71">
              <a:extLst>
                <a:ext uri="{FF2B5EF4-FFF2-40B4-BE49-F238E27FC236}">
                  <a16:creationId xmlns:a16="http://schemas.microsoft.com/office/drawing/2014/main" id="{98FB7DB9-1A20-47F4-B87F-5CC62C8D1B59}"/>
                </a:ext>
              </a:extLst>
            </p:cNvPr>
            <p:cNvSpPr>
              <a:spLocks noChangeArrowheads="1"/>
            </p:cNvSpPr>
            <p:nvPr/>
          </p:nvSpPr>
          <p:spPr bwMode="auto">
            <a:xfrm>
              <a:off x="7624763"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88" name="Rectangle 72">
              <a:extLst>
                <a:ext uri="{FF2B5EF4-FFF2-40B4-BE49-F238E27FC236}">
                  <a16:creationId xmlns:a16="http://schemas.microsoft.com/office/drawing/2014/main" id="{EDD700C9-1CBB-4A42-8F40-A628AB0FB40D}"/>
                </a:ext>
              </a:extLst>
            </p:cNvPr>
            <p:cNvSpPr>
              <a:spLocks noChangeArrowheads="1"/>
            </p:cNvSpPr>
            <p:nvPr/>
          </p:nvSpPr>
          <p:spPr bwMode="auto">
            <a:xfrm>
              <a:off x="8050213" y="2041525"/>
              <a:ext cx="11112"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89" name="Rectangle 73">
              <a:extLst>
                <a:ext uri="{FF2B5EF4-FFF2-40B4-BE49-F238E27FC236}">
                  <a16:creationId xmlns:a16="http://schemas.microsoft.com/office/drawing/2014/main" id="{84E8A014-8FA5-41B3-B919-0E903A6A7D99}"/>
                </a:ext>
              </a:extLst>
            </p:cNvPr>
            <p:cNvSpPr>
              <a:spLocks noChangeArrowheads="1"/>
            </p:cNvSpPr>
            <p:nvPr/>
          </p:nvSpPr>
          <p:spPr bwMode="auto">
            <a:xfrm>
              <a:off x="7815263"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90" name="Rectangle 74">
              <a:extLst>
                <a:ext uri="{FF2B5EF4-FFF2-40B4-BE49-F238E27FC236}">
                  <a16:creationId xmlns:a16="http://schemas.microsoft.com/office/drawing/2014/main" id="{0CE3966C-D35F-4A1B-A545-B520F752ABB2}"/>
                </a:ext>
              </a:extLst>
            </p:cNvPr>
            <p:cNvSpPr>
              <a:spLocks noChangeArrowheads="1"/>
            </p:cNvSpPr>
            <p:nvPr/>
          </p:nvSpPr>
          <p:spPr bwMode="auto">
            <a:xfrm>
              <a:off x="8178800" y="1981200"/>
              <a:ext cx="146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91" name="Rectangle 75">
              <a:extLst>
                <a:ext uri="{FF2B5EF4-FFF2-40B4-BE49-F238E27FC236}">
                  <a16:creationId xmlns:a16="http://schemas.microsoft.com/office/drawing/2014/main" id="{B6D8B34C-4C44-4020-BA42-7FA571131FE0}"/>
                </a:ext>
              </a:extLst>
            </p:cNvPr>
            <p:cNvSpPr>
              <a:spLocks noChangeArrowheads="1"/>
            </p:cNvSpPr>
            <p:nvPr/>
          </p:nvSpPr>
          <p:spPr bwMode="auto">
            <a:xfrm>
              <a:off x="8283575"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92" name="Rectangle 76">
              <a:extLst>
                <a:ext uri="{FF2B5EF4-FFF2-40B4-BE49-F238E27FC236}">
                  <a16:creationId xmlns:a16="http://schemas.microsoft.com/office/drawing/2014/main" id="{425EA7C2-239D-47C4-A9B0-0D6C8CC932FB}"/>
                </a:ext>
              </a:extLst>
            </p:cNvPr>
            <p:cNvSpPr>
              <a:spLocks noChangeArrowheads="1"/>
            </p:cNvSpPr>
            <p:nvPr/>
          </p:nvSpPr>
          <p:spPr bwMode="auto">
            <a:xfrm>
              <a:off x="8383588" y="1981200"/>
              <a:ext cx="146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93" name="Rectangle 77">
              <a:extLst>
                <a:ext uri="{FF2B5EF4-FFF2-40B4-BE49-F238E27FC236}">
                  <a16:creationId xmlns:a16="http://schemas.microsoft.com/office/drawing/2014/main" id="{31B1F8AE-1AEE-471E-B05C-A60C5A8CE6D4}"/>
                </a:ext>
              </a:extLst>
            </p:cNvPr>
            <p:cNvSpPr>
              <a:spLocks noChangeArrowheads="1"/>
            </p:cNvSpPr>
            <p:nvPr/>
          </p:nvSpPr>
          <p:spPr bwMode="auto">
            <a:xfrm>
              <a:off x="8486775"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94" name="Rectangle 78">
              <a:extLst>
                <a:ext uri="{FF2B5EF4-FFF2-40B4-BE49-F238E27FC236}">
                  <a16:creationId xmlns:a16="http://schemas.microsoft.com/office/drawing/2014/main" id="{83DF9A0D-EF2D-49ED-A212-D000AF1C02ED}"/>
                </a:ext>
              </a:extLst>
            </p:cNvPr>
            <p:cNvSpPr>
              <a:spLocks noChangeArrowheads="1"/>
            </p:cNvSpPr>
            <p:nvPr/>
          </p:nvSpPr>
          <p:spPr bwMode="auto">
            <a:xfrm>
              <a:off x="8586788" y="1981200"/>
              <a:ext cx="146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95" name="Rectangle 79">
              <a:extLst>
                <a:ext uri="{FF2B5EF4-FFF2-40B4-BE49-F238E27FC236}">
                  <a16:creationId xmlns:a16="http://schemas.microsoft.com/office/drawing/2014/main" id="{FE7651FB-5D7D-44C0-B634-856EA6A664AC}"/>
                </a:ext>
              </a:extLst>
            </p:cNvPr>
            <p:cNvSpPr>
              <a:spLocks noChangeArrowheads="1"/>
            </p:cNvSpPr>
            <p:nvPr/>
          </p:nvSpPr>
          <p:spPr bwMode="auto">
            <a:xfrm>
              <a:off x="8921750" y="2041525"/>
              <a:ext cx="11113"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96" name="Rectangle 80">
              <a:extLst>
                <a:ext uri="{FF2B5EF4-FFF2-40B4-BE49-F238E27FC236}">
                  <a16:creationId xmlns:a16="http://schemas.microsoft.com/office/drawing/2014/main" id="{138A9969-EEFE-4DA3-9A20-8930F4E15DE9}"/>
                </a:ext>
              </a:extLst>
            </p:cNvPr>
            <p:cNvSpPr>
              <a:spLocks noChangeArrowheads="1"/>
            </p:cNvSpPr>
            <p:nvPr/>
          </p:nvSpPr>
          <p:spPr bwMode="auto">
            <a:xfrm>
              <a:off x="547688" y="2454275"/>
              <a:ext cx="8382000"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97" name="Rectangle 81">
              <a:extLst>
                <a:ext uri="{FF2B5EF4-FFF2-40B4-BE49-F238E27FC236}">
                  <a16:creationId xmlns:a16="http://schemas.microsoft.com/office/drawing/2014/main" id="{BBF3D99E-198B-4FB8-B49F-FFABA08AD391}"/>
                </a:ext>
              </a:extLst>
            </p:cNvPr>
            <p:cNvSpPr>
              <a:spLocks noChangeArrowheads="1"/>
            </p:cNvSpPr>
            <p:nvPr/>
          </p:nvSpPr>
          <p:spPr bwMode="auto">
            <a:xfrm>
              <a:off x="8691563"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98" name="Rectangle 82">
              <a:extLst>
                <a:ext uri="{FF2B5EF4-FFF2-40B4-BE49-F238E27FC236}">
                  <a16:creationId xmlns:a16="http://schemas.microsoft.com/office/drawing/2014/main" id="{9019C9AA-E151-4FA1-832F-D6CE51B03A36}"/>
                </a:ext>
              </a:extLst>
            </p:cNvPr>
            <p:cNvSpPr>
              <a:spLocks noChangeArrowheads="1"/>
            </p:cNvSpPr>
            <p:nvPr/>
          </p:nvSpPr>
          <p:spPr bwMode="auto">
            <a:xfrm>
              <a:off x="547688" y="2446338"/>
              <a:ext cx="11112"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99" name="Rectangle 83">
              <a:extLst>
                <a:ext uri="{FF2B5EF4-FFF2-40B4-BE49-F238E27FC236}">
                  <a16:creationId xmlns:a16="http://schemas.microsoft.com/office/drawing/2014/main" id="{6DF25075-38C7-4CE4-A983-F0F00F1DD333}"/>
                </a:ext>
              </a:extLst>
            </p:cNvPr>
            <p:cNvSpPr>
              <a:spLocks noChangeArrowheads="1"/>
            </p:cNvSpPr>
            <p:nvPr/>
          </p:nvSpPr>
          <p:spPr bwMode="auto">
            <a:xfrm>
              <a:off x="246063" y="2536825"/>
              <a:ext cx="2222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00" name="Rectangle 84">
              <a:extLst>
                <a:ext uri="{FF2B5EF4-FFF2-40B4-BE49-F238E27FC236}">
                  <a16:creationId xmlns:a16="http://schemas.microsoft.com/office/drawing/2014/main" id="{1DE26E77-2368-4869-BC61-6DB74C82909C}"/>
                </a:ext>
              </a:extLst>
            </p:cNvPr>
            <p:cNvSpPr>
              <a:spLocks noChangeArrowheads="1"/>
            </p:cNvSpPr>
            <p:nvPr/>
          </p:nvSpPr>
          <p:spPr bwMode="auto">
            <a:xfrm>
              <a:off x="1462088" y="2446338"/>
              <a:ext cx="11112"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01" name="Rectangle 85">
              <a:extLst>
                <a:ext uri="{FF2B5EF4-FFF2-40B4-BE49-F238E27FC236}">
                  <a16:creationId xmlns:a16="http://schemas.microsoft.com/office/drawing/2014/main" id="{6D0CD2BD-AFCA-49CD-8B8E-9D7E00E387BB}"/>
                </a:ext>
              </a:extLst>
            </p:cNvPr>
            <p:cNvSpPr>
              <a:spLocks noChangeArrowheads="1"/>
            </p:cNvSpPr>
            <p:nvPr/>
          </p:nvSpPr>
          <p:spPr bwMode="auto">
            <a:xfrm>
              <a:off x="836613" y="25352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02" name="Rectangle 86">
              <a:extLst>
                <a:ext uri="{FF2B5EF4-FFF2-40B4-BE49-F238E27FC236}">
                  <a16:creationId xmlns:a16="http://schemas.microsoft.com/office/drawing/2014/main" id="{79807687-0ABA-415F-82CB-03F095528BFF}"/>
                </a:ext>
              </a:extLst>
            </p:cNvPr>
            <p:cNvSpPr>
              <a:spLocks noChangeArrowheads="1"/>
            </p:cNvSpPr>
            <p:nvPr/>
          </p:nvSpPr>
          <p:spPr bwMode="auto">
            <a:xfrm>
              <a:off x="2422525" y="2446338"/>
              <a:ext cx="11113"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03" name="Rectangle 87">
              <a:extLst>
                <a:ext uri="{FF2B5EF4-FFF2-40B4-BE49-F238E27FC236}">
                  <a16:creationId xmlns:a16="http://schemas.microsoft.com/office/drawing/2014/main" id="{F1B1183E-B694-4633-B3A6-40DBA2DC4060}"/>
                </a:ext>
              </a:extLst>
            </p:cNvPr>
            <p:cNvSpPr>
              <a:spLocks noChangeArrowheads="1"/>
            </p:cNvSpPr>
            <p:nvPr/>
          </p:nvSpPr>
          <p:spPr bwMode="auto">
            <a:xfrm>
              <a:off x="1771650" y="25352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04" name="Rectangle 88">
              <a:extLst>
                <a:ext uri="{FF2B5EF4-FFF2-40B4-BE49-F238E27FC236}">
                  <a16:creationId xmlns:a16="http://schemas.microsoft.com/office/drawing/2014/main" id="{4B39ED6E-CDDD-4B09-8AA7-312D7B63292A}"/>
                </a:ext>
              </a:extLst>
            </p:cNvPr>
            <p:cNvSpPr>
              <a:spLocks noChangeArrowheads="1"/>
            </p:cNvSpPr>
            <p:nvPr/>
          </p:nvSpPr>
          <p:spPr bwMode="auto">
            <a:xfrm>
              <a:off x="2686050"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05" name="Rectangle 89">
              <a:extLst>
                <a:ext uri="{FF2B5EF4-FFF2-40B4-BE49-F238E27FC236}">
                  <a16:creationId xmlns:a16="http://schemas.microsoft.com/office/drawing/2014/main" id="{DDF1C514-49F9-4B80-AB58-F72F6571544D}"/>
                </a:ext>
              </a:extLst>
            </p:cNvPr>
            <p:cNvSpPr>
              <a:spLocks noChangeArrowheads="1"/>
            </p:cNvSpPr>
            <p:nvPr/>
          </p:nvSpPr>
          <p:spPr bwMode="auto">
            <a:xfrm>
              <a:off x="3465513"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06" name="Rectangle 90">
              <a:extLst>
                <a:ext uri="{FF2B5EF4-FFF2-40B4-BE49-F238E27FC236}">
                  <a16:creationId xmlns:a16="http://schemas.microsoft.com/office/drawing/2014/main" id="{AB31D156-1C29-4539-9A97-F9D197C74E0A}"/>
                </a:ext>
              </a:extLst>
            </p:cNvPr>
            <p:cNvSpPr>
              <a:spLocks noChangeArrowheads="1"/>
            </p:cNvSpPr>
            <p:nvPr/>
          </p:nvSpPr>
          <p:spPr bwMode="auto">
            <a:xfrm>
              <a:off x="4745038" y="2446338"/>
              <a:ext cx="11112"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07" name="Rectangle 91">
              <a:extLst>
                <a:ext uri="{FF2B5EF4-FFF2-40B4-BE49-F238E27FC236}">
                  <a16:creationId xmlns:a16="http://schemas.microsoft.com/office/drawing/2014/main" id="{56D2700F-FC30-4148-B633-1CBD142220D3}"/>
                </a:ext>
              </a:extLst>
            </p:cNvPr>
            <p:cNvSpPr>
              <a:spLocks noChangeArrowheads="1"/>
            </p:cNvSpPr>
            <p:nvPr/>
          </p:nvSpPr>
          <p:spPr bwMode="auto">
            <a:xfrm>
              <a:off x="4244975"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08" name="Rectangle 92">
              <a:extLst>
                <a:ext uri="{FF2B5EF4-FFF2-40B4-BE49-F238E27FC236}">
                  <a16:creationId xmlns:a16="http://schemas.microsoft.com/office/drawing/2014/main" id="{4AC2137C-068A-4ECF-A38A-7FFE44E15647}"/>
                </a:ext>
              </a:extLst>
            </p:cNvPr>
            <p:cNvSpPr>
              <a:spLocks noChangeArrowheads="1"/>
            </p:cNvSpPr>
            <p:nvPr/>
          </p:nvSpPr>
          <p:spPr bwMode="auto">
            <a:xfrm>
              <a:off x="5705475" y="2446338"/>
              <a:ext cx="11113"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09" name="Rectangle 93">
              <a:extLst>
                <a:ext uri="{FF2B5EF4-FFF2-40B4-BE49-F238E27FC236}">
                  <a16:creationId xmlns:a16="http://schemas.microsoft.com/office/drawing/2014/main" id="{ABA62100-E1BC-478A-B936-3C682A183979}"/>
                </a:ext>
              </a:extLst>
            </p:cNvPr>
            <p:cNvSpPr>
              <a:spLocks noChangeArrowheads="1"/>
            </p:cNvSpPr>
            <p:nvPr/>
          </p:nvSpPr>
          <p:spPr bwMode="auto">
            <a:xfrm>
              <a:off x="5054600" y="25352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10" name="Rectangle 94">
              <a:extLst>
                <a:ext uri="{FF2B5EF4-FFF2-40B4-BE49-F238E27FC236}">
                  <a16:creationId xmlns:a16="http://schemas.microsoft.com/office/drawing/2014/main" id="{63709233-638D-4D17-88D9-CEAD35472FD5}"/>
                </a:ext>
              </a:extLst>
            </p:cNvPr>
            <p:cNvSpPr>
              <a:spLocks noChangeArrowheads="1"/>
            </p:cNvSpPr>
            <p:nvPr/>
          </p:nvSpPr>
          <p:spPr bwMode="auto">
            <a:xfrm>
              <a:off x="5970588"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11" name="Rectangle 95">
              <a:extLst>
                <a:ext uri="{FF2B5EF4-FFF2-40B4-BE49-F238E27FC236}">
                  <a16:creationId xmlns:a16="http://schemas.microsoft.com/office/drawing/2014/main" id="{0471D1AB-0434-4F1C-8C14-042EE956D6C1}"/>
                </a:ext>
              </a:extLst>
            </p:cNvPr>
            <p:cNvSpPr>
              <a:spLocks noChangeArrowheads="1"/>
            </p:cNvSpPr>
            <p:nvPr/>
          </p:nvSpPr>
          <p:spPr bwMode="auto">
            <a:xfrm>
              <a:off x="6748463"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12" name="Rectangle 96">
              <a:extLst>
                <a:ext uri="{FF2B5EF4-FFF2-40B4-BE49-F238E27FC236}">
                  <a16:creationId xmlns:a16="http://schemas.microsoft.com/office/drawing/2014/main" id="{178B9003-8D65-43EE-80F8-71D9F4454B2E}"/>
                </a:ext>
              </a:extLst>
            </p:cNvPr>
            <p:cNvSpPr>
              <a:spLocks noChangeArrowheads="1"/>
            </p:cNvSpPr>
            <p:nvPr/>
          </p:nvSpPr>
          <p:spPr bwMode="auto">
            <a:xfrm>
              <a:off x="8050213" y="2446338"/>
              <a:ext cx="11112"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13" name="Rectangle 97">
              <a:extLst>
                <a:ext uri="{FF2B5EF4-FFF2-40B4-BE49-F238E27FC236}">
                  <a16:creationId xmlns:a16="http://schemas.microsoft.com/office/drawing/2014/main" id="{670A1C6A-C3F1-402A-82DA-72D27D243C62}"/>
                </a:ext>
              </a:extLst>
            </p:cNvPr>
            <p:cNvSpPr>
              <a:spLocks noChangeArrowheads="1"/>
            </p:cNvSpPr>
            <p:nvPr/>
          </p:nvSpPr>
          <p:spPr bwMode="auto">
            <a:xfrm>
              <a:off x="7526338"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14" name="Rectangle 98">
              <a:extLst>
                <a:ext uri="{FF2B5EF4-FFF2-40B4-BE49-F238E27FC236}">
                  <a16:creationId xmlns:a16="http://schemas.microsoft.com/office/drawing/2014/main" id="{8F800DB5-5535-4DC2-8650-11B662617F40}"/>
                </a:ext>
              </a:extLst>
            </p:cNvPr>
            <p:cNvSpPr>
              <a:spLocks noChangeArrowheads="1"/>
            </p:cNvSpPr>
            <p:nvPr/>
          </p:nvSpPr>
          <p:spPr bwMode="auto">
            <a:xfrm>
              <a:off x="8921750" y="2446338"/>
              <a:ext cx="11113"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15" name="Rectangle 99">
              <a:extLst>
                <a:ext uri="{FF2B5EF4-FFF2-40B4-BE49-F238E27FC236}">
                  <a16:creationId xmlns:a16="http://schemas.microsoft.com/office/drawing/2014/main" id="{FEA6F60B-7EE5-4A44-98E9-D0AB25AC043C}"/>
                </a:ext>
              </a:extLst>
            </p:cNvPr>
            <p:cNvSpPr>
              <a:spLocks noChangeArrowheads="1"/>
            </p:cNvSpPr>
            <p:nvPr/>
          </p:nvSpPr>
          <p:spPr bwMode="auto">
            <a:xfrm>
              <a:off x="8297863" y="25352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16" name="Rectangle 100">
              <a:extLst>
                <a:ext uri="{FF2B5EF4-FFF2-40B4-BE49-F238E27FC236}">
                  <a16:creationId xmlns:a16="http://schemas.microsoft.com/office/drawing/2014/main" id="{8BD5FC8C-3D0A-4BA0-87D5-37F8834BF1EF}"/>
                </a:ext>
              </a:extLst>
            </p:cNvPr>
            <p:cNvSpPr>
              <a:spLocks noChangeArrowheads="1"/>
            </p:cNvSpPr>
            <p:nvPr/>
          </p:nvSpPr>
          <p:spPr bwMode="auto">
            <a:xfrm>
              <a:off x="547688" y="2800350"/>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17" name="Rectangle 101">
              <a:extLst>
                <a:ext uri="{FF2B5EF4-FFF2-40B4-BE49-F238E27FC236}">
                  <a16:creationId xmlns:a16="http://schemas.microsoft.com/office/drawing/2014/main" id="{BC44ECDE-6B91-48C3-9BC3-D7DE998F3BC8}"/>
                </a:ext>
              </a:extLst>
            </p:cNvPr>
            <p:cNvSpPr>
              <a:spLocks noChangeArrowheads="1"/>
            </p:cNvSpPr>
            <p:nvPr/>
          </p:nvSpPr>
          <p:spPr bwMode="auto">
            <a:xfrm>
              <a:off x="260350" y="2805113"/>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18" name="Rectangle 102">
              <a:extLst>
                <a:ext uri="{FF2B5EF4-FFF2-40B4-BE49-F238E27FC236}">
                  <a16:creationId xmlns:a16="http://schemas.microsoft.com/office/drawing/2014/main" id="{CDFD0124-6165-4DE5-AB1E-AB02B916A71B}"/>
                </a:ext>
              </a:extLst>
            </p:cNvPr>
            <p:cNvSpPr>
              <a:spLocks noChangeArrowheads="1"/>
            </p:cNvSpPr>
            <p:nvPr/>
          </p:nvSpPr>
          <p:spPr bwMode="auto">
            <a:xfrm>
              <a:off x="1462088" y="2800350"/>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19" name="Rectangle 103">
              <a:extLst>
                <a:ext uri="{FF2B5EF4-FFF2-40B4-BE49-F238E27FC236}">
                  <a16:creationId xmlns:a16="http://schemas.microsoft.com/office/drawing/2014/main" id="{AE814C75-8D38-4A09-89C1-C2056ED1959C}"/>
                </a:ext>
              </a:extLst>
            </p:cNvPr>
            <p:cNvSpPr>
              <a:spLocks noChangeArrowheads="1"/>
            </p:cNvSpPr>
            <p:nvPr/>
          </p:nvSpPr>
          <p:spPr bwMode="auto">
            <a:xfrm>
              <a:off x="838200" y="28035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20" name="Rectangle 104">
              <a:extLst>
                <a:ext uri="{FF2B5EF4-FFF2-40B4-BE49-F238E27FC236}">
                  <a16:creationId xmlns:a16="http://schemas.microsoft.com/office/drawing/2014/main" id="{776A5939-AE83-4228-BB4C-D888B5093352}"/>
                </a:ext>
              </a:extLst>
            </p:cNvPr>
            <p:cNvSpPr>
              <a:spLocks noChangeArrowheads="1"/>
            </p:cNvSpPr>
            <p:nvPr/>
          </p:nvSpPr>
          <p:spPr bwMode="auto">
            <a:xfrm>
              <a:off x="2422525" y="2800350"/>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21" name="Rectangle 105">
              <a:extLst>
                <a:ext uri="{FF2B5EF4-FFF2-40B4-BE49-F238E27FC236}">
                  <a16:creationId xmlns:a16="http://schemas.microsoft.com/office/drawing/2014/main" id="{E037A7FC-F078-46C3-8569-469AD1A20FF1}"/>
                </a:ext>
              </a:extLst>
            </p:cNvPr>
            <p:cNvSpPr>
              <a:spLocks noChangeArrowheads="1"/>
            </p:cNvSpPr>
            <p:nvPr/>
          </p:nvSpPr>
          <p:spPr bwMode="auto">
            <a:xfrm>
              <a:off x="1771650" y="28035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22" name="Rectangle 106">
              <a:extLst>
                <a:ext uri="{FF2B5EF4-FFF2-40B4-BE49-F238E27FC236}">
                  <a16:creationId xmlns:a16="http://schemas.microsoft.com/office/drawing/2014/main" id="{A588116A-8C2E-4888-9084-520B86732613}"/>
                </a:ext>
              </a:extLst>
            </p:cNvPr>
            <p:cNvSpPr>
              <a:spLocks noChangeArrowheads="1"/>
            </p:cNvSpPr>
            <p:nvPr/>
          </p:nvSpPr>
          <p:spPr bwMode="auto">
            <a:xfrm>
              <a:off x="2686050"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23" name="Rectangle 107">
              <a:extLst>
                <a:ext uri="{FF2B5EF4-FFF2-40B4-BE49-F238E27FC236}">
                  <a16:creationId xmlns:a16="http://schemas.microsoft.com/office/drawing/2014/main" id="{6A797CDE-ACE8-4580-A95D-F52D580B941F}"/>
                </a:ext>
              </a:extLst>
            </p:cNvPr>
            <p:cNvSpPr>
              <a:spLocks noChangeArrowheads="1"/>
            </p:cNvSpPr>
            <p:nvPr/>
          </p:nvSpPr>
          <p:spPr bwMode="auto">
            <a:xfrm>
              <a:off x="3465513"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24" name="Rectangle 108">
              <a:extLst>
                <a:ext uri="{FF2B5EF4-FFF2-40B4-BE49-F238E27FC236}">
                  <a16:creationId xmlns:a16="http://schemas.microsoft.com/office/drawing/2014/main" id="{EE9749B3-5B09-4342-8C5A-B2F4F709644B}"/>
                </a:ext>
              </a:extLst>
            </p:cNvPr>
            <p:cNvSpPr>
              <a:spLocks noChangeArrowheads="1"/>
            </p:cNvSpPr>
            <p:nvPr/>
          </p:nvSpPr>
          <p:spPr bwMode="auto">
            <a:xfrm>
              <a:off x="4745038" y="2800350"/>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25" name="Rectangle 109">
              <a:extLst>
                <a:ext uri="{FF2B5EF4-FFF2-40B4-BE49-F238E27FC236}">
                  <a16:creationId xmlns:a16="http://schemas.microsoft.com/office/drawing/2014/main" id="{2AEFB6FC-6543-4DF1-9B51-DFB8AC1CBBF9}"/>
                </a:ext>
              </a:extLst>
            </p:cNvPr>
            <p:cNvSpPr>
              <a:spLocks noChangeArrowheads="1"/>
            </p:cNvSpPr>
            <p:nvPr/>
          </p:nvSpPr>
          <p:spPr bwMode="auto">
            <a:xfrm>
              <a:off x="4244975"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26" name="Rectangle 110">
              <a:extLst>
                <a:ext uri="{FF2B5EF4-FFF2-40B4-BE49-F238E27FC236}">
                  <a16:creationId xmlns:a16="http://schemas.microsoft.com/office/drawing/2014/main" id="{679B950B-6B14-41CB-A9B6-40B6C3CB98DC}"/>
                </a:ext>
              </a:extLst>
            </p:cNvPr>
            <p:cNvSpPr>
              <a:spLocks noChangeArrowheads="1"/>
            </p:cNvSpPr>
            <p:nvPr/>
          </p:nvSpPr>
          <p:spPr bwMode="auto">
            <a:xfrm>
              <a:off x="5705475" y="2800350"/>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27" name="Rectangle 111">
              <a:extLst>
                <a:ext uri="{FF2B5EF4-FFF2-40B4-BE49-F238E27FC236}">
                  <a16:creationId xmlns:a16="http://schemas.microsoft.com/office/drawing/2014/main" id="{0ECE1705-8DE2-4CA7-A6D6-77D78B57D34C}"/>
                </a:ext>
              </a:extLst>
            </p:cNvPr>
            <p:cNvSpPr>
              <a:spLocks noChangeArrowheads="1"/>
            </p:cNvSpPr>
            <p:nvPr/>
          </p:nvSpPr>
          <p:spPr bwMode="auto">
            <a:xfrm>
              <a:off x="5056188" y="28035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28" name="Rectangle 112">
              <a:extLst>
                <a:ext uri="{FF2B5EF4-FFF2-40B4-BE49-F238E27FC236}">
                  <a16:creationId xmlns:a16="http://schemas.microsoft.com/office/drawing/2014/main" id="{7FC4998F-7CCF-4A14-AE78-3BECFB84B767}"/>
                </a:ext>
              </a:extLst>
            </p:cNvPr>
            <p:cNvSpPr>
              <a:spLocks noChangeArrowheads="1"/>
            </p:cNvSpPr>
            <p:nvPr/>
          </p:nvSpPr>
          <p:spPr bwMode="auto">
            <a:xfrm>
              <a:off x="5972175"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29" name="Rectangle 113">
              <a:extLst>
                <a:ext uri="{FF2B5EF4-FFF2-40B4-BE49-F238E27FC236}">
                  <a16:creationId xmlns:a16="http://schemas.microsoft.com/office/drawing/2014/main" id="{80B51D72-A7E1-488D-BBC8-BA1053DF4FF2}"/>
                </a:ext>
              </a:extLst>
            </p:cNvPr>
            <p:cNvSpPr>
              <a:spLocks noChangeArrowheads="1"/>
            </p:cNvSpPr>
            <p:nvPr/>
          </p:nvSpPr>
          <p:spPr bwMode="auto">
            <a:xfrm>
              <a:off x="6750050"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30" name="Rectangle 114">
              <a:extLst>
                <a:ext uri="{FF2B5EF4-FFF2-40B4-BE49-F238E27FC236}">
                  <a16:creationId xmlns:a16="http://schemas.microsoft.com/office/drawing/2014/main" id="{99C66676-28CC-40D5-9A10-BAD9E2DBD552}"/>
                </a:ext>
              </a:extLst>
            </p:cNvPr>
            <p:cNvSpPr>
              <a:spLocks noChangeArrowheads="1"/>
            </p:cNvSpPr>
            <p:nvPr/>
          </p:nvSpPr>
          <p:spPr bwMode="auto">
            <a:xfrm>
              <a:off x="8050213" y="2800350"/>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31" name="Rectangle 115">
              <a:extLst>
                <a:ext uri="{FF2B5EF4-FFF2-40B4-BE49-F238E27FC236}">
                  <a16:creationId xmlns:a16="http://schemas.microsoft.com/office/drawing/2014/main" id="{639EA62D-03AF-48D4-AF3B-E39C02F3B4AE}"/>
                </a:ext>
              </a:extLst>
            </p:cNvPr>
            <p:cNvSpPr>
              <a:spLocks noChangeArrowheads="1"/>
            </p:cNvSpPr>
            <p:nvPr/>
          </p:nvSpPr>
          <p:spPr bwMode="auto">
            <a:xfrm>
              <a:off x="7526338"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32" name="Rectangle 116">
              <a:extLst>
                <a:ext uri="{FF2B5EF4-FFF2-40B4-BE49-F238E27FC236}">
                  <a16:creationId xmlns:a16="http://schemas.microsoft.com/office/drawing/2014/main" id="{DE75B9D1-7DDF-4F8F-AB9E-3EAE59050664}"/>
                </a:ext>
              </a:extLst>
            </p:cNvPr>
            <p:cNvSpPr>
              <a:spLocks noChangeArrowheads="1"/>
            </p:cNvSpPr>
            <p:nvPr/>
          </p:nvSpPr>
          <p:spPr bwMode="auto">
            <a:xfrm>
              <a:off x="8921750" y="2800350"/>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33" name="Rectangle 117">
              <a:extLst>
                <a:ext uri="{FF2B5EF4-FFF2-40B4-BE49-F238E27FC236}">
                  <a16:creationId xmlns:a16="http://schemas.microsoft.com/office/drawing/2014/main" id="{49FE9755-F331-4919-93BB-5842DFC72562}"/>
                </a:ext>
              </a:extLst>
            </p:cNvPr>
            <p:cNvSpPr>
              <a:spLocks noChangeArrowheads="1"/>
            </p:cNvSpPr>
            <p:nvPr/>
          </p:nvSpPr>
          <p:spPr bwMode="auto">
            <a:xfrm>
              <a:off x="8299450" y="28035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34" name="Rectangle 118">
              <a:extLst>
                <a:ext uri="{FF2B5EF4-FFF2-40B4-BE49-F238E27FC236}">
                  <a16:creationId xmlns:a16="http://schemas.microsoft.com/office/drawing/2014/main" id="{EF028A00-F8A7-4B49-B1B4-2F8B72059F00}"/>
                </a:ext>
              </a:extLst>
            </p:cNvPr>
            <p:cNvSpPr>
              <a:spLocks noChangeArrowheads="1"/>
            </p:cNvSpPr>
            <p:nvPr/>
          </p:nvSpPr>
          <p:spPr bwMode="auto">
            <a:xfrm>
              <a:off x="547688" y="3067050"/>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35" name="Rectangle 119">
              <a:extLst>
                <a:ext uri="{FF2B5EF4-FFF2-40B4-BE49-F238E27FC236}">
                  <a16:creationId xmlns:a16="http://schemas.microsoft.com/office/drawing/2014/main" id="{0FFECB89-DF24-4E83-AAB3-7A85498BBB61}"/>
                </a:ext>
              </a:extLst>
            </p:cNvPr>
            <p:cNvSpPr>
              <a:spLocks noChangeArrowheads="1"/>
            </p:cNvSpPr>
            <p:nvPr/>
          </p:nvSpPr>
          <p:spPr bwMode="auto">
            <a:xfrm>
              <a:off x="260350" y="3070225"/>
              <a:ext cx="2095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36" name="Rectangle 120">
              <a:extLst>
                <a:ext uri="{FF2B5EF4-FFF2-40B4-BE49-F238E27FC236}">
                  <a16:creationId xmlns:a16="http://schemas.microsoft.com/office/drawing/2014/main" id="{7018F96A-5D9F-4C6D-B277-E72F9B0625CB}"/>
                </a:ext>
              </a:extLst>
            </p:cNvPr>
            <p:cNvSpPr>
              <a:spLocks noChangeArrowheads="1"/>
            </p:cNvSpPr>
            <p:nvPr/>
          </p:nvSpPr>
          <p:spPr bwMode="auto">
            <a:xfrm>
              <a:off x="1462088" y="3067050"/>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37" name="Rectangle 121">
              <a:extLst>
                <a:ext uri="{FF2B5EF4-FFF2-40B4-BE49-F238E27FC236}">
                  <a16:creationId xmlns:a16="http://schemas.microsoft.com/office/drawing/2014/main" id="{B2092051-BD4E-43C0-BCDA-35604235ACBF}"/>
                </a:ext>
              </a:extLst>
            </p:cNvPr>
            <p:cNvSpPr>
              <a:spLocks noChangeArrowheads="1"/>
            </p:cNvSpPr>
            <p:nvPr/>
          </p:nvSpPr>
          <p:spPr bwMode="auto">
            <a:xfrm>
              <a:off x="838200" y="30686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38" name="Rectangle 122">
              <a:extLst>
                <a:ext uri="{FF2B5EF4-FFF2-40B4-BE49-F238E27FC236}">
                  <a16:creationId xmlns:a16="http://schemas.microsoft.com/office/drawing/2014/main" id="{B3F302D6-746A-4403-BC4C-93AFBEA89B86}"/>
                </a:ext>
              </a:extLst>
            </p:cNvPr>
            <p:cNvSpPr>
              <a:spLocks noChangeArrowheads="1"/>
            </p:cNvSpPr>
            <p:nvPr/>
          </p:nvSpPr>
          <p:spPr bwMode="auto">
            <a:xfrm>
              <a:off x="2422525" y="3067050"/>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39" name="Rectangle 123">
              <a:extLst>
                <a:ext uri="{FF2B5EF4-FFF2-40B4-BE49-F238E27FC236}">
                  <a16:creationId xmlns:a16="http://schemas.microsoft.com/office/drawing/2014/main" id="{FCD59A07-D42B-4CE3-97B3-2E1AFB9DA408}"/>
                </a:ext>
              </a:extLst>
            </p:cNvPr>
            <p:cNvSpPr>
              <a:spLocks noChangeArrowheads="1"/>
            </p:cNvSpPr>
            <p:nvPr/>
          </p:nvSpPr>
          <p:spPr bwMode="auto">
            <a:xfrm>
              <a:off x="1771650" y="30686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40" name="Rectangle 124">
              <a:extLst>
                <a:ext uri="{FF2B5EF4-FFF2-40B4-BE49-F238E27FC236}">
                  <a16:creationId xmlns:a16="http://schemas.microsoft.com/office/drawing/2014/main" id="{5702C904-2F1A-466B-A879-762387033061}"/>
                </a:ext>
              </a:extLst>
            </p:cNvPr>
            <p:cNvSpPr>
              <a:spLocks noChangeArrowheads="1"/>
            </p:cNvSpPr>
            <p:nvPr/>
          </p:nvSpPr>
          <p:spPr bwMode="auto">
            <a:xfrm>
              <a:off x="2686050"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41" name="Rectangle 125">
              <a:extLst>
                <a:ext uri="{FF2B5EF4-FFF2-40B4-BE49-F238E27FC236}">
                  <a16:creationId xmlns:a16="http://schemas.microsoft.com/office/drawing/2014/main" id="{A9A63C3D-147C-4EE1-9B79-239E711C2783}"/>
                </a:ext>
              </a:extLst>
            </p:cNvPr>
            <p:cNvSpPr>
              <a:spLocks noChangeArrowheads="1"/>
            </p:cNvSpPr>
            <p:nvPr/>
          </p:nvSpPr>
          <p:spPr bwMode="auto">
            <a:xfrm>
              <a:off x="3465513"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42" name="Rectangle 126">
              <a:extLst>
                <a:ext uri="{FF2B5EF4-FFF2-40B4-BE49-F238E27FC236}">
                  <a16:creationId xmlns:a16="http://schemas.microsoft.com/office/drawing/2014/main" id="{466B3BDC-29FD-452A-AC40-B79211CE09F9}"/>
                </a:ext>
              </a:extLst>
            </p:cNvPr>
            <p:cNvSpPr>
              <a:spLocks noChangeArrowheads="1"/>
            </p:cNvSpPr>
            <p:nvPr/>
          </p:nvSpPr>
          <p:spPr bwMode="auto">
            <a:xfrm>
              <a:off x="4745038" y="3067050"/>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43" name="Rectangle 127">
              <a:extLst>
                <a:ext uri="{FF2B5EF4-FFF2-40B4-BE49-F238E27FC236}">
                  <a16:creationId xmlns:a16="http://schemas.microsoft.com/office/drawing/2014/main" id="{80D8A376-1A09-41A5-99BB-2AE84322DF52}"/>
                </a:ext>
              </a:extLst>
            </p:cNvPr>
            <p:cNvSpPr>
              <a:spLocks noChangeArrowheads="1"/>
            </p:cNvSpPr>
            <p:nvPr/>
          </p:nvSpPr>
          <p:spPr bwMode="auto">
            <a:xfrm>
              <a:off x="4244975"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44" name="Rectangle 128">
              <a:extLst>
                <a:ext uri="{FF2B5EF4-FFF2-40B4-BE49-F238E27FC236}">
                  <a16:creationId xmlns:a16="http://schemas.microsoft.com/office/drawing/2014/main" id="{092D6B1A-7F55-4032-B455-2E88C0DE1A60}"/>
                </a:ext>
              </a:extLst>
            </p:cNvPr>
            <p:cNvSpPr>
              <a:spLocks noChangeArrowheads="1"/>
            </p:cNvSpPr>
            <p:nvPr/>
          </p:nvSpPr>
          <p:spPr bwMode="auto">
            <a:xfrm>
              <a:off x="5705475" y="3067050"/>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45" name="Rectangle 129">
              <a:extLst>
                <a:ext uri="{FF2B5EF4-FFF2-40B4-BE49-F238E27FC236}">
                  <a16:creationId xmlns:a16="http://schemas.microsoft.com/office/drawing/2014/main" id="{13DD0A4F-7510-4987-B577-C6278880DB06}"/>
                </a:ext>
              </a:extLst>
            </p:cNvPr>
            <p:cNvSpPr>
              <a:spLocks noChangeArrowheads="1"/>
            </p:cNvSpPr>
            <p:nvPr/>
          </p:nvSpPr>
          <p:spPr bwMode="auto">
            <a:xfrm>
              <a:off x="5056188" y="30686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46" name="Rectangle 130">
              <a:extLst>
                <a:ext uri="{FF2B5EF4-FFF2-40B4-BE49-F238E27FC236}">
                  <a16:creationId xmlns:a16="http://schemas.microsoft.com/office/drawing/2014/main" id="{8ADCE036-5BA3-49A2-A232-8BC194D2F8EE}"/>
                </a:ext>
              </a:extLst>
            </p:cNvPr>
            <p:cNvSpPr>
              <a:spLocks noChangeArrowheads="1"/>
            </p:cNvSpPr>
            <p:nvPr/>
          </p:nvSpPr>
          <p:spPr bwMode="auto">
            <a:xfrm>
              <a:off x="5972175"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47" name="Rectangle 131">
              <a:extLst>
                <a:ext uri="{FF2B5EF4-FFF2-40B4-BE49-F238E27FC236}">
                  <a16:creationId xmlns:a16="http://schemas.microsoft.com/office/drawing/2014/main" id="{F403FCB2-B9FB-48CF-ACD1-9D46635AB2E9}"/>
                </a:ext>
              </a:extLst>
            </p:cNvPr>
            <p:cNvSpPr>
              <a:spLocks noChangeArrowheads="1"/>
            </p:cNvSpPr>
            <p:nvPr/>
          </p:nvSpPr>
          <p:spPr bwMode="auto">
            <a:xfrm>
              <a:off x="6750050"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48" name="Rectangle 132">
              <a:extLst>
                <a:ext uri="{FF2B5EF4-FFF2-40B4-BE49-F238E27FC236}">
                  <a16:creationId xmlns:a16="http://schemas.microsoft.com/office/drawing/2014/main" id="{B6B8711B-5CE4-4303-A51A-CC676AD1BE04}"/>
                </a:ext>
              </a:extLst>
            </p:cNvPr>
            <p:cNvSpPr>
              <a:spLocks noChangeArrowheads="1"/>
            </p:cNvSpPr>
            <p:nvPr/>
          </p:nvSpPr>
          <p:spPr bwMode="auto">
            <a:xfrm>
              <a:off x="8050213" y="3067050"/>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49" name="Rectangle 133">
              <a:extLst>
                <a:ext uri="{FF2B5EF4-FFF2-40B4-BE49-F238E27FC236}">
                  <a16:creationId xmlns:a16="http://schemas.microsoft.com/office/drawing/2014/main" id="{600C5C10-C384-4DE9-A589-1A27FD69B18A}"/>
                </a:ext>
              </a:extLst>
            </p:cNvPr>
            <p:cNvSpPr>
              <a:spLocks noChangeArrowheads="1"/>
            </p:cNvSpPr>
            <p:nvPr/>
          </p:nvSpPr>
          <p:spPr bwMode="auto">
            <a:xfrm>
              <a:off x="7526338"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50" name="Rectangle 134">
              <a:extLst>
                <a:ext uri="{FF2B5EF4-FFF2-40B4-BE49-F238E27FC236}">
                  <a16:creationId xmlns:a16="http://schemas.microsoft.com/office/drawing/2014/main" id="{B8BB7EFC-E5CC-4DEB-944B-FEE52A5738F1}"/>
                </a:ext>
              </a:extLst>
            </p:cNvPr>
            <p:cNvSpPr>
              <a:spLocks noChangeArrowheads="1"/>
            </p:cNvSpPr>
            <p:nvPr/>
          </p:nvSpPr>
          <p:spPr bwMode="auto">
            <a:xfrm>
              <a:off x="8921750" y="3067050"/>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51" name="Rectangle 135">
              <a:extLst>
                <a:ext uri="{FF2B5EF4-FFF2-40B4-BE49-F238E27FC236}">
                  <a16:creationId xmlns:a16="http://schemas.microsoft.com/office/drawing/2014/main" id="{B8209F3D-5610-45BC-8CF3-01C5E2C96529}"/>
                </a:ext>
              </a:extLst>
            </p:cNvPr>
            <p:cNvSpPr>
              <a:spLocks noChangeArrowheads="1"/>
            </p:cNvSpPr>
            <p:nvPr/>
          </p:nvSpPr>
          <p:spPr bwMode="auto">
            <a:xfrm>
              <a:off x="8299450" y="30686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52" name="Rectangle 136">
              <a:extLst>
                <a:ext uri="{FF2B5EF4-FFF2-40B4-BE49-F238E27FC236}">
                  <a16:creationId xmlns:a16="http://schemas.microsoft.com/office/drawing/2014/main" id="{4529CCCD-2558-4CA2-AECF-3AACBBB87A33}"/>
                </a:ext>
              </a:extLst>
            </p:cNvPr>
            <p:cNvSpPr>
              <a:spLocks noChangeArrowheads="1"/>
            </p:cNvSpPr>
            <p:nvPr/>
          </p:nvSpPr>
          <p:spPr bwMode="auto">
            <a:xfrm>
              <a:off x="547688" y="3335338"/>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53" name="Rectangle 137">
              <a:extLst>
                <a:ext uri="{FF2B5EF4-FFF2-40B4-BE49-F238E27FC236}">
                  <a16:creationId xmlns:a16="http://schemas.microsoft.com/office/drawing/2014/main" id="{61E79A10-7A5E-4AE4-B7E5-6A234597CD9D}"/>
                </a:ext>
              </a:extLst>
            </p:cNvPr>
            <p:cNvSpPr>
              <a:spLocks noChangeArrowheads="1"/>
            </p:cNvSpPr>
            <p:nvPr/>
          </p:nvSpPr>
          <p:spPr bwMode="auto">
            <a:xfrm>
              <a:off x="246063" y="3338513"/>
              <a:ext cx="2222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54" name="Rectangle 138">
              <a:extLst>
                <a:ext uri="{FF2B5EF4-FFF2-40B4-BE49-F238E27FC236}">
                  <a16:creationId xmlns:a16="http://schemas.microsoft.com/office/drawing/2014/main" id="{2BC6021E-45E9-48E2-80C2-C8D4592A9FC0}"/>
                </a:ext>
              </a:extLst>
            </p:cNvPr>
            <p:cNvSpPr>
              <a:spLocks noChangeArrowheads="1"/>
            </p:cNvSpPr>
            <p:nvPr/>
          </p:nvSpPr>
          <p:spPr bwMode="auto">
            <a:xfrm>
              <a:off x="1462088" y="3335338"/>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55" name="Rectangle 139">
              <a:extLst>
                <a:ext uri="{FF2B5EF4-FFF2-40B4-BE49-F238E27FC236}">
                  <a16:creationId xmlns:a16="http://schemas.microsoft.com/office/drawing/2014/main" id="{ED879FE4-C45A-41CC-8456-3DF2462DFA03}"/>
                </a:ext>
              </a:extLst>
            </p:cNvPr>
            <p:cNvSpPr>
              <a:spLocks noChangeArrowheads="1"/>
            </p:cNvSpPr>
            <p:nvPr/>
          </p:nvSpPr>
          <p:spPr bwMode="auto">
            <a:xfrm>
              <a:off x="836613" y="33369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56" name="Rectangle 140">
              <a:extLst>
                <a:ext uri="{FF2B5EF4-FFF2-40B4-BE49-F238E27FC236}">
                  <a16:creationId xmlns:a16="http://schemas.microsoft.com/office/drawing/2014/main" id="{4C6D0FD9-350E-4766-A8BC-3B48CD957C94}"/>
                </a:ext>
              </a:extLst>
            </p:cNvPr>
            <p:cNvSpPr>
              <a:spLocks noChangeArrowheads="1"/>
            </p:cNvSpPr>
            <p:nvPr/>
          </p:nvSpPr>
          <p:spPr bwMode="auto">
            <a:xfrm>
              <a:off x="2422525" y="3335338"/>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57" name="Rectangle 141">
              <a:extLst>
                <a:ext uri="{FF2B5EF4-FFF2-40B4-BE49-F238E27FC236}">
                  <a16:creationId xmlns:a16="http://schemas.microsoft.com/office/drawing/2014/main" id="{7A88F977-233C-4F96-809B-D4E7323D12CE}"/>
                </a:ext>
              </a:extLst>
            </p:cNvPr>
            <p:cNvSpPr>
              <a:spLocks noChangeArrowheads="1"/>
            </p:cNvSpPr>
            <p:nvPr/>
          </p:nvSpPr>
          <p:spPr bwMode="auto">
            <a:xfrm>
              <a:off x="1771650" y="33369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58" name="Rectangle 142">
              <a:extLst>
                <a:ext uri="{FF2B5EF4-FFF2-40B4-BE49-F238E27FC236}">
                  <a16:creationId xmlns:a16="http://schemas.microsoft.com/office/drawing/2014/main" id="{50BE22E8-C713-4D29-B3C6-690CA789EE5F}"/>
                </a:ext>
              </a:extLst>
            </p:cNvPr>
            <p:cNvSpPr>
              <a:spLocks noChangeArrowheads="1"/>
            </p:cNvSpPr>
            <p:nvPr/>
          </p:nvSpPr>
          <p:spPr bwMode="auto">
            <a:xfrm>
              <a:off x="2686050"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59" name="Rectangle 143">
              <a:extLst>
                <a:ext uri="{FF2B5EF4-FFF2-40B4-BE49-F238E27FC236}">
                  <a16:creationId xmlns:a16="http://schemas.microsoft.com/office/drawing/2014/main" id="{4CE0AC53-37BF-4CCC-A3B4-FE6559B20D6F}"/>
                </a:ext>
              </a:extLst>
            </p:cNvPr>
            <p:cNvSpPr>
              <a:spLocks noChangeArrowheads="1"/>
            </p:cNvSpPr>
            <p:nvPr/>
          </p:nvSpPr>
          <p:spPr bwMode="auto">
            <a:xfrm>
              <a:off x="3465513"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60" name="Rectangle 144">
              <a:extLst>
                <a:ext uri="{FF2B5EF4-FFF2-40B4-BE49-F238E27FC236}">
                  <a16:creationId xmlns:a16="http://schemas.microsoft.com/office/drawing/2014/main" id="{0C5D8A73-D20E-47FA-975B-C0D45B824158}"/>
                </a:ext>
              </a:extLst>
            </p:cNvPr>
            <p:cNvSpPr>
              <a:spLocks noChangeArrowheads="1"/>
            </p:cNvSpPr>
            <p:nvPr/>
          </p:nvSpPr>
          <p:spPr bwMode="auto">
            <a:xfrm>
              <a:off x="4745038" y="3335338"/>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61" name="Rectangle 145">
              <a:extLst>
                <a:ext uri="{FF2B5EF4-FFF2-40B4-BE49-F238E27FC236}">
                  <a16:creationId xmlns:a16="http://schemas.microsoft.com/office/drawing/2014/main" id="{D757AFBC-29EA-4217-AAFF-A0CB887E1926}"/>
                </a:ext>
              </a:extLst>
            </p:cNvPr>
            <p:cNvSpPr>
              <a:spLocks noChangeArrowheads="1"/>
            </p:cNvSpPr>
            <p:nvPr/>
          </p:nvSpPr>
          <p:spPr bwMode="auto">
            <a:xfrm>
              <a:off x="4244975"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62" name="Rectangle 146">
              <a:extLst>
                <a:ext uri="{FF2B5EF4-FFF2-40B4-BE49-F238E27FC236}">
                  <a16:creationId xmlns:a16="http://schemas.microsoft.com/office/drawing/2014/main" id="{4E045DDB-EF53-498E-89C3-C3A054F94317}"/>
                </a:ext>
              </a:extLst>
            </p:cNvPr>
            <p:cNvSpPr>
              <a:spLocks noChangeArrowheads="1"/>
            </p:cNvSpPr>
            <p:nvPr/>
          </p:nvSpPr>
          <p:spPr bwMode="auto">
            <a:xfrm>
              <a:off x="5705475" y="3335338"/>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63" name="Rectangle 147">
              <a:extLst>
                <a:ext uri="{FF2B5EF4-FFF2-40B4-BE49-F238E27FC236}">
                  <a16:creationId xmlns:a16="http://schemas.microsoft.com/office/drawing/2014/main" id="{9A50A16F-071E-4271-ADF2-911A6D128259}"/>
                </a:ext>
              </a:extLst>
            </p:cNvPr>
            <p:cNvSpPr>
              <a:spLocks noChangeArrowheads="1"/>
            </p:cNvSpPr>
            <p:nvPr/>
          </p:nvSpPr>
          <p:spPr bwMode="auto">
            <a:xfrm>
              <a:off x="5054600" y="33369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64" name="Rectangle 148">
              <a:extLst>
                <a:ext uri="{FF2B5EF4-FFF2-40B4-BE49-F238E27FC236}">
                  <a16:creationId xmlns:a16="http://schemas.microsoft.com/office/drawing/2014/main" id="{C8BDDBE3-EBC8-4C24-BE9B-D70BD4ED1467}"/>
                </a:ext>
              </a:extLst>
            </p:cNvPr>
            <p:cNvSpPr>
              <a:spLocks noChangeArrowheads="1"/>
            </p:cNvSpPr>
            <p:nvPr/>
          </p:nvSpPr>
          <p:spPr bwMode="auto">
            <a:xfrm>
              <a:off x="5970588"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65" name="Rectangle 149">
              <a:extLst>
                <a:ext uri="{FF2B5EF4-FFF2-40B4-BE49-F238E27FC236}">
                  <a16:creationId xmlns:a16="http://schemas.microsoft.com/office/drawing/2014/main" id="{8DF8B52F-A3C0-4DE1-8BCF-DB42219EB63C}"/>
                </a:ext>
              </a:extLst>
            </p:cNvPr>
            <p:cNvSpPr>
              <a:spLocks noChangeArrowheads="1"/>
            </p:cNvSpPr>
            <p:nvPr/>
          </p:nvSpPr>
          <p:spPr bwMode="auto">
            <a:xfrm>
              <a:off x="6748463"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66" name="Rectangle 150">
              <a:extLst>
                <a:ext uri="{FF2B5EF4-FFF2-40B4-BE49-F238E27FC236}">
                  <a16:creationId xmlns:a16="http://schemas.microsoft.com/office/drawing/2014/main" id="{E052F23C-7938-4052-8813-DB84F965F146}"/>
                </a:ext>
              </a:extLst>
            </p:cNvPr>
            <p:cNvSpPr>
              <a:spLocks noChangeArrowheads="1"/>
            </p:cNvSpPr>
            <p:nvPr/>
          </p:nvSpPr>
          <p:spPr bwMode="auto">
            <a:xfrm>
              <a:off x="8050213" y="3335338"/>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67" name="Rectangle 151">
              <a:extLst>
                <a:ext uri="{FF2B5EF4-FFF2-40B4-BE49-F238E27FC236}">
                  <a16:creationId xmlns:a16="http://schemas.microsoft.com/office/drawing/2014/main" id="{81EDA771-3709-4E18-ADD3-EF3970FCAA37}"/>
                </a:ext>
              </a:extLst>
            </p:cNvPr>
            <p:cNvSpPr>
              <a:spLocks noChangeArrowheads="1"/>
            </p:cNvSpPr>
            <p:nvPr/>
          </p:nvSpPr>
          <p:spPr bwMode="auto">
            <a:xfrm>
              <a:off x="7526338"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68" name="Rectangle 152">
              <a:extLst>
                <a:ext uri="{FF2B5EF4-FFF2-40B4-BE49-F238E27FC236}">
                  <a16:creationId xmlns:a16="http://schemas.microsoft.com/office/drawing/2014/main" id="{EE0DDD4D-B4A4-4607-9989-B48D2170FA65}"/>
                </a:ext>
              </a:extLst>
            </p:cNvPr>
            <p:cNvSpPr>
              <a:spLocks noChangeArrowheads="1"/>
            </p:cNvSpPr>
            <p:nvPr/>
          </p:nvSpPr>
          <p:spPr bwMode="auto">
            <a:xfrm>
              <a:off x="8921750" y="3335338"/>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69" name="Rectangle 153">
              <a:extLst>
                <a:ext uri="{FF2B5EF4-FFF2-40B4-BE49-F238E27FC236}">
                  <a16:creationId xmlns:a16="http://schemas.microsoft.com/office/drawing/2014/main" id="{EFFEF49D-B86E-48AF-B09B-9B44C79CD596}"/>
                </a:ext>
              </a:extLst>
            </p:cNvPr>
            <p:cNvSpPr>
              <a:spLocks noChangeArrowheads="1"/>
            </p:cNvSpPr>
            <p:nvPr/>
          </p:nvSpPr>
          <p:spPr bwMode="auto">
            <a:xfrm>
              <a:off x="8297863" y="33369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70" name="Rectangle 154">
              <a:extLst>
                <a:ext uri="{FF2B5EF4-FFF2-40B4-BE49-F238E27FC236}">
                  <a16:creationId xmlns:a16="http://schemas.microsoft.com/office/drawing/2014/main" id="{7E4214BA-507C-4006-BEBB-A81DC8209AB1}"/>
                </a:ext>
              </a:extLst>
            </p:cNvPr>
            <p:cNvSpPr>
              <a:spLocks noChangeArrowheads="1"/>
            </p:cNvSpPr>
            <p:nvPr/>
          </p:nvSpPr>
          <p:spPr bwMode="auto">
            <a:xfrm>
              <a:off x="547688" y="3603625"/>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71" name="Rectangle 155">
              <a:extLst>
                <a:ext uri="{FF2B5EF4-FFF2-40B4-BE49-F238E27FC236}">
                  <a16:creationId xmlns:a16="http://schemas.microsoft.com/office/drawing/2014/main" id="{FCDB9F7E-C144-48C9-9A96-25F55F5ACFB2}"/>
                </a:ext>
              </a:extLst>
            </p:cNvPr>
            <p:cNvSpPr>
              <a:spLocks noChangeArrowheads="1"/>
            </p:cNvSpPr>
            <p:nvPr/>
          </p:nvSpPr>
          <p:spPr bwMode="auto">
            <a:xfrm>
              <a:off x="273050" y="3606800"/>
              <a:ext cx="1968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72" name="Rectangle 156">
              <a:extLst>
                <a:ext uri="{FF2B5EF4-FFF2-40B4-BE49-F238E27FC236}">
                  <a16:creationId xmlns:a16="http://schemas.microsoft.com/office/drawing/2014/main" id="{09234050-96C1-4F30-A73C-FAF2BFF7113A}"/>
                </a:ext>
              </a:extLst>
            </p:cNvPr>
            <p:cNvSpPr>
              <a:spLocks noChangeArrowheads="1"/>
            </p:cNvSpPr>
            <p:nvPr/>
          </p:nvSpPr>
          <p:spPr bwMode="auto">
            <a:xfrm>
              <a:off x="1462088" y="3603625"/>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73" name="Rectangle 157">
              <a:extLst>
                <a:ext uri="{FF2B5EF4-FFF2-40B4-BE49-F238E27FC236}">
                  <a16:creationId xmlns:a16="http://schemas.microsoft.com/office/drawing/2014/main" id="{3196551B-84E3-4717-B6C9-F226E6F853BA}"/>
                </a:ext>
              </a:extLst>
            </p:cNvPr>
            <p:cNvSpPr>
              <a:spLocks noChangeArrowheads="1"/>
            </p:cNvSpPr>
            <p:nvPr/>
          </p:nvSpPr>
          <p:spPr bwMode="auto">
            <a:xfrm>
              <a:off x="836613" y="36052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74" name="Rectangle 158">
              <a:extLst>
                <a:ext uri="{FF2B5EF4-FFF2-40B4-BE49-F238E27FC236}">
                  <a16:creationId xmlns:a16="http://schemas.microsoft.com/office/drawing/2014/main" id="{FCF39C54-6BF8-4C04-881D-9618273279DC}"/>
                </a:ext>
              </a:extLst>
            </p:cNvPr>
            <p:cNvSpPr>
              <a:spLocks noChangeArrowheads="1"/>
            </p:cNvSpPr>
            <p:nvPr/>
          </p:nvSpPr>
          <p:spPr bwMode="auto">
            <a:xfrm>
              <a:off x="2422525" y="3603625"/>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75" name="Rectangle 159">
              <a:extLst>
                <a:ext uri="{FF2B5EF4-FFF2-40B4-BE49-F238E27FC236}">
                  <a16:creationId xmlns:a16="http://schemas.microsoft.com/office/drawing/2014/main" id="{79DD77E0-C91F-4C50-8118-0A80275145F8}"/>
                </a:ext>
              </a:extLst>
            </p:cNvPr>
            <p:cNvSpPr>
              <a:spLocks noChangeArrowheads="1"/>
            </p:cNvSpPr>
            <p:nvPr/>
          </p:nvSpPr>
          <p:spPr bwMode="auto">
            <a:xfrm>
              <a:off x="1770063" y="36052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76" name="Rectangle 160">
              <a:extLst>
                <a:ext uri="{FF2B5EF4-FFF2-40B4-BE49-F238E27FC236}">
                  <a16:creationId xmlns:a16="http://schemas.microsoft.com/office/drawing/2014/main" id="{E0B6B2FD-14BC-47E4-9A6C-59BF0622FC09}"/>
                </a:ext>
              </a:extLst>
            </p:cNvPr>
            <p:cNvSpPr>
              <a:spLocks noChangeArrowheads="1"/>
            </p:cNvSpPr>
            <p:nvPr/>
          </p:nvSpPr>
          <p:spPr bwMode="auto">
            <a:xfrm>
              <a:off x="2686050"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77" name="Rectangle 161">
              <a:extLst>
                <a:ext uri="{FF2B5EF4-FFF2-40B4-BE49-F238E27FC236}">
                  <a16:creationId xmlns:a16="http://schemas.microsoft.com/office/drawing/2014/main" id="{2C158639-24C8-4F0A-BA8C-6C30E3C78A8D}"/>
                </a:ext>
              </a:extLst>
            </p:cNvPr>
            <p:cNvSpPr>
              <a:spLocks noChangeArrowheads="1"/>
            </p:cNvSpPr>
            <p:nvPr/>
          </p:nvSpPr>
          <p:spPr bwMode="auto">
            <a:xfrm>
              <a:off x="3463925"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78" name="Rectangle 162">
              <a:extLst>
                <a:ext uri="{FF2B5EF4-FFF2-40B4-BE49-F238E27FC236}">
                  <a16:creationId xmlns:a16="http://schemas.microsoft.com/office/drawing/2014/main" id="{8652B668-A7C2-43AA-A5FC-B4B2D2FE29DB}"/>
                </a:ext>
              </a:extLst>
            </p:cNvPr>
            <p:cNvSpPr>
              <a:spLocks noChangeArrowheads="1"/>
            </p:cNvSpPr>
            <p:nvPr/>
          </p:nvSpPr>
          <p:spPr bwMode="auto">
            <a:xfrm>
              <a:off x="4745038" y="3603625"/>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79" name="Rectangle 163">
              <a:extLst>
                <a:ext uri="{FF2B5EF4-FFF2-40B4-BE49-F238E27FC236}">
                  <a16:creationId xmlns:a16="http://schemas.microsoft.com/office/drawing/2014/main" id="{68B8AED4-5206-43F7-93D6-1B728C023311}"/>
                </a:ext>
              </a:extLst>
            </p:cNvPr>
            <p:cNvSpPr>
              <a:spLocks noChangeArrowheads="1"/>
            </p:cNvSpPr>
            <p:nvPr/>
          </p:nvSpPr>
          <p:spPr bwMode="auto">
            <a:xfrm>
              <a:off x="4243388"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80" name="Rectangle 164">
              <a:extLst>
                <a:ext uri="{FF2B5EF4-FFF2-40B4-BE49-F238E27FC236}">
                  <a16:creationId xmlns:a16="http://schemas.microsoft.com/office/drawing/2014/main" id="{A29E66F3-68A9-406E-B8FE-007D76059709}"/>
                </a:ext>
              </a:extLst>
            </p:cNvPr>
            <p:cNvSpPr>
              <a:spLocks noChangeArrowheads="1"/>
            </p:cNvSpPr>
            <p:nvPr/>
          </p:nvSpPr>
          <p:spPr bwMode="auto">
            <a:xfrm>
              <a:off x="5705475" y="3603625"/>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81" name="Rectangle 165">
              <a:extLst>
                <a:ext uri="{FF2B5EF4-FFF2-40B4-BE49-F238E27FC236}">
                  <a16:creationId xmlns:a16="http://schemas.microsoft.com/office/drawing/2014/main" id="{4CB3780A-8494-4643-8BA9-9E75A9AECD70}"/>
                </a:ext>
              </a:extLst>
            </p:cNvPr>
            <p:cNvSpPr>
              <a:spLocks noChangeArrowheads="1"/>
            </p:cNvSpPr>
            <p:nvPr/>
          </p:nvSpPr>
          <p:spPr bwMode="auto">
            <a:xfrm>
              <a:off x="5054600" y="36052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82" name="Rectangle 166">
              <a:extLst>
                <a:ext uri="{FF2B5EF4-FFF2-40B4-BE49-F238E27FC236}">
                  <a16:creationId xmlns:a16="http://schemas.microsoft.com/office/drawing/2014/main" id="{EB9D1DBF-73B0-4DB6-BB27-CA8FEE10A6A5}"/>
                </a:ext>
              </a:extLst>
            </p:cNvPr>
            <p:cNvSpPr>
              <a:spLocks noChangeArrowheads="1"/>
            </p:cNvSpPr>
            <p:nvPr/>
          </p:nvSpPr>
          <p:spPr bwMode="auto">
            <a:xfrm>
              <a:off x="5969000"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83" name="Rectangle 167">
              <a:extLst>
                <a:ext uri="{FF2B5EF4-FFF2-40B4-BE49-F238E27FC236}">
                  <a16:creationId xmlns:a16="http://schemas.microsoft.com/office/drawing/2014/main" id="{99E59629-D750-40F6-9D4B-C42433E408B3}"/>
                </a:ext>
              </a:extLst>
            </p:cNvPr>
            <p:cNvSpPr>
              <a:spLocks noChangeArrowheads="1"/>
            </p:cNvSpPr>
            <p:nvPr/>
          </p:nvSpPr>
          <p:spPr bwMode="auto">
            <a:xfrm>
              <a:off x="6748463"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84" name="Rectangle 168">
              <a:extLst>
                <a:ext uri="{FF2B5EF4-FFF2-40B4-BE49-F238E27FC236}">
                  <a16:creationId xmlns:a16="http://schemas.microsoft.com/office/drawing/2014/main" id="{1B0706E0-12AB-4555-8393-8F2FE1BF3B01}"/>
                </a:ext>
              </a:extLst>
            </p:cNvPr>
            <p:cNvSpPr>
              <a:spLocks noChangeArrowheads="1"/>
            </p:cNvSpPr>
            <p:nvPr/>
          </p:nvSpPr>
          <p:spPr bwMode="auto">
            <a:xfrm>
              <a:off x="8050213" y="3603625"/>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85" name="Rectangle 169">
              <a:extLst>
                <a:ext uri="{FF2B5EF4-FFF2-40B4-BE49-F238E27FC236}">
                  <a16:creationId xmlns:a16="http://schemas.microsoft.com/office/drawing/2014/main" id="{19858BB8-D9AC-4CB2-9CF2-F2EA5CB0F16B}"/>
                </a:ext>
              </a:extLst>
            </p:cNvPr>
            <p:cNvSpPr>
              <a:spLocks noChangeArrowheads="1"/>
            </p:cNvSpPr>
            <p:nvPr/>
          </p:nvSpPr>
          <p:spPr bwMode="auto">
            <a:xfrm>
              <a:off x="7524750"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86" name="Rectangle 170">
              <a:extLst>
                <a:ext uri="{FF2B5EF4-FFF2-40B4-BE49-F238E27FC236}">
                  <a16:creationId xmlns:a16="http://schemas.microsoft.com/office/drawing/2014/main" id="{CB8812B9-0252-40B2-8B83-8ED6E1249901}"/>
                </a:ext>
              </a:extLst>
            </p:cNvPr>
            <p:cNvSpPr>
              <a:spLocks noChangeArrowheads="1"/>
            </p:cNvSpPr>
            <p:nvPr/>
          </p:nvSpPr>
          <p:spPr bwMode="auto">
            <a:xfrm>
              <a:off x="8921750" y="3603625"/>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87" name="Rectangle 171">
              <a:extLst>
                <a:ext uri="{FF2B5EF4-FFF2-40B4-BE49-F238E27FC236}">
                  <a16:creationId xmlns:a16="http://schemas.microsoft.com/office/drawing/2014/main" id="{00463F8F-28DE-4DC7-90CA-956B4C3B9E2E}"/>
                </a:ext>
              </a:extLst>
            </p:cNvPr>
            <p:cNvSpPr>
              <a:spLocks noChangeArrowheads="1"/>
            </p:cNvSpPr>
            <p:nvPr/>
          </p:nvSpPr>
          <p:spPr bwMode="auto">
            <a:xfrm>
              <a:off x="8297863" y="36052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88" name="Rectangle 172">
              <a:extLst>
                <a:ext uri="{FF2B5EF4-FFF2-40B4-BE49-F238E27FC236}">
                  <a16:creationId xmlns:a16="http://schemas.microsoft.com/office/drawing/2014/main" id="{383E5E7C-A4DC-46F1-973C-1D57FB28E509}"/>
                </a:ext>
              </a:extLst>
            </p:cNvPr>
            <p:cNvSpPr>
              <a:spLocks noChangeArrowheads="1"/>
            </p:cNvSpPr>
            <p:nvPr/>
          </p:nvSpPr>
          <p:spPr bwMode="auto">
            <a:xfrm>
              <a:off x="547688" y="3871913"/>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89" name="Rectangle 173">
              <a:extLst>
                <a:ext uri="{FF2B5EF4-FFF2-40B4-BE49-F238E27FC236}">
                  <a16:creationId xmlns:a16="http://schemas.microsoft.com/office/drawing/2014/main" id="{4CA4F74F-EAE1-4A77-A966-28D5AF54EF0E}"/>
                </a:ext>
              </a:extLst>
            </p:cNvPr>
            <p:cNvSpPr>
              <a:spLocks noChangeArrowheads="1"/>
            </p:cNvSpPr>
            <p:nvPr/>
          </p:nvSpPr>
          <p:spPr bwMode="auto">
            <a:xfrm>
              <a:off x="284163" y="3870325"/>
              <a:ext cx="1841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90" name="Rectangle 174">
              <a:extLst>
                <a:ext uri="{FF2B5EF4-FFF2-40B4-BE49-F238E27FC236}">
                  <a16:creationId xmlns:a16="http://schemas.microsoft.com/office/drawing/2014/main" id="{C7EC8C39-546A-428F-889C-5AAE7483D191}"/>
                </a:ext>
              </a:extLst>
            </p:cNvPr>
            <p:cNvSpPr>
              <a:spLocks noChangeArrowheads="1"/>
            </p:cNvSpPr>
            <p:nvPr/>
          </p:nvSpPr>
          <p:spPr bwMode="auto">
            <a:xfrm>
              <a:off x="1462088" y="3871913"/>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91" name="Rectangle 175">
              <a:extLst>
                <a:ext uri="{FF2B5EF4-FFF2-40B4-BE49-F238E27FC236}">
                  <a16:creationId xmlns:a16="http://schemas.microsoft.com/office/drawing/2014/main" id="{3E082AAD-C958-41FF-9CA1-60F8A336D63F}"/>
                </a:ext>
              </a:extLst>
            </p:cNvPr>
            <p:cNvSpPr>
              <a:spLocks noChangeArrowheads="1"/>
            </p:cNvSpPr>
            <p:nvPr/>
          </p:nvSpPr>
          <p:spPr bwMode="auto">
            <a:xfrm>
              <a:off x="838200" y="38687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92" name="Rectangle 176">
              <a:extLst>
                <a:ext uri="{FF2B5EF4-FFF2-40B4-BE49-F238E27FC236}">
                  <a16:creationId xmlns:a16="http://schemas.microsoft.com/office/drawing/2014/main" id="{485C8386-CDE4-484F-A63E-D81C07373018}"/>
                </a:ext>
              </a:extLst>
            </p:cNvPr>
            <p:cNvSpPr>
              <a:spLocks noChangeArrowheads="1"/>
            </p:cNvSpPr>
            <p:nvPr/>
          </p:nvSpPr>
          <p:spPr bwMode="auto">
            <a:xfrm>
              <a:off x="2422525" y="3871913"/>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93" name="Rectangle 177">
              <a:extLst>
                <a:ext uri="{FF2B5EF4-FFF2-40B4-BE49-F238E27FC236}">
                  <a16:creationId xmlns:a16="http://schemas.microsoft.com/office/drawing/2014/main" id="{C44179E6-33A2-4B61-B596-FB8BE5240110}"/>
                </a:ext>
              </a:extLst>
            </p:cNvPr>
            <p:cNvSpPr>
              <a:spLocks noChangeArrowheads="1"/>
            </p:cNvSpPr>
            <p:nvPr/>
          </p:nvSpPr>
          <p:spPr bwMode="auto">
            <a:xfrm>
              <a:off x="1771650" y="38687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94" name="Rectangle 178">
              <a:extLst>
                <a:ext uri="{FF2B5EF4-FFF2-40B4-BE49-F238E27FC236}">
                  <a16:creationId xmlns:a16="http://schemas.microsoft.com/office/drawing/2014/main" id="{45EBB31A-295B-47BF-B7FB-898B40E43541}"/>
                </a:ext>
              </a:extLst>
            </p:cNvPr>
            <p:cNvSpPr>
              <a:spLocks noChangeArrowheads="1"/>
            </p:cNvSpPr>
            <p:nvPr/>
          </p:nvSpPr>
          <p:spPr bwMode="auto">
            <a:xfrm>
              <a:off x="2686050"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95" name="Rectangle 179">
              <a:extLst>
                <a:ext uri="{FF2B5EF4-FFF2-40B4-BE49-F238E27FC236}">
                  <a16:creationId xmlns:a16="http://schemas.microsoft.com/office/drawing/2014/main" id="{222970A6-D86A-48A1-90A4-88B9EA25530D}"/>
                </a:ext>
              </a:extLst>
            </p:cNvPr>
            <p:cNvSpPr>
              <a:spLocks noChangeArrowheads="1"/>
            </p:cNvSpPr>
            <p:nvPr/>
          </p:nvSpPr>
          <p:spPr bwMode="auto">
            <a:xfrm>
              <a:off x="3465513"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96" name="Rectangle 180">
              <a:extLst>
                <a:ext uri="{FF2B5EF4-FFF2-40B4-BE49-F238E27FC236}">
                  <a16:creationId xmlns:a16="http://schemas.microsoft.com/office/drawing/2014/main" id="{BFE2A51A-2484-48E9-9010-BF1A01AFA1B9}"/>
                </a:ext>
              </a:extLst>
            </p:cNvPr>
            <p:cNvSpPr>
              <a:spLocks noChangeArrowheads="1"/>
            </p:cNvSpPr>
            <p:nvPr/>
          </p:nvSpPr>
          <p:spPr bwMode="auto">
            <a:xfrm>
              <a:off x="4745038" y="3871913"/>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97" name="Rectangle 181">
              <a:extLst>
                <a:ext uri="{FF2B5EF4-FFF2-40B4-BE49-F238E27FC236}">
                  <a16:creationId xmlns:a16="http://schemas.microsoft.com/office/drawing/2014/main" id="{C58D6F84-79B4-4202-899B-0BD6477A203F}"/>
                </a:ext>
              </a:extLst>
            </p:cNvPr>
            <p:cNvSpPr>
              <a:spLocks noChangeArrowheads="1"/>
            </p:cNvSpPr>
            <p:nvPr/>
          </p:nvSpPr>
          <p:spPr bwMode="auto">
            <a:xfrm>
              <a:off x="4244975"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98" name="Rectangle 182">
              <a:extLst>
                <a:ext uri="{FF2B5EF4-FFF2-40B4-BE49-F238E27FC236}">
                  <a16:creationId xmlns:a16="http://schemas.microsoft.com/office/drawing/2014/main" id="{2B9886C6-41E3-43D4-B898-0C2564C8ABEE}"/>
                </a:ext>
              </a:extLst>
            </p:cNvPr>
            <p:cNvSpPr>
              <a:spLocks noChangeArrowheads="1"/>
            </p:cNvSpPr>
            <p:nvPr/>
          </p:nvSpPr>
          <p:spPr bwMode="auto">
            <a:xfrm>
              <a:off x="5705475" y="3871913"/>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99" name="Rectangle 183">
              <a:extLst>
                <a:ext uri="{FF2B5EF4-FFF2-40B4-BE49-F238E27FC236}">
                  <a16:creationId xmlns:a16="http://schemas.microsoft.com/office/drawing/2014/main" id="{39906035-D55C-4D31-9AAA-2253F3891547}"/>
                </a:ext>
              </a:extLst>
            </p:cNvPr>
            <p:cNvSpPr>
              <a:spLocks noChangeArrowheads="1"/>
            </p:cNvSpPr>
            <p:nvPr/>
          </p:nvSpPr>
          <p:spPr bwMode="auto">
            <a:xfrm>
              <a:off x="5056188" y="38687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00" name="Rectangle 184">
              <a:extLst>
                <a:ext uri="{FF2B5EF4-FFF2-40B4-BE49-F238E27FC236}">
                  <a16:creationId xmlns:a16="http://schemas.microsoft.com/office/drawing/2014/main" id="{DFFA9725-7F0F-4F08-9FF1-5F93FBF6779B}"/>
                </a:ext>
              </a:extLst>
            </p:cNvPr>
            <p:cNvSpPr>
              <a:spLocks noChangeArrowheads="1"/>
            </p:cNvSpPr>
            <p:nvPr/>
          </p:nvSpPr>
          <p:spPr bwMode="auto">
            <a:xfrm>
              <a:off x="5970588"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01" name="Rectangle 185">
              <a:extLst>
                <a:ext uri="{FF2B5EF4-FFF2-40B4-BE49-F238E27FC236}">
                  <a16:creationId xmlns:a16="http://schemas.microsoft.com/office/drawing/2014/main" id="{3AA10DB1-6935-45CD-8EA8-082B25422B2B}"/>
                </a:ext>
              </a:extLst>
            </p:cNvPr>
            <p:cNvSpPr>
              <a:spLocks noChangeArrowheads="1"/>
            </p:cNvSpPr>
            <p:nvPr/>
          </p:nvSpPr>
          <p:spPr bwMode="auto">
            <a:xfrm>
              <a:off x="6750050"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02" name="Rectangle 186">
              <a:extLst>
                <a:ext uri="{FF2B5EF4-FFF2-40B4-BE49-F238E27FC236}">
                  <a16:creationId xmlns:a16="http://schemas.microsoft.com/office/drawing/2014/main" id="{185A7609-2366-4A43-8067-6C9A73612080}"/>
                </a:ext>
              </a:extLst>
            </p:cNvPr>
            <p:cNvSpPr>
              <a:spLocks noChangeArrowheads="1"/>
            </p:cNvSpPr>
            <p:nvPr/>
          </p:nvSpPr>
          <p:spPr bwMode="auto">
            <a:xfrm>
              <a:off x="8050213" y="3871913"/>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03" name="Rectangle 187">
              <a:extLst>
                <a:ext uri="{FF2B5EF4-FFF2-40B4-BE49-F238E27FC236}">
                  <a16:creationId xmlns:a16="http://schemas.microsoft.com/office/drawing/2014/main" id="{0F5798D6-923B-43A5-A315-6EEC3B2BBB4F}"/>
                </a:ext>
              </a:extLst>
            </p:cNvPr>
            <p:cNvSpPr>
              <a:spLocks noChangeArrowheads="1"/>
            </p:cNvSpPr>
            <p:nvPr/>
          </p:nvSpPr>
          <p:spPr bwMode="auto">
            <a:xfrm>
              <a:off x="7526338"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04" name="Rectangle 188">
              <a:extLst>
                <a:ext uri="{FF2B5EF4-FFF2-40B4-BE49-F238E27FC236}">
                  <a16:creationId xmlns:a16="http://schemas.microsoft.com/office/drawing/2014/main" id="{9AF49732-779F-4517-83E5-9F8D98013F29}"/>
                </a:ext>
              </a:extLst>
            </p:cNvPr>
            <p:cNvSpPr>
              <a:spLocks noChangeArrowheads="1"/>
            </p:cNvSpPr>
            <p:nvPr/>
          </p:nvSpPr>
          <p:spPr bwMode="auto">
            <a:xfrm>
              <a:off x="8921750" y="3871913"/>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05" name="Rectangle 189">
              <a:extLst>
                <a:ext uri="{FF2B5EF4-FFF2-40B4-BE49-F238E27FC236}">
                  <a16:creationId xmlns:a16="http://schemas.microsoft.com/office/drawing/2014/main" id="{985A7503-9DD8-4873-AD83-73058150A187}"/>
                </a:ext>
              </a:extLst>
            </p:cNvPr>
            <p:cNvSpPr>
              <a:spLocks noChangeArrowheads="1"/>
            </p:cNvSpPr>
            <p:nvPr/>
          </p:nvSpPr>
          <p:spPr bwMode="auto">
            <a:xfrm>
              <a:off x="8299450" y="38687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06" name="Rectangle 190">
              <a:extLst>
                <a:ext uri="{FF2B5EF4-FFF2-40B4-BE49-F238E27FC236}">
                  <a16:creationId xmlns:a16="http://schemas.microsoft.com/office/drawing/2014/main" id="{0D5CF82D-EE94-4AEB-AB8C-1381446518C2}"/>
                </a:ext>
              </a:extLst>
            </p:cNvPr>
            <p:cNvSpPr>
              <a:spLocks noChangeArrowheads="1"/>
            </p:cNvSpPr>
            <p:nvPr/>
          </p:nvSpPr>
          <p:spPr bwMode="auto">
            <a:xfrm>
              <a:off x="547688" y="4138613"/>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07" name="Rectangle 191">
              <a:extLst>
                <a:ext uri="{FF2B5EF4-FFF2-40B4-BE49-F238E27FC236}">
                  <a16:creationId xmlns:a16="http://schemas.microsoft.com/office/drawing/2014/main" id="{764B0182-71F1-48DB-89A0-D23C2162ED58}"/>
                </a:ext>
              </a:extLst>
            </p:cNvPr>
            <p:cNvSpPr>
              <a:spLocks noChangeArrowheads="1"/>
            </p:cNvSpPr>
            <p:nvPr/>
          </p:nvSpPr>
          <p:spPr bwMode="auto">
            <a:xfrm>
              <a:off x="246063" y="4138613"/>
              <a:ext cx="2222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08" name="Rectangle 192">
              <a:extLst>
                <a:ext uri="{FF2B5EF4-FFF2-40B4-BE49-F238E27FC236}">
                  <a16:creationId xmlns:a16="http://schemas.microsoft.com/office/drawing/2014/main" id="{139209FF-B2C3-4913-A63E-C36D0E4A3CEC}"/>
                </a:ext>
              </a:extLst>
            </p:cNvPr>
            <p:cNvSpPr>
              <a:spLocks noChangeArrowheads="1"/>
            </p:cNvSpPr>
            <p:nvPr/>
          </p:nvSpPr>
          <p:spPr bwMode="auto">
            <a:xfrm>
              <a:off x="1462088" y="4138613"/>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09" name="Rectangle 193">
              <a:extLst>
                <a:ext uri="{FF2B5EF4-FFF2-40B4-BE49-F238E27FC236}">
                  <a16:creationId xmlns:a16="http://schemas.microsoft.com/office/drawing/2014/main" id="{64CD5C64-F84F-4AD1-BD68-1AE343393044}"/>
                </a:ext>
              </a:extLst>
            </p:cNvPr>
            <p:cNvSpPr>
              <a:spLocks noChangeArrowheads="1"/>
            </p:cNvSpPr>
            <p:nvPr/>
          </p:nvSpPr>
          <p:spPr bwMode="auto">
            <a:xfrm>
              <a:off x="836613" y="41370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10" name="Rectangle 194">
              <a:extLst>
                <a:ext uri="{FF2B5EF4-FFF2-40B4-BE49-F238E27FC236}">
                  <a16:creationId xmlns:a16="http://schemas.microsoft.com/office/drawing/2014/main" id="{B533170F-ED8D-4863-8667-64B2BDA90E2B}"/>
                </a:ext>
              </a:extLst>
            </p:cNvPr>
            <p:cNvSpPr>
              <a:spLocks noChangeArrowheads="1"/>
            </p:cNvSpPr>
            <p:nvPr/>
          </p:nvSpPr>
          <p:spPr bwMode="auto">
            <a:xfrm>
              <a:off x="2422525" y="4138613"/>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11" name="Rectangle 195">
              <a:extLst>
                <a:ext uri="{FF2B5EF4-FFF2-40B4-BE49-F238E27FC236}">
                  <a16:creationId xmlns:a16="http://schemas.microsoft.com/office/drawing/2014/main" id="{8A32ADBD-5FC9-482A-9E7B-A881A40C4351}"/>
                </a:ext>
              </a:extLst>
            </p:cNvPr>
            <p:cNvSpPr>
              <a:spLocks noChangeArrowheads="1"/>
            </p:cNvSpPr>
            <p:nvPr/>
          </p:nvSpPr>
          <p:spPr bwMode="auto">
            <a:xfrm>
              <a:off x="1771650" y="41370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12" name="Rectangle 196">
              <a:extLst>
                <a:ext uri="{FF2B5EF4-FFF2-40B4-BE49-F238E27FC236}">
                  <a16:creationId xmlns:a16="http://schemas.microsoft.com/office/drawing/2014/main" id="{EFA55510-FABE-489D-A0D4-F758F1703860}"/>
                </a:ext>
              </a:extLst>
            </p:cNvPr>
            <p:cNvSpPr>
              <a:spLocks noChangeArrowheads="1"/>
            </p:cNvSpPr>
            <p:nvPr/>
          </p:nvSpPr>
          <p:spPr bwMode="auto">
            <a:xfrm>
              <a:off x="2686050"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13" name="Rectangle 197">
              <a:extLst>
                <a:ext uri="{FF2B5EF4-FFF2-40B4-BE49-F238E27FC236}">
                  <a16:creationId xmlns:a16="http://schemas.microsoft.com/office/drawing/2014/main" id="{5FC7CCBB-303E-4D72-B93D-AAF8C32D756A}"/>
                </a:ext>
              </a:extLst>
            </p:cNvPr>
            <p:cNvSpPr>
              <a:spLocks noChangeArrowheads="1"/>
            </p:cNvSpPr>
            <p:nvPr/>
          </p:nvSpPr>
          <p:spPr bwMode="auto">
            <a:xfrm>
              <a:off x="3465513"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14" name="Rectangle 198">
              <a:extLst>
                <a:ext uri="{FF2B5EF4-FFF2-40B4-BE49-F238E27FC236}">
                  <a16:creationId xmlns:a16="http://schemas.microsoft.com/office/drawing/2014/main" id="{5CC2053C-1D6B-4C7F-8D0A-670F68331563}"/>
                </a:ext>
              </a:extLst>
            </p:cNvPr>
            <p:cNvSpPr>
              <a:spLocks noChangeArrowheads="1"/>
            </p:cNvSpPr>
            <p:nvPr/>
          </p:nvSpPr>
          <p:spPr bwMode="auto">
            <a:xfrm>
              <a:off x="4745038" y="4138613"/>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15" name="Rectangle 199">
              <a:extLst>
                <a:ext uri="{FF2B5EF4-FFF2-40B4-BE49-F238E27FC236}">
                  <a16:creationId xmlns:a16="http://schemas.microsoft.com/office/drawing/2014/main" id="{EAC52EA0-B584-4453-9ED3-44EE86A4C309}"/>
                </a:ext>
              </a:extLst>
            </p:cNvPr>
            <p:cNvSpPr>
              <a:spLocks noChangeArrowheads="1"/>
            </p:cNvSpPr>
            <p:nvPr/>
          </p:nvSpPr>
          <p:spPr bwMode="auto">
            <a:xfrm>
              <a:off x="4244975"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16" name="Rectangle 200">
              <a:extLst>
                <a:ext uri="{FF2B5EF4-FFF2-40B4-BE49-F238E27FC236}">
                  <a16:creationId xmlns:a16="http://schemas.microsoft.com/office/drawing/2014/main" id="{41DA944C-2F80-4443-BBF6-FD65C73E62C1}"/>
                </a:ext>
              </a:extLst>
            </p:cNvPr>
            <p:cNvSpPr>
              <a:spLocks noChangeArrowheads="1"/>
            </p:cNvSpPr>
            <p:nvPr/>
          </p:nvSpPr>
          <p:spPr bwMode="auto">
            <a:xfrm>
              <a:off x="5705475" y="4138613"/>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17" name="Rectangle 201">
              <a:extLst>
                <a:ext uri="{FF2B5EF4-FFF2-40B4-BE49-F238E27FC236}">
                  <a16:creationId xmlns:a16="http://schemas.microsoft.com/office/drawing/2014/main" id="{7BC55CA0-5081-4B8E-8BFB-424A1B16A28E}"/>
                </a:ext>
              </a:extLst>
            </p:cNvPr>
            <p:cNvSpPr>
              <a:spLocks noChangeArrowheads="1"/>
            </p:cNvSpPr>
            <p:nvPr/>
          </p:nvSpPr>
          <p:spPr bwMode="auto">
            <a:xfrm>
              <a:off x="5054600" y="41370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18" name="Rectangle 202">
              <a:extLst>
                <a:ext uri="{FF2B5EF4-FFF2-40B4-BE49-F238E27FC236}">
                  <a16:creationId xmlns:a16="http://schemas.microsoft.com/office/drawing/2014/main" id="{084DA447-D7D6-4AC4-B8C7-9304CF5C5D10}"/>
                </a:ext>
              </a:extLst>
            </p:cNvPr>
            <p:cNvSpPr>
              <a:spLocks noChangeArrowheads="1"/>
            </p:cNvSpPr>
            <p:nvPr/>
          </p:nvSpPr>
          <p:spPr bwMode="auto">
            <a:xfrm>
              <a:off x="5970588"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19" name="Rectangle 203">
              <a:extLst>
                <a:ext uri="{FF2B5EF4-FFF2-40B4-BE49-F238E27FC236}">
                  <a16:creationId xmlns:a16="http://schemas.microsoft.com/office/drawing/2014/main" id="{CA4D1854-225B-4168-9D43-15208BAAFA73}"/>
                </a:ext>
              </a:extLst>
            </p:cNvPr>
            <p:cNvSpPr>
              <a:spLocks noChangeArrowheads="1"/>
            </p:cNvSpPr>
            <p:nvPr/>
          </p:nvSpPr>
          <p:spPr bwMode="auto">
            <a:xfrm>
              <a:off x="6748463"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20" name="Rectangle 205">
              <a:extLst>
                <a:ext uri="{FF2B5EF4-FFF2-40B4-BE49-F238E27FC236}">
                  <a16:creationId xmlns:a16="http://schemas.microsoft.com/office/drawing/2014/main" id="{F8C1F57F-1FF6-46D8-A9A4-02B3FC370A00}"/>
                </a:ext>
              </a:extLst>
            </p:cNvPr>
            <p:cNvSpPr>
              <a:spLocks noChangeArrowheads="1"/>
            </p:cNvSpPr>
            <p:nvPr/>
          </p:nvSpPr>
          <p:spPr bwMode="auto">
            <a:xfrm>
              <a:off x="8050213" y="4138613"/>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21" name="Rectangle 206">
              <a:extLst>
                <a:ext uri="{FF2B5EF4-FFF2-40B4-BE49-F238E27FC236}">
                  <a16:creationId xmlns:a16="http://schemas.microsoft.com/office/drawing/2014/main" id="{3ABD673D-9BDD-4FA2-BE9F-345152BBEC0D}"/>
                </a:ext>
              </a:extLst>
            </p:cNvPr>
            <p:cNvSpPr>
              <a:spLocks noChangeArrowheads="1"/>
            </p:cNvSpPr>
            <p:nvPr/>
          </p:nvSpPr>
          <p:spPr bwMode="auto">
            <a:xfrm>
              <a:off x="7526338"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22" name="Rectangle 207">
              <a:extLst>
                <a:ext uri="{FF2B5EF4-FFF2-40B4-BE49-F238E27FC236}">
                  <a16:creationId xmlns:a16="http://schemas.microsoft.com/office/drawing/2014/main" id="{BF5B4909-4B19-444C-B596-5C8A71D34081}"/>
                </a:ext>
              </a:extLst>
            </p:cNvPr>
            <p:cNvSpPr>
              <a:spLocks noChangeArrowheads="1"/>
            </p:cNvSpPr>
            <p:nvPr/>
          </p:nvSpPr>
          <p:spPr bwMode="auto">
            <a:xfrm>
              <a:off x="8921750" y="4138613"/>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23" name="Rectangle 208">
              <a:extLst>
                <a:ext uri="{FF2B5EF4-FFF2-40B4-BE49-F238E27FC236}">
                  <a16:creationId xmlns:a16="http://schemas.microsoft.com/office/drawing/2014/main" id="{4D130800-6702-48C9-A9DA-F3415CC0F604}"/>
                </a:ext>
              </a:extLst>
            </p:cNvPr>
            <p:cNvSpPr>
              <a:spLocks noChangeArrowheads="1"/>
            </p:cNvSpPr>
            <p:nvPr/>
          </p:nvSpPr>
          <p:spPr bwMode="auto">
            <a:xfrm>
              <a:off x="8297863" y="41370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24" name="Rectangle 209">
              <a:extLst>
                <a:ext uri="{FF2B5EF4-FFF2-40B4-BE49-F238E27FC236}">
                  <a16:creationId xmlns:a16="http://schemas.microsoft.com/office/drawing/2014/main" id="{E221F3B1-F05E-40B1-9558-E5098C708020}"/>
                </a:ext>
              </a:extLst>
            </p:cNvPr>
            <p:cNvSpPr>
              <a:spLocks noChangeArrowheads="1"/>
            </p:cNvSpPr>
            <p:nvPr/>
          </p:nvSpPr>
          <p:spPr bwMode="auto">
            <a:xfrm>
              <a:off x="547688" y="4411663"/>
              <a:ext cx="11112"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25" name="Rectangle 210">
              <a:extLst>
                <a:ext uri="{FF2B5EF4-FFF2-40B4-BE49-F238E27FC236}">
                  <a16:creationId xmlns:a16="http://schemas.microsoft.com/office/drawing/2014/main" id="{D4D40391-8B97-40FD-A659-A43DF69134B3}"/>
                </a:ext>
              </a:extLst>
            </p:cNvPr>
            <p:cNvSpPr>
              <a:spLocks noChangeArrowheads="1"/>
            </p:cNvSpPr>
            <p:nvPr/>
          </p:nvSpPr>
          <p:spPr bwMode="auto">
            <a:xfrm>
              <a:off x="246063" y="4406900"/>
              <a:ext cx="2222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H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26" name="Rectangle 211">
              <a:extLst>
                <a:ext uri="{FF2B5EF4-FFF2-40B4-BE49-F238E27FC236}">
                  <a16:creationId xmlns:a16="http://schemas.microsoft.com/office/drawing/2014/main" id="{D7D91892-15CD-47BE-AF32-8027A93D5759}"/>
                </a:ext>
              </a:extLst>
            </p:cNvPr>
            <p:cNvSpPr>
              <a:spLocks noChangeArrowheads="1"/>
            </p:cNvSpPr>
            <p:nvPr/>
          </p:nvSpPr>
          <p:spPr bwMode="auto">
            <a:xfrm>
              <a:off x="1462088" y="4411663"/>
              <a:ext cx="11112"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27" name="Rectangle 212">
              <a:extLst>
                <a:ext uri="{FF2B5EF4-FFF2-40B4-BE49-F238E27FC236}">
                  <a16:creationId xmlns:a16="http://schemas.microsoft.com/office/drawing/2014/main" id="{C4BD2B78-10E3-47D2-B84B-53BCB5E9C346}"/>
                </a:ext>
              </a:extLst>
            </p:cNvPr>
            <p:cNvSpPr>
              <a:spLocks noChangeArrowheads="1"/>
            </p:cNvSpPr>
            <p:nvPr/>
          </p:nvSpPr>
          <p:spPr bwMode="auto">
            <a:xfrm>
              <a:off x="836613" y="44053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28" name="Rectangle 213">
              <a:extLst>
                <a:ext uri="{FF2B5EF4-FFF2-40B4-BE49-F238E27FC236}">
                  <a16:creationId xmlns:a16="http://schemas.microsoft.com/office/drawing/2014/main" id="{369A5352-3392-44B3-9D8A-189F2A5595FB}"/>
                </a:ext>
              </a:extLst>
            </p:cNvPr>
            <p:cNvSpPr>
              <a:spLocks noChangeArrowheads="1"/>
            </p:cNvSpPr>
            <p:nvPr/>
          </p:nvSpPr>
          <p:spPr bwMode="auto">
            <a:xfrm>
              <a:off x="2422525" y="4411663"/>
              <a:ext cx="11113"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29" name="Rectangle 214">
              <a:extLst>
                <a:ext uri="{FF2B5EF4-FFF2-40B4-BE49-F238E27FC236}">
                  <a16:creationId xmlns:a16="http://schemas.microsoft.com/office/drawing/2014/main" id="{090AD947-7F0F-4DC8-A1E9-7B3F64DE0A1C}"/>
                </a:ext>
              </a:extLst>
            </p:cNvPr>
            <p:cNvSpPr>
              <a:spLocks noChangeArrowheads="1"/>
            </p:cNvSpPr>
            <p:nvPr/>
          </p:nvSpPr>
          <p:spPr bwMode="auto">
            <a:xfrm>
              <a:off x="1771650" y="44053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30" name="Rectangle 215">
              <a:extLst>
                <a:ext uri="{FF2B5EF4-FFF2-40B4-BE49-F238E27FC236}">
                  <a16:creationId xmlns:a16="http://schemas.microsoft.com/office/drawing/2014/main" id="{96D1388A-9F02-4CAD-9638-301A437831F9}"/>
                </a:ext>
              </a:extLst>
            </p:cNvPr>
            <p:cNvSpPr>
              <a:spLocks noChangeArrowheads="1"/>
            </p:cNvSpPr>
            <p:nvPr/>
          </p:nvSpPr>
          <p:spPr bwMode="auto">
            <a:xfrm>
              <a:off x="2686050"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31" name="Rectangle 216">
              <a:extLst>
                <a:ext uri="{FF2B5EF4-FFF2-40B4-BE49-F238E27FC236}">
                  <a16:creationId xmlns:a16="http://schemas.microsoft.com/office/drawing/2014/main" id="{D6F0067B-99AA-4018-A132-B2D7A60D09D1}"/>
                </a:ext>
              </a:extLst>
            </p:cNvPr>
            <p:cNvSpPr>
              <a:spLocks noChangeArrowheads="1"/>
            </p:cNvSpPr>
            <p:nvPr/>
          </p:nvSpPr>
          <p:spPr bwMode="auto">
            <a:xfrm>
              <a:off x="3465513"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32" name="Rectangle 217">
              <a:extLst>
                <a:ext uri="{FF2B5EF4-FFF2-40B4-BE49-F238E27FC236}">
                  <a16:creationId xmlns:a16="http://schemas.microsoft.com/office/drawing/2014/main" id="{3BA67258-D9DE-4469-8D0B-366217427D1C}"/>
                </a:ext>
              </a:extLst>
            </p:cNvPr>
            <p:cNvSpPr>
              <a:spLocks noChangeArrowheads="1"/>
            </p:cNvSpPr>
            <p:nvPr/>
          </p:nvSpPr>
          <p:spPr bwMode="auto">
            <a:xfrm>
              <a:off x="4745038" y="4411663"/>
              <a:ext cx="11112"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33" name="Rectangle 218">
              <a:extLst>
                <a:ext uri="{FF2B5EF4-FFF2-40B4-BE49-F238E27FC236}">
                  <a16:creationId xmlns:a16="http://schemas.microsoft.com/office/drawing/2014/main" id="{7795D226-2EEE-409E-9FF7-1AF150480071}"/>
                </a:ext>
              </a:extLst>
            </p:cNvPr>
            <p:cNvSpPr>
              <a:spLocks noChangeArrowheads="1"/>
            </p:cNvSpPr>
            <p:nvPr/>
          </p:nvSpPr>
          <p:spPr bwMode="auto">
            <a:xfrm>
              <a:off x="4244975"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34" name="Rectangle 219">
              <a:extLst>
                <a:ext uri="{FF2B5EF4-FFF2-40B4-BE49-F238E27FC236}">
                  <a16:creationId xmlns:a16="http://schemas.microsoft.com/office/drawing/2014/main" id="{C9122A53-441F-4E7D-A15A-6EB9F061F561}"/>
                </a:ext>
              </a:extLst>
            </p:cNvPr>
            <p:cNvSpPr>
              <a:spLocks noChangeArrowheads="1"/>
            </p:cNvSpPr>
            <p:nvPr/>
          </p:nvSpPr>
          <p:spPr bwMode="auto">
            <a:xfrm>
              <a:off x="5705475" y="4411663"/>
              <a:ext cx="11113"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35" name="Rectangle 220">
              <a:extLst>
                <a:ext uri="{FF2B5EF4-FFF2-40B4-BE49-F238E27FC236}">
                  <a16:creationId xmlns:a16="http://schemas.microsoft.com/office/drawing/2014/main" id="{69712AF8-3CD6-41D4-93D0-80D917070826}"/>
                </a:ext>
              </a:extLst>
            </p:cNvPr>
            <p:cNvSpPr>
              <a:spLocks noChangeArrowheads="1"/>
            </p:cNvSpPr>
            <p:nvPr/>
          </p:nvSpPr>
          <p:spPr bwMode="auto">
            <a:xfrm>
              <a:off x="5054600" y="44053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36" name="Rectangle 221">
              <a:extLst>
                <a:ext uri="{FF2B5EF4-FFF2-40B4-BE49-F238E27FC236}">
                  <a16:creationId xmlns:a16="http://schemas.microsoft.com/office/drawing/2014/main" id="{FF28E7FB-8B0A-48F9-990C-50EE0097D4D8}"/>
                </a:ext>
              </a:extLst>
            </p:cNvPr>
            <p:cNvSpPr>
              <a:spLocks noChangeArrowheads="1"/>
            </p:cNvSpPr>
            <p:nvPr/>
          </p:nvSpPr>
          <p:spPr bwMode="auto">
            <a:xfrm>
              <a:off x="5970588"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37" name="Rectangle 222">
              <a:extLst>
                <a:ext uri="{FF2B5EF4-FFF2-40B4-BE49-F238E27FC236}">
                  <a16:creationId xmlns:a16="http://schemas.microsoft.com/office/drawing/2014/main" id="{8C0710CD-F964-4579-8CC3-D85CA391FA53}"/>
                </a:ext>
              </a:extLst>
            </p:cNvPr>
            <p:cNvSpPr>
              <a:spLocks noChangeArrowheads="1"/>
            </p:cNvSpPr>
            <p:nvPr/>
          </p:nvSpPr>
          <p:spPr bwMode="auto">
            <a:xfrm>
              <a:off x="6748463"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38" name="Rectangle 223">
              <a:extLst>
                <a:ext uri="{FF2B5EF4-FFF2-40B4-BE49-F238E27FC236}">
                  <a16:creationId xmlns:a16="http://schemas.microsoft.com/office/drawing/2014/main" id="{289E97F3-998C-4F4C-8F79-80BE11E8150D}"/>
                </a:ext>
              </a:extLst>
            </p:cNvPr>
            <p:cNvSpPr>
              <a:spLocks noChangeArrowheads="1"/>
            </p:cNvSpPr>
            <p:nvPr/>
          </p:nvSpPr>
          <p:spPr bwMode="auto">
            <a:xfrm>
              <a:off x="8050213" y="4411663"/>
              <a:ext cx="11112"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39" name="Rectangle 224">
              <a:extLst>
                <a:ext uri="{FF2B5EF4-FFF2-40B4-BE49-F238E27FC236}">
                  <a16:creationId xmlns:a16="http://schemas.microsoft.com/office/drawing/2014/main" id="{79A0A9A0-EECC-4046-A812-69A2F13EE824}"/>
                </a:ext>
              </a:extLst>
            </p:cNvPr>
            <p:cNvSpPr>
              <a:spLocks noChangeArrowheads="1"/>
            </p:cNvSpPr>
            <p:nvPr/>
          </p:nvSpPr>
          <p:spPr bwMode="auto">
            <a:xfrm>
              <a:off x="7526338"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40" name="Rectangle 225">
              <a:extLst>
                <a:ext uri="{FF2B5EF4-FFF2-40B4-BE49-F238E27FC236}">
                  <a16:creationId xmlns:a16="http://schemas.microsoft.com/office/drawing/2014/main" id="{A28179AE-E009-46ED-BE23-7073D8C6E743}"/>
                </a:ext>
              </a:extLst>
            </p:cNvPr>
            <p:cNvSpPr>
              <a:spLocks noChangeArrowheads="1"/>
            </p:cNvSpPr>
            <p:nvPr/>
          </p:nvSpPr>
          <p:spPr bwMode="auto">
            <a:xfrm>
              <a:off x="8921750" y="4411663"/>
              <a:ext cx="11113"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41" name="Rectangle 226">
              <a:extLst>
                <a:ext uri="{FF2B5EF4-FFF2-40B4-BE49-F238E27FC236}">
                  <a16:creationId xmlns:a16="http://schemas.microsoft.com/office/drawing/2014/main" id="{667E5A42-6925-4C8A-8B97-7E278AA443E4}"/>
                </a:ext>
              </a:extLst>
            </p:cNvPr>
            <p:cNvSpPr>
              <a:spLocks noChangeArrowheads="1"/>
            </p:cNvSpPr>
            <p:nvPr/>
          </p:nvSpPr>
          <p:spPr bwMode="auto">
            <a:xfrm>
              <a:off x="547688" y="4708525"/>
              <a:ext cx="8382000"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42" name="Rectangle 227">
              <a:extLst>
                <a:ext uri="{FF2B5EF4-FFF2-40B4-BE49-F238E27FC236}">
                  <a16:creationId xmlns:a16="http://schemas.microsoft.com/office/drawing/2014/main" id="{48F88CD4-1C07-4680-9539-AF50BC30C626}"/>
                </a:ext>
              </a:extLst>
            </p:cNvPr>
            <p:cNvSpPr>
              <a:spLocks noChangeArrowheads="1"/>
            </p:cNvSpPr>
            <p:nvPr/>
          </p:nvSpPr>
          <p:spPr bwMode="auto">
            <a:xfrm>
              <a:off x="8297863" y="44053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86018" name="TextBox 125">
            <a:extLst>
              <a:ext uri="{FF2B5EF4-FFF2-40B4-BE49-F238E27FC236}">
                <a16:creationId xmlns:a16="http://schemas.microsoft.com/office/drawing/2014/main" id="{02372B2D-6B87-42F1-8742-A1461B22B4A5}"/>
              </a:ext>
            </a:extLst>
          </p:cNvPr>
          <p:cNvSpPr txBox="1">
            <a:spLocks noChangeArrowheads="1"/>
          </p:cNvSpPr>
          <p:nvPr/>
        </p:nvSpPr>
        <p:spPr bwMode="auto">
          <a:xfrm>
            <a:off x="6451600" y="6477000"/>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6.65 from the textbook ]</a:t>
            </a:r>
          </a:p>
        </p:txBody>
      </p:sp>
      <p:sp>
        <p:nvSpPr>
          <p:cNvPr id="86019" name="Title 1">
            <a:extLst>
              <a:ext uri="{FF2B5EF4-FFF2-40B4-BE49-F238E27FC236}">
                <a16:creationId xmlns:a16="http://schemas.microsoft.com/office/drawing/2014/main" id="{0CA7485B-5ECF-4F74-8AFC-EA8CB4C9A45D}"/>
              </a:ext>
            </a:extLst>
          </p:cNvPr>
          <p:cNvSpPr txBox="1">
            <a:spLocks/>
          </p:cNvSpPr>
          <p:nvPr/>
        </p:nvSpPr>
        <p:spPr bwMode="auto">
          <a:xfrm>
            <a:off x="0" y="87313"/>
            <a:ext cx="9144000" cy="446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Excitation table  for the counter with JK flip-flops</a:t>
            </a:r>
          </a:p>
        </p:txBody>
      </p:sp>
      <p:pic>
        <p:nvPicPr>
          <p:cNvPr id="228" name="Picture 3" descr="Screen shot 2015-11-16 at 3.59.29 PM.png">
            <a:extLst>
              <a:ext uri="{FF2B5EF4-FFF2-40B4-BE49-F238E27FC236}">
                <a16:creationId xmlns:a16="http://schemas.microsoft.com/office/drawing/2014/main" id="{ED506CC8-BD0C-4360-8DB0-9B43A921A68A}"/>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957388" y="4541661"/>
            <a:ext cx="1847850" cy="213360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pic>
      <p:sp>
        <p:nvSpPr>
          <p:cNvPr id="2" name="Rectangle 1">
            <a:extLst>
              <a:ext uri="{FF2B5EF4-FFF2-40B4-BE49-F238E27FC236}">
                <a16:creationId xmlns:a16="http://schemas.microsoft.com/office/drawing/2014/main" id="{943F1C51-90DC-4C8D-8BF8-D0D822001BE9}"/>
              </a:ext>
            </a:extLst>
          </p:cNvPr>
          <p:cNvSpPr/>
          <p:nvPr/>
        </p:nvSpPr>
        <p:spPr>
          <a:xfrm>
            <a:off x="2793462" y="2146300"/>
            <a:ext cx="1951036" cy="212407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0" name="Rectangle 229">
            <a:extLst>
              <a:ext uri="{FF2B5EF4-FFF2-40B4-BE49-F238E27FC236}">
                <a16:creationId xmlns:a16="http://schemas.microsoft.com/office/drawing/2014/main" id="{EAD7B6BF-9ABC-4888-BF82-6033E9BEEB91}"/>
              </a:ext>
            </a:extLst>
          </p:cNvPr>
          <p:cNvSpPr/>
          <p:nvPr/>
        </p:nvSpPr>
        <p:spPr>
          <a:xfrm>
            <a:off x="5970048" y="2119313"/>
            <a:ext cx="1951036" cy="212407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mc:AlternateContent xmlns:mc="http://schemas.openxmlformats.org/markup-compatibility/2006" xmlns:p14="http://schemas.microsoft.com/office/powerpoint/2010/main">
        <mc:Choice Requires="p14">
          <p:contentPart p14:bwMode="auto" r:id="rId3">
            <p14:nvContentPartPr>
              <p14:cNvPr id="3" name="Ink 2">
                <a:extLst>
                  <a:ext uri="{FF2B5EF4-FFF2-40B4-BE49-F238E27FC236}">
                    <a16:creationId xmlns:a16="http://schemas.microsoft.com/office/drawing/2014/main" id="{03B9A5FF-860C-4DBD-B756-F19BD285755A}"/>
                  </a:ext>
                </a:extLst>
              </p14:cNvPr>
              <p14:cNvContentPartPr/>
              <p14:nvPr/>
            </p14:nvContentPartPr>
            <p14:xfrm>
              <a:off x="1707840" y="2080440"/>
              <a:ext cx="6942240" cy="4235400"/>
            </p14:xfrm>
          </p:contentPart>
        </mc:Choice>
        <mc:Fallback xmlns="">
          <p:pic>
            <p:nvPicPr>
              <p:cNvPr id="3" name="Ink 2">
                <a:extLst>
                  <a:ext uri="{FF2B5EF4-FFF2-40B4-BE49-F238E27FC236}">
                    <a16:creationId xmlns:a16="http://schemas.microsoft.com/office/drawing/2014/main" id="{03B9A5FF-860C-4DBD-B756-F19BD285755A}"/>
                  </a:ext>
                </a:extLst>
              </p:cNvPr>
              <p:cNvPicPr/>
              <p:nvPr/>
            </p:nvPicPr>
            <p:blipFill>
              <a:blip r:embed="rId4"/>
              <a:stretch>
                <a:fillRect/>
              </a:stretch>
            </p:blipFill>
            <p:spPr>
              <a:xfrm>
                <a:off x="1698480" y="2071080"/>
                <a:ext cx="6960960" cy="4254120"/>
              </a:xfrm>
              <a:prstGeom prst="rect">
                <a:avLst/>
              </a:prstGeom>
            </p:spPr>
          </p:pic>
        </mc:Fallback>
      </mc:AlternateContent>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6017" name="Group 1">
            <a:extLst>
              <a:ext uri="{FF2B5EF4-FFF2-40B4-BE49-F238E27FC236}">
                <a16:creationId xmlns:a16="http://schemas.microsoft.com/office/drawing/2014/main" id="{C26C7778-E78C-4A45-AC83-AF2A4BF0EB88}"/>
              </a:ext>
            </a:extLst>
          </p:cNvPr>
          <p:cNvGrpSpPr>
            <a:grpSpLocks/>
          </p:cNvGrpSpPr>
          <p:nvPr/>
        </p:nvGrpSpPr>
        <p:grpSpPr bwMode="auto">
          <a:xfrm>
            <a:off x="347655" y="838200"/>
            <a:ext cx="8686800" cy="3492500"/>
            <a:chOff x="246063" y="1227138"/>
            <a:chExt cx="8686800" cy="3492500"/>
          </a:xfrm>
        </p:grpSpPr>
        <p:sp>
          <p:nvSpPr>
            <p:cNvPr id="86020" name="Rectangle 4">
              <a:extLst>
                <a:ext uri="{FF2B5EF4-FFF2-40B4-BE49-F238E27FC236}">
                  <a16:creationId xmlns:a16="http://schemas.microsoft.com/office/drawing/2014/main" id="{29705DC2-AE45-4688-AA6A-47BD48678DBE}"/>
                </a:ext>
              </a:extLst>
            </p:cNvPr>
            <p:cNvSpPr>
              <a:spLocks noChangeArrowheads="1"/>
            </p:cNvSpPr>
            <p:nvPr/>
          </p:nvSpPr>
          <p:spPr bwMode="auto">
            <a:xfrm>
              <a:off x="547688" y="1227138"/>
              <a:ext cx="8382000" cy="95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21" name="Rectangle 5">
              <a:extLst>
                <a:ext uri="{FF2B5EF4-FFF2-40B4-BE49-F238E27FC236}">
                  <a16:creationId xmlns:a16="http://schemas.microsoft.com/office/drawing/2014/main" id="{873AB9DF-F6CF-4967-B016-83740BB6A849}"/>
                </a:ext>
              </a:extLst>
            </p:cNvPr>
            <p:cNvSpPr>
              <a:spLocks noChangeArrowheads="1"/>
            </p:cNvSpPr>
            <p:nvPr/>
          </p:nvSpPr>
          <p:spPr bwMode="auto">
            <a:xfrm>
              <a:off x="547688" y="1227138"/>
              <a:ext cx="11112" cy="41116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22" name="Rectangle 6">
              <a:extLst>
                <a:ext uri="{FF2B5EF4-FFF2-40B4-BE49-F238E27FC236}">
                  <a16:creationId xmlns:a16="http://schemas.microsoft.com/office/drawing/2014/main" id="{1FB6635F-4722-436F-9949-B447B938D3C5}"/>
                </a:ext>
              </a:extLst>
            </p:cNvPr>
            <p:cNvSpPr>
              <a:spLocks noChangeArrowheads="1"/>
            </p:cNvSpPr>
            <p:nvPr/>
          </p:nvSpPr>
          <p:spPr bwMode="auto">
            <a:xfrm>
              <a:off x="1462088" y="1227138"/>
              <a:ext cx="11112" cy="41116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23" name="Rectangle 7">
              <a:extLst>
                <a:ext uri="{FF2B5EF4-FFF2-40B4-BE49-F238E27FC236}">
                  <a16:creationId xmlns:a16="http://schemas.microsoft.com/office/drawing/2014/main" id="{543B3779-F10F-49C9-906C-1717385920D4}"/>
                </a:ext>
              </a:extLst>
            </p:cNvPr>
            <p:cNvSpPr>
              <a:spLocks noChangeArrowheads="1"/>
            </p:cNvSpPr>
            <p:nvPr/>
          </p:nvSpPr>
          <p:spPr bwMode="auto">
            <a:xfrm>
              <a:off x="676275" y="1457325"/>
              <a:ext cx="7302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24" name="Rectangle 8">
              <a:extLst>
                <a:ext uri="{FF2B5EF4-FFF2-40B4-BE49-F238E27FC236}">
                  <a16:creationId xmlns:a16="http://schemas.microsoft.com/office/drawing/2014/main" id="{B99F8033-B59E-4683-B1E3-6E3D765859C7}"/>
                </a:ext>
              </a:extLst>
            </p:cNvPr>
            <p:cNvSpPr>
              <a:spLocks noChangeArrowheads="1"/>
            </p:cNvSpPr>
            <p:nvPr/>
          </p:nvSpPr>
          <p:spPr bwMode="auto">
            <a:xfrm>
              <a:off x="8050213" y="1227138"/>
              <a:ext cx="11112" cy="41116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25" name="Rectangle 9">
              <a:extLst>
                <a:ext uri="{FF2B5EF4-FFF2-40B4-BE49-F238E27FC236}">
                  <a16:creationId xmlns:a16="http://schemas.microsoft.com/office/drawing/2014/main" id="{AD3E47A2-07BB-4C35-833C-5498318AEA9B}"/>
                </a:ext>
              </a:extLst>
            </p:cNvPr>
            <p:cNvSpPr>
              <a:spLocks noChangeArrowheads="1"/>
            </p:cNvSpPr>
            <p:nvPr/>
          </p:nvSpPr>
          <p:spPr bwMode="auto">
            <a:xfrm>
              <a:off x="8921750" y="1227138"/>
              <a:ext cx="11113" cy="41116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26" name="Rectangle 10">
              <a:extLst>
                <a:ext uri="{FF2B5EF4-FFF2-40B4-BE49-F238E27FC236}">
                  <a16:creationId xmlns:a16="http://schemas.microsoft.com/office/drawing/2014/main" id="{482669FE-5D36-4713-AD4A-666B0C1CCDC9}"/>
                </a:ext>
              </a:extLst>
            </p:cNvPr>
            <p:cNvSpPr>
              <a:spLocks noChangeArrowheads="1"/>
            </p:cNvSpPr>
            <p:nvPr/>
          </p:nvSpPr>
          <p:spPr bwMode="auto">
            <a:xfrm>
              <a:off x="1462088" y="1649413"/>
              <a:ext cx="6583362"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27" name="Rectangle 11">
              <a:extLst>
                <a:ext uri="{FF2B5EF4-FFF2-40B4-BE49-F238E27FC236}">
                  <a16:creationId xmlns:a16="http://schemas.microsoft.com/office/drawing/2014/main" id="{F264442C-66A0-4C79-A633-7D2A58B8B98E}"/>
                </a:ext>
              </a:extLst>
            </p:cNvPr>
            <p:cNvSpPr>
              <a:spLocks noChangeArrowheads="1"/>
            </p:cNvSpPr>
            <p:nvPr/>
          </p:nvSpPr>
          <p:spPr bwMode="auto">
            <a:xfrm>
              <a:off x="547688" y="1638300"/>
              <a:ext cx="11112" cy="4032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28" name="Rectangle 12">
              <a:extLst>
                <a:ext uri="{FF2B5EF4-FFF2-40B4-BE49-F238E27FC236}">
                  <a16:creationId xmlns:a16="http://schemas.microsoft.com/office/drawing/2014/main" id="{83EFA800-D9DC-4876-A13A-7287F4459587}"/>
                </a:ext>
              </a:extLst>
            </p:cNvPr>
            <p:cNvSpPr>
              <a:spLocks noChangeArrowheads="1"/>
            </p:cNvSpPr>
            <p:nvPr/>
          </p:nvSpPr>
          <p:spPr bwMode="auto">
            <a:xfrm>
              <a:off x="4065588" y="1328738"/>
              <a:ext cx="142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Flip-flop inputs</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29" name="Rectangle 13">
              <a:extLst>
                <a:ext uri="{FF2B5EF4-FFF2-40B4-BE49-F238E27FC236}">
                  <a16:creationId xmlns:a16="http://schemas.microsoft.com/office/drawing/2014/main" id="{41562FD0-3B2D-435F-A136-1C2ABB0DB2F2}"/>
                </a:ext>
              </a:extLst>
            </p:cNvPr>
            <p:cNvSpPr>
              <a:spLocks noChangeArrowheads="1"/>
            </p:cNvSpPr>
            <p:nvPr/>
          </p:nvSpPr>
          <p:spPr bwMode="auto">
            <a:xfrm>
              <a:off x="1462088" y="1638300"/>
              <a:ext cx="11112" cy="4032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30" name="Rectangle 14">
              <a:extLst>
                <a:ext uri="{FF2B5EF4-FFF2-40B4-BE49-F238E27FC236}">
                  <a16:creationId xmlns:a16="http://schemas.microsoft.com/office/drawing/2014/main" id="{26580E6B-9549-48C8-8BE2-056533A67231}"/>
                </a:ext>
              </a:extLst>
            </p:cNvPr>
            <p:cNvSpPr>
              <a:spLocks noChangeArrowheads="1"/>
            </p:cNvSpPr>
            <p:nvPr/>
          </p:nvSpPr>
          <p:spPr bwMode="auto">
            <a:xfrm>
              <a:off x="800100" y="1741488"/>
              <a:ext cx="4762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31" name="Rectangle 15">
              <a:extLst>
                <a:ext uri="{FF2B5EF4-FFF2-40B4-BE49-F238E27FC236}">
                  <a16:creationId xmlns:a16="http://schemas.microsoft.com/office/drawing/2014/main" id="{ECAD4178-B21B-4273-92FB-D24977862E20}"/>
                </a:ext>
              </a:extLst>
            </p:cNvPr>
            <p:cNvSpPr>
              <a:spLocks noChangeArrowheads="1"/>
            </p:cNvSpPr>
            <p:nvPr/>
          </p:nvSpPr>
          <p:spPr bwMode="auto">
            <a:xfrm>
              <a:off x="2822575" y="1739900"/>
              <a:ext cx="2095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32" name="Rectangle 16">
              <a:extLst>
                <a:ext uri="{FF2B5EF4-FFF2-40B4-BE49-F238E27FC236}">
                  <a16:creationId xmlns:a16="http://schemas.microsoft.com/office/drawing/2014/main" id="{240A26D5-E880-4E8D-B377-23A2289637AE}"/>
                </a:ext>
              </a:extLst>
            </p:cNvPr>
            <p:cNvSpPr>
              <a:spLocks noChangeArrowheads="1"/>
            </p:cNvSpPr>
            <p:nvPr/>
          </p:nvSpPr>
          <p:spPr bwMode="auto">
            <a:xfrm>
              <a:off x="3051175" y="1739900"/>
              <a:ext cx="185738"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33" name="Rectangle 17">
              <a:extLst>
                <a:ext uri="{FF2B5EF4-FFF2-40B4-BE49-F238E27FC236}">
                  <a16:creationId xmlns:a16="http://schemas.microsoft.com/office/drawing/2014/main" id="{8FA48F96-C99F-44CA-8030-A6862AD2E1CB}"/>
                </a:ext>
              </a:extLst>
            </p:cNvPr>
            <p:cNvSpPr>
              <a:spLocks noChangeArrowheads="1"/>
            </p:cNvSpPr>
            <p:nvPr/>
          </p:nvSpPr>
          <p:spPr bwMode="auto">
            <a:xfrm>
              <a:off x="4745038" y="1638300"/>
              <a:ext cx="11112" cy="4032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34" name="Rectangle 18">
              <a:extLst>
                <a:ext uri="{FF2B5EF4-FFF2-40B4-BE49-F238E27FC236}">
                  <a16:creationId xmlns:a16="http://schemas.microsoft.com/office/drawing/2014/main" id="{47D5584D-E802-4D5D-B0B9-D69F93917EB7}"/>
                </a:ext>
              </a:extLst>
            </p:cNvPr>
            <p:cNvSpPr>
              <a:spLocks noChangeArrowheads="1"/>
            </p:cNvSpPr>
            <p:nvPr/>
          </p:nvSpPr>
          <p:spPr bwMode="auto">
            <a:xfrm>
              <a:off x="3286125" y="1739900"/>
              <a:ext cx="1714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35" name="Rectangle 19">
              <a:extLst>
                <a:ext uri="{FF2B5EF4-FFF2-40B4-BE49-F238E27FC236}">
                  <a16:creationId xmlns:a16="http://schemas.microsoft.com/office/drawing/2014/main" id="{8EA20671-7263-4FE1-AB36-9A9C1610BE55}"/>
                </a:ext>
              </a:extLst>
            </p:cNvPr>
            <p:cNvSpPr>
              <a:spLocks noChangeArrowheads="1"/>
            </p:cNvSpPr>
            <p:nvPr/>
          </p:nvSpPr>
          <p:spPr bwMode="auto">
            <a:xfrm>
              <a:off x="6111875" y="1739900"/>
              <a:ext cx="2095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36" name="Rectangle 20">
              <a:extLst>
                <a:ext uri="{FF2B5EF4-FFF2-40B4-BE49-F238E27FC236}">
                  <a16:creationId xmlns:a16="http://schemas.microsoft.com/office/drawing/2014/main" id="{512A9026-9389-4810-8364-ABFDC91913D9}"/>
                </a:ext>
              </a:extLst>
            </p:cNvPr>
            <p:cNvSpPr>
              <a:spLocks noChangeArrowheads="1"/>
            </p:cNvSpPr>
            <p:nvPr/>
          </p:nvSpPr>
          <p:spPr bwMode="auto">
            <a:xfrm>
              <a:off x="6340475" y="1739900"/>
              <a:ext cx="185738"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37" name="Rectangle 21">
              <a:extLst>
                <a:ext uri="{FF2B5EF4-FFF2-40B4-BE49-F238E27FC236}">
                  <a16:creationId xmlns:a16="http://schemas.microsoft.com/office/drawing/2014/main" id="{58041869-0C0D-43AF-84D5-49B11AB3AB8D}"/>
                </a:ext>
              </a:extLst>
            </p:cNvPr>
            <p:cNvSpPr>
              <a:spLocks noChangeArrowheads="1"/>
            </p:cNvSpPr>
            <p:nvPr/>
          </p:nvSpPr>
          <p:spPr bwMode="auto">
            <a:xfrm>
              <a:off x="8050213" y="1638300"/>
              <a:ext cx="11112" cy="4032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38" name="Rectangle 22">
              <a:extLst>
                <a:ext uri="{FF2B5EF4-FFF2-40B4-BE49-F238E27FC236}">
                  <a16:creationId xmlns:a16="http://schemas.microsoft.com/office/drawing/2014/main" id="{E1543C40-433A-4AF9-82DC-B47041E16F81}"/>
                </a:ext>
              </a:extLst>
            </p:cNvPr>
            <p:cNvSpPr>
              <a:spLocks noChangeArrowheads="1"/>
            </p:cNvSpPr>
            <p:nvPr/>
          </p:nvSpPr>
          <p:spPr bwMode="auto">
            <a:xfrm>
              <a:off x="6577013" y="1739900"/>
              <a:ext cx="1714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39" name="Rectangle 23">
              <a:extLst>
                <a:ext uri="{FF2B5EF4-FFF2-40B4-BE49-F238E27FC236}">
                  <a16:creationId xmlns:a16="http://schemas.microsoft.com/office/drawing/2014/main" id="{5CD0DB2F-72AA-4B63-9964-D78F5FAC766A}"/>
                </a:ext>
              </a:extLst>
            </p:cNvPr>
            <p:cNvSpPr>
              <a:spLocks noChangeArrowheads="1"/>
            </p:cNvSpPr>
            <p:nvPr/>
          </p:nvSpPr>
          <p:spPr bwMode="auto">
            <a:xfrm>
              <a:off x="8921750" y="1638300"/>
              <a:ext cx="11113" cy="4032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40" name="Rectangle 24">
              <a:extLst>
                <a:ext uri="{FF2B5EF4-FFF2-40B4-BE49-F238E27FC236}">
                  <a16:creationId xmlns:a16="http://schemas.microsoft.com/office/drawing/2014/main" id="{C6571067-EF8A-45EF-82A6-FBE1461B29B4}"/>
                </a:ext>
              </a:extLst>
            </p:cNvPr>
            <p:cNvSpPr>
              <a:spLocks noChangeArrowheads="1"/>
            </p:cNvSpPr>
            <p:nvPr/>
          </p:nvSpPr>
          <p:spPr bwMode="auto">
            <a:xfrm>
              <a:off x="1462088" y="2052638"/>
              <a:ext cx="6583362" cy="111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41" name="Rectangle 25">
              <a:extLst>
                <a:ext uri="{FF2B5EF4-FFF2-40B4-BE49-F238E27FC236}">
                  <a16:creationId xmlns:a16="http://schemas.microsoft.com/office/drawing/2014/main" id="{BA06BAAF-496B-4511-9374-58916C9255C7}"/>
                </a:ext>
              </a:extLst>
            </p:cNvPr>
            <p:cNvSpPr>
              <a:spLocks noChangeArrowheads="1"/>
            </p:cNvSpPr>
            <p:nvPr/>
          </p:nvSpPr>
          <p:spPr bwMode="auto">
            <a:xfrm>
              <a:off x="547688" y="2041525"/>
              <a:ext cx="11112"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42" name="Rectangle 26">
              <a:extLst>
                <a:ext uri="{FF2B5EF4-FFF2-40B4-BE49-F238E27FC236}">
                  <a16:creationId xmlns:a16="http://schemas.microsoft.com/office/drawing/2014/main" id="{8D42E874-DCE8-423F-A16C-F0BA488597EC}"/>
                </a:ext>
              </a:extLst>
            </p:cNvPr>
            <p:cNvSpPr>
              <a:spLocks noChangeArrowheads="1"/>
            </p:cNvSpPr>
            <p:nvPr/>
          </p:nvSpPr>
          <p:spPr bwMode="auto">
            <a:xfrm>
              <a:off x="8212138" y="1612900"/>
              <a:ext cx="6159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Count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43" name="Rectangle 27">
              <a:extLst>
                <a:ext uri="{FF2B5EF4-FFF2-40B4-BE49-F238E27FC236}">
                  <a16:creationId xmlns:a16="http://schemas.microsoft.com/office/drawing/2014/main" id="{82C797B6-88F8-46BB-8C38-6D12FA368EB4}"/>
                </a:ext>
              </a:extLst>
            </p:cNvPr>
            <p:cNvSpPr>
              <a:spLocks noChangeArrowheads="1"/>
            </p:cNvSpPr>
            <p:nvPr/>
          </p:nvSpPr>
          <p:spPr bwMode="auto">
            <a:xfrm>
              <a:off x="688975" y="1981200"/>
              <a:ext cx="1587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44" name="Rectangle 28">
              <a:extLst>
                <a:ext uri="{FF2B5EF4-FFF2-40B4-BE49-F238E27FC236}">
                  <a16:creationId xmlns:a16="http://schemas.microsoft.com/office/drawing/2014/main" id="{D5703AFB-616F-4DA6-B915-B557998F22A3}"/>
                </a:ext>
              </a:extLst>
            </p:cNvPr>
            <p:cNvSpPr>
              <a:spLocks noChangeArrowheads="1"/>
            </p:cNvSpPr>
            <p:nvPr/>
          </p:nvSpPr>
          <p:spPr bwMode="auto">
            <a:xfrm>
              <a:off x="800100"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45" name="Rectangle 29">
              <a:extLst>
                <a:ext uri="{FF2B5EF4-FFF2-40B4-BE49-F238E27FC236}">
                  <a16:creationId xmlns:a16="http://schemas.microsoft.com/office/drawing/2014/main" id="{7C551417-9D56-4493-9137-8680DE553703}"/>
                </a:ext>
              </a:extLst>
            </p:cNvPr>
            <p:cNvSpPr>
              <a:spLocks noChangeArrowheads="1"/>
            </p:cNvSpPr>
            <p:nvPr/>
          </p:nvSpPr>
          <p:spPr bwMode="auto">
            <a:xfrm>
              <a:off x="898525" y="1981200"/>
              <a:ext cx="1587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46" name="Rectangle 30">
              <a:extLst>
                <a:ext uri="{FF2B5EF4-FFF2-40B4-BE49-F238E27FC236}">
                  <a16:creationId xmlns:a16="http://schemas.microsoft.com/office/drawing/2014/main" id="{D48F4298-8DEC-40C1-939D-9E696F4A52EE}"/>
                </a:ext>
              </a:extLst>
            </p:cNvPr>
            <p:cNvSpPr>
              <a:spLocks noChangeArrowheads="1"/>
            </p:cNvSpPr>
            <p:nvPr/>
          </p:nvSpPr>
          <p:spPr bwMode="auto">
            <a:xfrm>
              <a:off x="1008063"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47" name="Rectangle 31">
              <a:extLst>
                <a:ext uri="{FF2B5EF4-FFF2-40B4-BE49-F238E27FC236}">
                  <a16:creationId xmlns:a16="http://schemas.microsoft.com/office/drawing/2014/main" id="{EAE4D60A-FCD3-4DCF-A65D-87A1C69EDC6A}"/>
                </a:ext>
              </a:extLst>
            </p:cNvPr>
            <p:cNvSpPr>
              <a:spLocks noChangeArrowheads="1"/>
            </p:cNvSpPr>
            <p:nvPr/>
          </p:nvSpPr>
          <p:spPr bwMode="auto">
            <a:xfrm>
              <a:off x="1108075" y="1981200"/>
              <a:ext cx="1587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48" name="Rectangle 32">
              <a:extLst>
                <a:ext uri="{FF2B5EF4-FFF2-40B4-BE49-F238E27FC236}">
                  <a16:creationId xmlns:a16="http://schemas.microsoft.com/office/drawing/2014/main" id="{E936113C-2577-4105-82E4-459A83D7E68B}"/>
                </a:ext>
              </a:extLst>
            </p:cNvPr>
            <p:cNvSpPr>
              <a:spLocks noChangeArrowheads="1"/>
            </p:cNvSpPr>
            <p:nvPr/>
          </p:nvSpPr>
          <p:spPr bwMode="auto">
            <a:xfrm>
              <a:off x="1462088" y="2041525"/>
              <a:ext cx="11112"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49" name="Rectangle 33">
              <a:extLst>
                <a:ext uri="{FF2B5EF4-FFF2-40B4-BE49-F238E27FC236}">
                  <a16:creationId xmlns:a16="http://schemas.microsoft.com/office/drawing/2014/main" id="{9447F27A-00B8-4892-B37F-B332A58776AC}"/>
                </a:ext>
              </a:extLst>
            </p:cNvPr>
            <p:cNvSpPr>
              <a:spLocks noChangeArrowheads="1"/>
            </p:cNvSpPr>
            <p:nvPr/>
          </p:nvSpPr>
          <p:spPr bwMode="auto">
            <a:xfrm>
              <a:off x="1217613"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50" name="Rectangle 34">
              <a:extLst>
                <a:ext uri="{FF2B5EF4-FFF2-40B4-BE49-F238E27FC236}">
                  <a16:creationId xmlns:a16="http://schemas.microsoft.com/office/drawing/2014/main" id="{27C01775-057F-4E93-8C31-159801DE8497}"/>
                </a:ext>
              </a:extLst>
            </p:cNvPr>
            <p:cNvSpPr>
              <a:spLocks noChangeArrowheads="1"/>
            </p:cNvSpPr>
            <p:nvPr/>
          </p:nvSpPr>
          <p:spPr bwMode="auto">
            <a:xfrm>
              <a:off x="1598613"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51" name="Rectangle 35">
              <a:extLst>
                <a:ext uri="{FF2B5EF4-FFF2-40B4-BE49-F238E27FC236}">
                  <a16:creationId xmlns:a16="http://schemas.microsoft.com/office/drawing/2014/main" id="{17ED062C-4CF1-4A65-A70C-09B07491CC99}"/>
                </a:ext>
              </a:extLst>
            </p:cNvPr>
            <p:cNvSpPr>
              <a:spLocks noChangeArrowheads="1"/>
            </p:cNvSpPr>
            <p:nvPr/>
          </p:nvSpPr>
          <p:spPr bwMode="auto">
            <a:xfrm>
              <a:off x="1725613"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52" name="Rectangle 36">
              <a:extLst>
                <a:ext uri="{FF2B5EF4-FFF2-40B4-BE49-F238E27FC236}">
                  <a16:creationId xmlns:a16="http://schemas.microsoft.com/office/drawing/2014/main" id="{8CB37732-C576-4162-9173-EBFFB4C1ADFB}"/>
                </a:ext>
              </a:extLst>
            </p:cNvPr>
            <p:cNvSpPr>
              <a:spLocks noChangeArrowheads="1"/>
            </p:cNvSpPr>
            <p:nvPr/>
          </p:nvSpPr>
          <p:spPr bwMode="auto">
            <a:xfrm>
              <a:off x="1827213"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53" name="Rectangle 37">
              <a:extLst>
                <a:ext uri="{FF2B5EF4-FFF2-40B4-BE49-F238E27FC236}">
                  <a16:creationId xmlns:a16="http://schemas.microsoft.com/office/drawing/2014/main" id="{F7A2BA09-2022-41EE-AD1E-F3531E0A3C1B}"/>
                </a:ext>
              </a:extLst>
            </p:cNvPr>
            <p:cNvSpPr>
              <a:spLocks noChangeArrowheads="1"/>
            </p:cNvSpPr>
            <p:nvPr/>
          </p:nvSpPr>
          <p:spPr bwMode="auto">
            <a:xfrm>
              <a:off x="1957388"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54" name="Rectangle 38">
              <a:extLst>
                <a:ext uri="{FF2B5EF4-FFF2-40B4-BE49-F238E27FC236}">
                  <a16:creationId xmlns:a16="http://schemas.microsoft.com/office/drawing/2014/main" id="{052829DB-AD0B-48BF-B8C6-DC25D02F5D27}"/>
                </a:ext>
              </a:extLst>
            </p:cNvPr>
            <p:cNvSpPr>
              <a:spLocks noChangeArrowheads="1"/>
            </p:cNvSpPr>
            <p:nvPr/>
          </p:nvSpPr>
          <p:spPr bwMode="auto">
            <a:xfrm>
              <a:off x="2055813"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55" name="Rectangle 39">
              <a:extLst>
                <a:ext uri="{FF2B5EF4-FFF2-40B4-BE49-F238E27FC236}">
                  <a16:creationId xmlns:a16="http://schemas.microsoft.com/office/drawing/2014/main" id="{A6B0EE75-9976-44EB-B3B8-11054740BB53}"/>
                </a:ext>
              </a:extLst>
            </p:cNvPr>
            <p:cNvSpPr>
              <a:spLocks noChangeArrowheads="1"/>
            </p:cNvSpPr>
            <p:nvPr/>
          </p:nvSpPr>
          <p:spPr bwMode="auto">
            <a:xfrm>
              <a:off x="2422525" y="2041525"/>
              <a:ext cx="11113"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56" name="Rectangle 40">
              <a:extLst>
                <a:ext uri="{FF2B5EF4-FFF2-40B4-BE49-F238E27FC236}">
                  <a16:creationId xmlns:a16="http://schemas.microsoft.com/office/drawing/2014/main" id="{E825B6CF-6EFE-4810-95F8-5E0E2709D97F}"/>
                </a:ext>
              </a:extLst>
            </p:cNvPr>
            <p:cNvSpPr>
              <a:spLocks noChangeArrowheads="1"/>
            </p:cNvSpPr>
            <p:nvPr/>
          </p:nvSpPr>
          <p:spPr bwMode="auto">
            <a:xfrm>
              <a:off x="218440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57" name="Rectangle 41">
              <a:extLst>
                <a:ext uri="{FF2B5EF4-FFF2-40B4-BE49-F238E27FC236}">
                  <a16:creationId xmlns:a16="http://schemas.microsoft.com/office/drawing/2014/main" id="{20696985-8991-4C58-8CFC-C567317A5217}"/>
                </a:ext>
              </a:extLst>
            </p:cNvPr>
            <p:cNvSpPr>
              <a:spLocks noChangeArrowheads="1"/>
            </p:cNvSpPr>
            <p:nvPr/>
          </p:nvSpPr>
          <p:spPr bwMode="auto">
            <a:xfrm>
              <a:off x="2551113"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58" name="Rectangle 42">
              <a:extLst>
                <a:ext uri="{FF2B5EF4-FFF2-40B4-BE49-F238E27FC236}">
                  <a16:creationId xmlns:a16="http://schemas.microsoft.com/office/drawing/2014/main" id="{8B375C47-69F6-4AA4-83D7-8F51EB0CF1D3}"/>
                </a:ext>
              </a:extLst>
            </p:cNvPr>
            <p:cNvSpPr>
              <a:spLocks noChangeArrowheads="1"/>
            </p:cNvSpPr>
            <p:nvPr/>
          </p:nvSpPr>
          <p:spPr bwMode="auto">
            <a:xfrm>
              <a:off x="2674938"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59" name="Rectangle 43">
              <a:extLst>
                <a:ext uri="{FF2B5EF4-FFF2-40B4-BE49-F238E27FC236}">
                  <a16:creationId xmlns:a16="http://schemas.microsoft.com/office/drawing/2014/main" id="{F371D57C-025B-4B0E-BEA3-4A65224DFB4F}"/>
                </a:ext>
              </a:extLst>
            </p:cNvPr>
            <p:cNvSpPr>
              <a:spLocks noChangeArrowheads="1"/>
            </p:cNvSpPr>
            <p:nvPr/>
          </p:nvSpPr>
          <p:spPr bwMode="auto">
            <a:xfrm>
              <a:off x="2774950"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60" name="Rectangle 44">
              <a:extLst>
                <a:ext uri="{FF2B5EF4-FFF2-40B4-BE49-F238E27FC236}">
                  <a16:creationId xmlns:a16="http://schemas.microsoft.com/office/drawing/2014/main" id="{DD16E816-BA58-4C69-A6B3-79A01FC151F3}"/>
                </a:ext>
              </a:extLst>
            </p:cNvPr>
            <p:cNvSpPr>
              <a:spLocks noChangeArrowheads="1"/>
            </p:cNvSpPr>
            <p:nvPr/>
          </p:nvSpPr>
          <p:spPr bwMode="auto">
            <a:xfrm>
              <a:off x="2963863"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61" name="Rectangle 45">
              <a:extLst>
                <a:ext uri="{FF2B5EF4-FFF2-40B4-BE49-F238E27FC236}">
                  <a16:creationId xmlns:a16="http://schemas.microsoft.com/office/drawing/2014/main" id="{FD6C355C-DA99-4015-A02E-3BC9C93748BB}"/>
                </a:ext>
              </a:extLst>
            </p:cNvPr>
            <p:cNvSpPr>
              <a:spLocks noChangeArrowheads="1"/>
            </p:cNvSpPr>
            <p:nvPr/>
          </p:nvSpPr>
          <p:spPr bwMode="auto">
            <a:xfrm>
              <a:off x="3332163"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62" name="Rectangle 46">
              <a:extLst>
                <a:ext uri="{FF2B5EF4-FFF2-40B4-BE49-F238E27FC236}">
                  <a16:creationId xmlns:a16="http://schemas.microsoft.com/office/drawing/2014/main" id="{5BEB3951-F2DB-4F53-8B23-E56679A3DA94}"/>
                </a:ext>
              </a:extLst>
            </p:cNvPr>
            <p:cNvSpPr>
              <a:spLocks noChangeArrowheads="1"/>
            </p:cNvSpPr>
            <p:nvPr/>
          </p:nvSpPr>
          <p:spPr bwMode="auto">
            <a:xfrm>
              <a:off x="345440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63" name="Rectangle 47">
              <a:extLst>
                <a:ext uri="{FF2B5EF4-FFF2-40B4-BE49-F238E27FC236}">
                  <a16:creationId xmlns:a16="http://schemas.microsoft.com/office/drawing/2014/main" id="{D8A59E0F-17B4-44DE-9E1D-77B05050B188}"/>
                </a:ext>
              </a:extLst>
            </p:cNvPr>
            <p:cNvSpPr>
              <a:spLocks noChangeArrowheads="1"/>
            </p:cNvSpPr>
            <p:nvPr/>
          </p:nvSpPr>
          <p:spPr bwMode="auto">
            <a:xfrm>
              <a:off x="3554413"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64" name="Rectangle 48">
              <a:extLst>
                <a:ext uri="{FF2B5EF4-FFF2-40B4-BE49-F238E27FC236}">
                  <a16:creationId xmlns:a16="http://schemas.microsoft.com/office/drawing/2014/main" id="{7C13D02B-F7DF-4468-AF77-F659A0E91357}"/>
                </a:ext>
              </a:extLst>
            </p:cNvPr>
            <p:cNvSpPr>
              <a:spLocks noChangeArrowheads="1"/>
            </p:cNvSpPr>
            <p:nvPr/>
          </p:nvSpPr>
          <p:spPr bwMode="auto">
            <a:xfrm>
              <a:off x="3743325"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65" name="Rectangle 49">
              <a:extLst>
                <a:ext uri="{FF2B5EF4-FFF2-40B4-BE49-F238E27FC236}">
                  <a16:creationId xmlns:a16="http://schemas.microsoft.com/office/drawing/2014/main" id="{7DB124D9-FED0-4392-82F2-39510DA76DFC}"/>
                </a:ext>
              </a:extLst>
            </p:cNvPr>
            <p:cNvSpPr>
              <a:spLocks noChangeArrowheads="1"/>
            </p:cNvSpPr>
            <p:nvPr/>
          </p:nvSpPr>
          <p:spPr bwMode="auto">
            <a:xfrm>
              <a:off x="4108450"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66" name="Rectangle 50">
              <a:extLst>
                <a:ext uri="{FF2B5EF4-FFF2-40B4-BE49-F238E27FC236}">
                  <a16:creationId xmlns:a16="http://schemas.microsoft.com/office/drawing/2014/main" id="{18B056AE-74E6-42A6-BB29-0AA166217F30}"/>
                </a:ext>
              </a:extLst>
            </p:cNvPr>
            <p:cNvSpPr>
              <a:spLocks noChangeArrowheads="1"/>
            </p:cNvSpPr>
            <p:nvPr/>
          </p:nvSpPr>
          <p:spPr bwMode="auto">
            <a:xfrm>
              <a:off x="4232275"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67" name="Rectangle 51">
              <a:extLst>
                <a:ext uri="{FF2B5EF4-FFF2-40B4-BE49-F238E27FC236}">
                  <a16:creationId xmlns:a16="http://schemas.microsoft.com/office/drawing/2014/main" id="{DFBB1AE1-3045-427D-82F5-F4D59235AD81}"/>
                </a:ext>
              </a:extLst>
            </p:cNvPr>
            <p:cNvSpPr>
              <a:spLocks noChangeArrowheads="1"/>
            </p:cNvSpPr>
            <p:nvPr/>
          </p:nvSpPr>
          <p:spPr bwMode="auto">
            <a:xfrm>
              <a:off x="4333875"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68" name="Rectangle 52">
              <a:extLst>
                <a:ext uri="{FF2B5EF4-FFF2-40B4-BE49-F238E27FC236}">
                  <a16:creationId xmlns:a16="http://schemas.microsoft.com/office/drawing/2014/main" id="{A02152DA-C6BC-4CA5-9CB9-653275AB5761}"/>
                </a:ext>
              </a:extLst>
            </p:cNvPr>
            <p:cNvSpPr>
              <a:spLocks noChangeArrowheads="1"/>
            </p:cNvSpPr>
            <p:nvPr/>
          </p:nvSpPr>
          <p:spPr bwMode="auto">
            <a:xfrm>
              <a:off x="4745038" y="2041525"/>
              <a:ext cx="11112"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69" name="Rectangle 53">
              <a:extLst>
                <a:ext uri="{FF2B5EF4-FFF2-40B4-BE49-F238E27FC236}">
                  <a16:creationId xmlns:a16="http://schemas.microsoft.com/office/drawing/2014/main" id="{1998ADE4-3110-4558-A39F-44BB3C59E290}"/>
                </a:ext>
              </a:extLst>
            </p:cNvPr>
            <p:cNvSpPr>
              <a:spLocks noChangeArrowheads="1"/>
            </p:cNvSpPr>
            <p:nvPr/>
          </p:nvSpPr>
          <p:spPr bwMode="auto">
            <a:xfrm>
              <a:off x="4524375"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70" name="Rectangle 54">
              <a:extLst>
                <a:ext uri="{FF2B5EF4-FFF2-40B4-BE49-F238E27FC236}">
                  <a16:creationId xmlns:a16="http://schemas.microsoft.com/office/drawing/2014/main" id="{796AD7F3-57BF-4693-A765-C9744EFCB395}"/>
                </a:ext>
              </a:extLst>
            </p:cNvPr>
            <p:cNvSpPr>
              <a:spLocks noChangeArrowheads="1"/>
            </p:cNvSpPr>
            <p:nvPr/>
          </p:nvSpPr>
          <p:spPr bwMode="auto">
            <a:xfrm>
              <a:off x="4887913"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71" name="Rectangle 55">
              <a:extLst>
                <a:ext uri="{FF2B5EF4-FFF2-40B4-BE49-F238E27FC236}">
                  <a16:creationId xmlns:a16="http://schemas.microsoft.com/office/drawing/2014/main" id="{77F3E634-5913-4C73-A762-D21298D4CE4E}"/>
                </a:ext>
              </a:extLst>
            </p:cNvPr>
            <p:cNvSpPr>
              <a:spLocks noChangeArrowheads="1"/>
            </p:cNvSpPr>
            <p:nvPr/>
          </p:nvSpPr>
          <p:spPr bwMode="auto">
            <a:xfrm>
              <a:off x="501650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72" name="Rectangle 56">
              <a:extLst>
                <a:ext uri="{FF2B5EF4-FFF2-40B4-BE49-F238E27FC236}">
                  <a16:creationId xmlns:a16="http://schemas.microsoft.com/office/drawing/2014/main" id="{2064CF12-2074-4493-A8BB-F8F3FD39C5D2}"/>
                </a:ext>
              </a:extLst>
            </p:cNvPr>
            <p:cNvSpPr>
              <a:spLocks noChangeArrowheads="1"/>
            </p:cNvSpPr>
            <p:nvPr/>
          </p:nvSpPr>
          <p:spPr bwMode="auto">
            <a:xfrm>
              <a:off x="5116513"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73" name="Rectangle 57">
              <a:extLst>
                <a:ext uri="{FF2B5EF4-FFF2-40B4-BE49-F238E27FC236}">
                  <a16:creationId xmlns:a16="http://schemas.microsoft.com/office/drawing/2014/main" id="{F75379A4-5422-4DC0-A93C-348E5A4E93A3}"/>
                </a:ext>
              </a:extLst>
            </p:cNvPr>
            <p:cNvSpPr>
              <a:spLocks noChangeArrowheads="1"/>
            </p:cNvSpPr>
            <p:nvPr/>
          </p:nvSpPr>
          <p:spPr bwMode="auto">
            <a:xfrm>
              <a:off x="524510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74" name="Rectangle 58">
              <a:extLst>
                <a:ext uri="{FF2B5EF4-FFF2-40B4-BE49-F238E27FC236}">
                  <a16:creationId xmlns:a16="http://schemas.microsoft.com/office/drawing/2014/main" id="{D6266ED3-A1E0-4568-BA68-9A16E6F298FC}"/>
                </a:ext>
              </a:extLst>
            </p:cNvPr>
            <p:cNvSpPr>
              <a:spLocks noChangeArrowheads="1"/>
            </p:cNvSpPr>
            <p:nvPr/>
          </p:nvSpPr>
          <p:spPr bwMode="auto">
            <a:xfrm>
              <a:off x="5346700"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75" name="Rectangle 59">
              <a:extLst>
                <a:ext uri="{FF2B5EF4-FFF2-40B4-BE49-F238E27FC236}">
                  <a16:creationId xmlns:a16="http://schemas.microsoft.com/office/drawing/2014/main" id="{A3F215BD-2122-4D19-9DE7-15DA380E0A75}"/>
                </a:ext>
              </a:extLst>
            </p:cNvPr>
            <p:cNvSpPr>
              <a:spLocks noChangeArrowheads="1"/>
            </p:cNvSpPr>
            <p:nvPr/>
          </p:nvSpPr>
          <p:spPr bwMode="auto">
            <a:xfrm>
              <a:off x="5705475" y="2041525"/>
              <a:ext cx="11113"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76" name="Rectangle 60">
              <a:extLst>
                <a:ext uri="{FF2B5EF4-FFF2-40B4-BE49-F238E27FC236}">
                  <a16:creationId xmlns:a16="http://schemas.microsoft.com/office/drawing/2014/main" id="{D3990E37-DA0D-4F27-943C-67AEF5402662}"/>
                </a:ext>
              </a:extLst>
            </p:cNvPr>
            <p:cNvSpPr>
              <a:spLocks noChangeArrowheads="1"/>
            </p:cNvSpPr>
            <p:nvPr/>
          </p:nvSpPr>
          <p:spPr bwMode="auto">
            <a:xfrm>
              <a:off x="5475288"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77" name="Rectangle 61">
              <a:extLst>
                <a:ext uri="{FF2B5EF4-FFF2-40B4-BE49-F238E27FC236}">
                  <a16:creationId xmlns:a16="http://schemas.microsoft.com/office/drawing/2014/main" id="{DE14D18E-68D7-439E-8A30-BAA9B86D11A1}"/>
                </a:ext>
              </a:extLst>
            </p:cNvPr>
            <p:cNvSpPr>
              <a:spLocks noChangeArrowheads="1"/>
            </p:cNvSpPr>
            <p:nvPr/>
          </p:nvSpPr>
          <p:spPr bwMode="auto">
            <a:xfrm>
              <a:off x="5843588"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78" name="Rectangle 62">
              <a:extLst>
                <a:ext uri="{FF2B5EF4-FFF2-40B4-BE49-F238E27FC236}">
                  <a16:creationId xmlns:a16="http://schemas.microsoft.com/office/drawing/2014/main" id="{2E6C5B32-6C99-4BA5-AB5C-07D8F14F7248}"/>
                </a:ext>
              </a:extLst>
            </p:cNvPr>
            <p:cNvSpPr>
              <a:spLocks noChangeArrowheads="1"/>
            </p:cNvSpPr>
            <p:nvPr/>
          </p:nvSpPr>
          <p:spPr bwMode="auto">
            <a:xfrm>
              <a:off x="5965825"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79" name="Rectangle 63">
              <a:extLst>
                <a:ext uri="{FF2B5EF4-FFF2-40B4-BE49-F238E27FC236}">
                  <a16:creationId xmlns:a16="http://schemas.microsoft.com/office/drawing/2014/main" id="{BCC3A355-586A-48C4-BFDD-A6FF0D9C307D}"/>
                </a:ext>
              </a:extLst>
            </p:cNvPr>
            <p:cNvSpPr>
              <a:spLocks noChangeArrowheads="1"/>
            </p:cNvSpPr>
            <p:nvPr/>
          </p:nvSpPr>
          <p:spPr bwMode="auto">
            <a:xfrm>
              <a:off x="6065838"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80" name="Rectangle 64">
              <a:extLst>
                <a:ext uri="{FF2B5EF4-FFF2-40B4-BE49-F238E27FC236}">
                  <a16:creationId xmlns:a16="http://schemas.microsoft.com/office/drawing/2014/main" id="{F1233CFD-BADD-416C-A6C6-5A3CB1A169BC}"/>
                </a:ext>
              </a:extLst>
            </p:cNvPr>
            <p:cNvSpPr>
              <a:spLocks noChangeArrowheads="1"/>
            </p:cNvSpPr>
            <p:nvPr/>
          </p:nvSpPr>
          <p:spPr bwMode="auto">
            <a:xfrm>
              <a:off x="625475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81" name="Rectangle 65">
              <a:extLst>
                <a:ext uri="{FF2B5EF4-FFF2-40B4-BE49-F238E27FC236}">
                  <a16:creationId xmlns:a16="http://schemas.microsoft.com/office/drawing/2014/main" id="{2F1C8FD2-FDF3-48DC-B5E0-93F23BDDCAF7}"/>
                </a:ext>
              </a:extLst>
            </p:cNvPr>
            <p:cNvSpPr>
              <a:spLocks noChangeArrowheads="1"/>
            </p:cNvSpPr>
            <p:nvPr/>
          </p:nvSpPr>
          <p:spPr bwMode="auto">
            <a:xfrm>
              <a:off x="6623050"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82" name="Rectangle 66">
              <a:extLst>
                <a:ext uri="{FF2B5EF4-FFF2-40B4-BE49-F238E27FC236}">
                  <a16:creationId xmlns:a16="http://schemas.microsoft.com/office/drawing/2014/main" id="{1F5E4B08-9F11-471C-98FC-AB705822D5C7}"/>
                </a:ext>
              </a:extLst>
            </p:cNvPr>
            <p:cNvSpPr>
              <a:spLocks noChangeArrowheads="1"/>
            </p:cNvSpPr>
            <p:nvPr/>
          </p:nvSpPr>
          <p:spPr bwMode="auto">
            <a:xfrm>
              <a:off x="6745288"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83" name="Rectangle 67">
              <a:extLst>
                <a:ext uri="{FF2B5EF4-FFF2-40B4-BE49-F238E27FC236}">
                  <a16:creationId xmlns:a16="http://schemas.microsoft.com/office/drawing/2014/main" id="{22A28BA5-512D-4548-995E-5DDEAA39EA80}"/>
                </a:ext>
              </a:extLst>
            </p:cNvPr>
            <p:cNvSpPr>
              <a:spLocks noChangeArrowheads="1"/>
            </p:cNvSpPr>
            <p:nvPr/>
          </p:nvSpPr>
          <p:spPr bwMode="auto">
            <a:xfrm>
              <a:off x="6845300"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84" name="Rectangle 68">
              <a:extLst>
                <a:ext uri="{FF2B5EF4-FFF2-40B4-BE49-F238E27FC236}">
                  <a16:creationId xmlns:a16="http://schemas.microsoft.com/office/drawing/2014/main" id="{68F3BDE5-96CA-440A-B76D-2C0C7114AD96}"/>
                </a:ext>
              </a:extLst>
            </p:cNvPr>
            <p:cNvSpPr>
              <a:spLocks noChangeArrowheads="1"/>
            </p:cNvSpPr>
            <p:nvPr/>
          </p:nvSpPr>
          <p:spPr bwMode="auto">
            <a:xfrm>
              <a:off x="703580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85" name="Rectangle 69">
              <a:extLst>
                <a:ext uri="{FF2B5EF4-FFF2-40B4-BE49-F238E27FC236}">
                  <a16:creationId xmlns:a16="http://schemas.microsoft.com/office/drawing/2014/main" id="{A5FBC025-E30E-4FC1-8FF3-C7D9179AE41B}"/>
                </a:ext>
              </a:extLst>
            </p:cNvPr>
            <p:cNvSpPr>
              <a:spLocks noChangeArrowheads="1"/>
            </p:cNvSpPr>
            <p:nvPr/>
          </p:nvSpPr>
          <p:spPr bwMode="auto">
            <a:xfrm>
              <a:off x="7399338"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86" name="Rectangle 70">
              <a:extLst>
                <a:ext uri="{FF2B5EF4-FFF2-40B4-BE49-F238E27FC236}">
                  <a16:creationId xmlns:a16="http://schemas.microsoft.com/office/drawing/2014/main" id="{DBD84AC2-2A70-4705-98FA-C0D858D64685}"/>
                </a:ext>
              </a:extLst>
            </p:cNvPr>
            <p:cNvSpPr>
              <a:spLocks noChangeArrowheads="1"/>
            </p:cNvSpPr>
            <p:nvPr/>
          </p:nvSpPr>
          <p:spPr bwMode="auto">
            <a:xfrm>
              <a:off x="7523163"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87" name="Rectangle 71">
              <a:extLst>
                <a:ext uri="{FF2B5EF4-FFF2-40B4-BE49-F238E27FC236}">
                  <a16:creationId xmlns:a16="http://schemas.microsoft.com/office/drawing/2014/main" id="{98FB7DB9-1A20-47F4-B87F-5CC62C8D1B59}"/>
                </a:ext>
              </a:extLst>
            </p:cNvPr>
            <p:cNvSpPr>
              <a:spLocks noChangeArrowheads="1"/>
            </p:cNvSpPr>
            <p:nvPr/>
          </p:nvSpPr>
          <p:spPr bwMode="auto">
            <a:xfrm>
              <a:off x="7624763"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88" name="Rectangle 72">
              <a:extLst>
                <a:ext uri="{FF2B5EF4-FFF2-40B4-BE49-F238E27FC236}">
                  <a16:creationId xmlns:a16="http://schemas.microsoft.com/office/drawing/2014/main" id="{EDD700C9-1CBB-4A42-8F40-A628AB0FB40D}"/>
                </a:ext>
              </a:extLst>
            </p:cNvPr>
            <p:cNvSpPr>
              <a:spLocks noChangeArrowheads="1"/>
            </p:cNvSpPr>
            <p:nvPr/>
          </p:nvSpPr>
          <p:spPr bwMode="auto">
            <a:xfrm>
              <a:off x="8050213" y="2041525"/>
              <a:ext cx="11112"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89" name="Rectangle 73">
              <a:extLst>
                <a:ext uri="{FF2B5EF4-FFF2-40B4-BE49-F238E27FC236}">
                  <a16:creationId xmlns:a16="http://schemas.microsoft.com/office/drawing/2014/main" id="{84E8A014-8FA5-41B3-B919-0E903A6A7D99}"/>
                </a:ext>
              </a:extLst>
            </p:cNvPr>
            <p:cNvSpPr>
              <a:spLocks noChangeArrowheads="1"/>
            </p:cNvSpPr>
            <p:nvPr/>
          </p:nvSpPr>
          <p:spPr bwMode="auto">
            <a:xfrm>
              <a:off x="7815263"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90" name="Rectangle 74">
              <a:extLst>
                <a:ext uri="{FF2B5EF4-FFF2-40B4-BE49-F238E27FC236}">
                  <a16:creationId xmlns:a16="http://schemas.microsoft.com/office/drawing/2014/main" id="{0CE3966C-D35F-4A1B-A545-B520F752ABB2}"/>
                </a:ext>
              </a:extLst>
            </p:cNvPr>
            <p:cNvSpPr>
              <a:spLocks noChangeArrowheads="1"/>
            </p:cNvSpPr>
            <p:nvPr/>
          </p:nvSpPr>
          <p:spPr bwMode="auto">
            <a:xfrm>
              <a:off x="8178800" y="1981200"/>
              <a:ext cx="146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91" name="Rectangle 75">
              <a:extLst>
                <a:ext uri="{FF2B5EF4-FFF2-40B4-BE49-F238E27FC236}">
                  <a16:creationId xmlns:a16="http://schemas.microsoft.com/office/drawing/2014/main" id="{B6D8B34C-4C44-4020-BA42-7FA571131FE0}"/>
                </a:ext>
              </a:extLst>
            </p:cNvPr>
            <p:cNvSpPr>
              <a:spLocks noChangeArrowheads="1"/>
            </p:cNvSpPr>
            <p:nvPr/>
          </p:nvSpPr>
          <p:spPr bwMode="auto">
            <a:xfrm>
              <a:off x="8283575"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92" name="Rectangle 76">
              <a:extLst>
                <a:ext uri="{FF2B5EF4-FFF2-40B4-BE49-F238E27FC236}">
                  <a16:creationId xmlns:a16="http://schemas.microsoft.com/office/drawing/2014/main" id="{425EA7C2-239D-47C4-A9B0-0D6C8CC932FB}"/>
                </a:ext>
              </a:extLst>
            </p:cNvPr>
            <p:cNvSpPr>
              <a:spLocks noChangeArrowheads="1"/>
            </p:cNvSpPr>
            <p:nvPr/>
          </p:nvSpPr>
          <p:spPr bwMode="auto">
            <a:xfrm>
              <a:off x="8383588" y="1981200"/>
              <a:ext cx="146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93" name="Rectangle 77">
              <a:extLst>
                <a:ext uri="{FF2B5EF4-FFF2-40B4-BE49-F238E27FC236}">
                  <a16:creationId xmlns:a16="http://schemas.microsoft.com/office/drawing/2014/main" id="{31B1F8AE-1AEE-471E-B05C-A60C5A8CE6D4}"/>
                </a:ext>
              </a:extLst>
            </p:cNvPr>
            <p:cNvSpPr>
              <a:spLocks noChangeArrowheads="1"/>
            </p:cNvSpPr>
            <p:nvPr/>
          </p:nvSpPr>
          <p:spPr bwMode="auto">
            <a:xfrm>
              <a:off x="8486775"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94" name="Rectangle 78">
              <a:extLst>
                <a:ext uri="{FF2B5EF4-FFF2-40B4-BE49-F238E27FC236}">
                  <a16:creationId xmlns:a16="http://schemas.microsoft.com/office/drawing/2014/main" id="{83DF9A0D-EF2D-49ED-A212-D000AF1C02ED}"/>
                </a:ext>
              </a:extLst>
            </p:cNvPr>
            <p:cNvSpPr>
              <a:spLocks noChangeArrowheads="1"/>
            </p:cNvSpPr>
            <p:nvPr/>
          </p:nvSpPr>
          <p:spPr bwMode="auto">
            <a:xfrm>
              <a:off x="8586788" y="1981200"/>
              <a:ext cx="146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95" name="Rectangle 79">
              <a:extLst>
                <a:ext uri="{FF2B5EF4-FFF2-40B4-BE49-F238E27FC236}">
                  <a16:creationId xmlns:a16="http://schemas.microsoft.com/office/drawing/2014/main" id="{FE7651FB-5D7D-44C0-B634-856EA6A664AC}"/>
                </a:ext>
              </a:extLst>
            </p:cNvPr>
            <p:cNvSpPr>
              <a:spLocks noChangeArrowheads="1"/>
            </p:cNvSpPr>
            <p:nvPr/>
          </p:nvSpPr>
          <p:spPr bwMode="auto">
            <a:xfrm>
              <a:off x="8921750" y="2041525"/>
              <a:ext cx="11113"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96" name="Rectangle 80">
              <a:extLst>
                <a:ext uri="{FF2B5EF4-FFF2-40B4-BE49-F238E27FC236}">
                  <a16:creationId xmlns:a16="http://schemas.microsoft.com/office/drawing/2014/main" id="{138A9969-EEFE-4DA3-9A20-8930F4E15DE9}"/>
                </a:ext>
              </a:extLst>
            </p:cNvPr>
            <p:cNvSpPr>
              <a:spLocks noChangeArrowheads="1"/>
            </p:cNvSpPr>
            <p:nvPr/>
          </p:nvSpPr>
          <p:spPr bwMode="auto">
            <a:xfrm>
              <a:off x="547688" y="2454275"/>
              <a:ext cx="8382000"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97" name="Rectangle 81">
              <a:extLst>
                <a:ext uri="{FF2B5EF4-FFF2-40B4-BE49-F238E27FC236}">
                  <a16:creationId xmlns:a16="http://schemas.microsoft.com/office/drawing/2014/main" id="{BBF3D99E-198B-4FB8-B49F-FFABA08AD391}"/>
                </a:ext>
              </a:extLst>
            </p:cNvPr>
            <p:cNvSpPr>
              <a:spLocks noChangeArrowheads="1"/>
            </p:cNvSpPr>
            <p:nvPr/>
          </p:nvSpPr>
          <p:spPr bwMode="auto">
            <a:xfrm>
              <a:off x="8691563"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98" name="Rectangle 82">
              <a:extLst>
                <a:ext uri="{FF2B5EF4-FFF2-40B4-BE49-F238E27FC236}">
                  <a16:creationId xmlns:a16="http://schemas.microsoft.com/office/drawing/2014/main" id="{9019C9AA-E151-4FA1-832F-D6CE51B03A36}"/>
                </a:ext>
              </a:extLst>
            </p:cNvPr>
            <p:cNvSpPr>
              <a:spLocks noChangeArrowheads="1"/>
            </p:cNvSpPr>
            <p:nvPr/>
          </p:nvSpPr>
          <p:spPr bwMode="auto">
            <a:xfrm>
              <a:off x="547688" y="2446338"/>
              <a:ext cx="11112"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099" name="Rectangle 83">
              <a:extLst>
                <a:ext uri="{FF2B5EF4-FFF2-40B4-BE49-F238E27FC236}">
                  <a16:creationId xmlns:a16="http://schemas.microsoft.com/office/drawing/2014/main" id="{6DF25075-38C7-4CE4-A983-F0F00F1DD333}"/>
                </a:ext>
              </a:extLst>
            </p:cNvPr>
            <p:cNvSpPr>
              <a:spLocks noChangeArrowheads="1"/>
            </p:cNvSpPr>
            <p:nvPr/>
          </p:nvSpPr>
          <p:spPr bwMode="auto">
            <a:xfrm>
              <a:off x="246063" y="2536825"/>
              <a:ext cx="2222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00" name="Rectangle 84">
              <a:extLst>
                <a:ext uri="{FF2B5EF4-FFF2-40B4-BE49-F238E27FC236}">
                  <a16:creationId xmlns:a16="http://schemas.microsoft.com/office/drawing/2014/main" id="{1DE26E77-2368-4869-BC61-6DB74C82909C}"/>
                </a:ext>
              </a:extLst>
            </p:cNvPr>
            <p:cNvSpPr>
              <a:spLocks noChangeArrowheads="1"/>
            </p:cNvSpPr>
            <p:nvPr/>
          </p:nvSpPr>
          <p:spPr bwMode="auto">
            <a:xfrm>
              <a:off x="1462088" y="2446338"/>
              <a:ext cx="11112"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01" name="Rectangle 85">
              <a:extLst>
                <a:ext uri="{FF2B5EF4-FFF2-40B4-BE49-F238E27FC236}">
                  <a16:creationId xmlns:a16="http://schemas.microsoft.com/office/drawing/2014/main" id="{6D0CD2BD-AFCA-49CD-8B8E-9D7E00E387BB}"/>
                </a:ext>
              </a:extLst>
            </p:cNvPr>
            <p:cNvSpPr>
              <a:spLocks noChangeArrowheads="1"/>
            </p:cNvSpPr>
            <p:nvPr/>
          </p:nvSpPr>
          <p:spPr bwMode="auto">
            <a:xfrm>
              <a:off x="836613" y="25352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02" name="Rectangle 86">
              <a:extLst>
                <a:ext uri="{FF2B5EF4-FFF2-40B4-BE49-F238E27FC236}">
                  <a16:creationId xmlns:a16="http://schemas.microsoft.com/office/drawing/2014/main" id="{79807687-0ABA-415F-82CB-03F095528BFF}"/>
                </a:ext>
              </a:extLst>
            </p:cNvPr>
            <p:cNvSpPr>
              <a:spLocks noChangeArrowheads="1"/>
            </p:cNvSpPr>
            <p:nvPr/>
          </p:nvSpPr>
          <p:spPr bwMode="auto">
            <a:xfrm>
              <a:off x="2422525" y="2446338"/>
              <a:ext cx="11113"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03" name="Rectangle 87">
              <a:extLst>
                <a:ext uri="{FF2B5EF4-FFF2-40B4-BE49-F238E27FC236}">
                  <a16:creationId xmlns:a16="http://schemas.microsoft.com/office/drawing/2014/main" id="{F1B1183E-B694-4633-B3A6-40DBA2DC4060}"/>
                </a:ext>
              </a:extLst>
            </p:cNvPr>
            <p:cNvSpPr>
              <a:spLocks noChangeArrowheads="1"/>
            </p:cNvSpPr>
            <p:nvPr/>
          </p:nvSpPr>
          <p:spPr bwMode="auto">
            <a:xfrm>
              <a:off x="1771650" y="25352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04" name="Rectangle 88">
              <a:extLst>
                <a:ext uri="{FF2B5EF4-FFF2-40B4-BE49-F238E27FC236}">
                  <a16:creationId xmlns:a16="http://schemas.microsoft.com/office/drawing/2014/main" id="{4B39ED6E-CDDD-4B09-8AA7-312D7B63292A}"/>
                </a:ext>
              </a:extLst>
            </p:cNvPr>
            <p:cNvSpPr>
              <a:spLocks noChangeArrowheads="1"/>
            </p:cNvSpPr>
            <p:nvPr/>
          </p:nvSpPr>
          <p:spPr bwMode="auto">
            <a:xfrm>
              <a:off x="2686050"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05" name="Rectangle 89">
              <a:extLst>
                <a:ext uri="{FF2B5EF4-FFF2-40B4-BE49-F238E27FC236}">
                  <a16:creationId xmlns:a16="http://schemas.microsoft.com/office/drawing/2014/main" id="{DDF1C514-49F9-4B80-AB58-F72F6571544D}"/>
                </a:ext>
              </a:extLst>
            </p:cNvPr>
            <p:cNvSpPr>
              <a:spLocks noChangeArrowheads="1"/>
            </p:cNvSpPr>
            <p:nvPr/>
          </p:nvSpPr>
          <p:spPr bwMode="auto">
            <a:xfrm>
              <a:off x="3465513"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06" name="Rectangle 90">
              <a:extLst>
                <a:ext uri="{FF2B5EF4-FFF2-40B4-BE49-F238E27FC236}">
                  <a16:creationId xmlns:a16="http://schemas.microsoft.com/office/drawing/2014/main" id="{AB31D156-1C29-4539-9A97-F9D197C74E0A}"/>
                </a:ext>
              </a:extLst>
            </p:cNvPr>
            <p:cNvSpPr>
              <a:spLocks noChangeArrowheads="1"/>
            </p:cNvSpPr>
            <p:nvPr/>
          </p:nvSpPr>
          <p:spPr bwMode="auto">
            <a:xfrm>
              <a:off x="4745038" y="2446338"/>
              <a:ext cx="11112"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07" name="Rectangle 91">
              <a:extLst>
                <a:ext uri="{FF2B5EF4-FFF2-40B4-BE49-F238E27FC236}">
                  <a16:creationId xmlns:a16="http://schemas.microsoft.com/office/drawing/2014/main" id="{56D2700F-FC30-4148-B633-1CBD142220D3}"/>
                </a:ext>
              </a:extLst>
            </p:cNvPr>
            <p:cNvSpPr>
              <a:spLocks noChangeArrowheads="1"/>
            </p:cNvSpPr>
            <p:nvPr/>
          </p:nvSpPr>
          <p:spPr bwMode="auto">
            <a:xfrm>
              <a:off x="4244975"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08" name="Rectangle 92">
              <a:extLst>
                <a:ext uri="{FF2B5EF4-FFF2-40B4-BE49-F238E27FC236}">
                  <a16:creationId xmlns:a16="http://schemas.microsoft.com/office/drawing/2014/main" id="{4AC2137C-068A-4ECF-A38A-7FFE44E15647}"/>
                </a:ext>
              </a:extLst>
            </p:cNvPr>
            <p:cNvSpPr>
              <a:spLocks noChangeArrowheads="1"/>
            </p:cNvSpPr>
            <p:nvPr/>
          </p:nvSpPr>
          <p:spPr bwMode="auto">
            <a:xfrm>
              <a:off x="5705475" y="2446338"/>
              <a:ext cx="11113"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09" name="Rectangle 93">
              <a:extLst>
                <a:ext uri="{FF2B5EF4-FFF2-40B4-BE49-F238E27FC236}">
                  <a16:creationId xmlns:a16="http://schemas.microsoft.com/office/drawing/2014/main" id="{ABA62100-E1BC-478A-B936-3C682A183979}"/>
                </a:ext>
              </a:extLst>
            </p:cNvPr>
            <p:cNvSpPr>
              <a:spLocks noChangeArrowheads="1"/>
            </p:cNvSpPr>
            <p:nvPr/>
          </p:nvSpPr>
          <p:spPr bwMode="auto">
            <a:xfrm>
              <a:off x="5054600" y="25352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10" name="Rectangle 94">
              <a:extLst>
                <a:ext uri="{FF2B5EF4-FFF2-40B4-BE49-F238E27FC236}">
                  <a16:creationId xmlns:a16="http://schemas.microsoft.com/office/drawing/2014/main" id="{63709233-638D-4D17-88D9-CEAD35472FD5}"/>
                </a:ext>
              </a:extLst>
            </p:cNvPr>
            <p:cNvSpPr>
              <a:spLocks noChangeArrowheads="1"/>
            </p:cNvSpPr>
            <p:nvPr/>
          </p:nvSpPr>
          <p:spPr bwMode="auto">
            <a:xfrm>
              <a:off x="5970588"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11" name="Rectangle 95">
              <a:extLst>
                <a:ext uri="{FF2B5EF4-FFF2-40B4-BE49-F238E27FC236}">
                  <a16:creationId xmlns:a16="http://schemas.microsoft.com/office/drawing/2014/main" id="{0471D1AB-0434-4F1C-8C14-042EE956D6C1}"/>
                </a:ext>
              </a:extLst>
            </p:cNvPr>
            <p:cNvSpPr>
              <a:spLocks noChangeArrowheads="1"/>
            </p:cNvSpPr>
            <p:nvPr/>
          </p:nvSpPr>
          <p:spPr bwMode="auto">
            <a:xfrm>
              <a:off x="6748463"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12" name="Rectangle 96">
              <a:extLst>
                <a:ext uri="{FF2B5EF4-FFF2-40B4-BE49-F238E27FC236}">
                  <a16:creationId xmlns:a16="http://schemas.microsoft.com/office/drawing/2014/main" id="{178B9003-8D65-43EE-80F8-71D9F4454B2E}"/>
                </a:ext>
              </a:extLst>
            </p:cNvPr>
            <p:cNvSpPr>
              <a:spLocks noChangeArrowheads="1"/>
            </p:cNvSpPr>
            <p:nvPr/>
          </p:nvSpPr>
          <p:spPr bwMode="auto">
            <a:xfrm>
              <a:off x="8050213" y="2446338"/>
              <a:ext cx="11112"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13" name="Rectangle 97">
              <a:extLst>
                <a:ext uri="{FF2B5EF4-FFF2-40B4-BE49-F238E27FC236}">
                  <a16:creationId xmlns:a16="http://schemas.microsoft.com/office/drawing/2014/main" id="{670A1C6A-C3F1-402A-82DA-72D27D243C62}"/>
                </a:ext>
              </a:extLst>
            </p:cNvPr>
            <p:cNvSpPr>
              <a:spLocks noChangeArrowheads="1"/>
            </p:cNvSpPr>
            <p:nvPr/>
          </p:nvSpPr>
          <p:spPr bwMode="auto">
            <a:xfrm>
              <a:off x="7526338"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14" name="Rectangle 98">
              <a:extLst>
                <a:ext uri="{FF2B5EF4-FFF2-40B4-BE49-F238E27FC236}">
                  <a16:creationId xmlns:a16="http://schemas.microsoft.com/office/drawing/2014/main" id="{8F800DB5-5535-4DC2-8650-11B662617F40}"/>
                </a:ext>
              </a:extLst>
            </p:cNvPr>
            <p:cNvSpPr>
              <a:spLocks noChangeArrowheads="1"/>
            </p:cNvSpPr>
            <p:nvPr/>
          </p:nvSpPr>
          <p:spPr bwMode="auto">
            <a:xfrm>
              <a:off x="8921750" y="2446338"/>
              <a:ext cx="11113"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15" name="Rectangle 99">
              <a:extLst>
                <a:ext uri="{FF2B5EF4-FFF2-40B4-BE49-F238E27FC236}">
                  <a16:creationId xmlns:a16="http://schemas.microsoft.com/office/drawing/2014/main" id="{FEA6F60B-7EE5-4A44-98E9-D0AB25AC043C}"/>
                </a:ext>
              </a:extLst>
            </p:cNvPr>
            <p:cNvSpPr>
              <a:spLocks noChangeArrowheads="1"/>
            </p:cNvSpPr>
            <p:nvPr/>
          </p:nvSpPr>
          <p:spPr bwMode="auto">
            <a:xfrm>
              <a:off x="8297863" y="25352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16" name="Rectangle 100">
              <a:extLst>
                <a:ext uri="{FF2B5EF4-FFF2-40B4-BE49-F238E27FC236}">
                  <a16:creationId xmlns:a16="http://schemas.microsoft.com/office/drawing/2014/main" id="{8BD5FC8C-3D0A-4BA0-87D5-37F8834BF1EF}"/>
                </a:ext>
              </a:extLst>
            </p:cNvPr>
            <p:cNvSpPr>
              <a:spLocks noChangeArrowheads="1"/>
            </p:cNvSpPr>
            <p:nvPr/>
          </p:nvSpPr>
          <p:spPr bwMode="auto">
            <a:xfrm>
              <a:off x="547688" y="2800350"/>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17" name="Rectangle 101">
              <a:extLst>
                <a:ext uri="{FF2B5EF4-FFF2-40B4-BE49-F238E27FC236}">
                  <a16:creationId xmlns:a16="http://schemas.microsoft.com/office/drawing/2014/main" id="{BC44ECDE-6B91-48C3-9BC3-D7DE998F3BC8}"/>
                </a:ext>
              </a:extLst>
            </p:cNvPr>
            <p:cNvSpPr>
              <a:spLocks noChangeArrowheads="1"/>
            </p:cNvSpPr>
            <p:nvPr/>
          </p:nvSpPr>
          <p:spPr bwMode="auto">
            <a:xfrm>
              <a:off x="260350" y="2805113"/>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18" name="Rectangle 102">
              <a:extLst>
                <a:ext uri="{FF2B5EF4-FFF2-40B4-BE49-F238E27FC236}">
                  <a16:creationId xmlns:a16="http://schemas.microsoft.com/office/drawing/2014/main" id="{CDFD0124-6165-4DE5-AB1E-AB02B916A71B}"/>
                </a:ext>
              </a:extLst>
            </p:cNvPr>
            <p:cNvSpPr>
              <a:spLocks noChangeArrowheads="1"/>
            </p:cNvSpPr>
            <p:nvPr/>
          </p:nvSpPr>
          <p:spPr bwMode="auto">
            <a:xfrm>
              <a:off x="1462088" y="2800350"/>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19" name="Rectangle 103">
              <a:extLst>
                <a:ext uri="{FF2B5EF4-FFF2-40B4-BE49-F238E27FC236}">
                  <a16:creationId xmlns:a16="http://schemas.microsoft.com/office/drawing/2014/main" id="{AE814C75-8D38-4A09-89C1-C2056ED1959C}"/>
                </a:ext>
              </a:extLst>
            </p:cNvPr>
            <p:cNvSpPr>
              <a:spLocks noChangeArrowheads="1"/>
            </p:cNvSpPr>
            <p:nvPr/>
          </p:nvSpPr>
          <p:spPr bwMode="auto">
            <a:xfrm>
              <a:off x="838200" y="28035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20" name="Rectangle 104">
              <a:extLst>
                <a:ext uri="{FF2B5EF4-FFF2-40B4-BE49-F238E27FC236}">
                  <a16:creationId xmlns:a16="http://schemas.microsoft.com/office/drawing/2014/main" id="{776A5939-AE83-4228-BB4C-D888B5093352}"/>
                </a:ext>
              </a:extLst>
            </p:cNvPr>
            <p:cNvSpPr>
              <a:spLocks noChangeArrowheads="1"/>
            </p:cNvSpPr>
            <p:nvPr/>
          </p:nvSpPr>
          <p:spPr bwMode="auto">
            <a:xfrm>
              <a:off x="2422525" y="2800350"/>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21" name="Rectangle 105">
              <a:extLst>
                <a:ext uri="{FF2B5EF4-FFF2-40B4-BE49-F238E27FC236}">
                  <a16:creationId xmlns:a16="http://schemas.microsoft.com/office/drawing/2014/main" id="{E037A7FC-F078-46C3-8569-469AD1A20FF1}"/>
                </a:ext>
              </a:extLst>
            </p:cNvPr>
            <p:cNvSpPr>
              <a:spLocks noChangeArrowheads="1"/>
            </p:cNvSpPr>
            <p:nvPr/>
          </p:nvSpPr>
          <p:spPr bwMode="auto">
            <a:xfrm>
              <a:off x="1771650" y="28035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22" name="Rectangle 106">
              <a:extLst>
                <a:ext uri="{FF2B5EF4-FFF2-40B4-BE49-F238E27FC236}">
                  <a16:creationId xmlns:a16="http://schemas.microsoft.com/office/drawing/2014/main" id="{A588116A-8C2E-4888-9084-520B86732613}"/>
                </a:ext>
              </a:extLst>
            </p:cNvPr>
            <p:cNvSpPr>
              <a:spLocks noChangeArrowheads="1"/>
            </p:cNvSpPr>
            <p:nvPr/>
          </p:nvSpPr>
          <p:spPr bwMode="auto">
            <a:xfrm>
              <a:off x="2686050"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23" name="Rectangle 107">
              <a:extLst>
                <a:ext uri="{FF2B5EF4-FFF2-40B4-BE49-F238E27FC236}">
                  <a16:creationId xmlns:a16="http://schemas.microsoft.com/office/drawing/2014/main" id="{6A797CDE-ACE8-4580-A95D-F52D580B941F}"/>
                </a:ext>
              </a:extLst>
            </p:cNvPr>
            <p:cNvSpPr>
              <a:spLocks noChangeArrowheads="1"/>
            </p:cNvSpPr>
            <p:nvPr/>
          </p:nvSpPr>
          <p:spPr bwMode="auto">
            <a:xfrm>
              <a:off x="3465513"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24" name="Rectangle 108">
              <a:extLst>
                <a:ext uri="{FF2B5EF4-FFF2-40B4-BE49-F238E27FC236}">
                  <a16:creationId xmlns:a16="http://schemas.microsoft.com/office/drawing/2014/main" id="{EE9749B3-5B09-4342-8C5A-B2F4F709644B}"/>
                </a:ext>
              </a:extLst>
            </p:cNvPr>
            <p:cNvSpPr>
              <a:spLocks noChangeArrowheads="1"/>
            </p:cNvSpPr>
            <p:nvPr/>
          </p:nvSpPr>
          <p:spPr bwMode="auto">
            <a:xfrm>
              <a:off x="4745038" y="2800350"/>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25" name="Rectangle 109">
              <a:extLst>
                <a:ext uri="{FF2B5EF4-FFF2-40B4-BE49-F238E27FC236}">
                  <a16:creationId xmlns:a16="http://schemas.microsoft.com/office/drawing/2014/main" id="{2AEFB6FC-6543-4DF1-9B51-DFB8AC1CBBF9}"/>
                </a:ext>
              </a:extLst>
            </p:cNvPr>
            <p:cNvSpPr>
              <a:spLocks noChangeArrowheads="1"/>
            </p:cNvSpPr>
            <p:nvPr/>
          </p:nvSpPr>
          <p:spPr bwMode="auto">
            <a:xfrm>
              <a:off x="4244975"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26" name="Rectangle 110">
              <a:extLst>
                <a:ext uri="{FF2B5EF4-FFF2-40B4-BE49-F238E27FC236}">
                  <a16:creationId xmlns:a16="http://schemas.microsoft.com/office/drawing/2014/main" id="{679B950B-6B14-41CB-A9B6-40B6C3CB98DC}"/>
                </a:ext>
              </a:extLst>
            </p:cNvPr>
            <p:cNvSpPr>
              <a:spLocks noChangeArrowheads="1"/>
            </p:cNvSpPr>
            <p:nvPr/>
          </p:nvSpPr>
          <p:spPr bwMode="auto">
            <a:xfrm>
              <a:off x="5705475" y="2800350"/>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27" name="Rectangle 111">
              <a:extLst>
                <a:ext uri="{FF2B5EF4-FFF2-40B4-BE49-F238E27FC236}">
                  <a16:creationId xmlns:a16="http://schemas.microsoft.com/office/drawing/2014/main" id="{0ECE1705-8DE2-4CA7-A6D6-77D78B57D34C}"/>
                </a:ext>
              </a:extLst>
            </p:cNvPr>
            <p:cNvSpPr>
              <a:spLocks noChangeArrowheads="1"/>
            </p:cNvSpPr>
            <p:nvPr/>
          </p:nvSpPr>
          <p:spPr bwMode="auto">
            <a:xfrm>
              <a:off x="5056188" y="28035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28" name="Rectangle 112">
              <a:extLst>
                <a:ext uri="{FF2B5EF4-FFF2-40B4-BE49-F238E27FC236}">
                  <a16:creationId xmlns:a16="http://schemas.microsoft.com/office/drawing/2014/main" id="{7FC4998F-7CCF-4A14-AE78-3BECFB84B767}"/>
                </a:ext>
              </a:extLst>
            </p:cNvPr>
            <p:cNvSpPr>
              <a:spLocks noChangeArrowheads="1"/>
            </p:cNvSpPr>
            <p:nvPr/>
          </p:nvSpPr>
          <p:spPr bwMode="auto">
            <a:xfrm>
              <a:off x="5972175"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29" name="Rectangle 113">
              <a:extLst>
                <a:ext uri="{FF2B5EF4-FFF2-40B4-BE49-F238E27FC236}">
                  <a16:creationId xmlns:a16="http://schemas.microsoft.com/office/drawing/2014/main" id="{80B51D72-A7E1-488D-BBC8-BA1053DF4FF2}"/>
                </a:ext>
              </a:extLst>
            </p:cNvPr>
            <p:cNvSpPr>
              <a:spLocks noChangeArrowheads="1"/>
            </p:cNvSpPr>
            <p:nvPr/>
          </p:nvSpPr>
          <p:spPr bwMode="auto">
            <a:xfrm>
              <a:off x="6750050"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30" name="Rectangle 114">
              <a:extLst>
                <a:ext uri="{FF2B5EF4-FFF2-40B4-BE49-F238E27FC236}">
                  <a16:creationId xmlns:a16="http://schemas.microsoft.com/office/drawing/2014/main" id="{99C66676-28CC-40D5-9A10-BAD9E2DBD552}"/>
                </a:ext>
              </a:extLst>
            </p:cNvPr>
            <p:cNvSpPr>
              <a:spLocks noChangeArrowheads="1"/>
            </p:cNvSpPr>
            <p:nvPr/>
          </p:nvSpPr>
          <p:spPr bwMode="auto">
            <a:xfrm>
              <a:off x="8050213" y="2800350"/>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31" name="Rectangle 115">
              <a:extLst>
                <a:ext uri="{FF2B5EF4-FFF2-40B4-BE49-F238E27FC236}">
                  <a16:creationId xmlns:a16="http://schemas.microsoft.com/office/drawing/2014/main" id="{639EA62D-03AF-48D4-AF3B-E39C02F3B4AE}"/>
                </a:ext>
              </a:extLst>
            </p:cNvPr>
            <p:cNvSpPr>
              <a:spLocks noChangeArrowheads="1"/>
            </p:cNvSpPr>
            <p:nvPr/>
          </p:nvSpPr>
          <p:spPr bwMode="auto">
            <a:xfrm>
              <a:off x="7526338"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32" name="Rectangle 116">
              <a:extLst>
                <a:ext uri="{FF2B5EF4-FFF2-40B4-BE49-F238E27FC236}">
                  <a16:creationId xmlns:a16="http://schemas.microsoft.com/office/drawing/2014/main" id="{DE75B9D1-7DDF-4F8F-AB9E-3EAE59050664}"/>
                </a:ext>
              </a:extLst>
            </p:cNvPr>
            <p:cNvSpPr>
              <a:spLocks noChangeArrowheads="1"/>
            </p:cNvSpPr>
            <p:nvPr/>
          </p:nvSpPr>
          <p:spPr bwMode="auto">
            <a:xfrm>
              <a:off x="8921750" y="2800350"/>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33" name="Rectangle 117">
              <a:extLst>
                <a:ext uri="{FF2B5EF4-FFF2-40B4-BE49-F238E27FC236}">
                  <a16:creationId xmlns:a16="http://schemas.microsoft.com/office/drawing/2014/main" id="{49FE9755-F331-4919-93BB-5842DFC72562}"/>
                </a:ext>
              </a:extLst>
            </p:cNvPr>
            <p:cNvSpPr>
              <a:spLocks noChangeArrowheads="1"/>
            </p:cNvSpPr>
            <p:nvPr/>
          </p:nvSpPr>
          <p:spPr bwMode="auto">
            <a:xfrm>
              <a:off x="8299450" y="28035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34" name="Rectangle 118">
              <a:extLst>
                <a:ext uri="{FF2B5EF4-FFF2-40B4-BE49-F238E27FC236}">
                  <a16:creationId xmlns:a16="http://schemas.microsoft.com/office/drawing/2014/main" id="{EF028A00-F8A7-4B49-B1B4-2F8B72059F00}"/>
                </a:ext>
              </a:extLst>
            </p:cNvPr>
            <p:cNvSpPr>
              <a:spLocks noChangeArrowheads="1"/>
            </p:cNvSpPr>
            <p:nvPr/>
          </p:nvSpPr>
          <p:spPr bwMode="auto">
            <a:xfrm>
              <a:off x="547688" y="3067050"/>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35" name="Rectangle 119">
              <a:extLst>
                <a:ext uri="{FF2B5EF4-FFF2-40B4-BE49-F238E27FC236}">
                  <a16:creationId xmlns:a16="http://schemas.microsoft.com/office/drawing/2014/main" id="{0FFECB89-DF24-4E83-AAB3-7A85498BBB61}"/>
                </a:ext>
              </a:extLst>
            </p:cNvPr>
            <p:cNvSpPr>
              <a:spLocks noChangeArrowheads="1"/>
            </p:cNvSpPr>
            <p:nvPr/>
          </p:nvSpPr>
          <p:spPr bwMode="auto">
            <a:xfrm>
              <a:off x="260350" y="3070225"/>
              <a:ext cx="2095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36" name="Rectangle 120">
              <a:extLst>
                <a:ext uri="{FF2B5EF4-FFF2-40B4-BE49-F238E27FC236}">
                  <a16:creationId xmlns:a16="http://schemas.microsoft.com/office/drawing/2014/main" id="{7018F96A-5D9F-4C6D-B277-E72F9B0625CB}"/>
                </a:ext>
              </a:extLst>
            </p:cNvPr>
            <p:cNvSpPr>
              <a:spLocks noChangeArrowheads="1"/>
            </p:cNvSpPr>
            <p:nvPr/>
          </p:nvSpPr>
          <p:spPr bwMode="auto">
            <a:xfrm>
              <a:off x="1462088" y="3067050"/>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37" name="Rectangle 121">
              <a:extLst>
                <a:ext uri="{FF2B5EF4-FFF2-40B4-BE49-F238E27FC236}">
                  <a16:creationId xmlns:a16="http://schemas.microsoft.com/office/drawing/2014/main" id="{B2092051-BD4E-43C0-BCDA-35604235ACBF}"/>
                </a:ext>
              </a:extLst>
            </p:cNvPr>
            <p:cNvSpPr>
              <a:spLocks noChangeArrowheads="1"/>
            </p:cNvSpPr>
            <p:nvPr/>
          </p:nvSpPr>
          <p:spPr bwMode="auto">
            <a:xfrm>
              <a:off x="838200" y="30686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38" name="Rectangle 122">
              <a:extLst>
                <a:ext uri="{FF2B5EF4-FFF2-40B4-BE49-F238E27FC236}">
                  <a16:creationId xmlns:a16="http://schemas.microsoft.com/office/drawing/2014/main" id="{B3F302D6-746A-4403-BC4C-93AFBEA89B86}"/>
                </a:ext>
              </a:extLst>
            </p:cNvPr>
            <p:cNvSpPr>
              <a:spLocks noChangeArrowheads="1"/>
            </p:cNvSpPr>
            <p:nvPr/>
          </p:nvSpPr>
          <p:spPr bwMode="auto">
            <a:xfrm>
              <a:off x="2422525" y="3067050"/>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39" name="Rectangle 123">
              <a:extLst>
                <a:ext uri="{FF2B5EF4-FFF2-40B4-BE49-F238E27FC236}">
                  <a16:creationId xmlns:a16="http://schemas.microsoft.com/office/drawing/2014/main" id="{FCD59A07-D42B-4CE3-97B3-2E1AFB9DA408}"/>
                </a:ext>
              </a:extLst>
            </p:cNvPr>
            <p:cNvSpPr>
              <a:spLocks noChangeArrowheads="1"/>
            </p:cNvSpPr>
            <p:nvPr/>
          </p:nvSpPr>
          <p:spPr bwMode="auto">
            <a:xfrm>
              <a:off x="1771650" y="30686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40" name="Rectangle 124">
              <a:extLst>
                <a:ext uri="{FF2B5EF4-FFF2-40B4-BE49-F238E27FC236}">
                  <a16:creationId xmlns:a16="http://schemas.microsoft.com/office/drawing/2014/main" id="{5702C904-2F1A-466B-A879-762387033061}"/>
                </a:ext>
              </a:extLst>
            </p:cNvPr>
            <p:cNvSpPr>
              <a:spLocks noChangeArrowheads="1"/>
            </p:cNvSpPr>
            <p:nvPr/>
          </p:nvSpPr>
          <p:spPr bwMode="auto">
            <a:xfrm>
              <a:off x="2686050"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41" name="Rectangle 125">
              <a:extLst>
                <a:ext uri="{FF2B5EF4-FFF2-40B4-BE49-F238E27FC236}">
                  <a16:creationId xmlns:a16="http://schemas.microsoft.com/office/drawing/2014/main" id="{A9A63C3D-147C-4EE1-9B79-239E711C2783}"/>
                </a:ext>
              </a:extLst>
            </p:cNvPr>
            <p:cNvSpPr>
              <a:spLocks noChangeArrowheads="1"/>
            </p:cNvSpPr>
            <p:nvPr/>
          </p:nvSpPr>
          <p:spPr bwMode="auto">
            <a:xfrm>
              <a:off x="3465513"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42" name="Rectangle 126">
              <a:extLst>
                <a:ext uri="{FF2B5EF4-FFF2-40B4-BE49-F238E27FC236}">
                  <a16:creationId xmlns:a16="http://schemas.microsoft.com/office/drawing/2014/main" id="{466B3BDC-29FD-452A-AC40-B79211CE09F9}"/>
                </a:ext>
              </a:extLst>
            </p:cNvPr>
            <p:cNvSpPr>
              <a:spLocks noChangeArrowheads="1"/>
            </p:cNvSpPr>
            <p:nvPr/>
          </p:nvSpPr>
          <p:spPr bwMode="auto">
            <a:xfrm>
              <a:off x="4745038" y="3067050"/>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43" name="Rectangle 127">
              <a:extLst>
                <a:ext uri="{FF2B5EF4-FFF2-40B4-BE49-F238E27FC236}">
                  <a16:creationId xmlns:a16="http://schemas.microsoft.com/office/drawing/2014/main" id="{80D8A376-1A09-41A5-99BB-2AE84322DF52}"/>
                </a:ext>
              </a:extLst>
            </p:cNvPr>
            <p:cNvSpPr>
              <a:spLocks noChangeArrowheads="1"/>
            </p:cNvSpPr>
            <p:nvPr/>
          </p:nvSpPr>
          <p:spPr bwMode="auto">
            <a:xfrm>
              <a:off x="4244975"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44" name="Rectangle 128">
              <a:extLst>
                <a:ext uri="{FF2B5EF4-FFF2-40B4-BE49-F238E27FC236}">
                  <a16:creationId xmlns:a16="http://schemas.microsoft.com/office/drawing/2014/main" id="{092D6B1A-7F55-4032-B455-2E88C0DE1A60}"/>
                </a:ext>
              </a:extLst>
            </p:cNvPr>
            <p:cNvSpPr>
              <a:spLocks noChangeArrowheads="1"/>
            </p:cNvSpPr>
            <p:nvPr/>
          </p:nvSpPr>
          <p:spPr bwMode="auto">
            <a:xfrm>
              <a:off x="5705475" y="3067050"/>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45" name="Rectangle 129">
              <a:extLst>
                <a:ext uri="{FF2B5EF4-FFF2-40B4-BE49-F238E27FC236}">
                  <a16:creationId xmlns:a16="http://schemas.microsoft.com/office/drawing/2014/main" id="{13DD0A4F-7510-4987-B577-C6278880DB06}"/>
                </a:ext>
              </a:extLst>
            </p:cNvPr>
            <p:cNvSpPr>
              <a:spLocks noChangeArrowheads="1"/>
            </p:cNvSpPr>
            <p:nvPr/>
          </p:nvSpPr>
          <p:spPr bwMode="auto">
            <a:xfrm>
              <a:off x="5056188" y="30686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46" name="Rectangle 130">
              <a:extLst>
                <a:ext uri="{FF2B5EF4-FFF2-40B4-BE49-F238E27FC236}">
                  <a16:creationId xmlns:a16="http://schemas.microsoft.com/office/drawing/2014/main" id="{8ADCE036-5BA3-49A2-A232-8BC194D2F8EE}"/>
                </a:ext>
              </a:extLst>
            </p:cNvPr>
            <p:cNvSpPr>
              <a:spLocks noChangeArrowheads="1"/>
            </p:cNvSpPr>
            <p:nvPr/>
          </p:nvSpPr>
          <p:spPr bwMode="auto">
            <a:xfrm>
              <a:off x="5972175"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47" name="Rectangle 131">
              <a:extLst>
                <a:ext uri="{FF2B5EF4-FFF2-40B4-BE49-F238E27FC236}">
                  <a16:creationId xmlns:a16="http://schemas.microsoft.com/office/drawing/2014/main" id="{F403FCB2-B9FB-48CF-ACD1-9D46635AB2E9}"/>
                </a:ext>
              </a:extLst>
            </p:cNvPr>
            <p:cNvSpPr>
              <a:spLocks noChangeArrowheads="1"/>
            </p:cNvSpPr>
            <p:nvPr/>
          </p:nvSpPr>
          <p:spPr bwMode="auto">
            <a:xfrm>
              <a:off x="6750050"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48" name="Rectangle 132">
              <a:extLst>
                <a:ext uri="{FF2B5EF4-FFF2-40B4-BE49-F238E27FC236}">
                  <a16:creationId xmlns:a16="http://schemas.microsoft.com/office/drawing/2014/main" id="{B6B8711B-5CE4-4303-A51A-CC676AD1BE04}"/>
                </a:ext>
              </a:extLst>
            </p:cNvPr>
            <p:cNvSpPr>
              <a:spLocks noChangeArrowheads="1"/>
            </p:cNvSpPr>
            <p:nvPr/>
          </p:nvSpPr>
          <p:spPr bwMode="auto">
            <a:xfrm>
              <a:off x="8050213" y="3067050"/>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49" name="Rectangle 133">
              <a:extLst>
                <a:ext uri="{FF2B5EF4-FFF2-40B4-BE49-F238E27FC236}">
                  <a16:creationId xmlns:a16="http://schemas.microsoft.com/office/drawing/2014/main" id="{600C5C10-C384-4DE9-A589-1A27FD69B18A}"/>
                </a:ext>
              </a:extLst>
            </p:cNvPr>
            <p:cNvSpPr>
              <a:spLocks noChangeArrowheads="1"/>
            </p:cNvSpPr>
            <p:nvPr/>
          </p:nvSpPr>
          <p:spPr bwMode="auto">
            <a:xfrm>
              <a:off x="7526338"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50" name="Rectangle 134">
              <a:extLst>
                <a:ext uri="{FF2B5EF4-FFF2-40B4-BE49-F238E27FC236}">
                  <a16:creationId xmlns:a16="http://schemas.microsoft.com/office/drawing/2014/main" id="{B8BB7EFC-E5CC-4DEB-944B-FEE52A5738F1}"/>
                </a:ext>
              </a:extLst>
            </p:cNvPr>
            <p:cNvSpPr>
              <a:spLocks noChangeArrowheads="1"/>
            </p:cNvSpPr>
            <p:nvPr/>
          </p:nvSpPr>
          <p:spPr bwMode="auto">
            <a:xfrm>
              <a:off x="8921750" y="3067050"/>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51" name="Rectangle 135">
              <a:extLst>
                <a:ext uri="{FF2B5EF4-FFF2-40B4-BE49-F238E27FC236}">
                  <a16:creationId xmlns:a16="http://schemas.microsoft.com/office/drawing/2014/main" id="{B8209F3D-5610-45BC-8CF3-01C5E2C96529}"/>
                </a:ext>
              </a:extLst>
            </p:cNvPr>
            <p:cNvSpPr>
              <a:spLocks noChangeArrowheads="1"/>
            </p:cNvSpPr>
            <p:nvPr/>
          </p:nvSpPr>
          <p:spPr bwMode="auto">
            <a:xfrm>
              <a:off x="8299450" y="30686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52" name="Rectangle 136">
              <a:extLst>
                <a:ext uri="{FF2B5EF4-FFF2-40B4-BE49-F238E27FC236}">
                  <a16:creationId xmlns:a16="http://schemas.microsoft.com/office/drawing/2014/main" id="{4529CCCD-2558-4CA2-AECF-3AACBBB87A33}"/>
                </a:ext>
              </a:extLst>
            </p:cNvPr>
            <p:cNvSpPr>
              <a:spLocks noChangeArrowheads="1"/>
            </p:cNvSpPr>
            <p:nvPr/>
          </p:nvSpPr>
          <p:spPr bwMode="auto">
            <a:xfrm>
              <a:off x="547688" y="3335338"/>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53" name="Rectangle 137">
              <a:extLst>
                <a:ext uri="{FF2B5EF4-FFF2-40B4-BE49-F238E27FC236}">
                  <a16:creationId xmlns:a16="http://schemas.microsoft.com/office/drawing/2014/main" id="{61E79A10-7A5E-4AE4-B7E5-6A234597CD9D}"/>
                </a:ext>
              </a:extLst>
            </p:cNvPr>
            <p:cNvSpPr>
              <a:spLocks noChangeArrowheads="1"/>
            </p:cNvSpPr>
            <p:nvPr/>
          </p:nvSpPr>
          <p:spPr bwMode="auto">
            <a:xfrm>
              <a:off x="246063" y="3338513"/>
              <a:ext cx="2222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54" name="Rectangle 138">
              <a:extLst>
                <a:ext uri="{FF2B5EF4-FFF2-40B4-BE49-F238E27FC236}">
                  <a16:creationId xmlns:a16="http://schemas.microsoft.com/office/drawing/2014/main" id="{2BC6021E-45E9-48E2-80C2-C8D4592A9FC0}"/>
                </a:ext>
              </a:extLst>
            </p:cNvPr>
            <p:cNvSpPr>
              <a:spLocks noChangeArrowheads="1"/>
            </p:cNvSpPr>
            <p:nvPr/>
          </p:nvSpPr>
          <p:spPr bwMode="auto">
            <a:xfrm>
              <a:off x="1462088" y="3335338"/>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55" name="Rectangle 139">
              <a:extLst>
                <a:ext uri="{FF2B5EF4-FFF2-40B4-BE49-F238E27FC236}">
                  <a16:creationId xmlns:a16="http://schemas.microsoft.com/office/drawing/2014/main" id="{ED879FE4-C45A-41CC-8456-3DF2462DFA03}"/>
                </a:ext>
              </a:extLst>
            </p:cNvPr>
            <p:cNvSpPr>
              <a:spLocks noChangeArrowheads="1"/>
            </p:cNvSpPr>
            <p:nvPr/>
          </p:nvSpPr>
          <p:spPr bwMode="auto">
            <a:xfrm>
              <a:off x="836613" y="33369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56" name="Rectangle 140">
              <a:extLst>
                <a:ext uri="{FF2B5EF4-FFF2-40B4-BE49-F238E27FC236}">
                  <a16:creationId xmlns:a16="http://schemas.microsoft.com/office/drawing/2014/main" id="{4C6D0FD9-350E-4766-A8BC-3B48CD957C94}"/>
                </a:ext>
              </a:extLst>
            </p:cNvPr>
            <p:cNvSpPr>
              <a:spLocks noChangeArrowheads="1"/>
            </p:cNvSpPr>
            <p:nvPr/>
          </p:nvSpPr>
          <p:spPr bwMode="auto">
            <a:xfrm>
              <a:off x="2422525" y="3335338"/>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57" name="Rectangle 141">
              <a:extLst>
                <a:ext uri="{FF2B5EF4-FFF2-40B4-BE49-F238E27FC236}">
                  <a16:creationId xmlns:a16="http://schemas.microsoft.com/office/drawing/2014/main" id="{7A88F977-233C-4F96-809B-D4E7323D12CE}"/>
                </a:ext>
              </a:extLst>
            </p:cNvPr>
            <p:cNvSpPr>
              <a:spLocks noChangeArrowheads="1"/>
            </p:cNvSpPr>
            <p:nvPr/>
          </p:nvSpPr>
          <p:spPr bwMode="auto">
            <a:xfrm>
              <a:off x="1771650" y="33369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58" name="Rectangle 142">
              <a:extLst>
                <a:ext uri="{FF2B5EF4-FFF2-40B4-BE49-F238E27FC236}">
                  <a16:creationId xmlns:a16="http://schemas.microsoft.com/office/drawing/2014/main" id="{50BE22E8-C713-4D29-B3C6-690CA789EE5F}"/>
                </a:ext>
              </a:extLst>
            </p:cNvPr>
            <p:cNvSpPr>
              <a:spLocks noChangeArrowheads="1"/>
            </p:cNvSpPr>
            <p:nvPr/>
          </p:nvSpPr>
          <p:spPr bwMode="auto">
            <a:xfrm>
              <a:off x="2686050"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59" name="Rectangle 143">
              <a:extLst>
                <a:ext uri="{FF2B5EF4-FFF2-40B4-BE49-F238E27FC236}">
                  <a16:creationId xmlns:a16="http://schemas.microsoft.com/office/drawing/2014/main" id="{4CE0AC53-37BF-4CCC-A3B4-FE6559B20D6F}"/>
                </a:ext>
              </a:extLst>
            </p:cNvPr>
            <p:cNvSpPr>
              <a:spLocks noChangeArrowheads="1"/>
            </p:cNvSpPr>
            <p:nvPr/>
          </p:nvSpPr>
          <p:spPr bwMode="auto">
            <a:xfrm>
              <a:off x="3465513"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60" name="Rectangle 144">
              <a:extLst>
                <a:ext uri="{FF2B5EF4-FFF2-40B4-BE49-F238E27FC236}">
                  <a16:creationId xmlns:a16="http://schemas.microsoft.com/office/drawing/2014/main" id="{0C5D8A73-D20E-47FA-975B-C0D45B824158}"/>
                </a:ext>
              </a:extLst>
            </p:cNvPr>
            <p:cNvSpPr>
              <a:spLocks noChangeArrowheads="1"/>
            </p:cNvSpPr>
            <p:nvPr/>
          </p:nvSpPr>
          <p:spPr bwMode="auto">
            <a:xfrm>
              <a:off x="4745038" y="3335338"/>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61" name="Rectangle 145">
              <a:extLst>
                <a:ext uri="{FF2B5EF4-FFF2-40B4-BE49-F238E27FC236}">
                  <a16:creationId xmlns:a16="http://schemas.microsoft.com/office/drawing/2014/main" id="{D757AFBC-29EA-4217-AAFF-A0CB887E1926}"/>
                </a:ext>
              </a:extLst>
            </p:cNvPr>
            <p:cNvSpPr>
              <a:spLocks noChangeArrowheads="1"/>
            </p:cNvSpPr>
            <p:nvPr/>
          </p:nvSpPr>
          <p:spPr bwMode="auto">
            <a:xfrm>
              <a:off x="4244975"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62" name="Rectangle 146">
              <a:extLst>
                <a:ext uri="{FF2B5EF4-FFF2-40B4-BE49-F238E27FC236}">
                  <a16:creationId xmlns:a16="http://schemas.microsoft.com/office/drawing/2014/main" id="{4E045DDB-EF53-498E-89C3-C3A054F94317}"/>
                </a:ext>
              </a:extLst>
            </p:cNvPr>
            <p:cNvSpPr>
              <a:spLocks noChangeArrowheads="1"/>
            </p:cNvSpPr>
            <p:nvPr/>
          </p:nvSpPr>
          <p:spPr bwMode="auto">
            <a:xfrm>
              <a:off x="5705475" y="3335338"/>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63" name="Rectangle 147">
              <a:extLst>
                <a:ext uri="{FF2B5EF4-FFF2-40B4-BE49-F238E27FC236}">
                  <a16:creationId xmlns:a16="http://schemas.microsoft.com/office/drawing/2014/main" id="{9A50A16F-071E-4271-ADF2-911A6D128259}"/>
                </a:ext>
              </a:extLst>
            </p:cNvPr>
            <p:cNvSpPr>
              <a:spLocks noChangeArrowheads="1"/>
            </p:cNvSpPr>
            <p:nvPr/>
          </p:nvSpPr>
          <p:spPr bwMode="auto">
            <a:xfrm>
              <a:off x="5054600" y="33369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64" name="Rectangle 148">
              <a:extLst>
                <a:ext uri="{FF2B5EF4-FFF2-40B4-BE49-F238E27FC236}">
                  <a16:creationId xmlns:a16="http://schemas.microsoft.com/office/drawing/2014/main" id="{C8BDDBE3-EBC8-4C24-BE9B-D70BD4ED1467}"/>
                </a:ext>
              </a:extLst>
            </p:cNvPr>
            <p:cNvSpPr>
              <a:spLocks noChangeArrowheads="1"/>
            </p:cNvSpPr>
            <p:nvPr/>
          </p:nvSpPr>
          <p:spPr bwMode="auto">
            <a:xfrm>
              <a:off x="5970588"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65" name="Rectangle 149">
              <a:extLst>
                <a:ext uri="{FF2B5EF4-FFF2-40B4-BE49-F238E27FC236}">
                  <a16:creationId xmlns:a16="http://schemas.microsoft.com/office/drawing/2014/main" id="{8DF8B52F-A3C0-4DE1-8BCF-DB42219EB63C}"/>
                </a:ext>
              </a:extLst>
            </p:cNvPr>
            <p:cNvSpPr>
              <a:spLocks noChangeArrowheads="1"/>
            </p:cNvSpPr>
            <p:nvPr/>
          </p:nvSpPr>
          <p:spPr bwMode="auto">
            <a:xfrm>
              <a:off x="6748463"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66" name="Rectangle 150">
              <a:extLst>
                <a:ext uri="{FF2B5EF4-FFF2-40B4-BE49-F238E27FC236}">
                  <a16:creationId xmlns:a16="http://schemas.microsoft.com/office/drawing/2014/main" id="{E052F23C-7938-4052-8813-DB84F965F146}"/>
                </a:ext>
              </a:extLst>
            </p:cNvPr>
            <p:cNvSpPr>
              <a:spLocks noChangeArrowheads="1"/>
            </p:cNvSpPr>
            <p:nvPr/>
          </p:nvSpPr>
          <p:spPr bwMode="auto">
            <a:xfrm>
              <a:off x="8050213" y="3335338"/>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67" name="Rectangle 151">
              <a:extLst>
                <a:ext uri="{FF2B5EF4-FFF2-40B4-BE49-F238E27FC236}">
                  <a16:creationId xmlns:a16="http://schemas.microsoft.com/office/drawing/2014/main" id="{81EDA771-3709-4E18-ADD3-EF3970FCAA37}"/>
                </a:ext>
              </a:extLst>
            </p:cNvPr>
            <p:cNvSpPr>
              <a:spLocks noChangeArrowheads="1"/>
            </p:cNvSpPr>
            <p:nvPr/>
          </p:nvSpPr>
          <p:spPr bwMode="auto">
            <a:xfrm>
              <a:off x="7526338"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68" name="Rectangle 152">
              <a:extLst>
                <a:ext uri="{FF2B5EF4-FFF2-40B4-BE49-F238E27FC236}">
                  <a16:creationId xmlns:a16="http://schemas.microsoft.com/office/drawing/2014/main" id="{EE0DDD4D-B4A4-4607-9989-B48D2170FA65}"/>
                </a:ext>
              </a:extLst>
            </p:cNvPr>
            <p:cNvSpPr>
              <a:spLocks noChangeArrowheads="1"/>
            </p:cNvSpPr>
            <p:nvPr/>
          </p:nvSpPr>
          <p:spPr bwMode="auto">
            <a:xfrm>
              <a:off x="8921750" y="3335338"/>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69" name="Rectangle 153">
              <a:extLst>
                <a:ext uri="{FF2B5EF4-FFF2-40B4-BE49-F238E27FC236}">
                  <a16:creationId xmlns:a16="http://schemas.microsoft.com/office/drawing/2014/main" id="{EFFEF49D-B86E-48AF-B09B-9B44C79CD596}"/>
                </a:ext>
              </a:extLst>
            </p:cNvPr>
            <p:cNvSpPr>
              <a:spLocks noChangeArrowheads="1"/>
            </p:cNvSpPr>
            <p:nvPr/>
          </p:nvSpPr>
          <p:spPr bwMode="auto">
            <a:xfrm>
              <a:off x="8297863" y="33369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70" name="Rectangle 154">
              <a:extLst>
                <a:ext uri="{FF2B5EF4-FFF2-40B4-BE49-F238E27FC236}">
                  <a16:creationId xmlns:a16="http://schemas.microsoft.com/office/drawing/2014/main" id="{7E4214BA-507C-4006-BEBB-A81DC8209AB1}"/>
                </a:ext>
              </a:extLst>
            </p:cNvPr>
            <p:cNvSpPr>
              <a:spLocks noChangeArrowheads="1"/>
            </p:cNvSpPr>
            <p:nvPr/>
          </p:nvSpPr>
          <p:spPr bwMode="auto">
            <a:xfrm>
              <a:off x="547688" y="3603625"/>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71" name="Rectangle 155">
              <a:extLst>
                <a:ext uri="{FF2B5EF4-FFF2-40B4-BE49-F238E27FC236}">
                  <a16:creationId xmlns:a16="http://schemas.microsoft.com/office/drawing/2014/main" id="{FCDB9F7E-C144-48C9-9A96-25F55F5ACFB2}"/>
                </a:ext>
              </a:extLst>
            </p:cNvPr>
            <p:cNvSpPr>
              <a:spLocks noChangeArrowheads="1"/>
            </p:cNvSpPr>
            <p:nvPr/>
          </p:nvSpPr>
          <p:spPr bwMode="auto">
            <a:xfrm>
              <a:off x="273050" y="3606800"/>
              <a:ext cx="1968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72" name="Rectangle 156">
              <a:extLst>
                <a:ext uri="{FF2B5EF4-FFF2-40B4-BE49-F238E27FC236}">
                  <a16:creationId xmlns:a16="http://schemas.microsoft.com/office/drawing/2014/main" id="{09234050-96C1-4F30-A73C-FAF2BFF7113A}"/>
                </a:ext>
              </a:extLst>
            </p:cNvPr>
            <p:cNvSpPr>
              <a:spLocks noChangeArrowheads="1"/>
            </p:cNvSpPr>
            <p:nvPr/>
          </p:nvSpPr>
          <p:spPr bwMode="auto">
            <a:xfrm>
              <a:off x="1462088" y="3603625"/>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73" name="Rectangle 157">
              <a:extLst>
                <a:ext uri="{FF2B5EF4-FFF2-40B4-BE49-F238E27FC236}">
                  <a16:creationId xmlns:a16="http://schemas.microsoft.com/office/drawing/2014/main" id="{3196551B-84E3-4717-B6C9-F226E6F853BA}"/>
                </a:ext>
              </a:extLst>
            </p:cNvPr>
            <p:cNvSpPr>
              <a:spLocks noChangeArrowheads="1"/>
            </p:cNvSpPr>
            <p:nvPr/>
          </p:nvSpPr>
          <p:spPr bwMode="auto">
            <a:xfrm>
              <a:off x="836613" y="36052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74" name="Rectangle 158">
              <a:extLst>
                <a:ext uri="{FF2B5EF4-FFF2-40B4-BE49-F238E27FC236}">
                  <a16:creationId xmlns:a16="http://schemas.microsoft.com/office/drawing/2014/main" id="{FCF39C54-6BF8-4C04-881D-9618273279DC}"/>
                </a:ext>
              </a:extLst>
            </p:cNvPr>
            <p:cNvSpPr>
              <a:spLocks noChangeArrowheads="1"/>
            </p:cNvSpPr>
            <p:nvPr/>
          </p:nvSpPr>
          <p:spPr bwMode="auto">
            <a:xfrm>
              <a:off x="2422525" y="3603625"/>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75" name="Rectangle 159">
              <a:extLst>
                <a:ext uri="{FF2B5EF4-FFF2-40B4-BE49-F238E27FC236}">
                  <a16:creationId xmlns:a16="http://schemas.microsoft.com/office/drawing/2014/main" id="{79DD77E0-C91F-4C50-8118-0A80275145F8}"/>
                </a:ext>
              </a:extLst>
            </p:cNvPr>
            <p:cNvSpPr>
              <a:spLocks noChangeArrowheads="1"/>
            </p:cNvSpPr>
            <p:nvPr/>
          </p:nvSpPr>
          <p:spPr bwMode="auto">
            <a:xfrm>
              <a:off x="1770063" y="36052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76" name="Rectangle 160">
              <a:extLst>
                <a:ext uri="{FF2B5EF4-FFF2-40B4-BE49-F238E27FC236}">
                  <a16:creationId xmlns:a16="http://schemas.microsoft.com/office/drawing/2014/main" id="{E0B6B2FD-14BC-47E4-9A6C-59BF0622FC09}"/>
                </a:ext>
              </a:extLst>
            </p:cNvPr>
            <p:cNvSpPr>
              <a:spLocks noChangeArrowheads="1"/>
            </p:cNvSpPr>
            <p:nvPr/>
          </p:nvSpPr>
          <p:spPr bwMode="auto">
            <a:xfrm>
              <a:off x="2686050"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77" name="Rectangle 161">
              <a:extLst>
                <a:ext uri="{FF2B5EF4-FFF2-40B4-BE49-F238E27FC236}">
                  <a16:creationId xmlns:a16="http://schemas.microsoft.com/office/drawing/2014/main" id="{2C158639-24C8-4F0A-BA8C-6C30E3C78A8D}"/>
                </a:ext>
              </a:extLst>
            </p:cNvPr>
            <p:cNvSpPr>
              <a:spLocks noChangeArrowheads="1"/>
            </p:cNvSpPr>
            <p:nvPr/>
          </p:nvSpPr>
          <p:spPr bwMode="auto">
            <a:xfrm>
              <a:off x="3463925"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78" name="Rectangle 162">
              <a:extLst>
                <a:ext uri="{FF2B5EF4-FFF2-40B4-BE49-F238E27FC236}">
                  <a16:creationId xmlns:a16="http://schemas.microsoft.com/office/drawing/2014/main" id="{8652B668-A7C2-43AA-A5FC-B4B2D2FE29DB}"/>
                </a:ext>
              </a:extLst>
            </p:cNvPr>
            <p:cNvSpPr>
              <a:spLocks noChangeArrowheads="1"/>
            </p:cNvSpPr>
            <p:nvPr/>
          </p:nvSpPr>
          <p:spPr bwMode="auto">
            <a:xfrm>
              <a:off x="4745038" y="3603625"/>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79" name="Rectangle 163">
              <a:extLst>
                <a:ext uri="{FF2B5EF4-FFF2-40B4-BE49-F238E27FC236}">
                  <a16:creationId xmlns:a16="http://schemas.microsoft.com/office/drawing/2014/main" id="{68B8AED4-5206-43F7-93D6-1B728C023311}"/>
                </a:ext>
              </a:extLst>
            </p:cNvPr>
            <p:cNvSpPr>
              <a:spLocks noChangeArrowheads="1"/>
            </p:cNvSpPr>
            <p:nvPr/>
          </p:nvSpPr>
          <p:spPr bwMode="auto">
            <a:xfrm>
              <a:off x="4243388"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80" name="Rectangle 164">
              <a:extLst>
                <a:ext uri="{FF2B5EF4-FFF2-40B4-BE49-F238E27FC236}">
                  <a16:creationId xmlns:a16="http://schemas.microsoft.com/office/drawing/2014/main" id="{A29E66F3-68A9-406E-B8FE-007D76059709}"/>
                </a:ext>
              </a:extLst>
            </p:cNvPr>
            <p:cNvSpPr>
              <a:spLocks noChangeArrowheads="1"/>
            </p:cNvSpPr>
            <p:nvPr/>
          </p:nvSpPr>
          <p:spPr bwMode="auto">
            <a:xfrm>
              <a:off x="5705475" y="3603625"/>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81" name="Rectangle 165">
              <a:extLst>
                <a:ext uri="{FF2B5EF4-FFF2-40B4-BE49-F238E27FC236}">
                  <a16:creationId xmlns:a16="http://schemas.microsoft.com/office/drawing/2014/main" id="{4CB3780A-8494-4643-8BA9-9E75A9AECD70}"/>
                </a:ext>
              </a:extLst>
            </p:cNvPr>
            <p:cNvSpPr>
              <a:spLocks noChangeArrowheads="1"/>
            </p:cNvSpPr>
            <p:nvPr/>
          </p:nvSpPr>
          <p:spPr bwMode="auto">
            <a:xfrm>
              <a:off x="5054600" y="36052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82" name="Rectangle 166">
              <a:extLst>
                <a:ext uri="{FF2B5EF4-FFF2-40B4-BE49-F238E27FC236}">
                  <a16:creationId xmlns:a16="http://schemas.microsoft.com/office/drawing/2014/main" id="{EB9D1DBF-73B0-4DB6-BB27-CA8FEE10A6A5}"/>
                </a:ext>
              </a:extLst>
            </p:cNvPr>
            <p:cNvSpPr>
              <a:spLocks noChangeArrowheads="1"/>
            </p:cNvSpPr>
            <p:nvPr/>
          </p:nvSpPr>
          <p:spPr bwMode="auto">
            <a:xfrm>
              <a:off x="5969000"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83" name="Rectangle 167">
              <a:extLst>
                <a:ext uri="{FF2B5EF4-FFF2-40B4-BE49-F238E27FC236}">
                  <a16:creationId xmlns:a16="http://schemas.microsoft.com/office/drawing/2014/main" id="{99E59629-D750-40F6-9D4B-C42433E408B3}"/>
                </a:ext>
              </a:extLst>
            </p:cNvPr>
            <p:cNvSpPr>
              <a:spLocks noChangeArrowheads="1"/>
            </p:cNvSpPr>
            <p:nvPr/>
          </p:nvSpPr>
          <p:spPr bwMode="auto">
            <a:xfrm>
              <a:off x="6748463"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84" name="Rectangle 168">
              <a:extLst>
                <a:ext uri="{FF2B5EF4-FFF2-40B4-BE49-F238E27FC236}">
                  <a16:creationId xmlns:a16="http://schemas.microsoft.com/office/drawing/2014/main" id="{1B0706E0-12AB-4555-8393-8F2FE1BF3B01}"/>
                </a:ext>
              </a:extLst>
            </p:cNvPr>
            <p:cNvSpPr>
              <a:spLocks noChangeArrowheads="1"/>
            </p:cNvSpPr>
            <p:nvPr/>
          </p:nvSpPr>
          <p:spPr bwMode="auto">
            <a:xfrm>
              <a:off x="8050213" y="3603625"/>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85" name="Rectangle 169">
              <a:extLst>
                <a:ext uri="{FF2B5EF4-FFF2-40B4-BE49-F238E27FC236}">
                  <a16:creationId xmlns:a16="http://schemas.microsoft.com/office/drawing/2014/main" id="{19858BB8-D9AC-4CB2-9CF2-F2EA5CB0F16B}"/>
                </a:ext>
              </a:extLst>
            </p:cNvPr>
            <p:cNvSpPr>
              <a:spLocks noChangeArrowheads="1"/>
            </p:cNvSpPr>
            <p:nvPr/>
          </p:nvSpPr>
          <p:spPr bwMode="auto">
            <a:xfrm>
              <a:off x="7524750"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86" name="Rectangle 170">
              <a:extLst>
                <a:ext uri="{FF2B5EF4-FFF2-40B4-BE49-F238E27FC236}">
                  <a16:creationId xmlns:a16="http://schemas.microsoft.com/office/drawing/2014/main" id="{CB8812B9-0252-40B2-8B83-8ED6E1249901}"/>
                </a:ext>
              </a:extLst>
            </p:cNvPr>
            <p:cNvSpPr>
              <a:spLocks noChangeArrowheads="1"/>
            </p:cNvSpPr>
            <p:nvPr/>
          </p:nvSpPr>
          <p:spPr bwMode="auto">
            <a:xfrm>
              <a:off x="8921750" y="3603625"/>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87" name="Rectangle 171">
              <a:extLst>
                <a:ext uri="{FF2B5EF4-FFF2-40B4-BE49-F238E27FC236}">
                  <a16:creationId xmlns:a16="http://schemas.microsoft.com/office/drawing/2014/main" id="{00463F8F-28DE-4DC7-90CA-956B4C3B9E2E}"/>
                </a:ext>
              </a:extLst>
            </p:cNvPr>
            <p:cNvSpPr>
              <a:spLocks noChangeArrowheads="1"/>
            </p:cNvSpPr>
            <p:nvPr/>
          </p:nvSpPr>
          <p:spPr bwMode="auto">
            <a:xfrm>
              <a:off x="8297863" y="36052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88" name="Rectangle 172">
              <a:extLst>
                <a:ext uri="{FF2B5EF4-FFF2-40B4-BE49-F238E27FC236}">
                  <a16:creationId xmlns:a16="http://schemas.microsoft.com/office/drawing/2014/main" id="{383E5E7C-A4DC-46F1-973C-1D57FB28E509}"/>
                </a:ext>
              </a:extLst>
            </p:cNvPr>
            <p:cNvSpPr>
              <a:spLocks noChangeArrowheads="1"/>
            </p:cNvSpPr>
            <p:nvPr/>
          </p:nvSpPr>
          <p:spPr bwMode="auto">
            <a:xfrm>
              <a:off x="547688" y="3871913"/>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89" name="Rectangle 173">
              <a:extLst>
                <a:ext uri="{FF2B5EF4-FFF2-40B4-BE49-F238E27FC236}">
                  <a16:creationId xmlns:a16="http://schemas.microsoft.com/office/drawing/2014/main" id="{4CA4F74F-EAE1-4A77-A966-28D5AF54EF0E}"/>
                </a:ext>
              </a:extLst>
            </p:cNvPr>
            <p:cNvSpPr>
              <a:spLocks noChangeArrowheads="1"/>
            </p:cNvSpPr>
            <p:nvPr/>
          </p:nvSpPr>
          <p:spPr bwMode="auto">
            <a:xfrm>
              <a:off x="284163" y="3870325"/>
              <a:ext cx="1841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90" name="Rectangle 174">
              <a:extLst>
                <a:ext uri="{FF2B5EF4-FFF2-40B4-BE49-F238E27FC236}">
                  <a16:creationId xmlns:a16="http://schemas.microsoft.com/office/drawing/2014/main" id="{C7EC8C39-546A-428F-889C-5AAE7483D191}"/>
                </a:ext>
              </a:extLst>
            </p:cNvPr>
            <p:cNvSpPr>
              <a:spLocks noChangeArrowheads="1"/>
            </p:cNvSpPr>
            <p:nvPr/>
          </p:nvSpPr>
          <p:spPr bwMode="auto">
            <a:xfrm>
              <a:off x="1462088" y="3871913"/>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91" name="Rectangle 175">
              <a:extLst>
                <a:ext uri="{FF2B5EF4-FFF2-40B4-BE49-F238E27FC236}">
                  <a16:creationId xmlns:a16="http://schemas.microsoft.com/office/drawing/2014/main" id="{3E082AAD-C958-41FF-9CA1-60F8A336D63F}"/>
                </a:ext>
              </a:extLst>
            </p:cNvPr>
            <p:cNvSpPr>
              <a:spLocks noChangeArrowheads="1"/>
            </p:cNvSpPr>
            <p:nvPr/>
          </p:nvSpPr>
          <p:spPr bwMode="auto">
            <a:xfrm>
              <a:off x="838200" y="38687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92" name="Rectangle 176">
              <a:extLst>
                <a:ext uri="{FF2B5EF4-FFF2-40B4-BE49-F238E27FC236}">
                  <a16:creationId xmlns:a16="http://schemas.microsoft.com/office/drawing/2014/main" id="{485C8386-CDE4-484F-A63E-D81C07373018}"/>
                </a:ext>
              </a:extLst>
            </p:cNvPr>
            <p:cNvSpPr>
              <a:spLocks noChangeArrowheads="1"/>
            </p:cNvSpPr>
            <p:nvPr/>
          </p:nvSpPr>
          <p:spPr bwMode="auto">
            <a:xfrm>
              <a:off x="2422525" y="3871913"/>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93" name="Rectangle 177">
              <a:extLst>
                <a:ext uri="{FF2B5EF4-FFF2-40B4-BE49-F238E27FC236}">
                  <a16:creationId xmlns:a16="http://schemas.microsoft.com/office/drawing/2014/main" id="{C44179E6-33A2-4B61-B596-FB8BE5240110}"/>
                </a:ext>
              </a:extLst>
            </p:cNvPr>
            <p:cNvSpPr>
              <a:spLocks noChangeArrowheads="1"/>
            </p:cNvSpPr>
            <p:nvPr/>
          </p:nvSpPr>
          <p:spPr bwMode="auto">
            <a:xfrm>
              <a:off x="1771650" y="38687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94" name="Rectangle 178">
              <a:extLst>
                <a:ext uri="{FF2B5EF4-FFF2-40B4-BE49-F238E27FC236}">
                  <a16:creationId xmlns:a16="http://schemas.microsoft.com/office/drawing/2014/main" id="{45EBB31A-295B-47BF-B7FB-898B40E43541}"/>
                </a:ext>
              </a:extLst>
            </p:cNvPr>
            <p:cNvSpPr>
              <a:spLocks noChangeArrowheads="1"/>
            </p:cNvSpPr>
            <p:nvPr/>
          </p:nvSpPr>
          <p:spPr bwMode="auto">
            <a:xfrm>
              <a:off x="2686050"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95" name="Rectangle 179">
              <a:extLst>
                <a:ext uri="{FF2B5EF4-FFF2-40B4-BE49-F238E27FC236}">
                  <a16:creationId xmlns:a16="http://schemas.microsoft.com/office/drawing/2014/main" id="{222970A6-D86A-48A1-90A4-88B9EA25530D}"/>
                </a:ext>
              </a:extLst>
            </p:cNvPr>
            <p:cNvSpPr>
              <a:spLocks noChangeArrowheads="1"/>
            </p:cNvSpPr>
            <p:nvPr/>
          </p:nvSpPr>
          <p:spPr bwMode="auto">
            <a:xfrm>
              <a:off x="3465513"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96" name="Rectangle 180">
              <a:extLst>
                <a:ext uri="{FF2B5EF4-FFF2-40B4-BE49-F238E27FC236}">
                  <a16:creationId xmlns:a16="http://schemas.microsoft.com/office/drawing/2014/main" id="{BFE2A51A-2484-48E9-9010-BF1A01AFA1B9}"/>
                </a:ext>
              </a:extLst>
            </p:cNvPr>
            <p:cNvSpPr>
              <a:spLocks noChangeArrowheads="1"/>
            </p:cNvSpPr>
            <p:nvPr/>
          </p:nvSpPr>
          <p:spPr bwMode="auto">
            <a:xfrm>
              <a:off x="4745038" y="3871913"/>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97" name="Rectangle 181">
              <a:extLst>
                <a:ext uri="{FF2B5EF4-FFF2-40B4-BE49-F238E27FC236}">
                  <a16:creationId xmlns:a16="http://schemas.microsoft.com/office/drawing/2014/main" id="{C58D6F84-79B4-4202-899B-0BD6477A203F}"/>
                </a:ext>
              </a:extLst>
            </p:cNvPr>
            <p:cNvSpPr>
              <a:spLocks noChangeArrowheads="1"/>
            </p:cNvSpPr>
            <p:nvPr/>
          </p:nvSpPr>
          <p:spPr bwMode="auto">
            <a:xfrm>
              <a:off x="4244975"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98" name="Rectangle 182">
              <a:extLst>
                <a:ext uri="{FF2B5EF4-FFF2-40B4-BE49-F238E27FC236}">
                  <a16:creationId xmlns:a16="http://schemas.microsoft.com/office/drawing/2014/main" id="{2B9886C6-41E3-43D4-B898-0C2564C8ABEE}"/>
                </a:ext>
              </a:extLst>
            </p:cNvPr>
            <p:cNvSpPr>
              <a:spLocks noChangeArrowheads="1"/>
            </p:cNvSpPr>
            <p:nvPr/>
          </p:nvSpPr>
          <p:spPr bwMode="auto">
            <a:xfrm>
              <a:off x="5705475" y="3871913"/>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199" name="Rectangle 183">
              <a:extLst>
                <a:ext uri="{FF2B5EF4-FFF2-40B4-BE49-F238E27FC236}">
                  <a16:creationId xmlns:a16="http://schemas.microsoft.com/office/drawing/2014/main" id="{39906035-D55C-4D31-9AAA-2253F3891547}"/>
                </a:ext>
              </a:extLst>
            </p:cNvPr>
            <p:cNvSpPr>
              <a:spLocks noChangeArrowheads="1"/>
            </p:cNvSpPr>
            <p:nvPr/>
          </p:nvSpPr>
          <p:spPr bwMode="auto">
            <a:xfrm>
              <a:off x="5056188" y="38687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00" name="Rectangle 184">
              <a:extLst>
                <a:ext uri="{FF2B5EF4-FFF2-40B4-BE49-F238E27FC236}">
                  <a16:creationId xmlns:a16="http://schemas.microsoft.com/office/drawing/2014/main" id="{DFFA9725-7F0F-4F08-9FF1-5F93FBF6779B}"/>
                </a:ext>
              </a:extLst>
            </p:cNvPr>
            <p:cNvSpPr>
              <a:spLocks noChangeArrowheads="1"/>
            </p:cNvSpPr>
            <p:nvPr/>
          </p:nvSpPr>
          <p:spPr bwMode="auto">
            <a:xfrm>
              <a:off x="5970588"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01" name="Rectangle 185">
              <a:extLst>
                <a:ext uri="{FF2B5EF4-FFF2-40B4-BE49-F238E27FC236}">
                  <a16:creationId xmlns:a16="http://schemas.microsoft.com/office/drawing/2014/main" id="{3AA10DB1-6935-45CD-8EA8-082B25422B2B}"/>
                </a:ext>
              </a:extLst>
            </p:cNvPr>
            <p:cNvSpPr>
              <a:spLocks noChangeArrowheads="1"/>
            </p:cNvSpPr>
            <p:nvPr/>
          </p:nvSpPr>
          <p:spPr bwMode="auto">
            <a:xfrm>
              <a:off x="6750050"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02" name="Rectangle 186">
              <a:extLst>
                <a:ext uri="{FF2B5EF4-FFF2-40B4-BE49-F238E27FC236}">
                  <a16:creationId xmlns:a16="http://schemas.microsoft.com/office/drawing/2014/main" id="{185A7609-2366-4A43-8067-6C9A73612080}"/>
                </a:ext>
              </a:extLst>
            </p:cNvPr>
            <p:cNvSpPr>
              <a:spLocks noChangeArrowheads="1"/>
            </p:cNvSpPr>
            <p:nvPr/>
          </p:nvSpPr>
          <p:spPr bwMode="auto">
            <a:xfrm>
              <a:off x="8050213" y="3871913"/>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03" name="Rectangle 187">
              <a:extLst>
                <a:ext uri="{FF2B5EF4-FFF2-40B4-BE49-F238E27FC236}">
                  <a16:creationId xmlns:a16="http://schemas.microsoft.com/office/drawing/2014/main" id="{0F5798D6-923B-43A5-A315-6EEC3B2BBB4F}"/>
                </a:ext>
              </a:extLst>
            </p:cNvPr>
            <p:cNvSpPr>
              <a:spLocks noChangeArrowheads="1"/>
            </p:cNvSpPr>
            <p:nvPr/>
          </p:nvSpPr>
          <p:spPr bwMode="auto">
            <a:xfrm>
              <a:off x="7526338"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04" name="Rectangle 188">
              <a:extLst>
                <a:ext uri="{FF2B5EF4-FFF2-40B4-BE49-F238E27FC236}">
                  <a16:creationId xmlns:a16="http://schemas.microsoft.com/office/drawing/2014/main" id="{9AF49732-779F-4517-83E5-9F8D98013F29}"/>
                </a:ext>
              </a:extLst>
            </p:cNvPr>
            <p:cNvSpPr>
              <a:spLocks noChangeArrowheads="1"/>
            </p:cNvSpPr>
            <p:nvPr/>
          </p:nvSpPr>
          <p:spPr bwMode="auto">
            <a:xfrm>
              <a:off x="8921750" y="3871913"/>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05" name="Rectangle 189">
              <a:extLst>
                <a:ext uri="{FF2B5EF4-FFF2-40B4-BE49-F238E27FC236}">
                  <a16:creationId xmlns:a16="http://schemas.microsoft.com/office/drawing/2014/main" id="{985A7503-9DD8-4873-AD83-73058150A187}"/>
                </a:ext>
              </a:extLst>
            </p:cNvPr>
            <p:cNvSpPr>
              <a:spLocks noChangeArrowheads="1"/>
            </p:cNvSpPr>
            <p:nvPr/>
          </p:nvSpPr>
          <p:spPr bwMode="auto">
            <a:xfrm>
              <a:off x="8299450" y="38687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06" name="Rectangle 190">
              <a:extLst>
                <a:ext uri="{FF2B5EF4-FFF2-40B4-BE49-F238E27FC236}">
                  <a16:creationId xmlns:a16="http://schemas.microsoft.com/office/drawing/2014/main" id="{0D5CF82D-EE94-4AEB-AB8C-1381446518C2}"/>
                </a:ext>
              </a:extLst>
            </p:cNvPr>
            <p:cNvSpPr>
              <a:spLocks noChangeArrowheads="1"/>
            </p:cNvSpPr>
            <p:nvPr/>
          </p:nvSpPr>
          <p:spPr bwMode="auto">
            <a:xfrm>
              <a:off x="547688" y="4138613"/>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07" name="Rectangle 191">
              <a:extLst>
                <a:ext uri="{FF2B5EF4-FFF2-40B4-BE49-F238E27FC236}">
                  <a16:creationId xmlns:a16="http://schemas.microsoft.com/office/drawing/2014/main" id="{764B0182-71F1-48DB-89A0-D23C2162ED58}"/>
                </a:ext>
              </a:extLst>
            </p:cNvPr>
            <p:cNvSpPr>
              <a:spLocks noChangeArrowheads="1"/>
            </p:cNvSpPr>
            <p:nvPr/>
          </p:nvSpPr>
          <p:spPr bwMode="auto">
            <a:xfrm>
              <a:off x="246063" y="4138613"/>
              <a:ext cx="2222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08" name="Rectangle 192">
              <a:extLst>
                <a:ext uri="{FF2B5EF4-FFF2-40B4-BE49-F238E27FC236}">
                  <a16:creationId xmlns:a16="http://schemas.microsoft.com/office/drawing/2014/main" id="{139209FF-B2C3-4913-A63E-C36D0E4A3CEC}"/>
                </a:ext>
              </a:extLst>
            </p:cNvPr>
            <p:cNvSpPr>
              <a:spLocks noChangeArrowheads="1"/>
            </p:cNvSpPr>
            <p:nvPr/>
          </p:nvSpPr>
          <p:spPr bwMode="auto">
            <a:xfrm>
              <a:off x="1462088" y="4138613"/>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09" name="Rectangle 193">
              <a:extLst>
                <a:ext uri="{FF2B5EF4-FFF2-40B4-BE49-F238E27FC236}">
                  <a16:creationId xmlns:a16="http://schemas.microsoft.com/office/drawing/2014/main" id="{64CD5C64-F84F-4AD1-BD68-1AE343393044}"/>
                </a:ext>
              </a:extLst>
            </p:cNvPr>
            <p:cNvSpPr>
              <a:spLocks noChangeArrowheads="1"/>
            </p:cNvSpPr>
            <p:nvPr/>
          </p:nvSpPr>
          <p:spPr bwMode="auto">
            <a:xfrm>
              <a:off x="836613" y="41370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10" name="Rectangle 194">
              <a:extLst>
                <a:ext uri="{FF2B5EF4-FFF2-40B4-BE49-F238E27FC236}">
                  <a16:creationId xmlns:a16="http://schemas.microsoft.com/office/drawing/2014/main" id="{B533170F-ED8D-4863-8667-64B2BDA90E2B}"/>
                </a:ext>
              </a:extLst>
            </p:cNvPr>
            <p:cNvSpPr>
              <a:spLocks noChangeArrowheads="1"/>
            </p:cNvSpPr>
            <p:nvPr/>
          </p:nvSpPr>
          <p:spPr bwMode="auto">
            <a:xfrm>
              <a:off x="2422525" y="4138613"/>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11" name="Rectangle 195">
              <a:extLst>
                <a:ext uri="{FF2B5EF4-FFF2-40B4-BE49-F238E27FC236}">
                  <a16:creationId xmlns:a16="http://schemas.microsoft.com/office/drawing/2014/main" id="{8A32ADBD-5FC9-482A-9E7B-A881A40C4351}"/>
                </a:ext>
              </a:extLst>
            </p:cNvPr>
            <p:cNvSpPr>
              <a:spLocks noChangeArrowheads="1"/>
            </p:cNvSpPr>
            <p:nvPr/>
          </p:nvSpPr>
          <p:spPr bwMode="auto">
            <a:xfrm>
              <a:off x="1771650" y="41370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12" name="Rectangle 196">
              <a:extLst>
                <a:ext uri="{FF2B5EF4-FFF2-40B4-BE49-F238E27FC236}">
                  <a16:creationId xmlns:a16="http://schemas.microsoft.com/office/drawing/2014/main" id="{EFA55510-FABE-489D-A0D4-F758F1703860}"/>
                </a:ext>
              </a:extLst>
            </p:cNvPr>
            <p:cNvSpPr>
              <a:spLocks noChangeArrowheads="1"/>
            </p:cNvSpPr>
            <p:nvPr/>
          </p:nvSpPr>
          <p:spPr bwMode="auto">
            <a:xfrm>
              <a:off x="2686050"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13" name="Rectangle 197">
              <a:extLst>
                <a:ext uri="{FF2B5EF4-FFF2-40B4-BE49-F238E27FC236}">
                  <a16:creationId xmlns:a16="http://schemas.microsoft.com/office/drawing/2014/main" id="{5FC7CCBB-303E-4D72-B93D-AAF8C32D756A}"/>
                </a:ext>
              </a:extLst>
            </p:cNvPr>
            <p:cNvSpPr>
              <a:spLocks noChangeArrowheads="1"/>
            </p:cNvSpPr>
            <p:nvPr/>
          </p:nvSpPr>
          <p:spPr bwMode="auto">
            <a:xfrm>
              <a:off x="3465513"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14" name="Rectangle 198">
              <a:extLst>
                <a:ext uri="{FF2B5EF4-FFF2-40B4-BE49-F238E27FC236}">
                  <a16:creationId xmlns:a16="http://schemas.microsoft.com/office/drawing/2014/main" id="{5CC2053C-1D6B-4C7F-8D0A-670F68331563}"/>
                </a:ext>
              </a:extLst>
            </p:cNvPr>
            <p:cNvSpPr>
              <a:spLocks noChangeArrowheads="1"/>
            </p:cNvSpPr>
            <p:nvPr/>
          </p:nvSpPr>
          <p:spPr bwMode="auto">
            <a:xfrm>
              <a:off x="4745038" y="4138613"/>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15" name="Rectangle 199">
              <a:extLst>
                <a:ext uri="{FF2B5EF4-FFF2-40B4-BE49-F238E27FC236}">
                  <a16:creationId xmlns:a16="http://schemas.microsoft.com/office/drawing/2014/main" id="{EAC52EA0-B584-4453-9ED3-44EE86A4C309}"/>
                </a:ext>
              </a:extLst>
            </p:cNvPr>
            <p:cNvSpPr>
              <a:spLocks noChangeArrowheads="1"/>
            </p:cNvSpPr>
            <p:nvPr/>
          </p:nvSpPr>
          <p:spPr bwMode="auto">
            <a:xfrm>
              <a:off x="4244975"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16" name="Rectangle 200">
              <a:extLst>
                <a:ext uri="{FF2B5EF4-FFF2-40B4-BE49-F238E27FC236}">
                  <a16:creationId xmlns:a16="http://schemas.microsoft.com/office/drawing/2014/main" id="{41DA944C-2F80-4443-BBF6-FD65C73E62C1}"/>
                </a:ext>
              </a:extLst>
            </p:cNvPr>
            <p:cNvSpPr>
              <a:spLocks noChangeArrowheads="1"/>
            </p:cNvSpPr>
            <p:nvPr/>
          </p:nvSpPr>
          <p:spPr bwMode="auto">
            <a:xfrm>
              <a:off x="5705475" y="4138613"/>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17" name="Rectangle 201">
              <a:extLst>
                <a:ext uri="{FF2B5EF4-FFF2-40B4-BE49-F238E27FC236}">
                  <a16:creationId xmlns:a16="http://schemas.microsoft.com/office/drawing/2014/main" id="{7BC55CA0-5081-4B8E-8BFB-424A1B16A28E}"/>
                </a:ext>
              </a:extLst>
            </p:cNvPr>
            <p:cNvSpPr>
              <a:spLocks noChangeArrowheads="1"/>
            </p:cNvSpPr>
            <p:nvPr/>
          </p:nvSpPr>
          <p:spPr bwMode="auto">
            <a:xfrm>
              <a:off x="5054600" y="41370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18" name="Rectangle 202">
              <a:extLst>
                <a:ext uri="{FF2B5EF4-FFF2-40B4-BE49-F238E27FC236}">
                  <a16:creationId xmlns:a16="http://schemas.microsoft.com/office/drawing/2014/main" id="{084DA447-D7D6-4AC4-B8C7-9304CF5C5D10}"/>
                </a:ext>
              </a:extLst>
            </p:cNvPr>
            <p:cNvSpPr>
              <a:spLocks noChangeArrowheads="1"/>
            </p:cNvSpPr>
            <p:nvPr/>
          </p:nvSpPr>
          <p:spPr bwMode="auto">
            <a:xfrm>
              <a:off x="5970588"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19" name="Rectangle 203">
              <a:extLst>
                <a:ext uri="{FF2B5EF4-FFF2-40B4-BE49-F238E27FC236}">
                  <a16:creationId xmlns:a16="http://schemas.microsoft.com/office/drawing/2014/main" id="{CA4D1854-225B-4168-9D43-15208BAAFA73}"/>
                </a:ext>
              </a:extLst>
            </p:cNvPr>
            <p:cNvSpPr>
              <a:spLocks noChangeArrowheads="1"/>
            </p:cNvSpPr>
            <p:nvPr/>
          </p:nvSpPr>
          <p:spPr bwMode="auto">
            <a:xfrm>
              <a:off x="6748463"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20" name="Rectangle 205">
              <a:extLst>
                <a:ext uri="{FF2B5EF4-FFF2-40B4-BE49-F238E27FC236}">
                  <a16:creationId xmlns:a16="http://schemas.microsoft.com/office/drawing/2014/main" id="{F8C1F57F-1FF6-46D8-A9A4-02B3FC370A00}"/>
                </a:ext>
              </a:extLst>
            </p:cNvPr>
            <p:cNvSpPr>
              <a:spLocks noChangeArrowheads="1"/>
            </p:cNvSpPr>
            <p:nvPr/>
          </p:nvSpPr>
          <p:spPr bwMode="auto">
            <a:xfrm>
              <a:off x="8050213" y="4138613"/>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21" name="Rectangle 206">
              <a:extLst>
                <a:ext uri="{FF2B5EF4-FFF2-40B4-BE49-F238E27FC236}">
                  <a16:creationId xmlns:a16="http://schemas.microsoft.com/office/drawing/2014/main" id="{3ABD673D-9BDD-4FA2-BE9F-345152BBEC0D}"/>
                </a:ext>
              </a:extLst>
            </p:cNvPr>
            <p:cNvSpPr>
              <a:spLocks noChangeArrowheads="1"/>
            </p:cNvSpPr>
            <p:nvPr/>
          </p:nvSpPr>
          <p:spPr bwMode="auto">
            <a:xfrm>
              <a:off x="7526338"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22" name="Rectangle 207">
              <a:extLst>
                <a:ext uri="{FF2B5EF4-FFF2-40B4-BE49-F238E27FC236}">
                  <a16:creationId xmlns:a16="http://schemas.microsoft.com/office/drawing/2014/main" id="{BF5B4909-4B19-444C-B596-5C8A71D34081}"/>
                </a:ext>
              </a:extLst>
            </p:cNvPr>
            <p:cNvSpPr>
              <a:spLocks noChangeArrowheads="1"/>
            </p:cNvSpPr>
            <p:nvPr/>
          </p:nvSpPr>
          <p:spPr bwMode="auto">
            <a:xfrm>
              <a:off x="8921750" y="4138613"/>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23" name="Rectangle 208">
              <a:extLst>
                <a:ext uri="{FF2B5EF4-FFF2-40B4-BE49-F238E27FC236}">
                  <a16:creationId xmlns:a16="http://schemas.microsoft.com/office/drawing/2014/main" id="{4D130800-6702-48C9-A9DA-F3415CC0F604}"/>
                </a:ext>
              </a:extLst>
            </p:cNvPr>
            <p:cNvSpPr>
              <a:spLocks noChangeArrowheads="1"/>
            </p:cNvSpPr>
            <p:nvPr/>
          </p:nvSpPr>
          <p:spPr bwMode="auto">
            <a:xfrm>
              <a:off x="8297863" y="41370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24" name="Rectangle 209">
              <a:extLst>
                <a:ext uri="{FF2B5EF4-FFF2-40B4-BE49-F238E27FC236}">
                  <a16:creationId xmlns:a16="http://schemas.microsoft.com/office/drawing/2014/main" id="{E221F3B1-F05E-40B1-9558-E5098C708020}"/>
                </a:ext>
              </a:extLst>
            </p:cNvPr>
            <p:cNvSpPr>
              <a:spLocks noChangeArrowheads="1"/>
            </p:cNvSpPr>
            <p:nvPr/>
          </p:nvSpPr>
          <p:spPr bwMode="auto">
            <a:xfrm>
              <a:off x="547688" y="4411663"/>
              <a:ext cx="11112"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25" name="Rectangle 210">
              <a:extLst>
                <a:ext uri="{FF2B5EF4-FFF2-40B4-BE49-F238E27FC236}">
                  <a16:creationId xmlns:a16="http://schemas.microsoft.com/office/drawing/2014/main" id="{D4D40391-8B97-40FD-A659-A43DF69134B3}"/>
                </a:ext>
              </a:extLst>
            </p:cNvPr>
            <p:cNvSpPr>
              <a:spLocks noChangeArrowheads="1"/>
            </p:cNvSpPr>
            <p:nvPr/>
          </p:nvSpPr>
          <p:spPr bwMode="auto">
            <a:xfrm>
              <a:off x="246063" y="4406900"/>
              <a:ext cx="2222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H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26" name="Rectangle 211">
              <a:extLst>
                <a:ext uri="{FF2B5EF4-FFF2-40B4-BE49-F238E27FC236}">
                  <a16:creationId xmlns:a16="http://schemas.microsoft.com/office/drawing/2014/main" id="{D7D91892-15CD-47BE-AF32-8027A93D5759}"/>
                </a:ext>
              </a:extLst>
            </p:cNvPr>
            <p:cNvSpPr>
              <a:spLocks noChangeArrowheads="1"/>
            </p:cNvSpPr>
            <p:nvPr/>
          </p:nvSpPr>
          <p:spPr bwMode="auto">
            <a:xfrm>
              <a:off x="1462088" y="4411663"/>
              <a:ext cx="11112"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27" name="Rectangle 212">
              <a:extLst>
                <a:ext uri="{FF2B5EF4-FFF2-40B4-BE49-F238E27FC236}">
                  <a16:creationId xmlns:a16="http://schemas.microsoft.com/office/drawing/2014/main" id="{C4BD2B78-10E3-47D2-B84B-53BCB5E9C346}"/>
                </a:ext>
              </a:extLst>
            </p:cNvPr>
            <p:cNvSpPr>
              <a:spLocks noChangeArrowheads="1"/>
            </p:cNvSpPr>
            <p:nvPr/>
          </p:nvSpPr>
          <p:spPr bwMode="auto">
            <a:xfrm>
              <a:off x="836613" y="44053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28" name="Rectangle 213">
              <a:extLst>
                <a:ext uri="{FF2B5EF4-FFF2-40B4-BE49-F238E27FC236}">
                  <a16:creationId xmlns:a16="http://schemas.microsoft.com/office/drawing/2014/main" id="{369A5352-3392-44B3-9D8A-189F2A5595FB}"/>
                </a:ext>
              </a:extLst>
            </p:cNvPr>
            <p:cNvSpPr>
              <a:spLocks noChangeArrowheads="1"/>
            </p:cNvSpPr>
            <p:nvPr/>
          </p:nvSpPr>
          <p:spPr bwMode="auto">
            <a:xfrm>
              <a:off x="2422525" y="4411663"/>
              <a:ext cx="11113"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29" name="Rectangle 214">
              <a:extLst>
                <a:ext uri="{FF2B5EF4-FFF2-40B4-BE49-F238E27FC236}">
                  <a16:creationId xmlns:a16="http://schemas.microsoft.com/office/drawing/2014/main" id="{090AD947-7F0F-4DC8-A1E9-7B3F64DE0A1C}"/>
                </a:ext>
              </a:extLst>
            </p:cNvPr>
            <p:cNvSpPr>
              <a:spLocks noChangeArrowheads="1"/>
            </p:cNvSpPr>
            <p:nvPr/>
          </p:nvSpPr>
          <p:spPr bwMode="auto">
            <a:xfrm>
              <a:off x="1771650" y="44053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30" name="Rectangle 215">
              <a:extLst>
                <a:ext uri="{FF2B5EF4-FFF2-40B4-BE49-F238E27FC236}">
                  <a16:creationId xmlns:a16="http://schemas.microsoft.com/office/drawing/2014/main" id="{96D1388A-9F02-4CAD-9638-301A437831F9}"/>
                </a:ext>
              </a:extLst>
            </p:cNvPr>
            <p:cNvSpPr>
              <a:spLocks noChangeArrowheads="1"/>
            </p:cNvSpPr>
            <p:nvPr/>
          </p:nvSpPr>
          <p:spPr bwMode="auto">
            <a:xfrm>
              <a:off x="2686050"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31" name="Rectangle 216">
              <a:extLst>
                <a:ext uri="{FF2B5EF4-FFF2-40B4-BE49-F238E27FC236}">
                  <a16:creationId xmlns:a16="http://schemas.microsoft.com/office/drawing/2014/main" id="{D6F0067B-99AA-4018-A132-B2D7A60D09D1}"/>
                </a:ext>
              </a:extLst>
            </p:cNvPr>
            <p:cNvSpPr>
              <a:spLocks noChangeArrowheads="1"/>
            </p:cNvSpPr>
            <p:nvPr/>
          </p:nvSpPr>
          <p:spPr bwMode="auto">
            <a:xfrm>
              <a:off x="3465513"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32" name="Rectangle 217">
              <a:extLst>
                <a:ext uri="{FF2B5EF4-FFF2-40B4-BE49-F238E27FC236}">
                  <a16:creationId xmlns:a16="http://schemas.microsoft.com/office/drawing/2014/main" id="{3BA67258-D9DE-4469-8D0B-366217427D1C}"/>
                </a:ext>
              </a:extLst>
            </p:cNvPr>
            <p:cNvSpPr>
              <a:spLocks noChangeArrowheads="1"/>
            </p:cNvSpPr>
            <p:nvPr/>
          </p:nvSpPr>
          <p:spPr bwMode="auto">
            <a:xfrm>
              <a:off x="4745038" y="4411663"/>
              <a:ext cx="11112"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33" name="Rectangle 218">
              <a:extLst>
                <a:ext uri="{FF2B5EF4-FFF2-40B4-BE49-F238E27FC236}">
                  <a16:creationId xmlns:a16="http://schemas.microsoft.com/office/drawing/2014/main" id="{7795D226-2EEE-409E-9FF7-1AF150480071}"/>
                </a:ext>
              </a:extLst>
            </p:cNvPr>
            <p:cNvSpPr>
              <a:spLocks noChangeArrowheads="1"/>
            </p:cNvSpPr>
            <p:nvPr/>
          </p:nvSpPr>
          <p:spPr bwMode="auto">
            <a:xfrm>
              <a:off x="4244975"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34" name="Rectangle 219">
              <a:extLst>
                <a:ext uri="{FF2B5EF4-FFF2-40B4-BE49-F238E27FC236}">
                  <a16:creationId xmlns:a16="http://schemas.microsoft.com/office/drawing/2014/main" id="{C9122A53-441F-4E7D-A15A-6EB9F061F561}"/>
                </a:ext>
              </a:extLst>
            </p:cNvPr>
            <p:cNvSpPr>
              <a:spLocks noChangeArrowheads="1"/>
            </p:cNvSpPr>
            <p:nvPr/>
          </p:nvSpPr>
          <p:spPr bwMode="auto">
            <a:xfrm>
              <a:off x="5705475" y="4411663"/>
              <a:ext cx="11113"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35" name="Rectangle 220">
              <a:extLst>
                <a:ext uri="{FF2B5EF4-FFF2-40B4-BE49-F238E27FC236}">
                  <a16:creationId xmlns:a16="http://schemas.microsoft.com/office/drawing/2014/main" id="{69712AF8-3CD6-41D4-93D0-80D917070826}"/>
                </a:ext>
              </a:extLst>
            </p:cNvPr>
            <p:cNvSpPr>
              <a:spLocks noChangeArrowheads="1"/>
            </p:cNvSpPr>
            <p:nvPr/>
          </p:nvSpPr>
          <p:spPr bwMode="auto">
            <a:xfrm>
              <a:off x="5054600" y="44053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36" name="Rectangle 221">
              <a:extLst>
                <a:ext uri="{FF2B5EF4-FFF2-40B4-BE49-F238E27FC236}">
                  <a16:creationId xmlns:a16="http://schemas.microsoft.com/office/drawing/2014/main" id="{FF28E7FB-8B0A-48F9-990C-50EE0097D4D8}"/>
                </a:ext>
              </a:extLst>
            </p:cNvPr>
            <p:cNvSpPr>
              <a:spLocks noChangeArrowheads="1"/>
            </p:cNvSpPr>
            <p:nvPr/>
          </p:nvSpPr>
          <p:spPr bwMode="auto">
            <a:xfrm>
              <a:off x="5970588"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37" name="Rectangle 222">
              <a:extLst>
                <a:ext uri="{FF2B5EF4-FFF2-40B4-BE49-F238E27FC236}">
                  <a16:creationId xmlns:a16="http://schemas.microsoft.com/office/drawing/2014/main" id="{8C0710CD-F964-4579-8CC3-D85CA391FA53}"/>
                </a:ext>
              </a:extLst>
            </p:cNvPr>
            <p:cNvSpPr>
              <a:spLocks noChangeArrowheads="1"/>
            </p:cNvSpPr>
            <p:nvPr/>
          </p:nvSpPr>
          <p:spPr bwMode="auto">
            <a:xfrm>
              <a:off x="6748463"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38" name="Rectangle 223">
              <a:extLst>
                <a:ext uri="{FF2B5EF4-FFF2-40B4-BE49-F238E27FC236}">
                  <a16:creationId xmlns:a16="http://schemas.microsoft.com/office/drawing/2014/main" id="{289E97F3-998C-4F4C-8F79-80BE11E8150D}"/>
                </a:ext>
              </a:extLst>
            </p:cNvPr>
            <p:cNvSpPr>
              <a:spLocks noChangeArrowheads="1"/>
            </p:cNvSpPr>
            <p:nvPr/>
          </p:nvSpPr>
          <p:spPr bwMode="auto">
            <a:xfrm>
              <a:off x="8050213" y="4411663"/>
              <a:ext cx="11112"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39" name="Rectangle 224">
              <a:extLst>
                <a:ext uri="{FF2B5EF4-FFF2-40B4-BE49-F238E27FC236}">
                  <a16:creationId xmlns:a16="http://schemas.microsoft.com/office/drawing/2014/main" id="{79A0A9A0-EECC-4046-A812-69A2F13EE824}"/>
                </a:ext>
              </a:extLst>
            </p:cNvPr>
            <p:cNvSpPr>
              <a:spLocks noChangeArrowheads="1"/>
            </p:cNvSpPr>
            <p:nvPr/>
          </p:nvSpPr>
          <p:spPr bwMode="auto">
            <a:xfrm>
              <a:off x="7526338"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40" name="Rectangle 225">
              <a:extLst>
                <a:ext uri="{FF2B5EF4-FFF2-40B4-BE49-F238E27FC236}">
                  <a16:creationId xmlns:a16="http://schemas.microsoft.com/office/drawing/2014/main" id="{A28179AE-E009-46ED-BE23-7073D8C6E743}"/>
                </a:ext>
              </a:extLst>
            </p:cNvPr>
            <p:cNvSpPr>
              <a:spLocks noChangeArrowheads="1"/>
            </p:cNvSpPr>
            <p:nvPr/>
          </p:nvSpPr>
          <p:spPr bwMode="auto">
            <a:xfrm>
              <a:off x="8921750" y="4411663"/>
              <a:ext cx="11113"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41" name="Rectangle 226">
              <a:extLst>
                <a:ext uri="{FF2B5EF4-FFF2-40B4-BE49-F238E27FC236}">
                  <a16:creationId xmlns:a16="http://schemas.microsoft.com/office/drawing/2014/main" id="{667E5A42-6925-4C8A-8B97-7E278AA443E4}"/>
                </a:ext>
              </a:extLst>
            </p:cNvPr>
            <p:cNvSpPr>
              <a:spLocks noChangeArrowheads="1"/>
            </p:cNvSpPr>
            <p:nvPr/>
          </p:nvSpPr>
          <p:spPr bwMode="auto">
            <a:xfrm>
              <a:off x="547688" y="4708525"/>
              <a:ext cx="8382000"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242" name="Rectangle 227">
              <a:extLst>
                <a:ext uri="{FF2B5EF4-FFF2-40B4-BE49-F238E27FC236}">
                  <a16:creationId xmlns:a16="http://schemas.microsoft.com/office/drawing/2014/main" id="{48F88CD4-1C07-4680-9539-AF50BC30C626}"/>
                </a:ext>
              </a:extLst>
            </p:cNvPr>
            <p:cNvSpPr>
              <a:spLocks noChangeArrowheads="1"/>
            </p:cNvSpPr>
            <p:nvPr/>
          </p:nvSpPr>
          <p:spPr bwMode="auto">
            <a:xfrm>
              <a:off x="8297863" y="44053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86018" name="TextBox 125">
            <a:extLst>
              <a:ext uri="{FF2B5EF4-FFF2-40B4-BE49-F238E27FC236}">
                <a16:creationId xmlns:a16="http://schemas.microsoft.com/office/drawing/2014/main" id="{02372B2D-6B87-42F1-8742-A1461B22B4A5}"/>
              </a:ext>
            </a:extLst>
          </p:cNvPr>
          <p:cNvSpPr txBox="1">
            <a:spLocks noChangeArrowheads="1"/>
          </p:cNvSpPr>
          <p:nvPr/>
        </p:nvSpPr>
        <p:spPr bwMode="auto">
          <a:xfrm>
            <a:off x="6451600" y="6477000"/>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6.65 from the textbook ]</a:t>
            </a:r>
          </a:p>
        </p:txBody>
      </p:sp>
      <p:sp>
        <p:nvSpPr>
          <p:cNvPr id="86019" name="Title 1">
            <a:extLst>
              <a:ext uri="{FF2B5EF4-FFF2-40B4-BE49-F238E27FC236}">
                <a16:creationId xmlns:a16="http://schemas.microsoft.com/office/drawing/2014/main" id="{0CA7485B-5ECF-4F74-8AFC-EA8CB4C9A45D}"/>
              </a:ext>
            </a:extLst>
          </p:cNvPr>
          <p:cNvSpPr txBox="1">
            <a:spLocks/>
          </p:cNvSpPr>
          <p:nvPr/>
        </p:nvSpPr>
        <p:spPr bwMode="auto">
          <a:xfrm>
            <a:off x="0" y="87313"/>
            <a:ext cx="9144000" cy="446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Excitation table  for the counter with JK flip-flops</a:t>
            </a:r>
          </a:p>
        </p:txBody>
      </p:sp>
      <p:pic>
        <p:nvPicPr>
          <p:cNvPr id="228" name="Picture 3" descr="Screen shot 2015-11-16 at 3.59.29 PM.png">
            <a:extLst>
              <a:ext uri="{FF2B5EF4-FFF2-40B4-BE49-F238E27FC236}">
                <a16:creationId xmlns:a16="http://schemas.microsoft.com/office/drawing/2014/main" id="{ED506CC8-BD0C-4360-8DB0-9B43A921A68A}"/>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957388" y="4541661"/>
            <a:ext cx="1847850" cy="213360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75376418"/>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8065" name="Group 1">
            <a:extLst>
              <a:ext uri="{FF2B5EF4-FFF2-40B4-BE49-F238E27FC236}">
                <a16:creationId xmlns:a16="http://schemas.microsoft.com/office/drawing/2014/main" id="{F140D15F-6E2F-4350-829C-D53661616507}"/>
              </a:ext>
            </a:extLst>
          </p:cNvPr>
          <p:cNvGrpSpPr>
            <a:grpSpLocks/>
          </p:cNvGrpSpPr>
          <p:nvPr/>
        </p:nvGrpSpPr>
        <p:grpSpPr bwMode="auto">
          <a:xfrm>
            <a:off x="228600" y="685800"/>
            <a:ext cx="8686800" cy="3492500"/>
            <a:chOff x="246063" y="1227138"/>
            <a:chExt cx="8686800" cy="3492500"/>
          </a:xfrm>
        </p:grpSpPr>
        <p:sp>
          <p:nvSpPr>
            <p:cNvPr id="88133" name="Rectangle 4">
              <a:extLst>
                <a:ext uri="{FF2B5EF4-FFF2-40B4-BE49-F238E27FC236}">
                  <a16:creationId xmlns:a16="http://schemas.microsoft.com/office/drawing/2014/main" id="{58BF744B-FD24-4BDF-9396-990AC17317C9}"/>
                </a:ext>
              </a:extLst>
            </p:cNvPr>
            <p:cNvSpPr>
              <a:spLocks noChangeArrowheads="1"/>
            </p:cNvSpPr>
            <p:nvPr/>
          </p:nvSpPr>
          <p:spPr bwMode="auto">
            <a:xfrm>
              <a:off x="547688" y="1227138"/>
              <a:ext cx="8382000" cy="95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34" name="Rectangle 5">
              <a:extLst>
                <a:ext uri="{FF2B5EF4-FFF2-40B4-BE49-F238E27FC236}">
                  <a16:creationId xmlns:a16="http://schemas.microsoft.com/office/drawing/2014/main" id="{62FF9BF3-59B3-4193-AF2E-5E8E0152530C}"/>
                </a:ext>
              </a:extLst>
            </p:cNvPr>
            <p:cNvSpPr>
              <a:spLocks noChangeArrowheads="1"/>
            </p:cNvSpPr>
            <p:nvPr/>
          </p:nvSpPr>
          <p:spPr bwMode="auto">
            <a:xfrm>
              <a:off x="547688" y="1227138"/>
              <a:ext cx="11112" cy="41116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35" name="Rectangle 6">
              <a:extLst>
                <a:ext uri="{FF2B5EF4-FFF2-40B4-BE49-F238E27FC236}">
                  <a16:creationId xmlns:a16="http://schemas.microsoft.com/office/drawing/2014/main" id="{36318297-9FCF-4607-9EBF-5A28A7EDE8B5}"/>
                </a:ext>
              </a:extLst>
            </p:cNvPr>
            <p:cNvSpPr>
              <a:spLocks noChangeArrowheads="1"/>
            </p:cNvSpPr>
            <p:nvPr/>
          </p:nvSpPr>
          <p:spPr bwMode="auto">
            <a:xfrm>
              <a:off x="1462088" y="1227138"/>
              <a:ext cx="11112" cy="41116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36" name="Rectangle 7">
              <a:extLst>
                <a:ext uri="{FF2B5EF4-FFF2-40B4-BE49-F238E27FC236}">
                  <a16:creationId xmlns:a16="http://schemas.microsoft.com/office/drawing/2014/main" id="{4F935DE2-9FA5-4EB9-A7AC-2C91A9A0FCA4}"/>
                </a:ext>
              </a:extLst>
            </p:cNvPr>
            <p:cNvSpPr>
              <a:spLocks noChangeArrowheads="1"/>
            </p:cNvSpPr>
            <p:nvPr/>
          </p:nvSpPr>
          <p:spPr bwMode="auto">
            <a:xfrm>
              <a:off x="676275" y="1457325"/>
              <a:ext cx="7302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37" name="Rectangle 8">
              <a:extLst>
                <a:ext uri="{FF2B5EF4-FFF2-40B4-BE49-F238E27FC236}">
                  <a16:creationId xmlns:a16="http://schemas.microsoft.com/office/drawing/2014/main" id="{723EBFC3-E279-45A9-ACAF-0F5ECE8A136C}"/>
                </a:ext>
              </a:extLst>
            </p:cNvPr>
            <p:cNvSpPr>
              <a:spLocks noChangeArrowheads="1"/>
            </p:cNvSpPr>
            <p:nvPr/>
          </p:nvSpPr>
          <p:spPr bwMode="auto">
            <a:xfrm>
              <a:off x="8050213" y="1227138"/>
              <a:ext cx="11112" cy="41116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38" name="Rectangle 9">
              <a:extLst>
                <a:ext uri="{FF2B5EF4-FFF2-40B4-BE49-F238E27FC236}">
                  <a16:creationId xmlns:a16="http://schemas.microsoft.com/office/drawing/2014/main" id="{19AF4210-A87D-41A6-B826-618414E1BC58}"/>
                </a:ext>
              </a:extLst>
            </p:cNvPr>
            <p:cNvSpPr>
              <a:spLocks noChangeArrowheads="1"/>
            </p:cNvSpPr>
            <p:nvPr/>
          </p:nvSpPr>
          <p:spPr bwMode="auto">
            <a:xfrm>
              <a:off x="8921750" y="1227138"/>
              <a:ext cx="11113" cy="41116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39" name="Rectangle 10">
              <a:extLst>
                <a:ext uri="{FF2B5EF4-FFF2-40B4-BE49-F238E27FC236}">
                  <a16:creationId xmlns:a16="http://schemas.microsoft.com/office/drawing/2014/main" id="{6D5A86F7-135F-42D3-A5EE-755B428DAC5A}"/>
                </a:ext>
              </a:extLst>
            </p:cNvPr>
            <p:cNvSpPr>
              <a:spLocks noChangeArrowheads="1"/>
            </p:cNvSpPr>
            <p:nvPr/>
          </p:nvSpPr>
          <p:spPr bwMode="auto">
            <a:xfrm>
              <a:off x="1462088" y="1649413"/>
              <a:ext cx="6583362"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40" name="Rectangle 11">
              <a:extLst>
                <a:ext uri="{FF2B5EF4-FFF2-40B4-BE49-F238E27FC236}">
                  <a16:creationId xmlns:a16="http://schemas.microsoft.com/office/drawing/2014/main" id="{A76799A2-60A4-49B4-B1CE-945D754CE8E6}"/>
                </a:ext>
              </a:extLst>
            </p:cNvPr>
            <p:cNvSpPr>
              <a:spLocks noChangeArrowheads="1"/>
            </p:cNvSpPr>
            <p:nvPr/>
          </p:nvSpPr>
          <p:spPr bwMode="auto">
            <a:xfrm>
              <a:off x="547688" y="1638300"/>
              <a:ext cx="11112" cy="4032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41" name="Rectangle 12">
              <a:extLst>
                <a:ext uri="{FF2B5EF4-FFF2-40B4-BE49-F238E27FC236}">
                  <a16:creationId xmlns:a16="http://schemas.microsoft.com/office/drawing/2014/main" id="{12B493AF-9641-4C33-9851-633174945898}"/>
                </a:ext>
              </a:extLst>
            </p:cNvPr>
            <p:cNvSpPr>
              <a:spLocks noChangeArrowheads="1"/>
            </p:cNvSpPr>
            <p:nvPr/>
          </p:nvSpPr>
          <p:spPr bwMode="auto">
            <a:xfrm>
              <a:off x="4065588" y="1328738"/>
              <a:ext cx="142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Flip-flop inputs</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42" name="Rectangle 13">
              <a:extLst>
                <a:ext uri="{FF2B5EF4-FFF2-40B4-BE49-F238E27FC236}">
                  <a16:creationId xmlns:a16="http://schemas.microsoft.com/office/drawing/2014/main" id="{A0D0E941-F6DC-435F-BE46-6B92EF40E674}"/>
                </a:ext>
              </a:extLst>
            </p:cNvPr>
            <p:cNvSpPr>
              <a:spLocks noChangeArrowheads="1"/>
            </p:cNvSpPr>
            <p:nvPr/>
          </p:nvSpPr>
          <p:spPr bwMode="auto">
            <a:xfrm>
              <a:off x="1462088" y="1638300"/>
              <a:ext cx="11112" cy="4032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43" name="Rectangle 14">
              <a:extLst>
                <a:ext uri="{FF2B5EF4-FFF2-40B4-BE49-F238E27FC236}">
                  <a16:creationId xmlns:a16="http://schemas.microsoft.com/office/drawing/2014/main" id="{DDE9D156-D9DC-4AB8-A4C8-AFFBE092CB56}"/>
                </a:ext>
              </a:extLst>
            </p:cNvPr>
            <p:cNvSpPr>
              <a:spLocks noChangeArrowheads="1"/>
            </p:cNvSpPr>
            <p:nvPr/>
          </p:nvSpPr>
          <p:spPr bwMode="auto">
            <a:xfrm>
              <a:off x="800100" y="1741488"/>
              <a:ext cx="4762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44" name="Rectangle 15">
              <a:extLst>
                <a:ext uri="{FF2B5EF4-FFF2-40B4-BE49-F238E27FC236}">
                  <a16:creationId xmlns:a16="http://schemas.microsoft.com/office/drawing/2014/main" id="{3C4F961E-4EE9-44F9-8F00-49319926AC48}"/>
                </a:ext>
              </a:extLst>
            </p:cNvPr>
            <p:cNvSpPr>
              <a:spLocks noChangeArrowheads="1"/>
            </p:cNvSpPr>
            <p:nvPr/>
          </p:nvSpPr>
          <p:spPr bwMode="auto">
            <a:xfrm>
              <a:off x="2822575" y="1739900"/>
              <a:ext cx="2095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45" name="Rectangle 16">
              <a:extLst>
                <a:ext uri="{FF2B5EF4-FFF2-40B4-BE49-F238E27FC236}">
                  <a16:creationId xmlns:a16="http://schemas.microsoft.com/office/drawing/2014/main" id="{E7D57910-2B4F-4AE1-A4D0-04D619B21498}"/>
                </a:ext>
              </a:extLst>
            </p:cNvPr>
            <p:cNvSpPr>
              <a:spLocks noChangeArrowheads="1"/>
            </p:cNvSpPr>
            <p:nvPr/>
          </p:nvSpPr>
          <p:spPr bwMode="auto">
            <a:xfrm>
              <a:off x="3051175" y="1739900"/>
              <a:ext cx="185738"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46" name="Rectangle 17">
              <a:extLst>
                <a:ext uri="{FF2B5EF4-FFF2-40B4-BE49-F238E27FC236}">
                  <a16:creationId xmlns:a16="http://schemas.microsoft.com/office/drawing/2014/main" id="{84A1E00C-E475-4355-8D7E-04D3ECD2C399}"/>
                </a:ext>
              </a:extLst>
            </p:cNvPr>
            <p:cNvSpPr>
              <a:spLocks noChangeArrowheads="1"/>
            </p:cNvSpPr>
            <p:nvPr/>
          </p:nvSpPr>
          <p:spPr bwMode="auto">
            <a:xfrm>
              <a:off x="4745038" y="1638300"/>
              <a:ext cx="11112" cy="4032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47" name="Rectangle 18">
              <a:extLst>
                <a:ext uri="{FF2B5EF4-FFF2-40B4-BE49-F238E27FC236}">
                  <a16:creationId xmlns:a16="http://schemas.microsoft.com/office/drawing/2014/main" id="{6098D798-687C-4B3C-B176-605088BD54B6}"/>
                </a:ext>
              </a:extLst>
            </p:cNvPr>
            <p:cNvSpPr>
              <a:spLocks noChangeArrowheads="1"/>
            </p:cNvSpPr>
            <p:nvPr/>
          </p:nvSpPr>
          <p:spPr bwMode="auto">
            <a:xfrm>
              <a:off x="3286125" y="1739900"/>
              <a:ext cx="1714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48" name="Rectangle 19">
              <a:extLst>
                <a:ext uri="{FF2B5EF4-FFF2-40B4-BE49-F238E27FC236}">
                  <a16:creationId xmlns:a16="http://schemas.microsoft.com/office/drawing/2014/main" id="{49FBD193-F057-4354-BF15-4DE54D8B1042}"/>
                </a:ext>
              </a:extLst>
            </p:cNvPr>
            <p:cNvSpPr>
              <a:spLocks noChangeArrowheads="1"/>
            </p:cNvSpPr>
            <p:nvPr/>
          </p:nvSpPr>
          <p:spPr bwMode="auto">
            <a:xfrm>
              <a:off x="6111875" y="1739900"/>
              <a:ext cx="2095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49" name="Rectangle 20">
              <a:extLst>
                <a:ext uri="{FF2B5EF4-FFF2-40B4-BE49-F238E27FC236}">
                  <a16:creationId xmlns:a16="http://schemas.microsoft.com/office/drawing/2014/main" id="{9C3ED55E-03E7-46F1-AEF8-E6CBEF8BAD9A}"/>
                </a:ext>
              </a:extLst>
            </p:cNvPr>
            <p:cNvSpPr>
              <a:spLocks noChangeArrowheads="1"/>
            </p:cNvSpPr>
            <p:nvPr/>
          </p:nvSpPr>
          <p:spPr bwMode="auto">
            <a:xfrm>
              <a:off x="6340475" y="1739900"/>
              <a:ext cx="185738"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50" name="Rectangle 21">
              <a:extLst>
                <a:ext uri="{FF2B5EF4-FFF2-40B4-BE49-F238E27FC236}">
                  <a16:creationId xmlns:a16="http://schemas.microsoft.com/office/drawing/2014/main" id="{0AD658D2-5674-4A26-858D-5F25115DC6C5}"/>
                </a:ext>
              </a:extLst>
            </p:cNvPr>
            <p:cNvSpPr>
              <a:spLocks noChangeArrowheads="1"/>
            </p:cNvSpPr>
            <p:nvPr/>
          </p:nvSpPr>
          <p:spPr bwMode="auto">
            <a:xfrm>
              <a:off x="8050213" y="1638300"/>
              <a:ext cx="11112" cy="4032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51" name="Rectangle 22">
              <a:extLst>
                <a:ext uri="{FF2B5EF4-FFF2-40B4-BE49-F238E27FC236}">
                  <a16:creationId xmlns:a16="http://schemas.microsoft.com/office/drawing/2014/main" id="{55ED531C-DF03-447E-A524-1E1E8F3E37CD}"/>
                </a:ext>
              </a:extLst>
            </p:cNvPr>
            <p:cNvSpPr>
              <a:spLocks noChangeArrowheads="1"/>
            </p:cNvSpPr>
            <p:nvPr/>
          </p:nvSpPr>
          <p:spPr bwMode="auto">
            <a:xfrm>
              <a:off x="6577013" y="1739900"/>
              <a:ext cx="1714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52" name="Rectangle 23">
              <a:extLst>
                <a:ext uri="{FF2B5EF4-FFF2-40B4-BE49-F238E27FC236}">
                  <a16:creationId xmlns:a16="http://schemas.microsoft.com/office/drawing/2014/main" id="{1F3FE474-68BB-44FD-B386-C1820580AF56}"/>
                </a:ext>
              </a:extLst>
            </p:cNvPr>
            <p:cNvSpPr>
              <a:spLocks noChangeArrowheads="1"/>
            </p:cNvSpPr>
            <p:nvPr/>
          </p:nvSpPr>
          <p:spPr bwMode="auto">
            <a:xfrm>
              <a:off x="8921750" y="1638300"/>
              <a:ext cx="11113" cy="4032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53" name="Rectangle 24">
              <a:extLst>
                <a:ext uri="{FF2B5EF4-FFF2-40B4-BE49-F238E27FC236}">
                  <a16:creationId xmlns:a16="http://schemas.microsoft.com/office/drawing/2014/main" id="{EB816E7D-F3FD-416B-A246-2C89DC729BF7}"/>
                </a:ext>
              </a:extLst>
            </p:cNvPr>
            <p:cNvSpPr>
              <a:spLocks noChangeArrowheads="1"/>
            </p:cNvSpPr>
            <p:nvPr/>
          </p:nvSpPr>
          <p:spPr bwMode="auto">
            <a:xfrm>
              <a:off x="1462088" y="2052638"/>
              <a:ext cx="6583362" cy="111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54" name="Rectangle 25">
              <a:extLst>
                <a:ext uri="{FF2B5EF4-FFF2-40B4-BE49-F238E27FC236}">
                  <a16:creationId xmlns:a16="http://schemas.microsoft.com/office/drawing/2014/main" id="{235E9714-EA79-41DC-98ED-98941671BD9F}"/>
                </a:ext>
              </a:extLst>
            </p:cNvPr>
            <p:cNvSpPr>
              <a:spLocks noChangeArrowheads="1"/>
            </p:cNvSpPr>
            <p:nvPr/>
          </p:nvSpPr>
          <p:spPr bwMode="auto">
            <a:xfrm>
              <a:off x="547688" y="2041525"/>
              <a:ext cx="11112"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55" name="Rectangle 26">
              <a:extLst>
                <a:ext uri="{FF2B5EF4-FFF2-40B4-BE49-F238E27FC236}">
                  <a16:creationId xmlns:a16="http://schemas.microsoft.com/office/drawing/2014/main" id="{742B3E3E-A0E5-4824-A3D0-E797FE189532}"/>
                </a:ext>
              </a:extLst>
            </p:cNvPr>
            <p:cNvSpPr>
              <a:spLocks noChangeArrowheads="1"/>
            </p:cNvSpPr>
            <p:nvPr/>
          </p:nvSpPr>
          <p:spPr bwMode="auto">
            <a:xfrm>
              <a:off x="8212138" y="1612900"/>
              <a:ext cx="6159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Count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56" name="Rectangle 27">
              <a:extLst>
                <a:ext uri="{FF2B5EF4-FFF2-40B4-BE49-F238E27FC236}">
                  <a16:creationId xmlns:a16="http://schemas.microsoft.com/office/drawing/2014/main" id="{6AE09D7B-82ED-49B6-94DB-2284137CB6EB}"/>
                </a:ext>
              </a:extLst>
            </p:cNvPr>
            <p:cNvSpPr>
              <a:spLocks noChangeArrowheads="1"/>
            </p:cNvSpPr>
            <p:nvPr/>
          </p:nvSpPr>
          <p:spPr bwMode="auto">
            <a:xfrm>
              <a:off x="688975" y="1981200"/>
              <a:ext cx="1587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57" name="Rectangle 28">
              <a:extLst>
                <a:ext uri="{FF2B5EF4-FFF2-40B4-BE49-F238E27FC236}">
                  <a16:creationId xmlns:a16="http://schemas.microsoft.com/office/drawing/2014/main" id="{4C21BF4B-4C6F-4DD5-840D-0D1A7611E6C2}"/>
                </a:ext>
              </a:extLst>
            </p:cNvPr>
            <p:cNvSpPr>
              <a:spLocks noChangeArrowheads="1"/>
            </p:cNvSpPr>
            <p:nvPr/>
          </p:nvSpPr>
          <p:spPr bwMode="auto">
            <a:xfrm>
              <a:off x="800100"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58" name="Rectangle 29">
              <a:extLst>
                <a:ext uri="{FF2B5EF4-FFF2-40B4-BE49-F238E27FC236}">
                  <a16:creationId xmlns:a16="http://schemas.microsoft.com/office/drawing/2014/main" id="{D2B3E291-85A3-403C-A8C8-7FF719E1DC97}"/>
                </a:ext>
              </a:extLst>
            </p:cNvPr>
            <p:cNvSpPr>
              <a:spLocks noChangeArrowheads="1"/>
            </p:cNvSpPr>
            <p:nvPr/>
          </p:nvSpPr>
          <p:spPr bwMode="auto">
            <a:xfrm>
              <a:off x="898525" y="1981200"/>
              <a:ext cx="1587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59" name="Rectangle 30">
              <a:extLst>
                <a:ext uri="{FF2B5EF4-FFF2-40B4-BE49-F238E27FC236}">
                  <a16:creationId xmlns:a16="http://schemas.microsoft.com/office/drawing/2014/main" id="{C22A4748-979E-409E-A82C-6C19A3D1F269}"/>
                </a:ext>
              </a:extLst>
            </p:cNvPr>
            <p:cNvSpPr>
              <a:spLocks noChangeArrowheads="1"/>
            </p:cNvSpPr>
            <p:nvPr/>
          </p:nvSpPr>
          <p:spPr bwMode="auto">
            <a:xfrm>
              <a:off x="1008063"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60" name="Rectangle 31">
              <a:extLst>
                <a:ext uri="{FF2B5EF4-FFF2-40B4-BE49-F238E27FC236}">
                  <a16:creationId xmlns:a16="http://schemas.microsoft.com/office/drawing/2014/main" id="{073632EB-129E-4ACB-8BB1-CBED8CCF145E}"/>
                </a:ext>
              </a:extLst>
            </p:cNvPr>
            <p:cNvSpPr>
              <a:spLocks noChangeArrowheads="1"/>
            </p:cNvSpPr>
            <p:nvPr/>
          </p:nvSpPr>
          <p:spPr bwMode="auto">
            <a:xfrm>
              <a:off x="1108075" y="1981200"/>
              <a:ext cx="1587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61" name="Rectangle 32">
              <a:extLst>
                <a:ext uri="{FF2B5EF4-FFF2-40B4-BE49-F238E27FC236}">
                  <a16:creationId xmlns:a16="http://schemas.microsoft.com/office/drawing/2014/main" id="{A6D7B780-4CF8-4130-BF7C-3FF59BEFA3DA}"/>
                </a:ext>
              </a:extLst>
            </p:cNvPr>
            <p:cNvSpPr>
              <a:spLocks noChangeArrowheads="1"/>
            </p:cNvSpPr>
            <p:nvPr/>
          </p:nvSpPr>
          <p:spPr bwMode="auto">
            <a:xfrm>
              <a:off x="1462088" y="2041525"/>
              <a:ext cx="11112"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62" name="Rectangle 33">
              <a:extLst>
                <a:ext uri="{FF2B5EF4-FFF2-40B4-BE49-F238E27FC236}">
                  <a16:creationId xmlns:a16="http://schemas.microsoft.com/office/drawing/2014/main" id="{BBB8B8CC-F6D4-4416-B254-D13BA5F6524A}"/>
                </a:ext>
              </a:extLst>
            </p:cNvPr>
            <p:cNvSpPr>
              <a:spLocks noChangeArrowheads="1"/>
            </p:cNvSpPr>
            <p:nvPr/>
          </p:nvSpPr>
          <p:spPr bwMode="auto">
            <a:xfrm>
              <a:off x="1217613"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63" name="Rectangle 34">
              <a:extLst>
                <a:ext uri="{FF2B5EF4-FFF2-40B4-BE49-F238E27FC236}">
                  <a16:creationId xmlns:a16="http://schemas.microsoft.com/office/drawing/2014/main" id="{A661E752-526D-45D1-A8D2-70DBED3F8799}"/>
                </a:ext>
              </a:extLst>
            </p:cNvPr>
            <p:cNvSpPr>
              <a:spLocks noChangeArrowheads="1"/>
            </p:cNvSpPr>
            <p:nvPr/>
          </p:nvSpPr>
          <p:spPr bwMode="auto">
            <a:xfrm>
              <a:off x="1598613"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64" name="Rectangle 35">
              <a:extLst>
                <a:ext uri="{FF2B5EF4-FFF2-40B4-BE49-F238E27FC236}">
                  <a16:creationId xmlns:a16="http://schemas.microsoft.com/office/drawing/2014/main" id="{A8DFA71F-A411-492B-9257-D9A0CD923F97}"/>
                </a:ext>
              </a:extLst>
            </p:cNvPr>
            <p:cNvSpPr>
              <a:spLocks noChangeArrowheads="1"/>
            </p:cNvSpPr>
            <p:nvPr/>
          </p:nvSpPr>
          <p:spPr bwMode="auto">
            <a:xfrm>
              <a:off x="1725613"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65" name="Rectangle 36">
              <a:extLst>
                <a:ext uri="{FF2B5EF4-FFF2-40B4-BE49-F238E27FC236}">
                  <a16:creationId xmlns:a16="http://schemas.microsoft.com/office/drawing/2014/main" id="{23B224E3-529C-4BD5-B567-045836A75634}"/>
                </a:ext>
              </a:extLst>
            </p:cNvPr>
            <p:cNvSpPr>
              <a:spLocks noChangeArrowheads="1"/>
            </p:cNvSpPr>
            <p:nvPr/>
          </p:nvSpPr>
          <p:spPr bwMode="auto">
            <a:xfrm>
              <a:off x="1827213"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66" name="Rectangle 37">
              <a:extLst>
                <a:ext uri="{FF2B5EF4-FFF2-40B4-BE49-F238E27FC236}">
                  <a16:creationId xmlns:a16="http://schemas.microsoft.com/office/drawing/2014/main" id="{9C6EEEF0-45D6-4813-AF8D-CC3D4A28246E}"/>
                </a:ext>
              </a:extLst>
            </p:cNvPr>
            <p:cNvSpPr>
              <a:spLocks noChangeArrowheads="1"/>
            </p:cNvSpPr>
            <p:nvPr/>
          </p:nvSpPr>
          <p:spPr bwMode="auto">
            <a:xfrm>
              <a:off x="1957388"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67" name="Rectangle 38">
              <a:extLst>
                <a:ext uri="{FF2B5EF4-FFF2-40B4-BE49-F238E27FC236}">
                  <a16:creationId xmlns:a16="http://schemas.microsoft.com/office/drawing/2014/main" id="{3AED740E-69A2-4628-AEDC-1EB2A4521470}"/>
                </a:ext>
              </a:extLst>
            </p:cNvPr>
            <p:cNvSpPr>
              <a:spLocks noChangeArrowheads="1"/>
            </p:cNvSpPr>
            <p:nvPr/>
          </p:nvSpPr>
          <p:spPr bwMode="auto">
            <a:xfrm>
              <a:off x="2055813"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68" name="Rectangle 39">
              <a:extLst>
                <a:ext uri="{FF2B5EF4-FFF2-40B4-BE49-F238E27FC236}">
                  <a16:creationId xmlns:a16="http://schemas.microsoft.com/office/drawing/2014/main" id="{C7BC751F-96AB-46F4-BD51-21BC40CFEA7E}"/>
                </a:ext>
              </a:extLst>
            </p:cNvPr>
            <p:cNvSpPr>
              <a:spLocks noChangeArrowheads="1"/>
            </p:cNvSpPr>
            <p:nvPr/>
          </p:nvSpPr>
          <p:spPr bwMode="auto">
            <a:xfrm>
              <a:off x="2422525" y="2041525"/>
              <a:ext cx="11113"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69" name="Rectangle 40">
              <a:extLst>
                <a:ext uri="{FF2B5EF4-FFF2-40B4-BE49-F238E27FC236}">
                  <a16:creationId xmlns:a16="http://schemas.microsoft.com/office/drawing/2014/main" id="{01DD2045-0E1F-417B-9844-A941C5FA3F3A}"/>
                </a:ext>
              </a:extLst>
            </p:cNvPr>
            <p:cNvSpPr>
              <a:spLocks noChangeArrowheads="1"/>
            </p:cNvSpPr>
            <p:nvPr/>
          </p:nvSpPr>
          <p:spPr bwMode="auto">
            <a:xfrm>
              <a:off x="218440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70" name="Rectangle 41">
              <a:extLst>
                <a:ext uri="{FF2B5EF4-FFF2-40B4-BE49-F238E27FC236}">
                  <a16:creationId xmlns:a16="http://schemas.microsoft.com/office/drawing/2014/main" id="{3DD611A3-0A59-4EE8-92B3-483E05DD84F7}"/>
                </a:ext>
              </a:extLst>
            </p:cNvPr>
            <p:cNvSpPr>
              <a:spLocks noChangeArrowheads="1"/>
            </p:cNvSpPr>
            <p:nvPr/>
          </p:nvSpPr>
          <p:spPr bwMode="auto">
            <a:xfrm>
              <a:off x="2551113"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71" name="Rectangle 42">
              <a:extLst>
                <a:ext uri="{FF2B5EF4-FFF2-40B4-BE49-F238E27FC236}">
                  <a16:creationId xmlns:a16="http://schemas.microsoft.com/office/drawing/2014/main" id="{B5C1926C-6608-4A99-A762-17321D1D7A59}"/>
                </a:ext>
              </a:extLst>
            </p:cNvPr>
            <p:cNvSpPr>
              <a:spLocks noChangeArrowheads="1"/>
            </p:cNvSpPr>
            <p:nvPr/>
          </p:nvSpPr>
          <p:spPr bwMode="auto">
            <a:xfrm>
              <a:off x="2674938"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72" name="Rectangle 43">
              <a:extLst>
                <a:ext uri="{FF2B5EF4-FFF2-40B4-BE49-F238E27FC236}">
                  <a16:creationId xmlns:a16="http://schemas.microsoft.com/office/drawing/2014/main" id="{75BB556B-CB66-4E07-A30A-27AACF0E40FF}"/>
                </a:ext>
              </a:extLst>
            </p:cNvPr>
            <p:cNvSpPr>
              <a:spLocks noChangeArrowheads="1"/>
            </p:cNvSpPr>
            <p:nvPr/>
          </p:nvSpPr>
          <p:spPr bwMode="auto">
            <a:xfrm>
              <a:off x="2774950"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73" name="Rectangle 44">
              <a:extLst>
                <a:ext uri="{FF2B5EF4-FFF2-40B4-BE49-F238E27FC236}">
                  <a16:creationId xmlns:a16="http://schemas.microsoft.com/office/drawing/2014/main" id="{78800C53-CF7F-4685-9640-0B5CB45B7A86}"/>
                </a:ext>
              </a:extLst>
            </p:cNvPr>
            <p:cNvSpPr>
              <a:spLocks noChangeArrowheads="1"/>
            </p:cNvSpPr>
            <p:nvPr/>
          </p:nvSpPr>
          <p:spPr bwMode="auto">
            <a:xfrm>
              <a:off x="2963863"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74" name="Rectangle 45">
              <a:extLst>
                <a:ext uri="{FF2B5EF4-FFF2-40B4-BE49-F238E27FC236}">
                  <a16:creationId xmlns:a16="http://schemas.microsoft.com/office/drawing/2014/main" id="{BA2ACC97-FFBE-46B1-B774-C4FC397BA5E2}"/>
                </a:ext>
              </a:extLst>
            </p:cNvPr>
            <p:cNvSpPr>
              <a:spLocks noChangeArrowheads="1"/>
            </p:cNvSpPr>
            <p:nvPr/>
          </p:nvSpPr>
          <p:spPr bwMode="auto">
            <a:xfrm>
              <a:off x="3332163"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75" name="Rectangle 46">
              <a:extLst>
                <a:ext uri="{FF2B5EF4-FFF2-40B4-BE49-F238E27FC236}">
                  <a16:creationId xmlns:a16="http://schemas.microsoft.com/office/drawing/2014/main" id="{A1913C93-9042-43D3-8844-89C49E96B09C}"/>
                </a:ext>
              </a:extLst>
            </p:cNvPr>
            <p:cNvSpPr>
              <a:spLocks noChangeArrowheads="1"/>
            </p:cNvSpPr>
            <p:nvPr/>
          </p:nvSpPr>
          <p:spPr bwMode="auto">
            <a:xfrm>
              <a:off x="345440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76" name="Rectangle 47">
              <a:extLst>
                <a:ext uri="{FF2B5EF4-FFF2-40B4-BE49-F238E27FC236}">
                  <a16:creationId xmlns:a16="http://schemas.microsoft.com/office/drawing/2014/main" id="{7D9D8E89-844F-41BD-9763-55312BC7D248}"/>
                </a:ext>
              </a:extLst>
            </p:cNvPr>
            <p:cNvSpPr>
              <a:spLocks noChangeArrowheads="1"/>
            </p:cNvSpPr>
            <p:nvPr/>
          </p:nvSpPr>
          <p:spPr bwMode="auto">
            <a:xfrm>
              <a:off x="3554413"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77" name="Rectangle 48">
              <a:extLst>
                <a:ext uri="{FF2B5EF4-FFF2-40B4-BE49-F238E27FC236}">
                  <a16:creationId xmlns:a16="http://schemas.microsoft.com/office/drawing/2014/main" id="{CC8B5E6C-8FDD-43DC-A75D-DDAC4F12E4FE}"/>
                </a:ext>
              </a:extLst>
            </p:cNvPr>
            <p:cNvSpPr>
              <a:spLocks noChangeArrowheads="1"/>
            </p:cNvSpPr>
            <p:nvPr/>
          </p:nvSpPr>
          <p:spPr bwMode="auto">
            <a:xfrm>
              <a:off x="3743325"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78" name="Rectangle 49">
              <a:extLst>
                <a:ext uri="{FF2B5EF4-FFF2-40B4-BE49-F238E27FC236}">
                  <a16:creationId xmlns:a16="http://schemas.microsoft.com/office/drawing/2014/main" id="{405B299B-BBD5-4257-94AE-4A4B2C2A5DB1}"/>
                </a:ext>
              </a:extLst>
            </p:cNvPr>
            <p:cNvSpPr>
              <a:spLocks noChangeArrowheads="1"/>
            </p:cNvSpPr>
            <p:nvPr/>
          </p:nvSpPr>
          <p:spPr bwMode="auto">
            <a:xfrm>
              <a:off x="4108450"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79" name="Rectangle 50">
              <a:extLst>
                <a:ext uri="{FF2B5EF4-FFF2-40B4-BE49-F238E27FC236}">
                  <a16:creationId xmlns:a16="http://schemas.microsoft.com/office/drawing/2014/main" id="{185CE8BD-D42C-449D-BA27-4AD455BEFCC4}"/>
                </a:ext>
              </a:extLst>
            </p:cNvPr>
            <p:cNvSpPr>
              <a:spLocks noChangeArrowheads="1"/>
            </p:cNvSpPr>
            <p:nvPr/>
          </p:nvSpPr>
          <p:spPr bwMode="auto">
            <a:xfrm>
              <a:off x="4232275"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80" name="Rectangle 51">
              <a:extLst>
                <a:ext uri="{FF2B5EF4-FFF2-40B4-BE49-F238E27FC236}">
                  <a16:creationId xmlns:a16="http://schemas.microsoft.com/office/drawing/2014/main" id="{5BA0F91D-9277-43FA-AE13-CC7E9812E602}"/>
                </a:ext>
              </a:extLst>
            </p:cNvPr>
            <p:cNvSpPr>
              <a:spLocks noChangeArrowheads="1"/>
            </p:cNvSpPr>
            <p:nvPr/>
          </p:nvSpPr>
          <p:spPr bwMode="auto">
            <a:xfrm>
              <a:off x="4333875"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81" name="Rectangle 52">
              <a:extLst>
                <a:ext uri="{FF2B5EF4-FFF2-40B4-BE49-F238E27FC236}">
                  <a16:creationId xmlns:a16="http://schemas.microsoft.com/office/drawing/2014/main" id="{966FCA29-52C8-44AE-B13C-24D592E15E61}"/>
                </a:ext>
              </a:extLst>
            </p:cNvPr>
            <p:cNvSpPr>
              <a:spLocks noChangeArrowheads="1"/>
            </p:cNvSpPr>
            <p:nvPr/>
          </p:nvSpPr>
          <p:spPr bwMode="auto">
            <a:xfrm>
              <a:off x="4745038" y="2041525"/>
              <a:ext cx="11112"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82" name="Rectangle 53">
              <a:extLst>
                <a:ext uri="{FF2B5EF4-FFF2-40B4-BE49-F238E27FC236}">
                  <a16:creationId xmlns:a16="http://schemas.microsoft.com/office/drawing/2014/main" id="{B8EE08D3-A8A2-4E5B-A77C-5F63A3CDFAB8}"/>
                </a:ext>
              </a:extLst>
            </p:cNvPr>
            <p:cNvSpPr>
              <a:spLocks noChangeArrowheads="1"/>
            </p:cNvSpPr>
            <p:nvPr/>
          </p:nvSpPr>
          <p:spPr bwMode="auto">
            <a:xfrm>
              <a:off x="4524375"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83" name="Rectangle 54">
              <a:extLst>
                <a:ext uri="{FF2B5EF4-FFF2-40B4-BE49-F238E27FC236}">
                  <a16:creationId xmlns:a16="http://schemas.microsoft.com/office/drawing/2014/main" id="{159EE4E3-D979-4D97-931E-665B11572CBE}"/>
                </a:ext>
              </a:extLst>
            </p:cNvPr>
            <p:cNvSpPr>
              <a:spLocks noChangeArrowheads="1"/>
            </p:cNvSpPr>
            <p:nvPr/>
          </p:nvSpPr>
          <p:spPr bwMode="auto">
            <a:xfrm>
              <a:off x="4887913"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84" name="Rectangle 55">
              <a:extLst>
                <a:ext uri="{FF2B5EF4-FFF2-40B4-BE49-F238E27FC236}">
                  <a16:creationId xmlns:a16="http://schemas.microsoft.com/office/drawing/2014/main" id="{4525F538-B92B-49A9-ACAB-7949C62D1BB0}"/>
                </a:ext>
              </a:extLst>
            </p:cNvPr>
            <p:cNvSpPr>
              <a:spLocks noChangeArrowheads="1"/>
            </p:cNvSpPr>
            <p:nvPr/>
          </p:nvSpPr>
          <p:spPr bwMode="auto">
            <a:xfrm>
              <a:off x="501650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85" name="Rectangle 56">
              <a:extLst>
                <a:ext uri="{FF2B5EF4-FFF2-40B4-BE49-F238E27FC236}">
                  <a16:creationId xmlns:a16="http://schemas.microsoft.com/office/drawing/2014/main" id="{34A3184A-63D3-46F2-9D0C-F30AD8989B7E}"/>
                </a:ext>
              </a:extLst>
            </p:cNvPr>
            <p:cNvSpPr>
              <a:spLocks noChangeArrowheads="1"/>
            </p:cNvSpPr>
            <p:nvPr/>
          </p:nvSpPr>
          <p:spPr bwMode="auto">
            <a:xfrm>
              <a:off x="5116513"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86" name="Rectangle 57">
              <a:extLst>
                <a:ext uri="{FF2B5EF4-FFF2-40B4-BE49-F238E27FC236}">
                  <a16:creationId xmlns:a16="http://schemas.microsoft.com/office/drawing/2014/main" id="{7AEE643E-2041-44FB-A289-9D5D9F998B29}"/>
                </a:ext>
              </a:extLst>
            </p:cNvPr>
            <p:cNvSpPr>
              <a:spLocks noChangeArrowheads="1"/>
            </p:cNvSpPr>
            <p:nvPr/>
          </p:nvSpPr>
          <p:spPr bwMode="auto">
            <a:xfrm>
              <a:off x="524510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87" name="Rectangle 58">
              <a:extLst>
                <a:ext uri="{FF2B5EF4-FFF2-40B4-BE49-F238E27FC236}">
                  <a16:creationId xmlns:a16="http://schemas.microsoft.com/office/drawing/2014/main" id="{7D06584F-DEB5-4E4E-968D-B1D1BA7013F8}"/>
                </a:ext>
              </a:extLst>
            </p:cNvPr>
            <p:cNvSpPr>
              <a:spLocks noChangeArrowheads="1"/>
            </p:cNvSpPr>
            <p:nvPr/>
          </p:nvSpPr>
          <p:spPr bwMode="auto">
            <a:xfrm>
              <a:off x="5346700"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88" name="Rectangle 59">
              <a:extLst>
                <a:ext uri="{FF2B5EF4-FFF2-40B4-BE49-F238E27FC236}">
                  <a16:creationId xmlns:a16="http://schemas.microsoft.com/office/drawing/2014/main" id="{FFE85768-6A62-498A-BCEC-2B0F8885BD68}"/>
                </a:ext>
              </a:extLst>
            </p:cNvPr>
            <p:cNvSpPr>
              <a:spLocks noChangeArrowheads="1"/>
            </p:cNvSpPr>
            <p:nvPr/>
          </p:nvSpPr>
          <p:spPr bwMode="auto">
            <a:xfrm>
              <a:off x="5705475" y="2041525"/>
              <a:ext cx="11113"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89" name="Rectangle 60">
              <a:extLst>
                <a:ext uri="{FF2B5EF4-FFF2-40B4-BE49-F238E27FC236}">
                  <a16:creationId xmlns:a16="http://schemas.microsoft.com/office/drawing/2014/main" id="{CE330B9B-25E2-422C-8B01-185D77F76E1F}"/>
                </a:ext>
              </a:extLst>
            </p:cNvPr>
            <p:cNvSpPr>
              <a:spLocks noChangeArrowheads="1"/>
            </p:cNvSpPr>
            <p:nvPr/>
          </p:nvSpPr>
          <p:spPr bwMode="auto">
            <a:xfrm>
              <a:off x="5475288"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90" name="Rectangle 61">
              <a:extLst>
                <a:ext uri="{FF2B5EF4-FFF2-40B4-BE49-F238E27FC236}">
                  <a16:creationId xmlns:a16="http://schemas.microsoft.com/office/drawing/2014/main" id="{34A23847-3190-4D54-B809-CCA9313681D2}"/>
                </a:ext>
              </a:extLst>
            </p:cNvPr>
            <p:cNvSpPr>
              <a:spLocks noChangeArrowheads="1"/>
            </p:cNvSpPr>
            <p:nvPr/>
          </p:nvSpPr>
          <p:spPr bwMode="auto">
            <a:xfrm>
              <a:off x="5843588"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91" name="Rectangle 62">
              <a:extLst>
                <a:ext uri="{FF2B5EF4-FFF2-40B4-BE49-F238E27FC236}">
                  <a16:creationId xmlns:a16="http://schemas.microsoft.com/office/drawing/2014/main" id="{CD74937E-DE0F-4E45-8BDF-326C7D65C666}"/>
                </a:ext>
              </a:extLst>
            </p:cNvPr>
            <p:cNvSpPr>
              <a:spLocks noChangeArrowheads="1"/>
            </p:cNvSpPr>
            <p:nvPr/>
          </p:nvSpPr>
          <p:spPr bwMode="auto">
            <a:xfrm>
              <a:off x="5965825"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92" name="Rectangle 63">
              <a:extLst>
                <a:ext uri="{FF2B5EF4-FFF2-40B4-BE49-F238E27FC236}">
                  <a16:creationId xmlns:a16="http://schemas.microsoft.com/office/drawing/2014/main" id="{3C8B7A99-C81C-4648-AE2A-BEC9964E1358}"/>
                </a:ext>
              </a:extLst>
            </p:cNvPr>
            <p:cNvSpPr>
              <a:spLocks noChangeArrowheads="1"/>
            </p:cNvSpPr>
            <p:nvPr/>
          </p:nvSpPr>
          <p:spPr bwMode="auto">
            <a:xfrm>
              <a:off x="6065838"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93" name="Rectangle 64">
              <a:extLst>
                <a:ext uri="{FF2B5EF4-FFF2-40B4-BE49-F238E27FC236}">
                  <a16:creationId xmlns:a16="http://schemas.microsoft.com/office/drawing/2014/main" id="{B985BBF2-3696-487C-BB5F-D49A9A7457A9}"/>
                </a:ext>
              </a:extLst>
            </p:cNvPr>
            <p:cNvSpPr>
              <a:spLocks noChangeArrowheads="1"/>
            </p:cNvSpPr>
            <p:nvPr/>
          </p:nvSpPr>
          <p:spPr bwMode="auto">
            <a:xfrm>
              <a:off x="625475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94" name="Rectangle 65">
              <a:extLst>
                <a:ext uri="{FF2B5EF4-FFF2-40B4-BE49-F238E27FC236}">
                  <a16:creationId xmlns:a16="http://schemas.microsoft.com/office/drawing/2014/main" id="{AE96DCF7-F031-47DB-8490-B9F6ABAE273F}"/>
                </a:ext>
              </a:extLst>
            </p:cNvPr>
            <p:cNvSpPr>
              <a:spLocks noChangeArrowheads="1"/>
            </p:cNvSpPr>
            <p:nvPr/>
          </p:nvSpPr>
          <p:spPr bwMode="auto">
            <a:xfrm>
              <a:off x="6623050"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95" name="Rectangle 66">
              <a:extLst>
                <a:ext uri="{FF2B5EF4-FFF2-40B4-BE49-F238E27FC236}">
                  <a16:creationId xmlns:a16="http://schemas.microsoft.com/office/drawing/2014/main" id="{7E03CB1C-EEEA-4853-9CBF-A588206206D1}"/>
                </a:ext>
              </a:extLst>
            </p:cNvPr>
            <p:cNvSpPr>
              <a:spLocks noChangeArrowheads="1"/>
            </p:cNvSpPr>
            <p:nvPr/>
          </p:nvSpPr>
          <p:spPr bwMode="auto">
            <a:xfrm>
              <a:off x="6745288"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96" name="Rectangle 67">
              <a:extLst>
                <a:ext uri="{FF2B5EF4-FFF2-40B4-BE49-F238E27FC236}">
                  <a16:creationId xmlns:a16="http://schemas.microsoft.com/office/drawing/2014/main" id="{F546A1B6-AC83-4502-82A7-7390BCF9629F}"/>
                </a:ext>
              </a:extLst>
            </p:cNvPr>
            <p:cNvSpPr>
              <a:spLocks noChangeArrowheads="1"/>
            </p:cNvSpPr>
            <p:nvPr/>
          </p:nvSpPr>
          <p:spPr bwMode="auto">
            <a:xfrm>
              <a:off x="6845300"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97" name="Rectangle 68">
              <a:extLst>
                <a:ext uri="{FF2B5EF4-FFF2-40B4-BE49-F238E27FC236}">
                  <a16:creationId xmlns:a16="http://schemas.microsoft.com/office/drawing/2014/main" id="{B1F37D85-36F8-4832-A762-8EE6671FBE68}"/>
                </a:ext>
              </a:extLst>
            </p:cNvPr>
            <p:cNvSpPr>
              <a:spLocks noChangeArrowheads="1"/>
            </p:cNvSpPr>
            <p:nvPr/>
          </p:nvSpPr>
          <p:spPr bwMode="auto">
            <a:xfrm>
              <a:off x="703580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98" name="Rectangle 69">
              <a:extLst>
                <a:ext uri="{FF2B5EF4-FFF2-40B4-BE49-F238E27FC236}">
                  <a16:creationId xmlns:a16="http://schemas.microsoft.com/office/drawing/2014/main" id="{E735A1DB-2E43-4023-A643-A36F3968675B}"/>
                </a:ext>
              </a:extLst>
            </p:cNvPr>
            <p:cNvSpPr>
              <a:spLocks noChangeArrowheads="1"/>
            </p:cNvSpPr>
            <p:nvPr/>
          </p:nvSpPr>
          <p:spPr bwMode="auto">
            <a:xfrm>
              <a:off x="7399338"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99" name="Rectangle 70">
              <a:extLst>
                <a:ext uri="{FF2B5EF4-FFF2-40B4-BE49-F238E27FC236}">
                  <a16:creationId xmlns:a16="http://schemas.microsoft.com/office/drawing/2014/main" id="{3146BEA1-23DC-48E5-BC85-E6AE43A4BE48}"/>
                </a:ext>
              </a:extLst>
            </p:cNvPr>
            <p:cNvSpPr>
              <a:spLocks noChangeArrowheads="1"/>
            </p:cNvSpPr>
            <p:nvPr/>
          </p:nvSpPr>
          <p:spPr bwMode="auto">
            <a:xfrm>
              <a:off x="7523163"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00" name="Rectangle 71">
              <a:extLst>
                <a:ext uri="{FF2B5EF4-FFF2-40B4-BE49-F238E27FC236}">
                  <a16:creationId xmlns:a16="http://schemas.microsoft.com/office/drawing/2014/main" id="{F0C8E531-A987-4333-B9CA-C7BE885ED1A4}"/>
                </a:ext>
              </a:extLst>
            </p:cNvPr>
            <p:cNvSpPr>
              <a:spLocks noChangeArrowheads="1"/>
            </p:cNvSpPr>
            <p:nvPr/>
          </p:nvSpPr>
          <p:spPr bwMode="auto">
            <a:xfrm>
              <a:off x="7624763"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01" name="Rectangle 72">
              <a:extLst>
                <a:ext uri="{FF2B5EF4-FFF2-40B4-BE49-F238E27FC236}">
                  <a16:creationId xmlns:a16="http://schemas.microsoft.com/office/drawing/2014/main" id="{44E45264-78DD-45E4-AACB-5FD996551AD5}"/>
                </a:ext>
              </a:extLst>
            </p:cNvPr>
            <p:cNvSpPr>
              <a:spLocks noChangeArrowheads="1"/>
            </p:cNvSpPr>
            <p:nvPr/>
          </p:nvSpPr>
          <p:spPr bwMode="auto">
            <a:xfrm>
              <a:off x="8050213" y="2041525"/>
              <a:ext cx="11112"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02" name="Rectangle 73">
              <a:extLst>
                <a:ext uri="{FF2B5EF4-FFF2-40B4-BE49-F238E27FC236}">
                  <a16:creationId xmlns:a16="http://schemas.microsoft.com/office/drawing/2014/main" id="{320EE965-DD25-48E5-9BD9-E7C9950F698A}"/>
                </a:ext>
              </a:extLst>
            </p:cNvPr>
            <p:cNvSpPr>
              <a:spLocks noChangeArrowheads="1"/>
            </p:cNvSpPr>
            <p:nvPr/>
          </p:nvSpPr>
          <p:spPr bwMode="auto">
            <a:xfrm>
              <a:off x="7815263"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03" name="Rectangle 74">
              <a:extLst>
                <a:ext uri="{FF2B5EF4-FFF2-40B4-BE49-F238E27FC236}">
                  <a16:creationId xmlns:a16="http://schemas.microsoft.com/office/drawing/2014/main" id="{CAF2F4DC-90A1-4083-B870-EE91D6DC5CE2}"/>
                </a:ext>
              </a:extLst>
            </p:cNvPr>
            <p:cNvSpPr>
              <a:spLocks noChangeArrowheads="1"/>
            </p:cNvSpPr>
            <p:nvPr/>
          </p:nvSpPr>
          <p:spPr bwMode="auto">
            <a:xfrm>
              <a:off x="8178800" y="1981200"/>
              <a:ext cx="146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04" name="Rectangle 75">
              <a:extLst>
                <a:ext uri="{FF2B5EF4-FFF2-40B4-BE49-F238E27FC236}">
                  <a16:creationId xmlns:a16="http://schemas.microsoft.com/office/drawing/2014/main" id="{32EDBD51-32ED-4682-A74B-BC4E5BA7CD29}"/>
                </a:ext>
              </a:extLst>
            </p:cNvPr>
            <p:cNvSpPr>
              <a:spLocks noChangeArrowheads="1"/>
            </p:cNvSpPr>
            <p:nvPr/>
          </p:nvSpPr>
          <p:spPr bwMode="auto">
            <a:xfrm>
              <a:off x="8283575"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05" name="Rectangle 76">
              <a:extLst>
                <a:ext uri="{FF2B5EF4-FFF2-40B4-BE49-F238E27FC236}">
                  <a16:creationId xmlns:a16="http://schemas.microsoft.com/office/drawing/2014/main" id="{112DC267-6CC8-4D7D-9320-B89394E186B1}"/>
                </a:ext>
              </a:extLst>
            </p:cNvPr>
            <p:cNvSpPr>
              <a:spLocks noChangeArrowheads="1"/>
            </p:cNvSpPr>
            <p:nvPr/>
          </p:nvSpPr>
          <p:spPr bwMode="auto">
            <a:xfrm>
              <a:off x="8383588" y="1981200"/>
              <a:ext cx="146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06" name="Rectangle 77">
              <a:extLst>
                <a:ext uri="{FF2B5EF4-FFF2-40B4-BE49-F238E27FC236}">
                  <a16:creationId xmlns:a16="http://schemas.microsoft.com/office/drawing/2014/main" id="{52237A81-C682-48FF-A12F-D647CEE6D412}"/>
                </a:ext>
              </a:extLst>
            </p:cNvPr>
            <p:cNvSpPr>
              <a:spLocks noChangeArrowheads="1"/>
            </p:cNvSpPr>
            <p:nvPr/>
          </p:nvSpPr>
          <p:spPr bwMode="auto">
            <a:xfrm>
              <a:off x="8486775"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07" name="Rectangle 78">
              <a:extLst>
                <a:ext uri="{FF2B5EF4-FFF2-40B4-BE49-F238E27FC236}">
                  <a16:creationId xmlns:a16="http://schemas.microsoft.com/office/drawing/2014/main" id="{339585FC-7AE7-4BBB-8D90-102D579F3E30}"/>
                </a:ext>
              </a:extLst>
            </p:cNvPr>
            <p:cNvSpPr>
              <a:spLocks noChangeArrowheads="1"/>
            </p:cNvSpPr>
            <p:nvPr/>
          </p:nvSpPr>
          <p:spPr bwMode="auto">
            <a:xfrm>
              <a:off x="8586788" y="1981200"/>
              <a:ext cx="146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08" name="Rectangle 79">
              <a:extLst>
                <a:ext uri="{FF2B5EF4-FFF2-40B4-BE49-F238E27FC236}">
                  <a16:creationId xmlns:a16="http://schemas.microsoft.com/office/drawing/2014/main" id="{25229209-E4D7-4DAF-8463-64E889BBB221}"/>
                </a:ext>
              </a:extLst>
            </p:cNvPr>
            <p:cNvSpPr>
              <a:spLocks noChangeArrowheads="1"/>
            </p:cNvSpPr>
            <p:nvPr/>
          </p:nvSpPr>
          <p:spPr bwMode="auto">
            <a:xfrm>
              <a:off x="8921750" y="2041525"/>
              <a:ext cx="11113"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09" name="Rectangle 80">
              <a:extLst>
                <a:ext uri="{FF2B5EF4-FFF2-40B4-BE49-F238E27FC236}">
                  <a16:creationId xmlns:a16="http://schemas.microsoft.com/office/drawing/2014/main" id="{4A258436-CB07-4414-B99C-2181442EF390}"/>
                </a:ext>
              </a:extLst>
            </p:cNvPr>
            <p:cNvSpPr>
              <a:spLocks noChangeArrowheads="1"/>
            </p:cNvSpPr>
            <p:nvPr/>
          </p:nvSpPr>
          <p:spPr bwMode="auto">
            <a:xfrm>
              <a:off x="547688" y="2454275"/>
              <a:ext cx="8382000"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10" name="Rectangle 81">
              <a:extLst>
                <a:ext uri="{FF2B5EF4-FFF2-40B4-BE49-F238E27FC236}">
                  <a16:creationId xmlns:a16="http://schemas.microsoft.com/office/drawing/2014/main" id="{F219E045-E538-48E1-9F36-97F2886BD876}"/>
                </a:ext>
              </a:extLst>
            </p:cNvPr>
            <p:cNvSpPr>
              <a:spLocks noChangeArrowheads="1"/>
            </p:cNvSpPr>
            <p:nvPr/>
          </p:nvSpPr>
          <p:spPr bwMode="auto">
            <a:xfrm>
              <a:off x="8691563"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11" name="Rectangle 82">
              <a:extLst>
                <a:ext uri="{FF2B5EF4-FFF2-40B4-BE49-F238E27FC236}">
                  <a16:creationId xmlns:a16="http://schemas.microsoft.com/office/drawing/2014/main" id="{92F6050C-BE24-465A-9875-460870305B42}"/>
                </a:ext>
              </a:extLst>
            </p:cNvPr>
            <p:cNvSpPr>
              <a:spLocks noChangeArrowheads="1"/>
            </p:cNvSpPr>
            <p:nvPr/>
          </p:nvSpPr>
          <p:spPr bwMode="auto">
            <a:xfrm>
              <a:off x="547688" y="2446338"/>
              <a:ext cx="11112"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12" name="Rectangle 83">
              <a:extLst>
                <a:ext uri="{FF2B5EF4-FFF2-40B4-BE49-F238E27FC236}">
                  <a16:creationId xmlns:a16="http://schemas.microsoft.com/office/drawing/2014/main" id="{83B9A3F0-4380-4EE9-8F56-15B38A5071BF}"/>
                </a:ext>
              </a:extLst>
            </p:cNvPr>
            <p:cNvSpPr>
              <a:spLocks noChangeArrowheads="1"/>
            </p:cNvSpPr>
            <p:nvPr/>
          </p:nvSpPr>
          <p:spPr bwMode="auto">
            <a:xfrm>
              <a:off x="246063" y="2536825"/>
              <a:ext cx="2222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13" name="Rectangle 84">
              <a:extLst>
                <a:ext uri="{FF2B5EF4-FFF2-40B4-BE49-F238E27FC236}">
                  <a16:creationId xmlns:a16="http://schemas.microsoft.com/office/drawing/2014/main" id="{AD8DB950-D26D-4134-BE8C-3EB22B2439B4}"/>
                </a:ext>
              </a:extLst>
            </p:cNvPr>
            <p:cNvSpPr>
              <a:spLocks noChangeArrowheads="1"/>
            </p:cNvSpPr>
            <p:nvPr/>
          </p:nvSpPr>
          <p:spPr bwMode="auto">
            <a:xfrm>
              <a:off x="1462088" y="2446338"/>
              <a:ext cx="11112"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14" name="Rectangle 85">
              <a:extLst>
                <a:ext uri="{FF2B5EF4-FFF2-40B4-BE49-F238E27FC236}">
                  <a16:creationId xmlns:a16="http://schemas.microsoft.com/office/drawing/2014/main" id="{074FAC9F-28E8-4443-9E01-87C6AC97F73F}"/>
                </a:ext>
              </a:extLst>
            </p:cNvPr>
            <p:cNvSpPr>
              <a:spLocks noChangeArrowheads="1"/>
            </p:cNvSpPr>
            <p:nvPr/>
          </p:nvSpPr>
          <p:spPr bwMode="auto">
            <a:xfrm>
              <a:off x="836613" y="25352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15" name="Rectangle 86">
              <a:extLst>
                <a:ext uri="{FF2B5EF4-FFF2-40B4-BE49-F238E27FC236}">
                  <a16:creationId xmlns:a16="http://schemas.microsoft.com/office/drawing/2014/main" id="{DD1DFFB2-4A5A-4B23-BEDF-45A3264B9763}"/>
                </a:ext>
              </a:extLst>
            </p:cNvPr>
            <p:cNvSpPr>
              <a:spLocks noChangeArrowheads="1"/>
            </p:cNvSpPr>
            <p:nvPr/>
          </p:nvSpPr>
          <p:spPr bwMode="auto">
            <a:xfrm>
              <a:off x="2422525" y="2446338"/>
              <a:ext cx="11113"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16" name="Rectangle 87">
              <a:extLst>
                <a:ext uri="{FF2B5EF4-FFF2-40B4-BE49-F238E27FC236}">
                  <a16:creationId xmlns:a16="http://schemas.microsoft.com/office/drawing/2014/main" id="{13B441CC-647E-4002-9E5E-6FA29653A4F2}"/>
                </a:ext>
              </a:extLst>
            </p:cNvPr>
            <p:cNvSpPr>
              <a:spLocks noChangeArrowheads="1"/>
            </p:cNvSpPr>
            <p:nvPr/>
          </p:nvSpPr>
          <p:spPr bwMode="auto">
            <a:xfrm>
              <a:off x="1771650" y="25352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17" name="Rectangle 88">
              <a:extLst>
                <a:ext uri="{FF2B5EF4-FFF2-40B4-BE49-F238E27FC236}">
                  <a16:creationId xmlns:a16="http://schemas.microsoft.com/office/drawing/2014/main" id="{295E1D3C-ED47-4B91-B417-6DFE53ECB750}"/>
                </a:ext>
              </a:extLst>
            </p:cNvPr>
            <p:cNvSpPr>
              <a:spLocks noChangeArrowheads="1"/>
            </p:cNvSpPr>
            <p:nvPr/>
          </p:nvSpPr>
          <p:spPr bwMode="auto">
            <a:xfrm>
              <a:off x="2686050"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18" name="Rectangle 89">
              <a:extLst>
                <a:ext uri="{FF2B5EF4-FFF2-40B4-BE49-F238E27FC236}">
                  <a16:creationId xmlns:a16="http://schemas.microsoft.com/office/drawing/2014/main" id="{FCAF3655-4AAB-46ED-ABAE-27D26DEA03DE}"/>
                </a:ext>
              </a:extLst>
            </p:cNvPr>
            <p:cNvSpPr>
              <a:spLocks noChangeArrowheads="1"/>
            </p:cNvSpPr>
            <p:nvPr/>
          </p:nvSpPr>
          <p:spPr bwMode="auto">
            <a:xfrm>
              <a:off x="3465513"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19" name="Rectangle 90">
              <a:extLst>
                <a:ext uri="{FF2B5EF4-FFF2-40B4-BE49-F238E27FC236}">
                  <a16:creationId xmlns:a16="http://schemas.microsoft.com/office/drawing/2014/main" id="{0A8D2BEB-D456-4E84-B78D-8A4E95D11B5F}"/>
                </a:ext>
              </a:extLst>
            </p:cNvPr>
            <p:cNvSpPr>
              <a:spLocks noChangeArrowheads="1"/>
            </p:cNvSpPr>
            <p:nvPr/>
          </p:nvSpPr>
          <p:spPr bwMode="auto">
            <a:xfrm>
              <a:off x="4745038" y="2446338"/>
              <a:ext cx="11112"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20" name="Rectangle 91">
              <a:extLst>
                <a:ext uri="{FF2B5EF4-FFF2-40B4-BE49-F238E27FC236}">
                  <a16:creationId xmlns:a16="http://schemas.microsoft.com/office/drawing/2014/main" id="{A8083596-D63A-4091-9043-B5A89094048A}"/>
                </a:ext>
              </a:extLst>
            </p:cNvPr>
            <p:cNvSpPr>
              <a:spLocks noChangeArrowheads="1"/>
            </p:cNvSpPr>
            <p:nvPr/>
          </p:nvSpPr>
          <p:spPr bwMode="auto">
            <a:xfrm>
              <a:off x="4244975"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21" name="Rectangle 92">
              <a:extLst>
                <a:ext uri="{FF2B5EF4-FFF2-40B4-BE49-F238E27FC236}">
                  <a16:creationId xmlns:a16="http://schemas.microsoft.com/office/drawing/2014/main" id="{24FE3DB3-96C8-44E6-970C-4838A4552CFE}"/>
                </a:ext>
              </a:extLst>
            </p:cNvPr>
            <p:cNvSpPr>
              <a:spLocks noChangeArrowheads="1"/>
            </p:cNvSpPr>
            <p:nvPr/>
          </p:nvSpPr>
          <p:spPr bwMode="auto">
            <a:xfrm>
              <a:off x="5705475" y="2446338"/>
              <a:ext cx="11113"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22" name="Rectangle 93">
              <a:extLst>
                <a:ext uri="{FF2B5EF4-FFF2-40B4-BE49-F238E27FC236}">
                  <a16:creationId xmlns:a16="http://schemas.microsoft.com/office/drawing/2014/main" id="{F2531F18-CD3B-437D-93CF-4BC257E38595}"/>
                </a:ext>
              </a:extLst>
            </p:cNvPr>
            <p:cNvSpPr>
              <a:spLocks noChangeArrowheads="1"/>
            </p:cNvSpPr>
            <p:nvPr/>
          </p:nvSpPr>
          <p:spPr bwMode="auto">
            <a:xfrm>
              <a:off x="5054600" y="25352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23" name="Rectangle 94">
              <a:extLst>
                <a:ext uri="{FF2B5EF4-FFF2-40B4-BE49-F238E27FC236}">
                  <a16:creationId xmlns:a16="http://schemas.microsoft.com/office/drawing/2014/main" id="{4DCD491A-7D58-42D3-9D8F-A2EBF6316B2B}"/>
                </a:ext>
              </a:extLst>
            </p:cNvPr>
            <p:cNvSpPr>
              <a:spLocks noChangeArrowheads="1"/>
            </p:cNvSpPr>
            <p:nvPr/>
          </p:nvSpPr>
          <p:spPr bwMode="auto">
            <a:xfrm>
              <a:off x="5970588"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24" name="Rectangle 95">
              <a:extLst>
                <a:ext uri="{FF2B5EF4-FFF2-40B4-BE49-F238E27FC236}">
                  <a16:creationId xmlns:a16="http://schemas.microsoft.com/office/drawing/2014/main" id="{720A152B-151C-488E-9E7A-3F077CFA0107}"/>
                </a:ext>
              </a:extLst>
            </p:cNvPr>
            <p:cNvSpPr>
              <a:spLocks noChangeArrowheads="1"/>
            </p:cNvSpPr>
            <p:nvPr/>
          </p:nvSpPr>
          <p:spPr bwMode="auto">
            <a:xfrm>
              <a:off x="6748463"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25" name="Rectangle 96">
              <a:extLst>
                <a:ext uri="{FF2B5EF4-FFF2-40B4-BE49-F238E27FC236}">
                  <a16:creationId xmlns:a16="http://schemas.microsoft.com/office/drawing/2014/main" id="{17181C59-0A09-422E-91C6-C13FEDE5535A}"/>
                </a:ext>
              </a:extLst>
            </p:cNvPr>
            <p:cNvSpPr>
              <a:spLocks noChangeArrowheads="1"/>
            </p:cNvSpPr>
            <p:nvPr/>
          </p:nvSpPr>
          <p:spPr bwMode="auto">
            <a:xfrm>
              <a:off x="8050213" y="2446338"/>
              <a:ext cx="11112"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26" name="Rectangle 97">
              <a:extLst>
                <a:ext uri="{FF2B5EF4-FFF2-40B4-BE49-F238E27FC236}">
                  <a16:creationId xmlns:a16="http://schemas.microsoft.com/office/drawing/2014/main" id="{2131D524-10E3-493A-816E-49BA7953D49A}"/>
                </a:ext>
              </a:extLst>
            </p:cNvPr>
            <p:cNvSpPr>
              <a:spLocks noChangeArrowheads="1"/>
            </p:cNvSpPr>
            <p:nvPr/>
          </p:nvSpPr>
          <p:spPr bwMode="auto">
            <a:xfrm>
              <a:off x="7526338"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27" name="Rectangle 98">
              <a:extLst>
                <a:ext uri="{FF2B5EF4-FFF2-40B4-BE49-F238E27FC236}">
                  <a16:creationId xmlns:a16="http://schemas.microsoft.com/office/drawing/2014/main" id="{CBBA7F61-D989-4252-BFFA-072A23CF0E60}"/>
                </a:ext>
              </a:extLst>
            </p:cNvPr>
            <p:cNvSpPr>
              <a:spLocks noChangeArrowheads="1"/>
            </p:cNvSpPr>
            <p:nvPr/>
          </p:nvSpPr>
          <p:spPr bwMode="auto">
            <a:xfrm>
              <a:off x="8921750" y="2446338"/>
              <a:ext cx="11113"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28" name="Rectangle 99">
              <a:extLst>
                <a:ext uri="{FF2B5EF4-FFF2-40B4-BE49-F238E27FC236}">
                  <a16:creationId xmlns:a16="http://schemas.microsoft.com/office/drawing/2014/main" id="{CE84A8A8-DC42-4FDF-9C0A-7FE0F1D1DC2C}"/>
                </a:ext>
              </a:extLst>
            </p:cNvPr>
            <p:cNvSpPr>
              <a:spLocks noChangeArrowheads="1"/>
            </p:cNvSpPr>
            <p:nvPr/>
          </p:nvSpPr>
          <p:spPr bwMode="auto">
            <a:xfrm>
              <a:off x="8297863" y="25352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29" name="Rectangle 100">
              <a:extLst>
                <a:ext uri="{FF2B5EF4-FFF2-40B4-BE49-F238E27FC236}">
                  <a16:creationId xmlns:a16="http://schemas.microsoft.com/office/drawing/2014/main" id="{C8321A48-635D-4219-A8CB-C081C49FE2EA}"/>
                </a:ext>
              </a:extLst>
            </p:cNvPr>
            <p:cNvSpPr>
              <a:spLocks noChangeArrowheads="1"/>
            </p:cNvSpPr>
            <p:nvPr/>
          </p:nvSpPr>
          <p:spPr bwMode="auto">
            <a:xfrm>
              <a:off x="547688" y="2800350"/>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30" name="Rectangle 101">
              <a:extLst>
                <a:ext uri="{FF2B5EF4-FFF2-40B4-BE49-F238E27FC236}">
                  <a16:creationId xmlns:a16="http://schemas.microsoft.com/office/drawing/2014/main" id="{16895257-E206-48F3-BED7-F483D8EE6446}"/>
                </a:ext>
              </a:extLst>
            </p:cNvPr>
            <p:cNvSpPr>
              <a:spLocks noChangeArrowheads="1"/>
            </p:cNvSpPr>
            <p:nvPr/>
          </p:nvSpPr>
          <p:spPr bwMode="auto">
            <a:xfrm>
              <a:off x="260350" y="2805113"/>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31" name="Rectangle 102">
              <a:extLst>
                <a:ext uri="{FF2B5EF4-FFF2-40B4-BE49-F238E27FC236}">
                  <a16:creationId xmlns:a16="http://schemas.microsoft.com/office/drawing/2014/main" id="{8889A5E2-1D7B-47E4-9E38-2E214B5E8DCD}"/>
                </a:ext>
              </a:extLst>
            </p:cNvPr>
            <p:cNvSpPr>
              <a:spLocks noChangeArrowheads="1"/>
            </p:cNvSpPr>
            <p:nvPr/>
          </p:nvSpPr>
          <p:spPr bwMode="auto">
            <a:xfrm>
              <a:off x="1462088" y="2800350"/>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32" name="Rectangle 103">
              <a:extLst>
                <a:ext uri="{FF2B5EF4-FFF2-40B4-BE49-F238E27FC236}">
                  <a16:creationId xmlns:a16="http://schemas.microsoft.com/office/drawing/2014/main" id="{C2021A83-0184-4C4B-AA7C-BA7AB1420FEF}"/>
                </a:ext>
              </a:extLst>
            </p:cNvPr>
            <p:cNvSpPr>
              <a:spLocks noChangeArrowheads="1"/>
            </p:cNvSpPr>
            <p:nvPr/>
          </p:nvSpPr>
          <p:spPr bwMode="auto">
            <a:xfrm>
              <a:off x="838200" y="28035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33" name="Rectangle 104">
              <a:extLst>
                <a:ext uri="{FF2B5EF4-FFF2-40B4-BE49-F238E27FC236}">
                  <a16:creationId xmlns:a16="http://schemas.microsoft.com/office/drawing/2014/main" id="{D828B4E3-736E-47ED-AE50-9312CEC7FE53}"/>
                </a:ext>
              </a:extLst>
            </p:cNvPr>
            <p:cNvSpPr>
              <a:spLocks noChangeArrowheads="1"/>
            </p:cNvSpPr>
            <p:nvPr/>
          </p:nvSpPr>
          <p:spPr bwMode="auto">
            <a:xfrm>
              <a:off x="2422525" y="2800350"/>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34" name="Rectangle 105">
              <a:extLst>
                <a:ext uri="{FF2B5EF4-FFF2-40B4-BE49-F238E27FC236}">
                  <a16:creationId xmlns:a16="http://schemas.microsoft.com/office/drawing/2014/main" id="{780CBA4C-6B24-44ED-912B-55FD127CD3FC}"/>
                </a:ext>
              </a:extLst>
            </p:cNvPr>
            <p:cNvSpPr>
              <a:spLocks noChangeArrowheads="1"/>
            </p:cNvSpPr>
            <p:nvPr/>
          </p:nvSpPr>
          <p:spPr bwMode="auto">
            <a:xfrm>
              <a:off x="1771650" y="28035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35" name="Rectangle 106">
              <a:extLst>
                <a:ext uri="{FF2B5EF4-FFF2-40B4-BE49-F238E27FC236}">
                  <a16:creationId xmlns:a16="http://schemas.microsoft.com/office/drawing/2014/main" id="{6D81F045-0971-44E2-98D9-0595D6DAC852}"/>
                </a:ext>
              </a:extLst>
            </p:cNvPr>
            <p:cNvSpPr>
              <a:spLocks noChangeArrowheads="1"/>
            </p:cNvSpPr>
            <p:nvPr/>
          </p:nvSpPr>
          <p:spPr bwMode="auto">
            <a:xfrm>
              <a:off x="2686050"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36" name="Rectangle 107">
              <a:extLst>
                <a:ext uri="{FF2B5EF4-FFF2-40B4-BE49-F238E27FC236}">
                  <a16:creationId xmlns:a16="http://schemas.microsoft.com/office/drawing/2014/main" id="{1827AA61-244D-4DCF-8202-84328DBDC4B9}"/>
                </a:ext>
              </a:extLst>
            </p:cNvPr>
            <p:cNvSpPr>
              <a:spLocks noChangeArrowheads="1"/>
            </p:cNvSpPr>
            <p:nvPr/>
          </p:nvSpPr>
          <p:spPr bwMode="auto">
            <a:xfrm>
              <a:off x="3465513"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37" name="Rectangle 108">
              <a:extLst>
                <a:ext uri="{FF2B5EF4-FFF2-40B4-BE49-F238E27FC236}">
                  <a16:creationId xmlns:a16="http://schemas.microsoft.com/office/drawing/2014/main" id="{C7A0B370-3E3E-4161-829E-85C24E6B3EC4}"/>
                </a:ext>
              </a:extLst>
            </p:cNvPr>
            <p:cNvSpPr>
              <a:spLocks noChangeArrowheads="1"/>
            </p:cNvSpPr>
            <p:nvPr/>
          </p:nvSpPr>
          <p:spPr bwMode="auto">
            <a:xfrm>
              <a:off x="4745038" y="2800350"/>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38" name="Rectangle 109">
              <a:extLst>
                <a:ext uri="{FF2B5EF4-FFF2-40B4-BE49-F238E27FC236}">
                  <a16:creationId xmlns:a16="http://schemas.microsoft.com/office/drawing/2014/main" id="{55CDDE26-962D-46E5-A6B7-0F46BD7DC2DE}"/>
                </a:ext>
              </a:extLst>
            </p:cNvPr>
            <p:cNvSpPr>
              <a:spLocks noChangeArrowheads="1"/>
            </p:cNvSpPr>
            <p:nvPr/>
          </p:nvSpPr>
          <p:spPr bwMode="auto">
            <a:xfrm>
              <a:off x="4244975"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39" name="Rectangle 110">
              <a:extLst>
                <a:ext uri="{FF2B5EF4-FFF2-40B4-BE49-F238E27FC236}">
                  <a16:creationId xmlns:a16="http://schemas.microsoft.com/office/drawing/2014/main" id="{4D919D43-00F3-4608-B0AB-0F3D8BB0F159}"/>
                </a:ext>
              </a:extLst>
            </p:cNvPr>
            <p:cNvSpPr>
              <a:spLocks noChangeArrowheads="1"/>
            </p:cNvSpPr>
            <p:nvPr/>
          </p:nvSpPr>
          <p:spPr bwMode="auto">
            <a:xfrm>
              <a:off x="5705475" y="2800350"/>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40" name="Rectangle 111">
              <a:extLst>
                <a:ext uri="{FF2B5EF4-FFF2-40B4-BE49-F238E27FC236}">
                  <a16:creationId xmlns:a16="http://schemas.microsoft.com/office/drawing/2014/main" id="{570F55E7-6944-434C-8F47-96D96FBCCD99}"/>
                </a:ext>
              </a:extLst>
            </p:cNvPr>
            <p:cNvSpPr>
              <a:spLocks noChangeArrowheads="1"/>
            </p:cNvSpPr>
            <p:nvPr/>
          </p:nvSpPr>
          <p:spPr bwMode="auto">
            <a:xfrm>
              <a:off x="5056188" y="28035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41" name="Rectangle 112">
              <a:extLst>
                <a:ext uri="{FF2B5EF4-FFF2-40B4-BE49-F238E27FC236}">
                  <a16:creationId xmlns:a16="http://schemas.microsoft.com/office/drawing/2014/main" id="{F8ACF895-2033-414D-B7DD-5DA0D560FABE}"/>
                </a:ext>
              </a:extLst>
            </p:cNvPr>
            <p:cNvSpPr>
              <a:spLocks noChangeArrowheads="1"/>
            </p:cNvSpPr>
            <p:nvPr/>
          </p:nvSpPr>
          <p:spPr bwMode="auto">
            <a:xfrm>
              <a:off x="5972175"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42" name="Rectangle 113">
              <a:extLst>
                <a:ext uri="{FF2B5EF4-FFF2-40B4-BE49-F238E27FC236}">
                  <a16:creationId xmlns:a16="http://schemas.microsoft.com/office/drawing/2014/main" id="{278C5664-7F08-4CBC-AB05-C90270552F3F}"/>
                </a:ext>
              </a:extLst>
            </p:cNvPr>
            <p:cNvSpPr>
              <a:spLocks noChangeArrowheads="1"/>
            </p:cNvSpPr>
            <p:nvPr/>
          </p:nvSpPr>
          <p:spPr bwMode="auto">
            <a:xfrm>
              <a:off x="6750050"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43" name="Rectangle 114">
              <a:extLst>
                <a:ext uri="{FF2B5EF4-FFF2-40B4-BE49-F238E27FC236}">
                  <a16:creationId xmlns:a16="http://schemas.microsoft.com/office/drawing/2014/main" id="{B0120A5C-3B60-4B57-AEBD-EDB91817EA3D}"/>
                </a:ext>
              </a:extLst>
            </p:cNvPr>
            <p:cNvSpPr>
              <a:spLocks noChangeArrowheads="1"/>
            </p:cNvSpPr>
            <p:nvPr/>
          </p:nvSpPr>
          <p:spPr bwMode="auto">
            <a:xfrm>
              <a:off x="8050213" y="2800350"/>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44" name="Rectangle 115">
              <a:extLst>
                <a:ext uri="{FF2B5EF4-FFF2-40B4-BE49-F238E27FC236}">
                  <a16:creationId xmlns:a16="http://schemas.microsoft.com/office/drawing/2014/main" id="{2F3FB0E6-0EF5-445E-9622-62A317EB452A}"/>
                </a:ext>
              </a:extLst>
            </p:cNvPr>
            <p:cNvSpPr>
              <a:spLocks noChangeArrowheads="1"/>
            </p:cNvSpPr>
            <p:nvPr/>
          </p:nvSpPr>
          <p:spPr bwMode="auto">
            <a:xfrm>
              <a:off x="7526338"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45" name="Rectangle 116">
              <a:extLst>
                <a:ext uri="{FF2B5EF4-FFF2-40B4-BE49-F238E27FC236}">
                  <a16:creationId xmlns:a16="http://schemas.microsoft.com/office/drawing/2014/main" id="{1334F308-9DEC-4A59-8C7E-BEAC62BD67A6}"/>
                </a:ext>
              </a:extLst>
            </p:cNvPr>
            <p:cNvSpPr>
              <a:spLocks noChangeArrowheads="1"/>
            </p:cNvSpPr>
            <p:nvPr/>
          </p:nvSpPr>
          <p:spPr bwMode="auto">
            <a:xfrm>
              <a:off x="8921750" y="2800350"/>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46" name="Rectangle 117">
              <a:extLst>
                <a:ext uri="{FF2B5EF4-FFF2-40B4-BE49-F238E27FC236}">
                  <a16:creationId xmlns:a16="http://schemas.microsoft.com/office/drawing/2014/main" id="{42CB5151-8DF9-46B9-94A3-2DD4110EB5BF}"/>
                </a:ext>
              </a:extLst>
            </p:cNvPr>
            <p:cNvSpPr>
              <a:spLocks noChangeArrowheads="1"/>
            </p:cNvSpPr>
            <p:nvPr/>
          </p:nvSpPr>
          <p:spPr bwMode="auto">
            <a:xfrm>
              <a:off x="8299450" y="28035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47" name="Rectangle 118">
              <a:extLst>
                <a:ext uri="{FF2B5EF4-FFF2-40B4-BE49-F238E27FC236}">
                  <a16:creationId xmlns:a16="http://schemas.microsoft.com/office/drawing/2014/main" id="{2E88C442-F704-4A3A-A749-455BF8DB46F6}"/>
                </a:ext>
              </a:extLst>
            </p:cNvPr>
            <p:cNvSpPr>
              <a:spLocks noChangeArrowheads="1"/>
            </p:cNvSpPr>
            <p:nvPr/>
          </p:nvSpPr>
          <p:spPr bwMode="auto">
            <a:xfrm>
              <a:off x="547688" y="3067050"/>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48" name="Rectangle 119">
              <a:extLst>
                <a:ext uri="{FF2B5EF4-FFF2-40B4-BE49-F238E27FC236}">
                  <a16:creationId xmlns:a16="http://schemas.microsoft.com/office/drawing/2014/main" id="{C5A97843-AB88-455F-805F-914CC7912354}"/>
                </a:ext>
              </a:extLst>
            </p:cNvPr>
            <p:cNvSpPr>
              <a:spLocks noChangeArrowheads="1"/>
            </p:cNvSpPr>
            <p:nvPr/>
          </p:nvSpPr>
          <p:spPr bwMode="auto">
            <a:xfrm>
              <a:off x="260350" y="3070225"/>
              <a:ext cx="2095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49" name="Rectangle 120">
              <a:extLst>
                <a:ext uri="{FF2B5EF4-FFF2-40B4-BE49-F238E27FC236}">
                  <a16:creationId xmlns:a16="http://schemas.microsoft.com/office/drawing/2014/main" id="{5723166F-257C-4FC6-8EFC-3D1F6D8A6662}"/>
                </a:ext>
              </a:extLst>
            </p:cNvPr>
            <p:cNvSpPr>
              <a:spLocks noChangeArrowheads="1"/>
            </p:cNvSpPr>
            <p:nvPr/>
          </p:nvSpPr>
          <p:spPr bwMode="auto">
            <a:xfrm>
              <a:off x="1462088" y="3067050"/>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50" name="Rectangle 121">
              <a:extLst>
                <a:ext uri="{FF2B5EF4-FFF2-40B4-BE49-F238E27FC236}">
                  <a16:creationId xmlns:a16="http://schemas.microsoft.com/office/drawing/2014/main" id="{EF8F9667-1DF6-4CF9-AD73-5BCCB9A19F2C}"/>
                </a:ext>
              </a:extLst>
            </p:cNvPr>
            <p:cNvSpPr>
              <a:spLocks noChangeArrowheads="1"/>
            </p:cNvSpPr>
            <p:nvPr/>
          </p:nvSpPr>
          <p:spPr bwMode="auto">
            <a:xfrm>
              <a:off x="838200" y="30686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51" name="Rectangle 122">
              <a:extLst>
                <a:ext uri="{FF2B5EF4-FFF2-40B4-BE49-F238E27FC236}">
                  <a16:creationId xmlns:a16="http://schemas.microsoft.com/office/drawing/2014/main" id="{D4C1415D-BEFE-433F-8E72-08D0803C410C}"/>
                </a:ext>
              </a:extLst>
            </p:cNvPr>
            <p:cNvSpPr>
              <a:spLocks noChangeArrowheads="1"/>
            </p:cNvSpPr>
            <p:nvPr/>
          </p:nvSpPr>
          <p:spPr bwMode="auto">
            <a:xfrm>
              <a:off x="2422525" y="3067050"/>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52" name="Rectangle 123">
              <a:extLst>
                <a:ext uri="{FF2B5EF4-FFF2-40B4-BE49-F238E27FC236}">
                  <a16:creationId xmlns:a16="http://schemas.microsoft.com/office/drawing/2014/main" id="{282627E1-D1F9-414B-9FA5-C2CA558149A5}"/>
                </a:ext>
              </a:extLst>
            </p:cNvPr>
            <p:cNvSpPr>
              <a:spLocks noChangeArrowheads="1"/>
            </p:cNvSpPr>
            <p:nvPr/>
          </p:nvSpPr>
          <p:spPr bwMode="auto">
            <a:xfrm>
              <a:off x="1771650" y="30686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53" name="Rectangle 124">
              <a:extLst>
                <a:ext uri="{FF2B5EF4-FFF2-40B4-BE49-F238E27FC236}">
                  <a16:creationId xmlns:a16="http://schemas.microsoft.com/office/drawing/2014/main" id="{8CB15D8F-EC15-4B26-B558-F4AAC18AA3D8}"/>
                </a:ext>
              </a:extLst>
            </p:cNvPr>
            <p:cNvSpPr>
              <a:spLocks noChangeArrowheads="1"/>
            </p:cNvSpPr>
            <p:nvPr/>
          </p:nvSpPr>
          <p:spPr bwMode="auto">
            <a:xfrm>
              <a:off x="2686050"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54" name="Rectangle 125">
              <a:extLst>
                <a:ext uri="{FF2B5EF4-FFF2-40B4-BE49-F238E27FC236}">
                  <a16:creationId xmlns:a16="http://schemas.microsoft.com/office/drawing/2014/main" id="{F3F242D4-3BB9-4D62-97FF-D2810743E1C5}"/>
                </a:ext>
              </a:extLst>
            </p:cNvPr>
            <p:cNvSpPr>
              <a:spLocks noChangeArrowheads="1"/>
            </p:cNvSpPr>
            <p:nvPr/>
          </p:nvSpPr>
          <p:spPr bwMode="auto">
            <a:xfrm>
              <a:off x="3465513"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55" name="Rectangle 126">
              <a:extLst>
                <a:ext uri="{FF2B5EF4-FFF2-40B4-BE49-F238E27FC236}">
                  <a16:creationId xmlns:a16="http://schemas.microsoft.com/office/drawing/2014/main" id="{454EC465-1222-4CA5-A12E-3573DE615BD8}"/>
                </a:ext>
              </a:extLst>
            </p:cNvPr>
            <p:cNvSpPr>
              <a:spLocks noChangeArrowheads="1"/>
            </p:cNvSpPr>
            <p:nvPr/>
          </p:nvSpPr>
          <p:spPr bwMode="auto">
            <a:xfrm>
              <a:off x="4745038" y="3067050"/>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56" name="Rectangle 127">
              <a:extLst>
                <a:ext uri="{FF2B5EF4-FFF2-40B4-BE49-F238E27FC236}">
                  <a16:creationId xmlns:a16="http://schemas.microsoft.com/office/drawing/2014/main" id="{6A7F80ED-099C-4FC5-8686-B6D76EEB6529}"/>
                </a:ext>
              </a:extLst>
            </p:cNvPr>
            <p:cNvSpPr>
              <a:spLocks noChangeArrowheads="1"/>
            </p:cNvSpPr>
            <p:nvPr/>
          </p:nvSpPr>
          <p:spPr bwMode="auto">
            <a:xfrm>
              <a:off x="4244975"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57" name="Rectangle 128">
              <a:extLst>
                <a:ext uri="{FF2B5EF4-FFF2-40B4-BE49-F238E27FC236}">
                  <a16:creationId xmlns:a16="http://schemas.microsoft.com/office/drawing/2014/main" id="{44838F51-7EAF-4EE6-B19E-9ACE0E2506FD}"/>
                </a:ext>
              </a:extLst>
            </p:cNvPr>
            <p:cNvSpPr>
              <a:spLocks noChangeArrowheads="1"/>
            </p:cNvSpPr>
            <p:nvPr/>
          </p:nvSpPr>
          <p:spPr bwMode="auto">
            <a:xfrm>
              <a:off x="5705475" y="3067050"/>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58" name="Rectangle 129">
              <a:extLst>
                <a:ext uri="{FF2B5EF4-FFF2-40B4-BE49-F238E27FC236}">
                  <a16:creationId xmlns:a16="http://schemas.microsoft.com/office/drawing/2014/main" id="{C76E99EC-780C-4D84-A697-C740008B8A15}"/>
                </a:ext>
              </a:extLst>
            </p:cNvPr>
            <p:cNvSpPr>
              <a:spLocks noChangeArrowheads="1"/>
            </p:cNvSpPr>
            <p:nvPr/>
          </p:nvSpPr>
          <p:spPr bwMode="auto">
            <a:xfrm>
              <a:off x="5056188" y="30686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59" name="Rectangle 130">
              <a:extLst>
                <a:ext uri="{FF2B5EF4-FFF2-40B4-BE49-F238E27FC236}">
                  <a16:creationId xmlns:a16="http://schemas.microsoft.com/office/drawing/2014/main" id="{DA17E5E3-B834-485F-A3F6-76FB6CAB3E3C}"/>
                </a:ext>
              </a:extLst>
            </p:cNvPr>
            <p:cNvSpPr>
              <a:spLocks noChangeArrowheads="1"/>
            </p:cNvSpPr>
            <p:nvPr/>
          </p:nvSpPr>
          <p:spPr bwMode="auto">
            <a:xfrm>
              <a:off x="5972175"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60" name="Rectangle 131">
              <a:extLst>
                <a:ext uri="{FF2B5EF4-FFF2-40B4-BE49-F238E27FC236}">
                  <a16:creationId xmlns:a16="http://schemas.microsoft.com/office/drawing/2014/main" id="{D627C256-58DC-4799-8D1F-427BD72141CC}"/>
                </a:ext>
              </a:extLst>
            </p:cNvPr>
            <p:cNvSpPr>
              <a:spLocks noChangeArrowheads="1"/>
            </p:cNvSpPr>
            <p:nvPr/>
          </p:nvSpPr>
          <p:spPr bwMode="auto">
            <a:xfrm>
              <a:off x="6750050"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61" name="Rectangle 132">
              <a:extLst>
                <a:ext uri="{FF2B5EF4-FFF2-40B4-BE49-F238E27FC236}">
                  <a16:creationId xmlns:a16="http://schemas.microsoft.com/office/drawing/2014/main" id="{FE5766F2-D0D7-46B2-A2B2-A43BD1E68CD8}"/>
                </a:ext>
              </a:extLst>
            </p:cNvPr>
            <p:cNvSpPr>
              <a:spLocks noChangeArrowheads="1"/>
            </p:cNvSpPr>
            <p:nvPr/>
          </p:nvSpPr>
          <p:spPr bwMode="auto">
            <a:xfrm>
              <a:off x="8050213" y="3067050"/>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62" name="Rectangle 133">
              <a:extLst>
                <a:ext uri="{FF2B5EF4-FFF2-40B4-BE49-F238E27FC236}">
                  <a16:creationId xmlns:a16="http://schemas.microsoft.com/office/drawing/2014/main" id="{20E7D2AC-8255-4910-AF5D-43657B73E9F5}"/>
                </a:ext>
              </a:extLst>
            </p:cNvPr>
            <p:cNvSpPr>
              <a:spLocks noChangeArrowheads="1"/>
            </p:cNvSpPr>
            <p:nvPr/>
          </p:nvSpPr>
          <p:spPr bwMode="auto">
            <a:xfrm>
              <a:off x="7526338"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63" name="Rectangle 134">
              <a:extLst>
                <a:ext uri="{FF2B5EF4-FFF2-40B4-BE49-F238E27FC236}">
                  <a16:creationId xmlns:a16="http://schemas.microsoft.com/office/drawing/2014/main" id="{9260A3C7-D3A0-4C7E-A86E-A313A98E8EAF}"/>
                </a:ext>
              </a:extLst>
            </p:cNvPr>
            <p:cNvSpPr>
              <a:spLocks noChangeArrowheads="1"/>
            </p:cNvSpPr>
            <p:nvPr/>
          </p:nvSpPr>
          <p:spPr bwMode="auto">
            <a:xfrm>
              <a:off x="8921750" y="3067050"/>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64" name="Rectangle 135">
              <a:extLst>
                <a:ext uri="{FF2B5EF4-FFF2-40B4-BE49-F238E27FC236}">
                  <a16:creationId xmlns:a16="http://schemas.microsoft.com/office/drawing/2014/main" id="{6147F559-C6A3-4757-8473-D12A409F3423}"/>
                </a:ext>
              </a:extLst>
            </p:cNvPr>
            <p:cNvSpPr>
              <a:spLocks noChangeArrowheads="1"/>
            </p:cNvSpPr>
            <p:nvPr/>
          </p:nvSpPr>
          <p:spPr bwMode="auto">
            <a:xfrm>
              <a:off x="8299450" y="30686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65" name="Rectangle 136">
              <a:extLst>
                <a:ext uri="{FF2B5EF4-FFF2-40B4-BE49-F238E27FC236}">
                  <a16:creationId xmlns:a16="http://schemas.microsoft.com/office/drawing/2014/main" id="{1F474F52-4C57-4DF5-B843-B92A366FB935}"/>
                </a:ext>
              </a:extLst>
            </p:cNvPr>
            <p:cNvSpPr>
              <a:spLocks noChangeArrowheads="1"/>
            </p:cNvSpPr>
            <p:nvPr/>
          </p:nvSpPr>
          <p:spPr bwMode="auto">
            <a:xfrm>
              <a:off x="547688" y="3335338"/>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66" name="Rectangle 137">
              <a:extLst>
                <a:ext uri="{FF2B5EF4-FFF2-40B4-BE49-F238E27FC236}">
                  <a16:creationId xmlns:a16="http://schemas.microsoft.com/office/drawing/2014/main" id="{C4167CE8-BD59-4A57-9D53-6AD40467998F}"/>
                </a:ext>
              </a:extLst>
            </p:cNvPr>
            <p:cNvSpPr>
              <a:spLocks noChangeArrowheads="1"/>
            </p:cNvSpPr>
            <p:nvPr/>
          </p:nvSpPr>
          <p:spPr bwMode="auto">
            <a:xfrm>
              <a:off x="246063" y="3338513"/>
              <a:ext cx="2222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67" name="Rectangle 138">
              <a:extLst>
                <a:ext uri="{FF2B5EF4-FFF2-40B4-BE49-F238E27FC236}">
                  <a16:creationId xmlns:a16="http://schemas.microsoft.com/office/drawing/2014/main" id="{4957F78B-AEFD-40C7-B072-511F633140D6}"/>
                </a:ext>
              </a:extLst>
            </p:cNvPr>
            <p:cNvSpPr>
              <a:spLocks noChangeArrowheads="1"/>
            </p:cNvSpPr>
            <p:nvPr/>
          </p:nvSpPr>
          <p:spPr bwMode="auto">
            <a:xfrm>
              <a:off x="1462088" y="3335338"/>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68" name="Rectangle 139">
              <a:extLst>
                <a:ext uri="{FF2B5EF4-FFF2-40B4-BE49-F238E27FC236}">
                  <a16:creationId xmlns:a16="http://schemas.microsoft.com/office/drawing/2014/main" id="{B435D7AF-D9D9-4F37-8535-9B72686ED6CB}"/>
                </a:ext>
              </a:extLst>
            </p:cNvPr>
            <p:cNvSpPr>
              <a:spLocks noChangeArrowheads="1"/>
            </p:cNvSpPr>
            <p:nvPr/>
          </p:nvSpPr>
          <p:spPr bwMode="auto">
            <a:xfrm>
              <a:off x="836613" y="33369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69" name="Rectangle 140">
              <a:extLst>
                <a:ext uri="{FF2B5EF4-FFF2-40B4-BE49-F238E27FC236}">
                  <a16:creationId xmlns:a16="http://schemas.microsoft.com/office/drawing/2014/main" id="{6E664318-9098-48D7-B5D9-B304DD5A0780}"/>
                </a:ext>
              </a:extLst>
            </p:cNvPr>
            <p:cNvSpPr>
              <a:spLocks noChangeArrowheads="1"/>
            </p:cNvSpPr>
            <p:nvPr/>
          </p:nvSpPr>
          <p:spPr bwMode="auto">
            <a:xfrm>
              <a:off x="2422525" y="3335338"/>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70" name="Rectangle 141">
              <a:extLst>
                <a:ext uri="{FF2B5EF4-FFF2-40B4-BE49-F238E27FC236}">
                  <a16:creationId xmlns:a16="http://schemas.microsoft.com/office/drawing/2014/main" id="{E78398BD-5295-43C6-8C8D-169FBBB94A61}"/>
                </a:ext>
              </a:extLst>
            </p:cNvPr>
            <p:cNvSpPr>
              <a:spLocks noChangeArrowheads="1"/>
            </p:cNvSpPr>
            <p:nvPr/>
          </p:nvSpPr>
          <p:spPr bwMode="auto">
            <a:xfrm>
              <a:off x="1771650" y="33369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71" name="Rectangle 142">
              <a:extLst>
                <a:ext uri="{FF2B5EF4-FFF2-40B4-BE49-F238E27FC236}">
                  <a16:creationId xmlns:a16="http://schemas.microsoft.com/office/drawing/2014/main" id="{1D67CB4F-3C64-4A50-B04E-1CBE77EF9C4F}"/>
                </a:ext>
              </a:extLst>
            </p:cNvPr>
            <p:cNvSpPr>
              <a:spLocks noChangeArrowheads="1"/>
            </p:cNvSpPr>
            <p:nvPr/>
          </p:nvSpPr>
          <p:spPr bwMode="auto">
            <a:xfrm>
              <a:off x="2686050"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72" name="Rectangle 143">
              <a:extLst>
                <a:ext uri="{FF2B5EF4-FFF2-40B4-BE49-F238E27FC236}">
                  <a16:creationId xmlns:a16="http://schemas.microsoft.com/office/drawing/2014/main" id="{C63BB430-D2F6-4B37-8CD8-3EAF837AF67C}"/>
                </a:ext>
              </a:extLst>
            </p:cNvPr>
            <p:cNvSpPr>
              <a:spLocks noChangeArrowheads="1"/>
            </p:cNvSpPr>
            <p:nvPr/>
          </p:nvSpPr>
          <p:spPr bwMode="auto">
            <a:xfrm>
              <a:off x="3465513"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73" name="Rectangle 144">
              <a:extLst>
                <a:ext uri="{FF2B5EF4-FFF2-40B4-BE49-F238E27FC236}">
                  <a16:creationId xmlns:a16="http://schemas.microsoft.com/office/drawing/2014/main" id="{CB057BAF-C19A-42B6-9364-B00B2CB8AAC1}"/>
                </a:ext>
              </a:extLst>
            </p:cNvPr>
            <p:cNvSpPr>
              <a:spLocks noChangeArrowheads="1"/>
            </p:cNvSpPr>
            <p:nvPr/>
          </p:nvSpPr>
          <p:spPr bwMode="auto">
            <a:xfrm>
              <a:off x="4745038" y="3335338"/>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74" name="Rectangle 145">
              <a:extLst>
                <a:ext uri="{FF2B5EF4-FFF2-40B4-BE49-F238E27FC236}">
                  <a16:creationId xmlns:a16="http://schemas.microsoft.com/office/drawing/2014/main" id="{DF63C97F-E11A-4753-98CF-B8F69A16BCD9}"/>
                </a:ext>
              </a:extLst>
            </p:cNvPr>
            <p:cNvSpPr>
              <a:spLocks noChangeArrowheads="1"/>
            </p:cNvSpPr>
            <p:nvPr/>
          </p:nvSpPr>
          <p:spPr bwMode="auto">
            <a:xfrm>
              <a:off x="4244975"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75" name="Rectangle 146">
              <a:extLst>
                <a:ext uri="{FF2B5EF4-FFF2-40B4-BE49-F238E27FC236}">
                  <a16:creationId xmlns:a16="http://schemas.microsoft.com/office/drawing/2014/main" id="{2A19C9E2-8652-46BD-81A3-320710C44BC5}"/>
                </a:ext>
              </a:extLst>
            </p:cNvPr>
            <p:cNvSpPr>
              <a:spLocks noChangeArrowheads="1"/>
            </p:cNvSpPr>
            <p:nvPr/>
          </p:nvSpPr>
          <p:spPr bwMode="auto">
            <a:xfrm>
              <a:off x="5705475" y="3335338"/>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76" name="Rectangle 147">
              <a:extLst>
                <a:ext uri="{FF2B5EF4-FFF2-40B4-BE49-F238E27FC236}">
                  <a16:creationId xmlns:a16="http://schemas.microsoft.com/office/drawing/2014/main" id="{4800DD7E-26F5-4A5A-A705-F0063FB790DA}"/>
                </a:ext>
              </a:extLst>
            </p:cNvPr>
            <p:cNvSpPr>
              <a:spLocks noChangeArrowheads="1"/>
            </p:cNvSpPr>
            <p:nvPr/>
          </p:nvSpPr>
          <p:spPr bwMode="auto">
            <a:xfrm>
              <a:off x="5054600" y="33369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77" name="Rectangle 148">
              <a:extLst>
                <a:ext uri="{FF2B5EF4-FFF2-40B4-BE49-F238E27FC236}">
                  <a16:creationId xmlns:a16="http://schemas.microsoft.com/office/drawing/2014/main" id="{DC202769-9E23-4CCF-B079-B8D263BC4F21}"/>
                </a:ext>
              </a:extLst>
            </p:cNvPr>
            <p:cNvSpPr>
              <a:spLocks noChangeArrowheads="1"/>
            </p:cNvSpPr>
            <p:nvPr/>
          </p:nvSpPr>
          <p:spPr bwMode="auto">
            <a:xfrm>
              <a:off x="5970588"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78" name="Rectangle 149">
              <a:extLst>
                <a:ext uri="{FF2B5EF4-FFF2-40B4-BE49-F238E27FC236}">
                  <a16:creationId xmlns:a16="http://schemas.microsoft.com/office/drawing/2014/main" id="{69F7C8DB-0690-4622-B6F2-D9BE780123E7}"/>
                </a:ext>
              </a:extLst>
            </p:cNvPr>
            <p:cNvSpPr>
              <a:spLocks noChangeArrowheads="1"/>
            </p:cNvSpPr>
            <p:nvPr/>
          </p:nvSpPr>
          <p:spPr bwMode="auto">
            <a:xfrm>
              <a:off x="6748463"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79" name="Rectangle 150">
              <a:extLst>
                <a:ext uri="{FF2B5EF4-FFF2-40B4-BE49-F238E27FC236}">
                  <a16:creationId xmlns:a16="http://schemas.microsoft.com/office/drawing/2014/main" id="{11733732-FA9D-4610-8036-B311FBE041E8}"/>
                </a:ext>
              </a:extLst>
            </p:cNvPr>
            <p:cNvSpPr>
              <a:spLocks noChangeArrowheads="1"/>
            </p:cNvSpPr>
            <p:nvPr/>
          </p:nvSpPr>
          <p:spPr bwMode="auto">
            <a:xfrm>
              <a:off x="8050213" y="3335338"/>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80" name="Rectangle 151">
              <a:extLst>
                <a:ext uri="{FF2B5EF4-FFF2-40B4-BE49-F238E27FC236}">
                  <a16:creationId xmlns:a16="http://schemas.microsoft.com/office/drawing/2014/main" id="{4AD463BD-44AB-4B1D-85C7-A1C69C88C28C}"/>
                </a:ext>
              </a:extLst>
            </p:cNvPr>
            <p:cNvSpPr>
              <a:spLocks noChangeArrowheads="1"/>
            </p:cNvSpPr>
            <p:nvPr/>
          </p:nvSpPr>
          <p:spPr bwMode="auto">
            <a:xfrm>
              <a:off x="7526338"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81" name="Rectangle 152">
              <a:extLst>
                <a:ext uri="{FF2B5EF4-FFF2-40B4-BE49-F238E27FC236}">
                  <a16:creationId xmlns:a16="http://schemas.microsoft.com/office/drawing/2014/main" id="{B7AF8ACB-CDF6-4A40-A230-295E04A60CBD}"/>
                </a:ext>
              </a:extLst>
            </p:cNvPr>
            <p:cNvSpPr>
              <a:spLocks noChangeArrowheads="1"/>
            </p:cNvSpPr>
            <p:nvPr/>
          </p:nvSpPr>
          <p:spPr bwMode="auto">
            <a:xfrm>
              <a:off x="8921750" y="3335338"/>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82" name="Rectangle 153">
              <a:extLst>
                <a:ext uri="{FF2B5EF4-FFF2-40B4-BE49-F238E27FC236}">
                  <a16:creationId xmlns:a16="http://schemas.microsoft.com/office/drawing/2014/main" id="{2D156FC7-1680-4149-9DBA-72672EAF6DEB}"/>
                </a:ext>
              </a:extLst>
            </p:cNvPr>
            <p:cNvSpPr>
              <a:spLocks noChangeArrowheads="1"/>
            </p:cNvSpPr>
            <p:nvPr/>
          </p:nvSpPr>
          <p:spPr bwMode="auto">
            <a:xfrm>
              <a:off x="8297863" y="33369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83" name="Rectangle 154">
              <a:extLst>
                <a:ext uri="{FF2B5EF4-FFF2-40B4-BE49-F238E27FC236}">
                  <a16:creationId xmlns:a16="http://schemas.microsoft.com/office/drawing/2014/main" id="{737A3255-D615-42EC-9F18-3FC3F20A5BCF}"/>
                </a:ext>
              </a:extLst>
            </p:cNvPr>
            <p:cNvSpPr>
              <a:spLocks noChangeArrowheads="1"/>
            </p:cNvSpPr>
            <p:nvPr/>
          </p:nvSpPr>
          <p:spPr bwMode="auto">
            <a:xfrm>
              <a:off x="547688" y="3603625"/>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84" name="Rectangle 155">
              <a:extLst>
                <a:ext uri="{FF2B5EF4-FFF2-40B4-BE49-F238E27FC236}">
                  <a16:creationId xmlns:a16="http://schemas.microsoft.com/office/drawing/2014/main" id="{B163512B-D1B5-4C32-B6CA-E69B2C6A7D73}"/>
                </a:ext>
              </a:extLst>
            </p:cNvPr>
            <p:cNvSpPr>
              <a:spLocks noChangeArrowheads="1"/>
            </p:cNvSpPr>
            <p:nvPr/>
          </p:nvSpPr>
          <p:spPr bwMode="auto">
            <a:xfrm>
              <a:off x="273050" y="3606800"/>
              <a:ext cx="1968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85" name="Rectangle 156">
              <a:extLst>
                <a:ext uri="{FF2B5EF4-FFF2-40B4-BE49-F238E27FC236}">
                  <a16:creationId xmlns:a16="http://schemas.microsoft.com/office/drawing/2014/main" id="{C00358BB-3927-44CE-9F0F-DD0ACA1F614B}"/>
                </a:ext>
              </a:extLst>
            </p:cNvPr>
            <p:cNvSpPr>
              <a:spLocks noChangeArrowheads="1"/>
            </p:cNvSpPr>
            <p:nvPr/>
          </p:nvSpPr>
          <p:spPr bwMode="auto">
            <a:xfrm>
              <a:off x="1462088" y="3603625"/>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86" name="Rectangle 157">
              <a:extLst>
                <a:ext uri="{FF2B5EF4-FFF2-40B4-BE49-F238E27FC236}">
                  <a16:creationId xmlns:a16="http://schemas.microsoft.com/office/drawing/2014/main" id="{C9629977-D495-4153-BD08-89FC8AF81831}"/>
                </a:ext>
              </a:extLst>
            </p:cNvPr>
            <p:cNvSpPr>
              <a:spLocks noChangeArrowheads="1"/>
            </p:cNvSpPr>
            <p:nvPr/>
          </p:nvSpPr>
          <p:spPr bwMode="auto">
            <a:xfrm>
              <a:off x="836613" y="36052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87" name="Rectangle 158">
              <a:extLst>
                <a:ext uri="{FF2B5EF4-FFF2-40B4-BE49-F238E27FC236}">
                  <a16:creationId xmlns:a16="http://schemas.microsoft.com/office/drawing/2014/main" id="{43B8E36E-1333-4E8F-815A-5B64E2CECFE1}"/>
                </a:ext>
              </a:extLst>
            </p:cNvPr>
            <p:cNvSpPr>
              <a:spLocks noChangeArrowheads="1"/>
            </p:cNvSpPr>
            <p:nvPr/>
          </p:nvSpPr>
          <p:spPr bwMode="auto">
            <a:xfrm>
              <a:off x="2422525" y="3603625"/>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88" name="Rectangle 159">
              <a:extLst>
                <a:ext uri="{FF2B5EF4-FFF2-40B4-BE49-F238E27FC236}">
                  <a16:creationId xmlns:a16="http://schemas.microsoft.com/office/drawing/2014/main" id="{19F5A6E5-BDF9-472E-81FC-9F5CB393CF7E}"/>
                </a:ext>
              </a:extLst>
            </p:cNvPr>
            <p:cNvSpPr>
              <a:spLocks noChangeArrowheads="1"/>
            </p:cNvSpPr>
            <p:nvPr/>
          </p:nvSpPr>
          <p:spPr bwMode="auto">
            <a:xfrm>
              <a:off x="1770063" y="36052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89" name="Rectangle 160">
              <a:extLst>
                <a:ext uri="{FF2B5EF4-FFF2-40B4-BE49-F238E27FC236}">
                  <a16:creationId xmlns:a16="http://schemas.microsoft.com/office/drawing/2014/main" id="{8D14E580-413B-471C-93C3-EF4157220A1D}"/>
                </a:ext>
              </a:extLst>
            </p:cNvPr>
            <p:cNvSpPr>
              <a:spLocks noChangeArrowheads="1"/>
            </p:cNvSpPr>
            <p:nvPr/>
          </p:nvSpPr>
          <p:spPr bwMode="auto">
            <a:xfrm>
              <a:off x="2686050"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90" name="Rectangle 161">
              <a:extLst>
                <a:ext uri="{FF2B5EF4-FFF2-40B4-BE49-F238E27FC236}">
                  <a16:creationId xmlns:a16="http://schemas.microsoft.com/office/drawing/2014/main" id="{11ED6997-2299-4B61-AD35-8F8CCE595985}"/>
                </a:ext>
              </a:extLst>
            </p:cNvPr>
            <p:cNvSpPr>
              <a:spLocks noChangeArrowheads="1"/>
            </p:cNvSpPr>
            <p:nvPr/>
          </p:nvSpPr>
          <p:spPr bwMode="auto">
            <a:xfrm>
              <a:off x="3463925"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91" name="Rectangle 162">
              <a:extLst>
                <a:ext uri="{FF2B5EF4-FFF2-40B4-BE49-F238E27FC236}">
                  <a16:creationId xmlns:a16="http://schemas.microsoft.com/office/drawing/2014/main" id="{76AA4795-F563-46C9-9B1C-509D89924D75}"/>
                </a:ext>
              </a:extLst>
            </p:cNvPr>
            <p:cNvSpPr>
              <a:spLocks noChangeArrowheads="1"/>
            </p:cNvSpPr>
            <p:nvPr/>
          </p:nvSpPr>
          <p:spPr bwMode="auto">
            <a:xfrm>
              <a:off x="4745038" y="3603625"/>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92" name="Rectangle 163">
              <a:extLst>
                <a:ext uri="{FF2B5EF4-FFF2-40B4-BE49-F238E27FC236}">
                  <a16:creationId xmlns:a16="http://schemas.microsoft.com/office/drawing/2014/main" id="{4771FF27-E421-4CF1-9071-096F80C36458}"/>
                </a:ext>
              </a:extLst>
            </p:cNvPr>
            <p:cNvSpPr>
              <a:spLocks noChangeArrowheads="1"/>
            </p:cNvSpPr>
            <p:nvPr/>
          </p:nvSpPr>
          <p:spPr bwMode="auto">
            <a:xfrm>
              <a:off x="4243388"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93" name="Rectangle 164">
              <a:extLst>
                <a:ext uri="{FF2B5EF4-FFF2-40B4-BE49-F238E27FC236}">
                  <a16:creationId xmlns:a16="http://schemas.microsoft.com/office/drawing/2014/main" id="{D41BF50C-E92F-455F-BB79-52D600879C6B}"/>
                </a:ext>
              </a:extLst>
            </p:cNvPr>
            <p:cNvSpPr>
              <a:spLocks noChangeArrowheads="1"/>
            </p:cNvSpPr>
            <p:nvPr/>
          </p:nvSpPr>
          <p:spPr bwMode="auto">
            <a:xfrm>
              <a:off x="5705475" y="3603625"/>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94" name="Rectangle 165">
              <a:extLst>
                <a:ext uri="{FF2B5EF4-FFF2-40B4-BE49-F238E27FC236}">
                  <a16:creationId xmlns:a16="http://schemas.microsoft.com/office/drawing/2014/main" id="{8585904D-14A5-4789-9B05-A87C43034028}"/>
                </a:ext>
              </a:extLst>
            </p:cNvPr>
            <p:cNvSpPr>
              <a:spLocks noChangeArrowheads="1"/>
            </p:cNvSpPr>
            <p:nvPr/>
          </p:nvSpPr>
          <p:spPr bwMode="auto">
            <a:xfrm>
              <a:off x="5054600" y="36052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95" name="Rectangle 166">
              <a:extLst>
                <a:ext uri="{FF2B5EF4-FFF2-40B4-BE49-F238E27FC236}">
                  <a16:creationId xmlns:a16="http://schemas.microsoft.com/office/drawing/2014/main" id="{DD573A78-85D5-4AC1-88C6-865F07FF5104}"/>
                </a:ext>
              </a:extLst>
            </p:cNvPr>
            <p:cNvSpPr>
              <a:spLocks noChangeArrowheads="1"/>
            </p:cNvSpPr>
            <p:nvPr/>
          </p:nvSpPr>
          <p:spPr bwMode="auto">
            <a:xfrm>
              <a:off x="5969000"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96" name="Rectangle 167">
              <a:extLst>
                <a:ext uri="{FF2B5EF4-FFF2-40B4-BE49-F238E27FC236}">
                  <a16:creationId xmlns:a16="http://schemas.microsoft.com/office/drawing/2014/main" id="{CDE95A50-36EE-41D9-BD7B-64FEFD1B3951}"/>
                </a:ext>
              </a:extLst>
            </p:cNvPr>
            <p:cNvSpPr>
              <a:spLocks noChangeArrowheads="1"/>
            </p:cNvSpPr>
            <p:nvPr/>
          </p:nvSpPr>
          <p:spPr bwMode="auto">
            <a:xfrm>
              <a:off x="6748463"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97" name="Rectangle 168">
              <a:extLst>
                <a:ext uri="{FF2B5EF4-FFF2-40B4-BE49-F238E27FC236}">
                  <a16:creationId xmlns:a16="http://schemas.microsoft.com/office/drawing/2014/main" id="{2754BBE6-ED1C-41EC-A443-0107F9AE0E7B}"/>
                </a:ext>
              </a:extLst>
            </p:cNvPr>
            <p:cNvSpPr>
              <a:spLocks noChangeArrowheads="1"/>
            </p:cNvSpPr>
            <p:nvPr/>
          </p:nvSpPr>
          <p:spPr bwMode="auto">
            <a:xfrm>
              <a:off x="8050213" y="3603625"/>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98" name="Rectangle 169">
              <a:extLst>
                <a:ext uri="{FF2B5EF4-FFF2-40B4-BE49-F238E27FC236}">
                  <a16:creationId xmlns:a16="http://schemas.microsoft.com/office/drawing/2014/main" id="{BBC32D7B-B697-4260-96AC-A64087EB8AF4}"/>
                </a:ext>
              </a:extLst>
            </p:cNvPr>
            <p:cNvSpPr>
              <a:spLocks noChangeArrowheads="1"/>
            </p:cNvSpPr>
            <p:nvPr/>
          </p:nvSpPr>
          <p:spPr bwMode="auto">
            <a:xfrm>
              <a:off x="7524750"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299" name="Rectangle 170">
              <a:extLst>
                <a:ext uri="{FF2B5EF4-FFF2-40B4-BE49-F238E27FC236}">
                  <a16:creationId xmlns:a16="http://schemas.microsoft.com/office/drawing/2014/main" id="{3722FFFB-A924-467B-83EB-AC19279EBBE3}"/>
                </a:ext>
              </a:extLst>
            </p:cNvPr>
            <p:cNvSpPr>
              <a:spLocks noChangeArrowheads="1"/>
            </p:cNvSpPr>
            <p:nvPr/>
          </p:nvSpPr>
          <p:spPr bwMode="auto">
            <a:xfrm>
              <a:off x="8921750" y="3603625"/>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00" name="Rectangle 171">
              <a:extLst>
                <a:ext uri="{FF2B5EF4-FFF2-40B4-BE49-F238E27FC236}">
                  <a16:creationId xmlns:a16="http://schemas.microsoft.com/office/drawing/2014/main" id="{C01477D3-6355-4096-B782-9E745A0E25A9}"/>
                </a:ext>
              </a:extLst>
            </p:cNvPr>
            <p:cNvSpPr>
              <a:spLocks noChangeArrowheads="1"/>
            </p:cNvSpPr>
            <p:nvPr/>
          </p:nvSpPr>
          <p:spPr bwMode="auto">
            <a:xfrm>
              <a:off x="8297863" y="36052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01" name="Rectangle 172">
              <a:extLst>
                <a:ext uri="{FF2B5EF4-FFF2-40B4-BE49-F238E27FC236}">
                  <a16:creationId xmlns:a16="http://schemas.microsoft.com/office/drawing/2014/main" id="{AFBAB8EE-0F80-44CB-ACF7-089735D64E52}"/>
                </a:ext>
              </a:extLst>
            </p:cNvPr>
            <p:cNvSpPr>
              <a:spLocks noChangeArrowheads="1"/>
            </p:cNvSpPr>
            <p:nvPr/>
          </p:nvSpPr>
          <p:spPr bwMode="auto">
            <a:xfrm>
              <a:off x="547688" y="3871913"/>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02" name="Rectangle 173">
              <a:extLst>
                <a:ext uri="{FF2B5EF4-FFF2-40B4-BE49-F238E27FC236}">
                  <a16:creationId xmlns:a16="http://schemas.microsoft.com/office/drawing/2014/main" id="{2860E45B-DBEA-4230-9F04-44A9E6542B6B}"/>
                </a:ext>
              </a:extLst>
            </p:cNvPr>
            <p:cNvSpPr>
              <a:spLocks noChangeArrowheads="1"/>
            </p:cNvSpPr>
            <p:nvPr/>
          </p:nvSpPr>
          <p:spPr bwMode="auto">
            <a:xfrm>
              <a:off x="284163" y="3870325"/>
              <a:ext cx="1841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03" name="Rectangle 174">
              <a:extLst>
                <a:ext uri="{FF2B5EF4-FFF2-40B4-BE49-F238E27FC236}">
                  <a16:creationId xmlns:a16="http://schemas.microsoft.com/office/drawing/2014/main" id="{60405663-0BFA-4655-9DFC-FA0E92C78C13}"/>
                </a:ext>
              </a:extLst>
            </p:cNvPr>
            <p:cNvSpPr>
              <a:spLocks noChangeArrowheads="1"/>
            </p:cNvSpPr>
            <p:nvPr/>
          </p:nvSpPr>
          <p:spPr bwMode="auto">
            <a:xfrm>
              <a:off x="1462088" y="3871913"/>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04" name="Rectangle 175">
              <a:extLst>
                <a:ext uri="{FF2B5EF4-FFF2-40B4-BE49-F238E27FC236}">
                  <a16:creationId xmlns:a16="http://schemas.microsoft.com/office/drawing/2014/main" id="{D7ED3A4A-0402-4BA5-8743-1765451C3699}"/>
                </a:ext>
              </a:extLst>
            </p:cNvPr>
            <p:cNvSpPr>
              <a:spLocks noChangeArrowheads="1"/>
            </p:cNvSpPr>
            <p:nvPr/>
          </p:nvSpPr>
          <p:spPr bwMode="auto">
            <a:xfrm>
              <a:off x="838200" y="38687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05" name="Rectangle 176">
              <a:extLst>
                <a:ext uri="{FF2B5EF4-FFF2-40B4-BE49-F238E27FC236}">
                  <a16:creationId xmlns:a16="http://schemas.microsoft.com/office/drawing/2014/main" id="{AC8E990A-72C1-483F-9E2A-B15ED16EA0BC}"/>
                </a:ext>
              </a:extLst>
            </p:cNvPr>
            <p:cNvSpPr>
              <a:spLocks noChangeArrowheads="1"/>
            </p:cNvSpPr>
            <p:nvPr/>
          </p:nvSpPr>
          <p:spPr bwMode="auto">
            <a:xfrm>
              <a:off x="2422525" y="3871913"/>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06" name="Rectangle 177">
              <a:extLst>
                <a:ext uri="{FF2B5EF4-FFF2-40B4-BE49-F238E27FC236}">
                  <a16:creationId xmlns:a16="http://schemas.microsoft.com/office/drawing/2014/main" id="{0F14E4D2-660C-4654-B23D-65815552E6F7}"/>
                </a:ext>
              </a:extLst>
            </p:cNvPr>
            <p:cNvSpPr>
              <a:spLocks noChangeArrowheads="1"/>
            </p:cNvSpPr>
            <p:nvPr/>
          </p:nvSpPr>
          <p:spPr bwMode="auto">
            <a:xfrm>
              <a:off x="1771650" y="38687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07" name="Rectangle 178">
              <a:extLst>
                <a:ext uri="{FF2B5EF4-FFF2-40B4-BE49-F238E27FC236}">
                  <a16:creationId xmlns:a16="http://schemas.microsoft.com/office/drawing/2014/main" id="{37D5F874-82B0-4E70-8224-109DD74C1E0A}"/>
                </a:ext>
              </a:extLst>
            </p:cNvPr>
            <p:cNvSpPr>
              <a:spLocks noChangeArrowheads="1"/>
            </p:cNvSpPr>
            <p:nvPr/>
          </p:nvSpPr>
          <p:spPr bwMode="auto">
            <a:xfrm>
              <a:off x="2686050"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08" name="Rectangle 179">
              <a:extLst>
                <a:ext uri="{FF2B5EF4-FFF2-40B4-BE49-F238E27FC236}">
                  <a16:creationId xmlns:a16="http://schemas.microsoft.com/office/drawing/2014/main" id="{740EEFDA-7987-4E8B-AE80-07F9B6F85487}"/>
                </a:ext>
              </a:extLst>
            </p:cNvPr>
            <p:cNvSpPr>
              <a:spLocks noChangeArrowheads="1"/>
            </p:cNvSpPr>
            <p:nvPr/>
          </p:nvSpPr>
          <p:spPr bwMode="auto">
            <a:xfrm>
              <a:off x="3465513"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09" name="Rectangle 180">
              <a:extLst>
                <a:ext uri="{FF2B5EF4-FFF2-40B4-BE49-F238E27FC236}">
                  <a16:creationId xmlns:a16="http://schemas.microsoft.com/office/drawing/2014/main" id="{7D827816-DC41-4247-AF64-6DED39DB6427}"/>
                </a:ext>
              </a:extLst>
            </p:cNvPr>
            <p:cNvSpPr>
              <a:spLocks noChangeArrowheads="1"/>
            </p:cNvSpPr>
            <p:nvPr/>
          </p:nvSpPr>
          <p:spPr bwMode="auto">
            <a:xfrm>
              <a:off x="4745038" y="3871913"/>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10" name="Rectangle 181">
              <a:extLst>
                <a:ext uri="{FF2B5EF4-FFF2-40B4-BE49-F238E27FC236}">
                  <a16:creationId xmlns:a16="http://schemas.microsoft.com/office/drawing/2014/main" id="{93ACB8C0-0F1F-402E-A42B-003067E975C4}"/>
                </a:ext>
              </a:extLst>
            </p:cNvPr>
            <p:cNvSpPr>
              <a:spLocks noChangeArrowheads="1"/>
            </p:cNvSpPr>
            <p:nvPr/>
          </p:nvSpPr>
          <p:spPr bwMode="auto">
            <a:xfrm>
              <a:off x="4244975"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11" name="Rectangle 182">
              <a:extLst>
                <a:ext uri="{FF2B5EF4-FFF2-40B4-BE49-F238E27FC236}">
                  <a16:creationId xmlns:a16="http://schemas.microsoft.com/office/drawing/2014/main" id="{BA7C7EB0-BEF8-475F-B879-CE6A65C9239A}"/>
                </a:ext>
              </a:extLst>
            </p:cNvPr>
            <p:cNvSpPr>
              <a:spLocks noChangeArrowheads="1"/>
            </p:cNvSpPr>
            <p:nvPr/>
          </p:nvSpPr>
          <p:spPr bwMode="auto">
            <a:xfrm>
              <a:off x="5705475" y="3871913"/>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12" name="Rectangle 183">
              <a:extLst>
                <a:ext uri="{FF2B5EF4-FFF2-40B4-BE49-F238E27FC236}">
                  <a16:creationId xmlns:a16="http://schemas.microsoft.com/office/drawing/2014/main" id="{FCCD842D-7C34-4B52-97F4-EBE23BE272B1}"/>
                </a:ext>
              </a:extLst>
            </p:cNvPr>
            <p:cNvSpPr>
              <a:spLocks noChangeArrowheads="1"/>
            </p:cNvSpPr>
            <p:nvPr/>
          </p:nvSpPr>
          <p:spPr bwMode="auto">
            <a:xfrm>
              <a:off x="5056188" y="38687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13" name="Rectangle 184">
              <a:extLst>
                <a:ext uri="{FF2B5EF4-FFF2-40B4-BE49-F238E27FC236}">
                  <a16:creationId xmlns:a16="http://schemas.microsoft.com/office/drawing/2014/main" id="{DE255FC6-B3E0-480C-AA3B-1D16A7DC5422}"/>
                </a:ext>
              </a:extLst>
            </p:cNvPr>
            <p:cNvSpPr>
              <a:spLocks noChangeArrowheads="1"/>
            </p:cNvSpPr>
            <p:nvPr/>
          </p:nvSpPr>
          <p:spPr bwMode="auto">
            <a:xfrm>
              <a:off x="5970588"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14" name="Rectangle 185">
              <a:extLst>
                <a:ext uri="{FF2B5EF4-FFF2-40B4-BE49-F238E27FC236}">
                  <a16:creationId xmlns:a16="http://schemas.microsoft.com/office/drawing/2014/main" id="{218F3D63-93A7-4DE1-B45C-F61DB6477A1E}"/>
                </a:ext>
              </a:extLst>
            </p:cNvPr>
            <p:cNvSpPr>
              <a:spLocks noChangeArrowheads="1"/>
            </p:cNvSpPr>
            <p:nvPr/>
          </p:nvSpPr>
          <p:spPr bwMode="auto">
            <a:xfrm>
              <a:off x="6750050"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15" name="Rectangle 186">
              <a:extLst>
                <a:ext uri="{FF2B5EF4-FFF2-40B4-BE49-F238E27FC236}">
                  <a16:creationId xmlns:a16="http://schemas.microsoft.com/office/drawing/2014/main" id="{E94C9237-C876-4BC9-BA0D-466626870274}"/>
                </a:ext>
              </a:extLst>
            </p:cNvPr>
            <p:cNvSpPr>
              <a:spLocks noChangeArrowheads="1"/>
            </p:cNvSpPr>
            <p:nvPr/>
          </p:nvSpPr>
          <p:spPr bwMode="auto">
            <a:xfrm>
              <a:off x="8050213" y="3871913"/>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16" name="Rectangle 187">
              <a:extLst>
                <a:ext uri="{FF2B5EF4-FFF2-40B4-BE49-F238E27FC236}">
                  <a16:creationId xmlns:a16="http://schemas.microsoft.com/office/drawing/2014/main" id="{EE070DF0-B955-40FB-9D15-EFA03A2B8DAF}"/>
                </a:ext>
              </a:extLst>
            </p:cNvPr>
            <p:cNvSpPr>
              <a:spLocks noChangeArrowheads="1"/>
            </p:cNvSpPr>
            <p:nvPr/>
          </p:nvSpPr>
          <p:spPr bwMode="auto">
            <a:xfrm>
              <a:off x="7526338"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17" name="Rectangle 188">
              <a:extLst>
                <a:ext uri="{FF2B5EF4-FFF2-40B4-BE49-F238E27FC236}">
                  <a16:creationId xmlns:a16="http://schemas.microsoft.com/office/drawing/2014/main" id="{A0D78138-4967-4D9B-8717-5648098C8CC2}"/>
                </a:ext>
              </a:extLst>
            </p:cNvPr>
            <p:cNvSpPr>
              <a:spLocks noChangeArrowheads="1"/>
            </p:cNvSpPr>
            <p:nvPr/>
          </p:nvSpPr>
          <p:spPr bwMode="auto">
            <a:xfrm>
              <a:off x="8921750" y="3871913"/>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18" name="Rectangle 189">
              <a:extLst>
                <a:ext uri="{FF2B5EF4-FFF2-40B4-BE49-F238E27FC236}">
                  <a16:creationId xmlns:a16="http://schemas.microsoft.com/office/drawing/2014/main" id="{058DC251-6663-4C41-A817-B3CF82D932B5}"/>
                </a:ext>
              </a:extLst>
            </p:cNvPr>
            <p:cNvSpPr>
              <a:spLocks noChangeArrowheads="1"/>
            </p:cNvSpPr>
            <p:nvPr/>
          </p:nvSpPr>
          <p:spPr bwMode="auto">
            <a:xfrm>
              <a:off x="8299450" y="38687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19" name="Rectangle 190">
              <a:extLst>
                <a:ext uri="{FF2B5EF4-FFF2-40B4-BE49-F238E27FC236}">
                  <a16:creationId xmlns:a16="http://schemas.microsoft.com/office/drawing/2014/main" id="{8A4FBABA-7574-4896-A1FC-1505868481B9}"/>
                </a:ext>
              </a:extLst>
            </p:cNvPr>
            <p:cNvSpPr>
              <a:spLocks noChangeArrowheads="1"/>
            </p:cNvSpPr>
            <p:nvPr/>
          </p:nvSpPr>
          <p:spPr bwMode="auto">
            <a:xfrm>
              <a:off x="547688" y="4138613"/>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20" name="Rectangle 191">
              <a:extLst>
                <a:ext uri="{FF2B5EF4-FFF2-40B4-BE49-F238E27FC236}">
                  <a16:creationId xmlns:a16="http://schemas.microsoft.com/office/drawing/2014/main" id="{2787E470-5C8E-400E-BCE6-115C37E65E18}"/>
                </a:ext>
              </a:extLst>
            </p:cNvPr>
            <p:cNvSpPr>
              <a:spLocks noChangeArrowheads="1"/>
            </p:cNvSpPr>
            <p:nvPr/>
          </p:nvSpPr>
          <p:spPr bwMode="auto">
            <a:xfrm>
              <a:off x="246063" y="4138613"/>
              <a:ext cx="2222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21" name="Rectangle 192">
              <a:extLst>
                <a:ext uri="{FF2B5EF4-FFF2-40B4-BE49-F238E27FC236}">
                  <a16:creationId xmlns:a16="http://schemas.microsoft.com/office/drawing/2014/main" id="{C74C3D9B-0C09-48A7-964B-8FD978C6F0DB}"/>
                </a:ext>
              </a:extLst>
            </p:cNvPr>
            <p:cNvSpPr>
              <a:spLocks noChangeArrowheads="1"/>
            </p:cNvSpPr>
            <p:nvPr/>
          </p:nvSpPr>
          <p:spPr bwMode="auto">
            <a:xfrm>
              <a:off x="1462088" y="4138613"/>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22" name="Rectangle 193">
              <a:extLst>
                <a:ext uri="{FF2B5EF4-FFF2-40B4-BE49-F238E27FC236}">
                  <a16:creationId xmlns:a16="http://schemas.microsoft.com/office/drawing/2014/main" id="{0E8BB716-1617-4855-9939-8452D0A68DBA}"/>
                </a:ext>
              </a:extLst>
            </p:cNvPr>
            <p:cNvSpPr>
              <a:spLocks noChangeArrowheads="1"/>
            </p:cNvSpPr>
            <p:nvPr/>
          </p:nvSpPr>
          <p:spPr bwMode="auto">
            <a:xfrm>
              <a:off x="836613" y="41370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23" name="Rectangle 194">
              <a:extLst>
                <a:ext uri="{FF2B5EF4-FFF2-40B4-BE49-F238E27FC236}">
                  <a16:creationId xmlns:a16="http://schemas.microsoft.com/office/drawing/2014/main" id="{2382F3AF-4175-4EF1-99EE-3022EA97814C}"/>
                </a:ext>
              </a:extLst>
            </p:cNvPr>
            <p:cNvSpPr>
              <a:spLocks noChangeArrowheads="1"/>
            </p:cNvSpPr>
            <p:nvPr/>
          </p:nvSpPr>
          <p:spPr bwMode="auto">
            <a:xfrm>
              <a:off x="2422525" y="4138613"/>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24" name="Rectangle 195">
              <a:extLst>
                <a:ext uri="{FF2B5EF4-FFF2-40B4-BE49-F238E27FC236}">
                  <a16:creationId xmlns:a16="http://schemas.microsoft.com/office/drawing/2014/main" id="{27245ACD-3C96-43E8-AC26-AF60F7477D91}"/>
                </a:ext>
              </a:extLst>
            </p:cNvPr>
            <p:cNvSpPr>
              <a:spLocks noChangeArrowheads="1"/>
            </p:cNvSpPr>
            <p:nvPr/>
          </p:nvSpPr>
          <p:spPr bwMode="auto">
            <a:xfrm>
              <a:off x="1771650" y="41370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25" name="Rectangle 196">
              <a:extLst>
                <a:ext uri="{FF2B5EF4-FFF2-40B4-BE49-F238E27FC236}">
                  <a16:creationId xmlns:a16="http://schemas.microsoft.com/office/drawing/2014/main" id="{3204E52D-DA6F-41A3-BFAA-17FCAF65150A}"/>
                </a:ext>
              </a:extLst>
            </p:cNvPr>
            <p:cNvSpPr>
              <a:spLocks noChangeArrowheads="1"/>
            </p:cNvSpPr>
            <p:nvPr/>
          </p:nvSpPr>
          <p:spPr bwMode="auto">
            <a:xfrm>
              <a:off x="2686050"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26" name="Rectangle 197">
              <a:extLst>
                <a:ext uri="{FF2B5EF4-FFF2-40B4-BE49-F238E27FC236}">
                  <a16:creationId xmlns:a16="http://schemas.microsoft.com/office/drawing/2014/main" id="{52E6F217-BE63-4FB5-A4A2-5B5676B63F85}"/>
                </a:ext>
              </a:extLst>
            </p:cNvPr>
            <p:cNvSpPr>
              <a:spLocks noChangeArrowheads="1"/>
            </p:cNvSpPr>
            <p:nvPr/>
          </p:nvSpPr>
          <p:spPr bwMode="auto">
            <a:xfrm>
              <a:off x="3465513"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27" name="Rectangle 198">
              <a:extLst>
                <a:ext uri="{FF2B5EF4-FFF2-40B4-BE49-F238E27FC236}">
                  <a16:creationId xmlns:a16="http://schemas.microsoft.com/office/drawing/2014/main" id="{314EF8B5-AB67-4B97-9D6B-9F73886CD252}"/>
                </a:ext>
              </a:extLst>
            </p:cNvPr>
            <p:cNvSpPr>
              <a:spLocks noChangeArrowheads="1"/>
            </p:cNvSpPr>
            <p:nvPr/>
          </p:nvSpPr>
          <p:spPr bwMode="auto">
            <a:xfrm>
              <a:off x="4745038" y="4138613"/>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28" name="Rectangle 199">
              <a:extLst>
                <a:ext uri="{FF2B5EF4-FFF2-40B4-BE49-F238E27FC236}">
                  <a16:creationId xmlns:a16="http://schemas.microsoft.com/office/drawing/2014/main" id="{569FD49B-030E-4A11-BD1E-F1ED4754434F}"/>
                </a:ext>
              </a:extLst>
            </p:cNvPr>
            <p:cNvSpPr>
              <a:spLocks noChangeArrowheads="1"/>
            </p:cNvSpPr>
            <p:nvPr/>
          </p:nvSpPr>
          <p:spPr bwMode="auto">
            <a:xfrm>
              <a:off x="4244975"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29" name="Rectangle 200">
              <a:extLst>
                <a:ext uri="{FF2B5EF4-FFF2-40B4-BE49-F238E27FC236}">
                  <a16:creationId xmlns:a16="http://schemas.microsoft.com/office/drawing/2014/main" id="{577CAA21-F4F8-40C1-8458-9B067B0388C3}"/>
                </a:ext>
              </a:extLst>
            </p:cNvPr>
            <p:cNvSpPr>
              <a:spLocks noChangeArrowheads="1"/>
            </p:cNvSpPr>
            <p:nvPr/>
          </p:nvSpPr>
          <p:spPr bwMode="auto">
            <a:xfrm>
              <a:off x="5705475" y="4138613"/>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30" name="Rectangle 201">
              <a:extLst>
                <a:ext uri="{FF2B5EF4-FFF2-40B4-BE49-F238E27FC236}">
                  <a16:creationId xmlns:a16="http://schemas.microsoft.com/office/drawing/2014/main" id="{EE6B430E-32BB-4B47-BE77-5F9B6C466431}"/>
                </a:ext>
              </a:extLst>
            </p:cNvPr>
            <p:cNvSpPr>
              <a:spLocks noChangeArrowheads="1"/>
            </p:cNvSpPr>
            <p:nvPr/>
          </p:nvSpPr>
          <p:spPr bwMode="auto">
            <a:xfrm>
              <a:off x="5054600" y="41370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31" name="Rectangle 202">
              <a:extLst>
                <a:ext uri="{FF2B5EF4-FFF2-40B4-BE49-F238E27FC236}">
                  <a16:creationId xmlns:a16="http://schemas.microsoft.com/office/drawing/2014/main" id="{72D44927-7B2A-4254-B83D-1797BA997525}"/>
                </a:ext>
              </a:extLst>
            </p:cNvPr>
            <p:cNvSpPr>
              <a:spLocks noChangeArrowheads="1"/>
            </p:cNvSpPr>
            <p:nvPr/>
          </p:nvSpPr>
          <p:spPr bwMode="auto">
            <a:xfrm>
              <a:off x="5970588"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32" name="Rectangle 203">
              <a:extLst>
                <a:ext uri="{FF2B5EF4-FFF2-40B4-BE49-F238E27FC236}">
                  <a16:creationId xmlns:a16="http://schemas.microsoft.com/office/drawing/2014/main" id="{908CC6C4-27C4-4B72-8565-A8C06A062EB5}"/>
                </a:ext>
              </a:extLst>
            </p:cNvPr>
            <p:cNvSpPr>
              <a:spLocks noChangeArrowheads="1"/>
            </p:cNvSpPr>
            <p:nvPr/>
          </p:nvSpPr>
          <p:spPr bwMode="auto">
            <a:xfrm>
              <a:off x="6748463"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33" name="Rectangle 205">
              <a:extLst>
                <a:ext uri="{FF2B5EF4-FFF2-40B4-BE49-F238E27FC236}">
                  <a16:creationId xmlns:a16="http://schemas.microsoft.com/office/drawing/2014/main" id="{D3FD3506-24DC-4797-8650-0E38B3550C12}"/>
                </a:ext>
              </a:extLst>
            </p:cNvPr>
            <p:cNvSpPr>
              <a:spLocks noChangeArrowheads="1"/>
            </p:cNvSpPr>
            <p:nvPr/>
          </p:nvSpPr>
          <p:spPr bwMode="auto">
            <a:xfrm>
              <a:off x="8050213" y="4138613"/>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34" name="Rectangle 206">
              <a:extLst>
                <a:ext uri="{FF2B5EF4-FFF2-40B4-BE49-F238E27FC236}">
                  <a16:creationId xmlns:a16="http://schemas.microsoft.com/office/drawing/2014/main" id="{2993D325-5450-4DB8-B8CA-29C17A3FD4EF}"/>
                </a:ext>
              </a:extLst>
            </p:cNvPr>
            <p:cNvSpPr>
              <a:spLocks noChangeArrowheads="1"/>
            </p:cNvSpPr>
            <p:nvPr/>
          </p:nvSpPr>
          <p:spPr bwMode="auto">
            <a:xfrm>
              <a:off x="7526338"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35" name="Rectangle 207">
              <a:extLst>
                <a:ext uri="{FF2B5EF4-FFF2-40B4-BE49-F238E27FC236}">
                  <a16:creationId xmlns:a16="http://schemas.microsoft.com/office/drawing/2014/main" id="{B688CC6D-3EAA-434E-97D9-D502C6DFC010}"/>
                </a:ext>
              </a:extLst>
            </p:cNvPr>
            <p:cNvSpPr>
              <a:spLocks noChangeArrowheads="1"/>
            </p:cNvSpPr>
            <p:nvPr/>
          </p:nvSpPr>
          <p:spPr bwMode="auto">
            <a:xfrm>
              <a:off x="8921750" y="4138613"/>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36" name="Rectangle 208">
              <a:extLst>
                <a:ext uri="{FF2B5EF4-FFF2-40B4-BE49-F238E27FC236}">
                  <a16:creationId xmlns:a16="http://schemas.microsoft.com/office/drawing/2014/main" id="{F697092D-110B-46CE-9ED0-37806802BD3F}"/>
                </a:ext>
              </a:extLst>
            </p:cNvPr>
            <p:cNvSpPr>
              <a:spLocks noChangeArrowheads="1"/>
            </p:cNvSpPr>
            <p:nvPr/>
          </p:nvSpPr>
          <p:spPr bwMode="auto">
            <a:xfrm>
              <a:off x="8297863" y="41370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37" name="Rectangle 209">
              <a:extLst>
                <a:ext uri="{FF2B5EF4-FFF2-40B4-BE49-F238E27FC236}">
                  <a16:creationId xmlns:a16="http://schemas.microsoft.com/office/drawing/2014/main" id="{EBA3D52E-48B4-4EFD-A117-2EFB3C25B16D}"/>
                </a:ext>
              </a:extLst>
            </p:cNvPr>
            <p:cNvSpPr>
              <a:spLocks noChangeArrowheads="1"/>
            </p:cNvSpPr>
            <p:nvPr/>
          </p:nvSpPr>
          <p:spPr bwMode="auto">
            <a:xfrm>
              <a:off x="547688" y="4411663"/>
              <a:ext cx="11112"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38" name="Rectangle 210">
              <a:extLst>
                <a:ext uri="{FF2B5EF4-FFF2-40B4-BE49-F238E27FC236}">
                  <a16:creationId xmlns:a16="http://schemas.microsoft.com/office/drawing/2014/main" id="{B27656AF-16F4-429D-B0DD-C7E212A2F108}"/>
                </a:ext>
              </a:extLst>
            </p:cNvPr>
            <p:cNvSpPr>
              <a:spLocks noChangeArrowheads="1"/>
            </p:cNvSpPr>
            <p:nvPr/>
          </p:nvSpPr>
          <p:spPr bwMode="auto">
            <a:xfrm>
              <a:off x="246063" y="4406900"/>
              <a:ext cx="2222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H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39" name="Rectangle 211">
              <a:extLst>
                <a:ext uri="{FF2B5EF4-FFF2-40B4-BE49-F238E27FC236}">
                  <a16:creationId xmlns:a16="http://schemas.microsoft.com/office/drawing/2014/main" id="{4488C0D5-8168-4543-B351-A48F0C32B4EA}"/>
                </a:ext>
              </a:extLst>
            </p:cNvPr>
            <p:cNvSpPr>
              <a:spLocks noChangeArrowheads="1"/>
            </p:cNvSpPr>
            <p:nvPr/>
          </p:nvSpPr>
          <p:spPr bwMode="auto">
            <a:xfrm>
              <a:off x="1462088" y="4411663"/>
              <a:ext cx="11112"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40" name="Rectangle 212">
              <a:extLst>
                <a:ext uri="{FF2B5EF4-FFF2-40B4-BE49-F238E27FC236}">
                  <a16:creationId xmlns:a16="http://schemas.microsoft.com/office/drawing/2014/main" id="{E2A9F852-A1B8-49F0-874A-4CB8D3D1E1DA}"/>
                </a:ext>
              </a:extLst>
            </p:cNvPr>
            <p:cNvSpPr>
              <a:spLocks noChangeArrowheads="1"/>
            </p:cNvSpPr>
            <p:nvPr/>
          </p:nvSpPr>
          <p:spPr bwMode="auto">
            <a:xfrm>
              <a:off x="836613" y="44053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41" name="Rectangle 213">
              <a:extLst>
                <a:ext uri="{FF2B5EF4-FFF2-40B4-BE49-F238E27FC236}">
                  <a16:creationId xmlns:a16="http://schemas.microsoft.com/office/drawing/2014/main" id="{A768E652-393B-4271-871F-8CFE14476CE3}"/>
                </a:ext>
              </a:extLst>
            </p:cNvPr>
            <p:cNvSpPr>
              <a:spLocks noChangeArrowheads="1"/>
            </p:cNvSpPr>
            <p:nvPr/>
          </p:nvSpPr>
          <p:spPr bwMode="auto">
            <a:xfrm>
              <a:off x="2422525" y="4411663"/>
              <a:ext cx="11113"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42" name="Rectangle 214">
              <a:extLst>
                <a:ext uri="{FF2B5EF4-FFF2-40B4-BE49-F238E27FC236}">
                  <a16:creationId xmlns:a16="http://schemas.microsoft.com/office/drawing/2014/main" id="{5292DF0B-90D9-49C1-9288-CE6BDE8A5A85}"/>
                </a:ext>
              </a:extLst>
            </p:cNvPr>
            <p:cNvSpPr>
              <a:spLocks noChangeArrowheads="1"/>
            </p:cNvSpPr>
            <p:nvPr/>
          </p:nvSpPr>
          <p:spPr bwMode="auto">
            <a:xfrm>
              <a:off x="1771650" y="44053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43" name="Rectangle 215">
              <a:extLst>
                <a:ext uri="{FF2B5EF4-FFF2-40B4-BE49-F238E27FC236}">
                  <a16:creationId xmlns:a16="http://schemas.microsoft.com/office/drawing/2014/main" id="{2F9A5DFD-8B97-4B57-A7A8-787BB42DC79F}"/>
                </a:ext>
              </a:extLst>
            </p:cNvPr>
            <p:cNvSpPr>
              <a:spLocks noChangeArrowheads="1"/>
            </p:cNvSpPr>
            <p:nvPr/>
          </p:nvSpPr>
          <p:spPr bwMode="auto">
            <a:xfrm>
              <a:off x="2686050"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44" name="Rectangle 216">
              <a:extLst>
                <a:ext uri="{FF2B5EF4-FFF2-40B4-BE49-F238E27FC236}">
                  <a16:creationId xmlns:a16="http://schemas.microsoft.com/office/drawing/2014/main" id="{0D563711-79C2-46FF-8F7B-E19DE1208ECF}"/>
                </a:ext>
              </a:extLst>
            </p:cNvPr>
            <p:cNvSpPr>
              <a:spLocks noChangeArrowheads="1"/>
            </p:cNvSpPr>
            <p:nvPr/>
          </p:nvSpPr>
          <p:spPr bwMode="auto">
            <a:xfrm>
              <a:off x="3465513"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45" name="Rectangle 217">
              <a:extLst>
                <a:ext uri="{FF2B5EF4-FFF2-40B4-BE49-F238E27FC236}">
                  <a16:creationId xmlns:a16="http://schemas.microsoft.com/office/drawing/2014/main" id="{A9976118-0570-44F3-838B-CF8223C43890}"/>
                </a:ext>
              </a:extLst>
            </p:cNvPr>
            <p:cNvSpPr>
              <a:spLocks noChangeArrowheads="1"/>
            </p:cNvSpPr>
            <p:nvPr/>
          </p:nvSpPr>
          <p:spPr bwMode="auto">
            <a:xfrm>
              <a:off x="4745038" y="4411663"/>
              <a:ext cx="11112"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46" name="Rectangle 218">
              <a:extLst>
                <a:ext uri="{FF2B5EF4-FFF2-40B4-BE49-F238E27FC236}">
                  <a16:creationId xmlns:a16="http://schemas.microsoft.com/office/drawing/2014/main" id="{5FD2D9AE-FB0C-4580-9E6D-7E66092AECA3}"/>
                </a:ext>
              </a:extLst>
            </p:cNvPr>
            <p:cNvSpPr>
              <a:spLocks noChangeArrowheads="1"/>
            </p:cNvSpPr>
            <p:nvPr/>
          </p:nvSpPr>
          <p:spPr bwMode="auto">
            <a:xfrm>
              <a:off x="4244975"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47" name="Rectangle 219">
              <a:extLst>
                <a:ext uri="{FF2B5EF4-FFF2-40B4-BE49-F238E27FC236}">
                  <a16:creationId xmlns:a16="http://schemas.microsoft.com/office/drawing/2014/main" id="{9AB9D7BB-7745-4B3F-A9FA-9EDD1752A1C7}"/>
                </a:ext>
              </a:extLst>
            </p:cNvPr>
            <p:cNvSpPr>
              <a:spLocks noChangeArrowheads="1"/>
            </p:cNvSpPr>
            <p:nvPr/>
          </p:nvSpPr>
          <p:spPr bwMode="auto">
            <a:xfrm>
              <a:off x="5705475" y="4411663"/>
              <a:ext cx="11113"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48" name="Rectangle 220">
              <a:extLst>
                <a:ext uri="{FF2B5EF4-FFF2-40B4-BE49-F238E27FC236}">
                  <a16:creationId xmlns:a16="http://schemas.microsoft.com/office/drawing/2014/main" id="{51B90D7A-AD97-4A82-8B84-B90F862EB7E5}"/>
                </a:ext>
              </a:extLst>
            </p:cNvPr>
            <p:cNvSpPr>
              <a:spLocks noChangeArrowheads="1"/>
            </p:cNvSpPr>
            <p:nvPr/>
          </p:nvSpPr>
          <p:spPr bwMode="auto">
            <a:xfrm>
              <a:off x="5054600" y="44053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49" name="Rectangle 221">
              <a:extLst>
                <a:ext uri="{FF2B5EF4-FFF2-40B4-BE49-F238E27FC236}">
                  <a16:creationId xmlns:a16="http://schemas.microsoft.com/office/drawing/2014/main" id="{128AC020-51D9-4F3D-9D86-F25886F89B73}"/>
                </a:ext>
              </a:extLst>
            </p:cNvPr>
            <p:cNvSpPr>
              <a:spLocks noChangeArrowheads="1"/>
            </p:cNvSpPr>
            <p:nvPr/>
          </p:nvSpPr>
          <p:spPr bwMode="auto">
            <a:xfrm>
              <a:off x="5970588"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50" name="Rectangle 222">
              <a:extLst>
                <a:ext uri="{FF2B5EF4-FFF2-40B4-BE49-F238E27FC236}">
                  <a16:creationId xmlns:a16="http://schemas.microsoft.com/office/drawing/2014/main" id="{D55B7C9B-040D-4DA6-9891-435F6FEBF10D}"/>
                </a:ext>
              </a:extLst>
            </p:cNvPr>
            <p:cNvSpPr>
              <a:spLocks noChangeArrowheads="1"/>
            </p:cNvSpPr>
            <p:nvPr/>
          </p:nvSpPr>
          <p:spPr bwMode="auto">
            <a:xfrm>
              <a:off x="6748463"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51" name="Rectangle 223">
              <a:extLst>
                <a:ext uri="{FF2B5EF4-FFF2-40B4-BE49-F238E27FC236}">
                  <a16:creationId xmlns:a16="http://schemas.microsoft.com/office/drawing/2014/main" id="{BF165C3D-6099-4342-B9F1-189AAAB00F09}"/>
                </a:ext>
              </a:extLst>
            </p:cNvPr>
            <p:cNvSpPr>
              <a:spLocks noChangeArrowheads="1"/>
            </p:cNvSpPr>
            <p:nvPr/>
          </p:nvSpPr>
          <p:spPr bwMode="auto">
            <a:xfrm>
              <a:off x="8050213" y="4411663"/>
              <a:ext cx="11112"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52" name="Rectangle 224">
              <a:extLst>
                <a:ext uri="{FF2B5EF4-FFF2-40B4-BE49-F238E27FC236}">
                  <a16:creationId xmlns:a16="http://schemas.microsoft.com/office/drawing/2014/main" id="{0D1E7350-0D1A-42BC-AA83-491EE4E15F34}"/>
                </a:ext>
              </a:extLst>
            </p:cNvPr>
            <p:cNvSpPr>
              <a:spLocks noChangeArrowheads="1"/>
            </p:cNvSpPr>
            <p:nvPr/>
          </p:nvSpPr>
          <p:spPr bwMode="auto">
            <a:xfrm>
              <a:off x="7526338"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53" name="Rectangle 225">
              <a:extLst>
                <a:ext uri="{FF2B5EF4-FFF2-40B4-BE49-F238E27FC236}">
                  <a16:creationId xmlns:a16="http://schemas.microsoft.com/office/drawing/2014/main" id="{C131D46B-0FD1-4ADC-9440-55F048A7565B}"/>
                </a:ext>
              </a:extLst>
            </p:cNvPr>
            <p:cNvSpPr>
              <a:spLocks noChangeArrowheads="1"/>
            </p:cNvSpPr>
            <p:nvPr/>
          </p:nvSpPr>
          <p:spPr bwMode="auto">
            <a:xfrm>
              <a:off x="8921750" y="4411663"/>
              <a:ext cx="11113"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54" name="Rectangle 226">
              <a:extLst>
                <a:ext uri="{FF2B5EF4-FFF2-40B4-BE49-F238E27FC236}">
                  <a16:creationId xmlns:a16="http://schemas.microsoft.com/office/drawing/2014/main" id="{36D2DF75-B904-4451-816D-9FE186B14B6B}"/>
                </a:ext>
              </a:extLst>
            </p:cNvPr>
            <p:cNvSpPr>
              <a:spLocks noChangeArrowheads="1"/>
            </p:cNvSpPr>
            <p:nvPr/>
          </p:nvSpPr>
          <p:spPr bwMode="auto">
            <a:xfrm>
              <a:off x="547688" y="4708525"/>
              <a:ext cx="8382000"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355" name="Rectangle 227">
              <a:extLst>
                <a:ext uri="{FF2B5EF4-FFF2-40B4-BE49-F238E27FC236}">
                  <a16:creationId xmlns:a16="http://schemas.microsoft.com/office/drawing/2014/main" id="{8A96B90E-19C2-4206-AFB0-FFA707E82090}"/>
                </a:ext>
              </a:extLst>
            </p:cNvPr>
            <p:cNvSpPr>
              <a:spLocks noChangeArrowheads="1"/>
            </p:cNvSpPr>
            <p:nvPr/>
          </p:nvSpPr>
          <p:spPr bwMode="auto">
            <a:xfrm>
              <a:off x="8297863" y="44053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88066" name="Group 228">
            <a:extLst>
              <a:ext uri="{FF2B5EF4-FFF2-40B4-BE49-F238E27FC236}">
                <a16:creationId xmlns:a16="http://schemas.microsoft.com/office/drawing/2014/main" id="{D371429F-7F2A-4795-903E-7BF0F03D4A92}"/>
              </a:ext>
            </a:extLst>
          </p:cNvPr>
          <p:cNvGrpSpPr>
            <a:grpSpLocks/>
          </p:cNvGrpSpPr>
          <p:nvPr/>
        </p:nvGrpSpPr>
        <p:grpSpPr bwMode="auto">
          <a:xfrm>
            <a:off x="1828800" y="4267200"/>
            <a:ext cx="5591175" cy="2698750"/>
            <a:chOff x="603250" y="242888"/>
            <a:chExt cx="5591175" cy="2698194"/>
          </a:xfrm>
        </p:grpSpPr>
        <p:sp>
          <p:nvSpPr>
            <p:cNvPr id="88068" name="Rectangle 42">
              <a:extLst>
                <a:ext uri="{FF2B5EF4-FFF2-40B4-BE49-F238E27FC236}">
                  <a16:creationId xmlns:a16="http://schemas.microsoft.com/office/drawing/2014/main" id="{D94801FA-F50A-484E-83FF-72FFD34786FE}"/>
                </a:ext>
              </a:extLst>
            </p:cNvPr>
            <p:cNvSpPr>
              <a:spLocks noChangeArrowheads="1"/>
            </p:cNvSpPr>
            <p:nvPr/>
          </p:nvSpPr>
          <p:spPr bwMode="auto">
            <a:xfrm>
              <a:off x="1227138" y="815975"/>
              <a:ext cx="773112" cy="77311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069" name="Line 43">
              <a:extLst>
                <a:ext uri="{FF2B5EF4-FFF2-40B4-BE49-F238E27FC236}">
                  <a16:creationId xmlns:a16="http://schemas.microsoft.com/office/drawing/2014/main" id="{1EA8FB32-4686-46A6-ADEE-3775C63DE006}"/>
                </a:ext>
              </a:extLst>
            </p:cNvPr>
            <p:cNvSpPr>
              <a:spLocks noChangeShapeType="1"/>
            </p:cNvSpPr>
            <p:nvPr/>
          </p:nvSpPr>
          <p:spPr bwMode="auto">
            <a:xfrm flipH="1">
              <a:off x="1227138" y="1211263"/>
              <a:ext cx="773112"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070" name="Line 44">
              <a:extLst>
                <a:ext uri="{FF2B5EF4-FFF2-40B4-BE49-F238E27FC236}">
                  <a16:creationId xmlns:a16="http://schemas.microsoft.com/office/drawing/2014/main" id="{F44E51F8-77BA-4B97-B6E2-F4E9D524AB50}"/>
                </a:ext>
              </a:extLst>
            </p:cNvPr>
            <p:cNvSpPr>
              <a:spLocks noChangeShapeType="1"/>
            </p:cNvSpPr>
            <p:nvPr/>
          </p:nvSpPr>
          <p:spPr bwMode="auto">
            <a:xfrm flipV="1">
              <a:off x="1622425" y="815975"/>
              <a:ext cx="1588" cy="773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071" name="Line 45">
              <a:extLst>
                <a:ext uri="{FF2B5EF4-FFF2-40B4-BE49-F238E27FC236}">
                  <a16:creationId xmlns:a16="http://schemas.microsoft.com/office/drawing/2014/main" id="{963E2BA8-1522-4340-B8A6-236AB8467C3E}"/>
                </a:ext>
              </a:extLst>
            </p:cNvPr>
            <p:cNvSpPr>
              <a:spLocks noChangeShapeType="1"/>
            </p:cNvSpPr>
            <p:nvPr/>
          </p:nvSpPr>
          <p:spPr bwMode="auto">
            <a:xfrm>
              <a:off x="849313" y="438150"/>
              <a:ext cx="377825" cy="3778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072" name="Rectangle 46">
              <a:extLst>
                <a:ext uri="{FF2B5EF4-FFF2-40B4-BE49-F238E27FC236}">
                  <a16:creationId xmlns:a16="http://schemas.microsoft.com/office/drawing/2014/main" id="{BC6DFFC3-5A25-49EF-B1ED-35E7F35154EE}"/>
                </a:ext>
              </a:extLst>
            </p:cNvPr>
            <p:cNvSpPr>
              <a:spLocks noChangeArrowheads="1"/>
            </p:cNvSpPr>
            <p:nvPr/>
          </p:nvSpPr>
          <p:spPr bwMode="auto">
            <a:xfrm>
              <a:off x="2000250" y="815975"/>
              <a:ext cx="755650" cy="77311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073" name="Line 47">
              <a:extLst>
                <a:ext uri="{FF2B5EF4-FFF2-40B4-BE49-F238E27FC236}">
                  <a16:creationId xmlns:a16="http://schemas.microsoft.com/office/drawing/2014/main" id="{992E7E12-142C-47C1-BA7F-AA563C265A1E}"/>
                </a:ext>
              </a:extLst>
            </p:cNvPr>
            <p:cNvSpPr>
              <a:spLocks noChangeShapeType="1"/>
            </p:cNvSpPr>
            <p:nvPr/>
          </p:nvSpPr>
          <p:spPr bwMode="auto">
            <a:xfrm flipH="1">
              <a:off x="2000250" y="1211263"/>
              <a:ext cx="75565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074" name="Line 48">
              <a:extLst>
                <a:ext uri="{FF2B5EF4-FFF2-40B4-BE49-F238E27FC236}">
                  <a16:creationId xmlns:a16="http://schemas.microsoft.com/office/drawing/2014/main" id="{0D7A2863-D79B-4303-B4F0-27EFDA080AC7}"/>
                </a:ext>
              </a:extLst>
            </p:cNvPr>
            <p:cNvSpPr>
              <a:spLocks noChangeShapeType="1"/>
            </p:cNvSpPr>
            <p:nvPr/>
          </p:nvSpPr>
          <p:spPr bwMode="auto">
            <a:xfrm flipV="1">
              <a:off x="2378075" y="815975"/>
              <a:ext cx="1588" cy="773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075" name="Rectangle 49">
              <a:extLst>
                <a:ext uri="{FF2B5EF4-FFF2-40B4-BE49-F238E27FC236}">
                  <a16:creationId xmlns:a16="http://schemas.microsoft.com/office/drawing/2014/main" id="{BAFE3D56-27B9-4E55-8BA8-5324E340343F}"/>
                </a:ext>
              </a:extLst>
            </p:cNvPr>
            <p:cNvSpPr>
              <a:spLocks noChangeArrowheads="1"/>
            </p:cNvSpPr>
            <p:nvPr/>
          </p:nvSpPr>
          <p:spPr bwMode="auto">
            <a:xfrm>
              <a:off x="1341438" y="6048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076" name="Rectangle 50">
              <a:extLst>
                <a:ext uri="{FF2B5EF4-FFF2-40B4-BE49-F238E27FC236}">
                  <a16:creationId xmlns:a16="http://schemas.microsoft.com/office/drawing/2014/main" id="{03AE9A05-AE43-4F7E-8C68-C465C0DAB904}"/>
                </a:ext>
              </a:extLst>
            </p:cNvPr>
            <p:cNvSpPr>
              <a:spLocks noChangeArrowheads="1"/>
            </p:cNvSpPr>
            <p:nvPr/>
          </p:nvSpPr>
          <p:spPr bwMode="auto">
            <a:xfrm>
              <a:off x="1724025" y="6048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077" name="Rectangle 51">
              <a:extLst>
                <a:ext uri="{FF2B5EF4-FFF2-40B4-BE49-F238E27FC236}">
                  <a16:creationId xmlns:a16="http://schemas.microsoft.com/office/drawing/2014/main" id="{80C1D5E8-962C-435A-98B3-16F2B59A8CEB}"/>
                </a:ext>
              </a:extLst>
            </p:cNvPr>
            <p:cNvSpPr>
              <a:spLocks noChangeArrowheads="1"/>
            </p:cNvSpPr>
            <p:nvPr/>
          </p:nvSpPr>
          <p:spPr bwMode="auto">
            <a:xfrm>
              <a:off x="2106613" y="6048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078" name="Rectangle 52">
              <a:extLst>
                <a:ext uri="{FF2B5EF4-FFF2-40B4-BE49-F238E27FC236}">
                  <a16:creationId xmlns:a16="http://schemas.microsoft.com/office/drawing/2014/main" id="{DF9D0BA0-5294-458B-8DCC-35FB8FBACF80}"/>
                </a:ext>
              </a:extLst>
            </p:cNvPr>
            <p:cNvSpPr>
              <a:spLocks noChangeArrowheads="1"/>
            </p:cNvSpPr>
            <p:nvPr/>
          </p:nvSpPr>
          <p:spPr bwMode="auto">
            <a:xfrm>
              <a:off x="2489200" y="6048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079" name="Rectangle 53">
              <a:extLst>
                <a:ext uri="{FF2B5EF4-FFF2-40B4-BE49-F238E27FC236}">
                  <a16:creationId xmlns:a16="http://schemas.microsoft.com/office/drawing/2014/main" id="{8F9B31C9-0107-486E-9043-A88499A0ED45}"/>
                </a:ext>
              </a:extLst>
            </p:cNvPr>
            <p:cNvSpPr>
              <a:spLocks noChangeArrowheads="1"/>
            </p:cNvSpPr>
            <p:nvPr/>
          </p:nvSpPr>
          <p:spPr bwMode="auto">
            <a:xfrm>
              <a:off x="992188" y="923925"/>
              <a:ext cx="16510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080" name="Rectangle 54">
              <a:extLst>
                <a:ext uri="{FF2B5EF4-FFF2-40B4-BE49-F238E27FC236}">
                  <a16:creationId xmlns:a16="http://schemas.microsoft.com/office/drawing/2014/main" id="{101B3312-21FD-4F38-9918-F117342806BE}"/>
                </a:ext>
              </a:extLst>
            </p:cNvPr>
            <p:cNvSpPr>
              <a:spLocks noChangeArrowheads="1"/>
            </p:cNvSpPr>
            <p:nvPr/>
          </p:nvSpPr>
          <p:spPr bwMode="auto">
            <a:xfrm>
              <a:off x="982663" y="1306513"/>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081" name="Rectangle 58">
              <a:extLst>
                <a:ext uri="{FF2B5EF4-FFF2-40B4-BE49-F238E27FC236}">
                  <a16:creationId xmlns:a16="http://schemas.microsoft.com/office/drawing/2014/main" id="{77E9076C-5766-4F1A-A469-8FE717B43577}"/>
                </a:ext>
              </a:extLst>
            </p:cNvPr>
            <p:cNvSpPr>
              <a:spLocks noChangeArrowheads="1"/>
            </p:cNvSpPr>
            <p:nvPr/>
          </p:nvSpPr>
          <p:spPr bwMode="auto">
            <a:xfrm>
              <a:off x="2152650" y="931863"/>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082" name="Rectangle 61">
              <a:extLst>
                <a:ext uri="{FF2B5EF4-FFF2-40B4-BE49-F238E27FC236}">
                  <a16:creationId xmlns:a16="http://schemas.microsoft.com/office/drawing/2014/main" id="{F5E36A99-1FF3-434C-9AAC-84B135A87DC9}"/>
                </a:ext>
              </a:extLst>
            </p:cNvPr>
            <p:cNvSpPr>
              <a:spLocks noChangeArrowheads="1"/>
            </p:cNvSpPr>
            <p:nvPr/>
          </p:nvSpPr>
          <p:spPr bwMode="auto">
            <a:xfrm>
              <a:off x="2525713" y="1314450"/>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083" name="Rectangle 62">
              <a:extLst>
                <a:ext uri="{FF2B5EF4-FFF2-40B4-BE49-F238E27FC236}">
                  <a16:creationId xmlns:a16="http://schemas.microsoft.com/office/drawing/2014/main" id="{0EE38576-CADF-4336-9EDB-A358EBA31327}"/>
                </a:ext>
              </a:extLst>
            </p:cNvPr>
            <p:cNvSpPr>
              <a:spLocks noChangeArrowheads="1"/>
            </p:cNvSpPr>
            <p:nvPr/>
          </p:nvSpPr>
          <p:spPr bwMode="auto">
            <a:xfrm>
              <a:off x="1227138" y="1589088"/>
              <a:ext cx="773112" cy="755650"/>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084" name="Line 63">
              <a:extLst>
                <a:ext uri="{FF2B5EF4-FFF2-40B4-BE49-F238E27FC236}">
                  <a16:creationId xmlns:a16="http://schemas.microsoft.com/office/drawing/2014/main" id="{B68C804D-6811-4A57-B298-1004186BD054}"/>
                </a:ext>
              </a:extLst>
            </p:cNvPr>
            <p:cNvSpPr>
              <a:spLocks noChangeShapeType="1"/>
            </p:cNvSpPr>
            <p:nvPr/>
          </p:nvSpPr>
          <p:spPr bwMode="auto">
            <a:xfrm flipH="1">
              <a:off x="1227138" y="1966913"/>
              <a:ext cx="773112"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085" name="Line 64">
              <a:extLst>
                <a:ext uri="{FF2B5EF4-FFF2-40B4-BE49-F238E27FC236}">
                  <a16:creationId xmlns:a16="http://schemas.microsoft.com/office/drawing/2014/main" id="{69431A95-15B4-4B6B-8981-FC7B572D85B7}"/>
                </a:ext>
              </a:extLst>
            </p:cNvPr>
            <p:cNvSpPr>
              <a:spLocks noChangeShapeType="1"/>
            </p:cNvSpPr>
            <p:nvPr/>
          </p:nvSpPr>
          <p:spPr bwMode="auto">
            <a:xfrm flipV="1">
              <a:off x="1622425" y="1589088"/>
              <a:ext cx="1588" cy="7556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086" name="Rectangle 65">
              <a:extLst>
                <a:ext uri="{FF2B5EF4-FFF2-40B4-BE49-F238E27FC236}">
                  <a16:creationId xmlns:a16="http://schemas.microsoft.com/office/drawing/2014/main" id="{79A359AE-C850-4428-8F8D-9CA57561A01E}"/>
                </a:ext>
              </a:extLst>
            </p:cNvPr>
            <p:cNvSpPr>
              <a:spLocks noChangeArrowheads="1"/>
            </p:cNvSpPr>
            <p:nvPr/>
          </p:nvSpPr>
          <p:spPr bwMode="auto">
            <a:xfrm>
              <a:off x="2000250" y="1589088"/>
              <a:ext cx="755650" cy="755650"/>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087" name="Line 66">
              <a:extLst>
                <a:ext uri="{FF2B5EF4-FFF2-40B4-BE49-F238E27FC236}">
                  <a16:creationId xmlns:a16="http://schemas.microsoft.com/office/drawing/2014/main" id="{8F556BCE-F9D8-4E1C-A33E-4EDCAB623D24}"/>
                </a:ext>
              </a:extLst>
            </p:cNvPr>
            <p:cNvSpPr>
              <a:spLocks noChangeShapeType="1"/>
            </p:cNvSpPr>
            <p:nvPr/>
          </p:nvSpPr>
          <p:spPr bwMode="auto">
            <a:xfrm flipH="1">
              <a:off x="2000250" y="1966913"/>
              <a:ext cx="755650"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088" name="Line 67">
              <a:extLst>
                <a:ext uri="{FF2B5EF4-FFF2-40B4-BE49-F238E27FC236}">
                  <a16:creationId xmlns:a16="http://schemas.microsoft.com/office/drawing/2014/main" id="{D17CEC7A-7E9D-4386-87E7-7C9FD6817D7D}"/>
                </a:ext>
              </a:extLst>
            </p:cNvPr>
            <p:cNvSpPr>
              <a:spLocks noChangeShapeType="1"/>
            </p:cNvSpPr>
            <p:nvPr/>
          </p:nvSpPr>
          <p:spPr bwMode="auto">
            <a:xfrm flipV="1">
              <a:off x="2378075" y="1589088"/>
              <a:ext cx="1588" cy="7556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089" name="Rectangle 71">
              <a:extLst>
                <a:ext uri="{FF2B5EF4-FFF2-40B4-BE49-F238E27FC236}">
                  <a16:creationId xmlns:a16="http://schemas.microsoft.com/office/drawing/2014/main" id="{782EAB98-F15D-44A6-B3B2-CBC2A3174AF4}"/>
                </a:ext>
              </a:extLst>
            </p:cNvPr>
            <p:cNvSpPr>
              <a:spLocks noChangeArrowheads="1"/>
            </p:cNvSpPr>
            <p:nvPr/>
          </p:nvSpPr>
          <p:spPr bwMode="auto">
            <a:xfrm>
              <a:off x="1768475" y="2078038"/>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090" name="Rectangle 75">
              <a:extLst>
                <a:ext uri="{FF2B5EF4-FFF2-40B4-BE49-F238E27FC236}">
                  <a16:creationId xmlns:a16="http://schemas.microsoft.com/office/drawing/2014/main" id="{E445D140-D84D-49BB-AF2C-EA2CF1BED60D}"/>
                </a:ext>
              </a:extLst>
            </p:cNvPr>
            <p:cNvSpPr>
              <a:spLocks noChangeArrowheads="1"/>
            </p:cNvSpPr>
            <p:nvPr/>
          </p:nvSpPr>
          <p:spPr bwMode="auto">
            <a:xfrm>
              <a:off x="2525713" y="2078038"/>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091" name="Rectangle 77">
              <a:extLst>
                <a:ext uri="{FF2B5EF4-FFF2-40B4-BE49-F238E27FC236}">
                  <a16:creationId xmlns:a16="http://schemas.microsoft.com/office/drawing/2014/main" id="{DE4DE40E-BF38-4DA8-BF22-9A76A4529AC6}"/>
                </a:ext>
              </a:extLst>
            </p:cNvPr>
            <p:cNvSpPr>
              <a:spLocks noChangeArrowheads="1"/>
            </p:cNvSpPr>
            <p:nvPr/>
          </p:nvSpPr>
          <p:spPr bwMode="auto">
            <a:xfrm>
              <a:off x="982663" y="1695450"/>
              <a:ext cx="16510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092" name="Rectangle 78">
              <a:extLst>
                <a:ext uri="{FF2B5EF4-FFF2-40B4-BE49-F238E27FC236}">
                  <a16:creationId xmlns:a16="http://schemas.microsoft.com/office/drawing/2014/main" id="{49DEB4C5-2891-423F-AC67-630A3705BE10}"/>
                </a:ext>
              </a:extLst>
            </p:cNvPr>
            <p:cNvSpPr>
              <a:spLocks noChangeArrowheads="1"/>
            </p:cNvSpPr>
            <p:nvPr/>
          </p:nvSpPr>
          <p:spPr bwMode="auto">
            <a:xfrm>
              <a:off x="982663" y="20780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093" name="Rectangle 79">
              <a:extLst>
                <a:ext uri="{FF2B5EF4-FFF2-40B4-BE49-F238E27FC236}">
                  <a16:creationId xmlns:a16="http://schemas.microsoft.com/office/drawing/2014/main" id="{F8515B4B-428D-4816-B549-044B08E2CC61}"/>
                </a:ext>
              </a:extLst>
            </p:cNvPr>
            <p:cNvSpPr>
              <a:spLocks noChangeArrowheads="1"/>
            </p:cNvSpPr>
            <p:nvPr/>
          </p:nvSpPr>
          <p:spPr bwMode="auto">
            <a:xfrm>
              <a:off x="979488" y="242888"/>
              <a:ext cx="730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094" name="Rectangle 80">
              <a:extLst>
                <a:ext uri="{FF2B5EF4-FFF2-40B4-BE49-F238E27FC236}">
                  <a16:creationId xmlns:a16="http://schemas.microsoft.com/office/drawing/2014/main" id="{CCF6F754-1C65-4FCA-9600-C609124430CE}"/>
                </a:ext>
              </a:extLst>
            </p:cNvPr>
            <p:cNvSpPr>
              <a:spLocks noChangeArrowheads="1"/>
            </p:cNvSpPr>
            <p:nvPr/>
          </p:nvSpPr>
          <p:spPr bwMode="auto">
            <a:xfrm>
              <a:off x="1057275" y="322263"/>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095" name="Rectangle 81">
              <a:extLst>
                <a:ext uri="{FF2B5EF4-FFF2-40B4-BE49-F238E27FC236}">
                  <a16:creationId xmlns:a16="http://schemas.microsoft.com/office/drawing/2014/main" id="{4ACAA233-AA69-43DB-9667-807AC943C09F}"/>
                </a:ext>
              </a:extLst>
            </p:cNvPr>
            <p:cNvSpPr>
              <a:spLocks noChangeArrowheads="1"/>
            </p:cNvSpPr>
            <p:nvPr/>
          </p:nvSpPr>
          <p:spPr bwMode="auto">
            <a:xfrm>
              <a:off x="1135063" y="242888"/>
              <a:ext cx="730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096" name="Rectangle 82">
              <a:extLst>
                <a:ext uri="{FF2B5EF4-FFF2-40B4-BE49-F238E27FC236}">
                  <a16:creationId xmlns:a16="http://schemas.microsoft.com/office/drawing/2014/main" id="{11C3EE9E-293C-4667-93D7-964EB7DFE548}"/>
                </a:ext>
              </a:extLst>
            </p:cNvPr>
            <p:cNvSpPr>
              <a:spLocks noChangeArrowheads="1"/>
            </p:cNvSpPr>
            <p:nvPr/>
          </p:nvSpPr>
          <p:spPr bwMode="auto">
            <a:xfrm>
              <a:off x="1211263" y="322263"/>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097" name="Rectangle 83">
              <a:extLst>
                <a:ext uri="{FF2B5EF4-FFF2-40B4-BE49-F238E27FC236}">
                  <a16:creationId xmlns:a16="http://schemas.microsoft.com/office/drawing/2014/main" id="{AAC9A72B-4B8C-4ED7-9D02-F4EE44CA86E7}"/>
                </a:ext>
              </a:extLst>
            </p:cNvPr>
            <p:cNvSpPr>
              <a:spLocks noChangeArrowheads="1"/>
            </p:cNvSpPr>
            <p:nvPr/>
          </p:nvSpPr>
          <p:spPr bwMode="auto">
            <a:xfrm>
              <a:off x="603250" y="474663"/>
              <a:ext cx="182563"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098" name="Rectangle 85">
              <a:extLst>
                <a:ext uri="{FF2B5EF4-FFF2-40B4-BE49-F238E27FC236}">
                  <a16:creationId xmlns:a16="http://schemas.microsoft.com/office/drawing/2014/main" id="{56006EF0-2408-4CBB-8E02-E49DF125E90F}"/>
                </a:ext>
              </a:extLst>
            </p:cNvPr>
            <p:cNvSpPr>
              <a:spLocks noChangeArrowheads="1"/>
            </p:cNvSpPr>
            <p:nvPr/>
          </p:nvSpPr>
          <p:spPr bwMode="auto">
            <a:xfrm>
              <a:off x="4665663" y="815975"/>
              <a:ext cx="755650" cy="773113"/>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099" name="Line 86">
              <a:extLst>
                <a:ext uri="{FF2B5EF4-FFF2-40B4-BE49-F238E27FC236}">
                  <a16:creationId xmlns:a16="http://schemas.microsoft.com/office/drawing/2014/main" id="{03A57B99-BBAC-4EE9-AD89-3CFDDE8E204C}"/>
                </a:ext>
              </a:extLst>
            </p:cNvPr>
            <p:cNvSpPr>
              <a:spLocks noChangeShapeType="1"/>
            </p:cNvSpPr>
            <p:nvPr/>
          </p:nvSpPr>
          <p:spPr bwMode="auto">
            <a:xfrm flipH="1">
              <a:off x="4665663" y="1211263"/>
              <a:ext cx="755650" cy="1587"/>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00" name="Line 87">
              <a:extLst>
                <a:ext uri="{FF2B5EF4-FFF2-40B4-BE49-F238E27FC236}">
                  <a16:creationId xmlns:a16="http://schemas.microsoft.com/office/drawing/2014/main" id="{EDFBBEDD-C948-4B83-8845-4BBB012F18C1}"/>
                </a:ext>
              </a:extLst>
            </p:cNvPr>
            <p:cNvSpPr>
              <a:spLocks noChangeShapeType="1"/>
            </p:cNvSpPr>
            <p:nvPr/>
          </p:nvSpPr>
          <p:spPr bwMode="auto">
            <a:xfrm flipV="1">
              <a:off x="5043488" y="815975"/>
              <a:ext cx="1587" cy="773113"/>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01" name="Line 88">
              <a:extLst>
                <a:ext uri="{FF2B5EF4-FFF2-40B4-BE49-F238E27FC236}">
                  <a16:creationId xmlns:a16="http://schemas.microsoft.com/office/drawing/2014/main" id="{5732E179-5C95-4822-B543-D9DAC713FFD9}"/>
                </a:ext>
              </a:extLst>
            </p:cNvPr>
            <p:cNvSpPr>
              <a:spLocks noChangeShapeType="1"/>
            </p:cNvSpPr>
            <p:nvPr/>
          </p:nvSpPr>
          <p:spPr bwMode="auto">
            <a:xfrm>
              <a:off x="4270375" y="438150"/>
              <a:ext cx="395288" cy="377825"/>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02" name="Rectangle 89">
              <a:extLst>
                <a:ext uri="{FF2B5EF4-FFF2-40B4-BE49-F238E27FC236}">
                  <a16:creationId xmlns:a16="http://schemas.microsoft.com/office/drawing/2014/main" id="{91B01DD9-241B-4283-8623-39EB1DBBF7B6}"/>
                </a:ext>
              </a:extLst>
            </p:cNvPr>
            <p:cNvSpPr>
              <a:spLocks noChangeArrowheads="1"/>
            </p:cNvSpPr>
            <p:nvPr/>
          </p:nvSpPr>
          <p:spPr bwMode="auto">
            <a:xfrm>
              <a:off x="5421313" y="815975"/>
              <a:ext cx="773112" cy="773113"/>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03" name="Line 90">
              <a:extLst>
                <a:ext uri="{FF2B5EF4-FFF2-40B4-BE49-F238E27FC236}">
                  <a16:creationId xmlns:a16="http://schemas.microsoft.com/office/drawing/2014/main" id="{F3EA6617-4F1F-4EBD-B614-6FD119A2AD90}"/>
                </a:ext>
              </a:extLst>
            </p:cNvPr>
            <p:cNvSpPr>
              <a:spLocks noChangeShapeType="1"/>
            </p:cNvSpPr>
            <p:nvPr/>
          </p:nvSpPr>
          <p:spPr bwMode="auto">
            <a:xfrm flipH="1">
              <a:off x="5421313" y="1211263"/>
              <a:ext cx="773112" cy="1587"/>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04" name="Line 91">
              <a:extLst>
                <a:ext uri="{FF2B5EF4-FFF2-40B4-BE49-F238E27FC236}">
                  <a16:creationId xmlns:a16="http://schemas.microsoft.com/office/drawing/2014/main" id="{E94510AD-4AB0-443B-BC62-65B86D5173E4}"/>
                </a:ext>
              </a:extLst>
            </p:cNvPr>
            <p:cNvSpPr>
              <a:spLocks noChangeShapeType="1"/>
            </p:cNvSpPr>
            <p:nvPr/>
          </p:nvSpPr>
          <p:spPr bwMode="auto">
            <a:xfrm flipV="1">
              <a:off x="5799138" y="815975"/>
              <a:ext cx="1587" cy="773113"/>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05" name="Rectangle 92">
              <a:extLst>
                <a:ext uri="{FF2B5EF4-FFF2-40B4-BE49-F238E27FC236}">
                  <a16:creationId xmlns:a16="http://schemas.microsoft.com/office/drawing/2014/main" id="{4B0C00B2-B7D9-445E-A5A8-E57DEA2A6DCC}"/>
                </a:ext>
              </a:extLst>
            </p:cNvPr>
            <p:cNvSpPr>
              <a:spLocks noChangeArrowheads="1"/>
            </p:cNvSpPr>
            <p:nvPr/>
          </p:nvSpPr>
          <p:spPr bwMode="auto">
            <a:xfrm>
              <a:off x="803275" y="554038"/>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06" name="Rectangle 93">
              <a:extLst>
                <a:ext uri="{FF2B5EF4-FFF2-40B4-BE49-F238E27FC236}">
                  <a16:creationId xmlns:a16="http://schemas.microsoft.com/office/drawing/2014/main" id="{57D66CDC-6F47-49E4-A2D9-332857E469DA}"/>
                </a:ext>
              </a:extLst>
            </p:cNvPr>
            <p:cNvSpPr>
              <a:spLocks noChangeArrowheads="1"/>
            </p:cNvSpPr>
            <p:nvPr/>
          </p:nvSpPr>
          <p:spPr bwMode="auto">
            <a:xfrm>
              <a:off x="4770438" y="6048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07" name="Rectangle 94">
              <a:extLst>
                <a:ext uri="{FF2B5EF4-FFF2-40B4-BE49-F238E27FC236}">
                  <a16:creationId xmlns:a16="http://schemas.microsoft.com/office/drawing/2014/main" id="{94205133-82CC-4100-8E6C-262E89818DC3}"/>
                </a:ext>
              </a:extLst>
            </p:cNvPr>
            <p:cNvSpPr>
              <a:spLocks noChangeArrowheads="1"/>
            </p:cNvSpPr>
            <p:nvPr/>
          </p:nvSpPr>
          <p:spPr bwMode="auto">
            <a:xfrm>
              <a:off x="5153025" y="6048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08" name="Rectangle 95">
              <a:extLst>
                <a:ext uri="{FF2B5EF4-FFF2-40B4-BE49-F238E27FC236}">
                  <a16:creationId xmlns:a16="http://schemas.microsoft.com/office/drawing/2014/main" id="{AE2B2624-3515-4B23-9C44-BB1280B14A85}"/>
                </a:ext>
              </a:extLst>
            </p:cNvPr>
            <p:cNvSpPr>
              <a:spLocks noChangeArrowheads="1"/>
            </p:cNvSpPr>
            <p:nvPr/>
          </p:nvSpPr>
          <p:spPr bwMode="auto">
            <a:xfrm>
              <a:off x="5535613" y="6048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09" name="Rectangle 96">
              <a:extLst>
                <a:ext uri="{FF2B5EF4-FFF2-40B4-BE49-F238E27FC236}">
                  <a16:creationId xmlns:a16="http://schemas.microsoft.com/office/drawing/2014/main" id="{AF8A34A8-C331-4264-88E3-F91D4DC86844}"/>
                </a:ext>
              </a:extLst>
            </p:cNvPr>
            <p:cNvSpPr>
              <a:spLocks noChangeArrowheads="1"/>
            </p:cNvSpPr>
            <p:nvPr/>
          </p:nvSpPr>
          <p:spPr bwMode="auto">
            <a:xfrm>
              <a:off x="5916613" y="6048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10" name="Rectangle 97">
              <a:extLst>
                <a:ext uri="{FF2B5EF4-FFF2-40B4-BE49-F238E27FC236}">
                  <a16:creationId xmlns:a16="http://schemas.microsoft.com/office/drawing/2014/main" id="{7EFF5A42-4512-460F-9299-2155D4CD7AE3}"/>
                </a:ext>
              </a:extLst>
            </p:cNvPr>
            <p:cNvSpPr>
              <a:spLocks noChangeArrowheads="1"/>
            </p:cNvSpPr>
            <p:nvPr/>
          </p:nvSpPr>
          <p:spPr bwMode="auto">
            <a:xfrm>
              <a:off x="4419600" y="923925"/>
              <a:ext cx="16510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11" name="Rectangle 98">
              <a:extLst>
                <a:ext uri="{FF2B5EF4-FFF2-40B4-BE49-F238E27FC236}">
                  <a16:creationId xmlns:a16="http://schemas.microsoft.com/office/drawing/2014/main" id="{65A858EF-4A4F-4322-941D-BD0B4F9F7256}"/>
                </a:ext>
              </a:extLst>
            </p:cNvPr>
            <p:cNvSpPr>
              <a:spLocks noChangeArrowheads="1"/>
            </p:cNvSpPr>
            <p:nvPr/>
          </p:nvSpPr>
          <p:spPr bwMode="auto">
            <a:xfrm>
              <a:off x="4410075" y="1306513"/>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12" name="Rectangle 106">
              <a:extLst>
                <a:ext uri="{FF2B5EF4-FFF2-40B4-BE49-F238E27FC236}">
                  <a16:creationId xmlns:a16="http://schemas.microsoft.com/office/drawing/2014/main" id="{FDCCE660-C1CC-413A-A473-1CB619F0B914}"/>
                </a:ext>
              </a:extLst>
            </p:cNvPr>
            <p:cNvSpPr>
              <a:spLocks noChangeArrowheads="1"/>
            </p:cNvSpPr>
            <p:nvPr/>
          </p:nvSpPr>
          <p:spPr bwMode="auto">
            <a:xfrm>
              <a:off x="4665663" y="1589088"/>
              <a:ext cx="755650" cy="755650"/>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13" name="Line 107">
              <a:extLst>
                <a:ext uri="{FF2B5EF4-FFF2-40B4-BE49-F238E27FC236}">
                  <a16:creationId xmlns:a16="http://schemas.microsoft.com/office/drawing/2014/main" id="{E75CC481-4035-4049-B8D8-B758C4083CED}"/>
                </a:ext>
              </a:extLst>
            </p:cNvPr>
            <p:cNvSpPr>
              <a:spLocks noChangeShapeType="1"/>
            </p:cNvSpPr>
            <p:nvPr/>
          </p:nvSpPr>
          <p:spPr bwMode="auto">
            <a:xfrm flipH="1">
              <a:off x="4665663" y="1966913"/>
              <a:ext cx="755650" cy="1587"/>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14" name="Line 108">
              <a:extLst>
                <a:ext uri="{FF2B5EF4-FFF2-40B4-BE49-F238E27FC236}">
                  <a16:creationId xmlns:a16="http://schemas.microsoft.com/office/drawing/2014/main" id="{B99BF405-EA40-4D18-AEE6-05F059C21667}"/>
                </a:ext>
              </a:extLst>
            </p:cNvPr>
            <p:cNvSpPr>
              <a:spLocks noChangeShapeType="1"/>
            </p:cNvSpPr>
            <p:nvPr/>
          </p:nvSpPr>
          <p:spPr bwMode="auto">
            <a:xfrm flipV="1">
              <a:off x="5043488" y="1589088"/>
              <a:ext cx="1587" cy="75565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15" name="Rectangle 109">
              <a:extLst>
                <a:ext uri="{FF2B5EF4-FFF2-40B4-BE49-F238E27FC236}">
                  <a16:creationId xmlns:a16="http://schemas.microsoft.com/office/drawing/2014/main" id="{87325AC0-36E9-4E9F-9B40-D6CABD9C9FD5}"/>
                </a:ext>
              </a:extLst>
            </p:cNvPr>
            <p:cNvSpPr>
              <a:spLocks noChangeArrowheads="1"/>
            </p:cNvSpPr>
            <p:nvPr/>
          </p:nvSpPr>
          <p:spPr bwMode="auto">
            <a:xfrm>
              <a:off x="5421313" y="1589088"/>
              <a:ext cx="773112" cy="755650"/>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16" name="Line 110">
              <a:extLst>
                <a:ext uri="{FF2B5EF4-FFF2-40B4-BE49-F238E27FC236}">
                  <a16:creationId xmlns:a16="http://schemas.microsoft.com/office/drawing/2014/main" id="{E6EED88D-96D4-48B3-8648-D90EDC688DA9}"/>
                </a:ext>
              </a:extLst>
            </p:cNvPr>
            <p:cNvSpPr>
              <a:spLocks noChangeShapeType="1"/>
            </p:cNvSpPr>
            <p:nvPr/>
          </p:nvSpPr>
          <p:spPr bwMode="auto">
            <a:xfrm flipH="1">
              <a:off x="5421313" y="1966913"/>
              <a:ext cx="773112" cy="1587"/>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17" name="Line 111">
              <a:extLst>
                <a:ext uri="{FF2B5EF4-FFF2-40B4-BE49-F238E27FC236}">
                  <a16:creationId xmlns:a16="http://schemas.microsoft.com/office/drawing/2014/main" id="{D020E2A8-6662-4088-A1C5-9EFDC1F2346D}"/>
                </a:ext>
              </a:extLst>
            </p:cNvPr>
            <p:cNvSpPr>
              <a:spLocks noChangeShapeType="1"/>
            </p:cNvSpPr>
            <p:nvPr/>
          </p:nvSpPr>
          <p:spPr bwMode="auto">
            <a:xfrm flipV="1">
              <a:off x="5799138" y="1589088"/>
              <a:ext cx="1587" cy="75565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18" name="Rectangle 112">
              <a:extLst>
                <a:ext uri="{FF2B5EF4-FFF2-40B4-BE49-F238E27FC236}">
                  <a16:creationId xmlns:a16="http://schemas.microsoft.com/office/drawing/2014/main" id="{B2EAE8F0-8FF5-4CF4-9877-0294214B3437}"/>
                </a:ext>
              </a:extLst>
            </p:cNvPr>
            <p:cNvSpPr>
              <a:spLocks noChangeArrowheads="1"/>
            </p:cNvSpPr>
            <p:nvPr/>
          </p:nvSpPr>
          <p:spPr bwMode="auto">
            <a:xfrm>
              <a:off x="4811713" y="931863"/>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19" name="Rectangle 115">
              <a:extLst>
                <a:ext uri="{FF2B5EF4-FFF2-40B4-BE49-F238E27FC236}">
                  <a16:creationId xmlns:a16="http://schemas.microsoft.com/office/drawing/2014/main" id="{892E8C66-96F4-4875-A8E1-A9CBC30C1C55}"/>
                </a:ext>
              </a:extLst>
            </p:cNvPr>
            <p:cNvSpPr>
              <a:spLocks noChangeArrowheads="1"/>
            </p:cNvSpPr>
            <p:nvPr/>
          </p:nvSpPr>
          <p:spPr bwMode="auto">
            <a:xfrm>
              <a:off x="5197475" y="2078038"/>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20" name="Rectangle 117">
              <a:extLst>
                <a:ext uri="{FF2B5EF4-FFF2-40B4-BE49-F238E27FC236}">
                  <a16:creationId xmlns:a16="http://schemas.microsoft.com/office/drawing/2014/main" id="{BAB16C20-7C72-4BE7-9078-BD338AFCF223}"/>
                </a:ext>
              </a:extLst>
            </p:cNvPr>
            <p:cNvSpPr>
              <a:spLocks noChangeArrowheads="1"/>
            </p:cNvSpPr>
            <p:nvPr/>
          </p:nvSpPr>
          <p:spPr bwMode="auto">
            <a:xfrm>
              <a:off x="5580063" y="2078038"/>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21" name="Rectangle 121">
              <a:extLst>
                <a:ext uri="{FF2B5EF4-FFF2-40B4-BE49-F238E27FC236}">
                  <a16:creationId xmlns:a16="http://schemas.microsoft.com/office/drawing/2014/main" id="{BB77873D-0FC4-4DF9-9312-1ED6B8576E17}"/>
                </a:ext>
              </a:extLst>
            </p:cNvPr>
            <p:cNvSpPr>
              <a:spLocks noChangeArrowheads="1"/>
            </p:cNvSpPr>
            <p:nvPr/>
          </p:nvSpPr>
          <p:spPr bwMode="auto">
            <a:xfrm>
              <a:off x="4410075" y="1695450"/>
              <a:ext cx="16510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22" name="Rectangle 122">
              <a:extLst>
                <a:ext uri="{FF2B5EF4-FFF2-40B4-BE49-F238E27FC236}">
                  <a16:creationId xmlns:a16="http://schemas.microsoft.com/office/drawing/2014/main" id="{A0404832-3822-4F07-B4A4-1D453785D220}"/>
                </a:ext>
              </a:extLst>
            </p:cNvPr>
            <p:cNvSpPr>
              <a:spLocks noChangeArrowheads="1"/>
            </p:cNvSpPr>
            <p:nvPr/>
          </p:nvSpPr>
          <p:spPr bwMode="auto">
            <a:xfrm>
              <a:off x="4410075" y="20780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23" name="Rectangle 123">
              <a:extLst>
                <a:ext uri="{FF2B5EF4-FFF2-40B4-BE49-F238E27FC236}">
                  <a16:creationId xmlns:a16="http://schemas.microsoft.com/office/drawing/2014/main" id="{51B1881F-B5AE-4FE6-AF4E-68DCFFB85561}"/>
                </a:ext>
              </a:extLst>
            </p:cNvPr>
            <p:cNvSpPr>
              <a:spLocks noChangeArrowheads="1"/>
            </p:cNvSpPr>
            <p:nvPr/>
          </p:nvSpPr>
          <p:spPr bwMode="auto">
            <a:xfrm>
              <a:off x="4406900" y="242888"/>
              <a:ext cx="730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24" name="Rectangle 124">
              <a:extLst>
                <a:ext uri="{FF2B5EF4-FFF2-40B4-BE49-F238E27FC236}">
                  <a16:creationId xmlns:a16="http://schemas.microsoft.com/office/drawing/2014/main" id="{3679016D-36BC-425A-ADAA-9BE0DD926635}"/>
                </a:ext>
              </a:extLst>
            </p:cNvPr>
            <p:cNvSpPr>
              <a:spLocks noChangeArrowheads="1"/>
            </p:cNvSpPr>
            <p:nvPr/>
          </p:nvSpPr>
          <p:spPr bwMode="auto">
            <a:xfrm>
              <a:off x="4486275" y="322263"/>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25" name="Rectangle 125">
              <a:extLst>
                <a:ext uri="{FF2B5EF4-FFF2-40B4-BE49-F238E27FC236}">
                  <a16:creationId xmlns:a16="http://schemas.microsoft.com/office/drawing/2014/main" id="{442C5AF1-6F27-4F5D-B271-4AED6F6B7E91}"/>
                </a:ext>
              </a:extLst>
            </p:cNvPr>
            <p:cNvSpPr>
              <a:spLocks noChangeArrowheads="1"/>
            </p:cNvSpPr>
            <p:nvPr/>
          </p:nvSpPr>
          <p:spPr bwMode="auto">
            <a:xfrm>
              <a:off x="4562475" y="242888"/>
              <a:ext cx="730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26" name="Rectangle 126">
              <a:extLst>
                <a:ext uri="{FF2B5EF4-FFF2-40B4-BE49-F238E27FC236}">
                  <a16:creationId xmlns:a16="http://schemas.microsoft.com/office/drawing/2014/main" id="{0728BAF6-1903-4A17-84A8-41CE36D1BA6B}"/>
                </a:ext>
              </a:extLst>
            </p:cNvPr>
            <p:cNvSpPr>
              <a:spLocks noChangeArrowheads="1"/>
            </p:cNvSpPr>
            <p:nvPr/>
          </p:nvSpPr>
          <p:spPr bwMode="auto">
            <a:xfrm>
              <a:off x="4640263" y="322263"/>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27" name="Rectangle 127">
              <a:extLst>
                <a:ext uri="{FF2B5EF4-FFF2-40B4-BE49-F238E27FC236}">
                  <a16:creationId xmlns:a16="http://schemas.microsoft.com/office/drawing/2014/main" id="{D8D08809-E387-49DA-B2DE-656AFD9D91EC}"/>
                </a:ext>
              </a:extLst>
            </p:cNvPr>
            <p:cNvSpPr>
              <a:spLocks noChangeArrowheads="1"/>
            </p:cNvSpPr>
            <p:nvPr/>
          </p:nvSpPr>
          <p:spPr bwMode="auto">
            <a:xfrm>
              <a:off x="4032250" y="474663"/>
              <a:ext cx="182563"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28" name="Rectangle 136">
              <a:extLst>
                <a:ext uri="{FF2B5EF4-FFF2-40B4-BE49-F238E27FC236}">
                  <a16:creationId xmlns:a16="http://schemas.microsoft.com/office/drawing/2014/main" id="{123CC5FF-733C-4F5B-850E-7AFA976FF857}"/>
                </a:ext>
              </a:extLst>
            </p:cNvPr>
            <p:cNvSpPr>
              <a:spLocks noChangeArrowheads="1"/>
            </p:cNvSpPr>
            <p:nvPr/>
          </p:nvSpPr>
          <p:spPr bwMode="auto">
            <a:xfrm>
              <a:off x="4230688" y="554038"/>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29" name="Rectangle 313">
              <a:extLst>
                <a:ext uri="{FF2B5EF4-FFF2-40B4-BE49-F238E27FC236}">
                  <a16:creationId xmlns:a16="http://schemas.microsoft.com/office/drawing/2014/main" id="{1306F5FF-DB4E-4F47-A202-3A93A7EE47D0}"/>
                </a:ext>
              </a:extLst>
            </p:cNvPr>
            <p:cNvSpPr>
              <a:spLocks noChangeArrowheads="1"/>
            </p:cNvSpPr>
            <p:nvPr/>
          </p:nvSpPr>
          <p:spPr bwMode="auto">
            <a:xfrm>
              <a:off x="1962150" y="2490788"/>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30" name="Rectangle 327">
              <a:extLst>
                <a:ext uri="{FF2B5EF4-FFF2-40B4-BE49-F238E27FC236}">
                  <a16:creationId xmlns:a16="http://schemas.microsoft.com/office/drawing/2014/main" id="{60CF0DB5-CFC8-4DC6-ABEE-A3F9574F56FF}"/>
                </a:ext>
              </a:extLst>
            </p:cNvPr>
            <p:cNvSpPr>
              <a:spLocks noChangeArrowheads="1"/>
            </p:cNvSpPr>
            <p:nvPr/>
          </p:nvSpPr>
          <p:spPr bwMode="auto">
            <a:xfrm>
              <a:off x="5265738" y="2571750"/>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31" name="Rectangle 328">
              <a:extLst>
                <a:ext uri="{FF2B5EF4-FFF2-40B4-BE49-F238E27FC236}">
                  <a16:creationId xmlns:a16="http://schemas.microsoft.com/office/drawing/2014/main" id="{C3CDB549-4A63-4D41-82C0-0A5E8D57325E}"/>
                </a:ext>
              </a:extLst>
            </p:cNvPr>
            <p:cNvSpPr>
              <a:spLocks noChangeArrowheads="1"/>
            </p:cNvSpPr>
            <p:nvPr/>
          </p:nvSpPr>
          <p:spPr bwMode="auto">
            <a:xfrm>
              <a:off x="5580063" y="2492375"/>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132" name="Rectangle 329">
              <a:extLst>
                <a:ext uri="{FF2B5EF4-FFF2-40B4-BE49-F238E27FC236}">
                  <a16:creationId xmlns:a16="http://schemas.microsoft.com/office/drawing/2014/main" id="{7500934A-2786-4AF7-8258-906A2A07FC9B}"/>
                </a:ext>
              </a:extLst>
            </p:cNvPr>
            <p:cNvSpPr>
              <a:spLocks noChangeArrowheads="1"/>
            </p:cNvSpPr>
            <p:nvPr/>
          </p:nvSpPr>
          <p:spPr bwMode="auto">
            <a:xfrm>
              <a:off x="5408613" y="2490788"/>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88067" name="Title 1">
            <a:extLst>
              <a:ext uri="{FF2B5EF4-FFF2-40B4-BE49-F238E27FC236}">
                <a16:creationId xmlns:a16="http://schemas.microsoft.com/office/drawing/2014/main" id="{39656EBE-5D2D-4AFC-981D-F6292170F6D0}"/>
              </a:ext>
            </a:extLst>
          </p:cNvPr>
          <p:cNvSpPr txBox="1">
            <a:spLocks/>
          </p:cNvSpPr>
          <p:nvPr/>
        </p:nvSpPr>
        <p:spPr bwMode="auto">
          <a:xfrm>
            <a:off x="0" y="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Karnaugh maps for the first JK flip-flop</a:t>
            </a:r>
          </a:p>
        </p:txBody>
      </p:sp>
      <p:cxnSp>
        <p:nvCxnSpPr>
          <p:cNvPr id="293" name="Straight Arrow Connector 292">
            <a:extLst>
              <a:ext uri="{FF2B5EF4-FFF2-40B4-BE49-F238E27FC236}">
                <a16:creationId xmlns:a16="http://schemas.microsoft.com/office/drawing/2014/main" id="{DE999CB4-C2AA-497A-9F8C-2BDAD6E95818}"/>
              </a:ext>
            </a:extLst>
          </p:cNvPr>
          <p:cNvCxnSpPr>
            <a:cxnSpLocks noChangeShapeType="1"/>
          </p:cNvCxnSpPr>
          <p:nvPr/>
        </p:nvCxnSpPr>
        <p:spPr bwMode="auto">
          <a:xfrm>
            <a:off x="914400" y="5562600"/>
            <a:ext cx="990600" cy="0"/>
          </a:xfrm>
          <a:prstGeom prst="straightConnector1">
            <a:avLst/>
          </a:prstGeom>
          <a:noFill/>
          <a:ln w="25400">
            <a:solidFill>
              <a:srgbClr val="FF0000"/>
            </a:solidFill>
            <a:round/>
            <a:headEnd/>
            <a:tailEnd type="arrow" w="med" len="med"/>
          </a:ln>
          <a:extLst>
            <a:ext uri="{909E8E84-426E-40DD-AFC4-6F175D3DCCD1}">
              <a14:hiddenFill xmlns:a14="http://schemas.microsoft.com/office/drawing/2010/main">
                <a:noFill/>
              </a14:hiddenFill>
            </a:ext>
          </a:extLst>
        </p:spPr>
      </p:cxnSp>
      <p:sp>
        <p:nvSpPr>
          <p:cNvPr id="294" name="TextBox 300">
            <a:extLst>
              <a:ext uri="{FF2B5EF4-FFF2-40B4-BE49-F238E27FC236}">
                <a16:creationId xmlns:a16="http://schemas.microsoft.com/office/drawing/2014/main" id="{80BA1F19-7AC1-4F28-B3FB-70DDE381F472}"/>
              </a:ext>
            </a:extLst>
          </p:cNvPr>
          <p:cNvSpPr txBox="1">
            <a:spLocks noChangeArrowheads="1"/>
          </p:cNvSpPr>
          <p:nvPr/>
        </p:nvSpPr>
        <p:spPr bwMode="auto">
          <a:xfrm>
            <a:off x="334963" y="5268913"/>
            <a:ext cx="40640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0000"/>
                </a:solidFill>
                <a:effectLst/>
                <a:uLnTx/>
                <a:uFillTx/>
                <a:latin typeface="Times" panose="02020603050405020304" pitchFamily="18" charset="0"/>
                <a:ea typeface="MS PGothic" panose="020B0600070205080204" pitchFamily="34" charset="-128"/>
                <a:cs typeface="+mn-cs"/>
              </a:rPr>
              <a:t>J</a:t>
            </a:r>
            <a:r>
              <a:rPr kumimoji="0" lang="en-US" altLang="en-US" sz="2400" b="0" i="0" u="none" strike="noStrike" kern="1200" cap="none" spc="0" normalizeH="0" baseline="-25000" noProof="0" dirty="0">
                <a:ln>
                  <a:noFill/>
                </a:ln>
                <a:solidFill>
                  <a:srgbClr val="FF0000"/>
                </a:solidFill>
                <a:effectLst/>
                <a:uLnTx/>
                <a:uFillTx/>
                <a:latin typeface="Times" panose="02020603050405020304" pitchFamily="18" charset="0"/>
                <a:ea typeface="MS PGothic" panose="020B0600070205080204" pitchFamily="34" charset="-128"/>
                <a:cs typeface="+mn-cs"/>
              </a:rPr>
              <a:t>0</a:t>
            </a:r>
          </a:p>
        </p:txBody>
      </p:sp>
      <p:cxnSp>
        <p:nvCxnSpPr>
          <p:cNvPr id="295" name="Straight Arrow Connector 301">
            <a:extLst>
              <a:ext uri="{FF2B5EF4-FFF2-40B4-BE49-F238E27FC236}">
                <a16:creationId xmlns:a16="http://schemas.microsoft.com/office/drawing/2014/main" id="{16F2287D-E2F3-4786-98FB-78184B40E7D5}"/>
              </a:ext>
            </a:extLst>
          </p:cNvPr>
          <p:cNvCxnSpPr>
            <a:cxnSpLocks noChangeShapeType="1"/>
          </p:cNvCxnSpPr>
          <p:nvPr/>
        </p:nvCxnSpPr>
        <p:spPr bwMode="auto">
          <a:xfrm rot="10800000">
            <a:off x="7545388" y="5551488"/>
            <a:ext cx="990600" cy="0"/>
          </a:xfrm>
          <a:prstGeom prst="straightConnector1">
            <a:avLst/>
          </a:prstGeom>
          <a:noFill/>
          <a:ln w="25400">
            <a:solidFill>
              <a:srgbClr val="3366FF"/>
            </a:solidFill>
            <a:round/>
            <a:headEnd/>
            <a:tailEnd type="arrow" w="med" len="med"/>
          </a:ln>
          <a:extLst>
            <a:ext uri="{909E8E84-426E-40DD-AFC4-6F175D3DCCD1}">
              <a14:hiddenFill xmlns:a14="http://schemas.microsoft.com/office/drawing/2010/main">
                <a:noFill/>
              </a14:hiddenFill>
            </a:ext>
          </a:extLst>
        </p:spPr>
      </p:cxnSp>
      <p:sp>
        <p:nvSpPr>
          <p:cNvPr id="296" name="TextBox 303">
            <a:extLst>
              <a:ext uri="{FF2B5EF4-FFF2-40B4-BE49-F238E27FC236}">
                <a16:creationId xmlns:a16="http://schemas.microsoft.com/office/drawing/2014/main" id="{84F09175-01B7-4C3F-9570-E2CB36FA99B7}"/>
              </a:ext>
            </a:extLst>
          </p:cNvPr>
          <p:cNvSpPr txBox="1">
            <a:spLocks noChangeArrowheads="1"/>
          </p:cNvSpPr>
          <p:nvPr/>
        </p:nvSpPr>
        <p:spPr bwMode="auto">
          <a:xfrm>
            <a:off x="8605838" y="5257800"/>
            <a:ext cx="50958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rPr>
              <a:t>K</a:t>
            </a:r>
            <a:r>
              <a:rPr kumimoji="0" lang="en-US" altLang="en-US" sz="2400" b="0" i="0" u="none" strike="noStrike" kern="1200" cap="none" spc="0" normalizeH="0" baseline="-25000" noProof="0">
                <a:ln>
                  <a:noFill/>
                </a:ln>
                <a:solidFill>
                  <a:srgbClr val="0000FF"/>
                </a:solidFill>
                <a:effectLst/>
                <a:uLnTx/>
                <a:uFillTx/>
                <a:latin typeface="Times" panose="02020603050405020304" pitchFamily="18" charset="0"/>
                <a:ea typeface="MS PGothic" panose="020B0600070205080204" pitchFamily="34" charset="-128"/>
                <a:cs typeface="+mn-cs"/>
              </a:rPr>
              <a:t>0</a:t>
            </a:r>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9089" name="Group 1">
            <a:extLst>
              <a:ext uri="{FF2B5EF4-FFF2-40B4-BE49-F238E27FC236}">
                <a16:creationId xmlns:a16="http://schemas.microsoft.com/office/drawing/2014/main" id="{7ABF8C6C-14AB-4393-A7BF-902337572367}"/>
              </a:ext>
            </a:extLst>
          </p:cNvPr>
          <p:cNvGrpSpPr>
            <a:grpSpLocks/>
          </p:cNvGrpSpPr>
          <p:nvPr/>
        </p:nvGrpSpPr>
        <p:grpSpPr bwMode="auto">
          <a:xfrm>
            <a:off x="228600" y="685800"/>
            <a:ext cx="8686800" cy="3492500"/>
            <a:chOff x="246063" y="1227138"/>
            <a:chExt cx="8686800" cy="3492500"/>
          </a:xfrm>
        </p:grpSpPr>
        <p:sp>
          <p:nvSpPr>
            <p:cNvPr id="89163" name="Rectangle 4">
              <a:extLst>
                <a:ext uri="{FF2B5EF4-FFF2-40B4-BE49-F238E27FC236}">
                  <a16:creationId xmlns:a16="http://schemas.microsoft.com/office/drawing/2014/main" id="{0D347331-748B-446F-B63F-9DAE7DEE9E0B}"/>
                </a:ext>
              </a:extLst>
            </p:cNvPr>
            <p:cNvSpPr>
              <a:spLocks noChangeArrowheads="1"/>
            </p:cNvSpPr>
            <p:nvPr/>
          </p:nvSpPr>
          <p:spPr bwMode="auto">
            <a:xfrm>
              <a:off x="547688" y="1227138"/>
              <a:ext cx="8382000" cy="95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164" name="Rectangle 5">
              <a:extLst>
                <a:ext uri="{FF2B5EF4-FFF2-40B4-BE49-F238E27FC236}">
                  <a16:creationId xmlns:a16="http://schemas.microsoft.com/office/drawing/2014/main" id="{8A09E655-6238-4CF5-8B8B-5E902CD3955E}"/>
                </a:ext>
              </a:extLst>
            </p:cNvPr>
            <p:cNvSpPr>
              <a:spLocks noChangeArrowheads="1"/>
            </p:cNvSpPr>
            <p:nvPr/>
          </p:nvSpPr>
          <p:spPr bwMode="auto">
            <a:xfrm>
              <a:off x="547688" y="1227138"/>
              <a:ext cx="11112" cy="41116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165" name="Rectangle 6">
              <a:extLst>
                <a:ext uri="{FF2B5EF4-FFF2-40B4-BE49-F238E27FC236}">
                  <a16:creationId xmlns:a16="http://schemas.microsoft.com/office/drawing/2014/main" id="{FE39288D-6469-4AC5-B9A4-AD3A06ADB948}"/>
                </a:ext>
              </a:extLst>
            </p:cNvPr>
            <p:cNvSpPr>
              <a:spLocks noChangeArrowheads="1"/>
            </p:cNvSpPr>
            <p:nvPr/>
          </p:nvSpPr>
          <p:spPr bwMode="auto">
            <a:xfrm>
              <a:off x="1462088" y="1227138"/>
              <a:ext cx="11112" cy="41116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166" name="Rectangle 7">
              <a:extLst>
                <a:ext uri="{FF2B5EF4-FFF2-40B4-BE49-F238E27FC236}">
                  <a16:creationId xmlns:a16="http://schemas.microsoft.com/office/drawing/2014/main" id="{B9E8394E-25D6-4823-BC19-E542D27A66D1}"/>
                </a:ext>
              </a:extLst>
            </p:cNvPr>
            <p:cNvSpPr>
              <a:spLocks noChangeArrowheads="1"/>
            </p:cNvSpPr>
            <p:nvPr/>
          </p:nvSpPr>
          <p:spPr bwMode="auto">
            <a:xfrm>
              <a:off x="676275" y="1457325"/>
              <a:ext cx="7302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167" name="Rectangle 8">
              <a:extLst>
                <a:ext uri="{FF2B5EF4-FFF2-40B4-BE49-F238E27FC236}">
                  <a16:creationId xmlns:a16="http://schemas.microsoft.com/office/drawing/2014/main" id="{EC1D1040-AC82-4E03-B236-9F1E7988F470}"/>
                </a:ext>
              </a:extLst>
            </p:cNvPr>
            <p:cNvSpPr>
              <a:spLocks noChangeArrowheads="1"/>
            </p:cNvSpPr>
            <p:nvPr/>
          </p:nvSpPr>
          <p:spPr bwMode="auto">
            <a:xfrm>
              <a:off x="8050213" y="1227138"/>
              <a:ext cx="11112" cy="41116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168" name="Rectangle 9">
              <a:extLst>
                <a:ext uri="{FF2B5EF4-FFF2-40B4-BE49-F238E27FC236}">
                  <a16:creationId xmlns:a16="http://schemas.microsoft.com/office/drawing/2014/main" id="{126B7A0F-52F8-464B-B523-AAB372E05017}"/>
                </a:ext>
              </a:extLst>
            </p:cNvPr>
            <p:cNvSpPr>
              <a:spLocks noChangeArrowheads="1"/>
            </p:cNvSpPr>
            <p:nvPr/>
          </p:nvSpPr>
          <p:spPr bwMode="auto">
            <a:xfrm>
              <a:off x="8921750" y="1227138"/>
              <a:ext cx="11113" cy="41116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169" name="Rectangle 10">
              <a:extLst>
                <a:ext uri="{FF2B5EF4-FFF2-40B4-BE49-F238E27FC236}">
                  <a16:creationId xmlns:a16="http://schemas.microsoft.com/office/drawing/2014/main" id="{3CEF4D55-3A29-490A-BA2C-77E2663AD838}"/>
                </a:ext>
              </a:extLst>
            </p:cNvPr>
            <p:cNvSpPr>
              <a:spLocks noChangeArrowheads="1"/>
            </p:cNvSpPr>
            <p:nvPr/>
          </p:nvSpPr>
          <p:spPr bwMode="auto">
            <a:xfrm>
              <a:off x="1462088" y="1649413"/>
              <a:ext cx="6583362"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170" name="Rectangle 11">
              <a:extLst>
                <a:ext uri="{FF2B5EF4-FFF2-40B4-BE49-F238E27FC236}">
                  <a16:creationId xmlns:a16="http://schemas.microsoft.com/office/drawing/2014/main" id="{B47DB37B-3DE0-4616-BB17-141153E39B9B}"/>
                </a:ext>
              </a:extLst>
            </p:cNvPr>
            <p:cNvSpPr>
              <a:spLocks noChangeArrowheads="1"/>
            </p:cNvSpPr>
            <p:nvPr/>
          </p:nvSpPr>
          <p:spPr bwMode="auto">
            <a:xfrm>
              <a:off x="547688" y="1638300"/>
              <a:ext cx="11112" cy="4032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171" name="Rectangle 12">
              <a:extLst>
                <a:ext uri="{FF2B5EF4-FFF2-40B4-BE49-F238E27FC236}">
                  <a16:creationId xmlns:a16="http://schemas.microsoft.com/office/drawing/2014/main" id="{BA5D3CD5-ED2D-4069-A465-C4D3D8F1E1E8}"/>
                </a:ext>
              </a:extLst>
            </p:cNvPr>
            <p:cNvSpPr>
              <a:spLocks noChangeArrowheads="1"/>
            </p:cNvSpPr>
            <p:nvPr/>
          </p:nvSpPr>
          <p:spPr bwMode="auto">
            <a:xfrm>
              <a:off x="4065588" y="1328738"/>
              <a:ext cx="142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Flip-flop inputs</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172" name="Rectangle 13">
              <a:extLst>
                <a:ext uri="{FF2B5EF4-FFF2-40B4-BE49-F238E27FC236}">
                  <a16:creationId xmlns:a16="http://schemas.microsoft.com/office/drawing/2014/main" id="{6BA51292-0D28-47E0-8DD3-F06CEA2A7653}"/>
                </a:ext>
              </a:extLst>
            </p:cNvPr>
            <p:cNvSpPr>
              <a:spLocks noChangeArrowheads="1"/>
            </p:cNvSpPr>
            <p:nvPr/>
          </p:nvSpPr>
          <p:spPr bwMode="auto">
            <a:xfrm>
              <a:off x="1462088" y="1638300"/>
              <a:ext cx="11112" cy="4032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173" name="Rectangle 14">
              <a:extLst>
                <a:ext uri="{FF2B5EF4-FFF2-40B4-BE49-F238E27FC236}">
                  <a16:creationId xmlns:a16="http://schemas.microsoft.com/office/drawing/2014/main" id="{62FBEBF4-3E6A-452D-9641-1DB816AB6454}"/>
                </a:ext>
              </a:extLst>
            </p:cNvPr>
            <p:cNvSpPr>
              <a:spLocks noChangeArrowheads="1"/>
            </p:cNvSpPr>
            <p:nvPr/>
          </p:nvSpPr>
          <p:spPr bwMode="auto">
            <a:xfrm>
              <a:off x="800100" y="1741488"/>
              <a:ext cx="4762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174" name="Rectangle 15">
              <a:extLst>
                <a:ext uri="{FF2B5EF4-FFF2-40B4-BE49-F238E27FC236}">
                  <a16:creationId xmlns:a16="http://schemas.microsoft.com/office/drawing/2014/main" id="{7C60D939-FDD5-48BB-80EC-D43349368264}"/>
                </a:ext>
              </a:extLst>
            </p:cNvPr>
            <p:cNvSpPr>
              <a:spLocks noChangeArrowheads="1"/>
            </p:cNvSpPr>
            <p:nvPr/>
          </p:nvSpPr>
          <p:spPr bwMode="auto">
            <a:xfrm>
              <a:off x="2822575" y="1739900"/>
              <a:ext cx="2095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175" name="Rectangle 16">
              <a:extLst>
                <a:ext uri="{FF2B5EF4-FFF2-40B4-BE49-F238E27FC236}">
                  <a16:creationId xmlns:a16="http://schemas.microsoft.com/office/drawing/2014/main" id="{770763C5-AA29-48B8-9580-BC46739B98BE}"/>
                </a:ext>
              </a:extLst>
            </p:cNvPr>
            <p:cNvSpPr>
              <a:spLocks noChangeArrowheads="1"/>
            </p:cNvSpPr>
            <p:nvPr/>
          </p:nvSpPr>
          <p:spPr bwMode="auto">
            <a:xfrm>
              <a:off x="3051175" y="1739900"/>
              <a:ext cx="185738"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176" name="Rectangle 17">
              <a:extLst>
                <a:ext uri="{FF2B5EF4-FFF2-40B4-BE49-F238E27FC236}">
                  <a16:creationId xmlns:a16="http://schemas.microsoft.com/office/drawing/2014/main" id="{2963F33C-BE21-49F3-A9E8-3B83DC89F441}"/>
                </a:ext>
              </a:extLst>
            </p:cNvPr>
            <p:cNvSpPr>
              <a:spLocks noChangeArrowheads="1"/>
            </p:cNvSpPr>
            <p:nvPr/>
          </p:nvSpPr>
          <p:spPr bwMode="auto">
            <a:xfrm>
              <a:off x="4745038" y="1638300"/>
              <a:ext cx="11112" cy="4032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177" name="Rectangle 18">
              <a:extLst>
                <a:ext uri="{FF2B5EF4-FFF2-40B4-BE49-F238E27FC236}">
                  <a16:creationId xmlns:a16="http://schemas.microsoft.com/office/drawing/2014/main" id="{1C37F043-17AF-4195-8554-CE706BED9D39}"/>
                </a:ext>
              </a:extLst>
            </p:cNvPr>
            <p:cNvSpPr>
              <a:spLocks noChangeArrowheads="1"/>
            </p:cNvSpPr>
            <p:nvPr/>
          </p:nvSpPr>
          <p:spPr bwMode="auto">
            <a:xfrm>
              <a:off x="3286125" y="1739900"/>
              <a:ext cx="1714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178" name="Rectangle 19">
              <a:extLst>
                <a:ext uri="{FF2B5EF4-FFF2-40B4-BE49-F238E27FC236}">
                  <a16:creationId xmlns:a16="http://schemas.microsoft.com/office/drawing/2014/main" id="{25DAC3B7-E22E-42B6-A1B3-87F118D53847}"/>
                </a:ext>
              </a:extLst>
            </p:cNvPr>
            <p:cNvSpPr>
              <a:spLocks noChangeArrowheads="1"/>
            </p:cNvSpPr>
            <p:nvPr/>
          </p:nvSpPr>
          <p:spPr bwMode="auto">
            <a:xfrm>
              <a:off x="6111875" y="1739900"/>
              <a:ext cx="2095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179" name="Rectangle 20">
              <a:extLst>
                <a:ext uri="{FF2B5EF4-FFF2-40B4-BE49-F238E27FC236}">
                  <a16:creationId xmlns:a16="http://schemas.microsoft.com/office/drawing/2014/main" id="{AD1D3923-2AB2-4D93-A393-BE349675D6B7}"/>
                </a:ext>
              </a:extLst>
            </p:cNvPr>
            <p:cNvSpPr>
              <a:spLocks noChangeArrowheads="1"/>
            </p:cNvSpPr>
            <p:nvPr/>
          </p:nvSpPr>
          <p:spPr bwMode="auto">
            <a:xfrm>
              <a:off x="6340475" y="1739900"/>
              <a:ext cx="185738"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180" name="Rectangle 21">
              <a:extLst>
                <a:ext uri="{FF2B5EF4-FFF2-40B4-BE49-F238E27FC236}">
                  <a16:creationId xmlns:a16="http://schemas.microsoft.com/office/drawing/2014/main" id="{313449AC-7FB5-4435-A03C-021495C92490}"/>
                </a:ext>
              </a:extLst>
            </p:cNvPr>
            <p:cNvSpPr>
              <a:spLocks noChangeArrowheads="1"/>
            </p:cNvSpPr>
            <p:nvPr/>
          </p:nvSpPr>
          <p:spPr bwMode="auto">
            <a:xfrm>
              <a:off x="8050213" y="1638300"/>
              <a:ext cx="11112" cy="4032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181" name="Rectangle 22">
              <a:extLst>
                <a:ext uri="{FF2B5EF4-FFF2-40B4-BE49-F238E27FC236}">
                  <a16:creationId xmlns:a16="http://schemas.microsoft.com/office/drawing/2014/main" id="{F41C4167-61B5-4B45-8D39-522B8F0DE7F7}"/>
                </a:ext>
              </a:extLst>
            </p:cNvPr>
            <p:cNvSpPr>
              <a:spLocks noChangeArrowheads="1"/>
            </p:cNvSpPr>
            <p:nvPr/>
          </p:nvSpPr>
          <p:spPr bwMode="auto">
            <a:xfrm>
              <a:off x="6577013" y="1739900"/>
              <a:ext cx="1714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182" name="Rectangle 23">
              <a:extLst>
                <a:ext uri="{FF2B5EF4-FFF2-40B4-BE49-F238E27FC236}">
                  <a16:creationId xmlns:a16="http://schemas.microsoft.com/office/drawing/2014/main" id="{0BC32129-462A-4445-A3CC-0F968124D1F6}"/>
                </a:ext>
              </a:extLst>
            </p:cNvPr>
            <p:cNvSpPr>
              <a:spLocks noChangeArrowheads="1"/>
            </p:cNvSpPr>
            <p:nvPr/>
          </p:nvSpPr>
          <p:spPr bwMode="auto">
            <a:xfrm>
              <a:off x="8921750" y="1638300"/>
              <a:ext cx="11113" cy="4032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183" name="Rectangle 24">
              <a:extLst>
                <a:ext uri="{FF2B5EF4-FFF2-40B4-BE49-F238E27FC236}">
                  <a16:creationId xmlns:a16="http://schemas.microsoft.com/office/drawing/2014/main" id="{3ADE35E5-DF00-4E9A-8551-F43925AC3AB5}"/>
                </a:ext>
              </a:extLst>
            </p:cNvPr>
            <p:cNvSpPr>
              <a:spLocks noChangeArrowheads="1"/>
            </p:cNvSpPr>
            <p:nvPr/>
          </p:nvSpPr>
          <p:spPr bwMode="auto">
            <a:xfrm>
              <a:off x="1462088" y="2052638"/>
              <a:ext cx="6583362" cy="111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184" name="Rectangle 25">
              <a:extLst>
                <a:ext uri="{FF2B5EF4-FFF2-40B4-BE49-F238E27FC236}">
                  <a16:creationId xmlns:a16="http://schemas.microsoft.com/office/drawing/2014/main" id="{1C8D3F3B-3458-40B1-8F01-8B254126D5E5}"/>
                </a:ext>
              </a:extLst>
            </p:cNvPr>
            <p:cNvSpPr>
              <a:spLocks noChangeArrowheads="1"/>
            </p:cNvSpPr>
            <p:nvPr/>
          </p:nvSpPr>
          <p:spPr bwMode="auto">
            <a:xfrm>
              <a:off x="547688" y="2041525"/>
              <a:ext cx="11112"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185" name="Rectangle 26">
              <a:extLst>
                <a:ext uri="{FF2B5EF4-FFF2-40B4-BE49-F238E27FC236}">
                  <a16:creationId xmlns:a16="http://schemas.microsoft.com/office/drawing/2014/main" id="{08F926BD-CD2B-4C2A-A075-B1ECA1FAE73C}"/>
                </a:ext>
              </a:extLst>
            </p:cNvPr>
            <p:cNvSpPr>
              <a:spLocks noChangeArrowheads="1"/>
            </p:cNvSpPr>
            <p:nvPr/>
          </p:nvSpPr>
          <p:spPr bwMode="auto">
            <a:xfrm>
              <a:off x="8212138" y="1612900"/>
              <a:ext cx="6159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Count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186" name="Rectangle 27">
              <a:extLst>
                <a:ext uri="{FF2B5EF4-FFF2-40B4-BE49-F238E27FC236}">
                  <a16:creationId xmlns:a16="http://schemas.microsoft.com/office/drawing/2014/main" id="{B0F688C2-1EE5-41D3-8E8E-429C5D6C1427}"/>
                </a:ext>
              </a:extLst>
            </p:cNvPr>
            <p:cNvSpPr>
              <a:spLocks noChangeArrowheads="1"/>
            </p:cNvSpPr>
            <p:nvPr/>
          </p:nvSpPr>
          <p:spPr bwMode="auto">
            <a:xfrm>
              <a:off x="688975" y="1981200"/>
              <a:ext cx="1587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187" name="Rectangle 28">
              <a:extLst>
                <a:ext uri="{FF2B5EF4-FFF2-40B4-BE49-F238E27FC236}">
                  <a16:creationId xmlns:a16="http://schemas.microsoft.com/office/drawing/2014/main" id="{E9CA40F5-82BF-49EA-ABBF-24DB418B1D08}"/>
                </a:ext>
              </a:extLst>
            </p:cNvPr>
            <p:cNvSpPr>
              <a:spLocks noChangeArrowheads="1"/>
            </p:cNvSpPr>
            <p:nvPr/>
          </p:nvSpPr>
          <p:spPr bwMode="auto">
            <a:xfrm>
              <a:off x="800100"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188" name="Rectangle 29">
              <a:extLst>
                <a:ext uri="{FF2B5EF4-FFF2-40B4-BE49-F238E27FC236}">
                  <a16:creationId xmlns:a16="http://schemas.microsoft.com/office/drawing/2014/main" id="{DA9A8A4B-1F71-4D95-B8E5-03FADED90C1E}"/>
                </a:ext>
              </a:extLst>
            </p:cNvPr>
            <p:cNvSpPr>
              <a:spLocks noChangeArrowheads="1"/>
            </p:cNvSpPr>
            <p:nvPr/>
          </p:nvSpPr>
          <p:spPr bwMode="auto">
            <a:xfrm>
              <a:off x="898525" y="1981200"/>
              <a:ext cx="1587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189" name="Rectangle 30">
              <a:extLst>
                <a:ext uri="{FF2B5EF4-FFF2-40B4-BE49-F238E27FC236}">
                  <a16:creationId xmlns:a16="http://schemas.microsoft.com/office/drawing/2014/main" id="{3F1649B1-F5BC-4DE4-AD51-85B40F90B5D8}"/>
                </a:ext>
              </a:extLst>
            </p:cNvPr>
            <p:cNvSpPr>
              <a:spLocks noChangeArrowheads="1"/>
            </p:cNvSpPr>
            <p:nvPr/>
          </p:nvSpPr>
          <p:spPr bwMode="auto">
            <a:xfrm>
              <a:off x="1008063"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190" name="Rectangle 31">
              <a:extLst>
                <a:ext uri="{FF2B5EF4-FFF2-40B4-BE49-F238E27FC236}">
                  <a16:creationId xmlns:a16="http://schemas.microsoft.com/office/drawing/2014/main" id="{B3D1030F-F276-4EF5-BCB4-8E8F0E97D780}"/>
                </a:ext>
              </a:extLst>
            </p:cNvPr>
            <p:cNvSpPr>
              <a:spLocks noChangeArrowheads="1"/>
            </p:cNvSpPr>
            <p:nvPr/>
          </p:nvSpPr>
          <p:spPr bwMode="auto">
            <a:xfrm>
              <a:off x="1108075" y="1981200"/>
              <a:ext cx="1587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191" name="Rectangle 32">
              <a:extLst>
                <a:ext uri="{FF2B5EF4-FFF2-40B4-BE49-F238E27FC236}">
                  <a16:creationId xmlns:a16="http://schemas.microsoft.com/office/drawing/2014/main" id="{173BA7AE-A83F-43AF-8699-BF52B9AFFCEA}"/>
                </a:ext>
              </a:extLst>
            </p:cNvPr>
            <p:cNvSpPr>
              <a:spLocks noChangeArrowheads="1"/>
            </p:cNvSpPr>
            <p:nvPr/>
          </p:nvSpPr>
          <p:spPr bwMode="auto">
            <a:xfrm>
              <a:off x="1462088" y="2041525"/>
              <a:ext cx="11112"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192" name="Rectangle 33">
              <a:extLst>
                <a:ext uri="{FF2B5EF4-FFF2-40B4-BE49-F238E27FC236}">
                  <a16:creationId xmlns:a16="http://schemas.microsoft.com/office/drawing/2014/main" id="{266F3204-A999-4760-855F-7EEA283CE6CF}"/>
                </a:ext>
              </a:extLst>
            </p:cNvPr>
            <p:cNvSpPr>
              <a:spLocks noChangeArrowheads="1"/>
            </p:cNvSpPr>
            <p:nvPr/>
          </p:nvSpPr>
          <p:spPr bwMode="auto">
            <a:xfrm>
              <a:off x="1217613"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193" name="Rectangle 34">
              <a:extLst>
                <a:ext uri="{FF2B5EF4-FFF2-40B4-BE49-F238E27FC236}">
                  <a16:creationId xmlns:a16="http://schemas.microsoft.com/office/drawing/2014/main" id="{2D8E9F89-1ED4-42F2-BCB4-27D2EF7CCF95}"/>
                </a:ext>
              </a:extLst>
            </p:cNvPr>
            <p:cNvSpPr>
              <a:spLocks noChangeArrowheads="1"/>
            </p:cNvSpPr>
            <p:nvPr/>
          </p:nvSpPr>
          <p:spPr bwMode="auto">
            <a:xfrm>
              <a:off x="1598613"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194" name="Rectangle 35">
              <a:extLst>
                <a:ext uri="{FF2B5EF4-FFF2-40B4-BE49-F238E27FC236}">
                  <a16:creationId xmlns:a16="http://schemas.microsoft.com/office/drawing/2014/main" id="{93CAB9FA-2826-42D1-86B3-5D7FAF61D027}"/>
                </a:ext>
              </a:extLst>
            </p:cNvPr>
            <p:cNvSpPr>
              <a:spLocks noChangeArrowheads="1"/>
            </p:cNvSpPr>
            <p:nvPr/>
          </p:nvSpPr>
          <p:spPr bwMode="auto">
            <a:xfrm>
              <a:off x="1725613"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195" name="Rectangle 36">
              <a:extLst>
                <a:ext uri="{FF2B5EF4-FFF2-40B4-BE49-F238E27FC236}">
                  <a16:creationId xmlns:a16="http://schemas.microsoft.com/office/drawing/2014/main" id="{4D78CCE0-4ED7-4638-BA52-F97F7A99EBD0}"/>
                </a:ext>
              </a:extLst>
            </p:cNvPr>
            <p:cNvSpPr>
              <a:spLocks noChangeArrowheads="1"/>
            </p:cNvSpPr>
            <p:nvPr/>
          </p:nvSpPr>
          <p:spPr bwMode="auto">
            <a:xfrm>
              <a:off x="1827213"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196" name="Rectangle 37">
              <a:extLst>
                <a:ext uri="{FF2B5EF4-FFF2-40B4-BE49-F238E27FC236}">
                  <a16:creationId xmlns:a16="http://schemas.microsoft.com/office/drawing/2014/main" id="{18C57D29-49B4-49BA-BA49-65E59396A55E}"/>
                </a:ext>
              </a:extLst>
            </p:cNvPr>
            <p:cNvSpPr>
              <a:spLocks noChangeArrowheads="1"/>
            </p:cNvSpPr>
            <p:nvPr/>
          </p:nvSpPr>
          <p:spPr bwMode="auto">
            <a:xfrm>
              <a:off x="1957388"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197" name="Rectangle 38">
              <a:extLst>
                <a:ext uri="{FF2B5EF4-FFF2-40B4-BE49-F238E27FC236}">
                  <a16:creationId xmlns:a16="http://schemas.microsoft.com/office/drawing/2014/main" id="{C7FB61F3-D1DC-4EEF-B347-C72963460CD3}"/>
                </a:ext>
              </a:extLst>
            </p:cNvPr>
            <p:cNvSpPr>
              <a:spLocks noChangeArrowheads="1"/>
            </p:cNvSpPr>
            <p:nvPr/>
          </p:nvSpPr>
          <p:spPr bwMode="auto">
            <a:xfrm>
              <a:off x="2055813"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198" name="Rectangle 39">
              <a:extLst>
                <a:ext uri="{FF2B5EF4-FFF2-40B4-BE49-F238E27FC236}">
                  <a16:creationId xmlns:a16="http://schemas.microsoft.com/office/drawing/2014/main" id="{FA420A81-136E-485C-A992-224B13151B80}"/>
                </a:ext>
              </a:extLst>
            </p:cNvPr>
            <p:cNvSpPr>
              <a:spLocks noChangeArrowheads="1"/>
            </p:cNvSpPr>
            <p:nvPr/>
          </p:nvSpPr>
          <p:spPr bwMode="auto">
            <a:xfrm>
              <a:off x="2422525" y="2041525"/>
              <a:ext cx="11113"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199" name="Rectangle 40">
              <a:extLst>
                <a:ext uri="{FF2B5EF4-FFF2-40B4-BE49-F238E27FC236}">
                  <a16:creationId xmlns:a16="http://schemas.microsoft.com/office/drawing/2014/main" id="{CF59183B-79FB-4165-AF4D-29FF06FC75BA}"/>
                </a:ext>
              </a:extLst>
            </p:cNvPr>
            <p:cNvSpPr>
              <a:spLocks noChangeArrowheads="1"/>
            </p:cNvSpPr>
            <p:nvPr/>
          </p:nvSpPr>
          <p:spPr bwMode="auto">
            <a:xfrm>
              <a:off x="218440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00" name="Rectangle 41">
              <a:extLst>
                <a:ext uri="{FF2B5EF4-FFF2-40B4-BE49-F238E27FC236}">
                  <a16:creationId xmlns:a16="http://schemas.microsoft.com/office/drawing/2014/main" id="{0B5D42E6-3F9A-444E-9996-5175CDFEDDB7}"/>
                </a:ext>
              </a:extLst>
            </p:cNvPr>
            <p:cNvSpPr>
              <a:spLocks noChangeArrowheads="1"/>
            </p:cNvSpPr>
            <p:nvPr/>
          </p:nvSpPr>
          <p:spPr bwMode="auto">
            <a:xfrm>
              <a:off x="2551113"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01" name="Rectangle 42">
              <a:extLst>
                <a:ext uri="{FF2B5EF4-FFF2-40B4-BE49-F238E27FC236}">
                  <a16:creationId xmlns:a16="http://schemas.microsoft.com/office/drawing/2014/main" id="{783E1DB4-C864-4CB0-ADBD-8958BB5B5335}"/>
                </a:ext>
              </a:extLst>
            </p:cNvPr>
            <p:cNvSpPr>
              <a:spLocks noChangeArrowheads="1"/>
            </p:cNvSpPr>
            <p:nvPr/>
          </p:nvSpPr>
          <p:spPr bwMode="auto">
            <a:xfrm>
              <a:off x="2674938"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02" name="Rectangle 43">
              <a:extLst>
                <a:ext uri="{FF2B5EF4-FFF2-40B4-BE49-F238E27FC236}">
                  <a16:creationId xmlns:a16="http://schemas.microsoft.com/office/drawing/2014/main" id="{33DCC429-8730-46F7-BFD4-D1FE1ED06F8F}"/>
                </a:ext>
              </a:extLst>
            </p:cNvPr>
            <p:cNvSpPr>
              <a:spLocks noChangeArrowheads="1"/>
            </p:cNvSpPr>
            <p:nvPr/>
          </p:nvSpPr>
          <p:spPr bwMode="auto">
            <a:xfrm>
              <a:off x="2774950"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03" name="Rectangle 44">
              <a:extLst>
                <a:ext uri="{FF2B5EF4-FFF2-40B4-BE49-F238E27FC236}">
                  <a16:creationId xmlns:a16="http://schemas.microsoft.com/office/drawing/2014/main" id="{62F5398E-1B0F-4E57-A9B3-6E79A58D605E}"/>
                </a:ext>
              </a:extLst>
            </p:cNvPr>
            <p:cNvSpPr>
              <a:spLocks noChangeArrowheads="1"/>
            </p:cNvSpPr>
            <p:nvPr/>
          </p:nvSpPr>
          <p:spPr bwMode="auto">
            <a:xfrm>
              <a:off x="2963863"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04" name="Rectangle 45">
              <a:extLst>
                <a:ext uri="{FF2B5EF4-FFF2-40B4-BE49-F238E27FC236}">
                  <a16:creationId xmlns:a16="http://schemas.microsoft.com/office/drawing/2014/main" id="{DCA368FB-4701-4727-884B-C37D0B0DB2D6}"/>
                </a:ext>
              </a:extLst>
            </p:cNvPr>
            <p:cNvSpPr>
              <a:spLocks noChangeArrowheads="1"/>
            </p:cNvSpPr>
            <p:nvPr/>
          </p:nvSpPr>
          <p:spPr bwMode="auto">
            <a:xfrm>
              <a:off x="3332163"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05" name="Rectangle 46">
              <a:extLst>
                <a:ext uri="{FF2B5EF4-FFF2-40B4-BE49-F238E27FC236}">
                  <a16:creationId xmlns:a16="http://schemas.microsoft.com/office/drawing/2014/main" id="{25D876E5-DA44-49E2-BCC7-D898BFE74553}"/>
                </a:ext>
              </a:extLst>
            </p:cNvPr>
            <p:cNvSpPr>
              <a:spLocks noChangeArrowheads="1"/>
            </p:cNvSpPr>
            <p:nvPr/>
          </p:nvSpPr>
          <p:spPr bwMode="auto">
            <a:xfrm>
              <a:off x="345440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06" name="Rectangle 47">
              <a:extLst>
                <a:ext uri="{FF2B5EF4-FFF2-40B4-BE49-F238E27FC236}">
                  <a16:creationId xmlns:a16="http://schemas.microsoft.com/office/drawing/2014/main" id="{9297DE32-184A-4076-9A48-19BD27A1E10E}"/>
                </a:ext>
              </a:extLst>
            </p:cNvPr>
            <p:cNvSpPr>
              <a:spLocks noChangeArrowheads="1"/>
            </p:cNvSpPr>
            <p:nvPr/>
          </p:nvSpPr>
          <p:spPr bwMode="auto">
            <a:xfrm>
              <a:off x="3554413"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07" name="Rectangle 48">
              <a:extLst>
                <a:ext uri="{FF2B5EF4-FFF2-40B4-BE49-F238E27FC236}">
                  <a16:creationId xmlns:a16="http://schemas.microsoft.com/office/drawing/2014/main" id="{ACDDCE20-AEE9-4807-9C61-3F2371BD75F0}"/>
                </a:ext>
              </a:extLst>
            </p:cNvPr>
            <p:cNvSpPr>
              <a:spLocks noChangeArrowheads="1"/>
            </p:cNvSpPr>
            <p:nvPr/>
          </p:nvSpPr>
          <p:spPr bwMode="auto">
            <a:xfrm>
              <a:off x="3743325"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08" name="Rectangle 49">
              <a:extLst>
                <a:ext uri="{FF2B5EF4-FFF2-40B4-BE49-F238E27FC236}">
                  <a16:creationId xmlns:a16="http://schemas.microsoft.com/office/drawing/2014/main" id="{DA4E0763-2893-4170-BB91-459527C6A82E}"/>
                </a:ext>
              </a:extLst>
            </p:cNvPr>
            <p:cNvSpPr>
              <a:spLocks noChangeArrowheads="1"/>
            </p:cNvSpPr>
            <p:nvPr/>
          </p:nvSpPr>
          <p:spPr bwMode="auto">
            <a:xfrm>
              <a:off x="4108450"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09" name="Rectangle 50">
              <a:extLst>
                <a:ext uri="{FF2B5EF4-FFF2-40B4-BE49-F238E27FC236}">
                  <a16:creationId xmlns:a16="http://schemas.microsoft.com/office/drawing/2014/main" id="{CF471A29-049A-4B6A-A539-55C22FA9FF92}"/>
                </a:ext>
              </a:extLst>
            </p:cNvPr>
            <p:cNvSpPr>
              <a:spLocks noChangeArrowheads="1"/>
            </p:cNvSpPr>
            <p:nvPr/>
          </p:nvSpPr>
          <p:spPr bwMode="auto">
            <a:xfrm>
              <a:off x="4232275"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10" name="Rectangle 51">
              <a:extLst>
                <a:ext uri="{FF2B5EF4-FFF2-40B4-BE49-F238E27FC236}">
                  <a16:creationId xmlns:a16="http://schemas.microsoft.com/office/drawing/2014/main" id="{56A15D2D-1640-4472-89B0-7B89B375F9C0}"/>
                </a:ext>
              </a:extLst>
            </p:cNvPr>
            <p:cNvSpPr>
              <a:spLocks noChangeArrowheads="1"/>
            </p:cNvSpPr>
            <p:nvPr/>
          </p:nvSpPr>
          <p:spPr bwMode="auto">
            <a:xfrm>
              <a:off x="4333875"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11" name="Rectangle 52">
              <a:extLst>
                <a:ext uri="{FF2B5EF4-FFF2-40B4-BE49-F238E27FC236}">
                  <a16:creationId xmlns:a16="http://schemas.microsoft.com/office/drawing/2014/main" id="{61127B02-F342-4013-B576-5EA894C00033}"/>
                </a:ext>
              </a:extLst>
            </p:cNvPr>
            <p:cNvSpPr>
              <a:spLocks noChangeArrowheads="1"/>
            </p:cNvSpPr>
            <p:nvPr/>
          </p:nvSpPr>
          <p:spPr bwMode="auto">
            <a:xfrm>
              <a:off x="4745038" y="2041525"/>
              <a:ext cx="11112"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12" name="Rectangle 53">
              <a:extLst>
                <a:ext uri="{FF2B5EF4-FFF2-40B4-BE49-F238E27FC236}">
                  <a16:creationId xmlns:a16="http://schemas.microsoft.com/office/drawing/2014/main" id="{F5B8BD1E-0E87-41CA-8B20-074289ABAEB1}"/>
                </a:ext>
              </a:extLst>
            </p:cNvPr>
            <p:cNvSpPr>
              <a:spLocks noChangeArrowheads="1"/>
            </p:cNvSpPr>
            <p:nvPr/>
          </p:nvSpPr>
          <p:spPr bwMode="auto">
            <a:xfrm>
              <a:off x="4524375"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13" name="Rectangle 54">
              <a:extLst>
                <a:ext uri="{FF2B5EF4-FFF2-40B4-BE49-F238E27FC236}">
                  <a16:creationId xmlns:a16="http://schemas.microsoft.com/office/drawing/2014/main" id="{4C3F9BB8-7506-471E-97ED-8FAB2FD1EEC8}"/>
                </a:ext>
              </a:extLst>
            </p:cNvPr>
            <p:cNvSpPr>
              <a:spLocks noChangeArrowheads="1"/>
            </p:cNvSpPr>
            <p:nvPr/>
          </p:nvSpPr>
          <p:spPr bwMode="auto">
            <a:xfrm>
              <a:off x="4887913"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14" name="Rectangle 55">
              <a:extLst>
                <a:ext uri="{FF2B5EF4-FFF2-40B4-BE49-F238E27FC236}">
                  <a16:creationId xmlns:a16="http://schemas.microsoft.com/office/drawing/2014/main" id="{CF064ED3-9210-44AF-886B-0FFD627F2493}"/>
                </a:ext>
              </a:extLst>
            </p:cNvPr>
            <p:cNvSpPr>
              <a:spLocks noChangeArrowheads="1"/>
            </p:cNvSpPr>
            <p:nvPr/>
          </p:nvSpPr>
          <p:spPr bwMode="auto">
            <a:xfrm>
              <a:off x="501650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15" name="Rectangle 56">
              <a:extLst>
                <a:ext uri="{FF2B5EF4-FFF2-40B4-BE49-F238E27FC236}">
                  <a16:creationId xmlns:a16="http://schemas.microsoft.com/office/drawing/2014/main" id="{12CCE8E1-5B76-4A38-8EAA-DD72708F7757}"/>
                </a:ext>
              </a:extLst>
            </p:cNvPr>
            <p:cNvSpPr>
              <a:spLocks noChangeArrowheads="1"/>
            </p:cNvSpPr>
            <p:nvPr/>
          </p:nvSpPr>
          <p:spPr bwMode="auto">
            <a:xfrm>
              <a:off x="5116513"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16" name="Rectangle 57">
              <a:extLst>
                <a:ext uri="{FF2B5EF4-FFF2-40B4-BE49-F238E27FC236}">
                  <a16:creationId xmlns:a16="http://schemas.microsoft.com/office/drawing/2014/main" id="{28BC4B7B-8E1D-4421-A646-7868E2D49EA6}"/>
                </a:ext>
              </a:extLst>
            </p:cNvPr>
            <p:cNvSpPr>
              <a:spLocks noChangeArrowheads="1"/>
            </p:cNvSpPr>
            <p:nvPr/>
          </p:nvSpPr>
          <p:spPr bwMode="auto">
            <a:xfrm>
              <a:off x="524510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17" name="Rectangle 58">
              <a:extLst>
                <a:ext uri="{FF2B5EF4-FFF2-40B4-BE49-F238E27FC236}">
                  <a16:creationId xmlns:a16="http://schemas.microsoft.com/office/drawing/2014/main" id="{84B9A03E-37E3-4649-9B4F-2CA274DD3599}"/>
                </a:ext>
              </a:extLst>
            </p:cNvPr>
            <p:cNvSpPr>
              <a:spLocks noChangeArrowheads="1"/>
            </p:cNvSpPr>
            <p:nvPr/>
          </p:nvSpPr>
          <p:spPr bwMode="auto">
            <a:xfrm>
              <a:off x="5346700"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18" name="Rectangle 59">
              <a:extLst>
                <a:ext uri="{FF2B5EF4-FFF2-40B4-BE49-F238E27FC236}">
                  <a16:creationId xmlns:a16="http://schemas.microsoft.com/office/drawing/2014/main" id="{96752A43-A25A-4780-8988-C9CDE05894F0}"/>
                </a:ext>
              </a:extLst>
            </p:cNvPr>
            <p:cNvSpPr>
              <a:spLocks noChangeArrowheads="1"/>
            </p:cNvSpPr>
            <p:nvPr/>
          </p:nvSpPr>
          <p:spPr bwMode="auto">
            <a:xfrm>
              <a:off x="5705475" y="2041525"/>
              <a:ext cx="11113"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19" name="Rectangle 60">
              <a:extLst>
                <a:ext uri="{FF2B5EF4-FFF2-40B4-BE49-F238E27FC236}">
                  <a16:creationId xmlns:a16="http://schemas.microsoft.com/office/drawing/2014/main" id="{70158B4B-017F-43CC-90D1-4E29837A1B17}"/>
                </a:ext>
              </a:extLst>
            </p:cNvPr>
            <p:cNvSpPr>
              <a:spLocks noChangeArrowheads="1"/>
            </p:cNvSpPr>
            <p:nvPr/>
          </p:nvSpPr>
          <p:spPr bwMode="auto">
            <a:xfrm>
              <a:off x="5475288"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20" name="Rectangle 61">
              <a:extLst>
                <a:ext uri="{FF2B5EF4-FFF2-40B4-BE49-F238E27FC236}">
                  <a16:creationId xmlns:a16="http://schemas.microsoft.com/office/drawing/2014/main" id="{4EDE25F7-44D7-482B-BCC4-F652D694EF37}"/>
                </a:ext>
              </a:extLst>
            </p:cNvPr>
            <p:cNvSpPr>
              <a:spLocks noChangeArrowheads="1"/>
            </p:cNvSpPr>
            <p:nvPr/>
          </p:nvSpPr>
          <p:spPr bwMode="auto">
            <a:xfrm>
              <a:off x="5843588"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21" name="Rectangle 62">
              <a:extLst>
                <a:ext uri="{FF2B5EF4-FFF2-40B4-BE49-F238E27FC236}">
                  <a16:creationId xmlns:a16="http://schemas.microsoft.com/office/drawing/2014/main" id="{96D8E4CD-53E5-48BC-AC3D-20684026B2AF}"/>
                </a:ext>
              </a:extLst>
            </p:cNvPr>
            <p:cNvSpPr>
              <a:spLocks noChangeArrowheads="1"/>
            </p:cNvSpPr>
            <p:nvPr/>
          </p:nvSpPr>
          <p:spPr bwMode="auto">
            <a:xfrm>
              <a:off x="5965825"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22" name="Rectangle 63">
              <a:extLst>
                <a:ext uri="{FF2B5EF4-FFF2-40B4-BE49-F238E27FC236}">
                  <a16:creationId xmlns:a16="http://schemas.microsoft.com/office/drawing/2014/main" id="{D24E15E4-242E-40E9-9038-479AD5E017C1}"/>
                </a:ext>
              </a:extLst>
            </p:cNvPr>
            <p:cNvSpPr>
              <a:spLocks noChangeArrowheads="1"/>
            </p:cNvSpPr>
            <p:nvPr/>
          </p:nvSpPr>
          <p:spPr bwMode="auto">
            <a:xfrm>
              <a:off x="6065838"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23" name="Rectangle 64">
              <a:extLst>
                <a:ext uri="{FF2B5EF4-FFF2-40B4-BE49-F238E27FC236}">
                  <a16:creationId xmlns:a16="http://schemas.microsoft.com/office/drawing/2014/main" id="{9568351D-EB20-45C4-AD7D-61998678E8D9}"/>
                </a:ext>
              </a:extLst>
            </p:cNvPr>
            <p:cNvSpPr>
              <a:spLocks noChangeArrowheads="1"/>
            </p:cNvSpPr>
            <p:nvPr/>
          </p:nvSpPr>
          <p:spPr bwMode="auto">
            <a:xfrm>
              <a:off x="625475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24" name="Rectangle 65">
              <a:extLst>
                <a:ext uri="{FF2B5EF4-FFF2-40B4-BE49-F238E27FC236}">
                  <a16:creationId xmlns:a16="http://schemas.microsoft.com/office/drawing/2014/main" id="{B79AE4BD-21A5-4AAE-9AC4-352F10079374}"/>
                </a:ext>
              </a:extLst>
            </p:cNvPr>
            <p:cNvSpPr>
              <a:spLocks noChangeArrowheads="1"/>
            </p:cNvSpPr>
            <p:nvPr/>
          </p:nvSpPr>
          <p:spPr bwMode="auto">
            <a:xfrm>
              <a:off x="6623050"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25" name="Rectangle 66">
              <a:extLst>
                <a:ext uri="{FF2B5EF4-FFF2-40B4-BE49-F238E27FC236}">
                  <a16:creationId xmlns:a16="http://schemas.microsoft.com/office/drawing/2014/main" id="{4063C840-DE35-4CF6-9329-B8F92F7A42CD}"/>
                </a:ext>
              </a:extLst>
            </p:cNvPr>
            <p:cNvSpPr>
              <a:spLocks noChangeArrowheads="1"/>
            </p:cNvSpPr>
            <p:nvPr/>
          </p:nvSpPr>
          <p:spPr bwMode="auto">
            <a:xfrm>
              <a:off x="6745288"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26" name="Rectangle 67">
              <a:extLst>
                <a:ext uri="{FF2B5EF4-FFF2-40B4-BE49-F238E27FC236}">
                  <a16:creationId xmlns:a16="http://schemas.microsoft.com/office/drawing/2014/main" id="{EE0F9A0B-8156-479B-A34A-52A54D3ADBB0}"/>
                </a:ext>
              </a:extLst>
            </p:cNvPr>
            <p:cNvSpPr>
              <a:spLocks noChangeArrowheads="1"/>
            </p:cNvSpPr>
            <p:nvPr/>
          </p:nvSpPr>
          <p:spPr bwMode="auto">
            <a:xfrm>
              <a:off x="6845300"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27" name="Rectangle 68">
              <a:extLst>
                <a:ext uri="{FF2B5EF4-FFF2-40B4-BE49-F238E27FC236}">
                  <a16:creationId xmlns:a16="http://schemas.microsoft.com/office/drawing/2014/main" id="{DF4EA205-267F-4755-B85D-5680355E8D9F}"/>
                </a:ext>
              </a:extLst>
            </p:cNvPr>
            <p:cNvSpPr>
              <a:spLocks noChangeArrowheads="1"/>
            </p:cNvSpPr>
            <p:nvPr/>
          </p:nvSpPr>
          <p:spPr bwMode="auto">
            <a:xfrm>
              <a:off x="703580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28" name="Rectangle 69">
              <a:extLst>
                <a:ext uri="{FF2B5EF4-FFF2-40B4-BE49-F238E27FC236}">
                  <a16:creationId xmlns:a16="http://schemas.microsoft.com/office/drawing/2014/main" id="{84E94CE2-5423-4D5F-AFC7-0F5256FA0FEA}"/>
                </a:ext>
              </a:extLst>
            </p:cNvPr>
            <p:cNvSpPr>
              <a:spLocks noChangeArrowheads="1"/>
            </p:cNvSpPr>
            <p:nvPr/>
          </p:nvSpPr>
          <p:spPr bwMode="auto">
            <a:xfrm>
              <a:off x="7399338"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29" name="Rectangle 70">
              <a:extLst>
                <a:ext uri="{FF2B5EF4-FFF2-40B4-BE49-F238E27FC236}">
                  <a16:creationId xmlns:a16="http://schemas.microsoft.com/office/drawing/2014/main" id="{8B0272E1-5402-4872-8D46-6B48FB3BBABA}"/>
                </a:ext>
              </a:extLst>
            </p:cNvPr>
            <p:cNvSpPr>
              <a:spLocks noChangeArrowheads="1"/>
            </p:cNvSpPr>
            <p:nvPr/>
          </p:nvSpPr>
          <p:spPr bwMode="auto">
            <a:xfrm>
              <a:off x="7523163"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30" name="Rectangle 71">
              <a:extLst>
                <a:ext uri="{FF2B5EF4-FFF2-40B4-BE49-F238E27FC236}">
                  <a16:creationId xmlns:a16="http://schemas.microsoft.com/office/drawing/2014/main" id="{5951A598-D3D6-41CA-AF83-48F5647ABDC5}"/>
                </a:ext>
              </a:extLst>
            </p:cNvPr>
            <p:cNvSpPr>
              <a:spLocks noChangeArrowheads="1"/>
            </p:cNvSpPr>
            <p:nvPr/>
          </p:nvSpPr>
          <p:spPr bwMode="auto">
            <a:xfrm>
              <a:off x="7624763"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31" name="Rectangle 72">
              <a:extLst>
                <a:ext uri="{FF2B5EF4-FFF2-40B4-BE49-F238E27FC236}">
                  <a16:creationId xmlns:a16="http://schemas.microsoft.com/office/drawing/2014/main" id="{E9AFCC27-6849-4641-A37E-E36ED9FB9F0A}"/>
                </a:ext>
              </a:extLst>
            </p:cNvPr>
            <p:cNvSpPr>
              <a:spLocks noChangeArrowheads="1"/>
            </p:cNvSpPr>
            <p:nvPr/>
          </p:nvSpPr>
          <p:spPr bwMode="auto">
            <a:xfrm>
              <a:off x="8050213" y="2041525"/>
              <a:ext cx="11112"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32" name="Rectangle 73">
              <a:extLst>
                <a:ext uri="{FF2B5EF4-FFF2-40B4-BE49-F238E27FC236}">
                  <a16:creationId xmlns:a16="http://schemas.microsoft.com/office/drawing/2014/main" id="{BD4B2C9A-7CEE-45FF-A2EB-B3276134E893}"/>
                </a:ext>
              </a:extLst>
            </p:cNvPr>
            <p:cNvSpPr>
              <a:spLocks noChangeArrowheads="1"/>
            </p:cNvSpPr>
            <p:nvPr/>
          </p:nvSpPr>
          <p:spPr bwMode="auto">
            <a:xfrm>
              <a:off x="7815263"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33" name="Rectangle 74">
              <a:extLst>
                <a:ext uri="{FF2B5EF4-FFF2-40B4-BE49-F238E27FC236}">
                  <a16:creationId xmlns:a16="http://schemas.microsoft.com/office/drawing/2014/main" id="{DBCD0F82-B3FE-431A-AF8B-ECFA3A52D3C1}"/>
                </a:ext>
              </a:extLst>
            </p:cNvPr>
            <p:cNvSpPr>
              <a:spLocks noChangeArrowheads="1"/>
            </p:cNvSpPr>
            <p:nvPr/>
          </p:nvSpPr>
          <p:spPr bwMode="auto">
            <a:xfrm>
              <a:off x="8178800" y="1981200"/>
              <a:ext cx="146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34" name="Rectangle 75">
              <a:extLst>
                <a:ext uri="{FF2B5EF4-FFF2-40B4-BE49-F238E27FC236}">
                  <a16:creationId xmlns:a16="http://schemas.microsoft.com/office/drawing/2014/main" id="{5F1CE146-C547-469C-8A96-53C2941E15F7}"/>
                </a:ext>
              </a:extLst>
            </p:cNvPr>
            <p:cNvSpPr>
              <a:spLocks noChangeArrowheads="1"/>
            </p:cNvSpPr>
            <p:nvPr/>
          </p:nvSpPr>
          <p:spPr bwMode="auto">
            <a:xfrm>
              <a:off x="8283575"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35" name="Rectangle 76">
              <a:extLst>
                <a:ext uri="{FF2B5EF4-FFF2-40B4-BE49-F238E27FC236}">
                  <a16:creationId xmlns:a16="http://schemas.microsoft.com/office/drawing/2014/main" id="{F74433A5-9A5B-4482-9974-0BBD82CAF077}"/>
                </a:ext>
              </a:extLst>
            </p:cNvPr>
            <p:cNvSpPr>
              <a:spLocks noChangeArrowheads="1"/>
            </p:cNvSpPr>
            <p:nvPr/>
          </p:nvSpPr>
          <p:spPr bwMode="auto">
            <a:xfrm>
              <a:off x="8383588" y="1981200"/>
              <a:ext cx="146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36" name="Rectangle 77">
              <a:extLst>
                <a:ext uri="{FF2B5EF4-FFF2-40B4-BE49-F238E27FC236}">
                  <a16:creationId xmlns:a16="http://schemas.microsoft.com/office/drawing/2014/main" id="{59C5ECB2-96A8-45FA-BBA1-7636C7E9075A}"/>
                </a:ext>
              </a:extLst>
            </p:cNvPr>
            <p:cNvSpPr>
              <a:spLocks noChangeArrowheads="1"/>
            </p:cNvSpPr>
            <p:nvPr/>
          </p:nvSpPr>
          <p:spPr bwMode="auto">
            <a:xfrm>
              <a:off x="8486775"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37" name="Rectangle 78">
              <a:extLst>
                <a:ext uri="{FF2B5EF4-FFF2-40B4-BE49-F238E27FC236}">
                  <a16:creationId xmlns:a16="http://schemas.microsoft.com/office/drawing/2014/main" id="{B422D5C3-92DD-4909-BB6B-830D12BABC18}"/>
                </a:ext>
              </a:extLst>
            </p:cNvPr>
            <p:cNvSpPr>
              <a:spLocks noChangeArrowheads="1"/>
            </p:cNvSpPr>
            <p:nvPr/>
          </p:nvSpPr>
          <p:spPr bwMode="auto">
            <a:xfrm>
              <a:off x="8586788" y="1981200"/>
              <a:ext cx="146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38" name="Rectangle 79">
              <a:extLst>
                <a:ext uri="{FF2B5EF4-FFF2-40B4-BE49-F238E27FC236}">
                  <a16:creationId xmlns:a16="http://schemas.microsoft.com/office/drawing/2014/main" id="{4930623D-D873-4659-AC36-F208489D0E9E}"/>
                </a:ext>
              </a:extLst>
            </p:cNvPr>
            <p:cNvSpPr>
              <a:spLocks noChangeArrowheads="1"/>
            </p:cNvSpPr>
            <p:nvPr/>
          </p:nvSpPr>
          <p:spPr bwMode="auto">
            <a:xfrm>
              <a:off x="8921750" y="2041525"/>
              <a:ext cx="11113"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39" name="Rectangle 80">
              <a:extLst>
                <a:ext uri="{FF2B5EF4-FFF2-40B4-BE49-F238E27FC236}">
                  <a16:creationId xmlns:a16="http://schemas.microsoft.com/office/drawing/2014/main" id="{5B8F66B8-F1C1-4DCE-A479-039AE9E1DEE2}"/>
                </a:ext>
              </a:extLst>
            </p:cNvPr>
            <p:cNvSpPr>
              <a:spLocks noChangeArrowheads="1"/>
            </p:cNvSpPr>
            <p:nvPr/>
          </p:nvSpPr>
          <p:spPr bwMode="auto">
            <a:xfrm>
              <a:off x="547688" y="2454275"/>
              <a:ext cx="8382000"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40" name="Rectangle 81">
              <a:extLst>
                <a:ext uri="{FF2B5EF4-FFF2-40B4-BE49-F238E27FC236}">
                  <a16:creationId xmlns:a16="http://schemas.microsoft.com/office/drawing/2014/main" id="{2A0C03CC-55BC-4048-A8D6-ED1D97215156}"/>
                </a:ext>
              </a:extLst>
            </p:cNvPr>
            <p:cNvSpPr>
              <a:spLocks noChangeArrowheads="1"/>
            </p:cNvSpPr>
            <p:nvPr/>
          </p:nvSpPr>
          <p:spPr bwMode="auto">
            <a:xfrm>
              <a:off x="8691563"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41" name="Rectangle 82">
              <a:extLst>
                <a:ext uri="{FF2B5EF4-FFF2-40B4-BE49-F238E27FC236}">
                  <a16:creationId xmlns:a16="http://schemas.microsoft.com/office/drawing/2014/main" id="{D5AA3346-95CB-41D8-BB29-4DE945AAD60A}"/>
                </a:ext>
              </a:extLst>
            </p:cNvPr>
            <p:cNvSpPr>
              <a:spLocks noChangeArrowheads="1"/>
            </p:cNvSpPr>
            <p:nvPr/>
          </p:nvSpPr>
          <p:spPr bwMode="auto">
            <a:xfrm>
              <a:off x="547688" y="2446338"/>
              <a:ext cx="11112"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42" name="Rectangle 83">
              <a:extLst>
                <a:ext uri="{FF2B5EF4-FFF2-40B4-BE49-F238E27FC236}">
                  <a16:creationId xmlns:a16="http://schemas.microsoft.com/office/drawing/2014/main" id="{8D3B9325-C694-4DD3-99DA-84F36B8B4D9F}"/>
                </a:ext>
              </a:extLst>
            </p:cNvPr>
            <p:cNvSpPr>
              <a:spLocks noChangeArrowheads="1"/>
            </p:cNvSpPr>
            <p:nvPr/>
          </p:nvSpPr>
          <p:spPr bwMode="auto">
            <a:xfrm>
              <a:off x="246063" y="2536825"/>
              <a:ext cx="2222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43" name="Rectangle 84">
              <a:extLst>
                <a:ext uri="{FF2B5EF4-FFF2-40B4-BE49-F238E27FC236}">
                  <a16:creationId xmlns:a16="http://schemas.microsoft.com/office/drawing/2014/main" id="{C0ACE7A5-31BE-4581-A8CC-D432FAF8D1DA}"/>
                </a:ext>
              </a:extLst>
            </p:cNvPr>
            <p:cNvSpPr>
              <a:spLocks noChangeArrowheads="1"/>
            </p:cNvSpPr>
            <p:nvPr/>
          </p:nvSpPr>
          <p:spPr bwMode="auto">
            <a:xfrm>
              <a:off x="1462088" y="2446338"/>
              <a:ext cx="11112"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44" name="Rectangle 85">
              <a:extLst>
                <a:ext uri="{FF2B5EF4-FFF2-40B4-BE49-F238E27FC236}">
                  <a16:creationId xmlns:a16="http://schemas.microsoft.com/office/drawing/2014/main" id="{89537EA3-C77A-4DCE-A2DE-44C30774FD35}"/>
                </a:ext>
              </a:extLst>
            </p:cNvPr>
            <p:cNvSpPr>
              <a:spLocks noChangeArrowheads="1"/>
            </p:cNvSpPr>
            <p:nvPr/>
          </p:nvSpPr>
          <p:spPr bwMode="auto">
            <a:xfrm>
              <a:off x="836613" y="25352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45" name="Rectangle 86">
              <a:extLst>
                <a:ext uri="{FF2B5EF4-FFF2-40B4-BE49-F238E27FC236}">
                  <a16:creationId xmlns:a16="http://schemas.microsoft.com/office/drawing/2014/main" id="{E1C5196B-970B-4375-904D-224304156DBA}"/>
                </a:ext>
              </a:extLst>
            </p:cNvPr>
            <p:cNvSpPr>
              <a:spLocks noChangeArrowheads="1"/>
            </p:cNvSpPr>
            <p:nvPr/>
          </p:nvSpPr>
          <p:spPr bwMode="auto">
            <a:xfrm>
              <a:off x="2422525" y="2446338"/>
              <a:ext cx="11113"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46" name="Rectangle 87">
              <a:extLst>
                <a:ext uri="{FF2B5EF4-FFF2-40B4-BE49-F238E27FC236}">
                  <a16:creationId xmlns:a16="http://schemas.microsoft.com/office/drawing/2014/main" id="{6D9ED5BA-1C08-4E91-8D8D-C022D11AE193}"/>
                </a:ext>
              </a:extLst>
            </p:cNvPr>
            <p:cNvSpPr>
              <a:spLocks noChangeArrowheads="1"/>
            </p:cNvSpPr>
            <p:nvPr/>
          </p:nvSpPr>
          <p:spPr bwMode="auto">
            <a:xfrm>
              <a:off x="1771650" y="25352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47" name="Rectangle 88">
              <a:extLst>
                <a:ext uri="{FF2B5EF4-FFF2-40B4-BE49-F238E27FC236}">
                  <a16:creationId xmlns:a16="http://schemas.microsoft.com/office/drawing/2014/main" id="{C58292F0-8C1F-44EA-950D-AACD09B0BE5B}"/>
                </a:ext>
              </a:extLst>
            </p:cNvPr>
            <p:cNvSpPr>
              <a:spLocks noChangeArrowheads="1"/>
            </p:cNvSpPr>
            <p:nvPr/>
          </p:nvSpPr>
          <p:spPr bwMode="auto">
            <a:xfrm>
              <a:off x="2686050"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48" name="Rectangle 89">
              <a:extLst>
                <a:ext uri="{FF2B5EF4-FFF2-40B4-BE49-F238E27FC236}">
                  <a16:creationId xmlns:a16="http://schemas.microsoft.com/office/drawing/2014/main" id="{7FDAD589-17BF-498F-9B6E-ED311D8C1E98}"/>
                </a:ext>
              </a:extLst>
            </p:cNvPr>
            <p:cNvSpPr>
              <a:spLocks noChangeArrowheads="1"/>
            </p:cNvSpPr>
            <p:nvPr/>
          </p:nvSpPr>
          <p:spPr bwMode="auto">
            <a:xfrm>
              <a:off x="3465513"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49" name="Rectangle 90">
              <a:extLst>
                <a:ext uri="{FF2B5EF4-FFF2-40B4-BE49-F238E27FC236}">
                  <a16:creationId xmlns:a16="http://schemas.microsoft.com/office/drawing/2014/main" id="{F663BE70-84B5-4396-B8AB-E3BA8A54EC4E}"/>
                </a:ext>
              </a:extLst>
            </p:cNvPr>
            <p:cNvSpPr>
              <a:spLocks noChangeArrowheads="1"/>
            </p:cNvSpPr>
            <p:nvPr/>
          </p:nvSpPr>
          <p:spPr bwMode="auto">
            <a:xfrm>
              <a:off x="4745038" y="2446338"/>
              <a:ext cx="11112"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50" name="Rectangle 91">
              <a:extLst>
                <a:ext uri="{FF2B5EF4-FFF2-40B4-BE49-F238E27FC236}">
                  <a16:creationId xmlns:a16="http://schemas.microsoft.com/office/drawing/2014/main" id="{80275118-B864-4BA5-B4E4-5FA3A79C4B2B}"/>
                </a:ext>
              </a:extLst>
            </p:cNvPr>
            <p:cNvSpPr>
              <a:spLocks noChangeArrowheads="1"/>
            </p:cNvSpPr>
            <p:nvPr/>
          </p:nvSpPr>
          <p:spPr bwMode="auto">
            <a:xfrm>
              <a:off x="4244975"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51" name="Rectangle 92">
              <a:extLst>
                <a:ext uri="{FF2B5EF4-FFF2-40B4-BE49-F238E27FC236}">
                  <a16:creationId xmlns:a16="http://schemas.microsoft.com/office/drawing/2014/main" id="{0B1DCE85-AF50-46C0-9B7F-BBCC88364732}"/>
                </a:ext>
              </a:extLst>
            </p:cNvPr>
            <p:cNvSpPr>
              <a:spLocks noChangeArrowheads="1"/>
            </p:cNvSpPr>
            <p:nvPr/>
          </p:nvSpPr>
          <p:spPr bwMode="auto">
            <a:xfrm>
              <a:off x="5705475" y="2446338"/>
              <a:ext cx="11113"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52" name="Rectangle 93">
              <a:extLst>
                <a:ext uri="{FF2B5EF4-FFF2-40B4-BE49-F238E27FC236}">
                  <a16:creationId xmlns:a16="http://schemas.microsoft.com/office/drawing/2014/main" id="{3E5C7717-7362-447F-ABE3-522183E5E6CD}"/>
                </a:ext>
              </a:extLst>
            </p:cNvPr>
            <p:cNvSpPr>
              <a:spLocks noChangeArrowheads="1"/>
            </p:cNvSpPr>
            <p:nvPr/>
          </p:nvSpPr>
          <p:spPr bwMode="auto">
            <a:xfrm>
              <a:off x="5054600" y="25352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53" name="Rectangle 94">
              <a:extLst>
                <a:ext uri="{FF2B5EF4-FFF2-40B4-BE49-F238E27FC236}">
                  <a16:creationId xmlns:a16="http://schemas.microsoft.com/office/drawing/2014/main" id="{ECAB1284-0A3B-4B5B-AD7C-76A95D898CCE}"/>
                </a:ext>
              </a:extLst>
            </p:cNvPr>
            <p:cNvSpPr>
              <a:spLocks noChangeArrowheads="1"/>
            </p:cNvSpPr>
            <p:nvPr/>
          </p:nvSpPr>
          <p:spPr bwMode="auto">
            <a:xfrm>
              <a:off x="5970588"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54" name="Rectangle 95">
              <a:extLst>
                <a:ext uri="{FF2B5EF4-FFF2-40B4-BE49-F238E27FC236}">
                  <a16:creationId xmlns:a16="http://schemas.microsoft.com/office/drawing/2014/main" id="{D43FB51B-A39B-47D7-B0B5-E345CA7F5030}"/>
                </a:ext>
              </a:extLst>
            </p:cNvPr>
            <p:cNvSpPr>
              <a:spLocks noChangeArrowheads="1"/>
            </p:cNvSpPr>
            <p:nvPr/>
          </p:nvSpPr>
          <p:spPr bwMode="auto">
            <a:xfrm>
              <a:off x="6748463"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55" name="Rectangle 96">
              <a:extLst>
                <a:ext uri="{FF2B5EF4-FFF2-40B4-BE49-F238E27FC236}">
                  <a16:creationId xmlns:a16="http://schemas.microsoft.com/office/drawing/2014/main" id="{98C58FE9-8241-4B36-9C7D-8701B37AB312}"/>
                </a:ext>
              </a:extLst>
            </p:cNvPr>
            <p:cNvSpPr>
              <a:spLocks noChangeArrowheads="1"/>
            </p:cNvSpPr>
            <p:nvPr/>
          </p:nvSpPr>
          <p:spPr bwMode="auto">
            <a:xfrm>
              <a:off x="8050213" y="2446338"/>
              <a:ext cx="11112"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56" name="Rectangle 97">
              <a:extLst>
                <a:ext uri="{FF2B5EF4-FFF2-40B4-BE49-F238E27FC236}">
                  <a16:creationId xmlns:a16="http://schemas.microsoft.com/office/drawing/2014/main" id="{83739B68-C750-45CC-BCC3-15C3E34104E4}"/>
                </a:ext>
              </a:extLst>
            </p:cNvPr>
            <p:cNvSpPr>
              <a:spLocks noChangeArrowheads="1"/>
            </p:cNvSpPr>
            <p:nvPr/>
          </p:nvSpPr>
          <p:spPr bwMode="auto">
            <a:xfrm>
              <a:off x="7526338"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57" name="Rectangle 98">
              <a:extLst>
                <a:ext uri="{FF2B5EF4-FFF2-40B4-BE49-F238E27FC236}">
                  <a16:creationId xmlns:a16="http://schemas.microsoft.com/office/drawing/2014/main" id="{4CEF315A-EE13-4D14-B115-5C46290070BD}"/>
                </a:ext>
              </a:extLst>
            </p:cNvPr>
            <p:cNvSpPr>
              <a:spLocks noChangeArrowheads="1"/>
            </p:cNvSpPr>
            <p:nvPr/>
          </p:nvSpPr>
          <p:spPr bwMode="auto">
            <a:xfrm>
              <a:off x="8921750" y="2446338"/>
              <a:ext cx="11113"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58" name="Rectangle 99">
              <a:extLst>
                <a:ext uri="{FF2B5EF4-FFF2-40B4-BE49-F238E27FC236}">
                  <a16:creationId xmlns:a16="http://schemas.microsoft.com/office/drawing/2014/main" id="{054F5B51-5B32-4413-A517-E0AAC57FD087}"/>
                </a:ext>
              </a:extLst>
            </p:cNvPr>
            <p:cNvSpPr>
              <a:spLocks noChangeArrowheads="1"/>
            </p:cNvSpPr>
            <p:nvPr/>
          </p:nvSpPr>
          <p:spPr bwMode="auto">
            <a:xfrm>
              <a:off x="8297863" y="25352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59" name="Rectangle 100">
              <a:extLst>
                <a:ext uri="{FF2B5EF4-FFF2-40B4-BE49-F238E27FC236}">
                  <a16:creationId xmlns:a16="http://schemas.microsoft.com/office/drawing/2014/main" id="{F7F0B4D4-F86C-4E43-8721-33F63C60CEDF}"/>
                </a:ext>
              </a:extLst>
            </p:cNvPr>
            <p:cNvSpPr>
              <a:spLocks noChangeArrowheads="1"/>
            </p:cNvSpPr>
            <p:nvPr/>
          </p:nvSpPr>
          <p:spPr bwMode="auto">
            <a:xfrm>
              <a:off x="547688" y="2800350"/>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60" name="Rectangle 101">
              <a:extLst>
                <a:ext uri="{FF2B5EF4-FFF2-40B4-BE49-F238E27FC236}">
                  <a16:creationId xmlns:a16="http://schemas.microsoft.com/office/drawing/2014/main" id="{C4BCEE8A-D46E-4DA4-B9F2-17C432DFA161}"/>
                </a:ext>
              </a:extLst>
            </p:cNvPr>
            <p:cNvSpPr>
              <a:spLocks noChangeArrowheads="1"/>
            </p:cNvSpPr>
            <p:nvPr/>
          </p:nvSpPr>
          <p:spPr bwMode="auto">
            <a:xfrm>
              <a:off x="260350" y="2805113"/>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61" name="Rectangle 102">
              <a:extLst>
                <a:ext uri="{FF2B5EF4-FFF2-40B4-BE49-F238E27FC236}">
                  <a16:creationId xmlns:a16="http://schemas.microsoft.com/office/drawing/2014/main" id="{A973CF4E-B5AB-4741-8482-DE5CE855B7FB}"/>
                </a:ext>
              </a:extLst>
            </p:cNvPr>
            <p:cNvSpPr>
              <a:spLocks noChangeArrowheads="1"/>
            </p:cNvSpPr>
            <p:nvPr/>
          </p:nvSpPr>
          <p:spPr bwMode="auto">
            <a:xfrm>
              <a:off x="1462088" y="2800350"/>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62" name="Rectangle 103">
              <a:extLst>
                <a:ext uri="{FF2B5EF4-FFF2-40B4-BE49-F238E27FC236}">
                  <a16:creationId xmlns:a16="http://schemas.microsoft.com/office/drawing/2014/main" id="{55C04285-AA12-496D-959D-47336C0A9D24}"/>
                </a:ext>
              </a:extLst>
            </p:cNvPr>
            <p:cNvSpPr>
              <a:spLocks noChangeArrowheads="1"/>
            </p:cNvSpPr>
            <p:nvPr/>
          </p:nvSpPr>
          <p:spPr bwMode="auto">
            <a:xfrm>
              <a:off x="838200" y="28035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63" name="Rectangle 104">
              <a:extLst>
                <a:ext uri="{FF2B5EF4-FFF2-40B4-BE49-F238E27FC236}">
                  <a16:creationId xmlns:a16="http://schemas.microsoft.com/office/drawing/2014/main" id="{3FECED28-948B-4009-BE32-1473F64313BD}"/>
                </a:ext>
              </a:extLst>
            </p:cNvPr>
            <p:cNvSpPr>
              <a:spLocks noChangeArrowheads="1"/>
            </p:cNvSpPr>
            <p:nvPr/>
          </p:nvSpPr>
          <p:spPr bwMode="auto">
            <a:xfrm>
              <a:off x="2422525" y="2800350"/>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64" name="Rectangle 105">
              <a:extLst>
                <a:ext uri="{FF2B5EF4-FFF2-40B4-BE49-F238E27FC236}">
                  <a16:creationId xmlns:a16="http://schemas.microsoft.com/office/drawing/2014/main" id="{6A571BAA-2E27-4E5F-AE7B-B5ED8205D691}"/>
                </a:ext>
              </a:extLst>
            </p:cNvPr>
            <p:cNvSpPr>
              <a:spLocks noChangeArrowheads="1"/>
            </p:cNvSpPr>
            <p:nvPr/>
          </p:nvSpPr>
          <p:spPr bwMode="auto">
            <a:xfrm>
              <a:off x="1771650" y="28035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65" name="Rectangle 106">
              <a:extLst>
                <a:ext uri="{FF2B5EF4-FFF2-40B4-BE49-F238E27FC236}">
                  <a16:creationId xmlns:a16="http://schemas.microsoft.com/office/drawing/2014/main" id="{FA5CE121-42C7-48C4-AE3F-412F8E78D531}"/>
                </a:ext>
              </a:extLst>
            </p:cNvPr>
            <p:cNvSpPr>
              <a:spLocks noChangeArrowheads="1"/>
            </p:cNvSpPr>
            <p:nvPr/>
          </p:nvSpPr>
          <p:spPr bwMode="auto">
            <a:xfrm>
              <a:off x="2686050"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66" name="Rectangle 107">
              <a:extLst>
                <a:ext uri="{FF2B5EF4-FFF2-40B4-BE49-F238E27FC236}">
                  <a16:creationId xmlns:a16="http://schemas.microsoft.com/office/drawing/2014/main" id="{C6D7EC43-E93D-4DCA-A887-2B35F8E89F1B}"/>
                </a:ext>
              </a:extLst>
            </p:cNvPr>
            <p:cNvSpPr>
              <a:spLocks noChangeArrowheads="1"/>
            </p:cNvSpPr>
            <p:nvPr/>
          </p:nvSpPr>
          <p:spPr bwMode="auto">
            <a:xfrm>
              <a:off x="3465513"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67" name="Rectangle 108">
              <a:extLst>
                <a:ext uri="{FF2B5EF4-FFF2-40B4-BE49-F238E27FC236}">
                  <a16:creationId xmlns:a16="http://schemas.microsoft.com/office/drawing/2014/main" id="{1D5BC8AC-067E-400A-B85C-EF52591A1F5A}"/>
                </a:ext>
              </a:extLst>
            </p:cNvPr>
            <p:cNvSpPr>
              <a:spLocks noChangeArrowheads="1"/>
            </p:cNvSpPr>
            <p:nvPr/>
          </p:nvSpPr>
          <p:spPr bwMode="auto">
            <a:xfrm>
              <a:off x="4745038" y="2800350"/>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68" name="Rectangle 109">
              <a:extLst>
                <a:ext uri="{FF2B5EF4-FFF2-40B4-BE49-F238E27FC236}">
                  <a16:creationId xmlns:a16="http://schemas.microsoft.com/office/drawing/2014/main" id="{B6FC2205-A365-4FC3-85E5-77D45A8B1973}"/>
                </a:ext>
              </a:extLst>
            </p:cNvPr>
            <p:cNvSpPr>
              <a:spLocks noChangeArrowheads="1"/>
            </p:cNvSpPr>
            <p:nvPr/>
          </p:nvSpPr>
          <p:spPr bwMode="auto">
            <a:xfrm>
              <a:off x="4244975"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69" name="Rectangle 110">
              <a:extLst>
                <a:ext uri="{FF2B5EF4-FFF2-40B4-BE49-F238E27FC236}">
                  <a16:creationId xmlns:a16="http://schemas.microsoft.com/office/drawing/2014/main" id="{2FF5CEF2-1056-47C7-9DE8-86F4CDE16FF1}"/>
                </a:ext>
              </a:extLst>
            </p:cNvPr>
            <p:cNvSpPr>
              <a:spLocks noChangeArrowheads="1"/>
            </p:cNvSpPr>
            <p:nvPr/>
          </p:nvSpPr>
          <p:spPr bwMode="auto">
            <a:xfrm>
              <a:off x="5705475" y="2800350"/>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70" name="Rectangle 111">
              <a:extLst>
                <a:ext uri="{FF2B5EF4-FFF2-40B4-BE49-F238E27FC236}">
                  <a16:creationId xmlns:a16="http://schemas.microsoft.com/office/drawing/2014/main" id="{973EDCC8-55D1-4C60-B499-A964F6364891}"/>
                </a:ext>
              </a:extLst>
            </p:cNvPr>
            <p:cNvSpPr>
              <a:spLocks noChangeArrowheads="1"/>
            </p:cNvSpPr>
            <p:nvPr/>
          </p:nvSpPr>
          <p:spPr bwMode="auto">
            <a:xfrm>
              <a:off x="5056188" y="28035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71" name="Rectangle 112">
              <a:extLst>
                <a:ext uri="{FF2B5EF4-FFF2-40B4-BE49-F238E27FC236}">
                  <a16:creationId xmlns:a16="http://schemas.microsoft.com/office/drawing/2014/main" id="{7EDDA017-49A4-4298-836D-457ED7CC03E1}"/>
                </a:ext>
              </a:extLst>
            </p:cNvPr>
            <p:cNvSpPr>
              <a:spLocks noChangeArrowheads="1"/>
            </p:cNvSpPr>
            <p:nvPr/>
          </p:nvSpPr>
          <p:spPr bwMode="auto">
            <a:xfrm>
              <a:off x="5972175"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72" name="Rectangle 113">
              <a:extLst>
                <a:ext uri="{FF2B5EF4-FFF2-40B4-BE49-F238E27FC236}">
                  <a16:creationId xmlns:a16="http://schemas.microsoft.com/office/drawing/2014/main" id="{8E8C19A6-9CD2-476C-ABB2-72B8B4E3C858}"/>
                </a:ext>
              </a:extLst>
            </p:cNvPr>
            <p:cNvSpPr>
              <a:spLocks noChangeArrowheads="1"/>
            </p:cNvSpPr>
            <p:nvPr/>
          </p:nvSpPr>
          <p:spPr bwMode="auto">
            <a:xfrm>
              <a:off x="6750050"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73" name="Rectangle 114">
              <a:extLst>
                <a:ext uri="{FF2B5EF4-FFF2-40B4-BE49-F238E27FC236}">
                  <a16:creationId xmlns:a16="http://schemas.microsoft.com/office/drawing/2014/main" id="{F10F2C06-27E5-40A0-9BD6-A0A35EDA5F57}"/>
                </a:ext>
              </a:extLst>
            </p:cNvPr>
            <p:cNvSpPr>
              <a:spLocks noChangeArrowheads="1"/>
            </p:cNvSpPr>
            <p:nvPr/>
          </p:nvSpPr>
          <p:spPr bwMode="auto">
            <a:xfrm>
              <a:off x="8050213" y="2800350"/>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74" name="Rectangle 115">
              <a:extLst>
                <a:ext uri="{FF2B5EF4-FFF2-40B4-BE49-F238E27FC236}">
                  <a16:creationId xmlns:a16="http://schemas.microsoft.com/office/drawing/2014/main" id="{FE68FC55-479D-4C05-A373-9460A6BFA4ED}"/>
                </a:ext>
              </a:extLst>
            </p:cNvPr>
            <p:cNvSpPr>
              <a:spLocks noChangeArrowheads="1"/>
            </p:cNvSpPr>
            <p:nvPr/>
          </p:nvSpPr>
          <p:spPr bwMode="auto">
            <a:xfrm>
              <a:off x="7526338"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75" name="Rectangle 116">
              <a:extLst>
                <a:ext uri="{FF2B5EF4-FFF2-40B4-BE49-F238E27FC236}">
                  <a16:creationId xmlns:a16="http://schemas.microsoft.com/office/drawing/2014/main" id="{2779CD06-2944-4395-A1F7-8D76E0328968}"/>
                </a:ext>
              </a:extLst>
            </p:cNvPr>
            <p:cNvSpPr>
              <a:spLocks noChangeArrowheads="1"/>
            </p:cNvSpPr>
            <p:nvPr/>
          </p:nvSpPr>
          <p:spPr bwMode="auto">
            <a:xfrm>
              <a:off x="8921750" y="2800350"/>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76" name="Rectangle 117">
              <a:extLst>
                <a:ext uri="{FF2B5EF4-FFF2-40B4-BE49-F238E27FC236}">
                  <a16:creationId xmlns:a16="http://schemas.microsoft.com/office/drawing/2014/main" id="{8C789616-69F5-4C56-9704-6CEB5EAF985B}"/>
                </a:ext>
              </a:extLst>
            </p:cNvPr>
            <p:cNvSpPr>
              <a:spLocks noChangeArrowheads="1"/>
            </p:cNvSpPr>
            <p:nvPr/>
          </p:nvSpPr>
          <p:spPr bwMode="auto">
            <a:xfrm>
              <a:off x="8299450" y="28035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77" name="Rectangle 118">
              <a:extLst>
                <a:ext uri="{FF2B5EF4-FFF2-40B4-BE49-F238E27FC236}">
                  <a16:creationId xmlns:a16="http://schemas.microsoft.com/office/drawing/2014/main" id="{4314432A-0301-4515-80D1-5BEA8FC14F13}"/>
                </a:ext>
              </a:extLst>
            </p:cNvPr>
            <p:cNvSpPr>
              <a:spLocks noChangeArrowheads="1"/>
            </p:cNvSpPr>
            <p:nvPr/>
          </p:nvSpPr>
          <p:spPr bwMode="auto">
            <a:xfrm>
              <a:off x="547688" y="3067050"/>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78" name="Rectangle 119">
              <a:extLst>
                <a:ext uri="{FF2B5EF4-FFF2-40B4-BE49-F238E27FC236}">
                  <a16:creationId xmlns:a16="http://schemas.microsoft.com/office/drawing/2014/main" id="{BB7EFC06-07AE-4056-A0E9-D997EE530DEF}"/>
                </a:ext>
              </a:extLst>
            </p:cNvPr>
            <p:cNvSpPr>
              <a:spLocks noChangeArrowheads="1"/>
            </p:cNvSpPr>
            <p:nvPr/>
          </p:nvSpPr>
          <p:spPr bwMode="auto">
            <a:xfrm>
              <a:off x="260350" y="3070225"/>
              <a:ext cx="2095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79" name="Rectangle 120">
              <a:extLst>
                <a:ext uri="{FF2B5EF4-FFF2-40B4-BE49-F238E27FC236}">
                  <a16:creationId xmlns:a16="http://schemas.microsoft.com/office/drawing/2014/main" id="{972F3118-9A5F-4639-A860-2CE4E9B242A5}"/>
                </a:ext>
              </a:extLst>
            </p:cNvPr>
            <p:cNvSpPr>
              <a:spLocks noChangeArrowheads="1"/>
            </p:cNvSpPr>
            <p:nvPr/>
          </p:nvSpPr>
          <p:spPr bwMode="auto">
            <a:xfrm>
              <a:off x="1462088" y="3067050"/>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80" name="Rectangle 121">
              <a:extLst>
                <a:ext uri="{FF2B5EF4-FFF2-40B4-BE49-F238E27FC236}">
                  <a16:creationId xmlns:a16="http://schemas.microsoft.com/office/drawing/2014/main" id="{D2296088-4631-4705-8234-875AC1997D65}"/>
                </a:ext>
              </a:extLst>
            </p:cNvPr>
            <p:cNvSpPr>
              <a:spLocks noChangeArrowheads="1"/>
            </p:cNvSpPr>
            <p:nvPr/>
          </p:nvSpPr>
          <p:spPr bwMode="auto">
            <a:xfrm>
              <a:off x="838200" y="30686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81" name="Rectangle 122">
              <a:extLst>
                <a:ext uri="{FF2B5EF4-FFF2-40B4-BE49-F238E27FC236}">
                  <a16:creationId xmlns:a16="http://schemas.microsoft.com/office/drawing/2014/main" id="{E911524B-E5A8-4077-B4E3-72816DC5D1EE}"/>
                </a:ext>
              </a:extLst>
            </p:cNvPr>
            <p:cNvSpPr>
              <a:spLocks noChangeArrowheads="1"/>
            </p:cNvSpPr>
            <p:nvPr/>
          </p:nvSpPr>
          <p:spPr bwMode="auto">
            <a:xfrm>
              <a:off x="2422525" y="3067050"/>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82" name="Rectangle 123">
              <a:extLst>
                <a:ext uri="{FF2B5EF4-FFF2-40B4-BE49-F238E27FC236}">
                  <a16:creationId xmlns:a16="http://schemas.microsoft.com/office/drawing/2014/main" id="{CEC177B4-824C-43E4-89AA-67F85EAD9EAA}"/>
                </a:ext>
              </a:extLst>
            </p:cNvPr>
            <p:cNvSpPr>
              <a:spLocks noChangeArrowheads="1"/>
            </p:cNvSpPr>
            <p:nvPr/>
          </p:nvSpPr>
          <p:spPr bwMode="auto">
            <a:xfrm>
              <a:off x="1771650" y="30686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83" name="Rectangle 124">
              <a:extLst>
                <a:ext uri="{FF2B5EF4-FFF2-40B4-BE49-F238E27FC236}">
                  <a16:creationId xmlns:a16="http://schemas.microsoft.com/office/drawing/2014/main" id="{67373703-C469-4DE6-B8D1-10487867DB27}"/>
                </a:ext>
              </a:extLst>
            </p:cNvPr>
            <p:cNvSpPr>
              <a:spLocks noChangeArrowheads="1"/>
            </p:cNvSpPr>
            <p:nvPr/>
          </p:nvSpPr>
          <p:spPr bwMode="auto">
            <a:xfrm>
              <a:off x="2686050"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84" name="Rectangle 125">
              <a:extLst>
                <a:ext uri="{FF2B5EF4-FFF2-40B4-BE49-F238E27FC236}">
                  <a16:creationId xmlns:a16="http://schemas.microsoft.com/office/drawing/2014/main" id="{C2D274FF-CF46-46D0-ACC0-5694948B814C}"/>
                </a:ext>
              </a:extLst>
            </p:cNvPr>
            <p:cNvSpPr>
              <a:spLocks noChangeArrowheads="1"/>
            </p:cNvSpPr>
            <p:nvPr/>
          </p:nvSpPr>
          <p:spPr bwMode="auto">
            <a:xfrm>
              <a:off x="3465513"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85" name="Rectangle 126">
              <a:extLst>
                <a:ext uri="{FF2B5EF4-FFF2-40B4-BE49-F238E27FC236}">
                  <a16:creationId xmlns:a16="http://schemas.microsoft.com/office/drawing/2014/main" id="{C5170D37-0C21-4A1D-80C6-FA0EC2D035BD}"/>
                </a:ext>
              </a:extLst>
            </p:cNvPr>
            <p:cNvSpPr>
              <a:spLocks noChangeArrowheads="1"/>
            </p:cNvSpPr>
            <p:nvPr/>
          </p:nvSpPr>
          <p:spPr bwMode="auto">
            <a:xfrm>
              <a:off x="4745038" y="3067050"/>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86" name="Rectangle 127">
              <a:extLst>
                <a:ext uri="{FF2B5EF4-FFF2-40B4-BE49-F238E27FC236}">
                  <a16:creationId xmlns:a16="http://schemas.microsoft.com/office/drawing/2014/main" id="{FCF1CB34-99DA-4921-A5F8-FF09B9D604CE}"/>
                </a:ext>
              </a:extLst>
            </p:cNvPr>
            <p:cNvSpPr>
              <a:spLocks noChangeArrowheads="1"/>
            </p:cNvSpPr>
            <p:nvPr/>
          </p:nvSpPr>
          <p:spPr bwMode="auto">
            <a:xfrm>
              <a:off x="4244975"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87" name="Rectangle 128">
              <a:extLst>
                <a:ext uri="{FF2B5EF4-FFF2-40B4-BE49-F238E27FC236}">
                  <a16:creationId xmlns:a16="http://schemas.microsoft.com/office/drawing/2014/main" id="{99D7053C-BD6D-4BF8-959B-62B4F40322F6}"/>
                </a:ext>
              </a:extLst>
            </p:cNvPr>
            <p:cNvSpPr>
              <a:spLocks noChangeArrowheads="1"/>
            </p:cNvSpPr>
            <p:nvPr/>
          </p:nvSpPr>
          <p:spPr bwMode="auto">
            <a:xfrm>
              <a:off x="5705475" y="3067050"/>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88" name="Rectangle 129">
              <a:extLst>
                <a:ext uri="{FF2B5EF4-FFF2-40B4-BE49-F238E27FC236}">
                  <a16:creationId xmlns:a16="http://schemas.microsoft.com/office/drawing/2014/main" id="{910F7089-54CB-4FF0-A148-4EB90B79CA30}"/>
                </a:ext>
              </a:extLst>
            </p:cNvPr>
            <p:cNvSpPr>
              <a:spLocks noChangeArrowheads="1"/>
            </p:cNvSpPr>
            <p:nvPr/>
          </p:nvSpPr>
          <p:spPr bwMode="auto">
            <a:xfrm>
              <a:off x="5056188" y="30686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89" name="Rectangle 130">
              <a:extLst>
                <a:ext uri="{FF2B5EF4-FFF2-40B4-BE49-F238E27FC236}">
                  <a16:creationId xmlns:a16="http://schemas.microsoft.com/office/drawing/2014/main" id="{680DA6E9-13E9-4651-B8A2-52228606089A}"/>
                </a:ext>
              </a:extLst>
            </p:cNvPr>
            <p:cNvSpPr>
              <a:spLocks noChangeArrowheads="1"/>
            </p:cNvSpPr>
            <p:nvPr/>
          </p:nvSpPr>
          <p:spPr bwMode="auto">
            <a:xfrm>
              <a:off x="5972175"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90" name="Rectangle 131">
              <a:extLst>
                <a:ext uri="{FF2B5EF4-FFF2-40B4-BE49-F238E27FC236}">
                  <a16:creationId xmlns:a16="http://schemas.microsoft.com/office/drawing/2014/main" id="{CE743949-D0D8-4A32-8176-17F5771CD649}"/>
                </a:ext>
              </a:extLst>
            </p:cNvPr>
            <p:cNvSpPr>
              <a:spLocks noChangeArrowheads="1"/>
            </p:cNvSpPr>
            <p:nvPr/>
          </p:nvSpPr>
          <p:spPr bwMode="auto">
            <a:xfrm>
              <a:off x="6750050"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91" name="Rectangle 132">
              <a:extLst>
                <a:ext uri="{FF2B5EF4-FFF2-40B4-BE49-F238E27FC236}">
                  <a16:creationId xmlns:a16="http://schemas.microsoft.com/office/drawing/2014/main" id="{F8CD18ED-D73A-4443-AD1A-B8C882E7373F}"/>
                </a:ext>
              </a:extLst>
            </p:cNvPr>
            <p:cNvSpPr>
              <a:spLocks noChangeArrowheads="1"/>
            </p:cNvSpPr>
            <p:nvPr/>
          </p:nvSpPr>
          <p:spPr bwMode="auto">
            <a:xfrm>
              <a:off x="8050213" y="3067050"/>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92" name="Rectangle 133">
              <a:extLst>
                <a:ext uri="{FF2B5EF4-FFF2-40B4-BE49-F238E27FC236}">
                  <a16:creationId xmlns:a16="http://schemas.microsoft.com/office/drawing/2014/main" id="{176BB481-E0D2-4CF7-A14B-827BC97DBC0C}"/>
                </a:ext>
              </a:extLst>
            </p:cNvPr>
            <p:cNvSpPr>
              <a:spLocks noChangeArrowheads="1"/>
            </p:cNvSpPr>
            <p:nvPr/>
          </p:nvSpPr>
          <p:spPr bwMode="auto">
            <a:xfrm>
              <a:off x="7526338"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93" name="Rectangle 134">
              <a:extLst>
                <a:ext uri="{FF2B5EF4-FFF2-40B4-BE49-F238E27FC236}">
                  <a16:creationId xmlns:a16="http://schemas.microsoft.com/office/drawing/2014/main" id="{0C945A8D-8604-498A-93EA-75625A6D28A9}"/>
                </a:ext>
              </a:extLst>
            </p:cNvPr>
            <p:cNvSpPr>
              <a:spLocks noChangeArrowheads="1"/>
            </p:cNvSpPr>
            <p:nvPr/>
          </p:nvSpPr>
          <p:spPr bwMode="auto">
            <a:xfrm>
              <a:off x="8921750" y="3067050"/>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94" name="Rectangle 135">
              <a:extLst>
                <a:ext uri="{FF2B5EF4-FFF2-40B4-BE49-F238E27FC236}">
                  <a16:creationId xmlns:a16="http://schemas.microsoft.com/office/drawing/2014/main" id="{A4A66D70-2B94-4D36-8381-D00E88DC8F52}"/>
                </a:ext>
              </a:extLst>
            </p:cNvPr>
            <p:cNvSpPr>
              <a:spLocks noChangeArrowheads="1"/>
            </p:cNvSpPr>
            <p:nvPr/>
          </p:nvSpPr>
          <p:spPr bwMode="auto">
            <a:xfrm>
              <a:off x="8299450" y="30686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95" name="Rectangle 136">
              <a:extLst>
                <a:ext uri="{FF2B5EF4-FFF2-40B4-BE49-F238E27FC236}">
                  <a16:creationId xmlns:a16="http://schemas.microsoft.com/office/drawing/2014/main" id="{B256E439-0502-4E42-9CC7-0A8A560BADC0}"/>
                </a:ext>
              </a:extLst>
            </p:cNvPr>
            <p:cNvSpPr>
              <a:spLocks noChangeArrowheads="1"/>
            </p:cNvSpPr>
            <p:nvPr/>
          </p:nvSpPr>
          <p:spPr bwMode="auto">
            <a:xfrm>
              <a:off x="547688" y="3335338"/>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96" name="Rectangle 137">
              <a:extLst>
                <a:ext uri="{FF2B5EF4-FFF2-40B4-BE49-F238E27FC236}">
                  <a16:creationId xmlns:a16="http://schemas.microsoft.com/office/drawing/2014/main" id="{1F44E103-606A-457C-AEC5-9ADBA230296F}"/>
                </a:ext>
              </a:extLst>
            </p:cNvPr>
            <p:cNvSpPr>
              <a:spLocks noChangeArrowheads="1"/>
            </p:cNvSpPr>
            <p:nvPr/>
          </p:nvSpPr>
          <p:spPr bwMode="auto">
            <a:xfrm>
              <a:off x="246063" y="3338513"/>
              <a:ext cx="2222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97" name="Rectangle 138">
              <a:extLst>
                <a:ext uri="{FF2B5EF4-FFF2-40B4-BE49-F238E27FC236}">
                  <a16:creationId xmlns:a16="http://schemas.microsoft.com/office/drawing/2014/main" id="{9B4087BA-AB08-4BDD-8F58-8A93E4A58493}"/>
                </a:ext>
              </a:extLst>
            </p:cNvPr>
            <p:cNvSpPr>
              <a:spLocks noChangeArrowheads="1"/>
            </p:cNvSpPr>
            <p:nvPr/>
          </p:nvSpPr>
          <p:spPr bwMode="auto">
            <a:xfrm>
              <a:off x="1462088" y="3335338"/>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98" name="Rectangle 139">
              <a:extLst>
                <a:ext uri="{FF2B5EF4-FFF2-40B4-BE49-F238E27FC236}">
                  <a16:creationId xmlns:a16="http://schemas.microsoft.com/office/drawing/2014/main" id="{73EA8FB7-D3CD-4618-8515-F60C8249EC25}"/>
                </a:ext>
              </a:extLst>
            </p:cNvPr>
            <p:cNvSpPr>
              <a:spLocks noChangeArrowheads="1"/>
            </p:cNvSpPr>
            <p:nvPr/>
          </p:nvSpPr>
          <p:spPr bwMode="auto">
            <a:xfrm>
              <a:off x="836613" y="33369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299" name="Rectangle 140">
              <a:extLst>
                <a:ext uri="{FF2B5EF4-FFF2-40B4-BE49-F238E27FC236}">
                  <a16:creationId xmlns:a16="http://schemas.microsoft.com/office/drawing/2014/main" id="{20C949AE-A73E-42C8-8108-10E2F085AA05}"/>
                </a:ext>
              </a:extLst>
            </p:cNvPr>
            <p:cNvSpPr>
              <a:spLocks noChangeArrowheads="1"/>
            </p:cNvSpPr>
            <p:nvPr/>
          </p:nvSpPr>
          <p:spPr bwMode="auto">
            <a:xfrm>
              <a:off x="2422525" y="3335338"/>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00" name="Rectangle 141">
              <a:extLst>
                <a:ext uri="{FF2B5EF4-FFF2-40B4-BE49-F238E27FC236}">
                  <a16:creationId xmlns:a16="http://schemas.microsoft.com/office/drawing/2014/main" id="{8CF59B48-75DA-4E0B-8AD5-53AD807FE864}"/>
                </a:ext>
              </a:extLst>
            </p:cNvPr>
            <p:cNvSpPr>
              <a:spLocks noChangeArrowheads="1"/>
            </p:cNvSpPr>
            <p:nvPr/>
          </p:nvSpPr>
          <p:spPr bwMode="auto">
            <a:xfrm>
              <a:off x="1771650" y="33369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01" name="Rectangle 142">
              <a:extLst>
                <a:ext uri="{FF2B5EF4-FFF2-40B4-BE49-F238E27FC236}">
                  <a16:creationId xmlns:a16="http://schemas.microsoft.com/office/drawing/2014/main" id="{4CF59815-AB7C-467C-9268-A7BB6F7ACAC2}"/>
                </a:ext>
              </a:extLst>
            </p:cNvPr>
            <p:cNvSpPr>
              <a:spLocks noChangeArrowheads="1"/>
            </p:cNvSpPr>
            <p:nvPr/>
          </p:nvSpPr>
          <p:spPr bwMode="auto">
            <a:xfrm>
              <a:off x="2686050"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02" name="Rectangle 143">
              <a:extLst>
                <a:ext uri="{FF2B5EF4-FFF2-40B4-BE49-F238E27FC236}">
                  <a16:creationId xmlns:a16="http://schemas.microsoft.com/office/drawing/2014/main" id="{877DEDB2-DC45-44D8-AC19-C15209772923}"/>
                </a:ext>
              </a:extLst>
            </p:cNvPr>
            <p:cNvSpPr>
              <a:spLocks noChangeArrowheads="1"/>
            </p:cNvSpPr>
            <p:nvPr/>
          </p:nvSpPr>
          <p:spPr bwMode="auto">
            <a:xfrm>
              <a:off x="3465513"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03" name="Rectangle 144">
              <a:extLst>
                <a:ext uri="{FF2B5EF4-FFF2-40B4-BE49-F238E27FC236}">
                  <a16:creationId xmlns:a16="http://schemas.microsoft.com/office/drawing/2014/main" id="{065B113F-2E5B-4581-8030-F41B25FB50E4}"/>
                </a:ext>
              </a:extLst>
            </p:cNvPr>
            <p:cNvSpPr>
              <a:spLocks noChangeArrowheads="1"/>
            </p:cNvSpPr>
            <p:nvPr/>
          </p:nvSpPr>
          <p:spPr bwMode="auto">
            <a:xfrm>
              <a:off x="4745038" y="3335338"/>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04" name="Rectangle 145">
              <a:extLst>
                <a:ext uri="{FF2B5EF4-FFF2-40B4-BE49-F238E27FC236}">
                  <a16:creationId xmlns:a16="http://schemas.microsoft.com/office/drawing/2014/main" id="{C90F8FB1-7924-4580-A859-F54DA880004E}"/>
                </a:ext>
              </a:extLst>
            </p:cNvPr>
            <p:cNvSpPr>
              <a:spLocks noChangeArrowheads="1"/>
            </p:cNvSpPr>
            <p:nvPr/>
          </p:nvSpPr>
          <p:spPr bwMode="auto">
            <a:xfrm>
              <a:off x="4244975"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05" name="Rectangle 146">
              <a:extLst>
                <a:ext uri="{FF2B5EF4-FFF2-40B4-BE49-F238E27FC236}">
                  <a16:creationId xmlns:a16="http://schemas.microsoft.com/office/drawing/2014/main" id="{54182F42-40A9-4F06-BC36-CDAC7A21ABCB}"/>
                </a:ext>
              </a:extLst>
            </p:cNvPr>
            <p:cNvSpPr>
              <a:spLocks noChangeArrowheads="1"/>
            </p:cNvSpPr>
            <p:nvPr/>
          </p:nvSpPr>
          <p:spPr bwMode="auto">
            <a:xfrm>
              <a:off x="5705475" y="3335338"/>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06" name="Rectangle 147">
              <a:extLst>
                <a:ext uri="{FF2B5EF4-FFF2-40B4-BE49-F238E27FC236}">
                  <a16:creationId xmlns:a16="http://schemas.microsoft.com/office/drawing/2014/main" id="{6562C7C5-E919-4244-813C-65DAE7520581}"/>
                </a:ext>
              </a:extLst>
            </p:cNvPr>
            <p:cNvSpPr>
              <a:spLocks noChangeArrowheads="1"/>
            </p:cNvSpPr>
            <p:nvPr/>
          </p:nvSpPr>
          <p:spPr bwMode="auto">
            <a:xfrm>
              <a:off x="5054600" y="33369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07" name="Rectangle 148">
              <a:extLst>
                <a:ext uri="{FF2B5EF4-FFF2-40B4-BE49-F238E27FC236}">
                  <a16:creationId xmlns:a16="http://schemas.microsoft.com/office/drawing/2014/main" id="{10CD4103-2593-4D98-9EB9-A057E75005A3}"/>
                </a:ext>
              </a:extLst>
            </p:cNvPr>
            <p:cNvSpPr>
              <a:spLocks noChangeArrowheads="1"/>
            </p:cNvSpPr>
            <p:nvPr/>
          </p:nvSpPr>
          <p:spPr bwMode="auto">
            <a:xfrm>
              <a:off x="5970588"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08" name="Rectangle 149">
              <a:extLst>
                <a:ext uri="{FF2B5EF4-FFF2-40B4-BE49-F238E27FC236}">
                  <a16:creationId xmlns:a16="http://schemas.microsoft.com/office/drawing/2014/main" id="{B3308941-37BD-4F6A-A9E3-9C181B0589F9}"/>
                </a:ext>
              </a:extLst>
            </p:cNvPr>
            <p:cNvSpPr>
              <a:spLocks noChangeArrowheads="1"/>
            </p:cNvSpPr>
            <p:nvPr/>
          </p:nvSpPr>
          <p:spPr bwMode="auto">
            <a:xfrm>
              <a:off x="6748463"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09" name="Rectangle 150">
              <a:extLst>
                <a:ext uri="{FF2B5EF4-FFF2-40B4-BE49-F238E27FC236}">
                  <a16:creationId xmlns:a16="http://schemas.microsoft.com/office/drawing/2014/main" id="{88ECA8DF-E0C6-43D8-BAE4-838C608034E2}"/>
                </a:ext>
              </a:extLst>
            </p:cNvPr>
            <p:cNvSpPr>
              <a:spLocks noChangeArrowheads="1"/>
            </p:cNvSpPr>
            <p:nvPr/>
          </p:nvSpPr>
          <p:spPr bwMode="auto">
            <a:xfrm>
              <a:off x="8050213" y="3335338"/>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10" name="Rectangle 151">
              <a:extLst>
                <a:ext uri="{FF2B5EF4-FFF2-40B4-BE49-F238E27FC236}">
                  <a16:creationId xmlns:a16="http://schemas.microsoft.com/office/drawing/2014/main" id="{4FA1C067-8F16-4736-9EEE-5F03E4110E29}"/>
                </a:ext>
              </a:extLst>
            </p:cNvPr>
            <p:cNvSpPr>
              <a:spLocks noChangeArrowheads="1"/>
            </p:cNvSpPr>
            <p:nvPr/>
          </p:nvSpPr>
          <p:spPr bwMode="auto">
            <a:xfrm>
              <a:off x="7526338"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11" name="Rectangle 152">
              <a:extLst>
                <a:ext uri="{FF2B5EF4-FFF2-40B4-BE49-F238E27FC236}">
                  <a16:creationId xmlns:a16="http://schemas.microsoft.com/office/drawing/2014/main" id="{11333A17-DFB6-4282-81FE-446AF625AA23}"/>
                </a:ext>
              </a:extLst>
            </p:cNvPr>
            <p:cNvSpPr>
              <a:spLocks noChangeArrowheads="1"/>
            </p:cNvSpPr>
            <p:nvPr/>
          </p:nvSpPr>
          <p:spPr bwMode="auto">
            <a:xfrm>
              <a:off x="8921750" y="3335338"/>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12" name="Rectangle 153">
              <a:extLst>
                <a:ext uri="{FF2B5EF4-FFF2-40B4-BE49-F238E27FC236}">
                  <a16:creationId xmlns:a16="http://schemas.microsoft.com/office/drawing/2014/main" id="{A0DA15FE-4B09-4E3C-8CC5-737677C5C627}"/>
                </a:ext>
              </a:extLst>
            </p:cNvPr>
            <p:cNvSpPr>
              <a:spLocks noChangeArrowheads="1"/>
            </p:cNvSpPr>
            <p:nvPr/>
          </p:nvSpPr>
          <p:spPr bwMode="auto">
            <a:xfrm>
              <a:off x="8297863" y="33369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13" name="Rectangle 154">
              <a:extLst>
                <a:ext uri="{FF2B5EF4-FFF2-40B4-BE49-F238E27FC236}">
                  <a16:creationId xmlns:a16="http://schemas.microsoft.com/office/drawing/2014/main" id="{F3416A47-D4B1-4E62-80D8-8F18FE70C953}"/>
                </a:ext>
              </a:extLst>
            </p:cNvPr>
            <p:cNvSpPr>
              <a:spLocks noChangeArrowheads="1"/>
            </p:cNvSpPr>
            <p:nvPr/>
          </p:nvSpPr>
          <p:spPr bwMode="auto">
            <a:xfrm>
              <a:off x="547688" y="3603625"/>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14" name="Rectangle 155">
              <a:extLst>
                <a:ext uri="{FF2B5EF4-FFF2-40B4-BE49-F238E27FC236}">
                  <a16:creationId xmlns:a16="http://schemas.microsoft.com/office/drawing/2014/main" id="{30A713AE-933B-4901-B961-6FC3FB2B4A71}"/>
                </a:ext>
              </a:extLst>
            </p:cNvPr>
            <p:cNvSpPr>
              <a:spLocks noChangeArrowheads="1"/>
            </p:cNvSpPr>
            <p:nvPr/>
          </p:nvSpPr>
          <p:spPr bwMode="auto">
            <a:xfrm>
              <a:off x="273050" y="3606800"/>
              <a:ext cx="1968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15" name="Rectangle 156">
              <a:extLst>
                <a:ext uri="{FF2B5EF4-FFF2-40B4-BE49-F238E27FC236}">
                  <a16:creationId xmlns:a16="http://schemas.microsoft.com/office/drawing/2014/main" id="{B3E2F868-14EB-4165-A885-AC9712634E23}"/>
                </a:ext>
              </a:extLst>
            </p:cNvPr>
            <p:cNvSpPr>
              <a:spLocks noChangeArrowheads="1"/>
            </p:cNvSpPr>
            <p:nvPr/>
          </p:nvSpPr>
          <p:spPr bwMode="auto">
            <a:xfrm>
              <a:off x="1462088" y="3603625"/>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16" name="Rectangle 157">
              <a:extLst>
                <a:ext uri="{FF2B5EF4-FFF2-40B4-BE49-F238E27FC236}">
                  <a16:creationId xmlns:a16="http://schemas.microsoft.com/office/drawing/2014/main" id="{6EFE2664-A615-4A1E-A765-52DA3AB5FDF0}"/>
                </a:ext>
              </a:extLst>
            </p:cNvPr>
            <p:cNvSpPr>
              <a:spLocks noChangeArrowheads="1"/>
            </p:cNvSpPr>
            <p:nvPr/>
          </p:nvSpPr>
          <p:spPr bwMode="auto">
            <a:xfrm>
              <a:off x="836613" y="36052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17" name="Rectangle 158">
              <a:extLst>
                <a:ext uri="{FF2B5EF4-FFF2-40B4-BE49-F238E27FC236}">
                  <a16:creationId xmlns:a16="http://schemas.microsoft.com/office/drawing/2014/main" id="{138CBA5C-B3CA-4EFF-9CCE-7F298BE156FB}"/>
                </a:ext>
              </a:extLst>
            </p:cNvPr>
            <p:cNvSpPr>
              <a:spLocks noChangeArrowheads="1"/>
            </p:cNvSpPr>
            <p:nvPr/>
          </p:nvSpPr>
          <p:spPr bwMode="auto">
            <a:xfrm>
              <a:off x="2422525" y="3603625"/>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18" name="Rectangle 159">
              <a:extLst>
                <a:ext uri="{FF2B5EF4-FFF2-40B4-BE49-F238E27FC236}">
                  <a16:creationId xmlns:a16="http://schemas.microsoft.com/office/drawing/2014/main" id="{840397BF-DC41-404B-8BA2-F33F4DA2584F}"/>
                </a:ext>
              </a:extLst>
            </p:cNvPr>
            <p:cNvSpPr>
              <a:spLocks noChangeArrowheads="1"/>
            </p:cNvSpPr>
            <p:nvPr/>
          </p:nvSpPr>
          <p:spPr bwMode="auto">
            <a:xfrm>
              <a:off x="1770063" y="36052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19" name="Rectangle 160">
              <a:extLst>
                <a:ext uri="{FF2B5EF4-FFF2-40B4-BE49-F238E27FC236}">
                  <a16:creationId xmlns:a16="http://schemas.microsoft.com/office/drawing/2014/main" id="{ABCB6AAE-4B8D-4BEB-8DBD-48F3A012003F}"/>
                </a:ext>
              </a:extLst>
            </p:cNvPr>
            <p:cNvSpPr>
              <a:spLocks noChangeArrowheads="1"/>
            </p:cNvSpPr>
            <p:nvPr/>
          </p:nvSpPr>
          <p:spPr bwMode="auto">
            <a:xfrm>
              <a:off x="2686050"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20" name="Rectangle 161">
              <a:extLst>
                <a:ext uri="{FF2B5EF4-FFF2-40B4-BE49-F238E27FC236}">
                  <a16:creationId xmlns:a16="http://schemas.microsoft.com/office/drawing/2014/main" id="{199F2FD6-1DDF-4DA9-B0B6-AF96090527EE}"/>
                </a:ext>
              </a:extLst>
            </p:cNvPr>
            <p:cNvSpPr>
              <a:spLocks noChangeArrowheads="1"/>
            </p:cNvSpPr>
            <p:nvPr/>
          </p:nvSpPr>
          <p:spPr bwMode="auto">
            <a:xfrm>
              <a:off x="3463925"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21" name="Rectangle 162">
              <a:extLst>
                <a:ext uri="{FF2B5EF4-FFF2-40B4-BE49-F238E27FC236}">
                  <a16:creationId xmlns:a16="http://schemas.microsoft.com/office/drawing/2014/main" id="{9A7FAD08-B8A4-4419-B47A-F96D94A3AB06}"/>
                </a:ext>
              </a:extLst>
            </p:cNvPr>
            <p:cNvSpPr>
              <a:spLocks noChangeArrowheads="1"/>
            </p:cNvSpPr>
            <p:nvPr/>
          </p:nvSpPr>
          <p:spPr bwMode="auto">
            <a:xfrm>
              <a:off x="4745038" y="3603625"/>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22" name="Rectangle 163">
              <a:extLst>
                <a:ext uri="{FF2B5EF4-FFF2-40B4-BE49-F238E27FC236}">
                  <a16:creationId xmlns:a16="http://schemas.microsoft.com/office/drawing/2014/main" id="{BB4FF723-80DE-4BA3-AEC4-2604943D1499}"/>
                </a:ext>
              </a:extLst>
            </p:cNvPr>
            <p:cNvSpPr>
              <a:spLocks noChangeArrowheads="1"/>
            </p:cNvSpPr>
            <p:nvPr/>
          </p:nvSpPr>
          <p:spPr bwMode="auto">
            <a:xfrm>
              <a:off x="4243388"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23" name="Rectangle 164">
              <a:extLst>
                <a:ext uri="{FF2B5EF4-FFF2-40B4-BE49-F238E27FC236}">
                  <a16:creationId xmlns:a16="http://schemas.microsoft.com/office/drawing/2014/main" id="{E925D141-591D-4ACF-B2D1-8C68B42C5920}"/>
                </a:ext>
              </a:extLst>
            </p:cNvPr>
            <p:cNvSpPr>
              <a:spLocks noChangeArrowheads="1"/>
            </p:cNvSpPr>
            <p:nvPr/>
          </p:nvSpPr>
          <p:spPr bwMode="auto">
            <a:xfrm>
              <a:off x="5705475" y="3603625"/>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24" name="Rectangle 165">
              <a:extLst>
                <a:ext uri="{FF2B5EF4-FFF2-40B4-BE49-F238E27FC236}">
                  <a16:creationId xmlns:a16="http://schemas.microsoft.com/office/drawing/2014/main" id="{CD0016D1-1D13-48A3-9953-686E691B61DC}"/>
                </a:ext>
              </a:extLst>
            </p:cNvPr>
            <p:cNvSpPr>
              <a:spLocks noChangeArrowheads="1"/>
            </p:cNvSpPr>
            <p:nvPr/>
          </p:nvSpPr>
          <p:spPr bwMode="auto">
            <a:xfrm>
              <a:off x="5054600" y="36052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25" name="Rectangle 166">
              <a:extLst>
                <a:ext uri="{FF2B5EF4-FFF2-40B4-BE49-F238E27FC236}">
                  <a16:creationId xmlns:a16="http://schemas.microsoft.com/office/drawing/2014/main" id="{1C0B5051-0719-4F50-A064-E39E4F8FA156}"/>
                </a:ext>
              </a:extLst>
            </p:cNvPr>
            <p:cNvSpPr>
              <a:spLocks noChangeArrowheads="1"/>
            </p:cNvSpPr>
            <p:nvPr/>
          </p:nvSpPr>
          <p:spPr bwMode="auto">
            <a:xfrm>
              <a:off x="5969000"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26" name="Rectangle 167">
              <a:extLst>
                <a:ext uri="{FF2B5EF4-FFF2-40B4-BE49-F238E27FC236}">
                  <a16:creationId xmlns:a16="http://schemas.microsoft.com/office/drawing/2014/main" id="{BBBD4950-3F45-4472-93C0-A3AE9EF5CD12}"/>
                </a:ext>
              </a:extLst>
            </p:cNvPr>
            <p:cNvSpPr>
              <a:spLocks noChangeArrowheads="1"/>
            </p:cNvSpPr>
            <p:nvPr/>
          </p:nvSpPr>
          <p:spPr bwMode="auto">
            <a:xfrm>
              <a:off x="6748463"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27" name="Rectangle 168">
              <a:extLst>
                <a:ext uri="{FF2B5EF4-FFF2-40B4-BE49-F238E27FC236}">
                  <a16:creationId xmlns:a16="http://schemas.microsoft.com/office/drawing/2014/main" id="{3713FC5F-F638-4425-9A99-BDDED8042DD6}"/>
                </a:ext>
              </a:extLst>
            </p:cNvPr>
            <p:cNvSpPr>
              <a:spLocks noChangeArrowheads="1"/>
            </p:cNvSpPr>
            <p:nvPr/>
          </p:nvSpPr>
          <p:spPr bwMode="auto">
            <a:xfrm>
              <a:off x="8050213" y="3603625"/>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28" name="Rectangle 169">
              <a:extLst>
                <a:ext uri="{FF2B5EF4-FFF2-40B4-BE49-F238E27FC236}">
                  <a16:creationId xmlns:a16="http://schemas.microsoft.com/office/drawing/2014/main" id="{72277095-61AB-4410-A0AB-C3A0A8AB57C1}"/>
                </a:ext>
              </a:extLst>
            </p:cNvPr>
            <p:cNvSpPr>
              <a:spLocks noChangeArrowheads="1"/>
            </p:cNvSpPr>
            <p:nvPr/>
          </p:nvSpPr>
          <p:spPr bwMode="auto">
            <a:xfrm>
              <a:off x="7524750"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29" name="Rectangle 170">
              <a:extLst>
                <a:ext uri="{FF2B5EF4-FFF2-40B4-BE49-F238E27FC236}">
                  <a16:creationId xmlns:a16="http://schemas.microsoft.com/office/drawing/2014/main" id="{C6737527-CF74-41F7-8623-D1B84D1BE9AC}"/>
                </a:ext>
              </a:extLst>
            </p:cNvPr>
            <p:cNvSpPr>
              <a:spLocks noChangeArrowheads="1"/>
            </p:cNvSpPr>
            <p:nvPr/>
          </p:nvSpPr>
          <p:spPr bwMode="auto">
            <a:xfrm>
              <a:off x="8921750" y="3603625"/>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30" name="Rectangle 171">
              <a:extLst>
                <a:ext uri="{FF2B5EF4-FFF2-40B4-BE49-F238E27FC236}">
                  <a16:creationId xmlns:a16="http://schemas.microsoft.com/office/drawing/2014/main" id="{2E9BDEC6-6245-4D9E-AA58-D716052E8EE7}"/>
                </a:ext>
              </a:extLst>
            </p:cNvPr>
            <p:cNvSpPr>
              <a:spLocks noChangeArrowheads="1"/>
            </p:cNvSpPr>
            <p:nvPr/>
          </p:nvSpPr>
          <p:spPr bwMode="auto">
            <a:xfrm>
              <a:off x="8297863" y="36052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31" name="Rectangle 172">
              <a:extLst>
                <a:ext uri="{FF2B5EF4-FFF2-40B4-BE49-F238E27FC236}">
                  <a16:creationId xmlns:a16="http://schemas.microsoft.com/office/drawing/2014/main" id="{E0245C5E-E89D-481A-920C-FD95C6A36967}"/>
                </a:ext>
              </a:extLst>
            </p:cNvPr>
            <p:cNvSpPr>
              <a:spLocks noChangeArrowheads="1"/>
            </p:cNvSpPr>
            <p:nvPr/>
          </p:nvSpPr>
          <p:spPr bwMode="auto">
            <a:xfrm>
              <a:off x="547688" y="3871913"/>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32" name="Rectangle 173">
              <a:extLst>
                <a:ext uri="{FF2B5EF4-FFF2-40B4-BE49-F238E27FC236}">
                  <a16:creationId xmlns:a16="http://schemas.microsoft.com/office/drawing/2014/main" id="{ABCB5E05-66C5-47C9-92D5-0E1C439F0C25}"/>
                </a:ext>
              </a:extLst>
            </p:cNvPr>
            <p:cNvSpPr>
              <a:spLocks noChangeArrowheads="1"/>
            </p:cNvSpPr>
            <p:nvPr/>
          </p:nvSpPr>
          <p:spPr bwMode="auto">
            <a:xfrm>
              <a:off x="284163" y="3870325"/>
              <a:ext cx="1841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33" name="Rectangle 174">
              <a:extLst>
                <a:ext uri="{FF2B5EF4-FFF2-40B4-BE49-F238E27FC236}">
                  <a16:creationId xmlns:a16="http://schemas.microsoft.com/office/drawing/2014/main" id="{9C4D137C-ED97-4DC6-8F76-64B6171D3DBA}"/>
                </a:ext>
              </a:extLst>
            </p:cNvPr>
            <p:cNvSpPr>
              <a:spLocks noChangeArrowheads="1"/>
            </p:cNvSpPr>
            <p:nvPr/>
          </p:nvSpPr>
          <p:spPr bwMode="auto">
            <a:xfrm>
              <a:off x="1462088" y="3871913"/>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34" name="Rectangle 175">
              <a:extLst>
                <a:ext uri="{FF2B5EF4-FFF2-40B4-BE49-F238E27FC236}">
                  <a16:creationId xmlns:a16="http://schemas.microsoft.com/office/drawing/2014/main" id="{EF9DEFE4-D810-43F5-BAC1-E2CC1BC0188A}"/>
                </a:ext>
              </a:extLst>
            </p:cNvPr>
            <p:cNvSpPr>
              <a:spLocks noChangeArrowheads="1"/>
            </p:cNvSpPr>
            <p:nvPr/>
          </p:nvSpPr>
          <p:spPr bwMode="auto">
            <a:xfrm>
              <a:off x="838200" y="38687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35" name="Rectangle 176">
              <a:extLst>
                <a:ext uri="{FF2B5EF4-FFF2-40B4-BE49-F238E27FC236}">
                  <a16:creationId xmlns:a16="http://schemas.microsoft.com/office/drawing/2014/main" id="{5CCC21ED-7F05-4C3A-9BD4-2669CEAAB113}"/>
                </a:ext>
              </a:extLst>
            </p:cNvPr>
            <p:cNvSpPr>
              <a:spLocks noChangeArrowheads="1"/>
            </p:cNvSpPr>
            <p:nvPr/>
          </p:nvSpPr>
          <p:spPr bwMode="auto">
            <a:xfrm>
              <a:off x="2422525" y="3871913"/>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36" name="Rectangle 177">
              <a:extLst>
                <a:ext uri="{FF2B5EF4-FFF2-40B4-BE49-F238E27FC236}">
                  <a16:creationId xmlns:a16="http://schemas.microsoft.com/office/drawing/2014/main" id="{8EBFBB3A-949E-487D-87A8-4F9F6F5C5FCD}"/>
                </a:ext>
              </a:extLst>
            </p:cNvPr>
            <p:cNvSpPr>
              <a:spLocks noChangeArrowheads="1"/>
            </p:cNvSpPr>
            <p:nvPr/>
          </p:nvSpPr>
          <p:spPr bwMode="auto">
            <a:xfrm>
              <a:off x="1771650" y="38687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37" name="Rectangle 178">
              <a:extLst>
                <a:ext uri="{FF2B5EF4-FFF2-40B4-BE49-F238E27FC236}">
                  <a16:creationId xmlns:a16="http://schemas.microsoft.com/office/drawing/2014/main" id="{F1945EC0-CA56-4478-BFE9-89A1AEDFC8A9}"/>
                </a:ext>
              </a:extLst>
            </p:cNvPr>
            <p:cNvSpPr>
              <a:spLocks noChangeArrowheads="1"/>
            </p:cNvSpPr>
            <p:nvPr/>
          </p:nvSpPr>
          <p:spPr bwMode="auto">
            <a:xfrm>
              <a:off x="2686050"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38" name="Rectangle 179">
              <a:extLst>
                <a:ext uri="{FF2B5EF4-FFF2-40B4-BE49-F238E27FC236}">
                  <a16:creationId xmlns:a16="http://schemas.microsoft.com/office/drawing/2014/main" id="{8F6F2508-E7FF-4E1E-8D21-184E143F89B3}"/>
                </a:ext>
              </a:extLst>
            </p:cNvPr>
            <p:cNvSpPr>
              <a:spLocks noChangeArrowheads="1"/>
            </p:cNvSpPr>
            <p:nvPr/>
          </p:nvSpPr>
          <p:spPr bwMode="auto">
            <a:xfrm>
              <a:off x="3465513"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39" name="Rectangle 180">
              <a:extLst>
                <a:ext uri="{FF2B5EF4-FFF2-40B4-BE49-F238E27FC236}">
                  <a16:creationId xmlns:a16="http://schemas.microsoft.com/office/drawing/2014/main" id="{83D7BF00-B591-42AB-95C8-8D2D54E81327}"/>
                </a:ext>
              </a:extLst>
            </p:cNvPr>
            <p:cNvSpPr>
              <a:spLocks noChangeArrowheads="1"/>
            </p:cNvSpPr>
            <p:nvPr/>
          </p:nvSpPr>
          <p:spPr bwMode="auto">
            <a:xfrm>
              <a:off x="4745038" y="3871913"/>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40" name="Rectangle 181">
              <a:extLst>
                <a:ext uri="{FF2B5EF4-FFF2-40B4-BE49-F238E27FC236}">
                  <a16:creationId xmlns:a16="http://schemas.microsoft.com/office/drawing/2014/main" id="{90425BE4-B5CE-439B-82AD-28240E8ABB0C}"/>
                </a:ext>
              </a:extLst>
            </p:cNvPr>
            <p:cNvSpPr>
              <a:spLocks noChangeArrowheads="1"/>
            </p:cNvSpPr>
            <p:nvPr/>
          </p:nvSpPr>
          <p:spPr bwMode="auto">
            <a:xfrm>
              <a:off x="4244975"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41" name="Rectangle 182">
              <a:extLst>
                <a:ext uri="{FF2B5EF4-FFF2-40B4-BE49-F238E27FC236}">
                  <a16:creationId xmlns:a16="http://schemas.microsoft.com/office/drawing/2014/main" id="{AAACFC1E-90AE-41C6-BD45-883BF06DB030}"/>
                </a:ext>
              </a:extLst>
            </p:cNvPr>
            <p:cNvSpPr>
              <a:spLocks noChangeArrowheads="1"/>
            </p:cNvSpPr>
            <p:nvPr/>
          </p:nvSpPr>
          <p:spPr bwMode="auto">
            <a:xfrm>
              <a:off x="5705475" y="3871913"/>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42" name="Rectangle 183">
              <a:extLst>
                <a:ext uri="{FF2B5EF4-FFF2-40B4-BE49-F238E27FC236}">
                  <a16:creationId xmlns:a16="http://schemas.microsoft.com/office/drawing/2014/main" id="{6B49C28B-2052-4A17-B116-80636D297B7F}"/>
                </a:ext>
              </a:extLst>
            </p:cNvPr>
            <p:cNvSpPr>
              <a:spLocks noChangeArrowheads="1"/>
            </p:cNvSpPr>
            <p:nvPr/>
          </p:nvSpPr>
          <p:spPr bwMode="auto">
            <a:xfrm>
              <a:off x="5056188" y="38687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43" name="Rectangle 184">
              <a:extLst>
                <a:ext uri="{FF2B5EF4-FFF2-40B4-BE49-F238E27FC236}">
                  <a16:creationId xmlns:a16="http://schemas.microsoft.com/office/drawing/2014/main" id="{E91098E3-581C-4BBC-AE46-6D1ECB41F779}"/>
                </a:ext>
              </a:extLst>
            </p:cNvPr>
            <p:cNvSpPr>
              <a:spLocks noChangeArrowheads="1"/>
            </p:cNvSpPr>
            <p:nvPr/>
          </p:nvSpPr>
          <p:spPr bwMode="auto">
            <a:xfrm>
              <a:off x="5970588"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44" name="Rectangle 185">
              <a:extLst>
                <a:ext uri="{FF2B5EF4-FFF2-40B4-BE49-F238E27FC236}">
                  <a16:creationId xmlns:a16="http://schemas.microsoft.com/office/drawing/2014/main" id="{E49AD798-6AF1-42AC-8B03-81E18F8F0A05}"/>
                </a:ext>
              </a:extLst>
            </p:cNvPr>
            <p:cNvSpPr>
              <a:spLocks noChangeArrowheads="1"/>
            </p:cNvSpPr>
            <p:nvPr/>
          </p:nvSpPr>
          <p:spPr bwMode="auto">
            <a:xfrm>
              <a:off x="6750050"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45" name="Rectangle 186">
              <a:extLst>
                <a:ext uri="{FF2B5EF4-FFF2-40B4-BE49-F238E27FC236}">
                  <a16:creationId xmlns:a16="http://schemas.microsoft.com/office/drawing/2014/main" id="{05ACDED2-168C-4E0A-BA63-C50E191E3600}"/>
                </a:ext>
              </a:extLst>
            </p:cNvPr>
            <p:cNvSpPr>
              <a:spLocks noChangeArrowheads="1"/>
            </p:cNvSpPr>
            <p:nvPr/>
          </p:nvSpPr>
          <p:spPr bwMode="auto">
            <a:xfrm>
              <a:off x="8050213" y="3871913"/>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46" name="Rectangle 187">
              <a:extLst>
                <a:ext uri="{FF2B5EF4-FFF2-40B4-BE49-F238E27FC236}">
                  <a16:creationId xmlns:a16="http://schemas.microsoft.com/office/drawing/2014/main" id="{596E145F-B07B-4E46-8F4A-328F38FA124C}"/>
                </a:ext>
              </a:extLst>
            </p:cNvPr>
            <p:cNvSpPr>
              <a:spLocks noChangeArrowheads="1"/>
            </p:cNvSpPr>
            <p:nvPr/>
          </p:nvSpPr>
          <p:spPr bwMode="auto">
            <a:xfrm>
              <a:off x="7526338"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47" name="Rectangle 188">
              <a:extLst>
                <a:ext uri="{FF2B5EF4-FFF2-40B4-BE49-F238E27FC236}">
                  <a16:creationId xmlns:a16="http://schemas.microsoft.com/office/drawing/2014/main" id="{76EE1CB4-56BB-49B8-AAB4-05B9EAC59C4E}"/>
                </a:ext>
              </a:extLst>
            </p:cNvPr>
            <p:cNvSpPr>
              <a:spLocks noChangeArrowheads="1"/>
            </p:cNvSpPr>
            <p:nvPr/>
          </p:nvSpPr>
          <p:spPr bwMode="auto">
            <a:xfrm>
              <a:off x="8921750" y="3871913"/>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48" name="Rectangle 189">
              <a:extLst>
                <a:ext uri="{FF2B5EF4-FFF2-40B4-BE49-F238E27FC236}">
                  <a16:creationId xmlns:a16="http://schemas.microsoft.com/office/drawing/2014/main" id="{169F1CD4-01B7-4760-9F8D-7A429B20C5C4}"/>
                </a:ext>
              </a:extLst>
            </p:cNvPr>
            <p:cNvSpPr>
              <a:spLocks noChangeArrowheads="1"/>
            </p:cNvSpPr>
            <p:nvPr/>
          </p:nvSpPr>
          <p:spPr bwMode="auto">
            <a:xfrm>
              <a:off x="8299450" y="38687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49" name="Rectangle 190">
              <a:extLst>
                <a:ext uri="{FF2B5EF4-FFF2-40B4-BE49-F238E27FC236}">
                  <a16:creationId xmlns:a16="http://schemas.microsoft.com/office/drawing/2014/main" id="{72C4BCD1-5236-45C6-9653-82BF74368BA4}"/>
                </a:ext>
              </a:extLst>
            </p:cNvPr>
            <p:cNvSpPr>
              <a:spLocks noChangeArrowheads="1"/>
            </p:cNvSpPr>
            <p:nvPr/>
          </p:nvSpPr>
          <p:spPr bwMode="auto">
            <a:xfrm>
              <a:off x="547688" y="4138613"/>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50" name="Rectangle 191">
              <a:extLst>
                <a:ext uri="{FF2B5EF4-FFF2-40B4-BE49-F238E27FC236}">
                  <a16:creationId xmlns:a16="http://schemas.microsoft.com/office/drawing/2014/main" id="{61EA7200-CD2A-4E5F-BE93-049E1ACFF95C}"/>
                </a:ext>
              </a:extLst>
            </p:cNvPr>
            <p:cNvSpPr>
              <a:spLocks noChangeArrowheads="1"/>
            </p:cNvSpPr>
            <p:nvPr/>
          </p:nvSpPr>
          <p:spPr bwMode="auto">
            <a:xfrm>
              <a:off x="246063" y="4138613"/>
              <a:ext cx="2222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51" name="Rectangle 192">
              <a:extLst>
                <a:ext uri="{FF2B5EF4-FFF2-40B4-BE49-F238E27FC236}">
                  <a16:creationId xmlns:a16="http://schemas.microsoft.com/office/drawing/2014/main" id="{27DB00F0-F48D-4B08-9E12-BEB1B1540393}"/>
                </a:ext>
              </a:extLst>
            </p:cNvPr>
            <p:cNvSpPr>
              <a:spLocks noChangeArrowheads="1"/>
            </p:cNvSpPr>
            <p:nvPr/>
          </p:nvSpPr>
          <p:spPr bwMode="auto">
            <a:xfrm>
              <a:off x="1462088" y="4138613"/>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52" name="Rectangle 193">
              <a:extLst>
                <a:ext uri="{FF2B5EF4-FFF2-40B4-BE49-F238E27FC236}">
                  <a16:creationId xmlns:a16="http://schemas.microsoft.com/office/drawing/2014/main" id="{B5210B8E-AC4A-4C22-AC3C-913FF60225B3}"/>
                </a:ext>
              </a:extLst>
            </p:cNvPr>
            <p:cNvSpPr>
              <a:spLocks noChangeArrowheads="1"/>
            </p:cNvSpPr>
            <p:nvPr/>
          </p:nvSpPr>
          <p:spPr bwMode="auto">
            <a:xfrm>
              <a:off x="836613" y="41370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53" name="Rectangle 194">
              <a:extLst>
                <a:ext uri="{FF2B5EF4-FFF2-40B4-BE49-F238E27FC236}">
                  <a16:creationId xmlns:a16="http://schemas.microsoft.com/office/drawing/2014/main" id="{2C56E271-7811-4528-BFD1-E88EE95609A1}"/>
                </a:ext>
              </a:extLst>
            </p:cNvPr>
            <p:cNvSpPr>
              <a:spLocks noChangeArrowheads="1"/>
            </p:cNvSpPr>
            <p:nvPr/>
          </p:nvSpPr>
          <p:spPr bwMode="auto">
            <a:xfrm>
              <a:off x="2422525" y="4138613"/>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54" name="Rectangle 195">
              <a:extLst>
                <a:ext uri="{FF2B5EF4-FFF2-40B4-BE49-F238E27FC236}">
                  <a16:creationId xmlns:a16="http://schemas.microsoft.com/office/drawing/2014/main" id="{737590B1-AB58-4E10-BE2F-D9B509DAB446}"/>
                </a:ext>
              </a:extLst>
            </p:cNvPr>
            <p:cNvSpPr>
              <a:spLocks noChangeArrowheads="1"/>
            </p:cNvSpPr>
            <p:nvPr/>
          </p:nvSpPr>
          <p:spPr bwMode="auto">
            <a:xfrm>
              <a:off x="1771650" y="41370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55" name="Rectangle 196">
              <a:extLst>
                <a:ext uri="{FF2B5EF4-FFF2-40B4-BE49-F238E27FC236}">
                  <a16:creationId xmlns:a16="http://schemas.microsoft.com/office/drawing/2014/main" id="{56E57A66-3B0D-4463-89A8-C13258101B56}"/>
                </a:ext>
              </a:extLst>
            </p:cNvPr>
            <p:cNvSpPr>
              <a:spLocks noChangeArrowheads="1"/>
            </p:cNvSpPr>
            <p:nvPr/>
          </p:nvSpPr>
          <p:spPr bwMode="auto">
            <a:xfrm>
              <a:off x="2686050"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56" name="Rectangle 197">
              <a:extLst>
                <a:ext uri="{FF2B5EF4-FFF2-40B4-BE49-F238E27FC236}">
                  <a16:creationId xmlns:a16="http://schemas.microsoft.com/office/drawing/2014/main" id="{4F03D94C-C7AF-4DC0-AC0F-B771493F207F}"/>
                </a:ext>
              </a:extLst>
            </p:cNvPr>
            <p:cNvSpPr>
              <a:spLocks noChangeArrowheads="1"/>
            </p:cNvSpPr>
            <p:nvPr/>
          </p:nvSpPr>
          <p:spPr bwMode="auto">
            <a:xfrm>
              <a:off x="3465513"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57" name="Rectangle 198">
              <a:extLst>
                <a:ext uri="{FF2B5EF4-FFF2-40B4-BE49-F238E27FC236}">
                  <a16:creationId xmlns:a16="http://schemas.microsoft.com/office/drawing/2014/main" id="{759CFEFE-FF41-4CCF-8CDD-5890F1BEC847}"/>
                </a:ext>
              </a:extLst>
            </p:cNvPr>
            <p:cNvSpPr>
              <a:spLocks noChangeArrowheads="1"/>
            </p:cNvSpPr>
            <p:nvPr/>
          </p:nvSpPr>
          <p:spPr bwMode="auto">
            <a:xfrm>
              <a:off x="4745038" y="4138613"/>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58" name="Rectangle 199">
              <a:extLst>
                <a:ext uri="{FF2B5EF4-FFF2-40B4-BE49-F238E27FC236}">
                  <a16:creationId xmlns:a16="http://schemas.microsoft.com/office/drawing/2014/main" id="{70C54F19-1CAC-41B5-8F17-A3F43CCBD3A0}"/>
                </a:ext>
              </a:extLst>
            </p:cNvPr>
            <p:cNvSpPr>
              <a:spLocks noChangeArrowheads="1"/>
            </p:cNvSpPr>
            <p:nvPr/>
          </p:nvSpPr>
          <p:spPr bwMode="auto">
            <a:xfrm>
              <a:off x="4244975"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59" name="Rectangle 200">
              <a:extLst>
                <a:ext uri="{FF2B5EF4-FFF2-40B4-BE49-F238E27FC236}">
                  <a16:creationId xmlns:a16="http://schemas.microsoft.com/office/drawing/2014/main" id="{21A3A8BA-D8C6-425B-B60B-CA342B93F89A}"/>
                </a:ext>
              </a:extLst>
            </p:cNvPr>
            <p:cNvSpPr>
              <a:spLocks noChangeArrowheads="1"/>
            </p:cNvSpPr>
            <p:nvPr/>
          </p:nvSpPr>
          <p:spPr bwMode="auto">
            <a:xfrm>
              <a:off x="5705475" y="4138613"/>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60" name="Rectangle 201">
              <a:extLst>
                <a:ext uri="{FF2B5EF4-FFF2-40B4-BE49-F238E27FC236}">
                  <a16:creationId xmlns:a16="http://schemas.microsoft.com/office/drawing/2014/main" id="{23C06BF0-EB9B-49DF-9118-E3898E96D099}"/>
                </a:ext>
              </a:extLst>
            </p:cNvPr>
            <p:cNvSpPr>
              <a:spLocks noChangeArrowheads="1"/>
            </p:cNvSpPr>
            <p:nvPr/>
          </p:nvSpPr>
          <p:spPr bwMode="auto">
            <a:xfrm>
              <a:off x="5054600" y="41370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61" name="Rectangle 202">
              <a:extLst>
                <a:ext uri="{FF2B5EF4-FFF2-40B4-BE49-F238E27FC236}">
                  <a16:creationId xmlns:a16="http://schemas.microsoft.com/office/drawing/2014/main" id="{64306A5A-E701-42FD-B8CA-9F3E38F02E4D}"/>
                </a:ext>
              </a:extLst>
            </p:cNvPr>
            <p:cNvSpPr>
              <a:spLocks noChangeArrowheads="1"/>
            </p:cNvSpPr>
            <p:nvPr/>
          </p:nvSpPr>
          <p:spPr bwMode="auto">
            <a:xfrm>
              <a:off x="5970588"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62" name="Rectangle 203">
              <a:extLst>
                <a:ext uri="{FF2B5EF4-FFF2-40B4-BE49-F238E27FC236}">
                  <a16:creationId xmlns:a16="http://schemas.microsoft.com/office/drawing/2014/main" id="{127A3B19-DEAB-4124-BB44-9C537B0DAD32}"/>
                </a:ext>
              </a:extLst>
            </p:cNvPr>
            <p:cNvSpPr>
              <a:spLocks noChangeArrowheads="1"/>
            </p:cNvSpPr>
            <p:nvPr/>
          </p:nvSpPr>
          <p:spPr bwMode="auto">
            <a:xfrm>
              <a:off x="6748463"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63" name="Rectangle 205">
              <a:extLst>
                <a:ext uri="{FF2B5EF4-FFF2-40B4-BE49-F238E27FC236}">
                  <a16:creationId xmlns:a16="http://schemas.microsoft.com/office/drawing/2014/main" id="{A37B3568-379D-4A29-A292-A4DF6D33F7F2}"/>
                </a:ext>
              </a:extLst>
            </p:cNvPr>
            <p:cNvSpPr>
              <a:spLocks noChangeArrowheads="1"/>
            </p:cNvSpPr>
            <p:nvPr/>
          </p:nvSpPr>
          <p:spPr bwMode="auto">
            <a:xfrm>
              <a:off x="8050213" y="4138613"/>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64" name="Rectangle 206">
              <a:extLst>
                <a:ext uri="{FF2B5EF4-FFF2-40B4-BE49-F238E27FC236}">
                  <a16:creationId xmlns:a16="http://schemas.microsoft.com/office/drawing/2014/main" id="{7FD8A8C5-A7E2-4811-A8A1-FF1F1DA5517D}"/>
                </a:ext>
              </a:extLst>
            </p:cNvPr>
            <p:cNvSpPr>
              <a:spLocks noChangeArrowheads="1"/>
            </p:cNvSpPr>
            <p:nvPr/>
          </p:nvSpPr>
          <p:spPr bwMode="auto">
            <a:xfrm>
              <a:off x="7526338"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65" name="Rectangle 207">
              <a:extLst>
                <a:ext uri="{FF2B5EF4-FFF2-40B4-BE49-F238E27FC236}">
                  <a16:creationId xmlns:a16="http://schemas.microsoft.com/office/drawing/2014/main" id="{4D6401EC-6361-4618-9FEF-8BF86D9509E7}"/>
                </a:ext>
              </a:extLst>
            </p:cNvPr>
            <p:cNvSpPr>
              <a:spLocks noChangeArrowheads="1"/>
            </p:cNvSpPr>
            <p:nvPr/>
          </p:nvSpPr>
          <p:spPr bwMode="auto">
            <a:xfrm>
              <a:off x="8921750" y="4138613"/>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66" name="Rectangle 208">
              <a:extLst>
                <a:ext uri="{FF2B5EF4-FFF2-40B4-BE49-F238E27FC236}">
                  <a16:creationId xmlns:a16="http://schemas.microsoft.com/office/drawing/2014/main" id="{688A4A96-9F04-487E-9178-E0EFC2556AAF}"/>
                </a:ext>
              </a:extLst>
            </p:cNvPr>
            <p:cNvSpPr>
              <a:spLocks noChangeArrowheads="1"/>
            </p:cNvSpPr>
            <p:nvPr/>
          </p:nvSpPr>
          <p:spPr bwMode="auto">
            <a:xfrm>
              <a:off x="8297863" y="41370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67" name="Rectangle 209">
              <a:extLst>
                <a:ext uri="{FF2B5EF4-FFF2-40B4-BE49-F238E27FC236}">
                  <a16:creationId xmlns:a16="http://schemas.microsoft.com/office/drawing/2014/main" id="{A5380178-8628-425D-8481-F860EF034260}"/>
                </a:ext>
              </a:extLst>
            </p:cNvPr>
            <p:cNvSpPr>
              <a:spLocks noChangeArrowheads="1"/>
            </p:cNvSpPr>
            <p:nvPr/>
          </p:nvSpPr>
          <p:spPr bwMode="auto">
            <a:xfrm>
              <a:off x="547688" y="4411663"/>
              <a:ext cx="11112"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68" name="Rectangle 210">
              <a:extLst>
                <a:ext uri="{FF2B5EF4-FFF2-40B4-BE49-F238E27FC236}">
                  <a16:creationId xmlns:a16="http://schemas.microsoft.com/office/drawing/2014/main" id="{470F737B-B0F7-4757-9219-95DE314A29B1}"/>
                </a:ext>
              </a:extLst>
            </p:cNvPr>
            <p:cNvSpPr>
              <a:spLocks noChangeArrowheads="1"/>
            </p:cNvSpPr>
            <p:nvPr/>
          </p:nvSpPr>
          <p:spPr bwMode="auto">
            <a:xfrm>
              <a:off x="246063" y="4406900"/>
              <a:ext cx="2222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H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69" name="Rectangle 211">
              <a:extLst>
                <a:ext uri="{FF2B5EF4-FFF2-40B4-BE49-F238E27FC236}">
                  <a16:creationId xmlns:a16="http://schemas.microsoft.com/office/drawing/2014/main" id="{415F117B-B56B-4E11-A00E-B68EEFA4D53C}"/>
                </a:ext>
              </a:extLst>
            </p:cNvPr>
            <p:cNvSpPr>
              <a:spLocks noChangeArrowheads="1"/>
            </p:cNvSpPr>
            <p:nvPr/>
          </p:nvSpPr>
          <p:spPr bwMode="auto">
            <a:xfrm>
              <a:off x="1462088" y="4411663"/>
              <a:ext cx="11112"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70" name="Rectangle 212">
              <a:extLst>
                <a:ext uri="{FF2B5EF4-FFF2-40B4-BE49-F238E27FC236}">
                  <a16:creationId xmlns:a16="http://schemas.microsoft.com/office/drawing/2014/main" id="{6C33A1DC-5152-4046-92A3-079225B4BB08}"/>
                </a:ext>
              </a:extLst>
            </p:cNvPr>
            <p:cNvSpPr>
              <a:spLocks noChangeArrowheads="1"/>
            </p:cNvSpPr>
            <p:nvPr/>
          </p:nvSpPr>
          <p:spPr bwMode="auto">
            <a:xfrm>
              <a:off x="836613" y="44053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71" name="Rectangle 213">
              <a:extLst>
                <a:ext uri="{FF2B5EF4-FFF2-40B4-BE49-F238E27FC236}">
                  <a16:creationId xmlns:a16="http://schemas.microsoft.com/office/drawing/2014/main" id="{208A3646-12A0-4DA4-9D1D-E929023C3BFC}"/>
                </a:ext>
              </a:extLst>
            </p:cNvPr>
            <p:cNvSpPr>
              <a:spLocks noChangeArrowheads="1"/>
            </p:cNvSpPr>
            <p:nvPr/>
          </p:nvSpPr>
          <p:spPr bwMode="auto">
            <a:xfrm>
              <a:off x="2422525" y="4411663"/>
              <a:ext cx="11113"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72" name="Rectangle 214">
              <a:extLst>
                <a:ext uri="{FF2B5EF4-FFF2-40B4-BE49-F238E27FC236}">
                  <a16:creationId xmlns:a16="http://schemas.microsoft.com/office/drawing/2014/main" id="{8AF47026-59D2-4408-8633-6E16C4F48185}"/>
                </a:ext>
              </a:extLst>
            </p:cNvPr>
            <p:cNvSpPr>
              <a:spLocks noChangeArrowheads="1"/>
            </p:cNvSpPr>
            <p:nvPr/>
          </p:nvSpPr>
          <p:spPr bwMode="auto">
            <a:xfrm>
              <a:off x="1771650" y="44053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73" name="Rectangle 215">
              <a:extLst>
                <a:ext uri="{FF2B5EF4-FFF2-40B4-BE49-F238E27FC236}">
                  <a16:creationId xmlns:a16="http://schemas.microsoft.com/office/drawing/2014/main" id="{256741C8-C321-43DE-8758-BE3C358B37D1}"/>
                </a:ext>
              </a:extLst>
            </p:cNvPr>
            <p:cNvSpPr>
              <a:spLocks noChangeArrowheads="1"/>
            </p:cNvSpPr>
            <p:nvPr/>
          </p:nvSpPr>
          <p:spPr bwMode="auto">
            <a:xfrm>
              <a:off x="2686050"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74" name="Rectangle 216">
              <a:extLst>
                <a:ext uri="{FF2B5EF4-FFF2-40B4-BE49-F238E27FC236}">
                  <a16:creationId xmlns:a16="http://schemas.microsoft.com/office/drawing/2014/main" id="{AEFD8A64-2E26-4E56-B7CB-F80F7C6AE3A2}"/>
                </a:ext>
              </a:extLst>
            </p:cNvPr>
            <p:cNvSpPr>
              <a:spLocks noChangeArrowheads="1"/>
            </p:cNvSpPr>
            <p:nvPr/>
          </p:nvSpPr>
          <p:spPr bwMode="auto">
            <a:xfrm>
              <a:off x="3465513"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75" name="Rectangle 217">
              <a:extLst>
                <a:ext uri="{FF2B5EF4-FFF2-40B4-BE49-F238E27FC236}">
                  <a16:creationId xmlns:a16="http://schemas.microsoft.com/office/drawing/2014/main" id="{C0C02625-B3E1-4257-9ACA-8AFD440B09D3}"/>
                </a:ext>
              </a:extLst>
            </p:cNvPr>
            <p:cNvSpPr>
              <a:spLocks noChangeArrowheads="1"/>
            </p:cNvSpPr>
            <p:nvPr/>
          </p:nvSpPr>
          <p:spPr bwMode="auto">
            <a:xfrm>
              <a:off x="4745038" y="4411663"/>
              <a:ext cx="11112"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76" name="Rectangle 218">
              <a:extLst>
                <a:ext uri="{FF2B5EF4-FFF2-40B4-BE49-F238E27FC236}">
                  <a16:creationId xmlns:a16="http://schemas.microsoft.com/office/drawing/2014/main" id="{C6294689-F83A-4AA3-BD88-4D64B3FE4076}"/>
                </a:ext>
              </a:extLst>
            </p:cNvPr>
            <p:cNvSpPr>
              <a:spLocks noChangeArrowheads="1"/>
            </p:cNvSpPr>
            <p:nvPr/>
          </p:nvSpPr>
          <p:spPr bwMode="auto">
            <a:xfrm>
              <a:off x="4244975"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77" name="Rectangle 219">
              <a:extLst>
                <a:ext uri="{FF2B5EF4-FFF2-40B4-BE49-F238E27FC236}">
                  <a16:creationId xmlns:a16="http://schemas.microsoft.com/office/drawing/2014/main" id="{B86305C1-CCFF-4638-8A51-A86C724E2487}"/>
                </a:ext>
              </a:extLst>
            </p:cNvPr>
            <p:cNvSpPr>
              <a:spLocks noChangeArrowheads="1"/>
            </p:cNvSpPr>
            <p:nvPr/>
          </p:nvSpPr>
          <p:spPr bwMode="auto">
            <a:xfrm>
              <a:off x="5705475" y="4411663"/>
              <a:ext cx="11113"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78" name="Rectangle 220">
              <a:extLst>
                <a:ext uri="{FF2B5EF4-FFF2-40B4-BE49-F238E27FC236}">
                  <a16:creationId xmlns:a16="http://schemas.microsoft.com/office/drawing/2014/main" id="{B95387E1-A060-416A-9EC0-0B0071CC1207}"/>
                </a:ext>
              </a:extLst>
            </p:cNvPr>
            <p:cNvSpPr>
              <a:spLocks noChangeArrowheads="1"/>
            </p:cNvSpPr>
            <p:nvPr/>
          </p:nvSpPr>
          <p:spPr bwMode="auto">
            <a:xfrm>
              <a:off x="5054600" y="44053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79" name="Rectangle 221">
              <a:extLst>
                <a:ext uri="{FF2B5EF4-FFF2-40B4-BE49-F238E27FC236}">
                  <a16:creationId xmlns:a16="http://schemas.microsoft.com/office/drawing/2014/main" id="{395B3333-2E68-487F-9C7D-C7317669D314}"/>
                </a:ext>
              </a:extLst>
            </p:cNvPr>
            <p:cNvSpPr>
              <a:spLocks noChangeArrowheads="1"/>
            </p:cNvSpPr>
            <p:nvPr/>
          </p:nvSpPr>
          <p:spPr bwMode="auto">
            <a:xfrm>
              <a:off x="5970588"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80" name="Rectangle 222">
              <a:extLst>
                <a:ext uri="{FF2B5EF4-FFF2-40B4-BE49-F238E27FC236}">
                  <a16:creationId xmlns:a16="http://schemas.microsoft.com/office/drawing/2014/main" id="{C8234721-4492-4B96-B524-0A72B6E4BD31}"/>
                </a:ext>
              </a:extLst>
            </p:cNvPr>
            <p:cNvSpPr>
              <a:spLocks noChangeArrowheads="1"/>
            </p:cNvSpPr>
            <p:nvPr/>
          </p:nvSpPr>
          <p:spPr bwMode="auto">
            <a:xfrm>
              <a:off x="6748463"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81" name="Rectangle 223">
              <a:extLst>
                <a:ext uri="{FF2B5EF4-FFF2-40B4-BE49-F238E27FC236}">
                  <a16:creationId xmlns:a16="http://schemas.microsoft.com/office/drawing/2014/main" id="{F1A6684D-5A3A-404B-83A6-E14BD8B68878}"/>
                </a:ext>
              </a:extLst>
            </p:cNvPr>
            <p:cNvSpPr>
              <a:spLocks noChangeArrowheads="1"/>
            </p:cNvSpPr>
            <p:nvPr/>
          </p:nvSpPr>
          <p:spPr bwMode="auto">
            <a:xfrm>
              <a:off x="8050213" y="4411663"/>
              <a:ext cx="11112"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82" name="Rectangle 224">
              <a:extLst>
                <a:ext uri="{FF2B5EF4-FFF2-40B4-BE49-F238E27FC236}">
                  <a16:creationId xmlns:a16="http://schemas.microsoft.com/office/drawing/2014/main" id="{69CEB989-D672-4626-8020-8C1DBC6F1628}"/>
                </a:ext>
              </a:extLst>
            </p:cNvPr>
            <p:cNvSpPr>
              <a:spLocks noChangeArrowheads="1"/>
            </p:cNvSpPr>
            <p:nvPr/>
          </p:nvSpPr>
          <p:spPr bwMode="auto">
            <a:xfrm>
              <a:off x="7526338"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83" name="Rectangle 225">
              <a:extLst>
                <a:ext uri="{FF2B5EF4-FFF2-40B4-BE49-F238E27FC236}">
                  <a16:creationId xmlns:a16="http://schemas.microsoft.com/office/drawing/2014/main" id="{C4724BFF-53CC-4099-BF19-190A3789562E}"/>
                </a:ext>
              </a:extLst>
            </p:cNvPr>
            <p:cNvSpPr>
              <a:spLocks noChangeArrowheads="1"/>
            </p:cNvSpPr>
            <p:nvPr/>
          </p:nvSpPr>
          <p:spPr bwMode="auto">
            <a:xfrm>
              <a:off x="8921750" y="4411663"/>
              <a:ext cx="11113"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84" name="Rectangle 226">
              <a:extLst>
                <a:ext uri="{FF2B5EF4-FFF2-40B4-BE49-F238E27FC236}">
                  <a16:creationId xmlns:a16="http://schemas.microsoft.com/office/drawing/2014/main" id="{B5F1BC63-8B65-49ED-812C-B543D704ADAD}"/>
                </a:ext>
              </a:extLst>
            </p:cNvPr>
            <p:cNvSpPr>
              <a:spLocks noChangeArrowheads="1"/>
            </p:cNvSpPr>
            <p:nvPr/>
          </p:nvSpPr>
          <p:spPr bwMode="auto">
            <a:xfrm>
              <a:off x="547688" y="4708525"/>
              <a:ext cx="8382000"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385" name="Rectangle 227">
              <a:extLst>
                <a:ext uri="{FF2B5EF4-FFF2-40B4-BE49-F238E27FC236}">
                  <a16:creationId xmlns:a16="http://schemas.microsoft.com/office/drawing/2014/main" id="{3662F406-3FA2-4371-BAB8-B0272AB587B6}"/>
                </a:ext>
              </a:extLst>
            </p:cNvPr>
            <p:cNvSpPr>
              <a:spLocks noChangeArrowheads="1"/>
            </p:cNvSpPr>
            <p:nvPr/>
          </p:nvSpPr>
          <p:spPr bwMode="auto">
            <a:xfrm>
              <a:off x="8297863" y="44053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89091" name="Title 1">
            <a:extLst>
              <a:ext uri="{FF2B5EF4-FFF2-40B4-BE49-F238E27FC236}">
                <a16:creationId xmlns:a16="http://schemas.microsoft.com/office/drawing/2014/main" id="{00B3A706-8734-4048-B262-54913506ABC1}"/>
              </a:ext>
            </a:extLst>
          </p:cNvPr>
          <p:cNvSpPr txBox="1">
            <a:spLocks/>
          </p:cNvSpPr>
          <p:nvPr/>
        </p:nvSpPr>
        <p:spPr bwMode="auto">
          <a:xfrm>
            <a:off x="0" y="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Karnaugh maps for the first JK flip-flop</a:t>
            </a:r>
          </a:p>
        </p:txBody>
      </p:sp>
      <p:sp>
        <p:nvSpPr>
          <p:cNvPr id="89096" name="Rectangle 305">
            <a:extLst>
              <a:ext uri="{FF2B5EF4-FFF2-40B4-BE49-F238E27FC236}">
                <a16:creationId xmlns:a16="http://schemas.microsoft.com/office/drawing/2014/main" id="{3CFF84D2-8D0D-4ADF-B730-3F7589E29F75}"/>
              </a:ext>
            </a:extLst>
          </p:cNvPr>
          <p:cNvSpPr>
            <a:spLocks noChangeArrowheads="1"/>
          </p:cNvSpPr>
          <p:nvPr/>
        </p:nvSpPr>
        <p:spPr bwMode="auto">
          <a:xfrm>
            <a:off x="4114800" y="2057400"/>
            <a:ext cx="228600" cy="2057400"/>
          </a:xfrm>
          <a:prstGeom prst="rect">
            <a:avLst/>
          </a:prstGeom>
          <a:solidFill>
            <a:srgbClr val="FF0000">
              <a:alpha val="36078"/>
            </a:srgbClr>
          </a:solidFill>
          <a:ln w="9525">
            <a:solidFill>
              <a:srgbClr val="FF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097" name="Rectangle 306">
            <a:extLst>
              <a:ext uri="{FF2B5EF4-FFF2-40B4-BE49-F238E27FC236}">
                <a16:creationId xmlns:a16="http://schemas.microsoft.com/office/drawing/2014/main" id="{F4268D68-D79A-48BA-815F-FF2D89FF71BD}"/>
              </a:ext>
            </a:extLst>
          </p:cNvPr>
          <p:cNvSpPr>
            <a:spLocks noChangeArrowheads="1"/>
          </p:cNvSpPr>
          <p:nvPr/>
        </p:nvSpPr>
        <p:spPr bwMode="auto">
          <a:xfrm>
            <a:off x="7404100" y="2057400"/>
            <a:ext cx="228600" cy="2057400"/>
          </a:xfrm>
          <a:prstGeom prst="rect">
            <a:avLst/>
          </a:prstGeom>
          <a:solidFill>
            <a:srgbClr val="FF0000">
              <a:alpha val="36078"/>
            </a:srgbClr>
          </a:solidFill>
          <a:ln w="9525">
            <a:solidFill>
              <a:srgbClr val="FF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pic>
        <p:nvPicPr>
          <p:cNvPr id="3" name="Picture 2">
            <a:extLst>
              <a:ext uri="{FF2B5EF4-FFF2-40B4-BE49-F238E27FC236}">
                <a16:creationId xmlns:a16="http://schemas.microsoft.com/office/drawing/2014/main" id="{885240D2-E2C2-4E44-9FF2-13D4B36BF91B}"/>
              </a:ext>
            </a:extLst>
          </p:cNvPr>
          <p:cNvPicPr>
            <a:picLocks noChangeAspect="1"/>
          </p:cNvPicPr>
          <p:nvPr/>
        </p:nvPicPr>
        <p:blipFill>
          <a:blip r:embed="rId2"/>
          <a:stretch>
            <a:fillRect/>
          </a:stretch>
        </p:blipFill>
        <p:spPr>
          <a:xfrm>
            <a:off x="508176" y="4272496"/>
            <a:ext cx="4120468" cy="2403606"/>
          </a:xfrm>
          <a:prstGeom prst="rect">
            <a:avLst/>
          </a:prstGeom>
        </p:spPr>
      </p:pic>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0113" name="Group 1">
            <a:extLst>
              <a:ext uri="{FF2B5EF4-FFF2-40B4-BE49-F238E27FC236}">
                <a16:creationId xmlns:a16="http://schemas.microsoft.com/office/drawing/2014/main" id="{B30D2B3C-8925-405A-B1C0-23630A8603CA}"/>
              </a:ext>
            </a:extLst>
          </p:cNvPr>
          <p:cNvGrpSpPr>
            <a:grpSpLocks/>
          </p:cNvGrpSpPr>
          <p:nvPr/>
        </p:nvGrpSpPr>
        <p:grpSpPr bwMode="auto">
          <a:xfrm>
            <a:off x="228600" y="685800"/>
            <a:ext cx="8686800" cy="3492500"/>
            <a:chOff x="246063" y="1227138"/>
            <a:chExt cx="8686800" cy="3492500"/>
          </a:xfrm>
        </p:grpSpPr>
        <p:sp>
          <p:nvSpPr>
            <p:cNvPr id="90187" name="Rectangle 4">
              <a:extLst>
                <a:ext uri="{FF2B5EF4-FFF2-40B4-BE49-F238E27FC236}">
                  <a16:creationId xmlns:a16="http://schemas.microsoft.com/office/drawing/2014/main" id="{D5662C78-4BA3-47FE-AFEF-3107FD716F71}"/>
                </a:ext>
              </a:extLst>
            </p:cNvPr>
            <p:cNvSpPr>
              <a:spLocks noChangeArrowheads="1"/>
            </p:cNvSpPr>
            <p:nvPr/>
          </p:nvSpPr>
          <p:spPr bwMode="auto">
            <a:xfrm>
              <a:off x="547688" y="1227138"/>
              <a:ext cx="8382000" cy="95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188" name="Rectangle 5">
              <a:extLst>
                <a:ext uri="{FF2B5EF4-FFF2-40B4-BE49-F238E27FC236}">
                  <a16:creationId xmlns:a16="http://schemas.microsoft.com/office/drawing/2014/main" id="{E689D418-EB4B-4C45-BE67-5135F7FE2475}"/>
                </a:ext>
              </a:extLst>
            </p:cNvPr>
            <p:cNvSpPr>
              <a:spLocks noChangeArrowheads="1"/>
            </p:cNvSpPr>
            <p:nvPr/>
          </p:nvSpPr>
          <p:spPr bwMode="auto">
            <a:xfrm>
              <a:off x="547688" y="1227138"/>
              <a:ext cx="11112" cy="41116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189" name="Rectangle 6">
              <a:extLst>
                <a:ext uri="{FF2B5EF4-FFF2-40B4-BE49-F238E27FC236}">
                  <a16:creationId xmlns:a16="http://schemas.microsoft.com/office/drawing/2014/main" id="{1520C8BC-01DF-4019-895C-345701D67C07}"/>
                </a:ext>
              </a:extLst>
            </p:cNvPr>
            <p:cNvSpPr>
              <a:spLocks noChangeArrowheads="1"/>
            </p:cNvSpPr>
            <p:nvPr/>
          </p:nvSpPr>
          <p:spPr bwMode="auto">
            <a:xfrm>
              <a:off x="1462088" y="1227138"/>
              <a:ext cx="11112" cy="41116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190" name="Rectangle 7">
              <a:extLst>
                <a:ext uri="{FF2B5EF4-FFF2-40B4-BE49-F238E27FC236}">
                  <a16:creationId xmlns:a16="http://schemas.microsoft.com/office/drawing/2014/main" id="{4E7F0CB4-7889-420F-8B7F-97D3444BDE97}"/>
                </a:ext>
              </a:extLst>
            </p:cNvPr>
            <p:cNvSpPr>
              <a:spLocks noChangeArrowheads="1"/>
            </p:cNvSpPr>
            <p:nvPr/>
          </p:nvSpPr>
          <p:spPr bwMode="auto">
            <a:xfrm>
              <a:off x="676275" y="1457325"/>
              <a:ext cx="7302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191" name="Rectangle 8">
              <a:extLst>
                <a:ext uri="{FF2B5EF4-FFF2-40B4-BE49-F238E27FC236}">
                  <a16:creationId xmlns:a16="http://schemas.microsoft.com/office/drawing/2014/main" id="{7DA8EEAB-A360-443C-BD1E-4A683BB5ED01}"/>
                </a:ext>
              </a:extLst>
            </p:cNvPr>
            <p:cNvSpPr>
              <a:spLocks noChangeArrowheads="1"/>
            </p:cNvSpPr>
            <p:nvPr/>
          </p:nvSpPr>
          <p:spPr bwMode="auto">
            <a:xfrm>
              <a:off x="8050213" y="1227138"/>
              <a:ext cx="11112" cy="41116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192" name="Rectangle 9">
              <a:extLst>
                <a:ext uri="{FF2B5EF4-FFF2-40B4-BE49-F238E27FC236}">
                  <a16:creationId xmlns:a16="http://schemas.microsoft.com/office/drawing/2014/main" id="{E7A3A385-88B9-4CDC-A68D-AD90F4557B11}"/>
                </a:ext>
              </a:extLst>
            </p:cNvPr>
            <p:cNvSpPr>
              <a:spLocks noChangeArrowheads="1"/>
            </p:cNvSpPr>
            <p:nvPr/>
          </p:nvSpPr>
          <p:spPr bwMode="auto">
            <a:xfrm>
              <a:off x="8921750" y="1227138"/>
              <a:ext cx="11113" cy="41116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193" name="Rectangle 10">
              <a:extLst>
                <a:ext uri="{FF2B5EF4-FFF2-40B4-BE49-F238E27FC236}">
                  <a16:creationId xmlns:a16="http://schemas.microsoft.com/office/drawing/2014/main" id="{AC2C2F2F-9EC3-4999-9FB7-700D1AB37A04}"/>
                </a:ext>
              </a:extLst>
            </p:cNvPr>
            <p:cNvSpPr>
              <a:spLocks noChangeArrowheads="1"/>
            </p:cNvSpPr>
            <p:nvPr/>
          </p:nvSpPr>
          <p:spPr bwMode="auto">
            <a:xfrm>
              <a:off x="1462088" y="1649413"/>
              <a:ext cx="6583362"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194" name="Rectangle 11">
              <a:extLst>
                <a:ext uri="{FF2B5EF4-FFF2-40B4-BE49-F238E27FC236}">
                  <a16:creationId xmlns:a16="http://schemas.microsoft.com/office/drawing/2014/main" id="{4B2B3B48-2862-4442-BA41-06240EAD6A52}"/>
                </a:ext>
              </a:extLst>
            </p:cNvPr>
            <p:cNvSpPr>
              <a:spLocks noChangeArrowheads="1"/>
            </p:cNvSpPr>
            <p:nvPr/>
          </p:nvSpPr>
          <p:spPr bwMode="auto">
            <a:xfrm>
              <a:off x="547688" y="1638300"/>
              <a:ext cx="11112" cy="4032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195" name="Rectangle 12">
              <a:extLst>
                <a:ext uri="{FF2B5EF4-FFF2-40B4-BE49-F238E27FC236}">
                  <a16:creationId xmlns:a16="http://schemas.microsoft.com/office/drawing/2014/main" id="{13166559-70C9-467D-A486-81E64F5F7820}"/>
                </a:ext>
              </a:extLst>
            </p:cNvPr>
            <p:cNvSpPr>
              <a:spLocks noChangeArrowheads="1"/>
            </p:cNvSpPr>
            <p:nvPr/>
          </p:nvSpPr>
          <p:spPr bwMode="auto">
            <a:xfrm>
              <a:off x="4065588" y="1328738"/>
              <a:ext cx="142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Flip-flop inputs</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196" name="Rectangle 13">
              <a:extLst>
                <a:ext uri="{FF2B5EF4-FFF2-40B4-BE49-F238E27FC236}">
                  <a16:creationId xmlns:a16="http://schemas.microsoft.com/office/drawing/2014/main" id="{DFCF7FC8-2FAB-46F0-A40E-072692398FB8}"/>
                </a:ext>
              </a:extLst>
            </p:cNvPr>
            <p:cNvSpPr>
              <a:spLocks noChangeArrowheads="1"/>
            </p:cNvSpPr>
            <p:nvPr/>
          </p:nvSpPr>
          <p:spPr bwMode="auto">
            <a:xfrm>
              <a:off x="1462088" y="1638300"/>
              <a:ext cx="11112" cy="4032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197" name="Rectangle 14">
              <a:extLst>
                <a:ext uri="{FF2B5EF4-FFF2-40B4-BE49-F238E27FC236}">
                  <a16:creationId xmlns:a16="http://schemas.microsoft.com/office/drawing/2014/main" id="{126233A3-638A-4D51-B381-0D147981AB4A}"/>
                </a:ext>
              </a:extLst>
            </p:cNvPr>
            <p:cNvSpPr>
              <a:spLocks noChangeArrowheads="1"/>
            </p:cNvSpPr>
            <p:nvPr/>
          </p:nvSpPr>
          <p:spPr bwMode="auto">
            <a:xfrm>
              <a:off x="800100" y="1741488"/>
              <a:ext cx="4762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198" name="Rectangle 15">
              <a:extLst>
                <a:ext uri="{FF2B5EF4-FFF2-40B4-BE49-F238E27FC236}">
                  <a16:creationId xmlns:a16="http://schemas.microsoft.com/office/drawing/2014/main" id="{142D47B6-2472-42AE-96BA-6D47B01AF78E}"/>
                </a:ext>
              </a:extLst>
            </p:cNvPr>
            <p:cNvSpPr>
              <a:spLocks noChangeArrowheads="1"/>
            </p:cNvSpPr>
            <p:nvPr/>
          </p:nvSpPr>
          <p:spPr bwMode="auto">
            <a:xfrm>
              <a:off x="2822575" y="1739900"/>
              <a:ext cx="2095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199" name="Rectangle 16">
              <a:extLst>
                <a:ext uri="{FF2B5EF4-FFF2-40B4-BE49-F238E27FC236}">
                  <a16:creationId xmlns:a16="http://schemas.microsoft.com/office/drawing/2014/main" id="{9949691B-29E1-430E-B1E8-AE3D70FBAF25}"/>
                </a:ext>
              </a:extLst>
            </p:cNvPr>
            <p:cNvSpPr>
              <a:spLocks noChangeArrowheads="1"/>
            </p:cNvSpPr>
            <p:nvPr/>
          </p:nvSpPr>
          <p:spPr bwMode="auto">
            <a:xfrm>
              <a:off x="3051175" y="1739900"/>
              <a:ext cx="185738"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00" name="Rectangle 17">
              <a:extLst>
                <a:ext uri="{FF2B5EF4-FFF2-40B4-BE49-F238E27FC236}">
                  <a16:creationId xmlns:a16="http://schemas.microsoft.com/office/drawing/2014/main" id="{0A459DE8-577D-46E9-9309-4363CDED899D}"/>
                </a:ext>
              </a:extLst>
            </p:cNvPr>
            <p:cNvSpPr>
              <a:spLocks noChangeArrowheads="1"/>
            </p:cNvSpPr>
            <p:nvPr/>
          </p:nvSpPr>
          <p:spPr bwMode="auto">
            <a:xfrm>
              <a:off x="4745038" y="1638300"/>
              <a:ext cx="11112" cy="4032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01" name="Rectangle 18">
              <a:extLst>
                <a:ext uri="{FF2B5EF4-FFF2-40B4-BE49-F238E27FC236}">
                  <a16:creationId xmlns:a16="http://schemas.microsoft.com/office/drawing/2014/main" id="{00CC2E62-1717-42F9-A690-F81FC7DAFAF1}"/>
                </a:ext>
              </a:extLst>
            </p:cNvPr>
            <p:cNvSpPr>
              <a:spLocks noChangeArrowheads="1"/>
            </p:cNvSpPr>
            <p:nvPr/>
          </p:nvSpPr>
          <p:spPr bwMode="auto">
            <a:xfrm>
              <a:off x="3286125" y="1739900"/>
              <a:ext cx="1714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02" name="Rectangle 19">
              <a:extLst>
                <a:ext uri="{FF2B5EF4-FFF2-40B4-BE49-F238E27FC236}">
                  <a16:creationId xmlns:a16="http://schemas.microsoft.com/office/drawing/2014/main" id="{DCE06842-F761-422C-858A-EB8A057F148E}"/>
                </a:ext>
              </a:extLst>
            </p:cNvPr>
            <p:cNvSpPr>
              <a:spLocks noChangeArrowheads="1"/>
            </p:cNvSpPr>
            <p:nvPr/>
          </p:nvSpPr>
          <p:spPr bwMode="auto">
            <a:xfrm>
              <a:off x="6111875" y="1739900"/>
              <a:ext cx="2095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03" name="Rectangle 20">
              <a:extLst>
                <a:ext uri="{FF2B5EF4-FFF2-40B4-BE49-F238E27FC236}">
                  <a16:creationId xmlns:a16="http://schemas.microsoft.com/office/drawing/2014/main" id="{D6191D0F-3DF6-402A-9824-24C46A3316D4}"/>
                </a:ext>
              </a:extLst>
            </p:cNvPr>
            <p:cNvSpPr>
              <a:spLocks noChangeArrowheads="1"/>
            </p:cNvSpPr>
            <p:nvPr/>
          </p:nvSpPr>
          <p:spPr bwMode="auto">
            <a:xfrm>
              <a:off x="6340475" y="1739900"/>
              <a:ext cx="185738"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04" name="Rectangle 21">
              <a:extLst>
                <a:ext uri="{FF2B5EF4-FFF2-40B4-BE49-F238E27FC236}">
                  <a16:creationId xmlns:a16="http://schemas.microsoft.com/office/drawing/2014/main" id="{72FA4B7D-E956-4B2C-A564-B019A62E2AD6}"/>
                </a:ext>
              </a:extLst>
            </p:cNvPr>
            <p:cNvSpPr>
              <a:spLocks noChangeArrowheads="1"/>
            </p:cNvSpPr>
            <p:nvPr/>
          </p:nvSpPr>
          <p:spPr bwMode="auto">
            <a:xfrm>
              <a:off x="8050213" y="1638300"/>
              <a:ext cx="11112" cy="4032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05" name="Rectangle 22">
              <a:extLst>
                <a:ext uri="{FF2B5EF4-FFF2-40B4-BE49-F238E27FC236}">
                  <a16:creationId xmlns:a16="http://schemas.microsoft.com/office/drawing/2014/main" id="{27434CCA-8C46-4ED7-8748-80DBD07823EE}"/>
                </a:ext>
              </a:extLst>
            </p:cNvPr>
            <p:cNvSpPr>
              <a:spLocks noChangeArrowheads="1"/>
            </p:cNvSpPr>
            <p:nvPr/>
          </p:nvSpPr>
          <p:spPr bwMode="auto">
            <a:xfrm>
              <a:off x="6577013" y="1739900"/>
              <a:ext cx="1714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06" name="Rectangle 23">
              <a:extLst>
                <a:ext uri="{FF2B5EF4-FFF2-40B4-BE49-F238E27FC236}">
                  <a16:creationId xmlns:a16="http://schemas.microsoft.com/office/drawing/2014/main" id="{D77F77E6-E74A-4306-91A6-79BA175FA3FB}"/>
                </a:ext>
              </a:extLst>
            </p:cNvPr>
            <p:cNvSpPr>
              <a:spLocks noChangeArrowheads="1"/>
            </p:cNvSpPr>
            <p:nvPr/>
          </p:nvSpPr>
          <p:spPr bwMode="auto">
            <a:xfrm>
              <a:off x="8921750" y="1638300"/>
              <a:ext cx="11113" cy="4032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07" name="Rectangle 24">
              <a:extLst>
                <a:ext uri="{FF2B5EF4-FFF2-40B4-BE49-F238E27FC236}">
                  <a16:creationId xmlns:a16="http://schemas.microsoft.com/office/drawing/2014/main" id="{8F59E442-8F4E-453E-A4E8-5B1D0CC20B5C}"/>
                </a:ext>
              </a:extLst>
            </p:cNvPr>
            <p:cNvSpPr>
              <a:spLocks noChangeArrowheads="1"/>
            </p:cNvSpPr>
            <p:nvPr/>
          </p:nvSpPr>
          <p:spPr bwMode="auto">
            <a:xfrm>
              <a:off x="1462088" y="2052638"/>
              <a:ext cx="6583362" cy="111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08" name="Rectangle 25">
              <a:extLst>
                <a:ext uri="{FF2B5EF4-FFF2-40B4-BE49-F238E27FC236}">
                  <a16:creationId xmlns:a16="http://schemas.microsoft.com/office/drawing/2014/main" id="{96D98B69-BCFE-43B5-8943-91A0164167E4}"/>
                </a:ext>
              </a:extLst>
            </p:cNvPr>
            <p:cNvSpPr>
              <a:spLocks noChangeArrowheads="1"/>
            </p:cNvSpPr>
            <p:nvPr/>
          </p:nvSpPr>
          <p:spPr bwMode="auto">
            <a:xfrm>
              <a:off x="547688" y="2041525"/>
              <a:ext cx="11112"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09" name="Rectangle 26">
              <a:extLst>
                <a:ext uri="{FF2B5EF4-FFF2-40B4-BE49-F238E27FC236}">
                  <a16:creationId xmlns:a16="http://schemas.microsoft.com/office/drawing/2014/main" id="{6C56AED5-D261-49E9-B860-3122B7D083EB}"/>
                </a:ext>
              </a:extLst>
            </p:cNvPr>
            <p:cNvSpPr>
              <a:spLocks noChangeArrowheads="1"/>
            </p:cNvSpPr>
            <p:nvPr/>
          </p:nvSpPr>
          <p:spPr bwMode="auto">
            <a:xfrm>
              <a:off x="8212138" y="1612900"/>
              <a:ext cx="6159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Count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10" name="Rectangle 27">
              <a:extLst>
                <a:ext uri="{FF2B5EF4-FFF2-40B4-BE49-F238E27FC236}">
                  <a16:creationId xmlns:a16="http://schemas.microsoft.com/office/drawing/2014/main" id="{DAC92D0A-79B1-4347-9998-94F4C6C50051}"/>
                </a:ext>
              </a:extLst>
            </p:cNvPr>
            <p:cNvSpPr>
              <a:spLocks noChangeArrowheads="1"/>
            </p:cNvSpPr>
            <p:nvPr/>
          </p:nvSpPr>
          <p:spPr bwMode="auto">
            <a:xfrm>
              <a:off x="688975" y="1981200"/>
              <a:ext cx="1587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11" name="Rectangle 28">
              <a:extLst>
                <a:ext uri="{FF2B5EF4-FFF2-40B4-BE49-F238E27FC236}">
                  <a16:creationId xmlns:a16="http://schemas.microsoft.com/office/drawing/2014/main" id="{240E8981-D174-4349-8E86-3535F9CD1113}"/>
                </a:ext>
              </a:extLst>
            </p:cNvPr>
            <p:cNvSpPr>
              <a:spLocks noChangeArrowheads="1"/>
            </p:cNvSpPr>
            <p:nvPr/>
          </p:nvSpPr>
          <p:spPr bwMode="auto">
            <a:xfrm>
              <a:off x="800100"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12" name="Rectangle 29">
              <a:extLst>
                <a:ext uri="{FF2B5EF4-FFF2-40B4-BE49-F238E27FC236}">
                  <a16:creationId xmlns:a16="http://schemas.microsoft.com/office/drawing/2014/main" id="{D9EEAAB6-433A-47D4-B9FE-EF1F423CA198}"/>
                </a:ext>
              </a:extLst>
            </p:cNvPr>
            <p:cNvSpPr>
              <a:spLocks noChangeArrowheads="1"/>
            </p:cNvSpPr>
            <p:nvPr/>
          </p:nvSpPr>
          <p:spPr bwMode="auto">
            <a:xfrm>
              <a:off x="898525" y="1981200"/>
              <a:ext cx="1587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13" name="Rectangle 30">
              <a:extLst>
                <a:ext uri="{FF2B5EF4-FFF2-40B4-BE49-F238E27FC236}">
                  <a16:creationId xmlns:a16="http://schemas.microsoft.com/office/drawing/2014/main" id="{9F9820F4-85EF-4B87-96E2-C03DDEA7FD5A}"/>
                </a:ext>
              </a:extLst>
            </p:cNvPr>
            <p:cNvSpPr>
              <a:spLocks noChangeArrowheads="1"/>
            </p:cNvSpPr>
            <p:nvPr/>
          </p:nvSpPr>
          <p:spPr bwMode="auto">
            <a:xfrm>
              <a:off x="1008063"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14" name="Rectangle 31">
              <a:extLst>
                <a:ext uri="{FF2B5EF4-FFF2-40B4-BE49-F238E27FC236}">
                  <a16:creationId xmlns:a16="http://schemas.microsoft.com/office/drawing/2014/main" id="{6B7FC95D-4534-4DC4-8759-6ED60E197763}"/>
                </a:ext>
              </a:extLst>
            </p:cNvPr>
            <p:cNvSpPr>
              <a:spLocks noChangeArrowheads="1"/>
            </p:cNvSpPr>
            <p:nvPr/>
          </p:nvSpPr>
          <p:spPr bwMode="auto">
            <a:xfrm>
              <a:off x="1108075" y="1981200"/>
              <a:ext cx="1587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15" name="Rectangle 32">
              <a:extLst>
                <a:ext uri="{FF2B5EF4-FFF2-40B4-BE49-F238E27FC236}">
                  <a16:creationId xmlns:a16="http://schemas.microsoft.com/office/drawing/2014/main" id="{EA740EC2-4A16-432C-B6A1-73E4D999E13F}"/>
                </a:ext>
              </a:extLst>
            </p:cNvPr>
            <p:cNvSpPr>
              <a:spLocks noChangeArrowheads="1"/>
            </p:cNvSpPr>
            <p:nvPr/>
          </p:nvSpPr>
          <p:spPr bwMode="auto">
            <a:xfrm>
              <a:off x="1462088" y="2041525"/>
              <a:ext cx="11112"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16" name="Rectangle 33">
              <a:extLst>
                <a:ext uri="{FF2B5EF4-FFF2-40B4-BE49-F238E27FC236}">
                  <a16:creationId xmlns:a16="http://schemas.microsoft.com/office/drawing/2014/main" id="{4E575E08-11B5-4124-8558-2EC1B025C0C9}"/>
                </a:ext>
              </a:extLst>
            </p:cNvPr>
            <p:cNvSpPr>
              <a:spLocks noChangeArrowheads="1"/>
            </p:cNvSpPr>
            <p:nvPr/>
          </p:nvSpPr>
          <p:spPr bwMode="auto">
            <a:xfrm>
              <a:off x="1217613"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17" name="Rectangle 34">
              <a:extLst>
                <a:ext uri="{FF2B5EF4-FFF2-40B4-BE49-F238E27FC236}">
                  <a16:creationId xmlns:a16="http://schemas.microsoft.com/office/drawing/2014/main" id="{4690DBC5-3403-461D-8DF5-868B510A4AA0}"/>
                </a:ext>
              </a:extLst>
            </p:cNvPr>
            <p:cNvSpPr>
              <a:spLocks noChangeArrowheads="1"/>
            </p:cNvSpPr>
            <p:nvPr/>
          </p:nvSpPr>
          <p:spPr bwMode="auto">
            <a:xfrm>
              <a:off x="1598613"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18" name="Rectangle 35">
              <a:extLst>
                <a:ext uri="{FF2B5EF4-FFF2-40B4-BE49-F238E27FC236}">
                  <a16:creationId xmlns:a16="http://schemas.microsoft.com/office/drawing/2014/main" id="{424CF892-B43D-4DCB-B9DD-558782558C33}"/>
                </a:ext>
              </a:extLst>
            </p:cNvPr>
            <p:cNvSpPr>
              <a:spLocks noChangeArrowheads="1"/>
            </p:cNvSpPr>
            <p:nvPr/>
          </p:nvSpPr>
          <p:spPr bwMode="auto">
            <a:xfrm>
              <a:off x="1725613"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19" name="Rectangle 36">
              <a:extLst>
                <a:ext uri="{FF2B5EF4-FFF2-40B4-BE49-F238E27FC236}">
                  <a16:creationId xmlns:a16="http://schemas.microsoft.com/office/drawing/2014/main" id="{0FA8CF46-D1AA-4DB8-A035-0485929B780D}"/>
                </a:ext>
              </a:extLst>
            </p:cNvPr>
            <p:cNvSpPr>
              <a:spLocks noChangeArrowheads="1"/>
            </p:cNvSpPr>
            <p:nvPr/>
          </p:nvSpPr>
          <p:spPr bwMode="auto">
            <a:xfrm>
              <a:off x="1827213"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20" name="Rectangle 37">
              <a:extLst>
                <a:ext uri="{FF2B5EF4-FFF2-40B4-BE49-F238E27FC236}">
                  <a16:creationId xmlns:a16="http://schemas.microsoft.com/office/drawing/2014/main" id="{5D5CFB2C-D753-475A-AD66-0E9C05AB6FDC}"/>
                </a:ext>
              </a:extLst>
            </p:cNvPr>
            <p:cNvSpPr>
              <a:spLocks noChangeArrowheads="1"/>
            </p:cNvSpPr>
            <p:nvPr/>
          </p:nvSpPr>
          <p:spPr bwMode="auto">
            <a:xfrm>
              <a:off x="1957388"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21" name="Rectangle 38">
              <a:extLst>
                <a:ext uri="{FF2B5EF4-FFF2-40B4-BE49-F238E27FC236}">
                  <a16:creationId xmlns:a16="http://schemas.microsoft.com/office/drawing/2014/main" id="{72F4EF5E-1C4B-4C76-A0BC-63BBC8D2F68A}"/>
                </a:ext>
              </a:extLst>
            </p:cNvPr>
            <p:cNvSpPr>
              <a:spLocks noChangeArrowheads="1"/>
            </p:cNvSpPr>
            <p:nvPr/>
          </p:nvSpPr>
          <p:spPr bwMode="auto">
            <a:xfrm>
              <a:off x="2055813"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22" name="Rectangle 39">
              <a:extLst>
                <a:ext uri="{FF2B5EF4-FFF2-40B4-BE49-F238E27FC236}">
                  <a16:creationId xmlns:a16="http://schemas.microsoft.com/office/drawing/2014/main" id="{586FD6A2-A5A1-4DEA-AEEE-B5B6CA6B1B20}"/>
                </a:ext>
              </a:extLst>
            </p:cNvPr>
            <p:cNvSpPr>
              <a:spLocks noChangeArrowheads="1"/>
            </p:cNvSpPr>
            <p:nvPr/>
          </p:nvSpPr>
          <p:spPr bwMode="auto">
            <a:xfrm>
              <a:off x="2422525" y="2041525"/>
              <a:ext cx="11113"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23" name="Rectangle 40">
              <a:extLst>
                <a:ext uri="{FF2B5EF4-FFF2-40B4-BE49-F238E27FC236}">
                  <a16:creationId xmlns:a16="http://schemas.microsoft.com/office/drawing/2014/main" id="{2575B4F4-A4CE-46A9-A029-E660DEBC43B6}"/>
                </a:ext>
              </a:extLst>
            </p:cNvPr>
            <p:cNvSpPr>
              <a:spLocks noChangeArrowheads="1"/>
            </p:cNvSpPr>
            <p:nvPr/>
          </p:nvSpPr>
          <p:spPr bwMode="auto">
            <a:xfrm>
              <a:off x="218440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24" name="Rectangle 41">
              <a:extLst>
                <a:ext uri="{FF2B5EF4-FFF2-40B4-BE49-F238E27FC236}">
                  <a16:creationId xmlns:a16="http://schemas.microsoft.com/office/drawing/2014/main" id="{777C5655-BBE8-4C4F-ACFB-6697C2EEAAB0}"/>
                </a:ext>
              </a:extLst>
            </p:cNvPr>
            <p:cNvSpPr>
              <a:spLocks noChangeArrowheads="1"/>
            </p:cNvSpPr>
            <p:nvPr/>
          </p:nvSpPr>
          <p:spPr bwMode="auto">
            <a:xfrm>
              <a:off x="2551113"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25" name="Rectangle 42">
              <a:extLst>
                <a:ext uri="{FF2B5EF4-FFF2-40B4-BE49-F238E27FC236}">
                  <a16:creationId xmlns:a16="http://schemas.microsoft.com/office/drawing/2014/main" id="{A49C3139-E251-44DE-95F2-98B7A1AFBE8F}"/>
                </a:ext>
              </a:extLst>
            </p:cNvPr>
            <p:cNvSpPr>
              <a:spLocks noChangeArrowheads="1"/>
            </p:cNvSpPr>
            <p:nvPr/>
          </p:nvSpPr>
          <p:spPr bwMode="auto">
            <a:xfrm>
              <a:off x="2674938"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26" name="Rectangle 43">
              <a:extLst>
                <a:ext uri="{FF2B5EF4-FFF2-40B4-BE49-F238E27FC236}">
                  <a16:creationId xmlns:a16="http://schemas.microsoft.com/office/drawing/2014/main" id="{F2880604-7256-405C-8946-F559AC9A64FB}"/>
                </a:ext>
              </a:extLst>
            </p:cNvPr>
            <p:cNvSpPr>
              <a:spLocks noChangeArrowheads="1"/>
            </p:cNvSpPr>
            <p:nvPr/>
          </p:nvSpPr>
          <p:spPr bwMode="auto">
            <a:xfrm>
              <a:off x="2774950"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27" name="Rectangle 44">
              <a:extLst>
                <a:ext uri="{FF2B5EF4-FFF2-40B4-BE49-F238E27FC236}">
                  <a16:creationId xmlns:a16="http://schemas.microsoft.com/office/drawing/2014/main" id="{A05BA317-12D8-403C-89CA-30CAA8B583F8}"/>
                </a:ext>
              </a:extLst>
            </p:cNvPr>
            <p:cNvSpPr>
              <a:spLocks noChangeArrowheads="1"/>
            </p:cNvSpPr>
            <p:nvPr/>
          </p:nvSpPr>
          <p:spPr bwMode="auto">
            <a:xfrm>
              <a:off x="2963863"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28" name="Rectangle 45">
              <a:extLst>
                <a:ext uri="{FF2B5EF4-FFF2-40B4-BE49-F238E27FC236}">
                  <a16:creationId xmlns:a16="http://schemas.microsoft.com/office/drawing/2014/main" id="{AD251236-92A1-4601-ABEA-510D7B03AF1C}"/>
                </a:ext>
              </a:extLst>
            </p:cNvPr>
            <p:cNvSpPr>
              <a:spLocks noChangeArrowheads="1"/>
            </p:cNvSpPr>
            <p:nvPr/>
          </p:nvSpPr>
          <p:spPr bwMode="auto">
            <a:xfrm>
              <a:off x="3332163"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29" name="Rectangle 46">
              <a:extLst>
                <a:ext uri="{FF2B5EF4-FFF2-40B4-BE49-F238E27FC236}">
                  <a16:creationId xmlns:a16="http://schemas.microsoft.com/office/drawing/2014/main" id="{2E931AED-3E89-43A6-BBAD-4C3189C77D30}"/>
                </a:ext>
              </a:extLst>
            </p:cNvPr>
            <p:cNvSpPr>
              <a:spLocks noChangeArrowheads="1"/>
            </p:cNvSpPr>
            <p:nvPr/>
          </p:nvSpPr>
          <p:spPr bwMode="auto">
            <a:xfrm>
              <a:off x="345440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30" name="Rectangle 47">
              <a:extLst>
                <a:ext uri="{FF2B5EF4-FFF2-40B4-BE49-F238E27FC236}">
                  <a16:creationId xmlns:a16="http://schemas.microsoft.com/office/drawing/2014/main" id="{2773A536-0CB5-45D7-9814-0603F38A9A3C}"/>
                </a:ext>
              </a:extLst>
            </p:cNvPr>
            <p:cNvSpPr>
              <a:spLocks noChangeArrowheads="1"/>
            </p:cNvSpPr>
            <p:nvPr/>
          </p:nvSpPr>
          <p:spPr bwMode="auto">
            <a:xfrm>
              <a:off x="3554413"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31" name="Rectangle 48">
              <a:extLst>
                <a:ext uri="{FF2B5EF4-FFF2-40B4-BE49-F238E27FC236}">
                  <a16:creationId xmlns:a16="http://schemas.microsoft.com/office/drawing/2014/main" id="{063D4E00-38D1-4CC3-8065-8153E2CEC9EC}"/>
                </a:ext>
              </a:extLst>
            </p:cNvPr>
            <p:cNvSpPr>
              <a:spLocks noChangeArrowheads="1"/>
            </p:cNvSpPr>
            <p:nvPr/>
          </p:nvSpPr>
          <p:spPr bwMode="auto">
            <a:xfrm>
              <a:off x="3743325"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32" name="Rectangle 49">
              <a:extLst>
                <a:ext uri="{FF2B5EF4-FFF2-40B4-BE49-F238E27FC236}">
                  <a16:creationId xmlns:a16="http://schemas.microsoft.com/office/drawing/2014/main" id="{12DEB904-A52E-47BF-B3B6-A319B1373C4C}"/>
                </a:ext>
              </a:extLst>
            </p:cNvPr>
            <p:cNvSpPr>
              <a:spLocks noChangeArrowheads="1"/>
            </p:cNvSpPr>
            <p:nvPr/>
          </p:nvSpPr>
          <p:spPr bwMode="auto">
            <a:xfrm>
              <a:off x="4108450"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33" name="Rectangle 50">
              <a:extLst>
                <a:ext uri="{FF2B5EF4-FFF2-40B4-BE49-F238E27FC236}">
                  <a16:creationId xmlns:a16="http://schemas.microsoft.com/office/drawing/2014/main" id="{99A1752C-028B-4DA1-A275-6B6ECB724351}"/>
                </a:ext>
              </a:extLst>
            </p:cNvPr>
            <p:cNvSpPr>
              <a:spLocks noChangeArrowheads="1"/>
            </p:cNvSpPr>
            <p:nvPr/>
          </p:nvSpPr>
          <p:spPr bwMode="auto">
            <a:xfrm>
              <a:off x="4232275"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34" name="Rectangle 51">
              <a:extLst>
                <a:ext uri="{FF2B5EF4-FFF2-40B4-BE49-F238E27FC236}">
                  <a16:creationId xmlns:a16="http://schemas.microsoft.com/office/drawing/2014/main" id="{92D851BB-996D-4600-9E69-72E8E73C0595}"/>
                </a:ext>
              </a:extLst>
            </p:cNvPr>
            <p:cNvSpPr>
              <a:spLocks noChangeArrowheads="1"/>
            </p:cNvSpPr>
            <p:nvPr/>
          </p:nvSpPr>
          <p:spPr bwMode="auto">
            <a:xfrm>
              <a:off x="4333875"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35" name="Rectangle 52">
              <a:extLst>
                <a:ext uri="{FF2B5EF4-FFF2-40B4-BE49-F238E27FC236}">
                  <a16:creationId xmlns:a16="http://schemas.microsoft.com/office/drawing/2014/main" id="{2B1A594D-9428-48B8-A4D3-702E5E1BE9D8}"/>
                </a:ext>
              </a:extLst>
            </p:cNvPr>
            <p:cNvSpPr>
              <a:spLocks noChangeArrowheads="1"/>
            </p:cNvSpPr>
            <p:nvPr/>
          </p:nvSpPr>
          <p:spPr bwMode="auto">
            <a:xfrm>
              <a:off x="4745038" y="2041525"/>
              <a:ext cx="11112"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36" name="Rectangle 53">
              <a:extLst>
                <a:ext uri="{FF2B5EF4-FFF2-40B4-BE49-F238E27FC236}">
                  <a16:creationId xmlns:a16="http://schemas.microsoft.com/office/drawing/2014/main" id="{D7D641A2-C804-4FDA-AF37-48F59DF5851A}"/>
                </a:ext>
              </a:extLst>
            </p:cNvPr>
            <p:cNvSpPr>
              <a:spLocks noChangeArrowheads="1"/>
            </p:cNvSpPr>
            <p:nvPr/>
          </p:nvSpPr>
          <p:spPr bwMode="auto">
            <a:xfrm>
              <a:off x="4524375"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37" name="Rectangle 54">
              <a:extLst>
                <a:ext uri="{FF2B5EF4-FFF2-40B4-BE49-F238E27FC236}">
                  <a16:creationId xmlns:a16="http://schemas.microsoft.com/office/drawing/2014/main" id="{292C74BA-B3AD-44CF-9676-D4EFDDDE93EC}"/>
                </a:ext>
              </a:extLst>
            </p:cNvPr>
            <p:cNvSpPr>
              <a:spLocks noChangeArrowheads="1"/>
            </p:cNvSpPr>
            <p:nvPr/>
          </p:nvSpPr>
          <p:spPr bwMode="auto">
            <a:xfrm>
              <a:off x="4887913"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38" name="Rectangle 55">
              <a:extLst>
                <a:ext uri="{FF2B5EF4-FFF2-40B4-BE49-F238E27FC236}">
                  <a16:creationId xmlns:a16="http://schemas.microsoft.com/office/drawing/2014/main" id="{4D8F8F60-38E5-40FC-A0D6-B037B34C324C}"/>
                </a:ext>
              </a:extLst>
            </p:cNvPr>
            <p:cNvSpPr>
              <a:spLocks noChangeArrowheads="1"/>
            </p:cNvSpPr>
            <p:nvPr/>
          </p:nvSpPr>
          <p:spPr bwMode="auto">
            <a:xfrm>
              <a:off x="501650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39" name="Rectangle 56">
              <a:extLst>
                <a:ext uri="{FF2B5EF4-FFF2-40B4-BE49-F238E27FC236}">
                  <a16:creationId xmlns:a16="http://schemas.microsoft.com/office/drawing/2014/main" id="{8182A468-92B3-4EEB-A8B3-6D56B665EE46}"/>
                </a:ext>
              </a:extLst>
            </p:cNvPr>
            <p:cNvSpPr>
              <a:spLocks noChangeArrowheads="1"/>
            </p:cNvSpPr>
            <p:nvPr/>
          </p:nvSpPr>
          <p:spPr bwMode="auto">
            <a:xfrm>
              <a:off x="5116513"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40" name="Rectangle 57">
              <a:extLst>
                <a:ext uri="{FF2B5EF4-FFF2-40B4-BE49-F238E27FC236}">
                  <a16:creationId xmlns:a16="http://schemas.microsoft.com/office/drawing/2014/main" id="{EB2105FE-4576-4B02-8F30-303998884806}"/>
                </a:ext>
              </a:extLst>
            </p:cNvPr>
            <p:cNvSpPr>
              <a:spLocks noChangeArrowheads="1"/>
            </p:cNvSpPr>
            <p:nvPr/>
          </p:nvSpPr>
          <p:spPr bwMode="auto">
            <a:xfrm>
              <a:off x="524510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41" name="Rectangle 58">
              <a:extLst>
                <a:ext uri="{FF2B5EF4-FFF2-40B4-BE49-F238E27FC236}">
                  <a16:creationId xmlns:a16="http://schemas.microsoft.com/office/drawing/2014/main" id="{ADC40431-4ED9-42D1-9C6C-F55B6AF8C99F}"/>
                </a:ext>
              </a:extLst>
            </p:cNvPr>
            <p:cNvSpPr>
              <a:spLocks noChangeArrowheads="1"/>
            </p:cNvSpPr>
            <p:nvPr/>
          </p:nvSpPr>
          <p:spPr bwMode="auto">
            <a:xfrm>
              <a:off x="5346700"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42" name="Rectangle 59">
              <a:extLst>
                <a:ext uri="{FF2B5EF4-FFF2-40B4-BE49-F238E27FC236}">
                  <a16:creationId xmlns:a16="http://schemas.microsoft.com/office/drawing/2014/main" id="{D22DF424-EC1B-4D00-BBE1-D490B30D6D2F}"/>
                </a:ext>
              </a:extLst>
            </p:cNvPr>
            <p:cNvSpPr>
              <a:spLocks noChangeArrowheads="1"/>
            </p:cNvSpPr>
            <p:nvPr/>
          </p:nvSpPr>
          <p:spPr bwMode="auto">
            <a:xfrm>
              <a:off x="5705475" y="2041525"/>
              <a:ext cx="11113"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43" name="Rectangle 60">
              <a:extLst>
                <a:ext uri="{FF2B5EF4-FFF2-40B4-BE49-F238E27FC236}">
                  <a16:creationId xmlns:a16="http://schemas.microsoft.com/office/drawing/2014/main" id="{27449FE6-CC3A-46DF-B1DE-E962861317C4}"/>
                </a:ext>
              </a:extLst>
            </p:cNvPr>
            <p:cNvSpPr>
              <a:spLocks noChangeArrowheads="1"/>
            </p:cNvSpPr>
            <p:nvPr/>
          </p:nvSpPr>
          <p:spPr bwMode="auto">
            <a:xfrm>
              <a:off x="5475288"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44" name="Rectangle 61">
              <a:extLst>
                <a:ext uri="{FF2B5EF4-FFF2-40B4-BE49-F238E27FC236}">
                  <a16:creationId xmlns:a16="http://schemas.microsoft.com/office/drawing/2014/main" id="{00E29619-C5AB-4B83-A0F5-EFE902BB0064}"/>
                </a:ext>
              </a:extLst>
            </p:cNvPr>
            <p:cNvSpPr>
              <a:spLocks noChangeArrowheads="1"/>
            </p:cNvSpPr>
            <p:nvPr/>
          </p:nvSpPr>
          <p:spPr bwMode="auto">
            <a:xfrm>
              <a:off x="5843588"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45" name="Rectangle 62">
              <a:extLst>
                <a:ext uri="{FF2B5EF4-FFF2-40B4-BE49-F238E27FC236}">
                  <a16:creationId xmlns:a16="http://schemas.microsoft.com/office/drawing/2014/main" id="{C0987DD4-BB5F-4D78-BAF7-09187100879C}"/>
                </a:ext>
              </a:extLst>
            </p:cNvPr>
            <p:cNvSpPr>
              <a:spLocks noChangeArrowheads="1"/>
            </p:cNvSpPr>
            <p:nvPr/>
          </p:nvSpPr>
          <p:spPr bwMode="auto">
            <a:xfrm>
              <a:off x="5965825"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46" name="Rectangle 63">
              <a:extLst>
                <a:ext uri="{FF2B5EF4-FFF2-40B4-BE49-F238E27FC236}">
                  <a16:creationId xmlns:a16="http://schemas.microsoft.com/office/drawing/2014/main" id="{DA3FA39A-8F87-4E08-8647-2B7B487CA4A4}"/>
                </a:ext>
              </a:extLst>
            </p:cNvPr>
            <p:cNvSpPr>
              <a:spLocks noChangeArrowheads="1"/>
            </p:cNvSpPr>
            <p:nvPr/>
          </p:nvSpPr>
          <p:spPr bwMode="auto">
            <a:xfrm>
              <a:off x="6065838"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47" name="Rectangle 64">
              <a:extLst>
                <a:ext uri="{FF2B5EF4-FFF2-40B4-BE49-F238E27FC236}">
                  <a16:creationId xmlns:a16="http://schemas.microsoft.com/office/drawing/2014/main" id="{A4FD271C-0DC6-47C0-AF50-428A99725E17}"/>
                </a:ext>
              </a:extLst>
            </p:cNvPr>
            <p:cNvSpPr>
              <a:spLocks noChangeArrowheads="1"/>
            </p:cNvSpPr>
            <p:nvPr/>
          </p:nvSpPr>
          <p:spPr bwMode="auto">
            <a:xfrm>
              <a:off x="625475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48" name="Rectangle 65">
              <a:extLst>
                <a:ext uri="{FF2B5EF4-FFF2-40B4-BE49-F238E27FC236}">
                  <a16:creationId xmlns:a16="http://schemas.microsoft.com/office/drawing/2014/main" id="{FBBD2069-C294-48B7-8702-8A86FB4521F1}"/>
                </a:ext>
              </a:extLst>
            </p:cNvPr>
            <p:cNvSpPr>
              <a:spLocks noChangeArrowheads="1"/>
            </p:cNvSpPr>
            <p:nvPr/>
          </p:nvSpPr>
          <p:spPr bwMode="auto">
            <a:xfrm>
              <a:off x="6623050"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49" name="Rectangle 66">
              <a:extLst>
                <a:ext uri="{FF2B5EF4-FFF2-40B4-BE49-F238E27FC236}">
                  <a16:creationId xmlns:a16="http://schemas.microsoft.com/office/drawing/2014/main" id="{11D75002-7A12-4261-B59F-32FD2B0319F0}"/>
                </a:ext>
              </a:extLst>
            </p:cNvPr>
            <p:cNvSpPr>
              <a:spLocks noChangeArrowheads="1"/>
            </p:cNvSpPr>
            <p:nvPr/>
          </p:nvSpPr>
          <p:spPr bwMode="auto">
            <a:xfrm>
              <a:off x="6745288"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50" name="Rectangle 67">
              <a:extLst>
                <a:ext uri="{FF2B5EF4-FFF2-40B4-BE49-F238E27FC236}">
                  <a16:creationId xmlns:a16="http://schemas.microsoft.com/office/drawing/2014/main" id="{14F65B1A-602A-44B8-BE12-EA632E6A22C7}"/>
                </a:ext>
              </a:extLst>
            </p:cNvPr>
            <p:cNvSpPr>
              <a:spLocks noChangeArrowheads="1"/>
            </p:cNvSpPr>
            <p:nvPr/>
          </p:nvSpPr>
          <p:spPr bwMode="auto">
            <a:xfrm>
              <a:off x="6845300"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51" name="Rectangle 68">
              <a:extLst>
                <a:ext uri="{FF2B5EF4-FFF2-40B4-BE49-F238E27FC236}">
                  <a16:creationId xmlns:a16="http://schemas.microsoft.com/office/drawing/2014/main" id="{338A2740-2839-43BB-9BF3-F1BB55506F38}"/>
                </a:ext>
              </a:extLst>
            </p:cNvPr>
            <p:cNvSpPr>
              <a:spLocks noChangeArrowheads="1"/>
            </p:cNvSpPr>
            <p:nvPr/>
          </p:nvSpPr>
          <p:spPr bwMode="auto">
            <a:xfrm>
              <a:off x="703580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52" name="Rectangle 69">
              <a:extLst>
                <a:ext uri="{FF2B5EF4-FFF2-40B4-BE49-F238E27FC236}">
                  <a16:creationId xmlns:a16="http://schemas.microsoft.com/office/drawing/2014/main" id="{72570A45-D2C2-43FB-B680-E2966144B3AF}"/>
                </a:ext>
              </a:extLst>
            </p:cNvPr>
            <p:cNvSpPr>
              <a:spLocks noChangeArrowheads="1"/>
            </p:cNvSpPr>
            <p:nvPr/>
          </p:nvSpPr>
          <p:spPr bwMode="auto">
            <a:xfrm>
              <a:off x="7399338"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53" name="Rectangle 70">
              <a:extLst>
                <a:ext uri="{FF2B5EF4-FFF2-40B4-BE49-F238E27FC236}">
                  <a16:creationId xmlns:a16="http://schemas.microsoft.com/office/drawing/2014/main" id="{A6525450-8DF4-4BD1-853C-423DAB15FBA6}"/>
                </a:ext>
              </a:extLst>
            </p:cNvPr>
            <p:cNvSpPr>
              <a:spLocks noChangeArrowheads="1"/>
            </p:cNvSpPr>
            <p:nvPr/>
          </p:nvSpPr>
          <p:spPr bwMode="auto">
            <a:xfrm>
              <a:off x="7523163"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54" name="Rectangle 71">
              <a:extLst>
                <a:ext uri="{FF2B5EF4-FFF2-40B4-BE49-F238E27FC236}">
                  <a16:creationId xmlns:a16="http://schemas.microsoft.com/office/drawing/2014/main" id="{9124E5AD-7F87-453B-B901-503E190A2AA1}"/>
                </a:ext>
              </a:extLst>
            </p:cNvPr>
            <p:cNvSpPr>
              <a:spLocks noChangeArrowheads="1"/>
            </p:cNvSpPr>
            <p:nvPr/>
          </p:nvSpPr>
          <p:spPr bwMode="auto">
            <a:xfrm>
              <a:off x="7624763"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55" name="Rectangle 72">
              <a:extLst>
                <a:ext uri="{FF2B5EF4-FFF2-40B4-BE49-F238E27FC236}">
                  <a16:creationId xmlns:a16="http://schemas.microsoft.com/office/drawing/2014/main" id="{5DE50696-2DA0-4933-B2DF-73BDBEF455D8}"/>
                </a:ext>
              </a:extLst>
            </p:cNvPr>
            <p:cNvSpPr>
              <a:spLocks noChangeArrowheads="1"/>
            </p:cNvSpPr>
            <p:nvPr/>
          </p:nvSpPr>
          <p:spPr bwMode="auto">
            <a:xfrm>
              <a:off x="8050213" y="2041525"/>
              <a:ext cx="11112"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56" name="Rectangle 73">
              <a:extLst>
                <a:ext uri="{FF2B5EF4-FFF2-40B4-BE49-F238E27FC236}">
                  <a16:creationId xmlns:a16="http://schemas.microsoft.com/office/drawing/2014/main" id="{89C1F5D9-0DB8-4610-BB4F-56409D0C239F}"/>
                </a:ext>
              </a:extLst>
            </p:cNvPr>
            <p:cNvSpPr>
              <a:spLocks noChangeArrowheads="1"/>
            </p:cNvSpPr>
            <p:nvPr/>
          </p:nvSpPr>
          <p:spPr bwMode="auto">
            <a:xfrm>
              <a:off x="7815263"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57" name="Rectangle 74">
              <a:extLst>
                <a:ext uri="{FF2B5EF4-FFF2-40B4-BE49-F238E27FC236}">
                  <a16:creationId xmlns:a16="http://schemas.microsoft.com/office/drawing/2014/main" id="{B25ACBC5-8EFB-40C7-965A-254C2E13449E}"/>
                </a:ext>
              </a:extLst>
            </p:cNvPr>
            <p:cNvSpPr>
              <a:spLocks noChangeArrowheads="1"/>
            </p:cNvSpPr>
            <p:nvPr/>
          </p:nvSpPr>
          <p:spPr bwMode="auto">
            <a:xfrm>
              <a:off x="8178800" y="1981200"/>
              <a:ext cx="146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58" name="Rectangle 75">
              <a:extLst>
                <a:ext uri="{FF2B5EF4-FFF2-40B4-BE49-F238E27FC236}">
                  <a16:creationId xmlns:a16="http://schemas.microsoft.com/office/drawing/2014/main" id="{373563BE-0AC3-4153-9226-0BCF67816AC9}"/>
                </a:ext>
              </a:extLst>
            </p:cNvPr>
            <p:cNvSpPr>
              <a:spLocks noChangeArrowheads="1"/>
            </p:cNvSpPr>
            <p:nvPr/>
          </p:nvSpPr>
          <p:spPr bwMode="auto">
            <a:xfrm>
              <a:off x="8283575"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59" name="Rectangle 76">
              <a:extLst>
                <a:ext uri="{FF2B5EF4-FFF2-40B4-BE49-F238E27FC236}">
                  <a16:creationId xmlns:a16="http://schemas.microsoft.com/office/drawing/2014/main" id="{347DC228-A8C5-4F3A-A868-85FDBC7F1981}"/>
                </a:ext>
              </a:extLst>
            </p:cNvPr>
            <p:cNvSpPr>
              <a:spLocks noChangeArrowheads="1"/>
            </p:cNvSpPr>
            <p:nvPr/>
          </p:nvSpPr>
          <p:spPr bwMode="auto">
            <a:xfrm>
              <a:off x="8383588" y="1981200"/>
              <a:ext cx="146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60" name="Rectangle 77">
              <a:extLst>
                <a:ext uri="{FF2B5EF4-FFF2-40B4-BE49-F238E27FC236}">
                  <a16:creationId xmlns:a16="http://schemas.microsoft.com/office/drawing/2014/main" id="{52D49E3C-0DEE-4EB7-91A2-3F48516D6D1B}"/>
                </a:ext>
              </a:extLst>
            </p:cNvPr>
            <p:cNvSpPr>
              <a:spLocks noChangeArrowheads="1"/>
            </p:cNvSpPr>
            <p:nvPr/>
          </p:nvSpPr>
          <p:spPr bwMode="auto">
            <a:xfrm>
              <a:off x="8486775"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61" name="Rectangle 78">
              <a:extLst>
                <a:ext uri="{FF2B5EF4-FFF2-40B4-BE49-F238E27FC236}">
                  <a16:creationId xmlns:a16="http://schemas.microsoft.com/office/drawing/2014/main" id="{52B4A814-754F-4ED6-A276-5572C6D71045}"/>
                </a:ext>
              </a:extLst>
            </p:cNvPr>
            <p:cNvSpPr>
              <a:spLocks noChangeArrowheads="1"/>
            </p:cNvSpPr>
            <p:nvPr/>
          </p:nvSpPr>
          <p:spPr bwMode="auto">
            <a:xfrm>
              <a:off x="8586788" y="1981200"/>
              <a:ext cx="146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62" name="Rectangle 79">
              <a:extLst>
                <a:ext uri="{FF2B5EF4-FFF2-40B4-BE49-F238E27FC236}">
                  <a16:creationId xmlns:a16="http://schemas.microsoft.com/office/drawing/2014/main" id="{ADE155D3-BD3E-4073-92C8-06327C1DF5EE}"/>
                </a:ext>
              </a:extLst>
            </p:cNvPr>
            <p:cNvSpPr>
              <a:spLocks noChangeArrowheads="1"/>
            </p:cNvSpPr>
            <p:nvPr/>
          </p:nvSpPr>
          <p:spPr bwMode="auto">
            <a:xfrm>
              <a:off x="8921750" y="2041525"/>
              <a:ext cx="11113"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63" name="Rectangle 80">
              <a:extLst>
                <a:ext uri="{FF2B5EF4-FFF2-40B4-BE49-F238E27FC236}">
                  <a16:creationId xmlns:a16="http://schemas.microsoft.com/office/drawing/2014/main" id="{59AF6A33-EE5D-4C13-9CBC-6F2DCC1DFCF2}"/>
                </a:ext>
              </a:extLst>
            </p:cNvPr>
            <p:cNvSpPr>
              <a:spLocks noChangeArrowheads="1"/>
            </p:cNvSpPr>
            <p:nvPr/>
          </p:nvSpPr>
          <p:spPr bwMode="auto">
            <a:xfrm>
              <a:off x="547688" y="2454275"/>
              <a:ext cx="8382000"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64" name="Rectangle 81">
              <a:extLst>
                <a:ext uri="{FF2B5EF4-FFF2-40B4-BE49-F238E27FC236}">
                  <a16:creationId xmlns:a16="http://schemas.microsoft.com/office/drawing/2014/main" id="{64900AA2-43F7-4227-98C7-4638A3B78B31}"/>
                </a:ext>
              </a:extLst>
            </p:cNvPr>
            <p:cNvSpPr>
              <a:spLocks noChangeArrowheads="1"/>
            </p:cNvSpPr>
            <p:nvPr/>
          </p:nvSpPr>
          <p:spPr bwMode="auto">
            <a:xfrm>
              <a:off x="8691563"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65" name="Rectangle 82">
              <a:extLst>
                <a:ext uri="{FF2B5EF4-FFF2-40B4-BE49-F238E27FC236}">
                  <a16:creationId xmlns:a16="http://schemas.microsoft.com/office/drawing/2014/main" id="{434CE372-B065-4158-ADA5-266C4264E9CB}"/>
                </a:ext>
              </a:extLst>
            </p:cNvPr>
            <p:cNvSpPr>
              <a:spLocks noChangeArrowheads="1"/>
            </p:cNvSpPr>
            <p:nvPr/>
          </p:nvSpPr>
          <p:spPr bwMode="auto">
            <a:xfrm>
              <a:off x="547688" y="2446338"/>
              <a:ext cx="11112"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66" name="Rectangle 83">
              <a:extLst>
                <a:ext uri="{FF2B5EF4-FFF2-40B4-BE49-F238E27FC236}">
                  <a16:creationId xmlns:a16="http://schemas.microsoft.com/office/drawing/2014/main" id="{197868BD-D218-41EE-B33F-E9D0F6E9BBFD}"/>
                </a:ext>
              </a:extLst>
            </p:cNvPr>
            <p:cNvSpPr>
              <a:spLocks noChangeArrowheads="1"/>
            </p:cNvSpPr>
            <p:nvPr/>
          </p:nvSpPr>
          <p:spPr bwMode="auto">
            <a:xfrm>
              <a:off x="246063" y="2536825"/>
              <a:ext cx="2222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67" name="Rectangle 84">
              <a:extLst>
                <a:ext uri="{FF2B5EF4-FFF2-40B4-BE49-F238E27FC236}">
                  <a16:creationId xmlns:a16="http://schemas.microsoft.com/office/drawing/2014/main" id="{1F707B01-5B78-4841-8001-F198D3F65AB3}"/>
                </a:ext>
              </a:extLst>
            </p:cNvPr>
            <p:cNvSpPr>
              <a:spLocks noChangeArrowheads="1"/>
            </p:cNvSpPr>
            <p:nvPr/>
          </p:nvSpPr>
          <p:spPr bwMode="auto">
            <a:xfrm>
              <a:off x="1462088" y="2446338"/>
              <a:ext cx="11112"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68" name="Rectangle 85">
              <a:extLst>
                <a:ext uri="{FF2B5EF4-FFF2-40B4-BE49-F238E27FC236}">
                  <a16:creationId xmlns:a16="http://schemas.microsoft.com/office/drawing/2014/main" id="{763E0BEB-5217-4111-986C-A8277478797D}"/>
                </a:ext>
              </a:extLst>
            </p:cNvPr>
            <p:cNvSpPr>
              <a:spLocks noChangeArrowheads="1"/>
            </p:cNvSpPr>
            <p:nvPr/>
          </p:nvSpPr>
          <p:spPr bwMode="auto">
            <a:xfrm>
              <a:off x="836613" y="25352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69" name="Rectangle 86">
              <a:extLst>
                <a:ext uri="{FF2B5EF4-FFF2-40B4-BE49-F238E27FC236}">
                  <a16:creationId xmlns:a16="http://schemas.microsoft.com/office/drawing/2014/main" id="{9A2B1C42-3010-4DAD-868D-4B1443D96002}"/>
                </a:ext>
              </a:extLst>
            </p:cNvPr>
            <p:cNvSpPr>
              <a:spLocks noChangeArrowheads="1"/>
            </p:cNvSpPr>
            <p:nvPr/>
          </p:nvSpPr>
          <p:spPr bwMode="auto">
            <a:xfrm>
              <a:off x="2422525" y="2446338"/>
              <a:ext cx="11113"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70" name="Rectangle 87">
              <a:extLst>
                <a:ext uri="{FF2B5EF4-FFF2-40B4-BE49-F238E27FC236}">
                  <a16:creationId xmlns:a16="http://schemas.microsoft.com/office/drawing/2014/main" id="{81EC7617-A36C-419D-9F50-9C3DE3BFF8B3}"/>
                </a:ext>
              </a:extLst>
            </p:cNvPr>
            <p:cNvSpPr>
              <a:spLocks noChangeArrowheads="1"/>
            </p:cNvSpPr>
            <p:nvPr/>
          </p:nvSpPr>
          <p:spPr bwMode="auto">
            <a:xfrm>
              <a:off x="1771650" y="25352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71" name="Rectangle 88">
              <a:extLst>
                <a:ext uri="{FF2B5EF4-FFF2-40B4-BE49-F238E27FC236}">
                  <a16:creationId xmlns:a16="http://schemas.microsoft.com/office/drawing/2014/main" id="{D97C21BC-5B09-4D88-8597-B445C94B49C7}"/>
                </a:ext>
              </a:extLst>
            </p:cNvPr>
            <p:cNvSpPr>
              <a:spLocks noChangeArrowheads="1"/>
            </p:cNvSpPr>
            <p:nvPr/>
          </p:nvSpPr>
          <p:spPr bwMode="auto">
            <a:xfrm>
              <a:off x="2686050"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72" name="Rectangle 89">
              <a:extLst>
                <a:ext uri="{FF2B5EF4-FFF2-40B4-BE49-F238E27FC236}">
                  <a16:creationId xmlns:a16="http://schemas.microsoft.com/office/drawing/2014/main" id="{6C44AE97-A68C-4F80-A054-138C8383CEC3}"/>
                </a:ext>
              </a:extLst>
            </p:cNvPr>
            <p:cNvSpPr>
              <a:spLocks noChangeArrowheads="1"/>
            </p:cNvSpPr>
            <p:nvPr/>
          </p:nvSpPr>
          <p:spPr bwMode="auto">
            <a:xfrm>
              <a:off x="3465513"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73" name="Rectangle 90">
              <a:extLst>
                <a:ext uri="{FF2B5EF4-FFF2-40B4-BE49-F238E27FC236}">
                  <a16:creationId xmlns:a16="http://schemas.microsoft.com/office/drawing/2014/main" id="{46005A23-F4BA-4396-9C2C-5681D457E2B0}"/>
                </a:ext>
              </a:extLst>
            </p:cNvPr>
            <p:cNvSpPr>
              <a:spLocks noChangeArrowheads="1"/>
            </p:cNvSpPr>
            <p:nvPr/>
          </p:nvSpPr>
          <p:spPr bwMode="auto">
            <a:xfrm>
              <a:off x="4745038" y="2446338"/>
              <a:ext cx="11112"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74" name="Rectangle 91">
              <a:extLst>
                <a:ext uri="{FF2B5EF4-FFF2-40B4-BE49-F238E27FC236}">
                  <a16:creationId xmlns:a16="http://schemas.microsoft.com/office/drawing/2014/main" id="{9BF59CF4-295C-4A6A-AD5D-FE924CA51F7C}"/>
                </a:ext>
              </a:extLst>
            </p:cNvPr>
            <p:cNvSpPr>
              <a:spLocks noChangeArrowheads="1"/>
            </p:cNvSpPr>
            <p:nvPr/>
          </p:nvSpPr>
          <p:spPr bwMode="auto">
            <a:xfrm>
              <a:off x="4244975"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75" name="Rectangle 92">
              <a:extLst>
                <a:ext uri="{FF2B5EF4-FFF2-40B4-BE49-F238E27FC236}">
                  <a16:creationId xmlns:a16="http://schemas.microsoft.com/office/drawing/2014/main" id="{DDA9CE32-3BE7-4BC4-A096-A35CD215018B}"/>
                </a:ext>
              </a:extLst>
            </p:cNvPr>
            <p:cNvSpPr>
              <a:spLocks noChangeArrowheads="1"/>
            </p:cNvSpPr>
            <p:nvPr/>
          </p:nvSpPr>
          <p:spPr bwMode="auto">
            <a:xfrm>
              <a:off x="5705475" y="2446338"/>
              <a:ext cx="11113"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76" name="Rectangle 93">
              <a:extLst>
                <a:ext uri="{FF2B5EF4-FFF2-40B4-BE49-F238E27FC236}">
                  <a16:creationId xmlns:a16="http://schemas.microsoft.com/office/drawing/2014/main" id="{2A5DF71E-68CC-45D9-A80F-3F00CA79C3C5}"/>
                </a:ext>
              </a:extLst>
            </p:cNvPr>
            <p:cNvSpPr>
              <a:spLocks noChangeArrowheads="1"/>
            </p:cNvSpPr>
            <p:nvPr/>
          </p:nvSpPr>
          <p:spPr bwMode="auto">
            <a:xfrm>
              <a:off x="5054600" y="25352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77" name="Rectangle 94">
              <a:extLst>
                <a:ext uri="{FF2B5EF4-FFF2-40B4-BE49-F238E27FC236}">
                  <a16:creationId xmlns:a16="http://schemas.microsoft.com/office/drawing/2014/main" id="{C7600233-1A7D-45DB-9C45-AD2C30E35119}"/>
                </a:ext>
              </a:extLst>
            </p:cNvPr>
            <p:cNvSpPr>
              <a:spLocks noChangeArrowheads="1"/>
            </p:cNvSpPr>
            <p:nvPr/>
          </p:nvSpPr>
          <p:spPr bwMode="auto">
            <a:xfrm>
              <a:off x="5970588"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78" name="Rectangle 95">
              <a:extLst>
                <a:ext uri="{FF2B5EF4-FFF2-40B4-BE49-F238E27FC236}">
                  <a16:creationId xmlns:a16="http://schemas.microsoft.com/office/drawing/2014/main" id="{EDD6FB67-1D61-45E1-BA3E-4F37BBC3EA0F}"/>
                </a:ext>
              </a:extLst>
            </p:cNvPr>
            <p:cNvSpPr>
              <a:spLocks noChangeArrowheads="1"/>
            </p:cNvSpPr>
            <p:nvPr/>
          </p:nvSpPr>
          <p:spPr bwMode="auto">
            <a:xfrm>
              <a:off x="6748463"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79" name="Rectangle 96">
              <a:extLst>
                <a:ext uri="{FF2B5EF4-FFF2-40B4-BE49-F238E27FC236}">
                  <a16:creationId xmlns:a16="http://schemas.microsoft.com/office/drawing/2014/main" id="{3C8E8E6B-272D-4F7C-B524-4CE19B2E6413}"/>
                </a:ext>
              </a:extLst>
            </p:cNvPr>
            <p:cNvSpPr>
              <a:spLocks noChangeArrowheads="1"/>
            </p:cNvSpPr>
            <p:nvPr/>
          </p:nvSpPr>
          <p:spPr bwMode="auto">
            <a:xfrm>
              <a:off x="8050213" y="2446338"/>
              <a:ext cx="11112"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80" name="Rectangle 97">
              <a:extLst>
                <a:ext uri="{FF2B5EF4-FFF2-40B4-BE49-F238E27FC236}">
                  <a16:creationId xmlns:a16="http://schemas.microsoft.com/office/drawing/2014/main" id="{A986F7C3-FCDF-4F90-87D8-7EC6C62A8ED9}"/>
                </a:ext>
              </a:extLst>
            </p:cNvPr>
            <p:cNvSpPr>
              <a:spLocks noChangeArrowheads="1"/>
            </p:cNvSpPr>
            <p:nvPr/>
          </p:nvSpPr>
          <p:spPr bwMode="auto">
            <a:xfrm>
              <a:off x="7526338"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81" name="Rectangle 98">
              <a:extLst>
                <a:ext uri="{FF2B5EF4-FFF2-40B4-BE49-F238E27FC236}">
                  <a16:creationId xmlns:a16="http://schemas.microsoft.com/office/drawing/2014/main" id="{A1F16CEE-83EA-4944-A29F-3F1382A6A3C3}"/>
                </a:ext>
              </a:extLst>
            </p:cNvPr>
            <p:cNvSpPr>
              <a:spLocks noChangeArrowheads="1"/>
            </p:cNvSpPr>
            <p:nvPr/>
          </p:nvSpPr>
          <p:spPr bwMode="auto">
            <a:xfrm>
              <a:off x="8921750" y="2446338"/>
              <a:ext cx="11113"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82" name="Rectangle 99">
              <a:extLst>
                <a:ext uri="{FF2B5EF4-FFF2-40B4-BE49-F238E27FC236}">
                  <a16:creationId xmlns:a16="http://schemas.microsoft.com/office/drawing/2014/main" id="{CA7A9B0A-DFAE-4D6B-AFA4-85064F2E30DF}"/>
                </a:ext>
              </a:extLst>
            </p:cNvPr>
            <p:cNvSpPr>
              <a:spLocks noChangeArrowheads="1"/>
            </p:cNvSpPr>
            <p:nvPr/>
          </p:nvSpPr>
          <p:spPr bwMode="auto">
            <a:xfrm>
              <a:off x="8297863" y="25352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83" name="Rectangle 100">
              <a:extLst>
                <a:ext uri="{FF2B5EF4-FFF2-40B4-BE49-F238E27FC236}">
                  <a16:creationId xmlns:a16="http://schemas.microsoft.com/office/drawing/2014/main" id="{54E26B43-24ED-4937-85F2-9182C8356F20}"/>
                </a:ext>
              </a:extLst>
            </p:cNvPr>
            <p:cNvSpPr>
              <a:spLocks noChangeArrowheads="1"/>
            </p:cNvSpPr>
            <p:nvPr/>
          </p:nvSpPr>
          <p:spPr bwMode="auto">
            <a:xfrm>
              <a:off x="547688" y="2800350"/>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84" name="Rectangle 101">
              <a:extLst>
                <a:ext uri="{FF2B5EF4-FFF2-40B4-BE49-F238E27FC236}">
                  <a16:creationId xmlns:a16="http://schemas.microsoft.com/office/drawing/2014/main" id="{14D44C15-8ED4-44E8-9FAD-14010728BD97}"/>
                </a:ext>
              </a:extLst>
            </p:cNvPr>
            <p:cNvSpPr>
              <a:spLocks noChangeArrowheads="1"/>
            </p:cNvSpPr>
            <p:nvPr/>
          </p:nvSpPr>
          <p:spPr bwMode="auto">
            <a:xfrm>
              <a:off x="260350" y="2805113"/>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85" name="Rectangle 102">
              <a:extLst>
                <a:ext uri="{FF2B5EF4-FFF2-40B4-BE49-F238E27FC236}">
                  <a16:creationId xmlns:a16="http://schemas.microsoft.com/office/drawing/2014/main" id="{DC0014DE-E974-4E71-A3F7-14399935C2A0}"/>
                </a:ext>
              </a:extLst>
            </p:cNvPr>
            <p:cNvSpPr>
              <a:spLocks noChangeArrowheads="1"/>
            </p:cNvSpPr>
            <p:nvPr/>
          </p:nvSpPr>
          <p:spPr bwMode="auto">
            <a:xfrm>
              <a:off x="1462088" y="2800350"/>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86" name="Rectangle 103">
              <a:extLst>
                <a:ext uri="{FF2B5EF4-FFF2-40B4-BE49-F238E27FC236}">
                  <a16:creationId xmlns:a16="http://schemas.microsoft.com/office/drawing/2014/main" id="{3E230F31-C336-47A1-976E-10189379AB8B}"/>
                </a:ext>
              </a:extLst>
            </p:cNvPr>
            <p:cNvSpPr>
              <a:spLocks noChangeArrowheads="1"/>
            </p:cNvSpPr>
            <p:nvPr/>
          </p:nvSpPr>
          <p:spPr bwMode="auto">
            <a:xfrm>
              <a:off x="838200" y="28035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87" name="Rectangle 104">
              <a:extLst>
                <a:ext uri="{FF2B5EF4-FFF2-40B4-BE49-F238E27FC236}">
                  <a16:creationId xmlns:a16="http://schemas.microsoft.com/office/drawing/2014/main" id="{D6AB76C5-2023-4CFF-B888-DD40B8986A00}"/>
                </a:ext>
              </a:extLst>
            </p:cNvPr>
            <p:cNvSpPr>
              <a:spLocks noChangeArrowheads="1"/>
            </p:cNvSpPr>
            <p:nvPr/>
          </p:nvSpPr>
          <p:spPr bwMode="auto">
            <a:xfrm>
              <a:off x="2422525" y="2800350"/>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88" name="Rectangle 105">
              <a:extLst>
                <a:ext uri="{FF2B5EF4-FFF2-40B4-BE49-F238E27FC236}">
                  <a16:creationId xmlns:a16="http://schemas.microsoft.com/office/drawing/2014/main" id="{8E42E2EF-83B6-4E21-AFAF-B0016C84562B}"/>
                </a:ext>
              </a:extLst>
            </p:cNvPr>
            <p:cNvSpPr>
              <a:spLocks noChangeArrowheads="1"/>
            </p:cNvSpPr>
            <p:nvPr/>
          </p:nvSpPr>
          <p:spPr bwMode="auto">
            <a:xfrm>
              <a:off x="1771650" y="28035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89" name="Rectangle 106">
              <a:extLst>
                <a:ext uri="{FF2B5EF4-FFF2-40B4-BE49-F238E27FC236}">
                  <a16:creationId xmlns:a16="http://schemas.microsoft.com/office/drawing/2014/main" id="{8B1F0343-362D-4C03-B48E-11F85DBF6236}"/>
                </a:ext>
              </a:extLst>
            </p:cNvPr>
            <p:cNvSpPr>
              <a:spLocks noChangeArrowheads="1"/>
            </p:cNvSpPr>
            <p:nvPr/>
          </p:nvSpPr>
          <p:spPr bwMode="auto">
            <a:xfrm>
              <a:off x="2686050"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90" name="Rectangle 107">
              <a:extLst>
                <a:ext uri="{FF2B5EF4-FFF2-40B4-BE49-F238E27FC236}">
                  <a16:creationId xmlns:a16="http://schemas.microsoft.com/office/drawing/2014/main" id="{E85FC7AF-ECFA-42AF-A619-7F152EE41769}"/>
                </a:ext>
              </a:extLst>
            </p:cNvPr>
            <p:cNvSpPr>
              <a:spLocks noChangeArrowheads="1"/>
            </p:cNvSpPr>
            <p:nvPr/>
          </p:nvSpPr>
          <p:spPr bwMode="auto">
            <a:xfrm>
              <a:off x="3465513"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91" name="Rectangle 108">
              <a:extLst>
                <a:ext uri="{FF2B5EF4-FFF2-40B4-BE49-F238E27FC236}">
                  <a16:creationId xmlns:a16="http://schemas.microsoft.com/office/drawing/2014/main" id="{6B442F73-8B4C-4B35-B08A-833B0252BB11}"/>
                </a:ext>
              </a:extLst>
            </p:cNvPr>
            <p:cNvSpPr>
              <a:spLocks noChangeArrowheads="1"/>
            </p:cNvSpPr>
            <p:nvPr/>
          </p:nvSpPr>
          <p:spPr bwMode="auto">
            <a:xfrm>
              <a:off x="4745038" y="2800350"/>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92" name="Rectangle 109">
              <a:extLst>
                <a:ext uri="{FF2B5EF4-FFF2-40B4-BE49-F238E27FC236}">
                  <a16:creationId xmlns:a16="http://schemas.microsoft.com/office/drawing/2014/main" id="{A5D8204D-FA5A-424E-B90D-6A6D87DB1A73}"/>
                </a:ext>
              </a:extLst>
            </p:cNvPr>
            <p:cNvSpPr>
              <a:spLocks noChangeArrowheads="1"/>
            </p:cNvSpPr>
            <p:nvPr/>
          </p:nvSpPr>
          <p:spPr bwMode="auto">
            <a:xfrm>
              <a:off x="4244975"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93" name="Rectangle 110">
              <a:extLst>
                <a:ext uri="{FF2B5EF4-FFF2-40B4-BE49-F238E27FC236}">
                  <a16:creationId xmlns:a16="http://schemas.microsoft.com/office/drawing/2014/main" id="{8B3E2753-2592-4A4D-9FF7-CC595EF455AD}"/>
                </a:ext>
              </a:extLst>
            </p:cNvPr>
            <p:cNvSpPr>
              <a:spLocks noChangeArrowheads="1"/>
            </p:cNvSpPr>
            <p:nvPr/>
          </p:nvSpPr>
          <p:spPr bwMode="auto">
            <a:xfrm>
              <a:off x="5705475" y="2800350"/>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94" name="Rectangle 111">
              <a:extLst>
                <a:ext uri="{FF2B5EF4-FFF2-40B4-BE49-F238E27FC236}">
                  <a16:creationId xmlns:a16="http://schemas.microsoft.com/office/drawing/2014/main" id="{338B9C35-738C-4831-B1B3-C461A01531A0}"/>
                </a:ext>
              </a:extLst>
            </p:cNvPr>
            <p:cNvSpPr>
              <a:spLocks noChangeArrowheads="1"/>
            </p:cNvSpPr>
            <p:nvPr/>
          </p:nvSpPr>
          <p:spPr bwMode="auto">
            <a:xfrm>
              <a:off x="5056188" y="28035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95" name="Rectangle 112">
              <a:extLst>
                <a:ext uri="{FF2B5EF4-FFF2-40B4-BE49-F238E27FC236}">
                  <a16:creationId xmlns:a16="http://schemas.microsoft.com/office/drawing/2014/main" id="{DC389A64-61B0-43BF-9409-D493BB5881E2}"/>
                </a:ext>
              </a:extLst>
            </p:cNvPr>
            <p:cNvSpPr>
              <a:spLocks noChangeArrowheads="1"/>
            </p:cNvSpPr>
            <p:nvPr/>
          </p:nvSpPr>
          <p:spPr bwMode="auto">
            <a:xfrm>
              <a:off x="5972175"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96" name="Rectangle 113">
              <a:extLst>
                <a:ext uri="{FF2B5EF4-FFF2-40B4-BE49-F238E27FC236}">
                  <a16:creationId xmlns:a16="http://schemas.microsoft.com/office/drawing/2014/main" id="{550E9A26-83FC-46C6-8C15-A447DCF24018}"/>
                </a:ext>
              </a:extLst>
            </p:cNvPr>
            <p:cNvSpPr>
              <a:spLocks noChangeArrowheads="1"/>
            </p:cNvSpPr>
            <p:nvPr/>
          </p:nvSpPr>
          <p:spPr bwMode="auto">
            <a:xfrm>
              <a:off x="6750050"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97" name="Rectangle 114">
              <a:extLst>
                <a:ext uri="{FF2B5EF4-FFF2-40B4-BE49-F238E27FC236}">
                  <a16:creationId xmlns:a16="http://schemas.microsoft.com/office/drawing/2014/main" id="{790CCDF2-639A-4311-B939-8F9CC32EE022}"/>
                </a:ext>
              </a:extLst>
            </p:cNvPr>
            <p:cNvSpPr>
              <a:spLocks noChangeArrowheads="1"/>
            </p:cNvSpPr>
            <p:nvPr/>
          </p:nvSpPr>
          <p:spPr bwMode="auto">
            <a:xfrm>
              <a:off x="8050213" y="2800350"/>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98" name="Rectangle 115">
              <a:extLst>
                <a:ext uri="{FF2B5EF4-FFF2-40B4-BE49-F238E27FC236}">
                  <a16:creationId xmlns:a16="http://schemas.microsoft.com/office/drawing/2014/main" id="{DE542CF1-3188-4B98-855B-C70D7A8829CA}"/>
                </a:ext>
              </a:extLst>
            </p:cNvPr>
            <p:cNvSpPr>
              <a:spLocks noChangeArrowheads="1"/>
            </p:cNvSpPr>
            <p:nvPr/>
          </p:nvSpPr>
          <p:spPr bwMode="auto">
            <a:xfrm>
              <a:off x="7526338"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299" name="Rectangle 116">
              <a:extLst>
                <a:ext uri="{FF2B5EF4-FFF2-40B4-BE49-F238E27FC236}">
                  <a16:creationId xmlns:a16="http://schemas.microsoft.com/office/drawing/2014/main" id="{5FAA120C-30EF-4C0B-AFB0-ED1B8E229BDF}"/>
                </a:ext>
              </a:extLst>
            </p:cNvPr>
            <p:cNvSpPr>
              <a:spLocks noChangeArrowheads="1"/>
            </p:cNvSpPr>
            <p:nvPr/>
          </p:nvSpPr>
          <p:spPr bwMode="auto">
            <a:xfrm>
              <a:off x="8921750" y="2800350"/>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00" name="Rectangle 117">
              <a:extLst>
                <a:ext uri="{FF2B5EF4-FFF2-40B4-BE49-F238E27FC236}">
                  <a16:creationId xmlns:a16="http://schemas.microsoft.com/office/drawing/2014/main" id="{75761E9F-9F86-4395-A65E-42D18561A347}"/>
                </a:ext>
              </a:extLst>
            </p:cNvPr>
            <p:cNvSpPr>
              <a:spLocks noChangeArrowheads="1"/>
            </p:cNvSpPr>
            <p:nvPr/>
          </p:nvSpPr>
          <p:spPr bwMode="auto">
            <a:xfrm>
              <a:off x="8299450" y="28035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01" name="Rectangle 118">
              <a:extLst>
                <a:ext uri="{FF2B5EF4-FFF2-40B4-BE49-F238E27FC236}">
                  <a16:creationId xmlns:a16="http://schemas.microsoft.com/office/drawing/2014/main" id="{0A6E02B2-911B-491A-9A41-DB7C12FA457A}"/>
                </a:ext>
              </a:extLst>
            </p:cNvPr>
            <p:cNvSpPr>
              <a:spLocks noChangeArrowheads="1"/>
            </p:cNvSpPr>
            <p:nvPr/>
          </p:nvSpPr>
          <p:spPr bwMode="auto">
            <a:xfrm>
              <a:off x="547688" y="3067050"/>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02" name="Rectangle 119">
              <a:extLst>
                <a:ext uri="{FF2B5EF4-FFF2-40B4-BE49-F238E27FC236}">
                  <a16:creationId xmlns:a16="http://schemas.microsoft.com/office/drawing/2014/main" id="{2FD46B1B-32FE-4B36-83D6-E56DF508CFF1}"/>
                </a:ext>
              </a:extLst>
            </p:cNvPr>
            <p:cNvSpPr>
              <a:spLocks noChangeArrowheads="1"/>
            </p:cNvSpPr>
            <p:nvPr/>
          </p:nvSpPr>
          <p:spPr bwMode="auto">
            <a:xfrm>
              <a:off x="260350" y="3070225"/>
              <a:ext cx="2095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03" name="Rectangle 120">
              <a:extLst>
                <a:ext uri="{FF2B5EF4-FFF2-40B4-BE49-F238E27FC236}">
                  <a16:creationId xmlns:a16="http://schemas.microsoft.com/office/drawing/2014/main" id="{42AB3007-0BAE-4001-B4CC-31BCA7B3815E}"/>
                </a:ext>
              </a:extLst>
            </p:cNvPr>
            <p:cNvSpPr>
              <a:spLocks noChangeArrowheads="1"/>
            </p:cNvSpPr>
            <p:nvPr/>
          </p:nvSpPr>
          <p:spPr bwMode="auto">
            <a:xfrm>
              <a:off x="1462088" y="3067050"/>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04" name="Rectangle 121">
              <a:extLst>
                <a:ext uri="{FF2B5EF4-FFF2-40B4-BE49-F238E27FC236}">
                  <a16:creationId xmlns:a16="http://schemas.microsoft.com/office/drawing/2014/main" id="{3E33865C-FCA8-47D8-B0C9-B9F2C8AF74FD}"/>
                </a:ext>
              </a:extLst>
            </p:cNvPr>
            <p:cNvSpPr>
              <a:spLocks noChangeArrowheads="1"/>
            </p:cNvSpPr>
            <p:nvPr/>
          </p:nvSpPr>
          <p:spPr bwMode="auto">
            <a:xfrm>
              <a:off x="838200" y="30686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05" name="Rectangle 122">
              <a:extLst>
                <a:ext uri="{FF2B5EF4-FFF2-40B4-BE49-F238E27FC236}">
                  <a16:creationId xmlns:a16="http://schemas.microsoft.com/office/drawing/2014/main" id="{F66EC154-DAD1-4A2A-9127-60CF88C0071D}"/>
                </a:ext>
              </a:extLst>
            </p:cNvPr>
            <p:cNvSpPr>
              <a:spLocks noChangeArrowheads="1"/>
            </p:cNvSpPr>
            <p:nvPr/>
          </p:nvSpPr>
          <p:spPr bwMode="auto">
            <a:xfrm>
              <a:off x="2422525" y="3067050"/>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06" name="Rectangle 123">
              <a:extLst>
                <a:ext uri="{FF2B5EF4-FFF2-40B4-BE49-F238E27FC236}">
                  <a16:creationId xmlns:a16="http://schemas.microsoft.com/office/drawing/2014/main" id="{7432FD7D-0AA8-42A1-B8C8-B52FEF506088}"/>
                </a:ext>
              </a:extLst>
            </p:cNvPr>
            <p:cNvSpPr>
              <a:spLocks noChangeArrowheads="1"/>
            </p:cNvSpPr>
            <p:nvPr/>
          </p:nvSpPr>
          <p:spPr bwMode="auto">
            <a:xfrm>
              <a:off x="1771650" y="30686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07" name="Rectangle 124">
              <a:extLst>
                <a:ext uri="{FF2B5EF4-FFF2-40B4-BE49-F238E27FC236}">
                  <a16:creationId xmlns:a16="http://schemas.microsoft.com/office/drawing/2014/main" id="{501F0398-2779-40A3-B33C-7584AF2FBC45}"/>
                </a:ext>
              </a:extLst>
            </p:cNvPr>
            <p:cNvSpPr>
              <a:spLocks noChangeArrowheads="1"/>
            </p:cNvSpPr>
            <p:nvPr/>
          </p:nvSpPr>
          <p:spPr bwMode="auto">
            <a:xfrm>
              <a:off x="2686050"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08" name="Rectangle 125">
              <a:extLst>
                <a:ext uri="{FF2B5EF4-FFF2-40B4-BE49-F238E27FC236}">
                  <a16:creationId xmlns:a16="http://schemas.microsoft.com/office/drawing/2014/main" id="{4683FCFE-8253-4EFD-9627-4986920979DA}"/>
                </a:ext>
              </a:extLst>
            </p:cNvPr>
            <p:cNvSpPr>
              <a:spLocks noChangeArrowheads="1"/>
            </p:cNvSpPr>
            <p:nvPr/>
          </p:nvSpPr>
          <p:spPr bwMode="auto">
            <a:xfrm>
              <a:off x="3465513"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09" name="Rectangle 126">
              <a:extLst>
                <a:ext uri="{FF2B5EF4-FFF2-40B4-BE49-F238E27FC236}">
                  <a16:creationId xmlns:a16="http://schemas.microsoft.com/office/drawing/2014/main" id="{EBA02590-7B85-4D52-94A9-F40699134E01}"/>
                </a:ext>
              </a:extLst>
            </p:cNvPr>
            <p:cNvSpPr>
              <a:spLocks noChangeArrowheads="1"/>
            </p:cNvSpPr>
            <p:nvPr/>
          </p:nvSpPr>
          <p:spPr bwMode="auto">
            <a:xfrm>
              <a:off x="4745038" y="3067050"/>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10" name="Rectangle 127">
              <a:extLst>
                <a:ext uri="{FF2B5EF4-FFF2-40B4-BE49-F238E27FC236}">
                  <a16:creationId xmlns:a16="http://schemas.microsoft.com/office/drawing/2014/main" id="{96B12C11-C9A8-427A-A29F-68CC356A10FF}"/>
                </a:ext>
              </a:extLst>
            </p:cNvPr>
            <p:cNvSpPr>
              <a:spLocks noChangeArrowheads="1"/>
            </p:cNvSpPr>
            <p:nvPr/>
          </p:nvSpPr>
          <p:spPr bwMode="auto">
            <a:xfrm>
              <a:off x="4244975"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11" name="Rectangle 128">
              <a:extLst>
                <a:ext uri="{FF2B5EF4-FFF2-40B4-BE49-F238E27FC236}">
                  <a16:creationId xmlns:a16="http://schemas.microsoft.com/office/drawing/2014/main" id="{D2C6661F-597D-424A-B94A-3FBDFD31DF69}"/>
                </a:ext>
              </a:extLst>
            </p:cNvPr>
            <p:cNvSpPr>
              <a:spLocks noChangeArrowheads="1"/>
            </p:cNvSpPr>
            <p:nvPr/>
          </p:nvSpPr>
          <p:spPr bwMode="auto">
            <a:xfrm>
              <a:off x="5705475" y="3067050"/>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12" name="Rectangle 129">
              <a:extLst>
                <a:ext uri="{FF2B5EF4-FFF2-40B4-BE49-F238E27FC236}">
                  <a16:creationId xmlns:a16="http://schemas.microsoft.com/office/drawing/2014/main" id="{5240C85F-85CF-4F26-8D33-046AD757D925}"/>
                </a:ext>
              </a:extLst>
            </p:cNvPr>
            <p:cNvSpPr>
              <a:spLocks noChangeArrowheads="1"/>
            </p:cNvSpPr>
            <p:nvPr/>
          </p:nvSpPr>
          <p:spPr bwMode="auto">
            <a:xfrm>
              <a:off x="5056188" y="30686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13" name="Rectangle 130">
              <a:extLst>
                <a:ext uri="{FF2B5EF4-FFF2-40B4-BE49-F238E27FC236}">
                  <a16:creationId xmlns:a16="http://schemas.microsoft.com/office/drawing/2014/main" id="{B041F683-50C3-46F2-9E38-784A7B5D794A}"/>
                </a:ext>
              </a:extLst>
            </p:cNvPr>
            <p:cNvSpPr>
              <a:spLocks noChangeArrowheads="1"/>
            </p:cNvSpPr>
            <p:nvPr/>
          </p:nvSpPr>
          <p:spPr bwMode="auto">
            <a:xfrm>
              <a:off x="5972175"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14" name="Rectangle 131">
              <a:extLst>
                <a:ext uri="{FF2B5EF4-FFF2-40B4-BE49-F238E27FC236}">
                  <a16:creationId xmlns:a16="http://schemas.microsoft.com/office/drawing/2014/main" id="{66E1B0F8-D093-45B4-9CFB-C59718382404}"/>
                </a:ext>
              </a:extLst>
            </p:cNvPr>
            <p:cNvSpPr>
              <a:spLocks noChangeArrowheads="1"/>
            </p:cNvSpPr>
            <p:nvPr/>
          </p:nvSpPr>
          <p:spPr bwMode="auto">
            <a:xfrm>
              <a:off x="6750050"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15" name="Rectangle 132">
              <a:extLst>
                <a:ext uri="{FF2B5EF4-FFF2-40B4-BE49-F238E27FC236}">
                  <a16:creationId xmlns:a16="http://schemas.microsoft.com/office/drawing/2014/main" id="{FA4643F4-B1E2-4883-99C8-FBB30C9A2266}"/>
                </a:ext>
              </a:extLst>
            </p:cNvPr>
            <p:cNvSpPr>
              <a:spLocks noChangeArrowheads="1"/>
            </p:cNvSpPr>
            <p:nvPr/>
          </p:nvSpPr>
          <p:spPr bwMode="auto">
            <a:xfrm>
              <a:off x="8050213" y="3067050"/>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16" name="Rectangle 133">
              <a:extLst>
                <a:ext uri="{FF2B5EF4-FFF2-40B4-BE49-F238E27FC236}">
                  <a16:creationId xmlns:a16="http://schemas.microsoft.com/office/drawing/2014/main" id="{FD0947BD-0136-4D94-8034-BE029F07C6A5}"/>
                </a:ext>
              </a:extLst>
            </p:cNvPr>
            <p:cNvSpPr>
              <a:spLocks noChangeArrowheads="1"/>
            </p:cNvSpPr>
            <p:nvPr/>
          </p:nvSpPr>
          <p:spPr bwMode="auto">
            <a:xfrm>
              <a:off x="7526338"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17" name="Rectangle 134">
              <a:extLst>
                <a:ext uri="{FF2B5EF4-FFF2-40B4-BE49-F238E27FC236}">
                  <a16:creationId xmlns:a16="http://schemas.microsoft.com/office/drawing/2014/main" id="{6CA2E682-2A74-4D81-B46E-C7A9916593D6}"/>
                </a:ext>
              </a:extLst>
            </p:cNvPr>
            <p:cNvSpPr>
              <a:spLocks noChangeArrowheads="1"/>
            </p:cNvSpPr>
            <p:nvPr/>
          </p:nvSpPr>
          <p:spPr bwMode="auto">
            <a:xfrm>
              <a:off x="8921750" y="3067050"/>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18" name="Rectangle 135">
              <a:extLst>
                <a:ext uri="{FF2B5EF4-FFF2-40B4-BE49-F238E27FC236}">
                  <a16:creationId xmlns:a16="http://schemas.microsoft.com/office/drawing/2014/main" id="{C7644D39-DA28-4985-84FE-1ACF1A49367B}"/>
                </a:ext>
              </a:extLst>
            </p:cNvPr>
            <p:cNvSpPr>
              <a:spLocks noChangeArrowheads="1"/>
            </p:cNvSpPr>
            <p:nvPr/>
          </p:nvSpPr>
          <p:spPr bwMode="auto">
            <a:xfrm>
              <a:off x="8299450" y="30686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19" name="Rectangle 136">
              <a:extLst>
                <a:ext uri="{FF2B5EF4-FFF2-40B4-BE49-F238E27FC236}">
                  <a16:creationId xmlns:a16="http://schemas.microsoft.com/office/drawing/2014/main" id="{1B25AB34-52FA-4660-880F-DF2F078250BC}"/>
                </a:ext>
              </a:extLst>
            </p:cNvPr>
            <p:cNvSpPr>
              <a:spLocks noChangeArrowheads="1"/>
            </p:cNvSpPr>
            <p:nvPr/>
          </p:nvSpPr>
          <p:spPr bwMode="auto">
            <a:xfrm>
              <a:off x="547688" y="3335338"/>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20" name="Rectangle 137">
              <a:extLst>
                <a:ext uri="{FF2B5EF4-FFF2-40B4-BE49-F238E27FC236}">
                  <a16:creationId xmlns:a16="http://schemas.microsoft.com/office/drawing/2014/main" id="{CC6A9FBB-44AE-48AC-A634-A04E32B23005}"/>
                </a:ext>
              </a:extLst>
            </p:cNvPr>
            <p:cNvSpPr>
              <a:spLocks noChangeArrowheads="1"/>
            </p:cNvSpPr>
            <p:nvPr/>
          </p:nvSpPr>
          <p:spPr bwMode="auto">
            <a:xfrm>
              <a:off x="246063" y="3338513"/>
              <a:ext cx="2222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21" name="Rectangle 138">
              <a:extLst>
                <a:ext uri="{FF2B5EF4-FFF2-40B4-BE49-F238E27FC236}">
                  <a16:creationId xmlns:a16="http://schemas.microsoft.com/office/drawing/2014/main" id="{F501C199-1623-45B6-913F-FFBD9A4D8780}"/>
                </a:ext>
              </a:extLst>
            </p:cNvPr>
            <p:cNvSpPr>
              <a:spLocks noChangeArrowheads="1"/>
            </p:cNvSpPr>
            <p:nvPr/>
          </p:nvSpPr>
          <p:spPr bwMode="auto">
            <a:xfrm>
              <a:off x="1462088" y="3335338"/>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22" name="Rectangle 139">
              <a:extLst>
                <a:ext uri="{FF2B5EF4-FFF2-40B4-BE49-F238E27FC236}">
                  <a16:creationId xmlns:a16="http://schemas.microsoft.com/office/drawing/2014/main" id="{D9F2560C-A497-4672-86F4-B1C392D6049A}"/>
                </a:ext>
              </a:extLst>
            </p:cNvPr>
            <p:cNvSpPr>
              <a:spLocks noChangeArrowheads="1"/>
            </p:cNvSpPr>
            <p:nvPr/>
          </p:nvSpPr>
          <p:spPr bwMode="auto">
            <a:xfrm>
              <a:off x="836613" y="33369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23" name="Rectangle 140">
              <a:extLst>
                <a:ext uri="{FF2B5EF4-FFF2-40B4-BE49-F238E27FC236}">
                  <a16:creationId xmlns:a16="http://schemas.microsoft.com/office/drawing/2014/main" id="{5D370CE5-37BD-4C33-AFB2-60385CFA6A06}"/>
                </a:ext>
              </a:extLst>
            </p:cNvPr>
            <p:cNvSpPr>
              <a:spLocks noChangeArrowheads="1"/>
            </p:cNvSpPr>
            <p:nvPr/>
          </p:nvSpPr>
          <p:spPr bwMode="auto">
            <a:xfrm>
              <a:off x="2422525" y="3335338"/>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24" name="Rectangle 141">
              <a:extLst>
                <a:ext uri="{FF2B5EF4-FFF2-40B4-BE49-F238E27FC236}">
                  <a16:creationId xmlns:a16="http://schemas.microsoft.com/office/drawing/2014/main" id="{3E96C55C-9ACC-45E4-B395-37A270534AB9}"/>
                </a:ext>
              </a:extLst>
            </p:cNvPr>
            <p:cNvSpPr>
              <a:spLocks noChangeArrowheads="1"/>
            </p:cNvSpPr>
            <p:nvPr/>
          </p:nvSpPr>
          <p:spPr bwMode="auto">
            <a:xfrm>
              <a:off x="1771650" y="33369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25" name="Rectangle 142">
              <a:extLst>
                <a:ext uri="{FF2B5EF4-FFF2-40B4-BE49-F238E27FC236}">
                  <a16:creationId xmlns:a16="http://schemas.microsoft.com/office/drawing/2014/main" id="{0DCB068E-794F-4ABE-A91D-E3940A7B0F8C}"/>
                </a:ext>
              </a:extLst>
            </p:cNvPr>
            <p:cNvSpPr>
              <a:spLocks noChangeArrowheads="1"/>
            </p:cNvSpPr>
            <p:nvPr/>
          </p:nvSpPr>
          <p:spPr bwMode="auto">
            <a:xfrm>
              <a:off x="2686050"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26" name="Rectangle 143">
              <a:extLst>
                <a:ext uri="{FF2B5EF4-FFF2-40B4-BE49-F238E27FC236}">
                  <a16:creationId xmlns:a16="http://schemas.microsoft.com/office/drawing/2014/main" id="{EE0B2B45-B322-4094-8D7C-B40B0E380CB5}"/>
                </a:ext>
              </a:extLst>
            </p:cNvPr>
            <p:cNvSpPr>
              <a:spLocks noChangeArrowheads="1"/>
            </p:cNvSpPr>
            <p:nvPr/>
          </p:nvSpPr>
          <p:spPr bwMode="auto">
            <a:xfrm>
              <a:off x="3465513"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27" name="Rectangle 144">
              <a:extLst>
                <a:ext uri="{FF2B5EF4-FFF2-40B4-BE49-F238E27FC236}">
                  <a16:creationId xmlns:a16="http://schemas.microsoft.com/office/drawing/2014/main" id="{65F09E5F-2A3C-4550-B197-DB15C7DA856C}"/>
                </a:ext>
              </a:extLst>
            </p:cNvPr>
            <p:cNvSpPr>
              <a:spLocks noChangeArrowheads="1"/>
            </p:cNvSpPr>
            <p:nvPr/>
          </p:nvSpPr>
          <p:spPr bwMode="auto">
            <a:xfrm>
              <a:off x="4745038" y="3335338"/>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28" name="Rectangle 145">
              <a:extLst>
                <a:ext uri="{FF2B5EF4-FFF2-40B4-BE49-F238E27FC236}">
                  <a16:creationId xmlns:a16="http://schemas.microsoft.com/office/drawing/2014/main" id="{569F7ECB-ECE2-415C-8C7F-190DE0FB91E1}"/>
                </a:ext>
              </a:extLst>
            </p:cNvPr>
            <p:cNvSpPr>
              <a:spLocks noChangeArrowheads="1"/>
            </p:cNvSpPr>
            <p:nvPr/>
          </p:nvSpPr>
          <p:spPr bwMode="auto">
            <a:xfrm>
              <a:off x="4244975"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29" name="Rectangle 146">
              <a:extLst>
                <a:ext uri="{FF2B5EF4-FFF2-40B4-BE49-F238E27FC236}">
                  <a16:creationId xmlns:a16="http://schemas.microsoft.com/office/drawing/2014/main" id="{E5A5F4D4-5F6E-425A-A69F-072C1A87664D}"/>
                </a:ext>
              </a:extLst>
            </p:cNvPr>
            <p:cNvSpPr>
              <a:spLocks noChangeArrowheads="1"/>
            </p:cNvSpPr>
            <p:nvPr/>
          </p:nvSpPr>
          <p:spPr bwMode="auto">
            <a:xfrm>
              <a:off x="5705475" y="3335338"/>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30" name="Rectangle 147">
              <a:extLst>
                <a:ext uri="{FF2B5EF4-FFF2-40B4-BE49-F238E27FC236}">
                  <a16:creationId xmlns:a16="http://schemas.microsoft.com/office/drawing/2014/main" id="{143BCCBF-4B2E-4DB9-990E-B64CCCA5C5EF}"/>
                </a:ext>
              </a:extLst>
            </p:cNvPr>
            <p:cNvSpPr>
              <a:spLocks noChangeArrowheads="1"/>
            </p:cNvSpPr>
            <p:nvPr/>
          </p:nvSpPr>
          <p:spPr bwMode="auto">
            <a:xfrm>
              <a:off x="5054600" y="33369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31" name="Rectangle 148">
              <a:extLst>
                <a:ext uri="{FF2B5EF4-FFF2-40B4-BE49-F238E27FC236}">
                  <a16:creationId xmlns:a16="http://schemas.microsoft.com/office/drawing/2014/main" id="{1EC9E2FB-C6D0-4F2A-84DC-DBF364CE11D6}"/>
                </a:ext>
              </a:extLst>
            </p:cNvPr>
            <p:cNvSpPr>
              <a:spLocks noChangeArrowheads="1"/>
            </p:cNvSpPr>
            <p:nvPr/>
          </p:nvSpPr>
          <p:spPr bwMode="auto">
            <a:xfrm>
              <a:off x="5970588"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32" name="Rectangle 149">
              <a:extLst>
                <a:ext uri="{FF2B5EF4-FFF2-40B4-BE49-F238E27FC236}">
                  <a16:creationId xmlns:a16="http://schemas.microsoft.com/office/drawing/2014/main" id="{71D12800-3B09-489F-A3A1-D7FA99301FE9}"/>
                </a:ext>
              </a:extLst>
            </p:cNvPr>
            <p:cNvSpPr>
              <a:spLocks noChangeArrowheads="1"/>
            </p:cNvSpPr>
            <p:nvPr/>
          </p:nvSpPr>
          <p:spPr bwMode="auto">
            <a:xfrm>
              <a:off x="6748463"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33" name="Rectangle 150">
              <a:extLst>
                <a:ext uri="{FF2B5EF4-FFF2-40B4-BE49-F238E27FC236}">
                  <a16:creationId xmlns:a16="http://schemas.microsoft.com/office/drawing/2014/main" id="{1BF623E6-F0FF-4574-A792-9D4F10FE30AE}"/>
                </a:ext>
              </a:extLst>
            </p:cNvPr>
            <p:cNvSpPr>
              <a:spLocks noChangeArrowheads="1"/>
            </p:cNvSpPr>
            <p:nvPr/>
          </p:nvSpPr>
          <p:spPr bwMode="auto">
            <a:xfrm>
              <a:off x="8050213" y="3335338"/>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34" name="Rectangle 151">
              <a:extLst>
                <a:ext uri="{FF2B5EF4-FFF2-40B4-BE49-F238E27FC236}">
                  <a16:creationId xmlns:a16="http://schemas.microsoft.com/office/drawing/2014/main" id="{2296DB1C-1BF1-4EB1-A0E5-9E8DC0C041A5}"/>
                </a:ext>
              </a:extLst>
            </p:cNvPr>
            <p:cNvSpPr>
              <a:spLocks noChangeArrowheads="1"/>
            </p:cNvSpPr>
            <p:nvPr/>
          </p:nvSpPr>
          <p:spPr bwMode="auto">
            <a:xfrm>
              <a:off x="7526338"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35" name="Rectangle 152">
              <a:extLst>
                <a:ext uri="{FF2B5EF4-FFF2-40B4-BE49-F238E27FC236}">
                  <a16:creationId xmlns:a16="http://schemas.microsoft.com/office/drawing/2014/main" id="{6D35289A-3574-4433-AD94-A7408A0EDCEF}"/>
                </a:ext>
              </a:extLst>
            </p:cNvPr>
            <p:cNvSpPr>
              <a:spLocks noChangeArrowheads="1"/>
            </p:cNvSpPr>
            <p:nvPr/>
          </p:nvSpPr>
          <p:spPr bwMode="auto">
            <a:xfrm>
              <a:off x="8921750" y="3335338"/>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36" name="Rectangle 153">
              <a:extLst>
                <a:ext uri="{FF2B5EF4-FFF2-40B4-BE49-F238E27FC236}">
                  <a16:creationId xmlns:a16="http://schemas.microsoft.com/office/drawing/2014/main" id="{A9150742-EAF0-4D58-B894-C69AA087A523}"/>
                </a:ext>
              </a:extLst>
            </p:cNvPr>
            <p:cNvSpPr>
              <a:spLocks noChangeArrowheads="1"/>
            </p:cNvSpPr>
            <p:nvPr/>
          </p:nvSpPr>
          <p:spPr bwMode="auto">
            <a:xfrm>
              <a:off x="8297863" y="33369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37" name="Rectangle 154">
              <a:extLst>
                <a:ext uri="{FF2B5EF4-FFF2-40B4-BE49-F238E27FC236}">
                  <a16:creationId xmlns:a16="http://schemas.microsoft.com/office/drawing/2014/main" id="{7C4D21AD-05DA-4BF3-BC85-69671771A0B5}"/>
                </a:ext>
              </a:extLst>
            </p:cNvPr>
            <p:cNvSpPr>
              <a:spLocks noChangeArrowheads="1"/>
            </p:cNvSpPr>
            <p:nvPr/>
          </p:nvSpPr>
          <p:spPr bwMode="auto">
            <a:xfrm>
              <a:off x="547688" y="3603625"/>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38" name="Rectangle 155">
              <a:extLst>
                <a:ext uri="{FF2B5EF4-FFF2-40B4-BE49-F238E27FC236}">
                  <a16:creationId xmlns:a16="http://schemas.microsoft.com/office/drawing/2014/main" id="{993B86E3-6E33-4FF6-A145-F238D464E01B}"/>
                </a:ext>
              </a:extLst>
            </p:cNvPr>
            <p:cNvSpPr>
              <a:spLocks noChangeArrowheads="1"/>
            </p:cNvSpPr>
            <p:nvPr/>
          </p:nvSpPr>
          <p:spPr bwMode="auto">
            <a:xfrm>
              <a:off x="273050" y="3606800"/>
              <a:ext cx="1968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39" name="Rectangle 156">
              <a:extLst>
                <a:ext uri="{FF2B5EF4-FFF2-40B4-BE49-F238E27FC236}">
                  <a16:creationId xmlns:a16="http://schemas.microsoft.com/office/drawing/2014/main" id="{F575F877-D3FC-42E5-B6AA-1312091FA621}"/>
                </a:ext>
              </a:extLst>
            </p:cNvPr>
            <p:cNvSpPr>
              <a:spLocks noChangeArrowheads="1"/>
            </p:cNvSpPr>
            <p:nvPr/>
          </p:nvSpPr>
          <p:spPr bwMode="auto">
            <a:xfrm>
              <a:off x="1462088" y="3603625"/>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40" name="Rectangle 157">
              <a:extLst>
                <a:ext uri="{FF2B5EF4-FFF2-40B4-BE49-F238E27FC236}">
                  <a16:creationId xmlns:a16="http://schemas.microsoft.com/office/drawing/2014/main" id="{8922E86E-775F-423B-B69E-D962CDA42BEC}"/>
                </a:ext>
              </a:extLst>
            </p:cNvPr>
            <p:cNvSpPr>
              <a:spLocks noChangeArrowheads="1"/>
            </p:cNvSpPr>
            <p:nvPr/>
          </p:nvSpPr>
          <p:spPr bwMode="auto">
            <a:xfrm>
              <a:off x="836613" y="36052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41" name="Rectangle 158">
              <a:extLst>
                <a:ext uri="{FF2B5EF4-FFF2-40B4-BE49-F238E27FC236}">
                  <a16:creationId xmlns:a16="http://schemas.microsoft.com/office/drawing/2014/main" id="{0CC7EC1A-DB5F-406F-AB4C-197F026B5441}"/>
                </a:ext>
              </a:extLst>
            </p:cNvPr>
            <p:cNvSpPr>
              <a:spLocks noChangeArrowheads="1"/>
            </p:cNvSpPr>
            <p:nvPr/>
          </p:nvSpPr>
          <p:spPr bwMode="auto">
            <a:xfrm>
              <a:off x="2422525" y="3603625"/>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42" name="Rectangle 159">
              <a:extLst>
                <a:ext uri="{FF2B5EF4-FFF2-40B4-BE49-F238E27FC236}">
                  <a16:creationId xmlns:a16="http://schemas.microsoft.com/office/drawing/2014/main" id="{7F1EDF00-935D-4C01-8CFA-41563A17D12A}"/>
                </a:ext>
              </a:extLst>
            </p:cNvPr>
            <p:cNvSpPr>
              <a:spLocks noChangeArrowheads="1"/>
            </p:cNvSpPr>
            <p:nvPr/>
          </p:nvSpPr>
          <p:spPr bwMode="auto">
            <a:xfrm>
              <a:off x="1770063" y="36052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43" name="Rectangle 160">
              <a:extLst>
                <a:ext uri="{FF2B5EF4-FFF2-40B4-BE49-F238E27FC236}">
                  <a16:creationId xmlns:a16="http://schemas.microsoft.com/office/drawing/2014/main" id="{B8C3BEE4-8615-46FD-A418-173478CDD898}"/>
                </a:ext>
              </a:extLst>
            </p:cNvPr>
            <p:cNvSpPr>
              <a:spLocks noChangeArrowheads="1"/>
            </p:cNvSpPr>
            <p:nvPr/>
          </p:nvSpPr>
          <p:spPr bwMode="auto">
            <a:xfrm>
              <a:off x="2686050"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44" name="Rectangle 161">
              <a:extLst>
                <a:ext uri="{FF2B5EF4-FFF2-40B4-BE49-F238E27FC236}">
                  <a16:creationId xmlns:a16="http://schemas.microsoft.com/office/drawing/2014/main" id="{254151F4-41E0-4A5C-899C-EE64E9ACF7C0}"/>
                </a:ext>
              </a:extLst>
            </p:cNvPr>
            <p:cNvSpPr>
              <a:spLocks noChangeArrowheads="1"/>
            </p:cNvSpPr>
            <p:nvPr/>
          </p:nvSpPr>
          <p:spPr bwMode="auto">
            <a:xfrm>
              <a:off x="3463925"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45" name="Rectangle 162">
              <a:extLst>
                <a:ext uri="{FF2B5EF4-FFF2-40B4-BE49-F238E27FC236}">
                  <a16:creationId xmlns:a16="http://schemas.microsoft.com/office/drawing/2014/main" id="{191ADC71-C205-4159-A453-0360AE99AC7D}"/>
                </a:ext>
              </a:extLst>
            </p:cNvPr>
            <p:cNvSpPr>
              <a:spLocks noChangeArrowheads="1"/>
            </p:cNvSpPr>
            <p:nvPr/>
          </p:nvSpPr>
          <p:spPr bwMode="auto">
            <a:xfrm>
              <a:off x="4745038" y="3603625"/>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46" name="Rectangle 163">
              <a:extLst>
                <a:ext uri="{FF2B5EF4-FFF2-40B4-BE49-F238E27FC236}">
                  <a16:creationId xmlns:a16="http://schemas.microsoft.com/office/drawing/2014/main" id="{0FB362A9-E427-425C-8193-8F3E770FC475}"/>
                </a:ext>
              </a:extLst>
            </p:cNvPr>
            <p:cNvSpPr>
              <a:spLocks noChangeArrowheads="1"/>
            </p:cNvSpPr>
            <p:nvPr/>
          </p:nvSpPr>
          <p:spPr bwMode="auto">
            <a:xfrm>
              <a:off x="4243388"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47" name="Rectangle 164">
              <a:extLst>
                <a:ext uri="{FF2B5EF4-FFF2-40B4-BE49-F238E27FC236}">
                  <a16:creationId xmlns:a16="http://schemas.microsoft.com/office/drawing/2014/main" id="{014CA3B0-C42A-4923-98BA-F85DFDEB7671}"/>
                </a:ext>
              </a:extLst>
            </p:cNvPr>
            <p:cNvSpPr>
              <a:spLocks noChangeArrowheads="1"/>
            </p:cNvSpPr>
            <p:nvPr/>
          </p:nvSpPr>
          <p:spPr bwMode="auto">
            <a:xfrm>
              <a:off x="5705475" y="3603625"/>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48" name="Rectangle 165">
              <a:extLst>
                <a:ext uri="{FF2B5EF4-FFF2-40B4-BE49-F238E27FC236}">
                  <a16:creationId xmlns:a16="http://schemas.microsoft.com/office/drawing/2014/main" id="{F5C3E93A-FD47-48DF-A2AD-A7CCE2C156A0}"/>
                </a:ext>
              </a:extLst>
            </p:cNvPr>
            <p:cNvSpPr>
              <a:spLocks noChangeArrowheads="1"/>
            </p:cNvSpPr>
            <p:nvPr/>
          </p:nvSpPr>
          <p:spPr bwMode="auto">
            <a:xfrm>
              <a:off x="5054600" y="36052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49" name="Rectangle 166">
              <a:extLst>
                <a:ext uri="{FF2B5EF4-FFF2-40B4-BE49-F238E27FC236}">
                  <a16:creationId xmlns:a16="http://schemas.microsoft.com/office/drawing/2014/main" id="{75B747E3-14FA-44B8-90EE-BCC8F102AE8C}"/>
                </a:ext>
              </a:extLst>
            </p:cNvPr>
            <p:cNvSpPr>
              <a:spLocks noChangeArrowheads="1"/>
            </p:cNvSpPr>
            <p:nvPr/>
          </p:nvSpPr>
          <p:spPr bwMode="auto">
            <a:xfrm>
              <a:off x="5969000"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50" name="Rectangle 167">
              <a:extLst>
                <a:ext uri="{FF2B5EF4-FFF2-40B4-BE49-F238E27FC236}">
                  <a16:creationId xmlns:a16="http://schemas.microsoft.com/office/drawing/2014/main" id="{79E033FC-F6BB-4CEC-A55B-A5BBE244DC01}"/>
                </a:ext>
              </a:extLst>
            </p:cNvPr>
            <p:cNvSpPr>
              <a:spLocks noChangeArrowheads="1"/>
            </p:cNvSpPr>
            <p:nvPr/>
          </p:nvSpPr>
          <p:spPr bwMode="auto">
            <a:xfrm>
              <a:off x="6748463"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51" name="Rectangle 168">
              <a:extLst>
                <a:ext uri="{FF2B5EF4-FFF2-40B4-BE49-F238E27FC236}">
                  <a16:creationId xmlns:a16="http://schemas.microsoft.com/office/drawing/2014/main" id="{6E73CEAE-A27C-4BA4-AFCD-605B7474F0FE}"/>
                </a:ext>
              </a:extLst>
            </p:cNvPr>
            <p:cNvSpPr>
              <a:spLocks noChangeArrowheads="1"/>
            </p:cNvSpPr>
            <p:nvPr/>
          </p:nvSpPr>
          <p:spPr bwMode="auto">
            <a:xfrm>
              <a:off x="8050213" y="3603625"/>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52" name="Rectangle 169">
              <a:extLst>
                <a:ext uri="{FF2B5EF4-FFF2-40B4-BE49-F238E27FC236}">
                  <a16:creationId xmlns:a16="http://schemas.microsoft.com/office/drawing/2014/main" id="{EE9A8CF7-132C-4E9E-BDAD-035395B4F686}"/>
                </a:ext>
              </a:extLst>
            </p:cNvPr>
            <p:cNvSpPr>
              <a:spLocks noChangeArrowheads="1"/>
            </p:cNvSpPr>
            <p:nvPr/>
          </p:nvSpPr>
          <p:spPr bwMode="auto">
            <a:xfrm>
              <a:off x="7524750"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53" name="Rectangle 170">
              <a:extLst>
                <a:ext uri="{FF2B5EF4-FFF2-40B4-BE49-F238E27FC236}">
                  <a16:creationId xmlns:a16="http://schemas.microsoft.com/office/drawing/2014/main" id="{6FBE1CA5-9E44-4455-B72A-086D27BF9527}"/>
                </a:ext>
              </a:extLst>
            </p:cNvPr>
            <p:cNvSpPr>
              <a:spLocks noChangeArrowheads="1"/>
            </p:cNvSpPr>
            <p:nvPr/>
          </p:nvSpPr>
          <p:spPr bwMode="auto">
            <a:xfrm>
              <a:off x="8921750" y="3603625"/>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54" name="Rectangle 171">
              <a:extLst>
                <a:ext uri="{FF2B5EF4-FFF2-40B4-BE49-F238E27FC236}">
                  <a16:creationId xmlns:a16="http://schemas.microsoft.com/office/drawing/2014/main" id="{53762BD5-CACF-4AB3-863B-1260B588C1CD}"/>
                </a:ext>
              </a:extLst>
            </p:cNvPr>
            <p:cNvSpPr>
              <a:spLocks noChangeArrowheads="1"/>
            </p:cNvSpPr>
            <p:nvPr/>
          </p:nvSpPr>
          <p:spPr bwMode="auto">
            <a:xfrm>
              <a:off x="8297863" y="36052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55" name="Rectangle 172">
              <a:extLst>
                <a:ext uri="{FF2B5EF4-FFF2-40B4-BE49-F238E27FC236}">
                  <a16:creationId xmlns:a16="http://schemas.microsoft.com/office/drawing/2014/main" id="{B8A25894-B826-461B-8BE5-914881371F90}"/>
                </a:ext>
              </a:extLst>
            </p:cNvPr>
            <p:cNvSpPr>
              <a:spLocks noChangeArrowheads="1"/>
            </p:cNvSpPr>
            <p:nvPr/>
          </p:nvSpPr>
          <p:spPr bwMode="auto">
            <a:xfrm>
              <a:off x="547688" y="3871913"/>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56" name="Rectangle 173">
              <a:extLst>
                <a:ext uri="{FF2B5EF4-FFF2-40B4-BE49-F238E27FC236}">
                  <a16:creationId xmlns:a16="http://schemas.microsoft.com/office/drawing/2014/main" id="{498FA735-430E-4F57-A544-3B6D18B90932}"/>
                </a:ext>
              </a:extLst>
            </p:cNvPr>
            <p:cNvSpPr>
              <a:spLocks noChangeArrowheads="1"/>
            </p:cNvSpPr>
            <p:nvPr/>
          </p:nvSpPr>
          <p:spPr bwMode="auto">
            <a:xfrm>
              <a:off x="284163" y="3870325"/>
              <a:ext cx="1841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57" name="Rectangle 174">
              <a:extLst>
                <a:ext uri="{FF2B5EF4-FFF2-40B4-BE49-F238E27FC236}">
                  <a16:creationId xmlns:a16="http://schemas.microsoft.com/office/drawing/2014/main" id="{AAAFA2A0-BB9E-4355-A51B-24679263874F}"/>
                </a:ext>
              </a:extLst>
            </p:cNvPr>
            <p:cNvSpPr>
              <a:spLocks noChangeArrowheads="1"/>
            </p:cNvSpPr>
            <p:nvPr/>
          </p:nvSpPr>
          <p:spPr bwMode="auto">
            <a:xfrm>
              <a:off x="1462088" y="3871913"/>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58" name="Rectangle 175">
              <a:extLst>
                <a:ext uri="{FF2B5EF4-FFF2-40B4-BE49-F238E27FC236}">
                  <a16:creationId xmlns:a16="http://schemas.microsoft.com/office/drawing/2014/main" id="{C40F48D9-7968-4DD2-B0C1-A420A4C3E553}"/>
                </a:ext>
              </a:extLst>
            </p:cNvPr>
            <p:cNvSpPr>
              <a:spLocks noChangeArrowheads="1"/>
            </p:cNvSpPr>
            <p:nvPr/>
          </p:nvSpPr>
          <p:spPr bwMode="auto">
            <a:xfrm>
              <a:off x="838200" y="38687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59" name="Rectangle 176">
              <a:extLst>
                <a:ext uri="{FF2B5EF4-FFF2-40B4-BE49-F238E27FC236}">
                  <a16:creationId xmlns:a16="http://schemas.microsoft.com/office/drawing/2014/main" id="{2FED835D-5727-4154-84CC-5A0CB0E03A4A}"/>
                </a:ext>
              </a:extLst>
            </p:cNvPr>
            <p:cNvSpPr>
              <a:spLocks noChangeArrowheads="1"/>
            </p:cNvSpPr>
            <p:nvPr/>
          </p:nvSpPr>
          <p:spPr bwMode="auto">
            <a:xfrm>
              <a:off x="2422525" y="3871913"/>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60" name="Rectangle 177">
              <a:extLst>
                <a:ext uri="{FF2B5EF4-FFF2-40B4-BE49-F238E27FC236}">
                  <a16:creationId xmlns:a16="http://schemas.microsoft.com/office/drawing/2014/main" id="{3D2A1D86-8740-475F-84A9-C58F2B0329EC}"/>
                </a:ext>
              </a:extLst>
            </p:cNvPr>
            <p:cNvSpPr>
              <a:spLocks noChangeArrowheads="1"/>
            </p:cNvSpPr>
            <p:nvPr/>
          </p:nvSpPr>
          <p:spPr bwMode="auto">
            <a:xfrm>
              <a:off x="1771650" y="38687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61" name="Rectangle 178">
              <a:extLst>
                <a:ext uri="{FF2B5EF4-FFF2-40B4-BE49-F238E27FC236}">
                  <a16:creationId xmlns:a16="http://schemas.microsoft.com/office/drawing/2014/main" id="{088F9BB0-E108-4C8A-98C8-6B3346ED268C}"/>
                </a:ext>
              </a:extLst>
            </p:cNvPr>
            <p:cNvSpPr>
              <a:spLocks noChangeArrowheads="1"/>
            </p:cNvSpPr>
            <p:nvPr/>
          </p:nvSpPr>
          <p:spPr bwMode="auto">
            <a:xfrm>
              <a:off x="2686050"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62" name="Rectangle 179">
              <a:extLst>
                <a:ext uri="{FF2B5EF4-FFF2-40B4-BE49-F238E27FC236}">
                  <a16:creationId xmlns:a16="http://schemas.microsoft.com/office/drawing/2014/main" id="{603F4EDE-BE2A-4ABD-A4B3-6B538101135C}"/>
                </a:ext>
              </a:extLst>
            </p:cNvPr>
            <p:cNvSpPr>
              <a:spLocks noChangeArrowheads="1"/>
            </p:cNvSpPr>
            <p:nvPr/>
          </p:nvSpPr>
          <p:spPr bwMode="auto">
            <a:xfrm>
              <a:off x="3465513"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63" name="Rectangle 180">
              <a:extLst>
                <a:ext uri="{FF2B5EF4-FFF2-40B4-BE49-F238E27FC236}">
                  <a16:creationId xmlns:a16="http://schemas.microsoft.com/office/drawing/2014/main" id="{459CF99B-E9C6-42B8-9C6E-E13413EDDDBB}"/>
                </a:ext>
              </a:extLst>
            </p:cNvPr>
            <p:cNvSpPr>
              <a:spLocks noChangeArrowheads="1"/>
            </p:cNvSpPr>
            <p:nvPr/>
          </p:nvSpPr>
          <p:spPr bwMode="auto">
            <a:xfrm>
              <a:off x="4745038" y="3871913"/>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64" name="Rectangle 181">
              <a:extLst>
                <a:ext uri="{FF2B5EF4-FFF2-40B4-BE49-F238E27FC236}">
                  <a16:creationId xmlns:a16="http://schemas.microsoft.com/office/drawing/2014/main" id="{12924DDD-E250-403D-874D-9FF8666C7A5C}"/>
                </a:ext>
              </a:extLst>
            </p:cNvPr>
            <p:cNvSpPr>
              <a:spLocks noChangeArrowheads="1"/>
            </p:cNvSpPr>
            <p:nvPr/>
          </p:nvSpPr>
          <p:spPr bwMode="auto">
            <a:xfrm>
              <a:off x="4244975"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65" name="Rectangle 182">
              <a:extLst>
                <a:ext uri="{FF2B5EF4-FFF2-40B4-BE49-F238E27FC236}">
                  <a16:creationId xmlns:a16="http://schemas.microsoft.com/office/drawing/2014/main" id="{1FB679C1-6E6F-4F5C-A513-8CCA9B77F570}"/>
                </a:ext>
              </a:extLst>
            </p:cNvPr>
            <p:cNvSpPr>
              <a:spLocks noChangeArrowheads="1"/>
            </p:cNvSpPr>
            <p:nvPr/>
          </p:nvSpPr>
          <p:spPr bwMode="auto">
            <a:xfrm>
              <a:off x="5705475" y="3871913"/>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66" name="Rectangle 183">
              <a:extLst>
                <a:ext uri="{FF2B5EF4-FFF2-40B4-BE49-F238E27FC236}">
                  <a16:creationId xmlns:a16="http://schemas.microsoft.com/office/drawing/2014/main" id="{B524C368-6A6E-4FE2-A324-A438C1F93E75}"/>
                </a:ext>
              </a:extLst>
            </p:cNvPr>
            <p:cNvSpPr>
              <a:spLocks noChangeArrowheads="1"/>
            </p:cNvSpPr>
            <p:nvPr/>
          </p:nvSpPr>
          <p:spPr bwMode="auto">
            <a:xfrm>
              <a:off x="5056188" y="38687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67" name="Rectangle 184">
              <a:extLst>
                <a:ext uri="{FF2B5EF4-FFF2-40B4-BE49-F238E27FC236}">
                  <a16:creationId xmlns:a16="http://schemas.microsoft.com/office/drawing/2014/main" id="{F7DB570E-C363-460F-B4A5-F7159B67B5D6}"/>
                </a:ext>
              </a:extLst>
            </p:cNvPr>
            <p:cNvSpPr>
              <a:spLocks noChangeArrowheads="1"/>
            </p:cNvSpPr>
            <p:nvPr/>
          </p:nvSpPr>
          <p:spPr bwMode="auto">
            <a:xfrm>
              <a:off x="5970588"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68" name="Rectangle 185">
              <a:extLst>
                <a:ext uri="{FF2B5EF4-FFF2-40B4-BE49-F238E27FC236}">
                  <a16:creationId xmlns:a16="http://schemas.microsoft.com/office/drawing/2014/main" id="{E243706F-5D41-4070-8E9F-426BD0707D08}"/>
                </a:ext>
              </a:extLst>
            </p:cNvPr>
            <p:cNvSpPr>
              <a:spLocks noChangeArrowheads="1"/>
            </p:cNvSpPr>
            <p:nvPr/>
          </p:nvSpPr>
          <p:spPr bwMode="auto">
            <a:xfrm>
              <a:off x="6750050"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69" name="Rectangle 186">
              <a:extLst>
                <a:ext uri="{FF2B5EF4-FFF2-40B4-BE49-F238E27FC236}">
                  <a16:creationId xmlns:a16="http://schemas.microsoft.com/office/drawing/2014/main" id="{593906B2-0168-4509-989D-3605AD009D47}"/>
                </a:ext>
              </a:extLst>
            </p:cNvPr>
            <p:cNvSpPr>
              <a:spLocks noChangeArrowheads="1"/>
            </p:cNvSpPr>
            <p:nvPr/>
          </p:nvSpPr>
          <p:spPr bwMode="auto">
            <a:xfrm>
              <a:off x="8050213" y="3871913"/>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70" name="Rectangle 187">
              <a:extLst>
                <a:ext uri="{FF2B5EF4-FFF2-40B4-BE49-F238E27FC236}">
                  <a16:creationId xmlns:a16="http://schemas.microsoft.com/office/drawing/2014/main" id="{15F95687-EC82-4B1F-9EAC-57A3893C454A}"/>
                </a:ext>
              </a:extLst>
            </p:cNvPr>
            <p:cNvSpPr>
              <a:spLocks noChangeArrowheads="1"/>
            </p:cNvSpPr>
            <p:nvPr/>
          </p:nvSpPr>
          <p:spPr bwMode="auto">
            <a:xfrm>
              <a:off x="7526338"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71" name="Rectangle 188">
              <a:extLst>
                <a:ext uri="{FF2B5EF4-FFF2-40B4-BE49-F238E27FC236}">
                  <a16:creationId xmlns:a16="http://schemas.microsoft.com/office/drawing/2014/main" id="{2C587FEE-5430-48FB-9331-8880C327147D}"/>
                </a:ext>
              </a:extLst>
            </p:cNvPr>
            <p:cNvSpPr>
              <a:spLocks noChangeArrowheads="1"/>
            </p:cNvSpPr>
            <p:nvPr/>
          </p:nvSpPr>
          <p:spPr bwMode="auto">
            <a:xfrm>
              <a:off x="8921750" y="3871913"/>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72" name="Rectangle 189">
              <a:extLst>
                <a:ext uri="{FF2B5EF4-FFF2-40B4-BE49-F238E27FC236}">
                  <a16:creationId xmlns:a16="http://schemas.microsoft.com/office/drawing/2014/main" id="{B7DEC0A2-AAB3-4395-866F-147ED822F398}"/>
                </a:ext>
              </a:extLst>
            </p:cNvPr>
            <p:cNvSpPr>
              <a:spLocks noChangeArrowheads="1"/>
            </p:cNvSpPr>
            <p:nvPr/>
          </p:nvSpPr>
          <p:spPr bwMode="auto">
            <a:xfrm>
              <a:off x="8299450" y="38687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73" name="Rectangle 190">
              <a:extLst>
                <a:ext uri="{FF2B5EF4-FFF2-40B4-BE49-F238E27FC236}">
                  <a16:creationId xmlns:a16="http://schemas.microsoft.com/office/drawing/2014/main" id="{5833FD3B-5025-45A4-9818-9E6246C176E1}"/>
                </a:ext>
              </a:extLst>
            </p:cNvPr>
            <p:cNvSpPr>
              <a:spLocks noChangeArrowheads="1"/>
            </p:cNvSpPr>
            <p:nvPr/>
          </p:nvSpPr>
          <p:spPr bwMode="auto">
            <a:xfrm>
              <a:off x="547688" y="4138613"/>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74" name="Rectangle 191">
              <a:extLst>
                <a:ext uri="{FF2B5EF4-FFF2-40B4-BE49-F238E27FC236}">
                  <a16:creationId xmlns:a16="http://schemas.microsoft.com/office/drawing/2014/main" id="{0859828B-9DFD-4AF2-9DA0-1E21E9CF5270}"/>
                </a:ext>
              </a:extLst>
            </p:cNvPr>
            <p:cNvSpPr>
              <a:spLocks noChangeArrowheads="1"/>
            </p:cNvSpPr>
            <p:nvPr/>
          </p:nvSpPr>
          <p:spPr bwMode="auto">
            <a:xfrm>
              <a:off x="246063" y="4138613"/>
              <a:ext cx="2222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75" name="Rectangle 192">
              <a:extLst>
                <a:ext uri="{FF2B5EF4-FFF2-40B4-BE49-F238E27FC236}">
                  <a16:creationId xmlns:a16="http://schemas.microsoft.com/office/drawing/2014/main" id="{FAB6F12E-4707-4A6C-B922-C6B4FFE13997}"/>
                </a:ext>
              </a:extLst>
            </p:cNvPr>
            <p:cNvSpPr>
              <a:spLocks noChangeArrowheads="1"/>
            </p:cNvSpPr>
            <p:nvPr/>
          </p:nvSpPr>
          <p:spPr bwMode="auto">
            <a:xfrm>
              <a:off x="1462088" y="4138613"/>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76" name="Rectangle 193">
              <a:extLst>
                <a:ext uri="{FF2B5EF4-FFF2-40B4-BE49-F238E27FC236}">
                  <a16:creationId xmlns:a16="http://schemas.microsoft.com/office/drawing/2014/main" id="{A420EE5A-22ED-42C1-8F2D-A3AB92088AF6}"/>
                </a:ext>
              </a:extLst>
            </p:cNvPr>
            <p:cNvSpPr>
              <a:spLocks noChangeArrowheads="1"/>
            </p:cNvSpPr>
            <p:nvPr/>
          </p:nvSpPr>
          <p:spPr bwMode="auto">
            <a:xfrm>
              <a:off x="836613" y="41370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77" name="Rectangle 194">
              <a:extLst>
                <a:ext uri="{FF2B5EF4-FFF2-40B4-BE49-F238E27FC236}">
                  <a16:creationId xmlns:a16="http://schemas.microsoft.com/office/drawing/2014/main" id="{3BF17761-AF70-4CDD-932D-00CF9C99770D}"/>
                </a:ext>
              </a:extLst>
            </p:cNvPr>
            <p:cNvSpPr>
              <a:spLocks noChangeArrowheads="1"/>
            </p:cNvSpPr>
            <p:nvPr/>
          </p:nvSpPr>
          <p:spPr bwMode="auto">
            <a:xfrm>
              <a:off x="2422525" y="4138613"/>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78" name="Rectangle 195">
              <a:extLst>
                <a:ext uri="{FF2B5EF4-FFF2-40B4-BE49-F238E27FC236}">
                  <a16:creationId xmlns:a16="http://schemas.microsoft.com/office/drawing/2014/main" id="{C1036FC3-0E55-4A0D-AF73-586432433241}"/>
                </a:ext>
              </a:extLst>
            </p:cNvPr>
            <p:cNvSpPr>
              <a:spLocks noChangeArrowheads="1"/>
            </p:cNvSpPr>
            <p:nvPr/>
          </p:nvSpPr>
          <p:spPr bwMode="auto">
            <a:xfrm>
              <a:off x="1771650" y="41370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79" name="Rectangle 196">
              <a:extLst>
                <a:ext uri="{FF2B5EF4-FFF2-40B4-BE49-F238E27FC236}">
                  <a16:creationId xmlns:a16="http://schemas.microsoft.com/office/drawing/2014/main" id="{2E797C26-BCF4-4C55-8847-E068D1AC0351}"/>
                </a:ext>
              </a:extLst>
            </p:cNvPr>
            <p:cNvSpPr>
              <a:spLocks noChangeArrowheads="1"/>
            </p:cNvSpPr>
            <p:nvPr/>
          </p:nvSpPr>
          <p:spPr bwMode="auto">
            <a:xfrm>
              <a:off x="2686050"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80" name="Rectangle 197">
              <a:extLst>
                <a:ext uri="{FF2B5EF4-FFF2-40B4-BE49-F238E27FC236}">
                  <a16:creationId xmlns:a16="http://schemas.microsoft.com/office/drawing/2014/main" id="{DB1D3E2C-C4C5-4432-8C0A-3EC78C07B2FB}"/>
                </a:ext>
              </a:extLst>
            </p:cNvPr>
            <p:cNvSpPr>
              <a:spLocks noChangeArrowheads="1"/>
            </p:cNvSpPr>
            <p:nvPr/>
          </p:nvSpPr>
          <p:spPr bwMode="auto">
            <a:xfrm>
              <a:off x="3465513"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81" name="Rectangle 198">
              <a:extLst>
                <a:ext uri="{FF2B5EF4-FFF2-40B4-BE49-F238E27FC236}">
                  <a16:creationId xmlns:a16="http://schemas.microsoft.com/office/drawing/2014/main" id="{5ED5F1F2-B3D8-49C9-90DB-3B8438429DE5}"/>
                </a:ext>
              </a:extLst>
            </p:cNvPr>
            <p:cNvSpPr>
              <a:spLocks noChangeArrowheads="1"/>
            </p:cNvSpPr>
            <p:nvPr/>
          </p:nvSpPr>
          <p:spPr bwMode="auto">
            <a:xfrm>
              <a:off x="4745038" y="4138613"/>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82" name="Rectangle 199">
              <a:extLst>
                <a:ext uri="{FF2B5EF4-FFF2-40B4-BE49-F238E27FC236}">
                  <a16:creationId xmlns:a16="http://schemas.microsoft.com/office/drawing/2014/main" id="{62095B9D-88EF-415C-8F77-0EE08DEB37E7}"/>
                </a:ext>
              </a:extLst>
            </p:cNvPr>
            <p:cNvSpPr>
              <a:spLocks noChangeArrowheads="1"/>
            </p:cNvSpPr>
            <p:nvPr/>
          </p:nvSpPr>
          <p:spPr bwMode="auto">
            <a:xfrm>
              <a:off x="4244975"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83" name="Rectangle 200">
              <a:extLst>
                <a:ext uri="{FF2B5EF4-FFF2-40B4-BE49-F238E27FC236}">
                  <a16:creationId xmlns:a16="http://schemas.microsoft.com/office/drawing/2014/main" id="{B1E603C3-5242-4B1F-930D-20112C472D62}"/>
                </a:ext>
              </a:extLst>
            </p:cNvPr>
            <p:cNvSpPr>
              <a:spLocks noChangeArrowheads="1"/>
            </p:cNvSpPr>
            <p:nvPr/>
          </p:nvSpPr>
          <p:spPr bwMode="auto">
            <a:xfrm>
              <a:off x="5705475" y="4138613"/>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84" name="Rectangle 201">
              <a:extLst>
                <a:ext uri="{FF2B5EF4-FFF2-40B4-BE49-F238E27FC236}">
                  <a16:creationId xmlns:a16="http://schemas.microsoft.com/office/drawing/2014/main" id="{462B4AB0-5896-430E-98D9-12F0A801E08D}"/>
                </a:ext>
              </a:extLst>
            </p:cNvPr>
            <p:cNvSpPr>
              <a:spLocks noChangeArrowheads="1"/>
            </p:cNvSpPr>
            <p:nvPr/>
          </p:nvSpPr>
          <p:spPr bwMode="auto">
            <a:xfrm>
              <a:off x="5054600" y="41370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85" name="Rectangle 202">
              <a:extLst>
                <a:ext uri="{FF2B5EF4-FFF2-40B4-BE49-F238E27FC236}">
                  <a16:creationId xmlns:a16="http://schemas.microsoft.com/office/drawing/2014/main" id="{4E1F4F9E-6890-4B08-8958-B1848DCD362C}"/>
                </a:ext>
              </a:extLst>
            </p:cNvPr>
            <p:cNvSpPr>
              <a:spLocks noChangeArrowheads="1"/>
            </p:cNvSpPr>
            <p:nvPr/>
          </p:nvSpPr>
          <p:spPr bwMode="auto">
            <a:xfrm>
              <a:off x="5970588"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86" name="Rectangle 203">
              <a:extLst>
                <a:ext uri="{FF2B5EF4-FFF2-40B4-BE49-F238E27FC236}">
                  <a16:creationId xmlns:a16="http://schemas.microsoft.com/office/drawing/2014/main" id="{83BFCEC4-BEA9-46C6-B4E9-4777968923F9}"/>
                </a:ext>
              </a:extLst>
            </p:cNvPr>
            <p:cNvSpPr>
              <a:spLocks noChangeArrowheads="1"/>
            </p:cNvSpPr>
            <p:nvPr/>
          </p:nvSpPr>
          <p:spPr bwMode="auto">
            <a:xfrm>
              <a:off x="6748463"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87" name="Rectangle 205">
              <a:extLst>
                <a:ext uri="{FF2B5EF4-FFF2-40B4-BE49-F238E27FC236}">
                  <a16:creationId xmlns:a16="http://schemas.microsoft.com/office/drawing/2014/main" id="{122DDBEC-F8A9-46CB-B789-CE2AF0ADD5B3}"/>
                </a:ext>
              </a:extLst>
            </p:cNvPr>
            <p:cNvSpPr>
              <a:spLocks noChangeArrowheads="1"/>
            </p:cNvSpPr>
            <p:nvPr/>
          </p:nvSpPr>
          <p:spPr bwMode="auto">
            <a:xfrm>
              <a:off x="8050213" y="4138613"/>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88" name="Rectangle 206">
              <a:extLst>
                <a:ext uri="{FF2B5EF4-FFF2-40B4-BE49-F238E27FC236}">
                  <a16:creationId xmlns:a16="http://schemas.microsoft.com/office/drawing/2014/main" id="{0ACCB22A-9537-4964-B0D3-3EC780E19AD8}"/>
                </a:ext>
              </a:extLst>
            </p:cNvPr>
            <p:cNvSpPr>
              <a:spLocks noChangeArrowheads="1"/>
            </p:cNvSpPr>
            <p:nvPr/>
          </p:nvSpPr>
          <p:spPr bwMode="auto">
            <a:xfrm>
              <a:off x="7526338"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89" name="Rectangle 207">
              <a:extLst>
                <a:ext uri="{FF2B5EF4-FFF2-40B4-BE49-F238E27FC236}">
                  <a16:creationId xmlns:a16="http://schemas.microsoft.com/office/drawing/2014/main" id="{1810AB39-F433-44EC-AB6C-823AACFD2697}"/>
                </a:ext>
              </a:extLst>
            </p:cNvPr>
            <p:cNvSpPr>
              <a:spLocks noChangeArrowheads="1"/>
            </p:cNvSpPr>
            <p:nvPr/>
          </p:nvSpPr>
          <p:spPr bwMode="auto">
            <a:xfrm>
              <a:off x="8921750" y="4138613"/>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90" name="Rectangle 208">
              <a:extLst>
                <a:ext uri="{FF2B5EF4-FFF2-40B4-BE49-F238E27FC236}">
                  <a16:creationId xmlns:a16="http://schemas.microsoft.com/office/drawing/2014/main" id="{648AE58C-6CC2-4937-94C0-C679EE5C417D}"/>
                </a:ext>
              </a:extLst>
            </p:cNvPr>
            <p:cNvSpPr>
              <a:spLocks noChangeArrowheads="1"/>
            </p:cNvSpPr>
            <p:nvPr/>
          </p:nvSpPr>
          <p:spPr bwMode="auto">
            <a:xfrm>
              <a:off x="8297863" y="41370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91" name="Rectangle 209">
              <a:extLst>
                <a:ext uri="{FF2B5EF4-FFF2-40B4-BE49-F238E27FC236}">
                  <a16:creationId xmlns:a16="http://schemas.microsoft.com/office/drawing/2014/main" id="{DE61F54C-8C0B-4E27-9891-CB8879CC80A7}"/>
                </a:ext>
              </a:extLst>
            </p:cNvPr>
            <p:cNvSpPr>
              <a:spLocks noChangeArrowheads="1"/>
            </p:cNvSpPr>
            <p:nvPr/>
          </p:nvSpPr>
          <p:spPr bwMode="auto">
            <a:xfrm>
              <a:off x="547688" y="4411663"/>
              <a:ext cx="11112"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92" name="Rectangle 210">
              <a:extLst>
                <a:ext uri="{FF2B5EF4-FFF2-40B4-BE49-F238E27FC236}">
                  <a16:creationId xmlns:a16="http://schemas.microsoft.com/office/drawing/2014/main" id="{127764EA-71AB-4F78-9570-073F4157D92E}"/>
                </a:ext>
              </a:extLst>
            </p:cNvPr>
            <p:cNvSpPr>
              <a:spLocks noChangeArrowheads="1"/>
            </p:cNvSpPr>
            <p:nvPr/>
          </p:nvSpPr>
          <p:spPr bwMode="auto">
            <a:xfrm>
              <a:off x="246063" y="4406900"/>
              <a:ext cx="2222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H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93" name="Rectangle 211">
              <a:extLst>
                <a:ext uri="{FF2B5EF4-FFF2-40B4-BE49-F238E27FC236}">
                  <a16:creationId xmlns:a16="http://schemas.microsoft.com/office/drawing/2014/main" id="{B1E218B1-5B94-4922-8029-B85F701342CD}"/>
                </a:ext>
              </a:extLst>
            </p:cNvPr>
            <p:cNvSpPr>
              <a:spLocks noChangeArrowheads="1"/>
            </p:cNvSpPr>
            <p:nvPr/>
          </p:nvSpPr>
          <p:spPr bwMode="auto">
            <a:xfrm>
              <a:off x="1462088" y="4411663"/>
              <a:ext cx="11112"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94" name="Rectangle 212">
              <a:extLst>
                <a:ext uri="{FF2B5EF4-FFF2-40B4-BE49-F238E27FC236}">
                  <a16:creationId xmlns:a16="http://schemas.microsoft.com/office/drawing/2014/main" id="{CA04E9EF-C93D-4CD7-9FA6-0526B4651AB4}"/>
                </a:ext>
              </a:extLst>
            </p:cNvPr>
            <p:cNvSpPr>
              <a:spLocks noChangeArrowheads="1"/>
            </p:cNvSpPr>
            <p:nvPr/>
          </p:nvSpPr>
          <p:spPr bwMode="auto">
            <a:xfrm>
              <a:off x="836613" y="44053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95" name="Rectangle 213">
              <a:extLst>
                <a:ext uri="{FF2B5EF4-FFF2-40B4-BE49-F238E27FC236}">
                  <a16:creationId xmlns:a16="http://schemas.microsoft.com/office/drawing/2014/main" id="{1776B617-C178-4BE4-B5B3-BFAF4935DAE2}"/>
                </a:ext>
              </a:extLst>
            </p:cNvPr>
            <p:cNvSpPr>
              <a:spLocks noChangeArrowheads="1"/>
            </p:cNvSpPr>
            <p:nvPr/>
          </p:nvSpPr>
          <p:spPr bwMode="auto">
            <a:xfrm>
              <a:off x="2422525" y="4411663"/>
              <a:ext cx="11113"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96" name="Rectangle 214">
              <a:extLst>
                <a:ext uri="{FF2B5EF4-FFF2-40B4-BE49-F238E27FC236}">
                  <a16:creationId xmlns:a16="http://schemas.microsoft.com/office/drawing/2014/main" id="{34C1D91B-55C6-4049-A40C-A8419F6DC17C}"/>
                </a:ext>
              </a:extLst>
            </p:cNvPr>
            <p:cNvSpPr>
              <a:spLocks noChangeArrowheads="1"/>
            </p:cNvSpPr>
            <p:nvPr/>
          </p:nvSpPr>
          <p:spPr bwMode="auto">
            <a:xfrm>
              <a:off x="1771650" y="44053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97" name="Rectangle 215">
              <a:extLst>
                <a:ext uri="{FF2B5EF4-FFF2-40B4-BE49-F238E27FC236}">
                  <a16:creationId xmlns:a16="http://schemas.microsoft.com/office/drawing/2014/main" id="{963F3B9A-4644-44DA-B67C-2557BA1C340F}"/>
                </a:ext>
              </a:extLst>
            </p:cNvPr>
            <p:cNvSpPr>
              <a:spLocks noChangeArrowheads="1"/>
            </p:cNvSpPr>
            <p:nvPr/>
          </p:nvSpPr>
          <p:spPr bwMode="auto">
            <a:xfrm>
              <a:off x="2686050"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98" name="Rectangle 216">
              <a:extLst>
                <a:ext uri="{FF2B5EF4-FFF2-40B4-BE49-F238E27FC236}">
                  <a16:creationId xmlns:a16="http://schemas.microsoft.com/office/drawing/2014/main" id="{98236899-8468-4CDF-B1D0-DD5C75D9E465}"/>
                </a:ext>
              </a:extLst>
            </p:cNvPr>
            <p:cNvSpPr>
              <a:spLocks noChangeArrowheads="1"/>
            </p:cNvSpPr>
            <p:nvPr/>
          </p:nvSpPr>
          <p:spPr bwMode="auto">
            <a:xfrm>
              <a:off x="3465513"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399" name="Rectangle 217">
              <a:extLst>
                <a:ext uri="{FF2B5EF4-FFF2-40B4-BE49-F238E27FC236}">
                  <a16:creationId xmlns:a16="http://schemas.microsoft.com/office/drawing/2014/main" id="{869FEEB4-53AD-4309-BCAC-F00608BE1A02}"/>
                </a:ext>
              </a:extLst>
            </p:cNvPr>
            <p:cNvSpPr>
              <a:spLocks noChangeArrowheads="1"/>
            </p:cNvSpPr>
            <p:nvPr/>
          </p:nvSpPr>
          <p:spPr bwMode="auto">
            <a:xfrm>
              <a:off x="4745038" y="4411663"/>
              <a:ext cx="11112"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400" name="Rectangle 218">
              <a:extLst>
                <a:ext uri="{FF2B5EF4-FFF2-40B4-BE49-F238E27FC236}">
                  <a16:creationId xmlns:a16="http://schemas.microsoft.com/office/drawing/2014/main" id="{75CBE039-50E4-4074-AE1E-AB241FEF02D8}"/>
                </a:ext>
              </a:extLst>
            </p:cNvPr>
            <p:cNvSpPr>
              <a:spLocks noChangeArrowheads="1"/>
            </p:cNvSpPr>
            <p:nvPr/>
          </p:nvSpPr>
          <p:spPr bwMode="auto">
            <a:xfrm>
              <a:off x="4244975"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401" name="Rectangle 219">
              <a:extLst>
                <a:ext uri="{FF2B5EF4-FFF2-40B4-BE49-F238E27FC236}">
                  <a16:creationId xmlns:a16="http://schemas.microsoft.com/office/drawing/2014/main" id="{AD52274E-9408-4E21-AD11-FF45BA75AF6F}"/>
                </a:ext>
              </a:extLst>
            </p:cNvPr>
            <p:cNvSpPr>
              <a:spLocks noChangeArrowheads="1"/>
            </p:cNvSpPr>
            <p:nvPr/>
          </p:nvSpPr>
          <p:spPr bwMode="auto">
            <a:xfrm>
              <a:off x="5705475" y="4411663"/>
              <a:ext cx="11113"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402" name="Rectangle 220">
              <a:extLst>
                <a:ext uri="{FF2B5EF4-FFF2-40B4-BE49-F238E27FC236}">
                  <a16:creationId xmlns:a16="http://schemas.microsoft.com/office/drawing/2014/main" id="{DD2BE9BB-811E-4AEC-8A25-6B70684D192B}"/>
                </a:ext>
              </a:extLst>
            </p:cNvPr>
            <p:cNvSpPr>
              <a:spLocks noChangeArrowheads="1"/>
            </p:cNvSpPr>
            <p:nvPr/>
          </p:nvSpPr>
          <p:spPr bwMode="auto">
            <a:xfrm>
              <a:off x="5054600" y="44053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403" name="Rectangle 221">
              <a:extLst>
                <a:ext uri="{FF2B5EF4-FFF2-40B4-BE49-F238E27FC236}">
                  <a16:creationId xmlns:a16="http://schemas.microsoft.com/office/drawing/2014/main" id="{D9E73D82-975C-43B2-BB5B-158CA7742971}"/>
                </a:ext>
              </a:extLst>
            </p:cNvPr>
            <p:cNvSpPr>
              <a:spLocks noChangeArrowheads="1"/>
            </p:cNvSpPr>
            <p:nvPr/>
          </p:nvSpPr>
          <p:spPr bwMode="auto">
            <a:xfrm>
              <a:off x="5970588"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404" name="Rectangle 222">
              <a:extLst>
                <a:ext uri="{FF2B5EF4-FFF2-40B4-BE49-F238E27FC236}">
                  <a16:creationId xmlns:a16="http://schemas.microsoft.com/office/drawing/2014/main" id="{A917C05B-0B63-42EB-8EBB-E776C677B9FD}"/>
                </a:ext>
              </a:extLst>
            </p:cNvPr>
            <p:cNvSpPr>
              <a:spLocks noChangeArrowheads="1"/>
            </p:cNvSpPr>
            <p:nvPr/>
          </p:nvSpPr>
          <p:spPr bwMode="auto">
            <a:xfrm>
              <a:off x="6748463"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405" name="Rectangle 223">
              <a:extLst>
                <a:ext uri="{FF2B5EF4-FFF2-40B4-BE49-F238E27FC236}">
                  <a16:creationId xmlns:a16="http://schemas.microsoft.com/office/drawing/2014/main" id="{6F4474C1-32DD-4FF6-B351-4FDE6FFBEAE2}"/>
                </a:ext>
              </a:extLst>
            </p:cNvPr>
            <p:cNvSpPr>
              <a:spLocks noChangeArrowheads="1"/>
            </p:cNvSpPr>
            <p:nvPr/>
          </p:nvSpPr>
          <p:spPr bwMode="auto">
            <a:xfrm>
              <a:off x="8050213" y="4411663"/>
              <a:ext cx="11112"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406" name="Rectangle 224">
              <a:extLst>
                <a:ext uri="{FF2B5EF4-FFF2-40B4-BE49-F238E27FC236}">
                  <a16:creationId xmlns:a16="http://schemas.microsoft.com/office/drawing/2014/main" id="{B0391FA9-6AFA-4F87-93DF-63AEBCDC0C3F}"/>
                </a:ext>
              </a:extLst>
            </p:cNvPr>
            <p:cNvSpPr>
              <a:spLocks noChangeArrowheads="1"/>
            </p:cNvSpPr>
            <p:nvPr/>
          </p:nvSpPr>
          <p:spPr bwMode="auto">
            <a:xfrm>
              <a:off x="7526338"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407" name="Rectangle 225">
              <a:extLst>
                <a:ext uri="{FF2B5EF4-FFF2-40B4-BE49-F238E27FC236}">
                  <a16:creationId xmlns:a16="http://schemas.microsoft.com/office/drawing/2014/main" id="{C4C5B5BE-9A2E-4428-98B5-ADD00A4492BB}"/>
                </a:ext>
              </a:extLst>
            </p:cNvPr>
            <p:cNvSpPr>
              <a:spLocks noChangeArrowheads="1"/>
            </p:cNvSpPr>
            <p:nvPr/>
          </p:nvSpPr>
          <p:spPr bwMode="auto">
            <a:xfrm>
              <a:off x="8921750" y="4411663"/>
              <a:ext cx="11113"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408" name="Rectangle 226">
              <a:extLst>
                <a:ext uri="{FF2B5EF4-FFF2-40B4-BE49-F238E27FC236}">
                  <a16:creationId xmlns:a16="http://schemas.microsoft.com/office/drawing/2014/main" id="{68A6B33E-4362-4A35-A5E0-B243461EA967}"/>
                </a:ext>
              </a:extLst>
            </p:cNvPr>
            <p:cNvSpPr>
              <a:spLocks noChangeArrowheads="1"/>
            </p:cNvSpPr>
            <p:nvPr/>
          </p:nvSpPr>
          <p:spPr bwMode="auto">
            <a:xfrm>
              <a:off x="547688" y="4708525"/>
              <a:ext cx="8382000"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409" name="Rectangle 227">
              <a:extLst>
                <a:ext uri="{FF2B5EF4-FFF2-40B4-BE49-F238E27FC236}">
                  <a16:creationId xmlns:a16="http://schemas.microsoft.com/office/drawing/2014/main" id="{B25A7201-FE0B-4F5A-856B-BAF8FCAB71EE}"/>
                </a:ext>
              </a:extLst>
            </p:cNvPr>
            <p:cNvSpPr>
              <a:spLocks noChangeArrowheads="1"/>
            </p:cNvSpPr>
            <p:nvPr/>
          </p:nvSpPr>
          <p:spPr bwMode="auto">
            <a:xfrm>
              <a:off x="8297863" y="44053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90115" name="Title 1">
            <a:extLst>
              <a:ext uri="{FF2B5EF4-FFF2-40B4-BE49-F238E27FC236}">
                <a16:creationId xmlns:a16="http://schemas.microsoft.com/office/drawing/2014/main" id="{704068BE-4BB9-4658-8031-E8FCE3847AB1}"/>
              </a:ext>
            </a:extLst>
          </p:cNvPr>
          <p:cNvSpPr txBox="1">
            <a:spLocks/>
          </p:cNvSpPr>
          <p:nvPr/>
        </p:nvSpPr>
        <p:spPr bwMode="auto">
          <a:xfrm>
            <a:off x="0" y="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Karnaugh maps for the first JK flip-flop</a:t>
            </a:r>
          </a:p>
        </p:txBody>
      </p:sp>
      <p:sp>
        <p:nvSpPr>
          <p:cNvPr id="90120" name="Rectangle 305">
            <a:extLst>
              <a:ext uri="{FF2B5EF4-FFF2-40B4-BE49-F238E27FC236}">
                <a16:creationId xmlns:a16="http://schemas.microsoft.com/office/drawing/2014/main" id="{4FA3F1D5-675B-45F1-915F-B04D4C02A050}"/>
              </a:ext>
            </a:extLst>
          </p:cNvPr>
          <p:cNvSpPr>
            <a:spLocks noChangeArrowheads="1"/>
          </p:cNvSpPr>
          <p:nvPr/>
        </p:nvSpPr>
        <p:spPr bwMode="auto">
          <a:xfrm>
            <a:off x="4343400" y="2057400"/>
            <a:ext cx="228600" cy="2057400"/>
          </a:xfrm>
          <a:prstGeom prst="rect">
            <a:avLst/>
          </a:prstGeom>
          <a:solidFill>
            <a:srgbClr val="0000FF">
              <a:alpha val="36078"/>
            </a:srgbClr>
          </a:solidFill>
          <a:ln w="9525">
            <a:solidFill>
              <a:srgbClr val="0000FF"/>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121" name="Rectangle 306">
            <a:extLst>
              <a:ext uri="{FF2B5EF4-FFF2-40B4-BE49-F238E27FC236}">
                <a16:creationId xmlns:a16="http://schemas.microsoft.com/office/drawing/2014/main" id="{5C767BD6-1A00-45E8-B2E7-82505F0C7BFC}"/>
              </a:ext>
            </a:extLst>
          </p:cNvPr>
          <p:cNvSpPr>
            <a:spLocks noChangeArrowheads="1"/>
          </p:cNvSpPr>
          <p:nvPr/>
        </p:nvSpPr>
        <p:spPr bwMode="auto">
          <a:xfrm>
            <a:off x="7620000" y="2057400"/>
            <a:ext cx="228600" cy="2057400"/>
          </a:xfrm>
          <a:prstGeom prst="rect">
            <a:avLst/>
          </a:prstGeom>
          <a:solidFill>
            <a:srgbClr val="0000FF">
              <a:alpha val="36078"/>
            </a:srgbClr>
          </a:solidFill>
          <a:ln w="9525">
            <a:solidFill>
              <a:srgbClr val="0000FF"/>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pic>
        <p:nvPicPr>
          <p:cNvPr id="3" name="Picture 2">
            <a:extLst>
              <a:ext uri="{FF2B5EF4-FFF2-40B4-BE49-F238E27FC236}">
                <a16:creationId xmlns:a16="http://schemas.microsoft.com/office/drawing/2014/main" id="{92157947-8268-4019-BACB-B0E8C90AB430}"/>
              </a:ext>
            </a:extLst>
          </p:cNvPr>
          <p:cNvPicPr>
            <a:picLocks noChangeAspect="1"/>
          </p:cNvPicPr>
          <p:nvPr/>
        </p:nvPicPr>
        <p:blipFill>
          <a:blip r:embed="rId2"/>
          <a:stretch>
            <a:fillRect/>
          </a:stretch>
        </p:blipFill>
        <p:spPr>
          <a:xfrm>
            <a:off x="4572000" y="4270557"/>
            <a:ext cx="4357072" cy="2453685"/>
          </a:xfrm>
          <a:prstGeom prst="rect">
            <a:avLst/>
          </a:prstGeom>
        </p:spPr>
      </p:pic>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2161" name="Group 1">
            <a:extLst>
              <a:ext uri="{FF2B5EF4-FFF2-40B4-BE49-F238E27FC236}">
                <a16:creationId xmlns:a16="http://schemas.microsoft.com/office/drawing/2014/main" id="{053174BB-FEC5-4936-A874-D26B2520B94B}"/>
              </a:ext>
            </a:extLst>
          </p:cNvPr>
          <p:cNvGrpSpPr>
            <a:grpSpLocks/>
          </p:cNvGrpSpPr>
          <p:nvPr/>
        </p:nvGrpSpPr>
        <p:grpSpPr bwMode="auto">
          <a:xfrm>
            <a:off x="228600" y="685800"/>
            <a:ext cx="8686800" cy="3492500"/>
            <a:chOff x="246063" y="1227138"/>
            <a:chExt cx="8686800" cy="3492500"/>
          </a:xfrm>
        </p:grpSpPr>
        <p:sp>
          <p:nvSpPr>
            <p:cNvPr id="92258" name="Rectangle 4">
              <a:extLst>
                <a:ext uri="{FF2B5EF4-FFF2-40B4-BE49-F238E27FC236}">
                  <a16:creationId xmlns:a16="http://schemas.microsoft.com/office/drawing/2014/main" id="{3678BE2B-8FCB-426D-87C4-5D4A42A3AD9E}"/>
                </a:ext>
              </a:extLst>
            </p:cNvPr>
            <p:cNvSpPr>
              <a:spLocks noChangeArrowheads="1"/>
            </p:cNvSpPr>
            <p:nvPr/>
          </p:nvSpPr>
          <p:spPr bwMode="auto">
            <a:xfrm>
              <a:off x="547688" y="1227138"/>
              <a:ext cx="8382000" cy="95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59" name="Rectangle 5">
              <a:extLst>
                <a:ext uri="{FF2B5EF4-FFF2-40B4-BE49-F238E27FC236}">
                  <a16:creationId xmlns:a16="http://schemas.microsoft.com/office/drawing/2014/main" id="{171A828A-C72C-4BDE-93FF-0DD7101DFC71}"/>
                </a:ext>
              </a:extLst>
            </p:cNvPr>
            <p:cNvSpPr>
              <a:spLocks noChangeArrowheads="1"/>
            </p:cNvSpPr>
            <p:nvPr/>
          </p:nvSpPr>
          <p:spPr bwMode="auto">
            <a:xfrm>
              <a:off x="547688" y="1227138"/>
              <a:ext cx="11112" cy="41116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60" name="Rectangle 6">
              <a:extLst>
                <a:ext uri="{FF2B5EF4-FFF2-40B4-BE49-F238E27FC236}">
                  <a16:creationId xmlns:a16="http://schemas.microsoft.com/office/drawing/2014/main" id="{329F3701-5572-4760-92C9-F00A1EA48BEC}"/>
                </a:ext>
              </a:extLst>
            </p:cNvPr>
            <p:cNvSpPr>
              <a:spLocks noChangeArrowheads="1"/>
            </p:cNvSpPr>
            <p:nvPr/>
          </p:nvSpPr>
          <p:spPr bwMode="auto">
            <a:xfrm>
              <a:off x="1462088" y="1227138"/>
              <a:ext cx="11112" cy="41116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61" name="Rectangle 7">
              <a:extLst>
                <a:ext uri="{FF2B5EF4-FFF2-40B4-BE49-F238E27FC236}">
                  <a16:creationId xmlns:a16="http://schemas.microsoft.com/office/drawing/2014/main" id="{56775785-B16F-4874-8353-D9D9BB3CA557}"/>
                </a:ext>
              </a:extLst>
            </p:cNvPr>
            <p:cNvSpPr>
              <a:spLocks noChangeArrowheads="1"/>
            </p:cNvSpPr>
            <p:nvPr/>
          </p:nvSpPr>
          <p:spPr bwMode="auto">
            <a:xfrm>
              <a:off x="676275" y="1457325"/>
              <a:ext cx="7302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62" name="Rectangle 8">
              <a:extLst>
                <a:ext uri="{FF2B5EF4-FFF2-40B4-BE49-F238E27FC236}">
                  <a16:creationId xmlns:a16="http://schemas.microsoft.com/office/drawing/2014/main" id="{C8D2C531-C058-4534-89F9-0F61D6DA8817}"/>
                </a:ext>
              </a:extLst>
            </p:cNvPr>
            <p:cNvSpPr>
              <a:spLocks noChangeArrowheads="1"/>
            </p:cNvSpPr>
            <p:nvPr/>
          </p:nvSpPr>
          <p:spPr bwMode="auto">
            <a:xfrm>
              <a:off x="8050213" y="1227138"/>
              <a:ext cx="11112" cy="41116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63" name="Rectangle 9">
              <a:extLst>
                <a:ext uri="{FF2B5EF4-FFF2-40B4-BE49-F238E27FC236}">
                  <a16:creationId xmlns:a16="http://schemas.microsoft.com/office/drawing/2014/main" id="{10CC7A97-D519-458A-8149-486AD69D42EF}"/>
                </a:ext>
              </a:extLst>
            </p:cNvPr>
            <p:cNvSpPr>
              <a:spLocks noChangeArrowheads="1"/>
            </p:cNvSpPr>
            <p:nvPr/>
          </p:nvSpPr>
          <p:spPr bwMode="auto">
            <a:xfrm>
              <a:off x="8921750" y="1227138"/>
              <a:ext cx="11113" cy="41116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64" name="Rectangle 10">
              <a:extLst>
                <a:ext uri="{FF2B5EF4-FFF2-40B4-BE49-F238E27FC236}">
                  <a16:creationId xmlns:a16="http://schemas.microsoft.com/office/drawing/2014/main" id="{2130505E-A7B4-4C6F-BCEA-564275C42D39}"/>
                </a:ext>
              </a:extLst>
            </p:cNvPr>
            <p:cNvSpPr>
              <a:spLocks noChangeArrowheads="1"/>
            </p:cNvSpPr>
            <p:nvPr/>
          </p:nvSpPr>
          <p:spPr bwMode="auto">
            <a:xfrm>
              <a:off x="1462088" y="1649413"/>
              <a:ext cx="6583362"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65" name="Rectangle 11">
              <a:extLst>
                <a:ext uri="{FF2B5EF4-FFF2-40B4-BE49-F238E27FC236}">
                  <a16:creationId xmlns:a16="http://schemas.microsoft.com/office/drawing/2014/main" id="{B320B1CF-9DC4-4BEF-AA4E-129AAC9527DC}"/>
                </a:ext>
              </a:extLst>
            </p:cNvPr>
            <p:cNvSpPr>
              <a:spLocks noChangeArrowheads="1"/>
            </p:cNvSpPr>
            <p:nvPr/>
          </p:nvSpPr>
          <p:spPr bwMode="auto">
            <a:xfrm>
              <a:off x="547688" y="1638300"/>
              <a:ext cx="11112" cy="4032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66" name="Rectangle 12">
              <a:extLst>
                <a:ext uri="{FF2B5EF4-FFF2-40B4-BE49-F238E27FC236}">
                  <a16:creationId xmlns:a16="http://schemas.microsoft.com/office/drawing/2014/main" id="{26973602-0549-4B85-A347-CFCF8C30D6DC}"/>
                </a:ext>
              </a:extLst>
            </p:cNvPr>
            <p:cNvSpPr>
              <a:spLocks noChangeArrowheads="1"/>
            </p:cNvSpPr>
            <p:nvPr/>
          </p:nvSpPr>
          <p:spPr bwMode="auto">
            <a:xfrm>
              <a:off x="4065588" y="1328738"/>
              <a:ext cx="142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Flip-flop inputs</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67" name="Rectangle 13">
              <a:extLst>
                <a:ext uri="{FF2B5EF4-FFF2-40B4-BE49-F238E27FC236}">
                  <a16:creationId xmlns:a16="http://schemas.microsoft.com/office/drawing/2014/main" id="{3506136C-1097-4A96-BFEF-C9E246099E38}"/>
                </a:ext>
              </a:extLst>
            </p:cNvPr>
            <p:cNvSpPr>
              <a:spLocks noChangeArrowheads="1"/>
            </p:cNvSpPr>
            <p:nvPr/>
          </p:nvSpPr>
          <p:spPr bwMode="auto">
            <a:xfrm>
              <a:off x="1462088" y="1638300"/>
              <a:ext cx="11112" cy="4032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68" name="Rectangle 14">
              <a:extLst>
                <a:ext uri="{FF2B5EF4-FFF2-40B4-BE49-F238E27FC236}">
                  <a16:creationId xmlns:a16="http://schemas.microsoft.com/office/drawing/2014/main" id="{C064350A-7BCA-4A8A-A117-6865AEE84F93}"/>
                </a:ext>
              </a:extLst>
            </p:cNvPr>
            <p:cNvSpPr>
              <a:spLocks noChangeArrowheads="1"/>
            </p:cNvSpPr>
            <p:nvPr/>
          </p:nvSpPr>
          <p:spPr bwMode="auto">
            <a:xfrm>
              <a:off x="800100" y="1741488"/>
              <a:ext cx="4762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69" name="Rectangle 15">
              <a:extLst>
                <a:ext uri="{FF2B5EF4-FFF2-40B4-BE49-F238E27FC236}">
                  <a16:creationId xmlns:a16="http://schemas.microsoft.com/office/drawing/2014/main" id="{ACD69C54-193D-412D-BCBF-9F20DCD73F98}"/>
                </a:ext>
              </a:extLst>
            </p:cNvPr>
            <p:cNvSpPr>
              <a:spLocks noChangeArrowheads="1"/>
            </p:cNvSpPr>
            <p:nvPr/>
          </p:nvSpPr>
          <p:spPr bwMode="auto">
            <a:xfrm>
              <a:off x="2822575" y="1739900"/>
              <a:ext cx="2095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70" name="Rectangle 16">
              <a:extLst>
                <a:ext uri="{FF2B5EF4-FFF2-40B4-BE49-F238E27FC236}">
                  <a16:creationId xmlns:a16="http://schemas.microsoft.com/office/drawing/2014/main" id="{B157FF91-7821-42D6-B90C-48089B6B0460}"/>
                </a:ext>
              </a:extLst>
            </p:cNvPr>
            <p:cNvSpPr>
              <a:spLocks noChangeArrowheads="1"/>
            </p:cNvSpPr>
            <p:nvPr/>
          </p:nvSpPr>
          <p:spPr bwMode="auto">
            <a:xfrm>
              <a:off x="3051175" y="1739900"/>
              <a:ext cx="185738"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71" name="Rectangle 17">
              <a:extLst>
                <a:ext uri="{FF2B5EF4-FFF2-40B4-BE49-F238E27FC236}">
                  <a16:creationId xmlns:a16="http://schemas.microsoft.com/office/drawing/2014/main" id="{93B95F4C-1D03-4CCE-A65B-CC6A7F1DA7FC}"/>
                </a:ext>
              </a:extLst>
            </p:cNvPr>
            <p:cNvSpPr>
              <a:spLocks noChangeArrowheads="1"/>
            </p:cNvSpPr>
            <p:nvPr/>
          </p:nvSpPr>
          <p:spPr bwMode="auto">
            <a:xfrm>
              <a:off x="4745038" y="1638300"/>
              <a:ext cx="11112" cy="4032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72" name="Rectangle 18">
              <a:extLst>
                <a:ext uri="{FF2B5EF4-FFF2-40B4-BE49-F238E27FC236}">
                  <a16:creationId xmlns:a16="http://schemas.microsoft.com/office/drawing/2014/main" id="{C8DB4F76-0554-4DB2-8EF0-68362641A68C}"/>
                </a:ext>
              </a:extLst>
            </p:cNvPr>
            <p:cNvSpPr>
              <a:spLocks noChangeArrowheads="1"/>
            </p:cNvSpPr>
            <p:nvPr/>
          </p:nvSpPr>
          <p:spPr bwMode="auto">
            <a:xfrm>
              <a:off x="3286125" y="1739900"/>
              <a:ext cx="1714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73" name="Rectangle 19">
              <a:extLst>
                <a:ext uri="{FF2B5EF4-FFF2-40B4-BE49-F238E27FC236}">
                  <a16:creationId xmlns:a16="http://schemas.microsoft.com/office/drawing/2014/main" id="{BB2DD012-E467-4A6B-ACBD-AD5A9877F2F6}"/>
                </a:ext>
              </a:extLst>
            </p:cNvPr>
            <p:cNvSpPr>
              <a:spLocks noChangeArrowheads="1"/>
            </p:cNvSpPr>
            <p:nvPr/>
          </p:nvSpPr>
          <p:spPr bwMode="auto">
            <a:xfrm>
              <a:off x="6111875" y="1739900"/>
              <a:ext cx="2095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74" name="Rectangle 20">
              <a:extLst>
                <a:ext uri="{FF2B5EF4-FFF2-40B4-BE49-F238E27FC236}">
                  <a16:creationId xmlns:a16="http://schemas.microsoft.com/office/drawing/2014/main" id="{3C6E9CD0-5844-4C43-8F95-BEC9BDDFE0E9}"/>
                </a:ext>
              </a:extLst>
            </p:cNvPr>
            <p:cNvSpPr>
              <a:spLocks noChangeArrowheads="1"/>
            </p:cNvSpPr>
            <p:nvPr/>
          </p:nvSpPr>
          <p:spPr bwMode="auto">
            <a:xfrm>
              <a:off x="6340475" y="1739900"/>
              <a:ext cx="185738"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75" name="Rectangle 21">
              <a:extLst>
                <a:ext uri="{FF2B5EF4-FFF2-40B4-BE49-F238E27FC236}">
                  <a16:creationId xmlns:a16="http://schemas.microsoft.com/office/drawing/2014/main" id="{5F6886F4-3E1C-47D5-9601-626B45C2257E}"/>
                </a:ext>
              </a:extLst>
            </p:cNvPr>
            <p:cNvSpPr>
              <a:spLocks noChangeArrowheads="1"/>
            </p:cNvSpPr>
            <p:nvPr/>
          </p:nvSpPr>
          <p:spPr bwMode="auto">
            <a:xfrm>
              <a:off x="8050213" y="1638300"/>
              <a:ext cx="11112" cy="4032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76" name="Rectangle 22">
              <a:extLst>
                <a:ext uri="{FF2B5EF4-FFF2-40B4-BE49-F238E27FC236}">
                  <a16:creationId xmlns:a16="http://schemas.microsoft.com/office/drawing/2014/main" id="{9490C302-3629-4E73-B493-4BC8099730DB}"/>
                </a:ext>
              </a:extLst>
            </p:cNvPr>
            <p:cNvSpPr>
              <a:spLocks noChangeArrowheads="1"/>
            </p:cNvSpPr>
            <p:nvPr/>
          </p:nvSpPr>
          <p:spPr bwMode="auto">
            <a:xfrm>
              <a:off x="6577013" y="1739900"/>
              <a:ext cx="1714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77" name="Rectangle 23">
              <a:extLst>
                <a:ext uri="{FF2B5EF4-FFF2-40B4-BE49-F238E27FC236}">
                  <a16:creationId xmlns:a16="http://schemas.microsoft.com/office/drawing/2014/main" id="{A5679D57-33ED-47E2-A9E8-03460B4013F3}"/>
                </a:ext>
              </a:extLst>
            </p:cNvPr>
            <p:cNvSpPr>
              <a:spLocks noChangeArrowheads="1"/>
            </p:cNvSpPr>
            <p:nvPr/>
          </p:nvSpPr>
          <p:spPr bwMode="auto">
            <a:xfrm>
              <a:off x="8921750" y="1638300"/>
              <a:ext cx="11113" cy="4032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78" name="Rectangle 24">
              <a:extLst>
                <a:ext uri="{FF2B5EF4-FFF2-40B4-BE49-F238E27FC236}">
                  <a16:creationId xmlns:a16="http://schemas.microsoft.com/office/drawing/2014/main" id="{4ACDE2FB-F230-46B0-B3A9-58ADA4556116}"/>
                </a:ext>
              </a:extLst>
            </p:cNvPr>
            <p:cNvSpPr>
              <a:spLocks noChangeArrowheads="1"/>
            </p:cNvSpPr>
            <p:nvPr/>
          </p:nvSpPr>
          <p:spPr bwMode="auto">
            <a:xfrm>
              <a:off x="1462088" y="2052638"/>
              <a:ext cx="6583362" cy="111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79" name="Rectangle 25">
              <a:extLst>
                <a:ext uri="{FF2B5EF4-FFF2-40B4-BE49-F238E27FC236}">
                  <a16:creationId xmlns:a16="http://schemas.microsoft.com/office/drawing/2014/main" id="{BE84E7F3-97EB-4735-8A93-84421DA1ECBA}"/>
                </a:ext>
              </a:extLst>
            </p:cNvPr>
            <p:cNvSpPr>
              <a:spLocks noChangeArrowheads="1"/>
            </p:cNvSpPr>
            <p:nvPr/>
          </p:nvSpPr>
          <p:spPr bwMode="auto">
            <a:xfrm>
              <a:off x="547688" y="2041525"/>
              <a:ext cx="11112"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80" name="Rectangle 26">
              <a:extLst>
                <a:ext uri="{FF2B5EF4-FFF2-40B4-BE49-F238E27FC236}">
                  <a16:creationId xmlns:a16="http://schemas.microsoft.com/office/drawing/2014/main" id="{93922B55-1778-4AB9-B52B-ED5E12D991FC}"/>
                </a:ext>
              </a:extLst>
            </p:cNvPr>
            <p:cNvSpPr>
              <a:spLocks noChangeArrowheads="1"/>
            </p:cNvSpPr>
            <p:nvPr/>
          </p:nvSpPr>
          <p:spPr bwMode="auto">
            <a:xfrm>
              <a:off x="8212138" y="1612900"/>
              <a:ext cx="6159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Count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81" name="Rectangle 27">
              <a:extLst>
                <a:ext uri="{FF2B5EF4-FFF2-40B4-BE49-F238E27FC236}">
                  <a16:creationId xmlns:a16="http://schemas.microsoft.com/office/drawing/2014/main" id="{F9666C89-80EA-4164-A9B8-494EAA62377F}"/>
                </a:ext>
              </a:extLst>
            </p:cNvPr>
            <p:cNvSpPr>
              <a:spLocks noChangeArrowheads="1"/>
            </p:cNvSpPr>
            <p:nvPr/>
          </p:nvSpPr>
          <p:spPr bwMode="auto">
            <a:xfrm>
              <a:off x="688975" y="1981200"/>
              <a:ext cx="1587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82" name="Rectangle 28">
              <a:extLst>
                <a:ext uri="{FF2B5EF4-FFF2-40B4-BE49-F238E27FC236}">
                  <a16:creationId xmlns:a16="http://schemas.microsoft.com/office/drawing/2014/main" id="{F48DB02B-E941-44AC-85DA-171811941559}"/>
                </a:ext>
              </a:extLst>
            </p:cNvPr>
            <p:cNvSpPr>
              <a:spLocks noChangeArrowheads="1"/>
            </p:cNvSpPr>
            <p:nvPr/>
          </p:nvSpPr>
          <p:spPr bwMode="auto">
            <a:xfrm>
              <a:off x="800100"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83" name="Rectangle 29">
              <a:extLst>
                <a:ext uri="{FF2B5EF4-FFF2-40B4-BE49-F238E27FC236}">
                  <a16:creationId xmlns:a16="http://schemas.microsoft.com/office/drawing/2014/main" id="{D95F4E28-6A1F-4482-9264-4FF7F4BC159A}"/>
                </a:ext>
              </a:extLst>
            </p:cNvPr>
            <p:cNvSpPr>
              <a:spLocks noChangeArrowheads="1"/>
            </p:cNvSpPr>
            <p:nvPr/>
          </p:nvSpPr>
          <p:spPr bwMode="auto">
            <a:xfrm>
              <a:off x="898525" y="1981200"/>
              <a:ext cx="1587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84" name="Rectangle 30">
              <a:extLst>
                <a:ext uri="{FF2B5EF4-FFF2-40B4-BE49-F238E27FC236}">
                  <a16:creationId xmlns:a16="http://schemas.microsoft.com/office/drawing/2014/main" id="{D6E77D31-B85B-47D5-A670-8DE2A4B76189}"/>
                </a:ext>
              </a:extLst>
            </p:cNvPr>
            <p:cNvSpPr>
              <a:spLocks noChangeArrowheads="1"/>
            </p:cNvSpPr>
            <p:nvPr/>
          </p:nvSpPr>
          <p:spPr bwMode="auto">
            <a:xfrm>
              <a:off x="1008063"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85" name="Rectangle 31">
              <a:extLst>
                <a:ext uri="{FF2B5EF4-FFF2-40B4-BE49-F238E27FC236}">
                  <a16:creationId xmlns:a16="http://schemas.microsoft.com/office/drawing/2014/main" id="{28B19203-47DF-4CC0-A36B-0EE24F680FD1}"/>
                </a:ext>
              </a:extLst>
            </p:cNvPr>
            <p:cNvSpPr>
              <a:spLocks noChangeArrowheads="1"/>
            </p:cNvSpPr>
            <p:nvPr/>
          </p:nvSpPr>
          <p:spPr bwMode="auto">
            <a:xfrm>
              <a:off x="1108075" y="1981200"/>
              <a:ext cx="1587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86" name="Rectangle 32">
              <a:extLst>
                <a:ext uri="{FF2B5EF4-FFF2-40B4-BE49-F238E27FC236}">
                  <a16:creationId xmlns:a16="http://schemas.microsoft.com/office/drawing/2014/main" id="{968D3A83-F3AE-4D23-B669-3B174C7C6283}"/>
                </a:ext>
              </a:extLst>
            </p:cNvPr>
            <p:cNvSpPr>
              <a:spLocks noChangeArrowheads="1"/>
            </p:cNvSpPr>
            <p:nvPr/>
          </p:nvSpPr>
          <p:spPr bwMode="auto">
            <a:xfrm>
              <a:off x="1462088" y="2041525"/>
              <a:ext cx="11112"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87" name="Rectangle 33">
              <a:extLst>
                <a:ext uri="{FF2B5EF4-FFF2-40B4-BE49-F238E27FC236}">
                  <a16:creationId xmlns:a16="http://schemas.microsoft.com/office/drawing/2014/main" id="{F37A93EC-207D-4AD5-80BD-03BA324357A0}"/>
                </a:ext>
              </a:extLst>
            </p:cNvPr>
            <p:cNvSpPr>
              <a:spLocks noChangeArrowheads="1"/>
            </p:cNvSpPr>
            <p:nvPr/>
          </p:nvSpPr>
          <p:spPr bwMode="auto">
            <a:xfrm>
              <a:off x="1217613"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88" name="Rectangle 34">
              <a:extLst>
                <a:ext uri="{FF2B5EF4-FFF2-40B4-BE49-F238E27FC236}">
                  <a16:creationId xmlns:a16="http://schemas.microsoft.com/office/drawing/2014/main" id="{16781C05-D110-4A26-92B7-7980B3A31B66}"/>
                </a:ext>
              </a:extLst>
            </p:cNvPr>
            <p:cNvSpPr>
              <a:spLocks noChangeArrowheads="1"/>
            </p:cNvSpPr>
            <p:nvPr/>
          </p:nvSpPr>
          <p:spPr bwMode="auto">
            <a:xfrm>
              <a:off x="1598613"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89" name="Rectangle 35">
              <a:extLst>
                <a:ext uri="{FF2B5EF4-FFF2-40B4-BE49-F238E27FC236}">
                  <a16:creationId xmlns:a16="http://schemas.microsoft.com/office/drawing/2014/main" id="{B27DA97E-FE58-46D1-B8BC-82280040EA4A}"/>
                </a:ext>
              </a:extLst>
            </p:cNvPr>
            <p:cNvSpPr>
              <a:spLocks noChangeArrowheads="1"/>
            </p:cNvSpPr>
            <p:nvPr/>
          </p:nvSpPr>
          <p:spPr bwMode="auto">
            <a:xfrm>
              <a:off x="1725613"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90" name="Rectangle 36">
              <a:extLst>
                <a:ext uri="{FF2B5EF4-FFF2-40B4-BE49-F238E27FC236}">
                  <a16:creationId xmlns:a16="http://schemas.microsoft.com/office/drawing/2014/main" id="{B11584F1-056F-441F-8F11-9D5CB630B8F7}"/>
                </a:ext>
              </a:extLst>
            </p:cNvPr>
            <p:cNvSpPr>
              <a:spLocks noChangeArrowheads="1"/>
            </p:cNvSpPr>
            <p:nvPr/>
          </p:nvSpPr>
          <p:spPr bwMode="auto">
            <a:xfrm>
              <a:off x="1827213"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91" name="Rectangle 37">
              <a:extLst>
                <a:ext uri="{FF2B5EF4-FFF2-40B4-BE49-F238E27FC236}">
                  <a16:creationId xmlns:a16="http://schemas.microsoft.com/office/drawing/2014/main" id="{A9007C5E-93EE-4639-8179-DE49533F90AD}"/>
                </a:ext>
              </a:extLst>
            </p:cNvPr>
            <p:cNvSpPr>
              <a:spLocks noChangeArrowheads="1"/>
            </p:cNvSpPr>
            <p:nvPr/>
          </p:nvSpPr>
          <p:spPr bwMode="auto">
            <a:xfrm>
              <a:off x="1957388"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92" name="Rectangle 38">
              <a:extLst>
                <a:ext uri="{FF2B5EF4-FFF2-40B4-BE49-F238E27FC236}">
                  <a16:creationId xmlns:a16="http://schemas.microsoft.com/office/drawing/2014/main" id="{271C2A47-8087-4381-B464-636BFF650E4F}"/>
                </a:ext>
              </a:extLst>
            </p:cNvPr>
            <p:cNvSpPr>
              <a:spLocks noChangeArrowheads="1"/>
            </p:cNvSpPr>
            <p:nvPr/>
          </p:nvSpPr>
          <p:spPr bwMode="auto">
            <a:xfrm>
              <a:off x="2055813"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93" name="Rectangle 39">
              <a:extLst>
                <a:ext uri="{FF2B5EF4-FFF2-40B4-BE49-F238E27FC236}">
                  <a16:creationId xmlns:a16="http://schemas.microsoft.com/office/drawing/2014/main" id="{A0DD33E9-5C76-4B5F-94E9-907549F019F1}"/>
                </a:ext>
              </a:extLst>
            </p:cNvPr>
            <p:cNvSpPr>
              <a:spLocks noChangeArrowheads="1"/>
            </p:cNvSpPr>
            <p:nvPr/>
          </p:nvSpPr>
          <p:spPr bwMode="auto">
            <a:xfrm>
              <a:off x="2422525" y="2041525"/>
              <a:ext cx="11113"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94" name="Rectangle 40">
              <a:extLst>
                <a:ext uri="{FF2B5EF4-FFF2-40B4-BE49-F238E27FC236}">
                  <a16:creationId xmlns:a16="http://schemas.microsoft.com/office/drawing/2014/main" id="{47FEBE9F-E679-4A0B-A6A5-391EDBEC7E37}"/>
                </a:ext>
              </a:extLst>
            </p:cNvPr>
            <p:cNvSpPr>
              <a:spLocks noChangeArrowheads="1"/>
            </p:cNvSpPr>
            <p:nvPr/>
          </p:nvSpPr>
          <p:spPr bwMode="auto">
            <a:xfrm>
              <a:off x="218440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95" name="Rectangle 41">
              <a:extLst>
                <a:ext uri="{FF2B5EF4-FFF2-40B4-BE49-F238E27FC236}">
                  <a16:creationId xmlns:a16="http://schemas.microsoft.com/office/drawing/2014/main" id="{BCC06AAA-781C-4E99-A4BC-4D2BFA76D5FB}"/>
                </a:ext>
              </a:extLst>
            </p:cNvPr>
            <p:cNvSpPr>
              <a:spLocks noChangeArrowheads="1"/>
            </p:cNvSpPr>
            <p:nvPr/>
          </p:nvSpPr>
          <p:spPr bwMode="auto">
            <a:xfrm>
              <a:off x="2551113"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96" name="Rectangle 42">
              <a:extLst>
                <a:ext uri="{FF2B5EF4-FFF2-40B4-BE49-F238E27FC236}">
                  <a16:creationId xmlns:a16="http://schemas.microsoft.com/office/drawing/2014/main" id="{2DB7F078-2684-442B-9C69-67448A0EA29A}"/>
                </a:ext>
              </a:extLst>
            </p:cNvPr>
            <p:cNvSpPr>
              <a:spLocks noChangeArrowheads="1"/>
            </p:cNvSpPr>
            <p:nvPr/>
          </p:nvSpPr>
          <p:spPr bwMode="auto">
            <a:xfrm>
              <a:off x="2674938"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97" name="Rectangle 43">
              <a:extLst>
                <a:ext uri="{FF2B5EF4-FFF2-40B4-BE49-F238E27FC236}">
                  <a16:creationId xmlns:a16="http://schemas.microsoft.com/office/drawing/2014/main" id="{1C771E8F-7ED0-4869-A445-5618C42F00EF}"/>
                </a:ext>
              </a:extLst>
            </p:cNvPr>
            <p:cNvSpPr>
              <a:spLocks noChangeArrowheads="1"/>
            </p:cNvSpPr>
            <p:nvPr/>
          </p:nvSpPr>
          <p:spPr bwMode="auto">
            <a:xfrm>
              <a:off x="2774950"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98" name="Rectangle 44">
              <a:extLst>
                <a:ext uri="{FF2B5EF4-FFF2-40B4-BE49-F238E27FC236}">
                  <a16:creationId xmlns:a16="http://schemas.microsoft.com/office/drawing/2014/main" id="{67498A27-14B8-4829-A04F-475891A1FA39}"/>
                </a:ext>
              </a:extLst>
            </p:cNvPr>
            <p:cNvSpPr>
              <a:spLocks noChangeArrowheads="1"/>
            </p:cNvSpPr>
            <p:nvPr/>
          </p:nvSpPr>
          <p:spPr bwMode="auto">
            <a:xfrm>
              <a:off x="2963863"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99" name="Rectangle 45">
              <a:extLst>
                <a:ext uri="{FF2B5EF4-FFF2-40B4-BE49-F238E27FC236}">
                  <a16:creationId xmlns:a16="http://schemas.microsoft.com/office/drawing/2014/main" id="{E21D5B57-FEB3-4918-889D-9C5D19E5460D}"/>
                </a:ext>
              </a:extLst>
            </p:cNvPr>
            <p:cNvSpPr>
              <a:spLocks noChangeArrowheads="1"/>
            </p:cNvSpPr>
            <p:nvPr/>
          </p:nvSpPr>
          <p:spPr bwMode="auto">
            <a:xfrm>
              <a:off x="3332163"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00" name="Rectangle 46">
              <a:extLst>
                <a:ext uri="{FF2B5EF4-FFF2-40B4-BE49-F238E27FC236}">
                  <a16:creationId xmlns:a16="http://schemas.microsoft.com/office/drawing/2014/main" id="{06C17C4B-77AC-4656-A417-B0DF6E2F10D3}"/>
                </a:ext>
              </a:extLst>
            </p:cNvPr>
            <p:cNvSpPr>
              <a:spLocks noChangeArrowheads="1"/>
            </p:cNvSpPr>
            <p:nvPr/>
          </p:nvSpPr>
          <p:spPr bwMode="auto">
            <a:xfrm>
              <a:off x="345440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01" name="Rectangle 47">
              <a:extLst>
                <a:ext uri="{FF2B5EF4-FFF2-40B4-BE49-F238E27FC236}">
                  <a16:creationId xmlns:a16="http://schemas.microsoft.com/office/drawing/2014/main" id="{7422105A-39AC-487D-BDD8-E1AD857BBD57}"/>
                </a:ext>
              </a:extLst>
            </p:cNvPr>
            <p:cNvSpPr>
              <a:spLocks noChangeArrowheads="1"/>
            </p:cNvSpPr>
            <p:nvPr/>
          </p:nvSpPr>
          <p:spPr bwMode="auto">
            <a:xfrm>
              <a:off x="3554413"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02" name="Rectangle 48">
              <a:extLst>
                <a:ext uri="{FF2B5EF4-FFF2-40B4-BE49-F238E27FC236}">
                  <a16:creationId xmlns:a16="http://schemas.microsoft.com/office/drawing/2014/main" id="{16458027-9C09-45A2-A845-033D38099A91}"/>
                </a:ext>
              </a:extLst>
            </p:cNvPr>
            <p:cNvSpPr>
              <a:spLocks noChangeArrowheads="1"/>
            </p:cNvSpPr>
            <p:nvPr/>
          </p:nvSpPr>
          <p:spPr bwMode="auto">
            <a:xfrm>
              <a:off x="3743325"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03" name="Rectangle 49">
              <a:extLst>
                <a:ext uri="{FF2B5EF4-FFF2-40B4-BE49-F238E27FC236}">
                  <a16:creationId xmlns:a16="http://schemas.microsoft.com/office/drawing/2014/main" id="{C97145C5-3BBB-430F-A4FC-40974CF83B85}"/>
                </a:ext>
              </a:extLst>
            </p:cNvPr>
            <p:cNvSpPr>
              <a:spLocks noChangeArrowheads="1"/>
            </p:cNvSpPr>
            <p:nvPr/>
          </p:nvSpPr>
          <p:spPr bwMode="auto">
            <a:xfrm>
              <a:off x="4108450"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04" name="Rectangle 50">
              <a:extLst>
                <a:ext uri="{FF2B5EF4-FFF2-40B4-BE49-F238E27FC236}">
                  <a16:creationId xmlns:a16="http://schemas.microsoft.com/office/drawing/2014/main" id="{16E61074-346B-4D18-A715-67FBEF8111BE}"/>
                </a:ext>
              </a:extLst>
            </p:cNvPr>
            <p:cNvSpPr>
              <a:spLocks noChangeArrowheads="1"/>
            </p:cNvSpPr>
            <p:nvPr/>
          </p:nvSpPr>
          <p:spPr bwMode="auto">
            <a:xfrm>
              <a:off x="4232275"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05" name="Rectangle 51">
              <a:extLst>
                <a:ext uri="{FF2B5EF4-FFF2-40B4-BE49-F238E27FC236}">
                  <a16:creationId xmlns:a16="http://schemas.microsoft.com/office/drawing/2014/main" id="{4BDD5AA1-E1DA-4F27-9CA4-3C3F344DFB72}"/>
                </a:ext>
              </a:extLst>
            </p:cNvPr>
            <p:cNvSpPr>
              <a:spLocks noChangeArrowheads="1"/>
            </p:cNvSpPr>
            <p:nvPr/>
          </p:nvSpPr>
          <p:spPr bwMode="auto">
            <a:xfrm>
              <a:off x="4333875"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06" name="Rectangle 52">
              <a:extLst>
                <a:ext uri="{FF2B5EF4-FFF2-40B4-BE49-F238E27FC236}">
                  <a16:creationId xmlns:a16="http://schemas.microsoft.com/office/drawing/2014/main" id="{C5F598ED-B338-41C7-AA86-78483F3CCC36}"/>
                </a:ext>
              </a:extLst>
            </p:cNvPr>
            <p:cNvSpPr>
              <a:spLocks noChangeArrowheads="1"/>
            </p:cNvSpPr>
            <p:nvPr/>
          </p:nvSpPr>
          <p:spPr bwMode="auto">
            <a:xfrm>
              <a:off x="4745038" y="2041525"/>
              <a:ext cx="11112"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07" name="Rectangle 53">
              <a:extLst>
                <a:ext uri="{FF2B5EF4-FFF2-40B4-BE49-F238E27FC236}">
                  <a16:creationId xmlns:a16="http://schemas.microsoft.com/office/drawing/2014/main" id="{4EDC3113-D7EF-4A26-B142-6F3E68862CEE}"/>
                </a:ext>
              </a:extLst>
            </p:cNvPr>
            <p:cNvSpPr>
              <a:spLocks noChangeArrowheads="1"/>
            </p:cNvSpPr>
            <p:nvPr/>
          </p:nvSpPr>
          <p:spPr bwMode="auto">
            <a:xfrm>
              <a:off x="4524375"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08" name="Rectangle 54">
              <a:extLst>
                <a:ext uri="{FF2B5EF4-FFF2-40B4-BE49-F238E27FC236}">
                  <a16:creationId xmlns:a16="http://schemas.microsoft.com/office/drawing/2014/main" id="{29D1CAD8-3FA4-4A7D-BF0F-61B71B750914}"/>
                </a:ext>
              </a:extLst>
            </p:cNvPr>
            <p:cNvSpPr>
              <a:spLocks noChangeArrowheads="1"/>
            </p:cNvSpPr>
            <p:nvPr/>
          </p:nvSpPr>
          <p:spPr bwMode="auto">
            <a:xfrm>
              <a:off x="4887913"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09" name="Rectangle 55">
              <a:extLst>
                <a:ext uri="{FF2B5EF4-FFF2-40B4-BE49-F238E27FC236}">
                  <a16:creationId xmlns:a16="http://schemas.microsoft.com/office/drawing/2014/main" id="{A20CAD14-C60A-470F-B2F3-8B14D58543A5}"/>
                </a:ext>
              </a:extLst>
            </p:cNvPr>
            <p:cNvSpPr>
              <a:spLocks noChangeArrowheads="1"/>
            </p:cNvSpPr>
            <p:nvPr/>
          </p:nvSpPr>
          <p:spPr bwMode="auto">
            <a:xfrm>
              <a:off x="501650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10" name="Rectangle 56">
              <a:extLst>
                <a:ext uri="{FF2B5EF4-FFF2-40B4-BE49-F238E27FC236}">
                  <a16:creationId xmlns:a16="http://schemas.microsoft.com/office/drawing/2014/main" id="{5FB8F8F2-9916-4214-94DC-03F87DE2A32E}"/>
                </a:ext>
              </a:extLst>
            </p:cNvPr>
            <p:cNvSpPr>
              <a:spLocks noChangeArrowheads="1"/>
            </p:cNvSpPr>
            <p:nvPr/>
          </p:nvSpPr>
          <p:spPr bwMode="auto">
            <a:xfrm>
              <a:off x="5116513"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11" name="Rectangle 57">
              <a:extLst>
                <a:ext uri="{FF2B5EF4-FFF2-40B4-BE49-F238E27FC236}">
                  <a16:creationId xmlns:a16="http://schemas.microsoft.com/office/drawing/2014/main" id="{62AD6D20-5E0B-4454-8BCF-5B7209FB7B28}"/>
                </a:ext>
              </a:extLst>
            </p:cNvPr>
            <p:cNvSpPr>
              <a:spLocks noChangeArrowheads="1"/>
            </p:cNvSpPr>
            <p:nvPr/>
          </p:nvSpPr>
          <p:spPr bwMode="auto">
            <a:xfrm>
              <a:off x="524510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12" name="Rectangle 58">
              <a:extLst>
                <a:ext uri="{FF2B5EF4-FFF2-40B4-BE49-F238E27FC236}">
                  <a16:creationId xmlns:a16="http://schemas.microsoft.com/office/drawing/2014/main" id="{5A060D30-3ACA-4C55-B1C9-6815DBEC6371}"/>
                </a:ext>
              </a:extLst>
            </p:cNvPr>
            <p:cNvSpPr>
              <a:spLocks noChangeArrowheads="1"/>
            </p:cNvSpPr>
            <p:nvPr/>
          </p:nvSpPr>
          <p:spPr bwMode="auto">
            <a:xfrm>
              <a:off x="5346700"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13" name="Rectangle 59">
              <a:extLst>
                <a:ext uri="{FF2B5EF4-FFF2-40B4-BE49-F238E27FC236}">
                  <a16:creationId xmlns:a16="http://schemas.microsoft.com/office/drawing/2014/main" id="{4D969514-6635-410B-9A84-EC4445A1C2B5}"/>
                </a:ext>
              </a:extLst>
            </p:cNvPr>
            <p:cNvSpPr>
              <a:spLocks noChangeArrowheads="1"/>
            </p:cNvSpPr>
            <p:nvPr/>
          </p:nvSpPr>
          <p:spPr bwMode="auto">
            <a:xfrm>
              <a:off x="5705475" y="2041525"/>
              <a:ext cx="11113"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14" name="Rectangle 60">
              <a:extLst>
                <a:ext uri="{FF2B5EF4-FFF2-40B4-BE49-F238E27FC236}">
                  <a16:creationId xmlns:a16="http://schemas.microsoft.com/office/drawing/2014/main" id="{F7C6DCC6-43A8-409C-A4BE-183E02EA792B}"/>
                </a:ext>
              </a:extLst>
            </p:cNvPr>
            <p:cNvSpPr>
              <a:spLocks noChangeArrowheads="1"/>
            </p:cNvSpPr>
            <p:nvPr/>
          </p:nvSpPr>
          <p:spPr bwMode="auto">
            <a:xfrm>
              <a:off x="5475288"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15" name="Rectangle 61">
              <a:extLst>
                <a:ext uri="{FF2B5EF4-FFF2-40B4-BE49-F238E27FC236}">
                  <a16:creationId xmlns:a16="http://schemas.microsoft.com/office/drawing/2014/main" id="{BF1325A5-D39B-461C-8C8D-A32AD252801B}"/>
                </a:ext>
              </a:extLst>
            </p:cNvPr>
            <p:cNvSpPr>
              <a:spLocks noChangeArrowheads="1"/>
            </p:cNvSpPr>
            <p:nvPr/>
          </p:nvSpPr>
          <p:spPr bwMode="auto">
            <a:xfrm>
              <a:off x="5843588"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16" name="Rectangle 62">
              <a:extLst>
                <a:ext uri="{FF2B5EF4-FFF2-40B4-BE49-F238E27FC236}">
                  <a16:creationId xmlns:a16="http://schemas.microsoft.com/office/drawing/2014/main" id="{8FAD6705-ED84-4F6F-98BF-4120E804FF09}"/>
                </a:ext>
              </a:extLst>
            </p:cNvPr>
            <p:cNvSpPr>
              <a:spLocks noChangeArrowheads="1"/>
            </p:cNvSpPr>
            <p:nvPr/>
          </p:nvSpPr>
          <p:spPr bwMode="auto">
            <a:xfrm>
              <a:off x="5965825"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17" name="Rectangle 63">
              <a:extLst>
                <a:ext uri="{FF2B5EF4-FFF2-40B4-BE49-F238E27FC236}">
                  <a16:creationId xmlns:a16="http://schemas.microsoft.com/office/drawing/2014/main" id="{FED14A0D-C3E8-4860-BE0D-7EFC55547534}"/>
                </a:ext>
              </a:extLst>
            </p:cNvPr>
            <p:cNvSpPr>
              <a:spLocks noChangeArrowheads="1"/>
            </p:cNvSpPr>
            <p:nvPr/>
          </p:nvSpPr>
          <p:spPr bwMode="auto">
            <a:xfrm>
              <a:off x="6065838"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18" name="Rectangle 64">
              <a:extLst>
                <a:ext uri="{FF2B5EF4-FFF2-40B4-BE49-F238E27FC236}">
                  <a16:creationId xmlns:a16="http://schemas.microsoft.com/office/drawing/2014/main" id="{D4F204AD-493C-44F0-8CA8-7B05FB6AF022}"/>
                </a:ext>
              </a:extLst>
            </p:cNvPr>
            <p:cNvSpPr>
              <a:spLocks noChangeArrowheads="1"/>
            </p:cNvSpPr>
            <p:nvPr/>
          </p:nvSpPr>
          <p:spPr bwMode="auto">
            <a:xfrm>
              <a:off x="625475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19" name="Rectangle 65">
              <a:extLst>
                <a:ext uri="{FF2B5EF4-FFF2-40B4-BE49-F238E27FC236}">
                  <a16:creationId xmlns:a16="http://schemas.microsoft.com/office/drawing/2014/main" id="{F4600033-EF17-4542-A92F-B24ED1DEBDB4}"/>
                </a:ext>
              </a:extLst>
            </p:cNvPr>
            <p:cNvSpPr>
              <a:spLocks noChangeArrowheads="1"/>
            </p:cNvSpPr>
            <p:nvPr/>
          </p:nvSpPr>
          <p:spPr bwMode="auto">
            <a:xfrm>
              <a:off x="6623050"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20" name="Rectangle 66">
              <a:extLst>
                <a:ext uri="{FF2B5EF4-FFF2-40B4-BE49-F238E27FC236}">
                  <a16:creationId xmlns:a16="http://schemas.microsoft.com/office/drawing/2014/main" id="{314CDC95-0070-4F5F-A53E-9E4B88EB1638}"/>
                </a:ext>
              </a:extLst>
            </p:cNvPr>
            <p:cNvSpPr>
              <a:spLocks noChangeArrowheads="1"/>
            </p:cNvSpPr>
            <p:nvPr/>
          </p:nvSpPr>
          <p:spPr bwMode="auto">
            <a:xfrm>
              <a:off x="6745288"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21" name="Rectangle 67">
              <a:extLst>
                <a:ext uri="{FF2B5EF4-FFF2-40B4-BE49-F238E27FC236}">
                  <a16:creationId xmlns:a16="http://schemas.microsoft.com/office/drawing/2014/main" id="{6AFE67B4-411D-4DF1-BF44-403C7315625B}"/>
                </a:ext>
              </a:extLst>
            </p:cNvPr>
            <p:cNvSpPr>
              <a:spLocks noChangeArrowheads="1"/>
            </p:cNvSpPr>
            <p:nvPr/>
          </p:nvSpPr>
          <p:spPr bwMode="auto">
            <a:xfrm>
              <a:off x="6845300"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22" name="Rectangle 68">
              <a:extLst>
                <a:ext uri="{FF2B5EF4-FFF2-40B4-BE49-F238E27FC236}">
                  <a16:creationId xmlns:a16="http://schemas.microsoft.com/office/drawing/2014/main" id="{0B1949D2-7E52-4352-89AD-B303D2AD4077}"/>
                </a:ext>
              </a:extLst>
            </p:cNvPr>
            <p:cNvSpPr>
              <a:spLocks noChangeArrowheads="1"/>
            </p:cNvSpPr>
            <p:nvPr/>
          </p:nvSpPr>
          <p:spPr bwMode="auto">
            <a:xfrm>
              <a:off x="703580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23" name="Rectangle 69">
              <a:extLst>
                <a:ext uri="{FF2B5EF4-FFF2-40B4-BE49-F238E27FC236}">
                  <a16:creationId xmlns:a16="http://schemas.microsoft.com/office/drawing/2014/main" id="{97B1521B-9131-4779-9A23-B996AE6C52E5}"/>
                </a:ext>
              </a:extLst>
            </p:cNvPr>
            <p:cNvSpPr>
              <a:spLocks noChangeArrowheads="1"/>
            </p:cNvSpPr>
            <p:nvPr/>
          </p:nvSpPr>
          <p:spPr bwMode="auto">
            <a:xfrm>
              <a:off x="7399338"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24" name="Rectangle 70">
              <a:extLst>
                <a:ext uri="{FF2B5EF4-FFF2-40B4-BE49-F238E27FC236}">
                  <a16:creationId xmlns:a16="http://schemas.microsoft.com/office/drawing/2014/main" id="{4733C00B-65F3-4FB9-ABC2-BB036C942089}"/>
                </a:ext>
              </a:extLst>
            </p:cNvPr>
            <p:cNvSpPr>
              <a:spLocks noChangeArrowheads="1"/>
            </p:cNvSpPr>
            <p:nvPr/>
          </p:nvSpPr>
          <p:spPr bwMode="auto">
            <a:xfrm>
              <a:off x="7523163"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25" name="Rectangle 71">
              <a:extLst>
                <a:ext uri="{FF2B5EF4-FFF2-40B4-BE49-F238E27FC236}">
                  <a16:creationId xmlns:a16="http://schemas.microsoft.com/office/drawing/2014/main" id="{FFD9D7E8-6152-4006-9AF1-C6BD6AC03C34}"/>
                </a:ext>
              </a:extLst>
            </p:cNvPr>
            <p:cNvSpPr>
              <a:spLocks noChangeArrowheads="1"/>
            </p:cNvSpPr>
            <p:nvPr/>
          </p:nvSpPr>
          <p:spPr bwMode="auto">
            <a:xfrm>
              <a:off x="7624763"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26" name="Rectangle 72">
              <a:extLst>
                <a:ext uri="{FF2B5EF4-FFF2-40B4-BE49-F238E27FC236}">
                  <a16:creationId xmlns:a16="http://schemas.microsoft.com/office/drawing/2014/main" id="{4A3918A8-3992-48BA-9107-B459B2A68C51}"/>
                </a:ext>
              </a:extLst>
            </p:cNvPr>
            <p:cNvSpPr>
              <a:spLocks noChangeArrowheads="1"/>
            </p:cNvSpPr>
            <p:nvPr/>
          </p:nvSpPr>
          <p:spPr bwMode="auto">
            <a:xfrm>
              <a:off x="8050213" y="2041525"/>
              <a:ext cx="11112"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27" name="Rectangle 73">
              <a:extLst>
                <a:ext uri="{FF2B5EF4-FFF2-40B4-BE49-F238E27FC236}">
                  <a16:creationId xmlns:a16="http://schemas.microsoft.com/office/drawing/2014/main" id="{82DD4351-F5AD-485E-9809-6911235B1220}"/>
                </a:ext>
              </a:extLst>
            </p:cNvPr>
            <p:cNvSpPr>
              <a:spLocks noChangeArrowheads="1"/>
            </p:cNvSpPr>
            <p:nvPr/>
          </p:nvSpPr>
          <p:spPr bwMode="auto">
            <a:xfrm>
              <a:off x="7815263"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28" name="Rectangle 74">
              <a:extLst>
                <a:ext uri="{FF2B5EF4-FFF2-40B4-BE49-F238E27FC236}">
                  <a16:creationId xmlns:a16="http://schemas.microsoft.com/office/drawing/2014/main" id="{805822A6-0276-4404-A18F-FE48729319E9}"/>
                </a:ext>
              </a:extLst>
            </p:cNvPr>
            <p:cNvSpPr>
              <a:spLocks noChangeArrowheads="1"/>
            </p:cNvSpPr>
            <p:nvPr/>
          </p:nvSpPr>
          <p:spPr bwMode="auto">
            <a:xfrm>
              <a:off x="8178800" y="1981200"/>
              <a:ext cx="146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29" name="Rectangle 75">
              <a:extLst>
                <a:ext uri="{FF2B5EF4-FFF2-40B4-BE49-F238E27FC236}">
                  <a16:creationId xmlns:a16="http://schemas.microsoft.com/office/drawing/2014/main" id="{69360DA2-C84D-4E3D-8FE1-4E758C5BBDCA}"/>
                </a:ext>
              </a:extLst>
            </p:cNvPr>
            <p:cNvSpPr>
              <a:spLocks noChangeArrowheads="1"/>
            </p:cNvSpPr>
            <p:nvPr/>
          </p:nvSpPr>
          <p:spPr bwMode="auto">
            <a:xfrm>
              <a:off x="8283575"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30" name="Rectangle 76">
              <a:extLst>
                <a:ext uri="{FF2B5EF4-FFF2-40B4-BE49-F238E27FC236}">
                  <a16:creationId xmlns:a16="http://schemas.microsoft.com/office/drawing/2014/main" id="{1817E4EE-A9CE-4B87-8E5C-4A5A42023A97}"/>
                </a:ext>
              </a:extLst>
            </p:cNvPr>
            <p:cNvSpPr>
              <a:spLocks noChangeArrowheads="1"/>
            </p:cNvSpPr>
            <p:nvPr/>
          </p:nvSpPr>
          <p:spPr bwMode="auto">
            <a:xfrm>
              <a:off x="8383588" y="1981200"/>
              <a:ext cx="146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31" name="Rectangle 77">
              <a:extLst>
                <a:ext uri="{FF2B5EF4-FFF2-40B4-BE49-F238E27FC236}">
                  <a16:creationId xmlns:a16="http://schemas.microsoft.com/office/drawing/2014/main" id="{C9A908FC-AFC2-43E3-9EDB-EAF697C7FF11}"/>
                </a:ext>
              </a:extLst>
            </p:cNvPr>
            <p:cNvSpPr>
              <a:spLocks noChangeArrowheads="1"/>
            </p:cNvSpPr>
            <p:nvPr/>
          </p:nvSpPr>
          <p:spPr bwMode="auto">
            <a:xfrm>
              <a:off x="8486775"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32" name="Rectangle 78">
              <a:extLst>
                <a:ext uri="{FF2B5EF4-FFF2-40B4-BE49-F238E27FC236}">
                  <a16:creationId xmlns:a16="http://schemas.microsoft.com/office/drawing/2014/main" id="{CC3E906B-796B-4A9E-A42B-1D4E5704C642}"/>
                </a:ext>
              </a:extLst>
            </p:cNvPr>
            <p:cNvSpPr>
              <a:spLocks noChangeArrowheads="1"/>
            </p:cNvSpPr>
            <p:nvPr/>
          </p:nvSpPr>
          <p:spPr bwMode="auto">
            <a:xfrm>
              <a:off x="8586788" y="1981200"/>
              <a:ext cx="146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33" name="Rectangle 79">
              <a:extLst>
                <a:ext uri="{FF2B5EF4-FFF2-40B4-BE49-F238E27FC236}">
                  <a16:creationId xmlns:a16="http://schemas.microsoft.com/office/drawing/2014/main" id="{0EF2DC53-0E21-4951-BDFC-623022B72739}"/>
                </a:ext>
              </a:extLst>
            </p:cNvPr>
            <p:cNvSpPr>
              <a:spLocks noChangeArrowheads="1"/>
            </p:cNvSpPr>
            <p:nvPr/>
          </p:nvSpPr>
          <p:spPr bwMode="auto">
            <a:xfrm>
              <a:off x="8921750" y="2041525"/>
              <a:ext cx="11113"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34" name="Rectangle 80">
              <a:extLst>
                <a:ext uri="{FF2B5EF4-FFF2-40B4-BE49-F238E27FC236}">
                  <a16:creationId xmlns:a16="http://schemas.microsoft.com/office/drawing/2014/main" id="{A4A6BFEA-02C8-4E73-BF20-E4CFD2ECF553}"/>
                </a:ext>
              </a:extLst>
            </p:cNvPr>
            <p:cNvSpPr>
              <a:spLocks noChangeArrowheads="1"/>
            </p:cNvSpPr>
            <p:nvPr/>
          </p:nvSpPr>
          <p:spPr bwMode="auto">
            <a:xfrm>
              <a:off x="547688" y="2454275"/>
              <a:ext cx="8382000"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35" name="Rectangle 81">
              <a:extLst>
                <a:ext uri="{FF2B5EF4-FFF2-40B4-BE49-F238E27FC236}">
                  <a16:creationId xmlns:a16="http://schemas.microsoft.com/office/drawing/2014/main" id="{0B402C55-004D-4218-A063-F67C96540F36}"/>
                </a:ext>
              </a:extLst>
            </p:cNvPr>
            <p:cNvSpPr>
              <a:spLocks noChangeArrowheads="1"/>
            </p:cNvSpPr>
            <p:nvPr/>
          </p:nvSpPr>
          <p:spPr bwMode="auto">
            <a:xfrm>
              <a:off x="8691563"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36" name="Rectangle 82">
              <a:extLst>
                <a:ext uri="{FF2B5EF4-FFF2-40B4-BE49-F238E27FC236}">
                  <a16:creationId xmlns:a16="http://schemas.microsoft.com/office/drawing/2014/main" id="{CE17E06E-8A27-488A-88EE-57859B5C8C8A}"/>
                </a:ext>
              </a:extLst>
            </p:cNvPr>
            <p:cNvSpPr>
              <a:spLocks noChangeArrowheads="1"/>
            </p:cNvSpPr>
            <p:nvPr/>
          </p:nvSpPr>
          <p:spPr bwMode="auto">
            <a:xfrm>
              <a:off x="547688" y="2446338"/>
              <a:ext cx="11112"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37" name="Rectangle 83">
              <a:extLst>
                <a:ext uri="{FF2B5EF4-FFF2-40B4-BE49-F238E27FC236}">
                  <a16:creationId xmlns:a16="http://schemas.microsoft.com/office/drawing/2014/main" id="{67D35757-9EFC-4F70-BB2D-27776DAEDC9D}"/>
                </a:ext>
              </a:extLst>
            </p:cNvPr>
            <p:cNvSpPr>
              <a:spLocks noChangeArrowheads="1"/>
            </p:cNvSpPr>
            <p:nvPr/>
          </p:nvSpPr>
          <p:spPr bwMode="auto">
            <a:xfrm>
              <a:off x="246063" y="2536825"/>
              <a:ext cx="2222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38" name="Rectangle 84">
              <a:extLst>
                <a:ext uri="{FF2B5EF4-FFF2-40B4-BE49-F238E27FC236}">
                  <a16:creationId xmlns:a16="http://schemas.microsoft.com/office/drawing/2014/main" id="{FF09F05B-9BA9-42FA-8770-93298D1DA7EC}"/>
                </a:ext>
              </a:extLst>
            </p:cNvPr>
            <p:cNvSpPr>
              <a:spLocks noChangeArrowheads="1"/>
            </p:cNvSpPr>
            <p:nvPr/>
          </p:nvSpPr>
          <p:spPr bwMode="auto">
            <a:xfrm>
              <a:off x="1462088" y="2446338"/>
              <a:ext cx="11112"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39" name="Rectangle 85">
              <a:extLst>
                <a:ext uri="{FF2B5EF4-FFF2-40B4-BE49-F238E27FC236}">
                  <a16:creationId xmlns:a16="http://schemas.microsoft.com/office/drawing/2014/main" id="{0AC79B12-AE73-4699-8FFE-0C1E2276E709}"/>
                </a:ext>
              </a:extLst>
            </p:cNvPr>
            <p:cNvSpPr>
              <a:spLocks noChangeArrowheads="1"/>
            </p:cNvSpPr>
            <p:nvPr/>
          </p:nvSpPr>
          <p:spPr bwMode="auto">
            <a:xfrm>
              <a:off x="836613" y="25352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40" name="Rectangle 86">
              <a:extLst>
                <a:ext uri="{FF2B5EF4-FFF2-40B4-BE49-F238E27FC236}">
                  <a16:creationId xmlns:a16="http://schemas.microsoft.com/office/drawing/2014/main" id="{81B0624E-DDA4-4F88-846E-2BC618B995F2}"/>
                </a:ext>
              </a:extLst>
            </p:cNvPr>
            <p:cNvSpPr>
              <a:spLocks noChangeArrowheads="1"/>
            </p:cNvSpPr>
            <p:nvPr/>
          </p:nvSpPr>
          <p:spPr bwMode="auto">
            <a:xfrm>
              <a:off x="2422525" y="2446338"/>
              <a:ext cx="11113"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41" name="Rectangle 87">
              <a:extLst>
                <a:ext uri="{FF2B5EF4-FFF2-40B4-BE49-F238E27FC236}">
                  <a16:creationId xmlns:a16="http://schemas.microsoft.com/office/drawing/2014/main" id="{1DD87796-9667-423E-A72A-D8541574038F}"/>
                </a:ext>
              </a:extLst>
            </p:cNvPr>
            <p:cNvSpPr>
              <a:spLocks noChangeArrowheads="1"/>
            </p:cNvSpPr>
            <p:nvPr/>
          </p:nvSpPr>
          <p:spPr bwMode="auto">
            <a:xfrm>
              <a:off x="1771650" y="25352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42" name="Rectangle 88">
              <a:extLst>
                <a:ext uri="{FF2B5EF4-FFF2-40B4-BE49-F238E27FC236}">
                  <a16:creationId xmlns:a16="http://schemas.microsoft.com/office/drawing/2014/main" id="{DBA2C99C-EBB5-47BA-B1C2-1E154958DC03}"/>
                </a:ext>
              </a:extLst>
            </p:cNvPr>
            <p:cNvSpPr>
              <a:spLocks noChangeArrowheads="1"/>
            </p:cNvSpPr>
            <p:nvPr/>
          </p:nvSpPr>
          <p:spPr bwMode="auto">
            <a:xfrm>
              <a:off x="2686050"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43" name="Rectangle 89">
              <a:extLst>
                <a:ext uri="{FF2B5EF4-FFF2-40B4-BE49-F238E27FC236}">
                  <a16:creationId xmlns:a16="http://schemas.microsoft.com/office/drawing/2014/main" id="{AE73D55C-CAAA-4AE0-AA76-55F53E97C144}"/>
                </a:ext>
              </a:extLst>
            </p:cNvPr>
            <p:cNvSpPr>
              <a:spLocks noChangeArrowheads="1"/>
            </p:cNvSpPr>
            <p:nvPr/>
          </p:nvSpPr>
          <p:spPr bwMode="auto">
            <a:xfrm>
              <a:off x="3465513"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44" name="Rectangle 90">
              <a:extLst>
                <a:ext uri="{FF2B5EF4-FFF2-40B4-BE49-F238E27FC236}">
                  <a16:creationId xmlns:a16="http://schemas.microsoft.com/office/drawing/2014/main" id="{8A55EBB3-954B-4F80-98A4-37E051B45580}"/>
                </a:ext>
              </a:extLst>
            </p:cNvPr>
            <p:cNvSpPr>
              <a:spLocks noChangeArrowheads="1"/>
            </p:cNvSpPr>
            <p:nvPr/>
          </p:nvSpPr>
          <p:spPr bwMode="auto">
            <a:xfrm>
              <a:off x="4745038" y="2446338"/>
              <a:ext cx="11112"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45" name="Rectangle 91">
              <a:extLst>
                <a:ext uri="{FF2B5EF4-FFF2-40B4-BE49-F238E27FC236}">
                  <a16:creationId xmlns:a16="http://schemas.microsoft.com/office/drawing/2014/main" id="{8DFE72CE-069D-4158-9CDA-D0FC3C2791DF}"/>
                </a:ext>
              </a:extLst>
            </p:cNvPr>
            <p:cNvSpPr>
              <a:spLocks noChangeArrowheads="1"/>
            </p:cNvSpPr>
            <p:nvPr/>
          </p:nvSpPr>
          <p:spPr bwMode="auto">
            <a:xfrm>
              <a:off x="4244975"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46" name="Rectangle 92">
              <a:extLst>
                <a:ext uri="{FF2B5EF4-FFF2-40B4-BE49-F238E27FC236}">
                  <a16:creationId xmlns:a16="http://schemas.microsoft.com/office/drawing/2014/main" id="{F0D2D743-27C5-4D21-AB30-DE3F07742150}"/>
                </a:ext>
              </a:extLst>
            </p:cNvPr>
            <p:cNvSpPr>
              <a:spLocks noChangeArrowheads="1"/>
            </p:cNvSpPr>
            <p:nvPr/>
          </p:nvSpPr>
          <p:spPr bwMode="auto">
            <a:xfrm>
              <a:off x="5705475" y="2446338"/>
              <a:ext cx="11113"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47" name="Rectangle 93">
              <a:extLst>
                <a:ext uri="{FF2B5EF4-FFF2-40B4-BE49-F238E27FC236}">
                  <a16:creationId xmlns:a16="http://schemas.microsoft.com/office/drawing/2014/main" id="{DE8EDEAD-D986-47C5-9E24-7C682D4408AA}"/>
                </a:ext>
              </a:extLst>
            </p:cNvPr>
            <p:cNvSpPr>
              <a:spLocks noChangeArrowheads="1"/>
            </p:cNvSpPr>
            <p:nvPr/>
          </p:nvSpPr>
          <p:spPr bwMode="auto">
            <a:xfrm>
              <a:off x="5054600" y="25352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48" name="Rectangle 94">
              <a:extLst>
                <a:ext uri="{FF2B5EF4-FFF2-40B4-BE49-F238E27FC236}">
                  <a16:creationId xmlns:a16="http://schemas.microsoft.com/office/drawing/2014/main" id="{C4390250-6DCB-47C8-A799-83E4B4C9BC1A}"/>
                </a:ext>
              </a:extLst>
            </p:cNvPr>
            <p:cNvSpPr>
              <a:spLocks noChangeArrowheads="1"/>
            </p:cNvSpPr>
            <p:nvPr/>
          </p:nvSpPr>
          <p:spPr bwMode="auto">
            <a:xfrm>
              <a:off x="5970588"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49" name="Rectangle 95">
              <a:extLst>
                <a:ext uri="{FF2B5EF4-FFF2-40B4-BE49-F238E27FC236}">
                  <a16:creationId xmlns:a16="http://schemas.microsoft.com/office/drawing/2014/main" id="{14F66F68-C96A-4F92-BBB2-941FF35C687C}"/>
                </a:ext>
              </a:extLst>
            </p:cNvPr>
            <p:cNvSpPr>
              <a:spLocks noChangeArrowheads="1"/>
            </p:cNvSpPr>
            <p:nvPr/>
          </p:nvSpPr>
          <p:spPr bwMode="auto">
            <a:xfrm>
              <a:off x="6748463"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50" name="Rectangle 96">
              <a:extLst>
                <a:ext uri="{FF2B5EF4-FFF2-40B4-BE49-F238E27FC236}">
                  <a16:creationId xmlns:a16="http://schemas.microsoft.com/office/drawing/2014/main" id="{3C6CB28B-88D2-4694-8646-1725BEDEC003}"/>
                </a:ext>
              </a:extLst>
            </p:cNvPr>
            <p:cNvSpPr>
              <a:spLocks noChangeArrowheads="1"/>
            </p:cNvSpPr>
            <p:nvPr/>
          </p:nvSpPr>
          <p:spPr bwMode="auto">
            <a:xfrm>
              <a:off x="8050213" y="2446338"/>
              <a:ext cx="11112"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51" name="Rectangle 97">
              <a:extLst>
                <a:ext uri="{FF2B5EF4-FFF2-40B4-BE49-F238E27FC236}">
                  <a16:creationId xmlns:a16="http://schemas.microsoft.com/office/drawing/2014/main" id="{10CBAE14-9A34-460D-A002-6E0AFADB6A56}"/>
                </a:ext>
              </a:extLst>
            </p:cNvPr>
            <p:cNvSpPr>
              <a:spLocks noChangeArrowheads="1"/>
            </p:cNvSpPr>
            <p:nvPr/>
          </p:nvSpPr>
          <p:spPr bwMode="auto">
            <a:xfrm>
              <a:off x="7526338"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52" name="Rectangle 98">
              <a:extLst>
                <a:ext uri="{FF2B5EF4-FFF2-40B4-BE49-F238E27FC236}">
                  <a16:creationId xmlns:a16="http://schemas.microsoft.com/office/drawing/2014/main" id="{3F594AC0-302B-4096-AEE0-F77E65DC640F}"/>
                </a:ext>
              </a:extLst>
            </p:cNvPr>
            <p:cNvSpPr>
              <a:spLocks noChangeArrowheads="1"/>
            </p:cNvSpPr>
            <p:nvPr/>
          </p:nvSpPr>
          <p:spPr bwMode="auto">
            <a:xfrm>
              <a:off x="8921750" y="2446338"/>
              <a:ext cx="11113"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53" name="Rectangle 99">
              <a:extLst>
                <a:ext uri="{FF2B5EF4-FFF2-40B4-BE49-F238E27FC236}">
                  <a16:creationId xmlns:a16="http://schemas.microsoft.com/office/drawing/2014/main" id="{4D5212AA-7548-4CDC-BE21-DEE0A5CE32E1}"/>
                </a:ext>
              </a:extLst>
            </p:cNvPr>
            <p:cNvSpPr>
              <a:spLocks noChangeArrowheads="1"/>
            </p:cNvSpPr>
            <p:nvPr/>
          </p:nvSpPr>
          <p:spPr bwMode="auto">
            <a:xfrm>
              <a:off x="8297863" y="25352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54" name="Rectangle 100">
              <a:extLst>
                <a:ext uri="{FF2B5EF4-FFF2-40B4-BE49-F238E27FC236}">
                  <a16:creationId xmlns:a16="http://schemas.microsoft.com/office/drawing/2014/main" id="{460032E0-CC37-4AD7-A234-1650773E19EE}"/>
                </a:ext>
              </a:extLst>
            </p:cNvPr>
            <p:cNvSpPr>
              <a:spLocks noChangeArrowheads="1"/>
            </p:cNvSpPr>
            <p:nvPr/>
          </p:nvSpPr>
          <p:spPr bwMode="auto">
            <a:xfrm>
              <a:off x="547688" y="2800350"/>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55" name="Rectangle 101">
              <a:extLst>
                <a:ext uri="{FF2B5EF4-FFF2-40B4-BE49-F238E27FC236}">
                  <a16:creationId xmlns:a16="http://schemas.microsoft.com/office/drawing/2014/main" id="{94826E92-BB7C-4C8E-8E0A-FC73965C74B5}"/>
                </a:ext>
              </a:extLst>
            </p:cNvPr>
            <p:cNvSpPr>
              <a:spLocks noChangeArrowheads="1"/>
            </p:cNvSpPr>
            <p:nvPr/>
          </p:nvSpPr>
          <p:spPr bwMode="auto">
            <a:xfrm>
              <a:off x="260350" y="2805113"/>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56" name="Rectangle 102">
              <a:extLst>
                <a:ext uri="{FF2B5EF4-FFF2-40B4-BE49-F238E27FC236}">
                  <a16:creationId xmlns:a16="http://schemas.microsoft.com/office/drawing/2014/main" id="{BBEFBC57-A5F0-421F-9409-2CB9837B4155}"/>
                </a:ext>
              </a:extLst>
            </p:cNvPr>
            <p:cNvSpPr>
              <a:spLocks noChangeArrowheads="1"/>
            </p:cNvSpPr>
            <p:nvPr/>
          </p:nvSpPr>
          <p:spPr bwMode="auto">
            <a:xfrm>
              <a:off x="1462088" y="2800350"/>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57" name="Rectangle 103">
              <a:extLst>
                <a:ext uri="{FF2B5EF4-FFF2-40B4-BE49-F238E27FC236}">
                  <a16:creationId xmlns:a16="http://schemas.microsoft.com/office/drawing/2014/main" id="{CFB4FD8C-D2A7-4C3F-B0D0-6E99CEF1E341}"/>
                </a:ext>
              </a:extLst>
            </p:cNvPr>
            <p:cNvSpPr>
              <a:spLocks noChangeArrowheads="1"/>
            </p:cNvSpPr>
            <p:nvPr/>
          </p:nvSpPr>
          <p:spPr bwMode="auto">
            <a:xfrm>
              <a:off x="838200" y="28035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58" name="Rectangle 104">
              <a:extLst>
                <a:ext uri="{FF2B5EF4-FFF2-40B4-BE49-F238E27FC236}">
                  <a16:creationId xmlns:a16="http://schemas.microsoft.com/office/drawing/2014/main" id="{25948ACF-0D99-489C-964C-58733BE2F055}"/>
                </a:ext>
              </a:extLst>
            </p:cNvPr>
            <p:cNvSpPr>
              <a:spLocks noChangeArrowheads="1"/>
            </p:cNvSpPr>
            <p:nvPr/>
          </p:nvSpPr>
          <p:spPr bwMode="auto">
            <a:xfrm>
              <a:off x="2422525" y="2800350"/>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59" name="Rectangle 105">
              <a:extLst>
                <a:ext uri="{FF2B5EF4-FFF2-40B4-BE49-F238E27FC236}">
                  <a16:creationId xmlns:a16="http://schemas.microsoft.com/office/drawing/2014/main" id="{806AF409-A74B-49E8-816B-C52BD6FBDFAE}"/>
                </a:ext>
              </a:extLst>
            </p:cNvPr>
            <p:cNvSpPr>
              <a:spLocks noChangeArrowheads="1"/>
            </p:cNvSpPr>
            <p:nvPr/>
          </p:nvSpPr>
          <p:spPr bwMode="auto">
            <a:xfrm>
              <a:off x="1771650" y="28035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60" name="Rectangle 106">
              <a:extLst>
                <a:ext uri="{FF2B5EF4-FFF2-40B4-BE49-F238E27FC236}">
                  <a16:creationId xmlns:a16="http://schemas.microsoft.com/office/drawing/2014/main" id="{549B0B73-7C63-40FC-9563-DDE9884630F9}"/>
                </a:ext>
              </a:extLst>
            </p:cNvPr>
            <p:cNvSpPr>
              <a:spLocks noChangeArrowheads="1"/>
            </p:cNvSpPr>
            <p:nvPr/>
          </p:nvSpPr>
          <p:spPr bwMode="auto">
            <a:xfrm>
              <a:off x="2686050"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61" name="Rectangle 107">
              <a:extLst>
                <a:ext uri="{FF2B5EF4-FFF2-40B4-BE49-F238E27FC236}">
                  <a16:creationId xmlns:a16="http://schemas.microsoft.com/office/drawing/2014/main" id="{7B7527F6-4AB7-4121-868F-AE4033DDEA44}"/>
                </a:ext>
              </a:extLst>
            </p:cNvPr>
            <p:cNvSpPr>
              <a:spLocks noChangeArrowheads="1"/>
            </p:cNvSpPr>
            <p:nvPr/>
          </p:nvSpPr>
          <p:spPr bwMode="auto">
            <a:xfrm>
              <a:off x="3465513"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62" name="Rectangle 108">
              <a:extLst>
                <a:ext uri="{FF2B5EF4-FFF2-40B4-BE49-F238E27FC236}">
                  <a16:creationId xmlns:a16="http://schemas.microsoft.com/office/drawing/2014/main" id="{750B61F1-19DD-4BC9-A10A-0F35C65DFEBF}"/>
                </a:ext>
              </a:extLst>
            </p:cNvPr>
            <p:cNvSpPr>
              <a:spLocks noChangeArrowheads="1"/>
            </p:cNvSpPr>
            <p:nvPr/>
          </p:nvSpPr>
          <p:spPr bwMode="auto">
            <a:xfrm>
              <a:off x="4745038" y="2800350"/>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63" name="Rectangle 109">
              <a:extLst>
                <a:ext uri="{FF2B5EF4-FFF2-40B4-BE49-F238E27FC236}">
                  <a16:creationId xmlns:a16="http://schemas.microsoft.com/office/drawing/2014/main" id="{1DB650DA-B628-47E5-B128-F29D151139C9}"/>
                </a:ext>
              </a:extLst>
            </p:cNvPr>
            <p:cNvSpPr>
              <a:spLocks noChangeArrowheads="1"/>
            </p:cNvSpPr>
            <p:nvPr/>
          </p:nvSpPr>
          <p:spPr bwMode="auto">
            <a:xfrm>
              <a:off x="4244975"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64" name="Rectangle 110">
              <a:extLst>
                <a:ext uri="{FF2B5EF4-FFF2-40B4-BE49-F238E27FC236}">
                  <a16:creationId xmlns:a16="http://schemas.microsoft.com/office/drawing/2014/main" id="{08625452-BEDE-4184-9F4B-2393CCC04707}"/>
                </a:ext>
              </a:extLst>
            </p:cNvPr>
            <p:cNvSpPr>
              <a:spLocks noChangeArrowheads="1"/>
            </p:cNvSpPr>
            <p:nvPr/>
          </p:nvSpPr>
          <p:spPr bwMode="auto">
            <a:xfrm>
              <a:off x="5705475" y="2800350"/>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65" name="Rectangle 111">
              <a:extLst>
                <a:ext uri="{FF2B5EF4-FFF2-40B4-BE49-F238E27FC236}">
                  <a16:creationId xmlns:a16="http://schemas.microsoft.com/office/drawing/2014/main" id="{06C1CD95-210B-4DA9-9DFD-4B850DEB484D}"/>
                </a:ext>
              </a:extLst>
            </p:cNvPr>
            <p:cNvSpPr>
              <a:spLocks noChangeArrowheads="1"/>
            </p:cNvSpPr>
            <p:nvPr/>
          </p:nvSpPr>
          <p:spPr bwMode="auto">
            <a:xfrm>
              <a:off x="5056188" y="28035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66" name="Rectangle 112">
              <a:extLst>
                <a:ext uri="{FF2B5EF4-FFF2-40B4-BE49-F238E27FC236}">
                  <a16:creationId xmlns:a16="http://schemas.microsoft.com/office/drawing/2014/main" id="{4D604163-174A-4D85-9595-4D5575F9FEC9}"/>
                </a:ext>
              </a:extLst>
            </p:cNvPr>
            <p:cNvSpPr>
              <a:spLocks noChangeArrowheads="1"/>
            </p:cNvSpPr>
            <p:nvPr/>
          </p:nvSpPr>
          <p:spPr bwMode="auto">
            <a:xfrm>
              <a:off x="5972175"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67" name="Rectangle 113">
              <a:extLst>
                <a:ext uri="{FF2B5EF4-FFF2-40B4-BE49-F238E27FC236}">
                  <a16:creationId xmlns:a16="http://schemas.microsoft.com/office/drawing/2014/main" id="{000B34B8-FB26-47AC-97B3-A27D3969C402}"/>
                </a:ext>
              </a:extLst>
            </p:cNvPr>
            <p:cNvSpPr>
              <a:spLocks noChangeArrowheads="1"/>
            </p:cNvSpPr>
            <p:nvPr/>
          </p:nvSpPr>
          <p:spPr bwMode="auto">
            <a:xfrm>
              <a:off x="6750050"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68" name="Rectangle 114">
              <a:extLst>
                <a:ext uri="{FF2B5EF4-FFF2-40B4-BE49-F238E27FC236}">
                  <a16:creationId xmlns:a16="http://schemas.microsoft.com/office/drawing/2014/main" id="{73CD1011-A2F6-41EE-86DE-83B3828A7034}"/>
                </a:ext>
              </a:extLst>
            </p:cNvPr>
            <p:cNvSpPr>
              <a:spLocks noChangeArrowheads="1"/>
            </p:cNvSpPr>
            <p:nvPr/>
          </p:nvSpPr>
          <p:spPr bwMode="auto">
            <a:xfrm>
              <a:off x="8050213" y="2800350"/>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69" name="Rectangle 115">
              <a:extLst>
                <a:ext uri="{FF2B5EF4-FFF2-40B4-BE49-F238E27FC236}">
                  <a16:creationId xmlns:a16="http://schemas.microsoft.com/office/drawing/2014/main" id="{7791CF6D-F56E-41EA-B177-CF1CB45B61CA}"/>
                </a:ext>
              </a:extLst>
            </p:cNvPr>
            <p:cNvSpPr>
              <a:spLocks noChangeArrowheads="1"/>
            </p:cNvSpPr>
            <p:nvPr/>
          </p:nvSpPr>
          <p:spPr bwMode="auto">
            <a:xfrm>
              <a:off x="7526338"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70" name="Rectangle 116">
              <a:extLst>
                <a:ext uri="{FF2B5EF4-FFF2-40B4-BE49-F238E27FC236}">
                  <a16:creationId xmlns:a16="http://schemas.microsoft.com/office/drawing/2014/main" id="{E714A794-1F47-481B-979D-DC2125D5EC9C}"/>
                </a:ext>
              </a:extLst>
            </p:cNvPr>
            <p:cNvSpPr>
              <a:spLocks noChangeArrowheads="1"/>
            </p:cNvSpPr>
            <p:nvPr/>
          </p:nvSpPr>
          <p:spPr bwMode="auto">
            <a:xfrm>
              <a:off x="8921750" y="2800350"/>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71" name="Rectangle 117">
              <a:extLst>
                <a:ext uri="{FF2B5EF4-FFF2-40B4-BE49-F238E27FC236}">
                  <a16:creationId xmlns:a16="http://schemas.microsoft.com/office/drawing/2014/main" id="{EB4F5A05-515E-4B51-AA24-7ABADA538850}"/>
                </a:ext>
              </a:extLst>
            </p:cNvPr>
            <p:cNvSpPr>
              <a:spLocks noChangeArrowheads="1"/>
            </p:cNvSpPr>
            <p:nvPr/>
          </p:nvSpPr>
          <p:spPr bwMode="auto">
            <a:xfrm>
              <a:off x="8299450" y="28035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72" name="Rectangle 118">
              <a:extLst>
                <a:ext uri="{FF2B5EF4-FFF2-40B4-BE49-F238E27FC236}">
                  <a16:creationId xmlns:a16="http://schemas.microsoft.com/office/drawing/2014/main" id="{3740BCAB-2FB7-4E53-B119-591C92B0ABE8}"/>
                </a:ext>
              </a:extLst>
            </p:cNvPr>
            <p:cNvSpPr>
              <a:spLocks noChangeArrowheads="1"/>
            </p:cNvSpPr>
            <p:nvPr/>
          </p:nvSpPr>
          <p:spPr bwMode="auto">
            <a:xfrm>
              <a:off x="547688" y="3067050"/>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73" name="Rectangle 119">
              <a:extLst>
                <a:ext uri="{FF2B5EF4-FFF2-40B4-BE49-F238E27FC236}">
                  <a16:creationId xmlns:a16="http://schemas.microsoft.com/office/drawing/2014/main" id="{7E0CBCB7-5338-4D92-B8F0-54F29651424A}"/>
                </a:ext>
              </a:extLst>
            </p:cNvPr>
            <p:cNvSpPr>
              <a:spLocks noChangeArrowheads="1"/>
            </p:cNvSpPr>
            <p:nvPr/>
          </p:nvSpPr>
          <p:spPr bwMode="auto">
            <a:xfrm>
              <a:off x="260350" y="3070225"/>
              <a:ext cx="2095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74" name="Rectangle 120">
              <a:extLst>
                <a:ext uri="{FF2B5EF4-FFF2-40B4-BE49-F238E27FC236}">
                  <a16:creationId xmlns:a16="http://schemas.microsoft.com/office/drawing/2014/main" id="{364389CD-7755-47D6-9FFA-3533A381460B}"/>
                </a:ext>
              </a:extLst>
            </p:cNvPr>
            <p:cNvSpPr>
              <a:spLocks noChangeArrowheads="1"/>
            </p:cNvSpPr>
            <p:nvPr/>
          </p:nvSpPr>
          <p:spPr bwMode="auto">
            <a:xfrm>
              <a:off x="1462088" y="3067050"/>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75" name="Rectangle 121">
              <a:extLst>
                <a:ext uri="{FF2B5EF4-FFF2-40B4-BE49-F238E27FC236}">
                  <a16:creationId xmlns:a16="http://schemas.microsoft.com/office/drawing/2014/main" id="{15991092-DBE2-4EEF-8D96-9AA415094A72}"/>
                </a:ext>
              </a:extLst>
            </p:cNvPr>
            <p:cNvSpPr>
              <a:spLocks noChangeArrowheads="1"/>
            </p:cNvSpPr>
            <p:nvPr/>
          </p:nvSpPr>
          <p:spPr bwMode="auto">
            <a:xfrm>
              <a:off x="838200" y="30686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76" name="Rectangle 122">
              <a:extLst>
                <a:ext uri="{FF2B5EF4-FFF2-40B4-BE49-F238E27FC236}">
                  <a16:creationId xmlns:a16="http://schemas.microsoft.com/office/drawing/2014/main" id="{03085BE5-F105-47B8-A210-F9331CB4FEAF}"/>
                </a:ext>
              </a:extLst>
            </p:cNvPr>
            <p:cNvSpPr>
              <a:spLocks noChangeArrowheads="1"/>
            </p:cNvSpPr>
            <p:nvPr/>
          </p:nvSpPr>
          <p:spPr bwMode="auto">
            <a:xfrm>
              <a:off x="2422525" y="3067050"/>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77" name="Rectangle 123">
              <a:extLst>
                <a:ext uri="{FF2B5EF4-FFF2-40B4-BE49-F238E27FC236}">
                  <a16:creationId xmlns:a16="http://schemas.microsoft.com/office/drawing/2014/main" id="{9A2492C5-AFD3-41C5-823B-EE71366FE95B}"/>
                </a:ext>
              </a:extLst>
            </p:cNvPr>
            <p:cNvSpPr>
              <a:spLocks noChangeArrowheads="1"/>
            </p:cNvSpPr>
            <p:nvPr/>
          </p:nvSpPr>
          <p:spPr bwMode="auto">
            <a:xfrm>
              <a:off x="1771650" y="30686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78" name="Rectangle 124">
              <a:extLst>
                <a:ext uri="{FF2B5EF4-FFF2-40B4-BE49-F238E27FC236}">
                  <a16:creationId xmlns:a16="http://schemas.microsoft.com/office/drawing/2014/main" id="{72AA38BC-3D12-4B31-8E48-BB0B2A82687D}"/>
                </a:ext>
              </a:extLst>
            </p:cNvPr>
            <p:cNvSpPr>
              <a:spLocks noChangeArrowheads="1"/>
            </p:cNvSpPr>
            <p:nvPr/>
          </p:nvSpPr>
          <p:spPr bwMode="auto">
            <a:xfrm>
              <a:off x="2686050"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79" name="Rectangle 125">
              <a:extLst>
                <a:ext uri="{FF2B5EF4-FFF2-40B4-BE49-F238E27FC236}">
                  <a16:creationId xmlns:a16="http://schemas.microsoft.com/office/drawing/2014/main" id="{BC3DEBF7-9225-49D0-816D-A7714042CF70}"/>
                </a:ext>
              </a:extLst>
            </p:cNvPr>
            <p:cNvSpPr>
              <a:spLocks noChangeArrowheads="1"/>
            </p:cNvSpPr>
            <p:nvPr/>
          </p:nvSpPr>
          <p:spPr bwMode="auto">
            <a:xfrm>
              <a:off x="3465513"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80" name="Rectangle 126">
              <a:extLst>
                <a:ext uri="{FF2B5EF4-FFF2-40B4-BE49-F238E27FC236}">
                  <a16:creationId xmlns:a16="http://schemas.microsoft.com/office/drawing/2014/main" id="{15165EF2-D494-4CD7-9DDC-042CA2E56BB2}"/>
                </a:ext>
              </a:extLst>
            </p:cNvPr>
            <p:cNvSpPr>
              <a:spLocks noChangeArrowheads="1"/>
            </p:cNvSpPr>
            <p:nvPr/>
          </p:nvSpPr>
          <p:spPr bwMode="auto">
            <a:xfrm>
              <a:off x="4745038" y="3067050"/>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81" name="Rectangle 127">
              <a:extLst>
                <a:ext uri="{FF2B5EF4-FFF2-40B4-BE49-F238E27FC236}">
                  <a16:creationId xmlns:a16="http://schemas.microsoft.com/office/drawing/2014/main" id="{47E67390-BE3B-4258-9E9B-3F389948179A}"/>
                </a:ext>
              </a:extLst>
            </p:cNvPr>
            <p:cNvSpPr>
              <a:spLocks noChangeArrowheads="1"/>
            </p:cNvSpPr>
            <p:nvPr/>
          </p:nvSpPr>
          <p:spPr bwMode="auto">
            <a:xfrm>
              <a:off x="4244975"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82" name="Rectangle 128">
              <a:extLst>
                <a:ext uri="{FF2B5EF4-FFF2-40B4-BE49-F238E27FC236}">
                  <a16:creationId xmlns:a16="http://schemas.microsoft.com/office/drawing/2014/main" id="{F9CAFF33-46DF-4AA3-A1C9-82710BE4BDE0}"/>
                </a:ext>
              </a:extLst>
            </p:cNvPr>
            <p:cNvSpPr>
              <a:spLocks noChangeArrowheads="1"/>
            </p:cNvSpPr>
            <p:nvPr/>
          </p:nvSpPr>
          <p:spPr bwMode="auto">
            <a:xfrm>
              <a:off x="5705475" y="3067050"/>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83" name="Rectangle 129">
              <a:extLst>
                <a:ext uri="{FF2B5EF4-FFF2-40B4-BE49-F238E27FC236}">
                  <a16:creationId xmlns:a16="http://schemas.microsoft.com/office/drawing/2014/main" id="{0AB44D38-BB28-4DDB-B45D-CD400DAF59F7}"/>
                </a:ext>
              </a:extLst>
            </p:cNvPr>
            <p:cNvSpPr>
              <a:spLocks noChangeArrowheads="1"/>
            </p:cNvSpPr>
            <p:nvPr/>
          </p:nvSpPr>
          <p:spPr bwMode="auto">
            <a:xfrm>
              <a:off x="5056188" y="30686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84" name="Rectangle 130">
              <a:extLst>
                <a:ext uri="{FF2B5EF4-FFF2-40B4-BE49-F238E27FC236}">
                  <a16:creationId xmlns:a16="http://schemas.microsoft.com/office/drawing/2014/main" id="{BD3D0A0A-EAED-4FC1-B229-BD690F975406}"/>
                </a:ext>
              </a:extLst>
            </p:cNvPr>
            <p:cNvSpPr>
              <a:spLocks noChangeArrowheads="1"/>
            </p:cNvSpPr>
            <p:nvPr/>
          </p:nvSpPr>
          <p:spPr bwMode="auto">
            <a:xfrm>
              <a:off x="5972175"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85" name="Rectangle 131">
              <a:extLst>
                <a:ext uri="{FF2B5EF4-FFF2-40B4-BE49-F238E27FC236}">
                  <a16:creationId xmlns:a16="http://schemas.microsoft.com/office/drawing/2014/main" id="{A05A4BA0-5094-4C3B-AF75-837421E752E6}"/>
                </a:ext>
              </a:extLst>
            </p:cNvPr>
            <p:cNvSpPr>
              <a:spLocks noChangeArrowheads="1"/>
            </p:cNvSpPr>
            <p:nvPr/>
          </p:nvSpPr>
          <p:spPr bwMode="auto">
            <a:xfrm>
              <a:off x="6750050"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86" name="Rectangle 132">
              <a:extLst>
                <a:ext uri="{FF2B5EF4-FFF2-40B4-BE49-F238E27FC236}">
                  <a16:creationId xmlns:a16="http://schemas.microsoft.com/office/drawing/2014/main" id="{588A942C-4954-4D81-87DB-17C996E18028}"/>
                </a:ext>
              </a:extLst>
            </p:cNvPr>
            <p:cNvSpPr>
              <a:spLocks noChangeArrowheads="1"/>
            </p:cNvSpPr>
            <p:nvPr/>
          </p:nvSpPr>
          <p:spPr bwMode="auto">
            <a:xfrm>
              <a:off x="8050213" y="3067050"/>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87" name="Rectangle 133">
              <a:extLst>
                <a:ext uri="{FF2B5EF4-FFF2-40B4-BE49-F238E27FC236}">
                  <a16:creationId xmlns:a16="http://schemas.microsoft.com/office/drawing/2014/main" id="{34922FE2-3F10-45A3-9B18-3C42AD46EEF2}"/>
                </a:ext>
              </a:extLst>
            </p:cNvPr>
            <p:cNvSpPr>
              <a:spLocks noChangeArrowheads="1"/>
            </p:cNvSpPr>
            <p:nvPr/>
          </p:nvSpPr>
          <p:spPr bwMode="auto">
            <a:xfrm>
              <a:off x="7526338"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88" name="Rectangle 134">
              <a:extLst>
                <a:ext uri="{FF2B5EF4-FFF2-40B4-BE49-F238E27FC236}">
                  <a16:creationId xmlns:a16="http://schemas.microsoft.com/office/drawing/2014/main" id="{D569CA6F-1FA6-4C64-B72B-862351498D06}"/>
                </a:ext>
              </a:extLst>
            </p:cNvPr>
            <p:cNvSpPr>
              <a:spLocks noChangeArrowheads="1"/>
            </p:cNvSpPr>
            <p:nvPr/>
          </p:nvSpPr>
          <p:spPr bwMode="auto">
            <a:xfrm>
              <a:off x="8921750" y="3067050"/>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89" name="Rectangle 135">
              <a:extLst>
                <a:ext uri="{FF2B5EF4-FFF2-40B4-BE49-F238E27FC236}">
                  <a16:creationId xmlns:a16="http://schemas.microsoft.com/office/drawing/2014/main" id="{7C1ED2A4-AD9F-491E-AE39-C50FDAD9C073}"/>
                </a:ext>
              </a:extLst>
            </p:cNvPr>
            <p:cNvSpPr>
              <a:spLocks noChangeArrowheads="1"/>
            </p:cNvSpPr>
            <p:nvPr/>
          </p:nvSpPr>
          <p:spPr bwMode="auto">
            <a:xfrm>
              <a:off x="8299450" y="30686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90" name="Rectangle 136">
              <a:extLst>
                <a:ext uri="{FF2B5EF4-FFF2-40B4-BE49-F238E27FC236}">
                  <a16:creationId xmlns:a16="http://schemas.microsoft.com/office/drawing/2014/main" id="{42491E30-6C80-4FA3-A5F8-0B2BC5F9BAC4}"/>
                </a:ext>
              </a:extLst>
            </p:cNvPr>
            <p:cNvSpPr>
              <a:spLocks noChangeArrowheads="1"/>
            </p:cNvSpPr>
            <p:nvPr/>
          </p:nvSpPr>
          <p:spPr bwMode="auto">
            <a:xfrm>
              <a:off x="547688" y="3335338"/>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91" name="Rectangle 137">
              <a:extLst>
                <a:ext uri="{FF2B5EF4-FFF2-40B4-BE49-F238E27FC236}">
                  <a16:creationId xmlns:a16="http://schemas.microsoft.com/office/drawing/2014/main" id="{1FE107F5-E261-48F9-8D5A-334C850B2F45}"/>
                </a:ext>
              </a:extLst>
            </p:cNvPr>
            <p:cNvSpPr>
              <a:spLocks noChangeArrowheads="1"/>
            </p:cNvSpPr>
            <p:nvPr/>
          </p:nvSpPr>
          <p:spPr bwMode="auto">
            <a:xfrm>
              <a:off x="246063" y="3338513"/>
              <a:ext cx="2222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92" name="Rectangle 138">
              <a:extLst>
                <a:ext uri="{FF2B5EF4-FFF2-40B4-BE49-F238E27FC236}">
                  <a16:creationId xmlns:a16="http://schemas.microsoft.com/office/drawing/2014/main" id="{C3430930-C3EE-4600-8922-77945CF6F48F}"/>
                </a:ext>
              </a:extLst>
            </p:cNvPr>
            <p:cNvSpPr>
              <a:spLocks noChangeArrowheads="1"/>
            </p:cNvSpPr>
            <p:nvPr/>
          </p:nvSpPr>
          <p:spPr bwMode="auto">
            <a:xfrm>
              <a:off x="1462088" y="3335338"/>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93" name="Rectangle 139">
              <a:extLst>
                <a:ext uri="{FF2B5EF4-FFF2-40B4-BE49-F238E27FC236}">
                  <a16:creationId xmlns:a16="http://schemas.microsoft.com/office/drawing/2014/main" id="{BC202E30-AA6A-4F5C-AE0A-CE0AFB05FE55}"/>
                </a:ext>
              </a:extLst>
            </p:cNvPr>
            <p:cNvSpPr>
              <a:spLocks noChangeArrowheads="1"/>
            </p:cNvSpPr>
            <p:nvPr/>
          </p:nvSpPr>
          <p:spPr bwMode="auto">
            <a:xfrm>
              <a:off x="836613" y="33369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94" name="Rectangle 140">
              <a:extLst>
                <a:ext uri="{FF2B5EF4-FFF2-40B4-BE49-F238E27FC236}">
                  <a16:creationId xmlns:a16="http://schemas.microsoft.com/office/drawing/2014/main" id="{1F7036AC-5423-4853-8FBF-0F4BE7DC4EBD}"/>
                </a:ext>
              </a:extLst>
            </p:cNvPr>
            <p:cNvSpPr>
              <a:spLocks noChangeArrowheads="1"/>
            </p:cNvSpPr>
            <p:nvPr/>
          </p:nvSpPr>
          <p:spPr bwMode="auto">
            <a:xfrm>
              <a:off x="2422525" y="3335338"/>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95" name="Rectangle 141">
              <a:extLst>
                <a:ext uri="{FF2B5EF4-FFF2-40B4-BE49-F238E27FC236}">
                  <a16:creationId xmlns:a16="http://schemas.microsoft.com/office/drawing/2014/main" id="{68748AC9-03FA-4F4D-A816-647D4FE0DE50}"/>
                </a:ext>
              </a:extLst>
            </p:cNvPr>
            <p:cNvSpPr>
              <a:spLocks noChangeArrowheads="1"/>
            </p:cNvSpPr>
            <p:nvPr/>
          </p:nvSpPr>
          <p:spPr bwMode="auto">
            <a:xfrm>
              <a:off x="1771650" y="33369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96" name="Rectangle 142">
              <a:extLst>
                <a:ext uri="{FF2B5EF4-FFF2-40B4-BE49-F238E27FC236}">
                  <a16:creationId xmlns:a16="http://schemas.microsoft.com/office/drawing/2014/main" id="{C0E79A5D-1FB2-4B06-964A-2B0BC72805E8}"/>
                </a:ext>
              </a:extLst>
            </p:cNvPr>
            <p:cNvSpPr>
              <a:spLocks noChangeArrowheads="1"/>
            </p:cNvSpPr>
            <p:nvPr/>
          </p:nvSpPr>
          <p:spPr bwMode="auto">
            <a:xfrm>
              <a:off x="2686050"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97" name="Rectangle 143">
              <a:extLst>
                <a:ext uri="{FF2B5EF4-FFF2-40B4-BE49-F238E27FC236}">
                  <a16:creationId xmlns:a16="http://schemas.microsoft.com/office/drawing/2014/main" id="{1A279602-0DDA-43DF-80E0-A846A218CE7D}"/>
                </a:ext>
              </a:extLst>
            </p:cNvPr>
            <p:cNvSpPr>
              <a:spLocks noChangeArrowheads="1"/>
            </p:cNvSpPr>
            <p:nvPr/>
          </p:nvSpPr>
          <p:spPr bwMode="auto">
            <a:xfrm>
              <a:off x="3465513"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98" name="Rectangle 144">
              <a:extLst>
                <a:ext uri="{FF2B5EF4-FFF2-40B4-BE49-F238E27FC236}">
                  <a16:creationId xmlns:a16="http://schemas.microsoft.com/office/drawing/2014/main" id="{4B665E53-0C67-46C9-BB76-6AC65B356FD1}"/>
                </a:ext>
              </a:extLst>
            </p:cNvPr>
            <p:cNvSpPr>
              <a:spLocks noChangeArrowheads="1"/>
            </p:cNvSpPr>
            <p:nvPr/>
          </p:nvSpPr>
          <p:spPr bwMode="auto">
            <a:xfrm>
              <a:off x="4745038" y="3335338"/>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399" name="Rectangle 145">
              <a:extLst>
                <a:ext uri="{FF2B5EF4-FFF2-40B4-BE49-F238E27FC236}">
                  <a16:creationId xmlns:a16="http://schemas.microsoft.com/office/drawing/2014/main" id="{CF9B9124-12AF-4E05-B835-0E0C4CD43708}"/>
                </a:ext>
              </a:extLst>
            </p:cNvPr>
            <p:cNvSpPr>
              <a:spLocks noChangeArrowheads="1"/>
            </p:cNvSpPr>
            <p:nvPr/>
          </p:nvSpPr>
          <p:spPr bwMode="auto">
            <a:xfrm>
              <a:off x="4244975"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00" name="Rectangle 146">
              <a:extLst>
                <a:ext uri="{FF2B5EF4-FFF2-40B4-BE49-F238E27FC236}">
                  <a16:creationId xmlns:a16="http://schemas.microsoft.com/office/drawing/2014/main" id="{E0959A86-BEB0-4F19-BFB7-33A2A5FC56CB}"/>
                </a:ext>
              </a:extLst>
            </p:cNvPr>
            <p:cNvSpPr>
              <a:spLocks noChangeArrowheads="1"/>
            </p:cNvSpPr>
            <p:nvPr/>
          </p:nvSpPr>
          <p:spPr bwMode="auto">
            <a:xfrm>
              <a:off x="5705475" y="3335338"/>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01" name="Rectangle 147">
              <a:extLst>
                <a:ext uri="{FF2B5EF4-FFF2-40B4-BE49-F238E27FC236}">
                  <a16:creationId xmlns:a16="http://schemas.microsoft.com/office/drawing/2014/main" id="{B2A1617D-6400-471B-AE5E-9AC0939B4EC8}"/>
                </a:ext>
              </a:extLst>
            </p:cNvPr>
            <p:cNvSpPr>
              <a:spLocks noChangeArrowheads="1"/>
            </p:cNvSpPr>
            <p:nvPr/>
          </p:nvSpPr>
          <p:spPr bwMode="auto">
            <a:xfrm>
              <a:off x="5054600" y="33369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02" name="Rectangle 148">
              <a:extLst>
                <a:ext uri="{FF2B5EF4-FFF2-40B4-BE49-F238E27FC236}">
                  <a16:creationId xmlns:a16="http://schemas.microsoft.com/office/drawing/2014/main" id="{A731D3B5-0486-4175-88DF-2AB11507FA54}"/>
                </a:ext>
              </a:extLst>
            </p:cNvPr>
            <p:cNvSpPr>
              <a:spLocks noChangeArrowheads="1"/>
            </p:cNvSpPr>
            <p:nvPr/>
          </p:nvSpPr>
          <p:spPr bwMode="auto">
            <a:xfrm>
              <a:off x="5970588"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03" name="Rectangle 149">
              <a:extLst>
                <a:ext uri="{FF2B5EF4-FFF2-40B4-BE49-F238E27FC236}">
                  <a16:creationId xmlns:a16="http://schemas.microsoft.com/office/drawing/2014/main" id="{6A850011-F9C2-4C4F-9648-666A0BB76EE3}"/>
                </a:ext>
              </a:extLst>
            </p:cNvPr>
            <p:cNvSpPr>
              <a:spLocks noChangeArrowheads="1"/>
            </p:cNvSpPr>
            <p:nvPr/>
          </p:nvSpPr>
          <p:spPr bwMode="auto">
            <a:xfrm>
              <a:off x="6748463"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04" name="Rectangle 150">
              <a:extLst>
                <a:ext uri="{FF2B5EF4-FFF2-40B4-BE49-F238E27FC236}">
                  <a16:creationId xmlns:a16="http://schemas.microsoft.com/office/drawing/2014/main" id="{C3CC0AF3-C978-4214-9A17-E5826971D004}"/>
                </a:ext>
              </a:extLst>
            </p:cNvPr>
            <p:cNvSpPr>
              <a:spLocks noChangeArrowheads="1"/>
            </p:cNvSpPr>
            <p:nvPr/>
          </p:nvSpPr>
          <p:spPr bwMode="auto">
            <a:xfrm>
              <a:off x="8050213" y="3335338"/>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05" name="Rectangle 151">
              <a:extLst>
                <a:ext uri="{FF2B5EF4-FFF2-40B4-BE49-F238E27FC236}">
                  <a16:creationId xmlns:a16="http://schemas.microsoft.com/office/drawing/2014/main" id="{76617130-25E7-4E9D-B9F2-955BB7C45495}"/>
                </a:ext>
              </a:extLst>
            </p:cNvPr>
            <p:cNvSpPr>
              <a:spLocks noChangeArrowheads="1"/>
            </p:cNvSpPr>
            <p:nvPr/>
          </p:nvSpPr>
          <p:spPr bwMode="auto">
            <a:xfrm>
              <a:off x="7526338"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06" name="Rectangle 152">
              <a:extLst>
                <a:ext uri="{FF2B5EF4-FFF2-40B4-BE49-F238E27FC236}">
                  <a16:creationId xmlns:a16="http://schemas.microsoft.com/office/drawing/2014/main" id="{3EC0E076-2C90-4252-BEF7-1C6B4261EE7E}"/>
                </a:ext>
              </a:extLst>
            </p:cNvPr>
            <p:cNvSpPr>
              <a:spLocks noChangeArrowheads="1"/>
            </p:cNvSpPr>
            <p:nvPr/>
          </p:nvSpPr>
          <p:spPr bwMode="auto">
            <a:xfrm>
              <a:off x="8921750" y="3335338"/>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07" name="Rectangle 153">
              <a:extLst>
                <a:ext uri="{FF2B5EF4-FFF2-40B4-BE49-F238E27FC236}">
                  <a16:creationId xmlns:a16="http://schemas.microsoft.com/office/drawing/2014/main" id="{F63C4E05-0E55-4F34-8392-E584C144DD65}"/>
                </a:ext>
              </a:extLst>
            </p:cNvPr>
            <p:cNvSpPr>
              <a:spLocks noChangeArrowheads="1"/>
            </p:cNvSpPr>
            <p:nvPr/>
          </p:nvSpPr>
          <p:spPr bwMode="auto">
            <a:xfrm>
              <a:off x="8297863" y="33369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08" name="Rectangle 154">
              <a:extLst>
                <a:ext uri="{FF2B5EF4-FFF2-40B4-BE49-F238E27FC236}">
                  <a16:creationId xmlns:a16="http://schemas.microsoft.com/office/drawing/2014/main" id="{95D662DC-6BF7-4545-8C2C-82E0899A81D5}"/>
                </a:ext>
              </a:extLst>
            </p:cNvPr>
            <p:cNvSpPr>
              <a:spLocks noChangeArrowheads="1"/>
            </p:cNvSpPr>
            <p:nvPr/>
          </p:nvSpPr>
          <p:spPr bwMode="auto">
            <a:xfrm>
              <a:off x="547688" y="3603625"/>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09" name="Rectangle 155">
              <a:extLst>
                <a:ext uri="{FF2B5EF4-FFF2-40B4-BE49-F238E27FC236}">
                  <a16:creationId xmlns:a16="http://schemas.microsoft.com/office/drawing/2014/main" id="{B7A7BC91-3C14-42DF-B803-B3A1F09C7924}"/>
                </a:ext>
              </a:extLst>
            </p:cNvPr>
            <p:cNvSpPr>
              <a:spLocks noChangeArrowheads="1"/>
            </p:cNvSpPr>
            <p:nvPr/>
          </p:nvSpPr>
          <p:spPr bwMode="auto">
            <a:xfrm>
              <a:off x="273050" y="3606800"/>
              <a:ext cx="1968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10" name="Rectangle 156">
              <a:extLst>
                <a:ext uri="{FF2B5EF4-FFF2-40B4-BE49-F238E27FC236}">
                  <a16:creationId xmlns:a16="http://schemas.microsoft.com/office/drawing/2014/main" id="{A8C4EE32-8D07-4229-B609-9393E68EE8F0}"/>
                </a:ext>
              </a:extLst>
            </p:cNvPr>
            <p:cNvSpPr>
              <a:spLocks noChangeArrowheads="1"/>
            </p:cNvSpPr>
            <p:nvPr/>
          </p:nvSpPr>
          <p:spPr bwMode="auto">
            <a:xfrm>
              <a:off x="1462088" y="3603625"/>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11" name="Rectangle 157">
              <a:extLst>
                <a:ext uri="{FF2B5EF4-FFF2-40B4-BE49-F238E27FC236}">
                  <a16:creationId xmlns:a16="http://schemas.microsoft.com/office/drawing/2014/main" id="{7D020A9F-ACD4-4A5E-A37F-D4D8D8906F00}"/>
                </a:ext>
              </a:extLst>
            </p:cNvPr>
            <p:cNvSpPr>
              <a:spLocks noChangeArrowheads="1"/>
            </p:cNvSpPr>
            <p:nvPr/>
          </p:nvSpPr>
          <p:spPr bwMode="auto">
            <a:xfrm>
              <a:off x="836613" y="36052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12" name="Rectangle 158">
              <a:extLst>
                <a:ext uri="{FF2B5EF4-FFF2-40B4-BE49-F238E27FC236}">
                  <a16:creationId xmlns:a16="http://schemas.microsoft.com/office/drawing/2014/main" id="{24620629-8DD7-4DC6-9E9A-8B468A0E9D25}"/>
                </a:ext>
              </a:extLst>
            </p:cNvPr>
            <p:cNvSpPr>
              <a:spLocks noChangeArrowheads="1"/>
            </p:cNvSpPr>
            <p:nvPr/>
          </p:nvSpPr>
          <p:spPr bwMode="auto">
            <a:xfrm>
              <a:off x="2422525" y="3603625"/>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13" name="Rectangle 159">
              <a:extLst>
                <a:ext uri="{FF2B5EF4-FFF2-40B4-BE49-F238E27FC236}">
                  <a16:creationId xmlns:a16="http://schemas.microsoft.com/office/drawing/2014/main" id="{2F9772AD-73B1-4915-B7AC-4EC4EF794147}"/>
                </a:ext>
              </a:extLst>
            </p:cNvPr>
            <p:cNvSpPr>
              <a:spLocks noChangeArrowheads="1"/>
            </p:cNvSpPr>
            <p:nvPr/>
          </p:nvSpPr>
          <p:spPr bwMode="auto">
            <a:xfrm>
              <a:off x="1770063" y="36052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14" name="Rectangle 160">
              <a:extLst>
                <a:ext uri="{FF2B5EF4-FFF2-40B4-BE49-F238E27FC236}">
                  <a16:creationId xmlns:a16="http://schemas.microsoft.com/office/drawing/2014/main" id="{83F4825A-12AE-46F7-9F8D-308F4D084AA6}"/>
                </a:ext>
              </a:extLst>
            </p:cNvPr>
            <p:cNvSpPr>
              <a:spLocks noChangeArrowheads="1"/>
            </p:cNvSpPr>
            <p:nvPr/>
          </p:nvSpPr>
          <p:spPr bwMode="auto">
            <a:xfrm>
              <a:off x="2686050"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15" name="Rectangle 161">
              <a:extLst>
                <a:ext uri="{FF2B5EF4-FFF2-40B4-BE49-F238E27FC236}">
                  <a16:creationId xmlns:a16="http://schemas.microsoft.com/office/drawing/2014/main" id="{6ECFD629-808E-4A3A-A35D-6E2C87F4DEF5}"/>
                </a:ext>
              </a:extLst>
            </p:cNvPr>
            <p:cNvSpPr>
              <a:spLocks noChangeArrowheads="1"/>
            </p:cNvSpPr>
            <p:nvPr/>
          </p:nvSpPr>
          <p:spPr bwMode="auto">
            <a:xfrm>
              <a:off x="3463925"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16" name="Rectangle 162">
              <a:extLst>
                <a:ext uri="{FF2B5EF4-FFF2-40B4-BE49-F238E27FC236}">
                  <a16:creationId xmlns:a16="http://schemas.microsoft.com/office/drawing/2014/main" id="{09397E05-36FC-47DA-9346-B4C3F3224826}"/>
                </a:ext>
              </a:extLst>
            </p:cNvPr>
            <p:cNvSpPr>
              <a:spLocks noChangeArrowheads="1"/>
            </p:cNvSpPr>
            <p:nvPr/>
          </p:nvSpPr>
          <p:spPr bwMode="auto">
            <a:xfrm>
              <a:off x="4745038" y="3603625"/>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17" name="Rectangle 163">
              <a:extLst>
                <a:ext uri="{FF2B5EF4-FFF2-40B4-BE49-F238E27FC236}">
                  <a16:creationId xmlns:a16="http://schemas.microsoft.com/office/drawing/2014/main" id="{E30B145A-B1C7-4C98-AC00-FEC712F5C43C}"/>
                </a:ext>
              </a:extLst>
            </p:cNvPr>
            <p:cNvSpPr>
              <a:spLocks noChangeArrowheads="1"/>
            </p:cNvSpPr>
            <p:nvPr/>
          </p:nvSpPr>
          <p:spPr bwMode="auto">
            <a:xfrm>
              <a:off x="4243388"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18" name="Rectangle 164">
              <a:extLst>
                <a:ext uri="{FF2B5EF4-FFF2-40B4-BE49-F238E27FC236}">
                  <a16:creationId xmlns:a16="http://schemas.microsoft.com/office/drawing/2014/main" id="{7555B437-65CD-4B0B-A0CC-A3B6EDF0D12C}"/>
                </a:ext>
              </a:extLst>
            </p:cNvPr>
            <p:cNvSpPr>
              <a:spLocks noChangeArrowheads="1"/>
            </p:cNvSpPr>
            <p:nvPr/>
          </p:nvSpPr>
          <p:spPr bwMode="auto">
            <a:xfrm>
              <a:off x="5705475" y="3603625"/>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19" name="Rectangle 165">
              <a:extLst>
                <a:ext uri="{FF2B5EF4-FFF2-40B4-BE49-F238E27FC236}">
                  <a16:creationId xmlns:a16="http://schemas.microsoft.com/office/drawing/2014/main" id="{5588B239-C54B-4452-B0AF-886B72C8D8DC}"/>
                </a:ext>
              </a:extLst>
            </p:cNvPr>
            <p:cNvSpPr>
              <a:spLocks noChangeArrowheads="1"/>
            </p:cNvSpPr>
            <p:nvPr/>
          </p:nvSpPr>
          <p:spPr bwMode="auto">
            <a:xfrm>
              <a:off x="5054600" y="36052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20" name="Rectangle 166">
              <a:extLst>
                <a:ext uri="{FF2B5EF4-FFF2-40B4-BE49-F238E27FC236}">
                  <a16:creationId xmlns:a16="http://schemas.microsoft.com/office/drawing/2014/main" id="{59D2A419-04D7-4E03-B6C5-0C1E54D57AC0}"/>
                </a:ext>
              </a:extLst>
            </p:cNvPr>
            <p:cNvSpPr>
              <a:spLocks noChangeArrowheads="1"/>
            </p:cNvSpPr>
            <p:nvPr/>
          </p:nvSpPr>
          <p:spPr bwMode="auto">
            <a:xfrm>
              <a:off x="5969000"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21" name="Rectangle 167">
              <a:extLst>
                <a:ext uri="{FF2B5EF4-FFF2-40B4-BE49-F238E27FC236}">
                  <a16:creationId xmlns:a16="http://schemas.microsoft.com/office/drawing/2014/main" id="{FF698169-276B-4771-981B-F1CAB828BB9A}"/>
                </a:ext>
              </a:extLst>
            </p:cNvPr>
            <p:cNvSpPr>
              <a:spLocks noChangeArrowheads="1"/>
            </p:cNvSpPr>
            <p:nvPr/>
          </p:nvSpPr>
          <p:spPr bwMode="auto">
            <a:xfrm>
              <a:off x="6748463"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22" name="Rectangle 168">
              <a:extLst>
                <a:ext uri="{FF2B5EF4-FFF2-40B4-BE49-F238E27FC236}">
                  <a16:creationId xmlns:a16="http://schemas.microsoft.com/office/drawing/2014/main" id="{144CF581-5D16-478E-9BC9-7E9EC62A0A17}"/>
                </a:ext>
              </a:extLst>
            </p:cNvPr>
            <p:cNvSpPr>
              <a:spLocks noChangeArrowheads="1"/>
            </p:cNvSpPr>
            <p:nvPr/>
          </p:nvSpPr>
          <p:spPr bwMode="auto">
            <a:xfrm>
              <a:off x="8050213" y="3603625"/>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23" name="Rectangle 169">
              <a:extLst>
                <a:ext uri="{FF2B5EF4-FFF2-40B4-BE49-F238E27FC236}">
                  <a16:creationId xmlns:a16="http://schemas.microsoft.com/office/drawing/2014/main" id="{8BD10A59-1562-4ECF-872D-1621E318659B}"/>
                </a:ext>
              </a:extLst>
            </p:cNvPr>
            <p:cNvSpPr>
              <a:spLocks noChangeArrowheads="1"/>
            </p:cNvSpPr>
            <p:nvPr/>
          </p:nvSpPr>
          <p:spPr bwMode="auto">
            <a:xfrm>
              <a:off x="7524750"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24" name="Rectangle 170">
              <a:extLst>
                <a:ext uri="{FF2B5EF4-FFF2-40B4-BE49-F238E27FC236}">
                  <a16:creationId xmlns:a16="http://schemas.microsoft.com/office/drawing/2014/main" id="{F3987DB4-AC98-4E87-B7F8-7ACB71A49EE5}"/>
                </a:ext>
              </a:extLst>
            </p:cNvPr>
            <p:cNvSpPr>
              <a:spLocks noChangeArrowheads="1"/>
            </p:cNvSpPr>
            <p:nvPr/>
          </p:nvSpPr>
          <p:spPr bwMode="auto">
            <a:xfrm>
              <a:off x="8921750" y="3603625"/>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25" name="Rectangle 171">
              <a:extLst>
                <a:ext uri="{FF2B5EF4-FFF2-40B4-BE49-F238E27FC236}">
                  <a16:creationId xmlns:a16="http://schemas.microsoft.com/office/drawing/2014/main" id="{6886A937-4281-452B-B7E4-020C4587FBEA}"/>
                </a:ext>
              </a:extLst>
            </p:cNvPr>
            <p:cNvSpPr>
              <a:spLocks noChangeArrowheads="1"/>
            </p:cNvSpPr>
            <p:nvPr/>
          </p:nvSpPr>
          <p:spPr bwMode="auto">
            <a:xfrm>
              <a:off x="8297863" y="36052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26" name="Rectangle 172">
              <a:extLst>
                <a:ext uri="{FF2B5EF4-FFF2-40B4-BE49-F238E27FC236}">
                  <a16:creationId xmlns:a16="http://schemas.microsoft.com/office/drawing/2014/main" id="{2A0DD5FE-25A7-4AFF-83FB-EE7E3C70E10C}"/>
                </a:ext>
              </a:extLst>
            </p:cNvPr>
            <p:cNvSpPr>
              <a:spLocks noChangeArrowheads="1"/>
            </p:cNvSpPr>
            <p:nvPr/>
          </p:nvSpPr>
          <p:spPr bwMode="auto">
            <a:xfrm>
              <a:off x="547688" y="3871913"/>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27" name="Rectangle 173">
              <a:extLst>
                <a:ext uri="{FF2B5EF4-FFF2-40B4-BE49-F238E27FC236}">
                  <a16:creationId xmlns:a16="http://schemas.microsoft.com/office/drawing/2014/main" id="{4D319614-07DB-40EC-903E-7C176E8428D6}"/>
                </a:ext>
              </a:extLst>
            </p:cNvPr>
            <p:cNvSpPr>
              <a:spLocks noChangeArrowheads="1"/>
            </p:cNvSpPr>
            <p:nvPr/>
          </p:nvSpPr>
          <p:spPr bwMode="auto">
            <a:xfrm>
              <a:off x="284163" y="3870325"/>
              <a:ext cx="1841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28" name="Rectangle 174">
              <a:extLst>
                <a:ext uri="{FF2B5EF4-FFF2-40B4-BE49-F238E27FC236}">
                  <a16:creationId xmlns:a16="http://schemas.microsoft.com/office/drawing/2014/main" id="{689F7401-E0AC-4673-B8D9-13C81473A5DB}"/>
                </a:ext>
              </a:extLst>
            </p:cNvPr>
            <p:cNvSpPr>
              <a:spLocks noChangeArrowheads="1"/>
            </p:cNvSpPr>
            <p:nvPr/>
          </p:nvSpPr>
          <p:spPr bwMode="auto">
            <a:xfrm>
              <a:off x="1462088" y="3871913"/>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29" name="Rectangle 175">
              <a:extLst>
                <a:ext uri="{FF2B5EF4-FFF2-40B4-BE49-F238E27FC236}">
                  <a16:creationId xmlns:a16="http://schemas.microsoft.com/office/drawing/2014/main" id="{5BA7B15C-18EC-4DA5-BD0E-0408AC156DC2}"/>
                </a:ext>
              </a:extLst>
            </p:cNvPr>
            <p:cNvSpPr>
              <a:spLocks noChangeArrowheads="1"/>
            </p:cNvSpPr>
            <p:nvPr/>
          </p:nvSpPr>
          <p:spPr bwMode="auto">
            <a:xfrm>
              <a:off x="838200" y="38687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30" name="Rectangle 176">
              <a:extLst>
                <a:ext uri="{FF2B5EF4-FFF2-40B4-BE49-F238E27FC236}">
                  <a16:creationId xmlns:a16="http://schemas.microsoft.com/office/drawing/2014/main" id="{8B6D2208-BB17-4218-87A4-D97C64DB80A5}"/>
                </a:ext>
              </a:extLst>
            </p:cNvPr>
            <p:cNvSpPr>
              <a:spLocks noChangeArrowheads="1"/>
            </p:cNvSpPr>
            <p:nvPr/>
          </p:nvSpPr>
          <p:spPr bwMode="auto">
            <a:xfrm>
              <a:off x="2422525" y="3871913"/>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31" name="Rectangle 177">
              <a:extLst>
                <a:ext uri="{FF2B5EF4-FFF2-40B4-BE49-F238E27FC236}">
                  <a16:creationId xmlns:a16="http://schemas.microsoft.com/office/drawing/2014/main" id="{0DF03541-8C8F-4B65-B10B-35E020468C4D}"/>
                </a:ext>
              </a:extLst>
            </p:cNvPr>
            <p:cNvSpPr>
              <a:spLocks noChangeArrowheads="1"/>
            </p:cNvSpPr>
            <p:nvPr/>
          </p:nvSpPr>
          <p:spPr bwMode="auto">
            <a:xfrm>
              <a:off x="1771650" y="38687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32" name="Rectangle 178">
              <a:extLst>
                <a:ext uri="{FF2B5EF4-FFF2-40B4-BE49-F238E27FC236}">
                  <a16:creationId xmlns:a16="http://schemas.microsoft.com/office/drawing/2014/main" id="{ACD05AE6-E586-40F6-91B1-B8C55DFB73ED}"/>
                </a:ext>
              </a:extLst>
            </p:cNvPr>
            <p:cNvSpPr>
              <a:spLocks noChangeArrowheads="1"/>
            </p:cNvSpPr>
            <p:nvPr/>
          </p:nvSpPr>
          <p:spPr bwMode="auto">
            <a:xfrm>
              <a:off x="2686050"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33" name="Rectangle 179">
              <a:extLst>
                <a:ext uri="{FF2B5EF4-FFF2-40B4-BE49-F238E27FC236}">
                  <a16:creationId xmlns:a16="http://schemas.microsoft.com/office/drawing/2014/main" id="{BFC5136D-0E1C-4894-A510-BD4CF282C764}"/>
                </a:ext>
              </a:extLst>
            </p:cNvPr>
            <p:cNvSpPr>
              <a:spLocks noChangeArrowheads="1"/>
            </p:cNvSpPr>
            <p:nvPr/>
          </p:nvSpPr>
          <p:spPr bwMode="auto">
            <a:xfrm>
              <a:off x="3465513"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34" name="Rectangle 180">
              <a:extLst>
                <a:ext uri="{FF2B5EF4-FFF2-40B4-BE49-F238E27FC236}">
                  <a16:creationId xmlns:a16="http://schemas.microsoft.com/office/drawing/2014/main" id="{8B58D984-8581-4A29-B6A5-9AC88DACA27A}"/>
                </a:ext>
              </a:extLst>
            </p:cNvPr>
            <p:cNvSpPr>
              <a:spLocks noChangeArrowheads="1"/>
            </p:cNvSpPr>
            <p:nvPr/>
          </p:nvSpPr>
          <p:spPr bwMode="auto">
            <a:xfrm>
              <a:off x="4745038" y="3871913"/>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35" name="Rectangle 181">
              <a:extLst>
                <a:ext uri="{FF2B5EF4-FFF2-40B4-BE49-F238E27FC236}">
                  <a16:creationId xmlns:a16="http://schemas.microsoft.com/office/drawing/2014/main" id="{A4080B86-8936-4622-9247-4029765A50DA}"/>
                </a:ext>
              </a:extLst>
            </p:cNvPr>
            <p:cNvSpPr>
              <a:spLocks noChangeArrowheads="1"/>
            </p:cNvSpPr>
            <p:nvPr/>
          </p:nvSpPr>
          <p:spPr bwMode="auto">
            <a:xfrm>
              <a:off x="4244975"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36" name="Rectangle 182">
              <a:extLst>
                <a:ext uri="{FF2B5EF4-FFF2-40B4-BE49-F238E27FC236}">
                  <a16:creationId xmlns:a16="http://schemas.microsoft.com/office/drawing/2014/main" id="{A65A69F5-6C28-413D-BAEE-F8BCB0F9F6C0}"/>
                </a:ext>
              </a:extLst>
            </p:cNvPr>
            <p:cNvSpPr>
              <a:spLocks noChangeArrowheads="1"/>
            </p:cNvSpPr>
            <p:nvPr/>
          </p:nvSpPr>
          <p:spPr bwMode="auto">
            <a:xfrm>
              <a:off x="5705475" y="3871913"/>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37" name="Rectangle 183">
              <a:extLst>
                <a:ext uri="{FF2B5EF4-FFF2-40B4-BE49-F238E27FC236}">
                  <a16:creationId xmlns:a16="http://schemas.microsoft.com/office/drawing/2014/main" id="{18A8B59D-08E9-4011-91FB-A5164451B771}"/>
                </a:ext>
              </a:extLst>
            </p:cNvPr>
            <p:cNvSpPr>
              <a:spLocks noChangeArrowheads="1"/>
            </p:cNvSpPr>
            <p:nvPr/>
          </p:nvSpPr>
          <p:spPr bwMode="auto">
            <a:xfrm>
              <a:off x="5056188" y="38687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38" name="Rectangle 184">
              <a:extLst>
                <a:ext uri="{FF2B5EF4-FFF2-40B4-BE49-F238E27FC236}">
                  <a16:creationId xmlns:a16="http://schemas.microsoft.com/office/drawing/2014/main" id="{CC00263E-39B1-4AF2-9554-777E93B0CF30}"/>
                </a:ext>
              </a:extLst>
            </p:cNvPr>
            <p:cNvSpPr>
              <a:spLocks noChangeArrowheads="1"/>
            </p:cNvSpPr>
            <p:nvPr/>
          </p:nvSpPr>
          <p:spPr bwMode="auto">
            <a:xfrm>
              <a:off x="5970588"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39" name="Rectangle 185">
              <a:extLst>
                <a:ext uri="{FF2B5EF4-FFF2-40B4-BE49-F238E27FC236}">
                  <a16:creationId xmlns:a16="http://schemas.microsoft.com/office/drawing/2014/main" id="{AEA06DD4-3BB2-48A9-BD0E-980FEE23DF53}"/>
                </a:ext>
              </a:extLst>
            </p:cNvPr>
            <p:cNvSpPr>
              <a:spLocks noChangeArrowheads="1"/>
            </p:cNvSpPr>
            <p:nvPr/>
          </p:nvSpPr>
          <p:spPr bwMode="auto">
            <a:xfrm>
              <a:off x="6750050"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40" name="Rectangle 186">
              <a:extLst>
                <a:ext uri="{FF2B5EF4-FFF2-40B4-BE49-F238E27FC236}">
                  <a16:creationId xmlns:a16="http://schemas.microsoft.com/office/drawing/2014/main" id="{D4BCC985-011F-4BA6-B688-00B6D0E864A2}"/>
                </a:ext>
              </a:extLst>
            </p:cNvPr>
            <p:cNvSpPr>
              <a:spLocks noChangeArrowheads="1"/>
            </p:cNvSpPr>
            <p:nvPr/>
          </p:nvSpPr>
          <p:spPr bwMode="auto">
            <a:xfrm>
              <a:off x="8050213" y="3871913"/>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41" name="Rectangle 187">
              <a:extLst>
                <a:ext uri="{FF2B5EF4-FFF2-40B4-BE49-F238E27FC236}">
                  <a16:creationId xmlns:a16="http://schemas.microsoft.com/office/drawing/2014/main" id="{CA35DABB-D0D0-454F-AED0-9970515211D8}"/>
                </a:ext>
              </a:extLst>
            </p:cNvPr>
            <p:cNvSpPr>
              <a:spLocks noChangeArrowheads="1"/>
            </p:cNvSpPr>
            <p:nvPr/>
          </p:nvSpPr>
          <p:spPr bwMode="auto">
            <a:xfrm>
              <a:off x="7526338"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42" name="Rectangle 188">
              <a:extLst>
                <a:ext uri="{FF2B5EF4-FFF2-40B4-BE49-F238E27FC236}">
                  <a16:creationId xmlns:a16="http://schemas.microsoft.com/office/drawing/2014/main" id="{494D1180-B55A-4746-8126-4140D18CBC69}"/>
                </a:ext>
              </a:extLst>
            </p:cNvPr>
            <p:cNvSpPr>
              <a:spLocks noChangeArrowheads="1"/>
            </p:cNvSpPr>
            <p:nvPr/>
          </p:nvSpPr>
          <p:spPr bwMode="auto">
            <a:xfrm>
              <a:off x="8921750" y="3871913"/>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43" name="Rectangle 189">
              <a:extLst>
                <a:ext uri="{FF2B5EF4-FFF2-40B4-BE49-F238E27FC236}">
                  <a16:creationId xmlns:a16="http://schemas.microsoft.com/office/drawing/2014/main" id="{53B3538E-5C2C-48B4-8DDC-771F3EE5CE10}"/>
                </a:ext>
              </a:extLst>
            </p:cNvPr>
            <p:cNvSpPr>
              <a:spLocks noChangeArrowheads="1"/>
            </p:cNvSpPr>
            <p:nvPr/>
          </p:nvSpPr>
          <p:spPr bwMode="auto">
            <a:xfrm>
              <a:off x="8299450" y="38687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44" name="Rectangle 190">
              <a:extLst>
                <a:ext uri="{FF2B5EF4-FFF2-40B4-BE49-F238E27FC236}">
                  <a16:creationId xmlns:a16="http://schemas.microsoft.com/office/drawing/2014/main" id="{A93EAA7F-FBD4-42C4-A333-9AA1A5DF3A11}"/>
                </a:ext>
              </a:extLst>
            </p:cNvPr>
            <p:cNvSpPr>
              <a:spLocks noChangeArrowheads="1"/>
            </p:cNvSpPr>
            <p:nvPr/>
          </p:nvSpPr>
          <p:spPr bwMode="auto">
            <a:xfrm>
              <a:off x="547688" y="4138613"/>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45" name="Rectangle 191">
              <a:extLst>
                <a:ext uri="{FF2B5EF4-FFF2-40B4-BE49-F238E27FC236}">
                  <a16:creationId xmlns:a16="http://schemas.microsoft.com/office/drawing/2014/main" id="{6434E150-D68D-472C-85A7-D82ABA613A4F}"/>
                </a:ext>
              </a:extLst>
            </p:cNvPr>
            <p:cNvSpPr>
              <a:spLocks noChangeArrowheads="1"/>
            </p:cNvSpPr>
            <p:nvPr/>
          </p:nvSpPr>
          <p:spPr bwMode="auto">
            <a:xfrm>
              <a:off x="246063" y="4138613"/>
              <a:ext cx="2222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46" name="Rectangle 192">
              <a:extLst>
                <a:ext uri="{FF2B5EF4-FFF2-40B4-BE49-F238E27FC236}">
                  <a16:creationId xmlns:a16="http://schemas.microsoft.com/office/drawing/2014/main" id="{E1CF2082-D22C-46D6-B941-5C9EBCE29F75}"/>
                </a:ext>
              </a:extLst>
            </p:cNvPr>
            <p:cNvSpPr>
              <a:spLocks noChangeArrowheads="1"/>
            </p:cNvSpPr>
            <p:nvPr/>
          </p:nvSpPr>
          <p:spPr bwMode="auto">
            <a:xfrm>
              <a:off x="1462088" y="4138613"/>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47" name="Rectangle 193">
              <a:extLst>
                <a:ext uri="{FF2B5EF4-FFF2-40B4-BE49-F238E27FC236}">
                  <a16:creationId xmlns:a16="http://schemas.microsoft.com/office/drawing/2014/main" id="{4D8D250F-6058-4202-9E7A-EC9FF6D045F8}"/>
                </a:ext>
              </a:extLst>
            </p:cNvPr>
            <p:cNvSpPr>
              <a:spLocks noChangeArrowheads="1"/>
            </p:cNvSpPr>
            <p:nvPr/>
          </p:nvSpPr>
          <p:spPr bwMode="auto">
            <a:xfrm>
              <a:off x="836613" y="41370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48" name="Rectangle 194">
              <a:extLst>
                <a:ext uri="{FF2B5EF4-FFF2-40B4-BE49-F238E27FC236}">
                  <a16:creationId xmlns:a16="http://schemas.microsoft.com/office/drawing/2014/main" id="{A6F3A64B-A183-4CD2-B637-A2921BE41977}"/>
                </a:ext>
              </a:extLst>
            </p:cNvPr>
            <p:cNvSpPr>
              <a:spLocks noChangeArrowheads="1"/>
            </p:cNvSpPr>
            <p:nvPr/>
          </p:nvSpPr>
          <p:spPr bwMode="auto">
            <a:xfrm>
              <a:off x="2422525" y="4138613"/>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49" name="Rectangle 195">
              <a:extLst>
                <a:ext uri="{FF2B5EF4-FFF2-40B4-BE49-F238E27FC236}">
                  <a16:creationId xmlns:a16="http://schemas.microsoft.com/office/drawing/2014/main" id="{4A3513B5-38D9-49AA-A9E6-AE39054C8EBE}"/>
                </a:ext>
              </a:extLst>
            </p:cNvPr>
            <p:cNvSpPr>
              <a:spLocks noChangeArrowheads="1"/>
            </p:cNvSpPr>
            <p:nvPr/>
          </p:nvSpPr>
          <p:spPr bwMode="auto">
            <a:xfrm>
              <a:off x="1771650" y="41370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50" name="Rectangle 196">
              <a:extLst>
                <a:ext uri="{FF2B5EF4-FFF2-40B4-BE49-F238E27FC236}">
                  <a16:creationId xmlns:a16="http://schemas.microsoft.com/office/drawing/2014/main" id="{F89ADA63-29C3-46E5-AE9F-35963DA8BAC8}"/>
                </a:ext>
              </a:extLst>
            </p:cNvPr>
            <p:cNvSpPr>
              <a:spLocks noChangeArrowheads="1"/>
            </p:cNvSpPr>
            <p:nvPr/>
          </p:nvSpPr>
          <p:spPr bwMode="auto">
            <a:xfrm>
              <a:off x="2686050"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51" name="Rectangle 197">
              <a:extLst>
                <a:ext uri="{FF2B5EF4-FFF2-40B4-BE49-F238E27FC236}">
                  <a16:creationId xmlns:a16="http://schemas.microsoft.com/office/drawing/2014/main" id="{7B36F691-69CD-4DCD-80C0-02204C43E75E}"/>
                </a:ext>
              </a:extLst>
            </p:cNvPr>
            <p:cNvSpPr>
              <a:spLocks noChangeArrowheads="1"/>
            </p:cNvSpPr>
            <p:nvPr/>
          </p:nvSpPr>
          <p:spPr bwMode="auto">
            <a:xfrm>
              <a:off x="3465513"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52" name="Rectangle 198">
              <a:extLst>
                <a:ext uri="{FF2B5EF4-FFF2-40B4-BE49-F238E27FC236}">
                  <a16:creationId xmlns:a16="http://schemas.microsoft.com/office/drawing/2014/main" id="{19981DAB-611C-4EF1-96FA-3F5581E334FB}"/>
                </a:ext>
              </a:extLst>
            </p:cNvPr>
            <p:cNvSpPr>
              <a:spLocks noChangeArrowheads="1"/>
            </p:cNvSpPr>
            <p:nvPr/>
          </p:nvSpPr>
          <p:spPr bwMode="auto">
            <a:xfrm>
              <a:off x="4745038" y="4138613"/>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53" name="Rectangle 199">
              <a:extLst>
                <a:ext uri="{FF2B5EF4-FFF2-40B4-BE49-F238E27FC236}">
                  <a16:creationId xmlns:a16="http://schemas.microsoft.com/office/drawing/2014/main" id="{D39391E9-04BF-45AE-A968-A86B7248629D}"/>
                </a:ext>
              </a:extLst>
            </p:cNvPr>
            <p:cNvSpPr>
              <a:spLocks noChangeArrowheads="1"/>
            </p:cNvSpPr>
            <p:nvPr/>
          </p:nvSpPr>
          <p:spPr bwMode="auto">
            <a:xfrm>
              <a:off x="4244975"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54" name="Rectangle 200">
              <a:extLst>
                <a:ext uri="{FF2B5EF4-FFF2-40B4-BE49-F238E27FC236}">
                  <a16:creationId xmlns:a16="http://schemas.microsoft.com/office/drawing/2014/main" id="{5A54BCA2-FE7B-4974-A7AA-F1EF33179714}"/>
                </a:ext>
              </a:extLst>
            </p:cNvPr>
            <p:cNvSpPr>
              <a:spLocks noChangeArrowheads="1"/>
            </p:cNvSpPr>
            <p:nvPr/>
          </p:nvSpPr>
          <p:spPr bwMode="auto">
            <a:xfrm>
              <a:off x="5705475" y="4138613"/>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55" name="Rectangle 201">
              <a:extLst>
                <a:ext uri="{FF2B5EF4-FFF2-40B4-BE49-F238E27FC236}">
                  <a16:creationId xmlns:a16="http://schemas.microsoft.com/office/drawing/2014/main" id="{3E07C30F-1E85-4789-B98E-73BE79BF8118}"/>
                </a:ext>
              </a:extLst>
            </p:cNvPr>
            <p:cNvSpPr>
              <a:spLocks noChangeArrowheads="1"/>
            </p:cNvSpPr>
            <p:nvPr/>
          </p:nvSpPr>
          <p:spPr bwMode="auto">
            <a:xfrm>
              <a:off x="5054600" y="41370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56" name="Rectangle 202">
              <a:extLst>
                <a:ext uri="{FF2B5EF4-FFF2-40B4-BE49-F238E27FC236}">
                  <a16:creationId xmlns:a16="http://schemas.microsoft.com/office/drawing/2014/main" id="{B620E1B2-57A1-4B10-8793-8D222F33C9F0}"/>
                </a:ext>
              </a:extLst>
            </p:cNvPr>
            <p:cNvSpPr>
              <a:spLocks noChangeArrowheads="1"/>
            </p:cNvSpPr>
            <p:nvPr/>
          </p:nvSpPr>
          <p:spPr bwMode="auto">
            <a:xfrm>
              <a:off x="5970588"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57" name="Rectangle 203">
              <a:extLst>
                <a:ext uri="{FF2B5EF4-FFF2-40B4-BE49-F238E27FC236}">
                  <a16:creationId xmlns:a16="http://schemas.microsoft.com/office/drawing/2014/main" id="{E4D41EE5-7057-49EE-BC05-AB3C31EFF86B}"/>
                </a:ext>
              </a:extLst>
            </p:cNvPr>
            <p:cNvSpPr>
              <a:spLocks noChangeArrowheads="1"/>
            </p:cNvSpPr>
            <p:nvPr/>
          </p:nvSpPr>
          <p:spPr bwMode="auto">
            <a:xfrm>
              <a:off x="6748463"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58" name="Rectangle 205">
              <a:extLst>
                <a:ext uri="{FF2B5EF4-FFF2-40B4-BE49-F238E27FC236}">
                  <a16:creationId xmlns:a16="http://schemas.microsoft.com/office/drawing/2014/main" id="{2E7B16A5-4BBA-4CC2-87A7-FDDF6F05D39C}"/>
                </a:ext>
              </a:extLst>
            </p:cNvPr>
            <p:cNvSpPr>
              <a:spLocks noChangeArrowheads="1"/>
            </p:cNvSpPr>
            <p:nvPr/>
          </p:nvSpPr>
          <p:spPr bwMode="auto">
            <a:xfrm>
              <a:off x="8050213" y="4138613"/>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59" name="Rectangle 206">
              <a:extLst>
                <a:ext uri="{FF2B5EF4-FFF2-40B4-BE49-F238E27FC236}">
                  <a16:creationId xmlns:a16="http://schemas.microsoft.com/office/drawing/2014/main" id="{86F0EEB3-3A71-4026-9798-7395D9011C40}"/>
                </a:ext>
              </a:extLst>
            </p:cNvPr>
            <p:cNvSpPr>
              <a:spLocks noChangeArrowheads="1"/>
            </p:cNvSpPr>
            <p:nvPr/>
          </p:nvSpPr>
          <p:spPr bwMode="auto">
            <a:xfrm>
              <a:off x="7526338"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60" name="Rectangle 207">
              <a:extLst>
                <a:ext uri="{FF2B5EF4-FFF2-40B4-BE49-F238E27FC236}">
                  <a16:creationId xmlns:a16="http://schemas.microsoft.com/office/drawing/2014/main" id="{46B8A3F1-E796-4D64-8E1C-AEA96990626C}"/>
                </a:ext>
              </a:extLst>
            </p:cNvPr>
            <p:cNvSpPr>
              <a:spLocks noChangeArrowheads="1"/>
            </p:cNvSpPr>
            <p:nvPr/>
          </p:nvSpPr>
          <p:spPr bwMode="auto">
            <a:xfrm>
              <a:off x="8921750" y="4138613"/>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61" name="Rectangle 208">
              <a:extLst>
                <a:ext uri="{FF2B5EF4-FFF2-40B4-BE49-F238E27FC236}">
                  <a16:creationId xmlns:a16="http://schemas.microsoft.com/office/drawing/2014/main" id="{04A6C946-B28B-4AD0-9AF0-AB47B072615B}"/>
                </a:ext>
              </a:extLst>
            </p:cNvPr>
            <p:cNvSpPr>
              <a:spLocks noChangeArrowheads="1"/>
            </p:cNvSpPr>
            <p:nvPr/>
          </p:nvSpPr>
          <p:spPr bwMode="auto">
            <a:xfrm>
              <a:off x="8297863" y="41370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62" name="Rectangle 209">
              <a:extLst>
                <a:ext uri="{FF2B5EF4-FFF2-40B4-BE49-F238E27FC236}">
                  <a16:creationId xmlns:a16="http://schemas.microsoft.com/office/drawing/2014/main" id="{0B6B0D83-0943-4E17-8573-C8DB782CD20F}"/>
                </a:ext>
              </a:extLst>
            </p:cNvPr>
            <p:cNvSpPr>
              <a:spLocks noChangeArrowheads="1"/>
            </p:cNvSpPr>
            <p:nvPr/>
          </p:nvSpPr>
          <p:spPr bwMode="auto">
            <a:xfrm>
              <a:off x="547688" y="4411663"/>
              <a:ext cx="11112"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63" name="Rectangle 210">
              <a:extLst>
                <a:ext uri="{FF2B5EF4-FFF2-40B4-BE49-F238E27FC236}">
                  <a16:creationId xmlns:a16="http://schemas.microsoft.com/office/drawing/2014/main" id="{682C7314-2C1B-4443-AA7C-D5F80586A155}"/>
                </a:ext>
              </a:extLst>
            </p:cNvPr>
            <p:cNvSpPr>
              <a:spLocks noChangeArrowheads="1"/>
            </p:cNvSpPr>
            <p:nvPr/>
          </p:nvSpPr>
          <p:spPr bwMode="auto">
            <a:xfrm>
              <a:off x="246063" y="4406900"/>
              <a:ext cx="2222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H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64" name="Rectangle 211">
              <a:extLst>
                <a:ext uri="{FF2B5EF4-FFF2-40B4-BE49-F238E27FC236}">
                  <a16:creationId xmlns:a16="http://schemas.microsoft.com/office/drawing/2014/main" id="{07D6E246-7B3A-4389-BED2-4B4935296B53}"/>
                </a:ext>
              </a:extLst>
            </p:cNvPr>
            <p:cNvSpPr>
              <a:spLocks noChangeArrowheads="1"/>
            </p:cNvSpPr>
            <p:nvPr/>
          </p:nvSpPr>
          <p:spPr bwMode="auto">
            <a:xfrm>
              <a:off x="1462088" y="4411663"/>
              <a:ext cx="11112"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65" name="Rectangle 212">
              <a:extLst>
                <a:ext uri="{FF2B5EF4-FFF2-40B4-BE49-F238E27FC236}">
                  <a16:creationId xmlns:a16="http://schemas.microsoft.com/office/drawing/2014/main" id="{383E2046-9E38-4EE9-9B2A-1282DAED90EC}"/>
                </a:ext>
              </a:extLst>
            </p:cNvPr>
            <p:cNvSpPr>
              <a:spLocks noChangeArrowheads="1"/>
            </p:cNvSpPr>
            <p:nvPr/>
          </p:nvSpPr>
          <p:spPr bwMode="auto">
            <a:xfrm>
              <a:off x="836613" y="44053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66" name="Rectangle 213">
              <a:extLst>
                <a:ext uri="{FF2B5EF4-FFF2-40B4-BE49-F238E27FC236}">
                  <a16:creationId xmlns:a16="http://schemas.microsoft.com/office/drawing/2014/main" id="{A33308E2-597A-4CFC-AA33-B063C8F23BB9}"/>
                </a:ext>
              </a:extLst>
            </p:cNvPr>
            <p:cNvSpPr>
              <a:spLocks noChangeArrowheads="1"/>
            </p:cNvSpPr>
            <p:nvPr/>
          </p:nvSpPr>
          <p:spPr bwMode="auto">
            <a:xfrm>
              <a:off x="2422525" y="4411663"/>
              <a:ext cx="11113"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67" name="Rectangle 214">
              <a:extLst>
                <a:ext uri="{FF2B5EF4-FFF2-40B4-BE49-F238E27FC236}">
                  <a16:creationId xmlns:a16="http://schemas.microsoft.com/office/drawing/2014/main" id="{A451464F-E80E-4BD3-B2AA-0725CAB052C7}"/>
                </a:ext>
              </a:extLst>
            </p:cNvPr>
            <p:cNvSpPr>
              <a:spLocks noChangeArrowheads="1"/>
            </p:cNvSpPr>
            <p:nvPr/>
          </p:nvSpPr>
          <p:spPr bwMode="auto">
            <a:xfrm>
              <a:off x="1771650" y="44053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68" name="Rectangle 215">
              <a:extLst>
                <a:ext uri="{FF2B5EF4-FFF2-40B4-BE49-F238E27FC236}">
                  <a16:creationId xmlns:a16="http://schemas.microsoft.com/office/drawing/2014/main" id="{90E327EF-A455-4C3E-AB2D-AA5E92474C78}"/>
                </a:ext>
              </a:extLst>
            </p:cNvPr>
            <p:cNvSpPr>
              <a:spLocks noChangeArrowheads="1"/>
            </p:cNvSpPr>
            <p:nvPr/>
          </p:nvSpPr>
          <p:spPr bwMode="auto">
            <a:xfrm>
              <a:off x="2686050"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69" name="Rectangle 216">
              <a:extLst>
                <a:ext uri="{FF2B5EF4-FFF2-40B4-BE49-F238E27FC236}">
                  <a16:creationId xmlns:a16="http://schemas.microsoft.com/office/drawing/2014/main" id="{1F5757F3-29A7-49CC-94BD-E001FD90CA05}"/>
                </a:ext>
              </a:extLst>
            </p:cNvPr>
            <p:cNvSpPr>
              <a:spLocks noChangeArrowheads="1"/>
            </p:cNvSpPr>
            <p:nvPr/>
          </p:nvSpPr>
          <p:spPr bwMode="auto">
            <a:xfrm>
              <a:off x="3465513"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70" name="Rectangle 217">
              <a:extLst>
                <a:ext uri="{FF2B5EF4-FFF2-40B4-BE49-F238E27FC236}">
                  <a16:creationId xmlns:a16="http://schemas.microsoft.com/office/drawing/2014/main" id="{B884A303-F0A0-4024-B3E5-B552E6611C71}"/>
                </a:ext>
              </a:extLst>
            </p:cNvPr>
            <p:cNvSpPr>
              <a:spLocks noChangeArrowheads="1"/>
            </p:cNvSpPr>
            <p:nvPr/>
          </p:nvSpPr>
          <p:spPr bwMode="auto">
            <a:xfrm>
              <a:off x="4745038" y="4411663"/>
              <a:ext cx="11112"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71" name="Rectangle 218">
              <a:extLst>
                <a:ext uri="{FF2B5EF4-FFF2-40B4-BE49-F238E27FC236}">
                  <a16:creationId xmlns:a16="http://schemas.microsoft.com/office/drawing/2014/main" id="{1874301B-8E04-4033-9332-C669FF8043B0}"/>
                </a:ext>
              </a:extLst>
            </p:cNvPr>
            <p:cNvSpPr>
              <a:spLocks noChangeArrowheads="1"/>
            </p:cNvSpPr>
            <p:nvPr/>
          </p:nvSpPr>
          <p:spPr bwMode="auto">
            <a:xfrm>
              <a:off x="4244975"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72" name="Rectangle 219">
              <a:extLst>
                <a:ext uri="{FF2B5EF4-FFF2-40B4-BE49-F238E27FC236}">
                  <a16:creationId xmlns:a16="http://schemas.microsoft.com/office/drawing/2014/main" id="{186DFEA2-234F-434E-8FB2-A8D1CAD566CC}"/>
                </a:ext>
              </a:extLst>
            </p:cNvPr>
            <p:cNvSpPr>
              <a:spLocks noChangeArrowheads="1"/>
            </p:cNvSpPr>
            <p:nvPr/>
          </p:nvSpPr>
          <p:spPr bwMode="auto">
            <a:xfrm>
              <a:off x="5705475" y="4411663"/>
              <a:ext cx="11113"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73" name="Rectangle 220">
              <a:extLst>
                <a:ext uri="{FF2B5EF4-FFF2-40B4-BE49-F238E27FC236}">
                  <a16:creationId xmlns:a16="http://schemas.microsoft.com/office/drawing/2014/main" id="{C31CEDAF-3447-486F-B300-D702B3F3C9FE}"/>
                </a:ext>
              </a:extLst>
            </p:cNvPr>
            <p:cNvSpPr>
              <a:spLocks noChangeArrowheads="1"/>
            </p:cNvSpPr>
            <p:nvPr/>
          </p:nvSpPr>
          <p:spPr bwMode="auto">
            <a:xfrm>
              <a:off x="5054600" y="44053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74" name="Rectangle 221">
              <a:extLst>
                <a:ext uri="{FF2B5EF4-FFF2-40B4-BE49-F238E27FC236}">
                  <a16:creationId xmlns:a16="http://schemas.microsoft.com/office/drawing/2014/main" id="{611B2B64-6B86-47D1-AE7D-886578AC2333}"/>
                </a:ext>
              </a:extLst>
            </p:cNvPr>
            <p:cNvSpPr>
              <a:spLocks noChangeArrowheads="1"/>
            </p:cNvSpPr>
            <p:nvPr/>
          </p:nvSpPr>
          <p:spPr bwMode="auto">
            <a:xfrm>
              <a:off x="5970588"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75" name="Rectangle 222">
              <a:extLst>
                <a:ext uri="{FF2B5EF4-FFF2-40B4-BE49-F238E27FC236}">
                  <a16:creationId xmlns:a16="http://schemas.microsoft.com/office/drawing/2014/main" id="{3ECBD8D3-43CD-48AF-9775-9B878A1B8C49}"/>
                </a:ext>
              </a:extLst>
            </p:cNvPr>
            <p:cNvSpPr>
              <a:spLocks noChangeArrowheads="1"/>
            </p:cNvSpPr>
            <p:nvPr/>
          </p:nvSpPr>
          <p:spPr bwMode="auto">
            <a:xfrm>
              <a:off x="6748463"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76" name="Rectangle 223">
              <a:extLst>
                <a:ext uri="{FF2B5EF4-FFF2-40B4-BE49-F238E27FC236}">
                  <a16:creationId xmlns:a16="http://schemas.microsoft.com/office/drawing/2014/main" id="{620324CD-38DA-45C4-B670-01209BD221C4}"/>
                </a:ext>
              </a:extLst>
            </p:cNvPr>
            <p:cNvSpPr>
              <a:spLocks noChangeArrowheads="1"/>
            </p:cNvSpPr>
            <p:nvPr/>
          </p:nvSpPr>
          <p:spPr bwMode="auto">
            <a:xfrm>
              <a:off x="8050213" y="4411663"/>
              <a:ext cx="11112"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77" name="Rectangle 224">
              <a:extLst>
                <a:ext uri="{FF2B5EF4-FFF2-40B4-BE49-F238E27FC236}">
                  <a16:creationId xmlns:a16="http://schemas.microsoft.com/office/drawing/2014/main" id="{DE42C9A8-663A-4F6F-8557-73ED9EDFA39B}"/>
                </a:ext>
              </a:extLst>
            </p:cNvPr>
            <p:cNvSpPr>
              <a:spLocks noChangeArrowheads="1"/>
            </p:cNvSpPr>
            <p:nvPr/>
          </p:nvSpPr>
          <p:spPr bwMode="auto">
            <a:xfrm>
              <a:off x="7526338"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78" name="Rectangle 225">
              <a:extLst>
                <a:ext uri="{FF2B5EF4-FFF2-40B4-BE49-F238E27FC236}">
                  <a16:creationId xmlns:a16="http://schemas.microsoft.com/office/drawing/2014/main" id="{DBA0D096-708F-4A4F-9EDF-4203983FA345}"/>
                </a:ext>
              </a:extLst>
            </p:cNvPr>
            <p:cNvSpPr>
              <a:spLocks noChangeArrowheads="1"/>
            </p:cNvSpPr>
            <p:nvPr/>
          </p:nvSpPr>
          <p:spPr bwMode="auto">
            <a:xfrm>
              <a:off x="8921750" y="4411663"/>
              <a:ext cx="11113"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79" name="Rectangle 226">
              <a:extLst>
                <a:ext uri="{FF2B5EF4-FFF2-40B4-BE49-F238E27FC236}">
                  <a16:creationId xmlns:a16="http://schemas.microsoft.com/office/drawing/2014/main" id="{199F5CF4-25B7-41B6-B3C5-67BAB6D84DD4}"/>
                </a:ext>
              </a:extLst>
            </p:cNvPr>
            <p:cNvSpPr>
              <a:spLocks noChangeArrowheads="1"/>
            </p:cNvSpPr>
            <p:nvPr/>
          </p:nvSpPr>
          <p:spPr bwMode="auto">
            <a:xfrm>
              <a:off x="547688" y="4708525"/>
              <a:ext cx="8382000"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480" name="Rectangle 227">
              <a:extLst>
                <a:ext uri="{FF2B5EF4-FFF2-40B4-BE49-F238E27FC236}">
                  <a16:creationId xmlns:a16="http://schemas.microsoft.com/office/drawing/2014/main" id="{C5B2D5DA-14C9-4DFD-8EF0-0553A2777C86}"/>
                </a:ext>
              </a:extLst>
            </p:cNvPr>
            <p:cNvSpPr>
              <a:spLocks noChangeArrowheads="1"/>
            </p:cNvSpPr>
            <p:nvPr/>
          </p:nvSpPr>
          <p:spPr bwMode="auto">
            <a:xfrm>
              <a:off x="8297863" y="44053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92162" name="Group 228">
            <a:extLst>
              <a:ext uri="{FF2B5EF4-FFF2-40B4-BE49-F238E27FC236}">
                <a16:creationId xmlns:a16="http://schemas.microsoft.com/office/drawing/2014/main" id="{C630318F-B87D-45DA-9497-B5AB578F7F88}"/>
              </a:ext>
            </a:extLst>
          </p:cNvPr>
          <p:cNvGrpSpPr>
            <a:grpSpLocks/>
          </p:cNvGrpSpPr>
          <p:nvPr/>
        </p:nvGrpSpPr>
        <p:grpSpPr bwMode="auto">
          <a:xfrm>
            <a:off x="1828800" y="4261556"/>
            <a:ext cx="5591175" cy="2698750"/>
            <a:chOff x="603250" y="242888"/>
            <a:chExt cx="5591175" cy="2698194"/>
          </a:xfrm>
        </p:grpSpPr>
        <p:sp>
          <p:nvSpPr>
            <p:cNvPr id="92168" name="Rectangle 42">
              <a:extLst>
                <a:ext uri="{FF2B5EF4-FFF2-40B4-BE49-F238E27FC236}">
                  <a16:creationId xmlns:a16="http://schemas.microsoft.com/office/drawing/2014/main" id="{8CC97E56-DCDA-4C58-B9C4-279D16FEB230}"/>
                </a:ext>
              </a:extLst>
            </p:cNvPr>
            <p:cNvSpPr>
              <a:spLocks noChangeArrowheads="1"/>
            </p:cNvSpPr>
            <p:nvPr/>
          </p:nvSpPr>
          <p:spPr bwMode="auto">
            <a:xfrm>
              <a:off x="1227138" y="815975"/>
              <a:ext cx="773112" cy="77311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169" name="Line 43">
              <a:extLst>
                <a:ext uri="{FF2B5EF4-FFF2-40B4-BE49-F238E27FC236}">
                  <a16:creationId xmlns:a16="http://schemas.microsoft.com/office/drawing/2014/main" id="{A07D8D88-377E-4977-B5D1-AC5C300B207B}"/>
                </a:ext>
              </a:extLst>
            </p:cNvPr>
            <p:cNvSpPr>
              <a:spLocks noChangeShapeType="1"/>
            </p:cNvSpPr>
            <p:nvPr/>
          </p:nvSpPr>
          <p:spPr bwMode="auto">
            <a:xfrm flipH="1">
              <a:off x="1227138" y="1211263"/>
              <a:ext cx="773112"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170" name="Line 44">
              <a:extLst>
                <a:ext uri="{FF2B5EF4-FFF2-40B4-BE49-F238E27FC236}">
                  <a16:creationId xmlns:a16="http://schemas.microsoft.com/office/drawing/2014/main" id="{F725C59F-E880-44A8-8F33-0BC856110A26}"/>
                </a:ext>
              </a:extLst>
            </p:cNvPr>
            <p:cNvSpPr>
              <a:spLocks noChangeShapeType="1"/>
            </p:cNvSpPr>
            <p:nvPr/>
          </p:nvSpPr>
          <p:spPr bwMode="auto">
            <a:xfrm flipV="1">
              <a:off x="1622425" y="815975"/>
              <a:ext cx="1588" cy="773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171" name="Line 45">
              <a:extLst>
                <a:ext uri="{FF2B5EF4-FFF2-40B4-BE49-F238E27FC236}">
                  <a16:creationId xmlns:a16="http://schemas.microsoft.com/office/drawing/2014/main" id="{626C6D1F-ED6B-44DD-9648-2816AB763AAF}"/>
                </a:ext>
              </a:extLst>
            </p:cNvPr>
            <p:cNvSpPr>
              <a:spLocks noChangeShapeType="1"/>
            </p:cNvSpPr>
            <p:nvPr/>
          </p:nvSpPr>
          <p:spPr bwMode="auto">
            <a:xfrm>
              <a:off x="849313" y="438150"/>
              <a:ext cx="377825" cy="3778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172" name="Rectangle 46">
              <a:extLst>
                <a:ext uri="{FF2B5EF4-FFF2-40B4-BE49-F238E27FC236}">
                  <a16:creationId xmlns:a16="http://schemas.microsoft.com/office/drawing/2014/main" id="{B31D804F-5F11-4668-A7EF-EFB6237339FC}"/>
                </a:ext>
              </a:extLst>
            </p:cNvPr>
            <p:cNvSpPr>
              <a:spLocks noChangeArrowheads="1"/>
            </p:cNvSpPr>
            <p:nvPr/>
          </p:nvSpPr>
          <p:spPr bwMode="auto">
            <a:xfrm>
              <a:off x="2000250" y="815975"/>
              <a:ext cx="755650" cy="77311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173" name="Line 47">
              <a:extLst>
                <a:ext uri="{FF2B5EF4-FFF2-40B4-BE49-F238E27FC236}">
                  <a16:creationId xmlns:a16="http://schemas.microsoft.com/office/drawing/2014/main" id="{C611793B-D71C-4C24-B7D0-0D8A08B7818D}"/>
                </a:ext>
              </a:extLst>
            </p:cNvPr>
            <p:cNvSpPr>
              <a:spLocks noChangeShapeType="1"/>
            </p:cNvSpPr>
            <p:nvPr/>
          </p:nvSpPr>
          <p:spPr bwMode="auto">
            <a:xfrm flipH="1">
              <a:off x="2000250" y="1211263"/>
              <a:ext cx="75565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174" name="Line 48">
              <a:extLst>
                <a:ext uri="{FF2B5EF4-FFF2-40B4-BE49-F238E27FC236}">
                  <a16:creationId xmlns:a16="http://schemas.microsoft.com/office/drawing/2014/main" id="{2DE59439-0DEA-48EB-AFB9-454C8B354023}"/>
                </a:ext>
              </a:extLst>
            </p:cNvPr>
            <p:cNvSpPr>
              <a:spLocks noChangeShapeType="1"/>
            </p:cNvSpPr>
            <p:nvPr/>
          </p:nvSpPr>
          <p:spPr bwMode="auto">
            <a:xfrm flipV="1">
              <a:off x="2378075" y="815975"/>
              <a:ext cx="1588" cy="773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175" name="Rectangle 49">
              <a:extLst>
                <a:ext uri="{FF2B5EF4-FFF2-40B4-BE49-F238E27FC236}">
                  <a16:creationId xmlns:a16="http://schemas.microsoft.com/office/drawing/2014/main" id="{091C3137-63AB-4DC4-86C4-0D3010E50E78}"/>
                </a:ext>
              </a:extLst>
            </p:cNvPr>
            <p:cNvSpPr>
              <a:spLocks noChangeArrowheads="1"/>
            </p:cNvSpPr>
            <p:nvPr/>
          </p:nvSpPr>
          <p:spPr bwMode="auto">
            <a:xfrm>
              <a:off x="1341438" y="6048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176" name="Rectangle 50">
              <a:extLst>
                <a:ext uri="{FF2B5EF4-FFF2-40B4-BE49-F238E27FC236}">
                  <a16:creationId xmlns:a16="http://schemas.microsoft.com/office/drawing/2014/main" id="{0AACA696-D40E-4A0F-A090-82637DF8FC54}"/>
                </a:ext>
              </a:extLst>
            </p:cNvPr>
            <p:cNvSpPr>
              <a:spLocks noChangeArrowheads="1"/>
            </p:cNvSpPr>
            <p:nvPr/>
          </p:nvSpPr>
          <p:spPr bwMode="auto">
            <a:xfrm>
              <a:off x="1724025" y="6048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177" name="Rectangle 51">
              <a:extLst>
                <a:ext uri="{FF2B5EF4-FFF2-40B4-BE49-F238E27FC236}">
                  <a16:creationId xmlns:a16="http://schemas.microsoft.com/office/drawing/2014/main" id="{A6733353-85E2-4F64-B589-EF527CC09ED7}"/>
                </a:ext>
              </a:extLst>
            </p:cNvPr>
            <p:cNvSpPr>
              <a:spLocks noChangeArrowheads="1"/>
            </p:cNvSpPr>
            <p:nvPr/>
          </p:nvSpPr>
          <p:spPr bwMode="auto">
            <a:xfrm>
              <a:off x="2106613" y="6048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178" name="Rectangle 52">
              <a:extLst>
                <a:ext uri="{FF2B5EF4-FFF2-40B4-BE49-F238E27FC236}">
                  <a16:creationId xmlns:a16="http://schemas.microsoft.com/office/drawing/2014/main" id="{201F21D4-9F84-4EDC-8398-2A26B1B1DEBA}"/>
                </a:ext>
              </a:extLst>
            </p:cNvPr>
            <p:cNvSpPr>
              <a:spLocks noChangeArrowheads="1"/>
            </p:cNvSpPr>
            <p:nvPr/>
          </p:nvSpPr>
          <p:spPr bwMode="auto">
            <a:xfrm>
              <a:off x="2489200" y="6048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179" name="Rectangle 53">
              <a:extLst>
                <a:ext uri="{FF2B5EF4-FFF2-40B4-BE49-F238E27FC236}">
                  <a16:creationId xmlns:a16="http://schemas.microsoft.com/office/drawing/2014/main" id="{BAB23D05-23F2-4232-A107-1BF03EE55C34}"/>
                </a:ext>
              </a:extLst>
            </p:cNvPr>
            <p:cNvSpPr>
              <a:spLocks noChangeArrowheads="1"/>
            </p:cNvSpPr>
            <p:nvPr/>
          </p:nvSpPr>
          <p:spPr bwMode="auto">
            <a:xfrm>
              <a:off x="992188" y="923925"/>
              <a:ext cx="16510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180" name="Rectangle 54">
              <a:extLst>
                <a:ext uri="{FF2B5EF4-FFF2-40B4-BE49-F238E27FC236}">
                  <a16:creationId xmlns:a16="http://schemas.microsoft.com/office/drawing/2014/main" id="{BAC7365C-C589-4ED3-A16C-60F9AC17267B}"/>
                </a:ext>
              </a:extLst>
            </p:cNvPr>
            <p:cNvSpPr>
              <a:spLocks noChangeArrowheads="1"/>
            </p:cNvSpPr>
            <p:nvPr/>
          </p:nvSpPr>
          <p:spPr bwMode="auto">
            <a:xfrm>
              <a:off x="982663" y="1306513"/>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181" name="Rectangle 55">
              <a:extLst>
                <a:ext uri="{FF2B5EF4-FFF2-40B4-BE49-F238E27FC236}">
                  <a16:creationId xmlns:a16="http://schemas.microsoft.com/office/drawing/2014/main" id="{F062F2B2-A5CA-45BD-9012-BD3DBBF21FFE}"/>
                </a:ext>
              </a:extLst>
            </p:cNvPr>
            <p:cNvSpPr>
              <a:spLocks noChangeArrowheads="1"/>
            </p:cNvSpPr>
            <p:nvPr/>
          </p:nvSpPr>
          <p:spPr bwMode="auto">
            <a:xfrm>
              <a:off x="1768475" y="9318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182" name="Rectangle 56">
              <a:extLst>
                <a:ext uri="{FF2B5EF4-FFF2-40B4-BE49-F238E27FC236}">
                  <a16:creationId xmlns:a16="http://schemas.microsoft.com/office/drawing/2014/main" id="{7DAAA9DA-6C13-45BD-9E82-E81AFEAF2514}"/>
                </a:ext>
              </a:extLst>
            </p:cNvPr>
            <p:cNvSpPr>
              <a:spLocks noChangeArrowheads="1"/>
            </p:cNvSpPr>
            <p:nvPr/>
          </p:nvSpPr>
          <p:spPr bwMode="auto">
            <a:xfrm>
              <a:off x="1382713" y="1314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183" name="Rectangle 57">
              <a:extLst>
                <a:ext uri="{FF2B5EF4-FFF2-40B4-BE49-F238E27FC236}">
                  <a16:creationId xmlns:a16="http://schemas.microsoft.com/office/drawing/2014/main" id="{2AC7D754-C284-4F19-8924-5D0BAF0B8E99}"/>
                </a:ext>
              </a:extLst>
            </p:cNvPr>
            <p:cNvSpPr>
              <a:spLocks noChangeArrowheads="1"/>
            </p:cNvSpPr>
            <p:nvPr/>
          </p:nvSpPr>
          <p:spPr bwMode="auto">
            <a:xfrm>
              <a:off x="1768475" y="1314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184" name="Rectangle 58">
              <a:extLst>
                <a:ext uri="{FF2B5EF4-FFF2-40B4-BE49-F238E27FC236}">
                  <a16:creationId xmlns:a16="http://schemas.microsoft.com/office/drawing/2014/main" id="{F76D0986-3416-4D1C-9BF4-4D164701BEB3}"/>
                </a:ext>
              </a:extLst>
            </p:cNvPr>
            <p:cNvSpPr>
              <a:spLocks noChangeArrowheads="1"/>
            </p:cNvSpPr>
            <p:nvPr/>
          </p:nvSpPr>
          <p:spPr bwMode="auto">
            <a:xfrm>
              <a:off x="2152650" y="9318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185" name="Rectangle 59">
              <a:extLst>
                <a:ext uri="{FF2B5EF4-FFF2-40B4-BE49-F238E27FC236}">
                  <a16:creationId xmlns:a16="http://schemas.microsoft.com/office/drawing/2014/main" id="{F4D73CF2-61FA-4416-85AF-A8A9591C761A}"/>
                </a:ext>
              </a:extLst>
            </p:cNvPr>
            <p:cNvSpPr>
              <a:spLocks noChangeArrowheads="1"/>
            </p:cNvSpPr>
            <p:nvPr/>
          </p:nvSpPr>
          <p:spPr bwMode="auto">
            <a:xfrm>
              <a:off x="2152650" y="1314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186" name="Rectangle 60">
              <a:extLst>
                <a:ext uri="{FF2B5EF4-FFF2-40B4-BE49-F238E27FC236}">
                  <a16:creationId xmlns:a16="http://schemas.microsoft.com/office/drawing/2014/main" id="{86F7905B-ADA5-4DEA-BA00-E6EAD07DEF14}"/>
                </a:ext>
              </a:extLst>
            </p:cNvPr>
            <p:cNvSpPr>
              <a:spLocks noChangeArrowheads="1"/>
            </p:cNvSpPr>
            <p:nvPr/>
          </p:nvSpPr>
          <p:spPr bwMode="auto">
            <a:xfrm>
              <a:off x="2525713" y="9318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187" name="Rectangle 61">
              <a:extLst>
                <a:ext uri="{FF2B5EF4-FFF2-40B4-BE49-F238E27FC236}">
                  <a16:creationId xmlns:a16="http://schemas.microsoft.com/office/drawing/2014/main" id="{7C02D23C-B6AB-424C-8A47-C5D9955AE7FF}"/>
                </a:ext>
              </a:extLst>
            </p:cNvPr>
            <p:cNvSpPr>
              <a:spLocks noChangeArrowheads="1"/>
            </p:cNvSpPr>
            <p:nvPr/>
          </p:nvSpPr>
          <p:spPr bwMode="auto">
            <a:xfrm>
              <a:off x="2525713" y="1314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188" name="Rectangle 62">
              <a:extLst>
                <a:ext uri="{FF2B5EF4-FFF2-40B4-BE49-F238E27FC236}">
                  <a16:creationId xmlns:a16="http://schemas.microsoft.com/office/drawing/2014/main" id="{37B2DA2D-2FFD-4CF9-8DEC-89C5EE6F2DA3}"/>
                </a:ext>
              </a:extLst>
            </p:cNvPr>
            <p:cNvSpPr>
              <a:spLocks noChangeArrowheads="1"/>
            </p:cNvSpPr>
            <p:nvPr/>
          </p:nvSpPr>
          <p:spPr bwMode="auto">
            <a:xfrm>
              <a:off x="1227138" y="1589088"/>
              <a:ext cx="773112" cy="755650"/>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189" name="Line 63">
              <a:extLst>
                <a:ext uri="{FF2B5EF4-FFF2-40B4-BE49-F238E27FC236}">
                  <a16:creationId xmlns:a16="http://schemas.microsoft.com/office/drawing/2014/main" id="{59465B6F-DEBB-4C42-A0C7-E201CBEB0197}"/>
                </a:ext>
              </a:extLst>
            </p:cNvPr>
            <p:cNvSpPr>
              <a:spLocks noChangeShapeType="1"/>
            </p:cNvSpPr>
            <p:nvPr/>
          </p:nvSpPr>
          <p:spPr bwMode="auto">
            <a:xfrm flipH="1">
              <a:off x="1227138" y="1966913"/>
              <a:ext cx="773112"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190" name="Line 64">
              <a:extLst>
                <a:ext uri="{FF2B5EF4-FFF2-40B4-BE49-F238E27FC236}">
                  <a16:creationId xmlns:a16="http://schemas.microsoft.com/office/drawing/2014/main" id="{B7BBBF6E-D3B2-452F-ACD6-781C6B93BA16}"/>
                </a:ext>
              </a:extLst>
            </p:cNvPr>
            <p:cNvSpPr>
              <a:spLocks noChangeShapeType="1"/>
            </p:cNvSpPr>
            <p:nvPr/>
          </p:nvSpPr>
          <p:spPr bwMode="auto">
            <a:xfrm flipV="1">
              <a:off x="1622425" y="1589088"/>
              <a:ext cx="1588" cy="7556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191" name="Rectangle 65">
              <a:extLst>
                <a:ext uri="{FF2B5EF4-FFF2-40B4-BE49-F238E27FC236}">
                  <a16:creationId xmlns:a16="http://schemas.microsoft.com/office/drawing/2014/main" id="{450D8299-0F3D-4CD7-B2E9-81938041121E}"/>
                </a:ext>
              </a:extLst>
            </p:cNvPr>
            <p:cNvSpPr>
              <a:spLocks noChangeArrowheads="1"/>
            </p:cNvSpPr>
            <p:nvPr/>
          </p:nvSpPr>
          <p:spPr bwMode="auto">
            <a:xfrm>
              <a:off x="2000250" y="1589088"/>
              <a:ext cx="755650" cy="755650"/>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192" name="Line 66">
              <a:extLst>
                <a:ext uri="{FF2B5EF4-FFF2-40B4-BE49-F238E27FC236}">
                  <a16:creationId xmlns:a16="http://schemas.microsoft.com/office/drawing/2014/main" id="{1415B066-B147-4BC6-B8C7-5945DD85BD89}"/>
                </a:ext>
              </a:extLst>
            </p:cNvPr>
            <p:cNvSpPr>
              <a:spLocks noChangeShapeType="1"/>
            </p:cNvSpPr>
            <p:nvPr/>
          </p:nvSpPr>
          <p:spPr bwMode="auto">
            <a:xfrm flipH="1">
              <a:off x="2000250" y="1966913"/>
              <a:ext cx="755650"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193" name="Line 67">
              <a:extLst>
                <a:ext uri="{FF2B5EF4-FFF2-40B4-BE49-F238E27FC236}">
                  <a16:creationId xmlns:a16="http://schemas.microsoft.com/office/drawing/2014/main" id="{EFEFC8B2-4621-4BB1-81DE-61B91846E124}"/>
                </a:ext>
              </a:extLst>
            </p:cNvPr>
            <p:cNvSpPr>
              <a:spLocks noChangeShapeType="1"/>
            </p:cNvSpPr>
            <p:nvPr/>
          </p:nvSpPr>
          <p:spPr bwMode="auto">
            <a:xfrm flipV="1">
              <a:off x="2378075" y="1589088"/>
              <a:ext cx="1588" cy="7556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194" name="Rectangle 68">
              <a:extLst>
                <a:ext uri="{FF2B5EF4-FFF2-40B4-BE49-F238E27FC236}">
                  <a16:creationId xmlns:a16="http://schemas.microsoft.com/office/drawing/2014/main" id="{B7F8EF55-9848-4072-B736-B9397499F00E}"/>
                </a:ext>
              </a:extLst>
            </p:cNvPr>
            <p:cNvSpPr>
              <a:spLocks noChangeArrowheads="1"/>
            </p:cNvSpPr>
            <p:nvPr/>
          </p:nvSpPr>
          <p:spPr bwMode="auto">
            <a:xfrm>
              <a:off x="1382713" y="9318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195" name="Rectangle 69">
              <a:extLst>
                <a:ext uri="{FF2B5EF4-FFF2-40B4-BE49-F238E27FC236}">
                  <a16:creationId xmlns:a16="http://schemas.microsoft.com/office/drawing/2014/main" id="{227BAC7E-7AF3-475A-8676-CD969E0C4809}"/>
                </a:ext>
              </a:extLst>
            </p:cNvPr>
            <p:cNvSpPr>
              <a:spLocks noChangeArrowheads="1"/>
            </p:cNvSpPr>
            <p:nvPr/>
          </p:nvSpPr>
          <p:spPr bwMode="auto">
            <a:xfrm>
              <a:off x="1768475" y="1695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196" name="Rectangle 70">
              <a:extLst>
                <a:ext uri="{FF2B5EF4-FFF2-40B4-BE49-F238E27FC236}">
                  <a16:creationId xmlns:a16="http://schemas.microsoft.com/office/drawing/2014/main" id="{D792443E-2EF5-45B9-80D3-CAAA5EFD4D82}"/>
                </a:ext>
              </a:extLst>
            </p:cNvPr>
            <p:cNvSpPr>
              <a:spLocks noChangeArrowheads="1"/>
            </p:cNvSpPr>
            <p:nvPr/>
          </p:nvSpPr>
          <p:spPr bwMode="auto">
            <a:xfrm>
              <a:off x="1382713" y="2078038"/>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197" name="Rectangle 71">
              <a:extLst>
                <a:ext uri="{FF2B5EF4-FFF2-40B4-BE49-F238E27FC236}">
                  <a16:creationId xmlns:a16="http://schemas.microsoft.com/office/drawing/2014/main" id="{03027A6C-C5E3-4F0D-AE09-3D079337CDCD}"/>
                </a:ext>
              </a:extLst>
            </p:cNvPr>
            <p:cNvSpPr>
              <a:spLocks noChangeArrowheads="1"/>
            </p:cNvSpPr>
            <p:nvPr/>
          </p:nvSpPr>
          <p:spPr bwMode="auto">
            <a:xfrm>
              <a:off x="1768475" y="2078038"/>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198" name="Rectangle 72">
              <a:extLst>
                <a:ext uri="{FF2B5EF4-FFF2-40B4-BE49-F238E27FC236}">
                  <a16:creationId xmlns:a16="http://schemas.microsoft.com/office/drawing/2014/main" id="{28F440B8-2974-443E-A0CA-AEC58CD4A5AC}"/>
                </a:ext>
              </a:extLst>
            </p:cNvPr>
            <p:cNvSpPr>
              <a:spLocks noChangeArrowheads="1"/>
            </p:cNvSpPr>
            <p:nvPr/>
          </p:nvSpPr>
          <p:spPr bwMode="auto">
            <a:xfrm>
              <a:off x="2152650" y="1695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199" name="Rectangle 73">
              <a:extLst>
                <a:ext uri="{FF2B5EF4-FFF2-40B4-BE49-F238E27FC236}">
                  <a16:creationId xmlns:a16="http://schemas.microsoft.com/office/drawing/2014/main" id="{A7EC6968-C2CD-4A90-ACB3-66C923E88215}"/>
                </a:ext>
              </a:extLst>
            </p:cNvPr>
            <p:cNvSpPr>
              <a:spLocks noChangeArrowheads="1"/>
            </p:cNvSpPr>
            <p:nvPr/>
          </p:nvSpPr>
          <p:spPr bwMode="auto">
            <a:xfrm>
              <a:off x="2152650" y="2078038"/>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00" name="Rectangle 74">
              <a:extLst>
                <a:ext uri="{FF2B5EF4-FFF2-40B4-BE49-F238E27FC236}">
                  <a16:creationId xmlns:a16="http://schemas.microsoft.com/office/drawing/2014/main" id="{565C39AD-B929-467D-8216-049A6A8F947F}"/>
                </a:ext>
              </a:extLst>
            </p:cNvPr>
            <p:cNvSpPr>
              <a:spLocks noChangeArrowheads="1"/>
            </p:cNvSpPr>
            <p:nvPr/>
          </p:nvSpPr>
          <p:spPr bwMode="auto">
            <a:xfrm>
              <a:off x="2525713" y="1695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01" name="Rectangle 75">
              <a:extLst>
                <a:ext uri="{FF2B5EF4-FFF2-40B4-BE49-F238E27FC236}">
                  <a16:creationId xmlns:a16="http://schemas.microsoft.com/office/drawing/2014/main" id="{ABF03194-32FC-4E23-9E70-CB722C903EFE}"/>
                </a:ext>
              </a:extLst>
            </p:cNvPr>
            <p:cNvSpPr>
              <a:spLocks noChangeArrowheads="1"/>
            </p:cNvSpPr>
            <p:nvPr/>
          </p:nvSpPr>
          <p:spPr bwMode="auto">
            <a:xfrm>
              <a:off x="2525713" y="2078038"/>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02" name="Rectangle 76">
              <a:extLst>
                <a:ext uri="{FF2B5EF4-FFF2-40B4-BE49-F238E27FC236}">
                  <a16:creationId xmlns:a16="http://schemas.microsoft.com/office/drawing/2014/main" id="{F155E977-CDC9-47CD-A672-1641A3959EB4}"/>
                </a:ext>
              </a:extLst>
            </p:cNvPr>
            <p:cNvSpPr>
              <a:spLocks noChangeArrowheads="1"/>
            </p:cNvSpPr>
            <p:nvPr/>
          </p:nvSpPr>
          <p:spPr bwMode="auto">
            <a:xfrm>
              <a:off x="1382713" y="1695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03" name="Rectangle 77">
              <a:extLst>
                <a:ext uri="{FF2B5EF4-FFF2-40B4-BE49-F238E27FC236}">
                  <a16:creationId xmlns:a16="http://schemas.microsoft.com/office/drawing/2014/main" id="{5D9647BB-E117-4073-99D2-79FF20D5F3E1}"/>
                </a:ext>
              </a:extLst>
            </p:cNvPr>
            <p:cNvSpPr>
              <a:spLocks noChangeArrowheads="1"/>
            </p:cNvSpPr>
            <p:nvPr/>
          </p:nvSpPr>
          <p:spPr bwMode="auto">
            <a:xfrm>
              <a:off x="982663" y="1695450"/>
              <a:ext cx="16510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04" name="Rectangle 78">
              <a:extLst>
                <a:ext uri="{FF2B5EF4-FFF2-40B4-BE49-F238E27FC236}">
                  <a16:creationId xmlns:a16="http://schemas.microsoft.com/office/drawing/2014/main" id="{09BD2A02-94E1-4770-9B2A-44D4EE16B905}"/>
                </a:ext>
              </a:extLst>
            </p:cNvPr>
            <p:cNvSpPr>
              <a:spLocks noChangeArrowheads="1"/>
            </p:cNvSpPr>
            <p:nvPr/>
          </p:nvSpPr>
          <p:spPr bwMode="auto">
            <a:xfrm>
              <a:off x="982663" y="20780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05" name="Rectangle 79">
              <a:extLst>
                <a:ext uri="{FF2B5EF4-FFF2-40B4-BE49-F238E27FC236}">
                  <a16:creationId xmlns:a16="http://schemas.microsoft.com/office/drawing/2014/main" id="{C8BB18CC-037D-415B-96ED-7780C4CCFE1D}"/>
                </a:ext>
              </a:extLst>
            </p:cNvPr>
            <p:cNvSpPr>
              <a:spLocks noChangeArrowheads="1"/>
            </p:cNvSpPr>
            <p:nvPr/>
          </p:nvSpPr>
          <p:spPr bwMode="auto">
            <a:xfrm>
              <a:off x="979488" y="242888"/>
              <a:ext cx="730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06" name="Rectangle 80">
              <a:extLst>
                <a:ext uri="{FF2B5EF4-FFF2-40B4-BE49-F238E27FC236}">
                  <a16:creationId xmlns:a16="http://schemas.microsoft.com/office/drawing/2014/main" id="{7A2A1167-AE9D-4CEF-AA79-321C3823C371}"/>
                </a:ext>
              </a:extLst>
            </p:cNvPr>
            <p:cNvSpPr>
              <a:spLocks noChangeArrowheads="1"/>
            </p:cNvSpPr>
            <p:nvPr/>
          </p:nvSpPr>
          <p:spPr bwMode="auto">
            <a:xfrm>
              <a:off x="1057275" y="322263"/>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07" name="Rectangle 81">
              <a:extLst>
                <a:ext uri="{FF2B5EF4-FFF2-40B4-BE49-F238E27FC236}">
                  <a16:creationId xmlns:a16="http://schemas.microsoft.com/office/drawing/2014/main" id="{CEC32B1B-1D29-4616-9B9E-2EB84BF4B28B}"/>
                </a:ext>
              </a:extLst>
            </p:cNvPr>
            <p:cNvSpPr>
              <a:spLocks noChangeArrowheads="1"/>
            </p:cNvSpPr>
            <p:nvPr/>
          </p:nvSpPr>
          <p:spPr bwMode="auto">
            <a:xfrm>
              <a:off x="1135063" y="242888"/>
              <a:ext cx="730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08" name="Rectangle 82">
              <a:extLst>
                <a:ext uri="{FF2B5EF4-FFF2-40B4-BE49-F238E27FC236}">
                  <a16:creationId xmlns:a16="http://schemas.microsoft.com/office/drawing/2014/main" id="{35C21E4B-DB64-4588-91CE-2304DDC5061F}"/>
                </a:ext>
              </a:extLst>
            </p:cNvPr>
            <p:cNvSpPr>
              <a:spLocks noChangeArrowheads="1"/>
            </p:cNvSpPr>
            <p:nvPr/>
          </p:nvSpPr>
          <p:spPr bwMode="auto">
            <a:xfrm>
              <a:off x="1211263" y="322263"/>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09" name="Rectangle 83">
              <a:extLst>
                <a:ext uri="{FF2B5EF4-FFF2-40B4-BE49-F238E27FC236}">
                  <a16:creationId xmlns:a16="http://schemas.microsoft.com/office/drawing/2014/main" id="{435EAC29-2E73-4691-A1AC-8AE1B45B37C3}"/>
                </a:ext>
              </a:extLst>
            </p:cNvPr>
            <p:cNvSpPr>
              <a:spLocks noChangeArrowheads="1"/>
            </p:cNvSpPr>
            <p:nvPr/>
          </p:nvSpPr>
          <p:spPr bwMode="auto">
            <a:xfrm>
              <a:off x="603250" y="474663"/>
              <a:ext cx="182563"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10" name="Rectangle 85">
              <a:extLst>
                <a:ext uri="{FF2B5EF4-FFF2-40B4-BE49-F238E27FC236}">
                  <a16:creationId xmlns:a16="http://schemas.microsoft.com/office/drawing/2014/main" id="{6870B714-18F0-4C96-A57F-90B3895C9D09}"/>
                </a:ext>
              </a:extLst>
            </p:cNvPr>
            <p:cNvSpPr>
              <a:spLocks noChangeArrowheads="1"/>
            </p:cNvSpPr>
            <p:nvPr/>
          </p:nvSpPr>
          <p:spPr bwMode="auto">
            <a:xfrm>
              <a:off x="4665663" y="815975"/>
              <a:ext cx="755650" cy="773113"/>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11" name="Line 86">
              <a:extLst>
                <a:ext uri="{FF2B5EF4-FFF2-40B4-BE49-F238E27FC236}">
                  <a16:creationId xmlns:a16="http://schemas.microsoft.com/office/drawing/2014/main" id="{32AECEBA-7C7E-4772-B1D9-4355FFAA650A}"/>
                </a:ext>
              </a:extLst>
            </p:cNvPr>
            <p:cNvSpPr>
              <a:spLocks noChangeShapeType="1"/>
            </p:cNvSpPr>
            <p:nvPr/>
          </p:nvSpPr>
          <p:spPr bwMode="auto">
            <a:xfrm flipH="1">
              <a:off x="4665663" y="1211263"/>
              <a:ext cx="755650" cy="1587"/>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12" name="Line 87">
              <a:extLst>
                <a:ext uri="{FF2B5EF4-FFF2-40B4-BE49-F238E27FC236}">
                  <a16:creationId xmlns:a16="http://schemas.microsoft.com/office/drawing/2014/main" id="{CA841EAB-2002-4E42-AA53-D9100960BF7E}"/>
                </a:ext>
              </a:extLst>
            </p:cNvPr>
            <p:cNvSpPr>
              <a:spLocks noChangeShapeType="1"/>
            </p:cNvSpPr>
            <p:nvPr/>
          </p:nvSpPr>
          <p:spPr bwMode="auto">
            <a:xfrm flipV="1">
              <a:off x="5043488" y="815975"/>
              <a:ext cx="1587" cy="773113"/>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13" name="Line 88">
              <a:extLst>
                <a:ext uri="{FF2B5EF4-FFF2-40B4-BE49-F238E27FC236}">
                  <a16:creationId xmlns:a16="http://schemas.microsoft.com/office/drawing/2014/main" id="{40E5AC4D-94ED-448E-8705-F10C1A2657B1}"/>
                </a:ext>
              </a:extLst>
            </p:cNvPr>
            <p:cNvSpPr>
              <a:spLocks noChangeShapeType="1"/>
            </p:cNvSpPr>
            <p:nvPr/>
          </p:nvSpPr>
          <p:spPr bwMode="auto">
            <a:xfrm>
              <a:off x="4270375" y="438150"/>
              <a:ext cx="395288" cy="377825"/>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14" name="Rectangle 89">
              <a:extLst>
                <a:ext uri="{FF2B5EF4-FFF2-40B4-BE49-F238E27FC236}">
                  <a16:creationId xmlns:a16="http://schemas.microsoft.com/office/drawing/2014/main" id="{72A4B6DB-8EA3-4A69-A836-35FF45D5C6D0}"/>
                </a:ext>
              </a:extLst>
            </p:cNvPr>
            <p:cNvSpPr>
              <a:spLocks noChangeArrowheads="1"/>
            </p:cNvSpPr>
            <p:nvPr/>
          </p:nvSpPr>
          <p:spPr bwMode="auto">
            <a:xfrm>
              <a:off x="5421313" y="815975"/>
              <a:ext cx="773112" cy="773113"/>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15" name="Line 90">
              <a:extLst>
                <a:ext uri="{FF2B5EF4-FFF2-40B4-BE49-F238E27FC236}">
                  <a16:creationId xmlns:a16="http://schemas.microsoft.com/office/drawing/2014/main" id="{93943BAC-E24A-4089-ACF9-1056776BAA8F}"/>
                </a:ext>
              </a:extLst>
            </p:cNvPr>
            <p:cNvSpPr>
              <a:spLocks noChangeShapeType="1"/>
            </p:cNvSpPr>
            <p:nvPr/>
          </p:nvSpPr>
          <p:spPr bwMode="auto">
            <a:xfrm flipH="1">
              <a:off x="5421313" y="1211263"/>
              <a:ext cx="773112" cy="1587"/>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16" name="Line 91">
              <a:extLst>
                <a:ext uri="{FF2B5EF4-FFF2-40B4-BE49-F238E27FC236}">
                  <a16:creationId xmlns:a16="http://schemas.microsoft.com/office/drawing/2014/main" id="{275229E6-9AD8-41BB-83E8-9717C8EF886E}"/>
                </a:ext>
              </a:extLst>
            </p:cNvPr>
            <p:cNvSpPr>
              <a:spLocks noChangeShapeType="1"/>
            </p:cNvSpPr>
            <p:nvPr/>
          </p:nvSpPr>
          <p:spPr bwMode="auto">
            <a:xfrm flipV="1">
              <a:off x="5799138" y="815975"/>
              <a:ext cx="1587" cy="773113"/>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17" name="Rectangle 92">
              <a:extLst>
                <a:ext uri="{FF2B5EF4-FFF2-40B4-BE49-F238E27FC236}">
                  <a16:creationId xmlns:a16="http://schemas.microsoft.com/office/drawing/2014/main" id="{DC261A12-B0AC-4CFD-80CE-8E4D7549406D}"/>
                </a:ext>
              </a:extLst>
            </p:cNvPr>
            <p:cNvSpPr>
              <a:spLocks noChangeArrowheads="1"/>
            </p:cNvSpPr>
            <p:nvPr/>
          </p:nvSpPr>
          <p:spPr bwMode="auto">
            <a:xfrm>
              <a:off x="803275" y="554038"/>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18" name="Rectangle 93">
              <a:extLst>
                <a:ext uri="{FF2B5EF4-FFF2-40B4-BE49-F238E27FC236}">
                  <a16:creationId xmlns:a16="http://schemas.microsoft.com/office/drawing/2014/main" id="{79CDD87C-F563-4EDF-ABAC-D2D15732E0CC}"/>
                </a:ext>
              </a:extLst>
            </p:cNvPr>
            <p:cNvSpPr>
              <a:spLocks noChangeArrowheads="1"/>
            </p:cNvSpPr>
            <p:nvPr/>
          </p:nvSpPr>
          <p:spPr bwMode="auto">
            <a:xfrm>
              <a:off x="4770438" y="6048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19" name="Rectangle 94">
              <a:extLst>
                <a:ext uri="{FF2B5EF4-FFF2-40B4-BE49-F238E27FC236}">
                  <a16:creationId xmlns:a16="http://schemas.microsoft.com/office/drawing/2014/main" id="{CB2AFFE1-A20D-4702-9D2C-F66402646114}"/>
                </a:ext>
              </a:extLst>
            </p:cNvPr>
            <p:cNvSpPr>
              <a:spLocks noChangeArrowheads="1"/>
            </p:cNvSpPr>
            <p:nvPr/>
          </p:nvSpPr>
          <p:spPr bwMode="auto">
            <a:xfrm>
              <a:off x="5153025" y="6048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20" name="Rectangle 95">
              <a:extLst>
                <a:ext uri="{FF2B5EF4-FFF2-40B4-BE49-F238E27FC236}">
                  <a16:creationId xmlns:a16="http://schemas.microsoft.com/office/drawing/2014/main" id="{7648208C-EDC0-43D8-88E4-3FCD4FB53338}"/>
                </a:ext>
              </a:extLst>
            </p:cNvPr>
            <p:cNvSpPr>
              <a:spLocks noChangeArrowheads="1"/>
            </p:cNvSpPr>
            <p:nvPr/>
          </p:nvSpPr>
          <p:spPr bwMode="auto">
            <a:xfrm>
              <a:off x="5535613" y="6048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21" name="Rectangle 96">
              <a:extLst>
                <a:ext uri="{FF2B5EF4-FFF2-40B4-BE49-F238E27FC236}">
                  <a16:creationId xmlns:a16="http://schemas.microsoft.com/office/drawing/2014/main" id="{09F0A1A2-DF1E-4992-8CBB-3C4A43639E3C}"/>
                </a:ext>
              </a:extLst>
            </p:cNvPr>
            <p:cNvSpPr>
              <a:spLocks noChangeArrowheads="1"/>
            </p:cNvSpPr>
            <p:nvPr/>
          </p:nvSpPr>
          <p:spPr bwMode="auto">
            <a:xfrm>
              <a:off x="5916613" y="6048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22" name="Rectangle 97">
              <a:extLst>
                <a:ext uri="{FF2B5EF4-FFF2-40B4-BE49-F238E27FC236}">
                  <a16:creationId xmlns:a16="http://schemas.microsoft.com/office/drawing/2014/main" id="{92667422-6AB7-45EE-9B2B-C526C1C7FDDB}"/>
                </a:ext>
              </a:extLst>
            </p:cNvPr>
            <p:cNvSpPr>
              <a:spLocks noChangeArrowheads="1"/>
            </p:cNvSpPr>
            <p:nvPr/>
          </p:nvSpPr>
          <p:spPr bwMode="auto">
            <a:xfrm>
              <a:off x="4419600" y="923925"/>
              <a:ext cx="16510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23" name="Rectangle 98">
              <a:extLst>
                <a:ext uri="{FF2B5EF4-FFF2-40B4-BE49-F238E27FC236}">
                  <a16:creationId xmlns:a16="http://schemas.microsoft.com/office/drawing/2014/main" id="{136D8FB1-4A53-4BBB-8B1C-A824BAB244CD}"/>
                </a:ext>
              </a:extLst>
            </p:cNvPr>
            <p:cNvSpPr>
              <a:spLocks noChangeArrowheads="1"/>
            </p:cNvSpPr>
            <p:nvPr/>
          </p:nvSpPr>
          <p:spPr bwMode="auto">
            <a:xfrm>
              <a:off x="4410075" y="1306513"/>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24" name="Rectangle 99">
              <a:extLst>
                <a:ext uri="{FF2B5EF4-FFF2-40B4-BE49-F238E27FC236}">
                  <a16:creationId xmlns:a16="http://schemas.microsoft.com/office/drawing/2014/main" id="{8D87DDA8-F20C-4111-A892-4A79C8562903}"/>
                </a:ext>
              </a:extLst>
            </p:cNvPr>
            <p:cNvSpPr>
              <a:spLocks noChangeArrowheads="1"/>
            </p:cNvSpPr>
            <p:nvPr/>
          </p:nvSpPr>
          <p:spPr bwMode="auto">
            <a:xfrm>
              <a:off x="5197475" y="9318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25" name="Rectangle 100">
              <a:extLst>
                <a:ext uri="{FF2B5EF4-FFF2-40B4-BE49-F238E27FC236}">
                  <a16:creationId xmlns:a16="http://schemas.microsoft.com/office/drawing/2014/main" id="{7C9B17AA-B4B0-4E45-AD59-2F98AD5ADD12}"/>
                </a:ext>
              </a:extLst>
            </p:cNvPr>
            <p:cNvSpPr>
              <a:spLocks noChangeArrowheads="1"/>
            </p:cNvSpPr>
            <p:nvPr/>
          </p:nvSpPr>
          <p:spPr bwMode="auto">
            <a:xfrm>
              <a:off x="4811713" y="1314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26" name="Rectangle 101">
              <a:extLst>
                <a:ext uri="{FF2B5EF4-FFF2-40B4-BE49-F238E27FC236}">
                  <a16:creationId xmlns:a16="http://schemas.microsoft.com/office/drawing/2014/main" id="{B731D5CC-8682-4BD8-944C-6277DFB16F62}"/>
                </a:ext>
              </a:extLst>
            </p:cNvPr>
            <p:cNvSpPr>
              <a:spLocks noChangeArrowheads="1"/>
            </p:cNvSpPr>
            <p:nvPr/>
          </p:nvSpPr>
          <p:spPr bwMode="auto">
            <a:xfrm>
              <a:off x="5197475" y="1314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27" name="Rectangle 102">
              <a:extLst>
                <a:ext uri="{FF2B5EF4-FFF2-40B4-BE49-F238E27FC236}">
                  <a16:creationId xmlns:a16="http://schemas.microsoft.com/office/drawing/2014/main" id="{2D5659AE-E528-41EC-BFEB-A65E15AE2695}"/>
                </a:ext>
              </a:extLst>
            </p:cNvPr>
            <p:cNvSpPr>
              <a:spLocks noChangeArrowheads="1"/>
            </p:cNvSpPr>
            <p:nvPr/>
          </p:nvSpPr>
          <p:spPr bwMode="auto">
            <a:xfrm>
              <a:off x="5580063" y="9318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28" name="Rectangle 103">
              <a:extLst>
                <a:ext uri="{FF2B5EF4-FFF2-40B4-BE49-F238E27FC236}">
                  <a16:creationId xmlns:a16="http://schemas.microsoft.com/office/drawing/2014/main" id="{5A50C7FC-C592-4D2C-995F-BC55D4C2BBBA}"/>
                </a:ext>
              </a:extLst>
            </p:cNvPr>
            <p:cNvSpPr>
              <a:spLocks noChangeArrowheads="1"/>
            </p:cNvSpPr>
            <p:nvPr/>
          </p:nvSpPr>
          <p:spPr bwMode="auto">
            <a:xfrm>
              <a:off x="5580063" y="1314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29" name="Rectangle 104">
              <a:extLst>
                <a:ext uri="{FF2B5EF4-FFF2-40B4-BE49-F238E27FC236}">
                  <a16:creationId xmlns:a16="http://schemas.microsoft.com/office/drawing/2014/main" id="{460278BF-F3B5-4579-AB48-C2341D4475A0}"/>
                </a:ext>
              </a:extLst>
            </p:cNvPr>
            <p:cNvSpPr>
              <a:spLocks noChangeArrowheads="1"/>
            </p:cNvSpPr>
            <p:nvPr/>
          </p:nvSpPr>
          <p:spPr bwMode="auto">
            <a:xfrm>
              <a:off x="5953125" y="9318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30" name="Rectangle 105">
              <a:extLst>
                <a:ext uri="{FF2B5EF4-FFF2-40B4-BE49-F238E27FC236}">
                  <a16:creationId xmlns:a16="http://schemas.microsoft.com/office/drawing/2014/main" id="{167B590E-1D5C-4A2E-AC8A-4545A5A6DC0E}"/>
                </a:ext>
              </a:extLst>
            </p:cNvPr>
            <p:cNvSpPr>
              <a:spLocks noChangeArrowheads="1"/>
            </p:cNvSpPr>
            <p:nvPr/>
          </p:nvSpPr>
          <p:spPr bwMode="auto">
            <a:xfrm>
              <a:off x="5953125" y="1314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31" name="Rectangle 106">
              <a:extLst>
                <a:ext uri="{FF2B5EF4-FFF2-40B4-BE49-F238E27FC236}">
                  <a16:creationId xmlns:a16="http://schemas.microsoft.com/office/drawing/2014/main" id="{D9503406-10D4-4563-9B50-79409DBDDB54}"/>
                </a:ext>
              </a:extLst>
            </p:cNvPr>
            <p:cNvSpPr>
              <a:spLocks noChangeArrowheads="1"/>
            </p:cNvSpPr>
            <p:nvPr/>
          </p:nvSpPr>
          <p:spPr bwMode="auto">
            <a:xfrm>
              <a:off x="4665663" y="1589088"/>
              <a:ext cx="755650" cy="755650"/>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32" name="Line 107">
              <a:extLst>
                <a:ext uri="{FF2B5EF4-FFF2-40B4-BE49-F238E27FC236}">
                  <a16:creationId xmlns:a16="http://schemas.microsoft.com/office/drawing/2014/main" id="{7692E2F1-43BF-471F-8733-9B15CBD00F0F}"/>
                </a:ext>
              </a:extLst>
            </p:cNvPr>
            <p:cNvSpPr>
              <a:spLocks noChangeShapeType="1"/>
            </p:cNvSpPr>
            <p:nvPr/>
          </p:nvSpPr>
          <p:spPr bwMode="auto">
            <a:xfrm flipH="1">
              <a:off x="4665663" y="1966913"/>
              <a:ext cx="755650" cy="1587"/>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33" name="Line 108">
              <a:extLst>
                <a:ext uri="{FF2B5EF4-FFF2-40B4-BE49-F238E27FC236}">
                  <a16:creationId xmlns:a16="http://schemas.microsoft.com/office/drawing/2014/main" id="{55F1917E-CEDA-4724-8C4E-F223819D9925}"/>
                </a:ext>
              </a:extLst>
            </p:cNvPr>
            <p:cNvSpPr>
              <a:spLocks noChangeShapeType="1"/>
            </p:cNvSpPr>
            <p:nvPr/>
          </p:nvSpPr>
          <p:spPr bwMode="auto">
            <a:xfrm flipV="1">
              <a:off x="5043488" y="1589088"/>
              <a:ext cx="1587" cy="75565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34" name="Rectangle 109">
              <a:extLst>
                <a:ext uri="{FF2B5EF4-FFF2-40B4-BE49-F238E27FC236}">
                  <a16:creationId xmlns:a16="http://schemas.microsoft.com/office/drawing/2014/main" id="{5EED3BE0-2B17-42B6-B76F-897DDB6AEFA1}"/>
                </a:ext>
              </a:extLst>
            </p:cNvPr>
            <p:cNvSpPr>
              <a:spLocks noChangeArrowheads="1"/>
            </p:cNvSpPr>
            <p:nvPr/>
          </p:nvSpPr>
          <p:spPr bwMode="auto">
            <a:xfrm>
              <a:off x="5421313" y="1589088"/>
              <a:ext cx="773112" cy="755650"/>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35" name="Line 110">
              <a:extLst>
                <a:ext uri="{FF2B5EF4-FFF2-40B4-BE49-F238E27FC236}">
                  <a16:creationId xmlns:a16="http://schemas.microsoft.com/office/drawing/2014/main" id="{942976C7-8D78-480E-BFB4-4B412E415B2C}"/>
                </a:ext>
              </a:extLst>
            </p:cNvPr>
            <p:cNvSpPr>
              <a:spLocks noChangeShapeType="1"/>
            </p:cNvSpPr>
            <p:nvPr/>
          </p:nvSpPr>
          <p:spPr bwMode="auto">
            <a:xfrm flipH="1">
              <a:off x="5421313" y="1966913"/>
              <a:ext cx="773112" cy="1587"/>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36" name="Line 111">
              <a:extLst>
                <a:ext uri="{FF2B5EF4-FFF2-40B4-BE49-F238E27FC236}">
                  <a16:creationId xmlns:a16="http://schemas.microsoft.com/office/drawing/2014/main" id="{739A0E99-AD98-4748-9D96-4911FD8C7E2B}"/>
                </a:ext>
              </a:extLst>
            </p:cNvPr>
            <p:cNvSpPr>
              <a:spLocks noChangeShapeType="1"/>
            </p:cNvSpPr>
            <p:nvPr/>
          </p:nvSpPr>
          <p:spPr bwMode="auto">
            <a:xfrm flipV="1">
              <a:off x="5799138" y="1589088"/>
              <a:ext cx="1587" cy="75565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37" name="Rectangle 112">
              <a:extLst>
                <a:ext uri="{FF2B5EF4-FFF2-40B4-BE49-F238E27FC236}">
                  <a16:creationId xmlns:a16="http://schemas.microsoft.com/office/drawing/2014/main" id="{FD73221E-792F-4538-9370-AC76A283BF66}"/>
                </a:ext>
              </a:extLst>
            </p:cNvPr>
            <p:cNvSpPr>
              <a:spLocks noChangeArrowheads="1"/>
            </p:cNvSpPr>
            <p:nvPr/>
          </p:nvSpPr>
          <p:spPr bwMode="auto">
            <a:xfrm>
              <a:off x="4811713" y="9318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38" name="Rectangle 113">
              <a:extLst>
                <a:ext uri="{FF2B5EF4-FFF2-40B4-BE49-F238E27FC236}">
                  <a16:creationId xmlns:a16="http://schemas.microsoft.com/office/drawing/2014/main" id="{89104678-07BE-42A5-955A-A7CEE48A3555}"/>
                </a:ext>
              </a:extLst>
            </p:cNvPr>
            <p:cNvSpPr>
              <a:spLocks noChangeArrowheads="1"/>
            </p:cNvSpPr>
            <p:nvPr/>
          </p:nvSpPr>
          <p:spPr bwMode="auto">
            <a:xfrm>
              <a:off x="5197475" y="1695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39" name="Rectangle 114">
              <a:extLst>
                <a:ext uri="{FF2B5EF4-FFF2-40B4-BE49-F238E27FC236}">
                  <a16:creationId xmlns:a16="http://schemas.microsoft.com/office/drawing/2014/main" id="{6D34AC36-D4C9-477C-8C97-F2E9D7E5D7B5}"/>
                </a:ext>
              </a:extLst>
            </p:cNvPr>
            <p:cNvSpPr>
              <a:spLocks noChangeArrowheads="1"/>
            </p:cNvSpPr>
            <p:nvPr/>
          </p:nvSpPr>
          <p:spPr bwMode="auto">
            <a:xfrm>
              <a:off x="4811713" y="2078038"/>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40" name="Rectangle 115">
              <a:extLst>
                <a:ext uri="{FF2B5EF4-FFF2-40B4-BE49-F238E27FC236}">
                  <a16:creationId xmlns:a16="http://schemas.microsoft.com/office/drawing/2014/main" id="{5C5783F9-496E-4D06-AB3D-88A366C38AA1}"/>
                </a:ext>
              </a:extLst>
            </p:cNvPr>
            <p:cNvSpPr>
              <a:spLocks noChangeArrowheads="1"/>
            </p:cNvSpPr>
            <p:nvPr/>
          </p:nvSpPr>
          <p:spPr bwMode="auto">
            <a:xfrm>
              <a:off x="5197475" y="2078038"/>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41" name="Rectangle 116">
              <a:extLst>
                <a:ext uri="{FF2B5EF4-FFF2-40B4-BE49-F238E27FC236}">
                  <a16:creationId xmlns:a16="http://schemas.microsoft.com/office/drawing/2014/main" id="{736B37D8-5896-4A08-96AA-9CA3482D5D86}"/>
                </a:ext>
              </a:extLst>
            </p:cNvPr>
            <p:cNvSpPr>
              <a:spLocks noChangeArrowheads="1"/>
            </p:cNvSpPr>
            <p:nvPr/>
          </p:nvSpPr>
          <p:spPr bwMode="auto">
            <a:xfrm>
              <a:off x="5580063" y="1695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42" name="Rectangle 117">
              <a:extLst>
                <a:ext uri="{FF2B5EF4-FFF2-40B4-BE49-F238E27FC236}">
                  <a16:creationId xmlns:a16="http://schemas.microsoft.com/office/drawing/2014/main" id="{347BABDB-3EF4-4FE9-8BF8-6FD8E96996CE}"/>
                </a:ext>
              </a:extLst>
            </p:cNvPr>
            <p:cNvSpPr>
              <a:spLocks noChangeArrowheads="1"/>
            </p:cNvSpPr>
            <p:nvPr/>
          </p:nvSpPr>
          <p:spPr bwMode="auto">
            <a:xfrm>
              <a:off x="5580063" y="2078038"/>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43" name="Rectangle 118">
              <a:extLst>
                <a:ext uri="{FF2B5EF4-FFF2-40B4-BE49-F238E27FC236}">
                  <a16:creationId xmlns:a16="http://schemas.microsoft.com/office/drawing/2014/main" id="{8C28340C-86D5-4F9A-BACB-9F4A7C12D006}"/>
                </a:ext>
              </a:extLst>
            </p:cNvPr>
            <p:cNvSpPr>
              <a:spLocks noChangeArrowheads="1"/>
            </p:cNvSpPr>
            <p:nvPr/>
          </p:nvSpPr>
          <p:spPr bwMode="auto">
            <a:xfrm>
              <a:off x="5953125" y="1695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44" name="Rectangle 119">
              <a:extLst>
                <a:ext uri="{FF2B5EF4-FFF2-40B4-BE49-F238E27FC236}">
                  <a16:creationId xmlns:a16="http://schemas.microsoft.com/office/drawing/2014/main" id="{31B4EAEF-71D4-4CE9-BCF9-B7DA509567EA}"/>
                </a:ext>
              </a:extLst>
            </p:cNvPr>
            <p:cNvSpPr>
              <a:spLocks noChangeArrowheads="1"/>
            </p:cNvSpPr>
            <p:nvPr/>
          </p:nvSpPr>
          <p:spPr bwMode="auto">
            <a:xfrm>
              <a:off x="5953125" y="2078038"/>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45" name="Rectangle 120">
              <a:extLst>
                <a:ext uri="{FF2B5EF4-FFF2-40B4-BE49-F238E27FC236}">
                  <a16:creationId xmlns:a16="http://schemas.microsoft.com/office/drawing/2014/main" id="{9ED5D891-7198-4734-A26C-421AFB8AA450}"/>
                </a:ext>
              </a:extLst>
            </p:cNvPr>
            <p:cNvSpPr>
              <a:spLocks noChangeArrowheads="1"/>
            </p:cNvSpPr>
            <p:nvPr/>
          </p:nvSpPr>
          <p:spPr bwMode="auto">
            <a:xfrm>
              <a:off x="4811713" y="1695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46" name="Rectangle 121">
              <a:extLst>
                <a:ext uri="{FF2B5EF4-FFF2-40B4-BE49-F238E27FC236}">
                  <a16:creationId xmlns:a16="http://schemas.microsoft.com/office/drawing/2014/main" id="{FC586AD0-6A41-4023-AD16-FCCA93BFCA07}"/>
                </a:ext>
              </a:extLst>
            </p:cNvPr>
            <p:cNvSpPr>
              <a:spLocks noChangeArrowheads="1"/>
            </p:cNvSpPr>
            <p:nvPr/>
          </p:nvSpPr>
          <p:spPr bwMode="auto">
            <a:xfrm>
              <a:off x="4410075" y="1695450"/>
              <a:ext cx="16510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47" name="Rectangle 122">
              <a:extLst>
                <a:ext uri="{FF2B5EF4-FFF2-40B4-BE49-F238E27FC236}">
                  <a16:creationId xmlns:a16="http://schemas.microsoft.com/office/drawing/2014/main" id="{C801D9C5-F79E-499D-9F61-EE8B59F78C06}"/>
                </a:ext>
              </a:extLst>
            </p:cNvPr>
            <p:cNvSpPr>
              <a:spLocks noChangeArrowheads="1"/>
            </p:cNvSpPr>
            <p:nvPr/>
          </p:nvSpPr>
          <p:spPr bwMode="auto">
            <a:xfrm>
              <a:off x="4410075" y="20780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48" name="Rectangle 123">
              <a:extLst>
                <a:ext uri="{FF2B5EF4-FFF2-40B4-BE49-F238E27FC236}">
                  <a16:creationId xmlns:a16="http://schemas.microsoft.com/office/drawing/2014/main" id="{C5D5735E-35A2-4B11-9A46-B54AD54C3479}"/>
                </a:ext>
              </a:extLst>
            </p:cNvPr>
            <p:cNvSpPr>
              <a:spLocks noChangeArrowheads="1"/>
            </p:cNvSpPr>
            <p:nvPr/>
          </p:nvSpPr>
          <p:spPr bwMode="auto">
            <a:xfrm>
              <a:off x="4406900" y="242888"/>
              <a:ext cx="730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49" name="Rectangle 124">
              <a:extLst>
                <a:ext uri="{FF2B5EF4-FFF2-40B4-BE49-F238E27FC236}">
                  <a16:creationId xmlns:a16="http://schemas.microsoft.com/office/drawing/2014/main" id="{B2A15B48-E396-4F74-8BC3-641075D792E9}"/>
                </a:ext>
              </a:extLst>
            </p:cNvPr>
            <p:cNvSpPr>
              <a:spLocks noChangeArrowheads="1"/>
            </p:cNvSpPr>
            <p:nvPr/>
          </p:nvSpPr>
          <p:spPr bwMode="auto">
            <a:xfrm>
              <a:off x="4486275" y="322263"/>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50" name="Rectangle 125">
              <a:extLst>
                <a:ext uri="{FF2B5EF4-FFF2-40B4-BE49-F238E27FC236}">
                  <a16:creationId xmlns:a16="http://schemas.microsoft.com/office/drawing/2014/main" id="{A7417354-4296-4DE0-879E-A3F472FD1290}"/>
                </a:ext>
              </a:extLst>
            </p:cNvPr>
            <p:cNvSpPr>
              <a:spLocks noChangeArrowheads="1"/>
            </p:cNvSpPr>
            <p:nvPr/>
          </p:nvSpPr>
          <p:spPr bwMode="auto">
            <a:xfrm>
              <a:off x="4562475" y="242888"/>
              <a:ext cx="730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51" name="Rectangle 126">
              <a:extLst>
                <a:ext uri="{FF2B5EF4-FFF2-40B4-BE49-F238E27FC236}">
                  <a16:creationId xmlns:a16="http://schemas.microsoft.com/office/drawing/2014/main" id="{42A7D6EC-8DAB-46BC-966B-1FE2D3D3E8DA}"/>
                </a:ext>
              </a:extLst>
            </p:cNvPr>
            <p:cNvSpPr>
              <a:spLocks noChangeArrowheads="1"/>
            </p:cNvSpPr>
            <p:nvPr/>
          </p:nvSpPr>
          <p:spPr bwMode="auto">
            <a:xfrm>
              <a:off x="4640263" y="322263"/>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52" name="Rectangle 127">
              <a:extLst>
                <a:ext uri="{FF2B5EF4-FFF2-40B4-BE49-F238E27FC236}">
                  <a16:creationId xmlns:a16="http://schemas.microsoft.com/office/drawing/2014/main" id="{EF8D9489-1D1D-43BA-A685-E491E5046B5B}"/>
                </a:ext>
              </a:extLst>
            </p:cNvPr>
            <p:cNvSpPr>
              <a:spLocks noChangeArrowheads="1"/>
            </p:cNvSpPr>
            <p:nvPr/>
          </p:nvSpPr>
          <p:spPr bwMode="auto">
            <a:xfrm>
              <a:off x="4032250" y="474663"/>
              <a:ext cx="182563"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53" name="Rectangle 136">
              <a:extLst>
                <a:ext uri="{FF2B5EF4-FFF2-40B4-BE49-F238E27FC236}">
                  <a16:creationId xmlns:a16="http://schemas.microsoft.com/office/drawing/2014/main" id="{6FABC9DE-5965-440C-96B2-2A25C6B7D19F}"/>
                </a:ext>
              </a:extLst>
            </p:cNvPr>
            <p:cNvSpPr>
              <a:spLocks noChangeArrowheads="1"/>
            </p:cNvSpPr>
            <p:nvPr/>
          </p:nvSpPr>
          <p:spPr bwMode="auto">
            <a:xfrm>
              <a:off x="4230688" y="554038"/>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54" name="Rectangle 313">
              <a:extLst>
                <a:ext uri="{FF2B5EF4-FFF2-40B4-BE49-F238E27FC236}">
                  <a16:creationId xmlns:a16="http://schemas.microsoft.com/office/drawing/2014/main" id="{F36B2DF3-F1C3-4722-B813-870134CCCB5C}"/>
                </a:ext>
              </a:extLst>
            </p:cNvPr>
            <p:cNvSpPr>
              <a:spLocks noChangeArrowheads="1"/>
            </p:cNvSpPr>
            <p:nvPr/>
          </p:nvSpPr>
          <p:spPr bwMode="auto">
            <a:xfrm>
              <a:off x="1962150" y="2490788"/>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55" name="Rectangle 327">
              <a:extLst>
                <a:ext uri="{FF2B5EF4-FFF2-40B4-BE49-F238E27FC236}">
                  <a16:creationId xmlns:a16="http://schemas.microsoft.com/office/drawing/2014/main" id="{79765AF8-3FA0-4A96-939E-8442D2F3B2D4}"/>
                </a:ext>
              </a:extLst>
            </p:cNvPr>
            <p:cNvSpPr>
              <a:spLocks noChangeArrowheads="1"/>
            </p:cNvSpPr>
            <p:nvPr/>
          </p:nvSpPr>
          <p:spPr bwMode="auto">
            <a:xfrm>
              <a:off x="5265738" y="2571750"/>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56" name="Rectangle 328">
              <a:extLst>
                <a:ext uri="{FF2B5EF4-FFF2-40B4-BE49-F238E27FC236}">
                  <a16:creationId xmlns:a16="http://schemas.microsoft.com/office/drawing/2014/main" id="{03C32A23-B36C-421C-B3B1-050EF53896B7}"/>
                </a:ext>
              </a:extLst>
            </p:cNvPr>
            <p:cNvSpPr>
              <a:spLocks noChangeArrowheads="1"/>
            </p:cNvSpPr>
            <p:nvPr/>
          </p:nvSpPr>
          <p:spPr bwMode="auto">
            <a:xfrm>
              <a:off x="5580063" y="2492375"/>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257" name="Rectangle 329">
              <a:extLst>
                <a:ext uri="{FF2B5EF4-FFF2-40B4-BE49-F238E27FC236}">
                  <a16:creationId xmlns:a16="http://schemas.microsoft.com/office/drawing/2014/main" id="{849F1116-5E2B-4EBF-AFC8-0432A3C53295}"/>
                </a:ext>
              </a:extLst>
            </p:cNvPr>
            <p:cNvSpPr>
              <a:spLocks noChangeArrowheads="1"/>
            </p:cNvSpPr>
            <p:nvPr/>
          </p:nvSpPr>
          <p:spPr bwMode="auto">
            <a:xfrm>
              <a:off x="5408613" y="2490788"/>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92163" name="Title 1">
            <a:extLst>
              <a:ext uri="{FF2B5EF4-FFF2-40B4-BE49-F238E27FC236}">
                <a16:creationId xmlns:a16="http://schemas.microsoft.com/office/drawing/2014/main" id="{222BE0C8-8712-4EAC-B1D5-0EB2C74FD2F2}"/>
              </a:ext>
            </a:extLst>
          </p:cNvPr>
          <p:cNvSpPr txBox="1">
            <a:spLocks/>
          </p:cNvSpPr>
          <p:nvPr/>
        </p:nvSpPr>
        <p:spPr bwMode="auto">
          <a:xfrm>
            <a:off x="0" y="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Karnaugh maps for the first JK flip-flop</a:t>
            </a:r>
          </a:p>
        </p:txBody>
      </p:sp>
      <p:cxnSp>
        <p:nvCxnSpPr>
          <p:cNvPr id="92164" name="Straight Arrow Connector 317">
            <a:extLst>
              <a:ext uri="{FF2B5EF4-FFF2-40B4-BE49-F238E27FC236}">
                <a16:creationId xmlns:a16="http://schemas.microsoft.com/office/drawing/2014/main" id="{193B8CAA-353F-41BF-BE74-5E0058108C0D}"/>
              </a:ext>
            </a:extLst>
          </p:cNvPr>
          <p:cNvCxnSpPr>
            <a:cxnSpLocks noChangeShapeType="1"/>
          </p:cNvCxnSpPr>
          <p:nvPr/>
        </p:nvCxnSpPr>
        <p:spPr bwMode="auto">
          <a:xfrm>
            <a:off x="914400" y="5562600"/>
            <a:ext cx="990600" cy="0"/>
          </a:xfrm>
          <a:prstGeom prst="straightConnector1">
            <a:avLst/>
          </a:prstGeom>
          <a:noFill/>
          <a:ln w="25400">
            <a:solidFill>
              <a:srgbClr val="FF0000"/>
            </a:solidFill>
            <a:round/>
            <a:headEnd/>
            <a:tailEnd type="arrow" w="med" len="med"/>
          </a:ln>
          <a:extLst>
            <a:ext uri="{909E8E84-426E-40DD-AFC4-6F175D3DCCD1}">
              <a14:hiddenFill xmlns:a14="http://schemas.microsoft.com/office/drawing/2010/main">
                <a:noFill/>
              </a14:hiddenFill>
            </a:ext>
          </a:extLst>
        </p:spPr>
      </p:cxnSp>
      <p:sp>
        <p:nvSpPr>
          <p:cNvPr id="92165" name="TextBox 318">
            <a:extLst>
              <a:ext uri="{FF2B5EF4-FFF2-40B4-BE49-F238E27FC236}">
                <a16:creationId xmlns:a16="http://schemas.microsoft.com/office/drawing/2014/main" id="{3EAA65FC-EFD6-40F0-AB05-8E791E639954}"/>
              </a:ext>
            </a:extLst>
          </p:cNvPr>
          <p:cNvSpPr txBox="1">
            <a:spLocks noChangeArrowheads="1"/>
          </p:cNvSpPr>
          <p:nvPr/>
        </p:nvSpPr>
        <p:spPr bwMode="auto">
          <a:xfrm>
            <a:off x="334963" y="5268913"/>
            <a:ext cx="40640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J</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cxnSp>
        <p:nvCxnSpPr>
          <p:cNvPr id="92166" name="Straight Arrow Connector 319">
            <a:extLst>
              <a:ext uri="{FF2B5EF4-FFF2-40B4-BE49-F238E27FC236}">
                <a16:creationId xmlns:a16="http://schemas.microsoft.com/office/drawing/2014/main" id="{D5450830-8195-4B08-B688-B46EAD28665E}"/>
              </a:ext>
            </a:extLst>
          </p:cNvPr>
          <p:cNvCxnSpPr>
            <a:cxnSpLocks noChangeShapeType="1"/>
          </p:cNvCxnSpPr>
          <p:nvPr/>
        </p:nvCxnSpPr>
        <p:spPr bwMode="auto">
          <a:xfrm rot="10800000">
            <a:off x="7545388" y="5551488"/>
            <a:ext cx="990600" cy="0"/>
          </a:xfrm>
          <a:prstGeom prst="straightConnector1">
            <a:avLst/>
          </a:prstGeom>
          <a:noFill/>
          <a:ln w="25400">
            <a:solidFill>
              <a:srgbClr val="3366FF"/>
            </a:solidFill>
            <a:round/>
            <a:headEnd/>
            <a:tailEnd type="arrow" w="med" len="med"/>
          </a:ln>
          <a:extLst>
            <a:ext uri="{909E8E84-426E-40DD-AFC4-6F175D3DCCD1}">
              <a14:hiddenFill xmlns:a14="http://schemas.microsoft.com/office/drawing/2010/main">
                <a:noFill/>
              </a14:hiddenFill>
            </a:ext>
          </a:extLst>
        </p:spPr>
      </p:cxnSp>
      <p:sp>
        <p:nvSpPr>
          <p:cNvPr id="92167" name="TextBox 321">
            <a:extLst>
              <a:ext uri="{FF2B5EF4-FFF2-40B4-BE49-F238E27FC236}">
                <a16:creationId xmlns:a16="http://schemas.microsoft.com/office/drawing/2014/main" id="{5E2DF9BA-BE97-406E-98BE-12F0DCECE6CB}"/>
              </a:ext>
            </a:extLst>
          </p:cNvPr>
          <p:cNvSpPr txBox="1">
            <a:spLocks noChangeArrowheads="1"/>
          </p:cNvSpPr>
          <p:nvPr/>
        </p:nvSpPr>
        <p:spPr bwMode="auto">
          <a:xfrm>
            <a:off x="8605838" y="5257800"/>
            <a:ext cx="50958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rPr>
              <a:t>K</a:t>
            </a:r>
            <a:r>
              <a:rPr kumimoji="0" lang="en-US" altLang="en-US" sz="2400" b="0" i="0" u="none" strike="noStrike" kern="1200" cap="none" spc="0" normalizeH="0" baseline="-25000" noProof="0">
                <a:ln>
                  <a:noFill/>
                </a:ln>
                <a:solidFill>
                  <a:srgbClr val="0000FF"/>
                </a:solidFill>
                <a:effectLst/>
                <a:uLnTx/>
                <a:uFillTx/>
                <a:latin typeface="Times" panose="02020603050405020304" pitchFamily="18" charset="0"/>
                <a:ea typeface="MS PGothic" panose="020B0600070205080204" pitchFamily="34" charset="-128"/>
                <a:cs typeface="+mn-cs"/>
              </a:rPr>
              <a:t>0</a:t>
            </a: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3185" name="Group 1">
            <a:extLst>
              <a:ext uri="{FF2B5EF4-FFF2-40B4-BE49-F238E27FC236}">
                <a16:creationId xmlns:a16="http://schemas.microsoft.com/office/drawing/2014/main" id="{BCFCD52E-4A67-4B8F-8F4A-54FD26D9C2D6}"/>
              </a:ext>
            </a:extLst>
          </p:cNvPr>
          <p:cNvGrpSpPr>
            <a:grpSpLocks/>
          </p:cNvGrpSpPr>
          <p:nvPr/>
        </p:nvGrpSpPr>
        <p:grpSpPr bwMode="auto">
          <a:xfrm>
            <a:off x="228600" y="685800"/>
            <a:ext cx="8686800" cy="3492500"/>
            <a:chOff x="246063" y="1227138"/>
            <a:chExt cx="8686800" cy="3492500"/>
          </a:xfrm>
        </p:grpSpPr>
        <p:sp>
          <p:nvSpPr>
            <p:cNvPr id="93284" name="Rectangle 4">
              <a:extLst>
                <a:ext uri="{FF2B5EF4-FFF2-40B4-BE49-F238E27FC236}">
                  <a16:creationId xmlns:a16="http://schemas.microsoft.com/office/drawing/2014/main" id="{A43DF067-ED59-4DD4-876C-1A5780DE92A7}"/>
                </a:ext>
              </a:extLst>
            </p:cNvPr>
            <p:cNvSpPr>
              <a:spLocks noChangeArrowheads="1"/>
            </p:cNvSpPr>
            <p:nvPr/>
          </p:nvSpPr>
          <p:spPr bwMode="auto">
            <a:xfrm>
              <a:off x="547688" y="1227138"/>
              <a:ext cx="8382000" cy="95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85" name="Rectangle 5">
              <a:extLst>
                <a:ext uri="{FF2B5EF4-FFF2-40B4-BE49-F238E27FC236}">
                  <a16:creationId xmlns:a16="http://schemas.microsoft.com/office/drawing/2014/main" id="{DEF18D66-7E06-4160-AAC5-4EDA54D047E3}"/>
                </a:ext>
              </a:extLst>
            </p:cNvPr>
            <p:cNvSpPr>
              <a:spLocks noChangeArrowheads="1"/>
            </p:cNvSpPr>
            <p:nvPr/>
          </p:nvSpPr>
          <p:spPr bwMode="auto">
            <a:xfrm>
              <a:off x="547688" y="1227138"/>
              <a:ext cx="11112" cy="41116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86" name="Rectangle 6">
              <a:extLst>
                <a:ext uri="{FF2B5EF4-FFF2-40B4-BE49-F238E27FC236}">
                  <a16:creationId xmlns:a16="http://schemas.microsoft.com/office/drawing/2014/main" id="{9B68E658-A573-4E09-A972-FF82AD41F409}"/>
                </a:ext>
              </a:extLst>
            </p:cNvPr>
            <p:cNvSpPr>
              <a:spLocks noChangeArrowheads="1"/>
            </p:cNvSpPr>
            <p:nvPr/>
          </p:nvSpPr>
          <p:spPr bwMode="auto">
            <a:xfrm>
              <a:off x="1462088" y="1227138"/>
              <a:ext cx="11112" cy="41116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87" name="Rectangle 7">
              <a:extLst>
                <a:ext uri="{FF2B5EF4-FFF2-40B4-BE49-F238E27FC236}">
                  <a16:creationId xmlns:a16="http://schemas.microsoft.com/office/drawing/2014/main" id="{04848847-0C51-4AAC-B04B-4D4062B4C37D}"/>
                </a:ext>
              </a:extLst>
            </p:cNvPr>
            <p:cNvSpPr>
              <a:spLocks noChangeArrowheads="1"/>
            </p:cNvSpPr>
            <p:nvPr/>
          </p:nvSpPr>
          <p:spPr bwMode="auto">
            <a:xfrm>
              <a:off x="676275" y="1457325"/>
              <a:ext cx="7302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88" name="Rectangle 8">
              <a:extLst>
                <a:ext uri="{FF2B5EF4-FFF2-40B4-BE49-F238E27FC236}">
                  <a16:creationId xmlns:a16="http://schemas.microsoft.com/office/drawing/2014/main" id="{CE70CAFB-8FF7-4172-8A5C-78D8046EE2D0}"/>
                </a:ext>
              </a:extLst>
            </p:cNvPr>
            <p:cNvSpPr>
              <a:spLocks noChangeArrowheads="1"/>
            </p:cNvSpPr>
            <p:nvPr/>
          </p:nvSpPr>
          <p:spPr bwMode="auto">
            <a:xfrm>
              <a:off x="8050213" y="1227138"/>
              <a:ext cx="11112" cy="41116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89" name="Rectangle 9">
              <a:extLst>
                <a:ext uri="{FF2B5EF4-FFF2-40B4-BE49-F238E27FC236}">
                  <a16:creationId xmlns:a16="http://schemas.microsoft.com/office/drawing/2014/main" id="{FE10BF23-02E3-4A24-B3AA-859D85375B05}"/>
                </a:ext>
              </a:extLst>
            </p:cNvPr>
            <p:cNvSpPr>
              <a:spLocks noChangeArrowheads="1"/>
            </p:cNvSpPr>
            <p:nvPr/>
          </p:nvSpPr>
          <p:spPr bwMode="auto">
            <a:xfrm>
              <a:off x="8921750" y="1227138"/>
              <a:ext cx="11113" cy="41116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90" name="Rectangle 10">
              <a:extLst>
                <a:ext uri="{FF2B5EF4-FFF2-40B4-BE49-F238E27FC236}">
                  <a16:creationId xmlns:a16="http://schemas.microsoft.com/office/drawing/2014/main" id="{35651C84-04F5-488D-AD0A-249D3F3ABFE4}"/>
                </a:ext>
              </a:extLst>
            </p:cNvPr>
            <p:cNvSpPr>
              <a:spLocks noChangeArrowheads="1"/>
            </p:cNvSpPr>
            <p:nvPr/>
          </p:nvSpPr>
          <p:spPr bwMode="auto">
            <a:xfrm>
              <a:off x="1462088" y="1649413"/>
              <a:ext cx="6583362"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91" name="Rectangle 11">
              <a:extLst>
                <a:ext uri="{FF2B5EF4-FFF2-40B4-BE49-F238E27FC236}">
                  <a16:creationId xmlns:a16="http://schemas.microsoft.com/office/drawing/2014/main" id="{6ABF1614-DB13-4DA8-9EF1-942979D7C142}"/>
                </a:ext>
              </a:extLst>
            </p:cNvPr>
            <p:cNvSpPr>
              <a:spLocks noChangeArrowheads="1"/>
            </p:cNvSpPr>
            <p:nvPr/>
          </p:nvSpPr>
          <p:spPr bwMode="auto">
            <a:xfrm>
              <a:off x="547688" y="1638300"/>
              <a:ext cx="11112" cy="4032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92" name="Rectangle 12">
              <a:extLst>
                <a:ext uri="{FF2B5EF4-FFF2-40B4-BE49-F238E27FC236}">
                  <a16:creationId xmlns:a16="http://schemas.microsoft.com/office/drawing/2014/main" id="{08F94523-3B18-4077-9E35-5477645912C6}"/>
                </a:ext>
              </a:extLst>
            </p:cNvPr>
            <p:cNvSpPr>
              <a:spLocks noChangeArrowheads="1"/>
            </p:cNvSpPr>
            <p:nvPr/>
          </p:nvSpPr>
          <p:spPr bwMode="auto">
            <a:xfrm>
              <a:off x="4065588" y="1328738"/>
              <a:ext cx="142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Flip-flop inputs</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93" name="Rectangle 13">
              <a:extLst>
                <a:ext uri="{FF2B5EF4-FFF2-40B4-BE49-F238E27FC236}">
                  <a16:creationId xmlns:a16="http://schemas.microsoft.com/office/drawing/2014/main" id="{4A3B1EFA-AF6E-45A4-8568-36B493F7020A}"/>
                </a:ext>
              </a:extLst>
            </p:cNvPr>
            <p:cNvSpPr>
              <a:spLocks noChangeArrowheads="1"/>
            </p:cNvSpPr>
            <p:nvPr/>
          </p:nvSpPr>
          <p:spPr bwMode="auto">
            <a:xfrm>
              <a:off x="1462088" y="1638300"/>
              <a:ext cx="11112" cy="4032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94" name="Rectangle 14">
              <a:extLst>
                <a:ext uri="{FF2B5EF4-FFF2-40B4-BE49-F238E27FC236}">
                  <a16:creationId xmlns:a16="http://schemas.microsoft.com/office/drawing/2014/main" id="{6E42EEB4-630F-49CB-9AB2-E143FF4E735C}"/>
                </a:ext>
              </a:extLst>
            </p:cNvPr>
            <p:cNvSpPr>
              <a:spLocks noChangeArrowheads="1"/>
            </p:cNvSpPr>
            <p:nvPr/>
          </p:nvSpPr>
          <p:spPr bwMode="auto">
            <a:xfrm>
              <a:off x="800100" y="1741488"/>
              <a:ext cx="4762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95" name="Rectangle 15">
              <a:extLst>
                <a:ext uri="{FF2B5EF4-FFF2-40B4-BE49-F238E27FC236}">
                  <a16:creationId xmlns:a16="http://schemas.microsoft.com/office/drawing/2014/main" id="{EF0FB39D-4A4E-4451-881B-44C021E81BF5}"/>
                </a:ext>
              </a:extLst>
            </p:cNvPr>
            <p:cNvSpPr>
              <a:spLocks noChangeArrowheads="1"/>
            </p:cNvSpPr>
            <p:nvPr/>
          </p:nvSpPr>
          <p:spPr bwMode="auto">
            <a:xfrm>
              <a:off x="2822575" y="1739900"/>
              <a:ext cx="2095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96" name="Rectangle 16">
              <a:extLst>
                <a:ext uri="{FF2B5EF4-FFF2-40B4-BE49-F238E27FC236}">
                  <a16:creationId xmlns:a16="http://schemas.microsoft.com/office/drawing/2014/main" id="{15C4466D-999A-4D63-998B-C8083CF277B8}"/>
                </a:ext>
              </a:extLst>
            </p:cNvPr>
            <p:cNvSpPr>
              <a:spLocks noChangeArrowheads="1"/>
            </p:cNvSpPr>
            <p:nvPr/>
          </p:nvSpPr>
          <p:spPr bwMode="auto">
            <a:xfrm>
              <a:off x="3051175" y="1739900"/>
              <a:ext cx="185738"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97" name="Rectangle 17">
              <a:extLst>
                <a:ext uri="{FF2B5EF4-FFF2-40B4-BE49-F238E27FC236}">
                  <a16:creationId xmlns:a16="http://schemas.microsoft.com/office/drawing/2014/main" id="{1875BE70-4CE5-44DF-9597-79A0D3E7679E}"/>
                </a:ext>
              </a:extLst>
            </p:cNvPr>
            <p:cNvSpPr>
              <a:spLocks noChangeArrowheads="1"/>
            </p:cNvSpPr>
            <p:nvPr/>
          </p:nvSpPr>
          <p:spPr bwMode="auto">
            <a:xfrm>
              <a:off x="4745038" y="1638300"/>
              <a:ext cx="11112" cy="4032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98" name="Rectangle 18">
              <a:extLst>
                <a:ext uri="{FF2B5EF4-FFF2-40B4-BE49-F238E27FC236}">
                  <a16:creationId xmlns:a16="http://schemas.microsoft.com/office/drawing/2014/main" id="{45EA587E-044D-4EE9-AA88-B2F2733C8055}"/>
                </a:ext>
              </a:extLst>
            </p:cNvPr>
            <p:cNvSpPr>
              <a:spLocks noChangeArrowheads="1"/>
            </p:cNvSpPr>
            <p:nvPr/>
          </p:nvSpPr>
          <p:spPr bwMode="auto">
            <a:xfrm>
              <a:off x="3286125" y="1739900"/>
              <a:ext cx="1714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99" name="Rectangle 19">
              <a:extLst>
                <a:ext uri="{FF2B5EF4-FFF2-40B4-BE49-F238E27FC236}">
                  <a16:creationId xmlns:a16="http://schemas.microsoft.com/office/drawing/2014/main" id="{645AD246-2AF8-4EC8-8B3D-099BF1743559}"/>
                </a:ext>
              </a:extLst>
            </p:cNvPr>
            <p:cNvSpPr>
              <a:spLocks noChangeArrowheads="1"/>
            </p:cNvSpPr>
            <p:nvPr/>
          </p:nvSpPr>
          <p:spPr bwMode="auto">
            <a:xfrm>
              <a:off x="6111875" y="1739900"/>
              <a:ext cx="2095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00" name="Rectangle 20">
              <a:extLst>
                <a:ext uri="{FF2B5EF4-FFF2-40B4-BE49-F238E27FC236}">
                  <a16:creationId xmlns:a16="http://schemas.microsoft.com/office/drawing/2014/main" id="{236577FF-A15A-44F9-A9F3-6F1725093390}"/>
                </a:ext>
              </a:extLst>
            </p:cNvPr>
            <p:cNvSpPr>
              <a:spLocks noChangeArrowheads="1"/>
            </p:cNvSpPr>
            <p:nvPr/>
          </p:nvSpPr>
          <p:spPr bwMode="auto">
            <a:xfrm>
              <a:off x="6340475" y="1739900"/>
              <a:ext cx="185738"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01" name="Rectangle 21">
              <a:extLst>
                <a:ext uri="{FF2B5EF4-FFF2-40B4-BE49-F238E27FC236}">
                  <a16:creationId xmlns:a16="http://schemas.microsoft.com/office/drawing/2014/main" id="{76D4196B-719E-4896-A5DF-2332DB14822B}"/>
                </a:ext>
              </a:extLst>
            </p:cNvPr>
            <p:cNvSpPr>
              <a:spLocks noChangeArrowheads="1"/>
            </p:cNvSpPr>
            <p:nvPr/>
          </p:nvSpPr>
          <p:spPr bwMode="auto">
            <a:xfrm>
              <a:off x="8050213" y="1638300"/>
              <a:ext cx="11112" cy="4032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02" name="Rectangle 22">
              <a:extLst>
                <a:ext uri="{FF2B5EF4-FFF2-40B4-BE49-F238E27FC236}">
                  <a16:creationId xmlns:a16="http://schemas.microsoft.com/office/drawing/2014/main" id="{7D178931-0488-4ABB-8B9C-77AE9656F16D}"/>
                </a:ext>
              </a:extLst>
            </p:cNvPr>
            <p:cNvSpPr>
              <a:spLocks noChangeArrowheads="1"/>
            </p:cNvSpPr>
            <p:nvPr/>
          </p:nvSpPr>
          <p:spPr bwMode="auto">
            <a:xfrm>
              <a:off x="6577013" y="1739900"/>
              <a:ext cx="1714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03" name="Rectangle 23">
              <a:extLst>
                <a:ext uri="{FF2B5EF4-FFF2-40B4-BE49-F238E27FC236}">
                  <a16:creationId xmlns:a16="http://schemas.microsoft.com/office/drawing/2014/main" id="{83592C6E-8734-4358-8A6F-D94B39EABEBC}"/>
                </a:ext>
              </a:extLst>
            </p:cNvPr>
            <p:cNvSpPr>
              <a:spLocks noChangeArrowheads="1"/>
            </p:cNvSpPr>
            <p:nvPr/>
          </p:nvSpPr>
          <p:spPr bwMode="auto">
            <a:xfrm>
              <a:off x="8921750" y="1638300"/>
              <a:ext cx="11113" cy="4032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04" name="Rectangle 24">
              <a:extLst>
                <a:ext uri="{FF2B5EF4-FFF2-40B4-BE49-F238E27FC236}">
                  <a16:creationId xmlns:a16="http://schemas.microsoft.com/office/drawing/2014/main" id="{C4596E5F-5D31-498D-9065-F43FCD185820}"/>
                </a:ext>
              </a:extLst>
            </p:cNvPr>
            <p:cNvSpPr>
              <a:spLocks noChangeArrowheads="1"/>
            </p:cNvSpPr>
            <p:nvPr/>
          </p:nvSpPr>
          <p:spPr bwMode="auto">
            <a:xfrm>
              <a:off x="1462088" y="2052638"/>
              <a:ext cx="6583362" cy="111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05" name="Rectangle 25">
              <a:extLst>
                <a:ext uri="{FF2B5EF4-FFF2-40B4-BE49-F238E27FC236}">
                  <a16:creationId xmlns:a16="http://schemas.microsoft.com/office/drawing/2014/main" id="{ECE08812-B59B-4C50-A246-C0C9825C18E0}"/>
                </a:ext>
              </a:extLst>
            </p:cNvPr>
            <p:cNvSpPr>
              <a:spLocks noChangeArrowheads="1"/>
            </p:cNvSpPr>
            <p:nvPr/>
          </p:nvSpPr>
          <p:spPr bwMode="auto">
            <a:xfrm>
              <a:off x="547688" y="2041525"/>
              <a:ext cx="11112"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06" name="Rectangle 26">
              <a:extLst>
                <a:ext uri="{FF2B5EF4-FFF2-40B4-BE49-F238E27FC236}">
                  <a16:creationId xmlns:a16="http://schemas.microsoft.com/office/drawing/2014/main" id="{15D8368D-AFB5-4034-9DF9-882970E3CCD4}"/>
                </a:ext>
              </a:extLst>
            </p:cNvPr>
            <p:cNvSpPr>
              <a:spLocks noChangeArrowheads="1"/>
            </p:cNvSpPr>
            <p:nvPr/>
          </p:nvSpPr>
          <p:spPr bwMode="auto">
            <a:xfrm>
              <a:off x="8212138" y="1612900"/>
              <a:ext cx="6159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Count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07" name="Rectangle 27">
              <a:extLst>
                <a:ext uri="{FF2B5EF4-FFF2-40B4-BE49-F238E27FC236}">
                  <a16:creationId xmlns:a16="http://schemas.microsoft.com/office/drawing/2014/main" id="{D6573665-7228-4291-8945-7728FFCD4579}"/>
                </a:ext>
              </a:extLst>
            </p:cNvPr>
            <p:cNvSpPr>
              <a:spLocks noChangeArrowheads="1"/>
            </p:cNvSpPr>
            <p:nvPr/>
          </p:nvSpPr>
          <p:spPr bwMode="auto">
            <a:xfrm>
              <a:off x="688975" y="1981200"/>
              <a:ext cx="1587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08" name="Rectangle 28">
              <a:extLst>
                <a:ext uri="{FF2B5EF4-FFF2-40B4-BE49-F238E27FC236}">
                  <a16:creationId xmlns:a16="http://schemas.microsoft.com/office/drawing/2014/main" id="{84D2D4E2-CDA3-4265-9E10-5CD0A4CA577F}"/>
                </a:ext>
              </a:extLst>
            </p:cNvPr>
            <p:cNvSpPr>
              <a:spLocks noChangeArrowheads="1"/>
            </p:cNvSpPr>
            <p:nvPr/>
          </p:nvSpPr>
          <p:spPr bwMode="auto">
            <a:xfrm>
              <a:off x="800100"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09" name="Rectangle 29">
              <a:extLst>
                <a:ext uri="{FF2B5EF4-FFF2-40B4-BE49-F238E27FC236}">
                  <a16:creationId xmlns:a16="http://schemas.microsoft.com/office/drawing/2014/main" id="{73CD1F88-65BE-41C3-884F-030DB07EA1A5}"/>
                </a:ext>
              </a:extLst>
            </p:cNvPr>
            <p:cNvSpPr>
              <a:spLocks noChangeArrowheads="1"/>
            </p:cNvSpPr>
            <p:nvPr/>
          </p:nvSpPr>
          <p:spPr bwMode="auto">
            <a:xfrm>
              <a:off x="898525" y="1981200"/>
              <a:ext cx="1587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10" name="Rectangle 30">
              <a:extLst>
                <a:ext uri="{FF2B5EF4-FFF2-40B4-BE49-F238E27FC236}">
                  <a16:creationId xmlns:a16="http://schemas.microsoft.com/office/drawing/2014/main" id="{229DDA16-9C12-4356-B03C-AEBCE0651E14}"/>
                </a:ext>
              </a:extLst>
            </p:cNvPr>
            <p:cNvSpPr>
              <a:spLocks noChangeArrowheads="1"/>
            </p:cNvSpPr>
            <p:nvPr/>
          </p:nvSpPr>
          <p:spPr bwMode="auto">
            <a:xfrm>
              <a:off x="1008063"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11" name="Rectangle 31">
              <a:extLst>
                <a:ext uri="{FF2B5EF4-FFF2-40B4-BE49-F238E27FC236}">
                  <a16:creationId xmlns:a16="http://schemas.microsoft.com/office/drawing/2014/main" id="{03E61596-ED37-456F-A6B2-5FE222F541EF}"/>
                </a:ext>
              </a:extLst>
            </p:cNvPr>
            <p:cNvSpPr>
              <a:spLocks noChangeArrowheads="1"/>
            </p:cNvSpPr>
            <p:nvPr/>
          </p:nvSpPr>
          <p:spPr bwMode="auto">
            <a:xfrm>
              <a:off x="1108075" y="1981200"/>
              <a:ext cx="1587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12" name="Rectangle 32">
              <a:extLst>
                <a:ext uri="{FF2B5EF4-FFF2-40B4-BE49-F238E27FC236}">
                  <a16:creationId xmlns:a16="http://schemas.microsoft.com/office/drawing/2014/main" id="{47381A75-FC49-420E-BC10-8D637A012932}"/>
                </a:ext>
              </a:extLst>
            </p:cNvPr>
            <p:cNvSpPr>
              <a:spLocks noChangeArrowheads="1"/>
            </p:cNvSpPr>
            <p:nvPr/>
          </p:nvSpPr>
          <p:spPr bwMode="auto">
            <a:xfrm>
              <a:off x="1462088" y="2041525"/>
              <a:ext cx="11112"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13" name="Rectangle 33">
              <a:extLst>
                <a:ext uri="{FF2B5EF4-FFF2-40B4-BE49-F238E27FC236}">
                  <a16:creationId xmlns:a16="http://schemas.microsoft.com/office/drawing/2014/main" id="{06E72306-F3C5-484C-AC36-CD7B102C1940}"/>
                </a:ext>
              </a:extLst>
            </p:cNvPr>
            <p:cNvSpPr>
              <a:spLocks noChangeArrowheads="1"/>
            </p:cNvSpPr>
            <p:nvPr/>
          </p:nvSpPr>
          <p:spPr bwMode="auto">
            <a:xfrm>
              <a:off x="1217613"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14" name="Rectangle 34">
              <a:extLst>
                <a:ext uri="{FF2B5EF4-FFF2-40B4-BE49-F238E27FC236}">
                  <a16:creationId xmlns:a16="http://schemas.microsoft.com/office/drawing/2014/main" id="{F081C7AC-D322-4ECC-88CB-D06630F11E32}"/>
                </a:ext>
              </a:extLst>
            </p:cNvPr>
            <p:cNvSpPr>
              <a:spLocks noChangeArrowheads="1"/>
            </p:cNvSpPr>
            <p:nvPr/>
          </p:nvSpPr>
          <p:spPr bwMode="auto">
            <a:xfrm>
              <a:off x="1598613"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15" name="Rectangle 35">
              <a:extLst>
                <a:ext uri="{FF2B5EF4-FFF2-40B4-BE49-F238E27FC236}">
                  <a16:creationId xmlns:a16="http://schemas.microsoft.com/office/drawing/2014/main" id="{F47F4E81-E7EB-4570-9CE9-F19E820C9D92}"/>
                </a:ext>
              </a:extLst>
            </p:cNvPr>
            <p:cNvSpPr>
              <a:spLocks noChangeArrowheads="1"/>
            </p:cNvSpPr>
            <p:nvPr/>
          </p:nvSpPr>
          <p:spPr bwMode="auto">
            <a:xfrm>
              <a:off x="1725613"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16" name="Rectangle 36">
              <a:extLst>
                <a:ext uri="{FF2B5EF4-FFF2-40B4-BE49-F238E27FC236}">
                  <a16:creationId xmlns:a16="http://schemas.microsoft.com/office/drawing/2014/main" id="{3C5CBC58-2464-4F66-8A90-D4C2A932711A}"/>
                </a:ext>
              </a:extLst>
            </p:cNvPr>
            <p:cNvSpPr>
              <a:spLocks noChangeArrowheads="1"/>
            </p:cNvSpPr>
            <p:nvPr/>
          </p:nvSpPr>
          <p:spPr bwMode="auto">
            <a:xfrm>
              <a:off x="1827213"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17" name="Rectangle 37">
              <a:extLst>
                <a:ext uri="{FF2B5EF4-FFF2-40B4-BE49-F238E27FC236}">
                  <a16:creationId xmlns:a16="http://schemas.microsoft.com/office/drawing/2014/main" id="{84355B0A-F101-49AD-9DC5-4E98999F7073}"/>
                </a:ext>
              </a:extLst>
            </p:cNvPr>
            <p:cNvSpPr>
              <a:spLocks noChangeArrowheads="1"/>
            </p:cNvSpPr>
            <p:nvPr/>
          </p:nvSpPr>
          <p:spPr bwMode="auto">
            <a:xfrm>
              <a:off x="1957388"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18" name="Rectangle 38">
              <a:extLst>
                <a:ext uri="{FF2B5EF4-FFF2-40B4-BE49-F238E27FC236}">
                  <a16:creationId xmlns:a16="http://schemas.microsoft.com/office/drawing/2014/main" id="{54FFEDEA-EBAC-48D0-96B3-22C024DD8EDF}"/>
                </a:ext>
              </a:extLst>
            </p:cNvPr>
            <p:cNvSpPr>
              <a:spLocks noChangeArrowheads="1"/>
            </p:cNvSpPr>
            <p:nvPr/>
          </p:nvSpPr>
          <p:spPr bwMode="auto">
            <a:xfrm>
              <a:off x="2055813"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19" name="Rectangle 39">
              <a:extLst>
                <a:ext uri="{FF2B5EF4-FFF2-40B4-BE49-F238E27FC236}">
                  <a16:creationId xmlns:a16="http://schemas.microsoft.com/office/drawing/2014/main" id="{2BAC5761-B51A-49B2-86BC-FAB1CBFC58E3}"/>
                </a:ext>
              </a:extLst>
            </p:cNvPr>
            <p:cNvSpPr>
              <a:spLocks noChangeArrowheads="1"/>
            </p:cNvSpPr>
            <p:nvPr/>
          </p:nvSpPr>
          <p:spPr bwMode="auto">
            <a:xfrm>
              <a:off x="2422525" y="2041525"/>
              <a:ext cx="11113"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20" name="Rectangle 40">
              <a:extLst>
                <a:ext uri="{FF2B5EF4-FFF2-40B4-BE49-F238E27FC236}">
                  <a16:creationId xmlns:a16="http://schemas.microsoft.com/office/drawing/2014/main" id="{41FB924F-5F3C-4D53-9417-3560B143E629}"/>
                </a:ext>
              </a:extLst>
            </p:cNvPr>
            <p:cNvSpPr>
              <a:spLocks noChangeArrowheads="1"/>
            </p:cNvSpPr>
            <p:nvPr/>
          </p:nvSpPr>
          <p:spPr bwMode="auto">
            <a:xfrm>
              <a:off x="218440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21" name="Rectangle 41">
              <a:extLst>
                <a:ext uri="{FF2B5EF4-FFF2-40B4-BE49-F238E27FC236}">
                  <a16:creationId xmlns:a16="http://schemas.microsoft.com/office/drawing/2014/main" id="{F2A6F8D2-7BD7-434F-A47F-1C91BCBC1619}"/>
                </a:ext>
              </a:extLst>
            </p:cNvPr>
            <p:cNvSpPr>
              <a:spLocks noChangeArrowheads="1"/>
            </p:cNvSpPr>
            <p:nvPr/>
          </p:nvSpPr>
          <p:spPr bwMode="auto">
            <a:xfrm>
              <a:off x="2551113"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22" name="Rectangle 42">
              <a:extLst>
                <a:ext uri="{FF2B5EF4-FFF2-40B4-BE49-F238E27FC236}">
                  <a16:creationId xmlns:a16="http://schemas.microsoft.com/office/drawing/2014/main" id="{765E11AA-3F46-4232-888B-6FB9FC2B3CB6}"/>
                </a:ext>
              </a:extLst>
            </p:cNvPr>
            <p:cNvSpPr>
              <a:spLocks noChangeArrowheads="1"/>
            </p:cNvSpPr>
            <p:nvPr/>
          </p:nvSpPr>
          <p:spPr bwMode="auto">
            <a:xfrm>
              <a:off x="2674938"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23" name="Rectangle 43">
              <a:extLst>
                <a:ext uri="{FF2B5EF4-FFF2-40B4-BE49-F238E27FC236}">
                  <a16:creationId xmlns:a16="http://schemas.microsoft.com/office/drawing/2014/main" id="{532EDD2A-1DFF-4CE2-B1F3-6E727C826B05}"/>
                </a:ext>
              </a:extLst>
            </p:cNvPr>
            <p:cNvSpPr>
              <a:spLocks noChangeArrowheads="1"/>
            </p:cNvSpPr>
            <p:nvPr/>
          </p:nvSpPr>
          <p:spPr bwMode="auto">
            <a:xfrm>
              <a:off x="2774950"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24" name="Rectangle 44">
              <a:extLst>
                <a:ext uri="{FF2B5EF4-FFF2-40B4-BE49-F238E27FC236}">
                  <a16:creationId xmlns:a16="http://schemas.microsoft.com/office/drawing/2014/main" id="{1E55C858-674A-473E-A69F-01BC418683EA}"/>
                </a:ext>
              </a:extLst>
            </p:cNvPr>
            <p:cNvSpPr>
              <a:spLocks noChangeArrowheads="1"/>
            </p:cNvSpPr>
            <p:nvPr/>
          </p:nvSpPr>
          <p:spPr bwMode="auto">
            <a:xfrm>
              <a:off x="2963863"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25" name="Rectangle 45">
              <a:extLst>
                <a:ext uri="{FF2B5EF4-FFF2-40B4-BE49-F238E27FC236}">
                  <a16:creationId xmlns:a16="http://schemas.microsoft.com/office/drawing/2014/main" id="{0397C573-3437-4A3B-AE0F-531FC44C04CF}"/>
                </a:ext>
              </a:extLst>
            </p:cNvPr>
            <p:cNvSpPr>
              <a:spLocks noChangeArrowheads="1"/>
            </p:cNvSpPr>
            <p:nvPr/>
          </p:nvSpPr>
          <p:spPr bwMode="auto">
            <a:xfrm>
              <a:off x="3332163"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26" name="Rectangle 46">
              <a:extLst>
                <a:ext uri="{FF2B5EF4-FFF2-40B4-BE49-F238E27FC236}">
                  <a16:creationId xmlns:a16="http://schemas.microsoft.com/office/drawing/2014/main" id="{87AFD118-0CD8-4C61-A4FE-FB217C6AAB0F}"/>
                </a:ext>
              </a:extLst>
            </p:cNvPr>
            <p:cNvSpPr>
              <a:spLocks noChangeArrowheads="1"/>
            </p:cNvSpPr>
            <p:nvPr/>
          </p:nvSpPr>
          <p:spPr bwMode="auto">
            <a:xfrm>
              <a:off x="345440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27" name="Rectangle 47">
              <a:extLst>
                <a:ext uri="{FF2B5EF4-FFF2-40B4-BE49-F238E27FC236}">
                  <a16:creationId xmlns:a16="http://schemas.microsoft.com/office/drawing/2014/main" id="{32C49609-0D8D-4B87-8708-330B718FA94D}"/>
                </a:ext>
              </a:extLst>
            </p:cNvPr>
            <p:cNvSpPr>
              <a:spLocks noChangeArrowheads="1"/>
            </p:cNvSpPr>
            <p:nvPr/>
          </p:nvSpPr>
          <p:spPr bwMode="auto">
            <a:xfrm>
              <a:off x="3554413"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28" name="Rectangle 48">
              <a:extLst>
                <a:ext uri="{FF2B5EF4-FFF2-40B4-BE49-F238E27FC236}">
                  <a16:creationId xmlns:a16="http://schemas.microsoft.com/office/drawing/2014/main" id="{019E32C4-7139-4055-BA2B-9E171357D5E8}"/>
                </a:ext>
              </a:extLst>
            </p:cNvPr>
            <p:cNvSpPr>
              <a:spLocks noChangeArrowheads="1"/>
            </p:cNvSpPr>
            <p:nvPr/>
          </p:nvSpPr>
          <p:spPr bwMode="auto">
            <a:xfrm>
              <a:off x="3743325"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29" name="Rectangle 49">
              <a:extLst>
                <a:ext uri="{FF2B5EF4-FFF2-40B4-BE49-F238E27FC236}">
                  <a16:creationId xmlns:a16="http://schemas.microsoft.com/office/drawing/2014/main" id="{A84D7AC7-C12D-4735-8FD8-A30511A9F993}"/>
                </a:ext>
              </a:extLst>
            </p:cNvPr>
            <p:cNvSpPr>
              <a:spLocks noChangeArrowheads="1"/>
            </p:cNvSpPr>
            <p:nvPr/>
          </p:nvSpPr>
          <p:spPr bwMode="auto">
            <a:xfrm>
              <a:off x="4108450"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30" name="Rectangle 50">
              <a:extLst>
                <a:ext uri="{FF2B5EF4-FFF2-40B4-BE49-F238E27FC236}">
                  <a16:creationId xmlns:a16="http://schemas.microsoft.com/office/drawing/2014/main" id="{83A0E061-C589-4A9C-91FC-9F3B94B089F1}"/>
                </a:ext>
              </a:extLst>
            </p:cNvPr>
            <p:cNvSpPr>
              <a:spLocks noChangeArrowheads="1"/>
            </p:cNvSpPr>
            <p:nvPr/>
          </p:nvSpPr>
          <p:spPr bwMode="auto">
            <a:xfrm>
              <a:off x="4232275"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31" name="Rectangle 51">
              <a:extLst>
                <a:ext uri="{FF2B5EF4-FFF2-40B4-BE49-F238E27FC236}">
                  <a16:creationId xmlns:a16="http://schemas.microsoft.com/office/drawing/2014/main" id="{C9C11324-D062-4F58-A066-401401364814}"/>
                </a:ext>
              </a:extLst>
            </p:cNvPr>
            <p:cNvSpPr>
              <a:spLocks noChangeArrowheads="1"/>
            </p:cNvSpPr>
            <p:nvPr/>
          </p:nvSpPr>
          <p:spPr bwMode="auto">
            <a:xfrm>
              <a:off x="4333875"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32" name="Rectangle 52">
              <a:extLst>
                <a:ext uri="{FF2B5EF4-FFF2-40B4-BE49-F238E27FC236}">
                  <a16:creationId xmlns:a16="http://schemas.microsoft.com/office/drawing/2014/main" id="{798839B8-8E6E-4A67-9CB6-4A7FC8FAB208}"/>
                </a:ext>
              </a:extLst>
            </p:cNvPr>
            <p:cNvSpPr>
              <a:spLocks noChangeArrowheads="1"/>
            </p:cNvSpPr>
            <p:nvPr/>
          </p:nvSpPr>
          <p:spPr bwMode="auto">
            <a:xfrm>
              <a:off x="4745038" y="2041525"/>
              <a:ext cx="11112"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33" name="Rectangle 53">
              <a:extLst>
                <a:ext uri="{FF2B5EF4-FFF2-40B4-BE49-F238E27FC236}">
                  <a16:creationId xmlns:a16="http://schemas.microsoft.com/office/drawing/2014/main" id="{A6A2507E-60CA-4728-A069-6F36D53F123B}"/>
                </a:ext>
              </a:extLst>
            </p:cNvPr>
            <p:cNvSpPr>
              <a:spLocks noChangeArrowheads="1"/>
            </p:cNvSpPr>
            <p:nvPr/>
          </p:nvSpPr>
          <p:spPr bwMode="auto">
            <a:xfrm>
              <a:off x="4524375"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34" name="Rectangle 54">
              <a:extLst>
                <a:ext uri="{FF2B5EF4-FFF2-40B4-BE49-F238E27FC236}">
                  <a16:creationId xmlns:a16="http://schemas.microsoft.com/office/drawing/2014/main" id="{FE1B9024-9654-4044-AD3A-99F711449B7B}"/>
                </a:ext>
              </a:extLst>
            </p:cNvPr>
            <p:cNvSpPr>
              <a:spLocks noChangeArrowheads="1"/>
            </p:cNvSpPr>
            <p:nvPr/>
          </p:nvSpPr>
          <p:spPr bwMode="auto">
            <a:xfrm>
              <a:off x="4887913"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35" name="Rectangle 55">
              <a:extLst>
                <a:ext uri="{FF2B5EF4-FFF2-40B4-BE49-F238E27FC236}">
                  <a16:creationId xmlns:a16="http://schemas.microsoft.com/office/drawing/2014/main" id="{164EF260-E62C-4859-A90C-E59D452CDA59}"/>
                </a:ext>
              </a:extLst>
            </p:cNvPr>
            <p:cNvSpPr>
              <a:spLocks noChangeArrowheads="1"/>
            </p:cNvSpPr>
            <p:nvPr/>
          </p:nvSpPr>
          <p:spPr bwMode="auto">
            <a:xfrm>
              <a:off x="501650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36" name="Rectangle 56">
              <a:extLst>
                <a:ext uri="{FF2B5EF4-FFF2-40B4-BE49-F238E27FC236}">
                  <a16:creationId xmlns:a16="http://schemas.microsoft.com/office/drawing/2014/main" id="{01F1AB2A-D73D-483A-9E37-1003D68373BC}"/>
                </a:ext>
              </a:extLst>
            </p:cNvPr>
            <p:cNvSpPr>
              <a:spLocks noChangeArrowheads="1"/>
            </p:cNvSpPr>
            <p:nvPr/>
          </p:nvSpPr>
          <p:spPr bwMode="auto">
            <a:xfrm>
              <a:off x="5116513"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37" name="Rectangle 57">
              <a:extLst>
                <a:ext uri="{FF2B5EF4-FFF2-40B4-BE49-F238E27FC236}">
                  <a16:creationId xmlns:a16="http://schemas.microsoft.com/office/drawing/2014/main" id="{7A614410-4CA2-4096-9ED3-E6F6C9FA57C5}"/>
                </a:ext>
              </a:extLst>
            </p:cNvPr>
            <p:cNvSpPr>
              <a:spLocks noChangeArrowheads="1"/>
            </p:cNvSpPr>
            <p:nvPr/>
          </p:nvSpPr>
          <p:spPr bwMode="auto">
            <a:xfrm>
              <a:off x="524510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38" name="Rectangle 58">
              <a:extLst>
                <a:ext uri="{FF2B5EF4-FFF2-40B4-BE49-F238E27FC236}">
                  <a16:creationId xmlns:a16="http://schemas.microsoft.com/office/drawing/2014/main" id="{7FC7278E-BB6D-4A24-A173-C41BB2C017EF}"/>
                </a:ext>
              </a:extLst>
            </p:cNvPr>
            <p:cNvSpPr>
              <a:spLocks noChangeArrowheads="1"/>
            </p:cNvSpPr>
            <p:nvPr/>
          </p:nvSpPr>
          <p:spPr bwMode="auto">
            <a:xfrm>
              <a:off x="5346700"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39" name="Rectangle 59">
              <a:extLst>
                <a:ext uri="{FF2B5EF4-FFF2-40B4-BE49-F238E27FC236}">
                  <a16:creationId xmlns:a16="http://schemas.microsoft.com/office/drawing/2014/main" id="{0A74D909-0BD0-416C-9B98-7B05DC4D0EBA}"/>
                </a:ext>
              </a:extLst>
            </p:cNvPr>
            <p:cNvSpPr>
              <a:spLocks noChangeArrowheads="1"/>
            </p:cNvSpPr>
            <p:nvPr/>
          </p:nvSpPr>
          <p:spPr bwMode="auto">
            <a:xfrm>
              <a:off x="5705475" y="2041525"/>
              <a:ext cx="11113"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40" name="Rectangle 60">
              <a:extLst>
                <a:ext uri="{FF2B5EF4-FFF2-40B4-BE49-F238E27FC236}">
                  <a16:creationId xmlns:a16="http://schemas.microsoft.com/office/drawing/2014/main" id="{AFAD8C1D-1987-409D-8EA7-BDDB73EA6A5C}"/>
                </a:ext>
              </a:extLst>
            </p:cNvPr>
            <p:cNvSpPr>
              <a:spLocks noChangeArrowheads="1"/>
            </p:cNvSpPr>
            <p:nvPr/>
          </p:nvSpPr>
          <p:spPr bwMode="auto">
            <a:xfrm>
              <a:off x="5475288"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41" name="Rectangle 61">
              <a:extLst>
                <a:ext uri="{FF2B5EF4-FFF2-40B4-BE49-F238E27FC236}">
                  <a16:creationId xmlns:a16="http://schemas.microsoft.com/office/drawing/2014/main" id="{1B40523C-CABC-4AE7-95EA-112FDFCF07DB}"/>
                </a:ext>
              </a:extLst>
            </p:cNvPr>
            <p:cNvSpPr>
              <a:spLocks noChangeArrowheads="1"/>
            </p:cNvSpPr>
            <p:nvPr/>
          </p:nvSpPr>
          <p:spPr bwMode="auto">
            <a:xfrm>
              <a:off x="5843588"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42" name="Rectangle 62">
              <a:extLst>
                <a:ext uri="{FF2B5EF4-FFF2-40B4-BE49-F238E27FC236}">
                  <a16:creationId xmlns:a16="http://schemas.microsoft.com/office/drawing/2014/main" id="{05894276-1181-4FE5-B21B-5B6E5D145C12}"/>
                </a:ext>
              </a:extLst>
            </p:cNvPr>
            <p:cNvSpPr>
              <a:spLocks noChangeArrowheads="1"/>
            </p:cNvSpPr>
            <p:nvPr/>
          </p:nvSpPr>
          <p:spPr bwMode="auto">
            <a:xfrm>
              <a:off x="5965825"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43" name="Rectangle 63">
              <a:extLst>
                <a:ext uri="{FF2B5EF4-FFF2-40B4-BE49-F238E27FC236}">
                  <a16:creationId xmlns:a16="http://schemas.microsoft.com/office/drawing/2014/main" id="{47A7AF8A-6022-43BD-B4A6-90277180EE7F}"/>
                </a:ext>
              </a:extLst>
            </p:cNvPr>
            <p:cNvSpPr>
              <a:spLocks noChangeArrowheads="1"/>
            </p:cNvSpPr>
            <p:nvPr/>
          </p:nvSpPr>
          <p:spPr bwMode="auto">
            <a:xfrm>
              <a:off x="6065838"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44" name="Rectangle 64">
              <a:extLst>
                <a:ext uri="{FF2B5EF4-FFF2-40B4-BE49-F238E27FC236}">
                  <a16:creationId xmlns:a16="http://schemas.microsoft.com/office/drawing/2014/main" id="{01DCC84C-0709-4735-93B6-B1FC0368414D}"/>
                </a:ext>
              </a:extLst>
            </p:cNvPr>
            <p:cNvSpPr>
              <a:spLocks noChangeArrowheads="1"/>
            </p:cNvSpPr>
            <p:nvPr/>
          </p:nvSpPr>
          <p:spPr bwMode="auto">
            <a:xfrm>
              <a:off x="625475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45" name="Rectangle 65">
              <a:extLst>
                <a:ext uri="{FF2B5EF4-FFF2-40B4-BE49-F238E27FC236}">
                  <a16:creationId xmlns:a16="http://schemas.microsoft.com/office/drawing/2014/main" id="{9CC9BD79-E87F-4F8C-ACFD-12988BA0D0A6}"/>
                </a:ext>
              </a:extLst>
            </p:cNvPr>
            <p:cNvSpPr>
              <a:spLocks noChangeArrowheads="1"/>
            </p:cNvSpPr>
            <p:nvPr/>
          </p:nvSpPr>
          <p:spPr bwMode="auto">
            <a:xfrm>
              <a:off x="6623050"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46" name="Rectangle 66">
              <a:extLst>
                <a:ext uri="{FF2B5EF4-FFF2-40B4-BE49-F238E27FC236}">
                  <a16:creationId xmlns:a16="http://schemas.microsoft.com/office/drawing/2014/main" id="{D1B7900B-7AAE-4A47-AFA3-B37E619EFA64}"/>
                </a:ext>
              </a:extLst>
            </p:cNvPr>
            <p:cNvSpPr>
              <a:spLocks noChangeArrowheads="1"/>
            </p:cNvSpPr>
            <p:nvPr/>
          </p:nvSpPr>
          <p:spPr bwMode="auto">
            <a:xfrm>
              <a:off x="6745288"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47" name="Rectangle 67">
              <a:extLst>
                <a:ext uri="{FF2B5EF4-FFF2-40B4-BE49-F238E27FC236}">
                  <a16:creationId xmlns:a16="http://schemas.microsoft.com/office/drawing/2014/main" id="{79242305-E171-490C-8CEC-A0FD16C283A0}"/>
                </a:ext>
              </a:extLst>
            </p:cNvPr>
            <p:cNvSpPr>
              <a:spLocks noChangeArrowheads="1"/>
            </p:cNvSpPr>
            <p:nvPr/>
          </p:nvSpPr>
          <p:spPr bwMode="auto">
            <a:xfrm>
              <a:off x="6845300"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48" name="Rectangle 68">
              <a:extLst>
                <a:ext uri="{FF2B5EF4-FFF2-40B4-BE49-F238E27FC236}">
                  <a16:creationId xmlns:a16="http://schemas.microsoft.com/office/drawing/2014/main" id="{1B3676BD-12E5-4EF1-80C0-FA0B82B6AADC}"/>
                </a:ext>
              </a:extLst>
            </p:cNvPr>
            <p:cNvSpPr>
              <a:spLocks noChangeArrowheads="1"/>
            </p:cNvSpPr>
            <p:nvPr/>
          </p:nvSpPr>
          <p:spPr bwMode="auto">
            <a:xfrm>
              <a:off x="703580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49" name="Rectangle 69">
              <a:extLst>
                <a:ext uri="{FF2B5EF4-FFF2-40B4-BE49-F238E27FC236}">
                  <a16:creationId xmlns:a16="http://schemas.microsoft.com/office/drawing/2014/main" id="{8160E1E8-F5C0-4392-AC0B-B43FADCCBB05}"/>
                </a:ext>
              </a:extLst>
            </p:cNvPr>
            <p:cNvSpPr>
              <a:spLocks noChangeArrowheads="1"/>
            </p:cNvSpPr>
            <p:nvPr/>
          </p:nvSpPr>
          <p:spPr bwMode="auto">
            <a:xfrm>
              <a:off x="7399338"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50" name="Rectangle 70">
              <a:extLst>
                <a:ext uri="{FF2B5EF4-FFF2-40B4-BE49-F238E27FC236}">
                  <a16:creationId xmlns:a16="http://schemas.microsoft.com/office/drawing/2014/main" id="{C9B95FFB-EF07-4A2E-B03B-A908D67A9949}"/>
                </a:ext>
              </a:extLst>
            </p:cNvPr>
            <p:cNvSpPr>
              <a:spLocks noChangeArrowheads="1"/>
            </p:cNvSpPr>
            <p:nvPr/>
          </p:nvSpPr>
          <p:spPr bwMode="auto">
            <a:xfrm>
              <a:off x="7523163"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51" name="Rectangle 71">
              <a:extLst>
                <a:ext uri="{FF2B5EF4-FFF2-40B4-BE49-F238E27FC236}">
                  <a16:creationId xmlns:a16="http://schemas.microsoft.com/office/drawing/2014/main" id="{2DB51937-D0AD-4C83-B515-01AE8EA2508D}"/>
                </a:ext>
              </a:extLst>
            </p:cNvPr>
            <p:cNvSpPr>
              <a:spLocks noChangeArrowheads="1"/>
            </p:cNvSpPr>
            <p:nvPr/>
          </p:nvSpPr>
          <p:spPr bwMode="auto">
            <a:xfrm>
              <a:off x="7624763"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52" name="Rectangle 72">
              <a:extLst>
                <a:ext uri="{FF2B5EF4-FFF2-40B4-BE49-F238E27FC236}">
                  <a16:creationId xmlns:a16="http://schemas.microsoft.com/office/drawing/2014/main" id="{3A772CF5-2136-411E-968F-3558937B2266}"/>
                </a:ext>
              </a:extLst>
            </p:cNvPr>
            <p:cNvSpPr>
              <a:spLocks noChangeArrowheads="1"/>
            </p:cNvSpPr>
            <p:nvPr/>
          </p:nvSpPr>
          <p:spPr bwMode="auto">
            <a:xfrm>
              <a:off x="8050213" y="2041525"/>
              <a:ext cx="11112"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53" name="Rectangle 73">
              <a:extLst>
                <a:ext uri="{FF2B5EF4-FFF2-40B4-BE49-F238E27FC236}">
                  <a16:creationId xmlns:a16="http://schemas.microsoft.com/office/drawing/2014/main" id="{0A4E3991-D3C2-45E9-9453-B6E979E1F779}"/>
                </a:ext>
              </a:extLst>
            </p:cNvPr>
            <p:cNvSpPr>
              <a:spLocks noChangeArrowheads="1"/>
            </p:cNvSpPr>
            <p:nvPr/>
          </p:nvSpPr>
          <p:spPr bwMode="auto">
            <a:xfrm>
              <a:off x="7815263"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54" name="Rectangle 74">
              <a:extLst>
                <a:ext uri="{FF2B5EF4-FFF2-40B4-BE49-F238E27FC236}">
                  <a16:creationId xmlns:a16="http://schemas.microsoft.com/office/drawing/2014/main" id="{83525F6E-4AF1-4A48-BB04-8EC765A8A811}"/>
                </a:ext>
              </a:extLst>
            </p:cNvPr>
            <p:cNvSpPr>
              <a:spLocks noChangeArrowheads="1"/>
            </p:cNvSpPr>
            <p:nvPr/>
          </p:nvSpPr>
          <p:spPr bwMode="auto">
            <a:xfrm>
              <a:off x="8178800" y="1981200"/>
              <a:ext cx="146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55" name="Rectangle 75">
              <a:extLst>
                <a:ext uri="{FF2B5EF4-FFF2-40B4-BE49-F238E27FC236}">
                  <a16:creationId xmlns:a16="http://schemas.microsoft.com/office/drawing/2014/main" id="{5B1CEC32-6E0C-4817-BD79-37B0ACC32D6A}"/>
                </a:ext>
              </a:extLst>
            </p:cNvPr>
            <p:cNvSpPr>
              <a:spLocks noChangeArrowheads="1"/>
            </p:cNvSpPr>
            <p:nvPr/>
          </p:nvSpPr>
          <p:spPr bwMode="auto">
            <a:xfrm>
              <a:off x="8283575"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56" name="Rectangle 76">
              <a:extLst>
                <a:ext uri="{FF2B5EF4-FFF2-40B4-BE49-F238E27FC236}">
                  <a16:creationId xmlns:a16="http://schemas.microsoft.com/office/drawing/2014/main" id="{A007B5C9-E24F-4789-85D4-29A6B26CC8AC}"/>
                </a:ext>
              </a:extLst>
            </p:cNvPr>
            <p:cNvSpPr>
              <a:spLocks noChangeArrowheads="1"/>
            </p:cNvSpPr>
            <p:nvPr/>
          </p:nvSpPr>
          <p:spPr bwMode="auto">
            <a:xfrm>
              <a:off x="8383588" y="1981200"/>
              <a:ext cx="146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57" name="Rectangle 77">
              <a:extLst>
                <a:ext uri="{FF2B5EF4-FFF2-40B4-BE49-F238E27FC236}">
                  <a16:creationId xmlns:a16="http://schemas.microsoft.com/office/drawing/2014/main" id="{A2CE66DD-B45B-463C-AB52-FC997A897076}"/>
                </a:ext>
              </a:extLst>
            </p:cNvPr>
            <p:cNvSpPr>
              <a:spLocks noChangeArrowheads="1"/>
            </p:cNvSpPr>
            <p:nvPr/>
          </p:nvSpPr>
          <p:spPr bwMode="auto">
            <a:xfrm>
              <a:off x="8486775"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58" name="Rectangle 78">
              <a:extLst>
                <a:ext uri="{FF2B5EF4-FFF2-40B4-BE49-F238E27FC236}">
                  <a16:creationId xmlns:a16="http://schemas.microsoft.com/office/drawing/2014/main" id="{9D1C5990-DAFB-4F32-A129-6D6F4267D3E5}"/>
                </a:ext>
              </a:extLst>
            </p:cNvPr>
            <p:cNvSpPr>
              <a:spLocks noChangeArrowheads="1"/>
            </p:cNvSpPr>
            <p:nvPr/>
          </p:nvSpPr>
          <p:spPr bwMode="auto">
            <a:xfrm>
              <a:off x="8586788" y="1981200"/>
              <a:ext cx="146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59" name="Rectangle 79">
              <a:extLst>
                <a:ext uri="{FF2B5EF4-FFF2-40B4-BE49-F238E27FC236}">
                  <a16:creationId xmlns:a16="http://schemas.microsoft.com/office/drawing/2014/main" id="{8E20D270-C482-4327-8145-AC90CF516F23}"/>
                </a:ext>
              </a:extLst>
            </p:cNvPr>
            <p:cNvSpPr>
              <a:spLocks noChangeArrowheads="1"/>
            </p:cNvSpPr>
            <p:nvPr/>
          </p:nvSpPr>
          <p:spPr bwMode="auto">
            <a:xfrm>
              <a:off x="8921750" y="2041525"/>
              <a:ext cx="11113"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60" name="Rectangle 80">
              <a:extLst>
                <a:ext uri="{FF2B5EF4-FFF2-40B4-BE49-F238E27FC236}">
                  <a16:creationId xmlns:a16="http://schemas.microsoft.com/office/drawing/2014/main" id="{ED1D3F4B-F5A9-4CF3-B14A-F22006713510}"/>
                </a:ext>
              </a:extLst>
            </p:cNvPr>
            <p:cNvSpPr>
              <a:spLocks noChangeArrowheads="1"/>
            </p:cNvSpPr>
            <p:nvPr/>
          </p:nvSpPr>
          <p:spPr bwMode="auto">
            <a:xfrm>
              <a:off x="547688" y="2454275"/>
              <a:ext cx="8382000"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61" name="Rectangle 81">
              <a:extLst>
                <a:ext uri="{FF2B5EF4-FFF2-40B4-BE49-F238E27FC236}">
                  <a16:creationId xmlns:a16="http://schemas.microsoft.com/office/drawing/2014/main" id="{73171256-3699-4A72-9267-4C99208A1E6F}"/>
                </a:ext>
              </a:extLst>
            </p:cNvPr>
            <p:cNvSpPr>
              <a:spLocks noChangeArrowheads="1"/>
            </p:cNvSpPr>
            <p:nvPr/>
          </p:nvSpPr>
          <p:spPr bwMode="auto">
            <a:xfrm>
              <a:off x="8691563"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62" name="Rectangle 82">
              <a:extLst>
                <a:ext uri="{FF2B5EF4-FFF2-40B4-BE49-F238E27FC236}">
                  <a16:creationId xmlns:a16="http://schemas.microsoft.com/office/drawing/2014/main" id="{BD519E63-56EA-4FEC-86A3-5CEECAFC8045}"/>
                </a:ext>
              </a:extLst>
            </p:cNvPr>
            <p:cNvSpPr>
              <a:spLocks noChangeArrowheads="1"/>
            </p:cNvSpPr>
            <p:nvPr/>
          </p:nvSpPr>
          <p:spPr bwMode="auto">
            <a:xfrm>
              <a:off x="547688" y="2446338"/>
              <a:ext cx="11112"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63" name="Rectangle 83">
              <a:extLst>
                <a:ext uri="{FF2B5EF4-FFF2-40B4-BE49-F238E27FC236}">
                  <a16:creationId xmlns:a16="http://schemas.microsoft.com/office/drawing/2014/main" id="{BBE438D6-EF0B-4D71-8C37-ACC5D1524DD3}"/>
                </a:ext>
              </a:extLst>
            </p:cNvPr>
            <p:cNvSpPr>
              <a:spLocks noChangeArrowheads="1"/>
            </p:cNvSpPr>
            <p:nvPr/>
          </p:nvSpPr>
          <p:spPr bwMode="auto">
            <a:xfrm>
              <a:off x="246063" y="2536825"/>
              <a:ext cx="2222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64" name="Rectangle 84">
              <a:extLst>
                <a:ext uri="{FF2B5EF4-FFF2-40B4-BE49-F238E27FC236}">
                  <a16:creationId xmlns:a16="http://schemas.microsoft.com/office/drawing/2014/main" id="{A179D08B-A089-4EED-AF46-015F12F52C46}"/>
                </a:ext>
              </a:extLst>
            </p:cNvPr>
            <p:cNvSpPr>
              <a:spLocks noChangeArrowheads="1"/>
            </p:cNvSpPr>
            <p:nvPr/>
          </p:nvSpPr>
          <p:spPr bwMode="auto">
            <a:xfrm>
              <a:off x="1462088" y="2446338"/>
              <a:ext cx="11112"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65" name="Rectangle 85">
              <a:extLst>
                <a:ext uri="{FF2B5EF4-FFF2-40B4-BE49-F238E27FC236}">
                  <a16:creationId xmlns:a16="http://schemas.microsoft.com/office/drawing/2014/main" id="{F3BD0C5F-2B72-4E56-A437-77D603E8A530}"/>
                </a:ext>
              </a:extLst>
            </p:cNvPr>
            <p:cNvSpPr>
              <a:spLocks noChangeArrowheads="1"/>
            </p:cNvSpPr>
            <p:nvPr/>
          </p:nvSpPr>
          <p:spPr bwMode="auto">
            <a:xfrm>
              <a:off x="836613" y="25352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66" name="Rectangle 86">
              <a:extLst>
                <a:ext uri="{FF2B5EF4-FFF2-40B4-BE49-F238E27FC236}">
                  <a16:creationId xmlns:a16="http://schemas.microsoft.com/office/drawing/2014/main" id="{B58C9E7A-BE14-46DC-919C-FBE42B49953E}"/>
                </a:ext>
              </a:extLst>
            </p:cNvPr>
            <p:cNvSpPr>
              <a:spLocks noChangeArrowheads="1"/>
            </p:cNvSpPr>
            <p:nvPr/>
          </p:nvSpPr>
          <p:spPr bwMode="auto">
            <a:xfrm>
              <a:off x="2422525" y="2446338"/>
              <a:ext cx="11113"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67" name="Rectangle 87">
              <a:extLst>
                <a:ext uri="{FF2B5EF4-FFF2-40B4-BE49-F238E27FC236}">
                  <a16:creationId xmlns:a16="http://schemas.microsoft.com/office/drawing/2014/main" id="{7DDFC42D-695F-4AB5-859B-31EE35A76E4C}"/>
                </a:ext>
              </a:extLst>
            </p:cNvPr>
            <p:cNvSpPr>
              <a:spLocks noChangeArrowheads="1"/>
            </p:cNvSpPr>
            <p:nvPr/>
          </p:nvSpPr>
          <p:spPr bwMode="auto">
            <a:xfrm>
              <a:off x="1771650" y="25352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68" name="Rectangle 88">
              <a:extLst>
                <a:ext uri="{FF2B5EF4-FFF2-40B4-BE49-F238E27FC236}">
                  <a16:creationId xmlns:a16="http://schemas.microsoft.com/office/drawing/2014/main" id="{ED2DF357-5266-4CDE-8B4A-8C29DF80C8F8}"/>
                </a:ext>
              </a:extLst>
            </p:cNvPr>
            <p:cNvSpPr>
              <a:spLocks noChangeArrowheads="1"/>
            </p:cNvSpPr>
            <p:nvPr/>
          </p:nvSpPr>
          <p:spPr bwMode="auto">
            <a:xfrm>
              <a:off x="2686050"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69" name="Rectangle 89">
              <a:extLst>
                <a:ext uri="{FF2B5EF4-FFF2-40B4-BE49-F238E27FC236}">
                  <a16:creationId xmlns:a16="http://schemas.microsoft.com/office/drawing/2014/main" id="{7AAE7201-C51D-459B-BE19-1A8EE3BD56A1}"/>
                </a:ext>
              </a:extLst>
            </p:cNvPr>
            <p:cNvSpPr>
              <a:spLocks noChangeArrowheads="1"/>
            </p:cNvSpPr>
            <p:nvPr/>
          </p:nvSpPr>
          <p:spPr bwMode="auto">
            <a:xfrm>
              <a:off x="3465513"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70" name="Rectangle 90">
              <a:extLst>
                <a:ext uri="{FF2B5EF4-FFF2-40B4-BE49-F238E27FC236}">
                  <a16:creationId xmlns:a16="http://schemas.microsoft.com/office/drawing/2014/main" id="{32BCCCD1-DF16-4508-9063-019C5D5D5B43}"/>
                </a:ext>
              </a:extLst>
            </p:cNvPr>
            <p:cNvSpPr>
              <a:spLocks noChangeArrowheads="1"/>
            </p:cNvSpPr>
            <p:nvPr/>
          </p:nvSpPr>
          <p:spPr bwMode="auto">
            <a:xfrm>
              <a:off x="4745038" y="2446338"/>
              <a:ext cx="11112"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71" name="Rectangle 91">
              <a:extLst>
                <a:ext uri="{FF2B5EF4-FFF2-40B4-BE49-F238E27FC236}">
                  <a16:creationId xmlns:a16="http://schemas.microsoft.com/office/drawing/2014/main" id="{14F30E9F-8FEE-4791-8E61-1196F0566E4B}"/>
                </a:ext>
              </a:extLst>
            </p:cNvPr>
            <p:cNvSpPr>
              <a:spLocks noChangeArrowheads="1"/>
            </p:cNvSpPr>
            <p:nvPr/>
          </p:nvSpPr>
          <p:spPr bwMode="auto">
            <a:xfrm>
              <a:off x="4244975"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72" name="Rectangle 92">
              <a:extLst>
                <a:ext uri="{FF2B5EF4-FFF2-40B4-BE49-F238E27FC236}">
                  <a16:creationId xmlns:a16="http://schemas.microsoft.com/office/drawing/2014/main" id="{BF6ED1B9-915B-4728-9C04-82EDA49DB852}"/>
                </a:ext>
              </a:extLst>
            </p:cNvPr>
            <p:cNvSpPr>
              <a:spLocks noChangeArrowheads="1"/>
            </p:cNvSpPr>
            <p:nvPr/>
          </p:nvSpPr>
          <p:spPr bwMode="auto">
            <a:xfrm>
              <a:off x="5705475" y="2446338"/>
              <a:ext cx="11113"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73" name="Rectangle 93">
              <a:extLst>
                <a:ext uri="{FF2B5EF4-FFF2-40B4-BE49-F238E27FC236}">
                  <a16:creationId xmlns:a16="http://schemas.microsoft.com/office/drawing/2014/main" id="{9A72337B-FFC3-4C2F-8274-F1B14C2616AC}"/>
                </a:ext>
              </a:extLst>
            </p:cNvPr>
            <p:cNvSpPr>
              <a:spLocks noChangeArrowheads="1"/>
            </p:cNvSpPr>
            <p:nvPr/>
          </p:nvSpPr>
          <p:spPr bwMode="auto">
            <a:xfrm>
              <a:off x="5054600" y="25352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74" name="Rectangle 94">
              <a:extLst>
                <a:ext uri="{FF2B5EF4-FFF2-40B4-BE49-F238E27FC236}">
                  <a16:creationId xmlns:a16="http://schemas.microsoft.com/office/drawing/2014/main" id="{A61C369D-0BF0-471B-84A8-CA24A7E90C6F}"/>
                </a:ext>
              </a:extLst>
            </p:cNvPr>
            <p:cNvSpPr>
              <a:spLocks noChangeArrowheads="1"/>
            </p:cNvSpPr>
            <p:nvPr/>
          </p:nvSpPr>
          <p:spPr bwMode="auto">
            <a:xfrm>
              <a:off x="5970588"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75" name="Rectangle 95">
              <a:extLst>
                <a:ext uri="{FF2B5EF4-FFF2-40B4-BE49-F238E27FC236}">
                  <a16:creationId xmlns:a16="http://schemas.microsoft.com/office/drawing/2014/main" id="{FC9FAACD-B90F-4E91-A42F-20DC06EC2E9A}"/>
                </a:ext>
              </a:extLst>
            </p:cNvPr>
            <p:cNvSpPr>
              <a:spLocks noChangeArrowheads="1"/>
            </p:cNvSpPr>
            <p:nvPr/>
          </p:nvSpPr>
          <p:spPr bwMode="auto">
            <a:xfrm>
              <a:off x="6748463"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76" name="Rectangle 96">
              <a:extLst>
                <a:ext uri="{FF2B5EF4-FFF2-40B4-BE49-F238E27FC236}">
                  <a16:creationId xmlns:a16="http://schemas.microsoft.com/office/drawing/2014/main" id="{ACCC0673-8D9D-4031-9707-F77674ABC415}"/>
                </a:ext>
              </a:extLst>
            </p:cNvPr>
            <p:cNvSpPr>
              <a:spLocks noChangeArrowheads="1"/>
            </p:cNvSpPr>
            <p:nvPr/>
          </p:nvSpPr>
          <p:spPr bwMode="auto">
            <a:xfrm>
              <a:off x="8050213" y="2446338"/>
              <a:ext cx="11112"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77" name="Rectangle 97">
              <a:extLst>
                <a:ext uri="{FF2B5EF4-FFF2-40B4-BE49-F238E27FC236}">
                  <a16:creationId xmlns:a16="http://schemas.microsoft.com/office/drawing/2014/main" id="{73447984-4BA7-4014-A16D-72A5DA79A093}"/>
                </a:ext>
              </a:extLst>
            </p:cNvPr>
            <p:cNvSpPr>
              <a:spLocks noChangeArrowheads="1"/>
            </p:cNvSpPr>
            <p:nvPr/>
          </p:nvSpPr>
          <p:spPr bwMode="auto">
            <a:xfrm>
              <a:off x="7526338"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78" name="Rectangle 98">
              <a:extLst>
                <a:ext uri="{FF2B5EF4-FFF2-40B4-BE49-F238E27FC236}">
                  <a16:creationId xmlns:a16="http://schemas.microsoft.com/office/drawing/2014/main" id="{81C749A3-D10B-481A-95FD-96666231B154}"/>
                </a:ext>
              </a:extLst>
            </p:cNvPr>
            <p:cNvSpPr>
              <a:spLocks noChangeArrowheads="1"/>
            </p:cNvSpPr>
            <p:nvPr/>
          </p:nvSpPr>
          <p:spPr bwMode="auto">
            <a:xfrm>
              <a:off x="8921750" y="2446338"/>
              <a:ext cx="11113"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79" name="Rectangle 99">
              <a:extLst>
                <a:ext uri="{FF2B5EF4-FFF2-40B4-BE49-F238E27FC236}">
                  <a16:creationId xmlns:a16="http://schemas.microsoft.com/office/drawing/2014/main" id="{E3FF5888-3D1A-4C1B-A7AC-25744C86F7F9}"/>
                </a:ext>
              </a:extLst>
            </p:cNvPr>
            <p:cNvSpPr>
              <a:spLocks noChangeArrowheads="1"/>
            </p:cNvSpPr>
            <p:nvPr/>
          </p:nvSpPr>
          <p:spPr bwMode="auto">
            <a:xfrm>
              <a:off x="8297863" y="25352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80" name="Rectangle 100">
              <a:extLst>
                <a:ext uri="{FF2B5EF4-FFF2-40B4-BE49-F238E27FC236}">
                  <a16:creationId xmlns:a16="http://schemas.microsoft.com/office/drawing/2014/main" id="{24985508-7979-4B11-9376-7A4362848B8E}"/>
                </a:ext>
              </a:extLst>
            </p:cNvPr>
            <p:cNvSpPr>
              <a:spLocks noChangeArrowheads="1"/>
            </p:cNvSpPr>
            <p:nvPr/>
          </p:nvSpPr>
          <p:spPr bwMode="auto">
            <a:xfrm>
              <a:off x="547688" y="2800350"/>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81" name="Rectangle 101">
              <a:extLst>
                <a:ext uri="{FF2B5EF4-FFF2-40B4-BE49-F238E27FC236}">
                  <a16:creationId xmlns:a16="http://schemas.microsoft.com/office/drawing/2014/main" id="{35C6C723-844D-4817-A7E4-716F72179A41}"/>
                </a:ext>
              </a:extLst>
            </p:cNvPr>
            <p:cNvSpPr>
              <a:spLocks noChangeArrowheads="1"/>
            </p:cNvSpPr>
            <p:nvPr/>
          </p:nvSpPr>
          <p:spPr bwMode="auto">
            <a:xfrm>
              <a:off x="260350" y="2805113"/>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82" name="Rectangle 102">
              <a:extLst>
                <a:ext uri="{FF2B5EF4-FFF2-40B4-BE49-F238E27FC236}">
                  <a16:creationId xmlns:a16="http://schemas.microsoft.com/office/drawing/2014/main" id="{EFABF01B-A6D0-4228-8CC8-84D926D8D96E}"/>
                </a:ext>
              </a:extLst>
            </p:cNvPr>
            <p:cNvSpPr>
              <a:spLocks noChangeArrowheads="1"/>
            </p:cNvSpPr>
            <p:nvPr/>
          </p:nvSpPr>
          <p:spPr bwMode="auto">
            <a:xfrm>
              <a:off x="1462088" y="2800350"/>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83" name="Rectangle 103">
              <a:extLst>
                <a:ext uri="{FF2B5EF4-FFF2-40B4-BE49-F238E27FC236}">
                  <a16:creationId xmlns:a16="http://schemas.microsoft.com/office/drawing/2014/main" id="{C944E11F-E589-4547-AB5D-E2DDDFB6B883}"/>
                </a:ext>
              </a:extLst>
            </p:cNvPr>
            <p:cNvSpPr>
              <a:spLocks noChangeArrowheads="1"/>
            </p:cNvSpPr>
            <p:nvPr/>
          </p:nvSpPr>
          <p:spPr bwMode="auto">
            <a:xfrm>
              <a:off x="838200" y="28035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84" name="Rectangle 104">
              <a:extLst>
                <a:ext uri="{FF2B5EF4-FFF2-40B4-BE49-F238E27FC236}">
                  <a16:creationId xmlns:a16="http://schemas.microsoft.com/office/drawing/2014/main" id="{53CC11EF-454A-4ADD-947D-34934E2C2937}"/>
                </a:ext>
              </a:extLst>
            </p:cNvPr>
            <p:cNvSpPr>
              <a:spLocks noChangeArrowheads="1"/>
            </p:cNvSpPr>
            <p:nvPr/>
          </p:nvSpPr>
          <p:spPr bwMode="auto">
            <a:xfrm>
              <a:off x="2422525" y="2800350"/>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85" name="Rectangle 105">
              <a:extLst>
                <a:ext uri="{FF2B5EF4-FFF2-40B4-BE49-F238E27FC236}">
                  <a16:creationId xmlns:a16="http://schemas.microsoft.com/office/drawing/2014/main" id="{95B73805-C3BB-4049-95D7-C713E5EEFF06}"/>
                </a:ext>
              </a:extLst>
            </p:cNvPr>
            <p:cNvSpPr>
              <a:spLocks noChangeArrowheads="1"/>
            </p:cNvSpPr>
            <p:nvPr/>
          </p:nvSpPr>
          <p:spPr bwMode="auto">
            <a:xfrm>
              <a:off x="1771650" y="28035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86" name="Rectangle 106">
              <a:extLst>
                <a:ext uri="{FF2B5EF4-FFF2-40B4-BE49-F238E27FC236}">
                  <a16:creationId xmlns:a16="http://schemas.microsoft.com/office/drawing/2014/main" id="{F637ECB7-134F-4BAB-9ECE-6D61997D55BA}"/>
                </a:ext>
              </a:extLst>
            </p:cNvPr>
            <p:cNvSpPr>
              <a:spLocks noChangeArrowheads="1"/>
            </p:cNvSpPr>
            <p:nvPr/>
          </p:nvSpPr>
          <p:spPr bwMode="auto">
            <a:xfrm>
              <a:off x="2686050"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87" name="Rectangle 107">
              <a:extLst>
                <a:ext uri="{FF2B5EF4-FFF2-40B4-BE49-F238E27FC236}">
                  <a16:creationId xmlns:a16="http://schemas.microsoft.com/office/drawing/2014/main" id="{BF6103FD-0BC5-4B97-BC1C-81CA90EC5058}"/>
                </a:ext>
              </a:extLst>
            </p:cNvPr>
            <p:cNvSpPr>
              <a:spLocks noChangeArrowheads="1"/>
            </p:cNvSpPr>
            <p:nvPr/>
          </p:nvSpPr>
          <p:spPr bwMode="auto">
            <a:xfrm>
              <a:off x="3465513"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88" name="Rectangle 108">
              <a:extLst>
                <a:ext uri="{FF2B5EF4-FFF2-40B4-BE49-F238E27FC236}">
                  <a16:creationId xmlns:a16="http://schemas.microsoft.com/office/drawing/2014/main" id="{AA70ECC7-EA71-49B1-9064-37919466276A}"/>
                </a:ext>
              </a:extLst>
            </p:cNvPr>
            <p:cNvSpPr>
              <a:spLocks noChangeArrowheads="1"/>
            </p:cNvSpPr>
            <p:nvPr/>
          </p:nvSpPr>
          <p:spPr bwMode="auto">
            <a:xfrm>
              <a:off x="4745038" y="2800350"/>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89" name="Rectangle 109">
              <a:extLst>
                <a:ext uri="{FF2B5EF4-FFF2-40B4-BE49-F238E27FC236}">
                  <a16:creationId xmlns:a16="http://schemas.microsoft.com/office/drawing/2014/main" id="{015DB8F8-3D15-442D-A014-8D9C8DC16652}"/>
                </a:ext>
              </a:extLst>
            </p:cNvPr>
            <p:cNvSpPr>
              <a:spLocks noChangeArrowheads="1"/>
            </p:cNvSpPr>
            <p:nvPr/>
          </p:nvSpPr>
          <p:spPr bwMode="auto">
            <a:xfrm>
              <a:off x="4244975"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90" name="Rectangle 110">
              <a:extLst>
                <a:ext uri="{FF2B5EF4-FFF2-40B4-BE49-F238E27FC236}">
                  <a16:creationId xmlns:a16="http://schemas.microsoft.com/office/drawing/2014/main" id="{86A607B0-AF04-49B4-843A-6AE56396A5D7}"/>
                </a:ext>
              </a:extLst>
            </p:cNvPr>
            <p:cNvSpPr>
              <a:spLocks noChangeArrowheads="1"/>
            </p:cNvSpPr>
            <p:nvPr/>
          </p:nvSpPr>
          <p:spPr bwMode="auto">
            <a:xfrm>
              <a:off x="5705475" y="2800350"/>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91" name="Rectangle 111">
              <a:extLst>
                <a:ext uri="{FF2B5EF4-FFF2-40B4-BE49-F238E27FC236}">
                  <a16:creationId xmlns:a16="http://schemas.microsoft.com/office/drawing/2014/main" id="{3D7C73B9-58A2-4708-B93A-10BDD16EC2D9}"/>
                </a:ext>
              </a:extLst>
            </p:cNvPr>
            <p:cNvSpPr>
              <a:spLocks noChangeArrowheads="1"/>
            </p:cNvSpPr>
            <p:nvPr/>
          </p:nvSpPr>
          <p:spPr bwMode="auto">
            <a:xfrm>
              <a:off x="5056188" y="28035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92" name="Rectangle 112">
              <a:extLst>
                <a:ext uri="{FF2B5EF4-FFF2-40B4-BE49-F238E27FC236}">
                  <a16:creationId xmlns:a16="http://schemas.microsoft.com/office/drawing/2014/main" id="{B92B7A94-AE93-4B31-A94C-DBA888D596C5}"/>
                </a:ext>
              </a:extLst>
            </p:cNvPr>
            <p:cNvSpPr>
              <a:spLocks noChangeArrowheads="1"/>
            </p:cNvSpPr>
            <p:nvPr/>
          </p:nvSpPr>
          <p:spPr bwMode="auto">
            <a:xfrm>
              <a:off x="5972175"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93" name="Rectangle 113">
              <a:extLst>
                <a:ext uri="{FF2B5EF4-FFF2-40B4-BE49-F238E27FC236}">
                  <a16:creationId xmlns:a16="http://schemas.microsoft.com/office/drawing/2014/main" id="{2393F1F1-1B92-4088-8E25-F354E9723328}"/>
                </a:ext>
              </a:extLst>
            </p:cNvPr>
            <p:cNvSpPr>
              <a:spLocks noChangeArrowheads="1"/>
            </p:cNvSpPr>
            <p:nvPr/>
          </p:nvSpPr>
          <p:spPr bwMode="auto">
            <a:xfrm>
              <a:off x="6750050"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94" name="Rectangle 114">
              <a:extLst>
                <a:ext uri="{FF2B5EF4-FFF2-40B4-BE49-F238E27FC236}">
                  <a16:creationId xmlns:a16="http://schemas.microsoft.com/office/drawing/2014/main" id="{EDC31BA6-71DE-4389-87CC-C0240128C470}"/>
                </a:ext>
              </a:extLst>
            </p:cNvPr>
            <p:cNvSpPr>
              <a:spLocks noChangeArrowheads="1"/>
            </p:cNvSpPr>
            <p:nvPr/>
          </p:nvSpPr>
          <p:spPr bwMode="auto">
            <a:xfrm>
              <a:off x="8050213" y="2800350"/>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95" name="Rectangle 115">
              <a:extLst>
                <a:ext uri="{FF2B5EF4-FFF2-40B4-BE49-F238E27FC236}">
                  <a16:creationId xmlns:a16="http://schemas.microsoft.com/office/drawing/2014/main" id="{C202202E-DA83-4C2A-B445-64CF95033732}"/>
                </a:ext>
              </a:extLst>
            </p:cNvPr>
            <p:cNvSpPr>
              <a:spLocks noChangeArrowheads="1"/>
            </p:cNvSpPr>
            <p:nvPr/>
          </p:nvSpPr>
          <p:spPr bwMode="auto">
            <a:xfrm>
              <a:off x="7526338"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96" name="Rectangle 116">
              <a:extLst>
                <a:ext uri="{FF2B5EF4-FFF2-40B4-BE49-F238E27FC236}">
                  <a16:creationId xmlns:a16="http://schemas.microsoft.com/office/drawing/2014/main" id="{40B89F79-1152-4D81-9B30-2E684C992520}"/>
                </a:ext>
              </a:extLst>
            </p:cNvPr>
            <p:cNvSpPr>
              <a:spLocks noChangeArrowheads="1"/>
            </p:cNvSpPr>
            <p:nvPr/>
          </p:nvSpPr>
          <p:spPr bwMode="auto">
            <a:xfrm>
              <a:off x="8921750" y="2800350"/>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97" name="Rectangle 117">
              <a:extLst>
                <a:ext uri="{FF2B5EF4-FFF2-40B4-BE49-F238E27FC236}">
                  <a16:creationId xmlns:a16="http://schemas.microsoft.com/office/drawing/2014/main" id="{616226DA-2467-43B7-B15D-B8DE35DEFB38}"/>
                </a:ext>
              </a:extLst>
            </p:cNvPr>
            <p:cNvSpPr>
              <a:spLocks noChangeArrowheads="1"/>
            </p:cNvSpPr>
            <p:nvPr/>
          </p:nvSpPr>
          <p:spPr bwMode="auto">
            <a:xfrm>
              <a:off x="8299450" y="28035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98" name="Rectangle 118">
              <a:extLst>
                <a:ext uri="{FF2B5EF4-FFF2-40B4-BE49-F238E27FC236}">
                  <a16:creationId xmlns:a16="http://schemas.microsoft.com/office/drawing/2014/main" id="{1476ACE3-7465-4AC9-88BE-E9ABCB444FA4}"/>
                </a:ext>
              </a:extLst>
            </p:cNvPr>
            <p:cNvSpPr>
              <a:spLocks noChangeArrowheads="1"/>
            </p:cNvSpPr>
            <p:nvPr/>
          </p:nvSpPr>
          <p:spPr bwMode="auto">
            <a:xfrm>
              <a:off x="547688" y="3067050"/>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399" name="Rectangle 119">
              <a:extLst>
                <a:ext uri="{FF2B5EF4-FFF2-40B4-BE49-F238E27FC236}">
                  <a16:creationId xmlns:a16="http://schemas.microsoft.com/office/drawing/2014/main" id="{AECACBF6-437A-4053-BA32-49AF94043374}"/>
                </a:ext>
              </a:extLst>
            </p:cNvPr>
            <p:cNvSpPr>
              <a:spLocks noChangeArrowheads="1"/>
            </p:cNvSpPr>
            <p:nvPr/>
          </p:nvSpPr>
          <p:spPr bwMode="auto">
            <a:xfrm>
              <a:off x="260350" y="3070225"/>
              <a:ext cx="2095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00" name="Rectangle 120">
              <a:extLst>
                <a:ext uri="{FF2B5EF4-FFF2-40B4-BE49-F238E27FC236}">
                  <a16:creationId xmlns:a16="http://schemas.microsoft.com/office/drawing/2014/main" id="{2A9BB78B-5589-488E-B474-B0EF74F7C455}"/>
                </a:ext>
              </a:extLst>
            </p:cNvPr>
            <p:cNvSpPr>
              <a:spLocks noChangeArrowheads="1"/>
            </p:cNvSpPr>
            <p:nvPr/>
          </p:nvSpPr>
          <p:spPr bwMode="auto">
            <a:xfrm>
              <a:off x="1462088" y="3067050"/>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01" name="Rectangle 121">
              <a:extLst>
                <a:ext uri="{FF2B5EF4-FFF2-40B4-BE49-F238E27FC236}">
                  <a16:creationId xmlns:a16="http://schemas.microsoft.com/office/drawing/2014/main" id="{61A4A4D6-AAA4-4669-9A7D-FA2F83FC361E}"/>
                </a:ext>
              </a:extLst>
            </p:cNvPr>
            <p:cNvSpPr>
              <a:spLocks noChangeArrowheads="1"/>
            </p:cNvSpPr>
            <p:nvPr/>
          </p:nvSpPr>
          <p:spPr bwMode="auto">
            <a:xfrm>
              <a:off x="838200" y="30686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02" name="Rectangle 122">
              <a:extLst>
                <a:ext uri="{FF2B5EF4-FFF2-40B4-BE49-F238E27FC236}">
                  <a16:creationId xmlns:a16="http://schemas.microsoft.com/office/drawing/2014/main" id="{A92CD1FF-75E8-4A7C-B559-77460930EB64}"/>
                </a:ext>
              </a:extLst>
            </p:cNvPr>
            <p:cNvSpPr>
              <a:spLocks noChangeArrowheads="1"/>
            </p:cNvSpPr>
            <p:nvPr/>
          </p:nvSpPr>
          <p:spPr bwMode="auto">
            <a:xfrm>
              <a:off x="2422525" y="3067050"/>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03" name="Rectangle 123">
              <a:extLst>
                <a:ext uri="{FF2B5EF4-FFF2-40B4-BE49-F238E27FC236}">
                  <a16:creationId xmlns:a16="http://schemas.microsoft.com/office/drawing/2014/main" id="{097FD96A-C9B7-4A72-985B-8F5AF94F4F45}"/>
                </a:ext>
              </a:extLst>
            </p:cNvPr>
            <p:cNvSpPr>
              <a:spLocks noChangeArrowheads="1"/>
            </p:cNvSpPr>
            <p:nvPr/>
          </p:nvSpPr>
          <p:spPr bwMode="auto">
            <a:xfrm>
              <a:off x="1771650" y="30686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04" name="Rectangle 124">
              <a:extLst>
                <a:ext uri="{FF2B5EF4-FFF2-40B4-BE49-F238E27FC236}">
                  <a16:creationId xmlns:a16="http://schemas.microsoft.com/office/drawing/2014/main" id="{38606AD9-BBC9-48E9-96E2-6AB6FC4FE532}"/>
                </a:ext>
              </a:extLst>
            </p:cNvPr>
            <p:cNvSpPr>
              <a:spLocks noChangeArrowheads="1"/>
            </p:cNvSpPr>
            <p:nvPr/>
          </p:nvSpPr>
          <p:spPr bwMode="auto">
            <a:xfrm>
              <a:off x="2686050"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05" name="Rectangle 125">
              <a:extLst>
                <a:ext uri="{FF2B5EF4-FFF2-40B4-BE49-F238E27FC236}">
                  <a16:creationId xmlns:a16="http://schemas.microsoft.com/office/drawing/2014/main" id="{F166B304-2179-47D8-B1C6-6F604835FDD0}"/>
                </a:ext>
              </a:extLst>
            </p:cNvPr>
            <p:cNvSpPr>
              <a:spLocks noChangeArrowheads="1"/>
            </p:cNvSpPr>
            <p:nvPr/>
          </p:nvSpPr>
          <p:spPr bwMode="auto">
            <a:xfrm>
              <a:off x="3465513"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06" name="Rectangle 126">
              <a:extLst>
                <a:ext uri="{FF2B5EF4-FFF2-40B4-BE49-F238E27FC236}">
                  <a16:creationId xmlns:a16="http://schemas.microsoft.com/office/drawing/2014/main" id="{E28C418F-17F7-4E94-A580-8699A283D879}"/>
                </a:ext>
              </a:extLst>
            </p:cNvPr>
            <p:cNvSpPr>
              <a:spLocks noChangeArrowheads="1"/>
            </p:cNvSpPr>
            <p:nvPr/>
          </p:nvSpPr>
          <p:spPr bwMode="auto">
            <a:xfrm>
              <a:off x="4745038" y="3067050"/>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07" name="Rectangle 127">
              <a:extLst>
                <a:ext uri="{FF2B5EF4-FFF2-40B4-BE49-F238E27FC236}">
                  <a16:creationId xmlns:a16="http://schemas.microsoft.com/office/drawing/2014/main" id="{D1310782-567B-4E6B-A1BA-77112F93282A}"/>
                </a:ext>
              </a:extLst>
            </p:cNvPr>
            <p:cNvSpPr>
              <a:spLocks noChangeArrowheads="1"/>
            </p:cNvSpPr>
            <p:nvPr/>
          </p:nvSpPr>
          <p:spPr bwMode="auto">
            <a:xfrm>
              <a:off x="4244975"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08" name="Rectangle 128">
              <a:extLst>
                <a:ext uri="{FF2B5EF4-FFF2-40B4-BE49-F238E27FC236}">
                  <a16:creationId xmlns:a16="http://schemas.microsoft.com/office/drawing/2014/main" id="{2CAB5D28-AD4E-4EAD-8280-782CD73262F4}"/>
                </a:ext>
              </a:extLst>
            </p:cNvPr>
            <p:cNvSpPr>
              <a:spLocks noChangeArrowheads="1"/>
            </p:cNvSpPr>
            <p:nvPr/>
          </p:nvSpPr>
          <p:spPr bwMode="auto">
            <a:xfrm>
              <a:off x="5705475" y="3067050"/>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09" name="Rectangle 129">
              <a:extLst>
                <a:ext uri="{FF2B5EF4-FFF2-40B4-BE49-F238E27FC236}">
                  <a16:creationId xmlns:a16="http://schemas.microsoft.com/office/drawing/2014/main" id="{66728AD3-BA6A-456E-99F4-3C8E1CEF6E08}"/>
                </a:ext>
              </a:extLst>
            </p:cNvPr>
            <p:cNvSpPr>
              <a:spLocks noChangeArrowheads="1"/>
            </p:cNvSpPr>
            <p:nvPr/>
          </p:nvSpPr>
          <p:spPr bwMode="auto">
            <a:xfrm>
              <a:off x="5056188" y="30686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10" name="Rectangle 130">
              <a:extLst>
                <a:ext uri="{FF2B5EF4-FFF2-40B4-BE49-F238E27FC236}">
                  <a16:creationId xmlns:a16="http://schemas.microsoft.com/office/drawing/2014/main" id="{3DCAE09B-0138-4D54-B26D-C54AAF35023E}"/>
                </a:ext>
              </a:extLst>
            </p:cNvPr>
            <p:cNvSpPr>
              <a:spLocks noChangeArrowheads="1"/>
            </p:cNvSpPr>
            <p:nvPr/>
          </p:nvSpPr>
          <p:spPr bwMode="auto">
            <a:xfrm>
              <a:off x="5972175"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11" name="Rectangle 131">
              <a:extLst>
                <a:ext uri="{FF2B5EF4-FFF2-40B4-BE49-F238E27FC236}">
                  <a16:creationId xmlns:a16="http://schemas.microsoft.com/office/drawing/2014/main" id="{C6E44441-E242-4132-940D-28267F129D78}"/>
                </a:ext>
              </a:extLst>
            </p:cNvPr>
            <p:cNvSpPr>
              <a:spLocks noChangeArrowheads="1"/>
            </p:cNvSpPr>
            <p:nvPr/>
          </p:nvSpPr>
          <p:spPr bwMode="auto">
            <a:xfrm>
              <a:off x="6750050"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12" name="Rectangle 132">
              <a:extLst>
                <a:ext uri="{FF2B5EF4-FFF2-40B4-BE49-F238E27FC236}">
                  <a16:creationId xmlns:a16="http://schemas.microsoft.com/office/drawing/2014/main" id="{3ED19EC9-358D-43E7-8BA0-232C52B41312}"/>
                </a:ext>
              </a:extLst>
            </p:cNvPr>
            <p:cNvSpPr>
              <a:spLocks noChangeArrowheads="1"/>
            </p:cNvSpPr>
            <p:nvPr/>
          </p:nvSpPr>
          <p:spPr bwMode="auto">
            <a:xfrm>
              <a:off x="8050213" y="3067050"/>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13" name="Rectangle 133">
              <a:extLst>
                <a:ext uri="{FF2B5EF4-FFF2-40B4-BE49-F238E27FC236}">
                  <a16:creationId xmlns:a16="http://schemas.microsoft.com/office/drawing/2014/main" id="{56976E3A-9779-4479-B8C8-D3E566F4B6A1}"/>
                </a:ext>
              </a:extLst>
            </p:cNvPr>
            <p:cNvSpPr>
              <a:spLocks noChangeArrowheads="1"/>
            </p:cNvSpPr>
            <p:nvPr/>
          </p:nvSpPr>
          <p:spPr bwMode="auto">
            <a:xfrm>
              <a:off x="7526338"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14" name="Rectangle 134">
              <a:extLst>
                <a:ext uri="{FF2B5EF4-FFF2-40B4-BE49-F238E27FC236}">
                  <a16:creationId xmlns:a16="http://schemas.microsoft.com/office/drawing/2014/main" id="{95513518-B7DF-4B89-98DD-9815FE9BDA37}"/>
                </a:ext>
              </a:extLst>
            </p:cNvPr>
            <p:cNvSpPr>
              <a:spLocks noChangeArrowheads="1"/>
            </p:cNvSpPr>
            <p:nvPr/>
          </p:nvSpPr>
          <p:spPr bwMode="auto">
            <a:xfrm>
              <a:off x="8921750" y="3067050"/>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15" name="Rectangle 135">
              <a:extLst>
                <a:ext uri="{FF2B5EF4-FFF2-40B4-BE49-F238E27FC236}">
                  <a16:creationId xmlns:a16="http://schemas.microsoft.com/office/drawing/2014/main" id="{12889AC7-848B-41EB-B1A1-231968C793F4}"/>
                </a:ext>
              </a:extLst>
            </p:cNvPr>
            <p:cNvSpPr>
              <a:spLocks noChangeArrowheads="1"/>
            </p:cNvSpPr>
            <p:nvPr/>
          </p:nvSpPr>
          <p:spPr bwMode="auto">
            <a:xfrm>
              <a:off x="8299450" y="30686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16" name="Rectangle 136">
              <a:extLst>
                <a:ext uri="{FF2B5EF4-FFF2-40B4-BE49-F238E27FC236}">
                  <a16:creationId xmlns:a16="http://schemas.microsoft.com/office/drawing/2014/main" id="{961463E0-C05F-40B9-9C62-CE6A6A6B774C}"/>
                </a:ext>
              </a:extLst>
            </p:cNvPr>
            <p:cNvSpPr>
              <a:spLocks noChangeArrowheads="1"/>
            </p:cNvSpPr>
            <p:nvPr/>
          </p:nvSpPr>
          <p:spPr bwMode="auto">
            <a:xfrm>
              <a:off x="547688" y="3335338"/>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17" name="Rectangle 137">
              <a:extLst>
                <a:ext uri="{FF2B5EF4-FFF2-40B4-BE49-F238E27FC236}">
                  <a16:creationId xmlns:a16="http://schemas.microsoft.com/office/drawing/2014/main" id="{922EBDDD-8785-4555-928C-19FC2391298B}"/>
                </a:ext>
              </a:extLst>
            </p:cNvPr>
            <p:cNvSpPr>
              <a:spLocks noChangeArrowheads="1"/>
            </p:cNvSpPr>
            <p:nvPr/>
          </p:nvSpPr>
          <p:spPr bwMode="auto">
            <a:xfrm>
              <a:off x="246063" y="3338513"/>
              <a:ext cx="2222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18" name="Rectangle 138">
              <a:extLst>
                <a:ext uri="{FF2B5EF4-FFF2-40B4-BE49-F238E27FC236}">
                  <a16:creationId xmlns:a16="http://schemas.microsoft.com/office/drawing/2014/main" id="{EE3EA978-8F0B-4759-AE0C-E72B27588F45}"/>
                </a:ext>
              </a:extLst>
            </p:cNvPr>
            <p:cNvSpPr>
              <a:spLocks noChangeArrowheads="1"/>
            </p:cNvSpPr>
            <p:nvPr/>
          </p:nvSpPr>
          <p:spPr bwMode="auto">
            <a:xfrm>
              <a:off x="1462088" y="3335338"/>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19" name="Rectangle 139">
              <a:extLst>
                <a:ext uri="{FF2B5EF4-FFF2-40B4-BE49-F238E27FC236}">
                  <a16:creationId xmlns:a16="http://schemas.microsoft.com/office/drawing/2014/main" id="{D4928497-E457-4F28-9E53-3ECBE1707ED4}"/>
                </a:ext>
              </a:extLst>
            </p:cNvPr>
            <p:cNvSpPr>
              <a:spLocks noChangeArrowheads="1"/>
            </p:cNvSpPr>
            <p:nvPr/>
          </p:nvSpPr>
          <p:spPr bwMode="auto">
            <a:xfrm>
              <a:off x="836613" y="33369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20" name="Rectangle 140">
              <a:extLst>
                <a:ext uri="{FF2B5EF4-FFF2-40B4-BE49-F238E27FC236}">
                  <a16:creationId xmlns:a16="http://schemas.microsoft.com/office/drawing/2014/main" id="{20445A9E-D4C4-4E6D-B855-7CFB76BB401E}"/>
                </a:ext>
              </a:extLst>
            </p:cNvPr>
            <p:cNvSpPr>
              <a:spLocks noChangeArrowheads="1"/>
            </p:cNvSpPr>
            <p:nvPr/>
          </p:nvSpPr>
          <p:spPr bwMode="auto">
            <a:xfrm>
              <a:off x="2422525" y="3335338"/>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21" name="Rectangle 141">
              <a:extLst>
                <a:ext uri="{FF2B5EF4-FFF2-40B4-BE49-F238E27FC236}">
                  <a16:creationId xmlns:a16="http://schemas.microsoft.com/office/drawing/2014/main" id="{C46FDB27-5C05-4C68-853C-9EE2ABE6D860}"/>
                </a:ext>
              </a:extLst>
            </p:cNvPr>
            <p:cNvSpPr>
              <a:spLocks noChangeArrowheads="1"/>
            </p:cNvSpPr>
            <p:nvPr/>
          </p:nvSpPr>
          <p:spPr bwMode="auto">
            <a:xfrm>
              <a:off x="1771650" y="33369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22" name="Rectangle 142">
              <a:extLst>
                <a:ext uri="{FF2B5EF4-FFF2-40B4-BE49-F238E27FC236}">
                  <a16:creationId xmlns:a16="http://schemas.microsoft.com/office/drawing/2014/main" id="{7202B50D-A312-4D9D-880F-E7D3AE948E4C}"/>
                </a:ext>
              </a:extLst>
            </p:cNvPr>
            <p:cNvSpPr>
              <a:spLocks noChangeArrowheads="1"/>
            </p:cNvSpPr>
            <p:nvPr/>
          </p:nvSpPr>
          <p:spPr bwMode="auto">
            <a:xfrm>
              <a:off x="2686050"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23" name="Rectangle 143">
              <a:extLst>
                <a:ext uri="{FF2B5EF4-FFF2-40B4-BE49-F238E27FC236}">
                  <a16:creationId xmlns:a16="http://schemas.microsoft.com/office/drawing/2014/main" id="{952D6984-415E-45D9-9679-423202B13371}"/>
                </a:ext>
              </a:extLst>
            </p:cNvPr>
            <p:cNvSpPr>
              <a:spLocks noChangeArrowheads="1"/>
            </p:cNvSpPr>
            <p:nvPr/>
          </p:nvSpPr>
          <p:spPr bwMode="auto">
            <a:xfrm>
              <a:off x="3465513"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24" name="Rectangle 144">
              <a:extLst>
                <a:ext uri="{FF2B5EF4-FFF2-40B4-BE49-F238E27FC236}">
                  <a16:creationId xmlns:a16="http://schemas.microsoft.com/office/drawing/2014/main" id="{CEC67C44-ED94-48CB-9137-F4BC970F04ED}"/>
                </a:ext>
              </a:extLst>
            </p:cNvPr>
            <p:cNvSpPr>
              <a:spLocks noChangeArrowheads="1"/>
            </p:cNvSpPr>
            <p:nvPr/>
          </p:nvSpPr>
          <p:spPr bwMode="auto">
            <a:xfrm>
              <a:off x="4745038" y="3335338"/>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25" name="Rectangle 145">
              <a:extLst>
                <a:ext uri="{FF2B5EF4-FFF2-40B4-BE49-F238E27FC236}">
                  <a16:creationId xmlns:a16="http://schemas.microsoft.com/office/drawing/2014/main" id="{10696D05-89C5-4896-A2F4-7CDE4E14AE80}"/>
                </a:ext>
              </a:extLst>
            </p:cNvPr>
            <p:cNvSpPr>
              <a:spLocks noChangeArrowheads="1"/>
            </p:cNvSpPr>
            <p:nvPr/>
          </p:nvSpPr>
          <p:spPr bwMode="auto">
            <a:xfrm>
              <a:off x="4244975"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26" name="Rectangle 146">
              <a:extLst>
                <a:ext uri="{FF2B5EF4-FFF2-40B4-BE49-F238E27FC236}">
                  <a16:creationId xmlns:a16="http://schemas.microsoft.com/office/drawing/2014/main" id="{5F89E147-9BEB-478E-869A-FD8F57ACCEE9}"/>
                </a:ext>
              </a:extLst>
            </p:cNvPr>
            <p:cNvSpPr>
              <a:spLocks noChangeArrowheads="1"/>
            </p:cNvSpPr>
            <p:nvPr/>
          </p:nvSpPr>
          <p:spPr bwMode="auto">
            <a:xfrm>
              <a:off x="5705475" y="3335338"/>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27" name="Rectangle 147">
              <a:extLst>
                <a:ext uri="{FF2B5EF4-FFF2-40B4-BE49-F238E27FC236}">
                  <a16:creationId xmlns:a16="http://schemas.microsoft.com/office/drawing/2014/main" id="{84412476-5DE2-4A6F-8B7B-CDABA68B74E3}"/>
                </a:ext>
              </a:extLst>
            </p:cNvPr>
            <p:cNvSpPr>
              <a:spLocks noChangeArrowheads="1"/>
            </p:cNvSpPr>
            <p:nvPr/>
          </p:nvSpPr>
          <p:spPr bwMode="auto">
            <a:xfrm>
              <a:off x="5054600" y="33369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28" name="Rectangle 148">
              <a:extLst>
                <a:ext uri="{FF2B5EF4-FFF2-40B4-BE49-F238E27FC236}">
                  <a16:creationId xmlns:a16="http://schemas.microsoft.com/office/drawing/2014/main" id="{FDA3D0B2-C56E-4168-9739-F17AFB20C08D}"/>
                </a:ext>
              </a:extLst>
            </p:cNvPr>
            <p:cNvSpPr>
              <a:spLocks noChangeArrowheads="1"/>
            </p:cNvSpPr>
            <p:nvPr/>
          </p:nvSpPr>
          <p:spPr bwMode="auto">
            <a:xfrm>
              <a:off x="5970588"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29" name="Rectangle 149">
              <a:extLst>
                <a:ext uri="{FF2B5EF4-FFF2-40B4-BE49-F238E27FC236}">
                  <a16:creationId xmlns:a16="http://schemas.microsoft.com/office/drawing/2014/main" id="{15A81F21-9CC8-48BB-BCF5-549594897459}"/>
                </a:ext>
              </a:extLst>
            </p:cNvPr>
            <p:cNvSpPr>
              <a:spLocks noChangeArrowheads="1"/>
            </p:cNvSpPr>
            <p:nvPr/>
          </p:nvSpPr>
          <p:spPr bwMode="auto">
            <a:xfrm>
              <a:off x="6748463"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30" name="Rectangle 150">
              <a:extLst>
                <a:ext uri="{FF2B5EF4-FFF2-40B4-BE49-F238E27FC236}">
                  <a16:creationId xmlns:a16="http://schemas.microsoft.com/office/drawing/2014/main" id="{494E2D1A-49AB-446A-B255-7EC65BEAC230}"/>
                </a:ext>
              </a:extLst>
            </p:cNvPr>
            <p:cNvSpPr>
              <a:spLocks noChangeArrowheads="1"/>
            </p:cNvSpPr>
            <p:nvPr/>
          </p:nvSpPr>
          <p:spPr bwMode="auto">
            <a:xfrm>
              <a:off x="8050213" y="3335338"/>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31" name="Rectangle 151">
              <a:extLst>
                <a:ext uri="{FF2B5EF4-FFF2-40B4-BE49-F238E27FC236}">
                  <a16:creationId xmlns:a16="http://schemas.microsoft.com/office/drawing/2014/main" id="{4FA390A3-8D20-463A-AD7D-C10103F3B861}"/>
                </a:ext>
              </a:extLst>
            </p:cNvPr>
            <p:cNvSpPr>
              <a:spLocks noChangeArrowheads="1"/>
            </p:cNvSpPr>
            <p:nvPr/>
          </p:nvSpPr>
          <p:spPr bwMode="auto">
            <a:xfrm>
              <a:off x="7526338"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32" name="Rectangle 152">
              <a:extLst>
                <a:ext uri="{FF2B5EF4-FFF2-40B4-BE49-F238E27FC236}">
                  <a16:creationId xmlns:a16="http://schemas.microsoft.com/office/drawing/2014/main" id="{15058EBA-33B6-49A5-9131-8511AFB00820}"/>
                </a:ext>
              </a:extLst>
            </p:cNvPr>
            <p:cNvSpPr>
              <a:spLocks noChangeArrowheads="1"/>
            </p:cNvSpPr>
            <p:nvPr/>
          </p:nvSpPr>
          <p:spPr bwMode="auto">
            <a:xfrm>
              <a:off x="8921750" y="3335338"/>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33" name="Rectangle 153">
              <a:extLst>
                <a:ext uri="{FF2B5EF4-FFF2-40B4-BE49-F238E27FC236}">
                  <a16:creationId xmlns:a16="http://schemas.microsoft.com/office/drawing/2014/main" id="{BBD1A692-1F46-4F18-AA45-DB215F7C5900}"/>
                </a:ext>
              </a:extLst>
            </p:cNvPr>
            <p:cNvSpPr>
              <a:spLocks noChangeArrowheads="1"/>
            </p:cNvSpPr>
            <p:nvPr/>
          </p:nvSpPr>
          <p:spPr bwMode="auto">
            <a:xfrm>
              <a:off x="8297863" y="33369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34" name="Rectangle 154">
              <a:extLst>
                <a:ext uri="{FF2B5EF4-FFF2-40B4-BE49-F238E27FC236}">
                  <a16:creationId xmlns:a16="http://schemas.microsoft.com/office/drawing/2014/main" id="{9CEC2E2D-CDB3-46AD-969E-4DBD0D8322A8}"/>
                </a:ext>
              </a:extLst>
            </p:cNvPr>
            <p:cNvSpPr>
              <a:spLocks noChangeArrowheads="1"/>
            </p:cNvSpPr>
            <p:nvPr/>
          </p:nvSpPr>
          <p:spPr bwMode="auto">
            <a:xfrm>
              <a:off x="547688" y="3603625"/>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35" name="Rectangle 155">
              <a:extLst>
                <a:ext uri="{FF2B5EF4-FFF2-40B4-BE49-F238E27FC236}">
                  <a16:creationId xmlns:a16="http://schemas.microsoft.com/office/drawing/2014/main" id="{7C6F4966-6E57-4051-8A07-84B7F4499A00}"/>
                </a:ext>
              </a:extLst>
            </p:cNvPr>
            <p:cNvSpPr>
              <a:spLocks noChangeArrowheads="1"/>
            </p:cNvSpPr>
            <p:nvPr/>
          </p:nvSpPr>
          <p:spPr bwMode="auto">
            <a:xfrm>
              <a:off x="273050" y="3606800"/>
              <a:ext cx="1968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36" name="Rectangle 156">
              <a:extLst>
                <a:ext uri="{FF2B5EF4-FFF2-40B4-BE49-F238E27FC236}">
                  <a16:creationId xmlns:a16="http://schemas.microsoft.com/office/drawing/2014/main" id="{6AC85C88-571F-4000-9912-C9E7839DCA92}"/>
                </a:ext>
              </a:extLst>
            </p:cNvPr>
            <p:cNvSpPr>
              <a:spLocks noChangeArrowheads="1"/>
            </p:cNvSpPr>
            <p:nvPr/>
          </p:nvSpPr>
          <p:spPr bwMode="auto">
            <a:xfrm>
              <a:off x="1462088" y="3603625"/>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37" name="Rectangle 157">
              <a:extLst>
                <a:ext uri="{FF2B5EF4-FFF2-40B4-BE49-F238E27FC236}">
                  <a16:creationId xmlns:a16="http://schemas.microsoft.com/office/drawing/2014/main" id="{F4753D73-E0CF-4EA6-ACA7-1ACC4B84DA4A}"/>
                </a:ext>
              </a:extLst>
            </p:cNvPr>
            <p:cNvSpPr>
              <a:spLocks noChangeArrowheads="1"/>
            </p:cNvSpPr>
            <p:nvPr/>
          </p:nvSpPr>
          <p:spPr bwMode="auto">
            <a:xfrm>
              <a:off x="836613" y="36052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38" name="Rectangle 158">
              <a:extLst>
                <a:ext uri="{FF2B5EF4-FFF2-40B4-BE49-F238E27FC236}">
                  <a16:creationId xmlns:a16="http://schemas.microsoft.com/office/drawing/2014/main" id="{155D00A4-2223-4DA5-8823-EAE75B908EC2}"/>
                </a:ext>
              </a:extLst>
            </p:cNvPr>
            <p:cNvSpPr>
              <a:spLocks noChangeArrowheads="1"/>
            </p:cNvSpPr>
            <p:nvPr/>
          </p:nvSpPr>
          <p:spPr bwMode="auto">
            <a:xfrm>
              <a:off x="2422525" y="3603625"/>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39" name="Rectangle 159">
              <a:extLst>
                <a:ext uri="{FF2B5EF4-FFF2-40B4-BE49-F238E27FC236}">
                  <a16:creationId xmlns:a16="http://schemas.microsoft.com/office/drawing/2014/main" id="{3B488F96-D375-43A0-AB66-43D96917656F}"/>
                </a:ext>
              </a:extLst>
            </p:cNvPr>
            <p:cNvSpPr>
              <a:spLocks noChangeArrowheads="1"/>
            </p:cNvSpPr>
            <p:nvPr/>
          </p:nvSpPr>
          <p:spPr bwMode="auto">
            <a:xfrm>
              <a:off x="1770063" y="36052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40" name="Rectangle 160">
              <a:extLst>
                <a:ext uri="{FF2B5EF4-FFF2-40B4-BE49-F238E27FC236}">
                  <a16:creationId xmlns:a16="http://schemas.microsoft.com/office/drawing/2014/main" id="{8AC8D0F4-785D-4B2E-BBB5-1B556C3FB110}"/>
                </a:ext>
              </a:extLst>
            </p:cNvPr>
            <p:cNvSpPr>
              <a:spLocks noChangeArrowheads="1"/>
            </p:cNvSpPr>
            <p:nvPr/>
          </p:nvSpPr>
          <p:spPr bwMode="auto">
            <a:xfrm>
              <a:off x="2686050"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41" name="Rectangle 161">
              <a:extLst>
                <a:ext uri="{FF2B5EF4-FFF2-40B4-BE49-F238E27FC236}">
                  <a16:creationId xmlns:a16="http://schemas.microsoft.com/office/drawing/2014/main" id="{DF2FD0CC-5471-4B5A-ABB5-1DD88B6668E3}"/>
                </a:ext>
              </a:extLst>
            </p:cNvPr>
            <p:cNvSpPr>
              <a:spLocks noChangeArrowheads="1"/>
            </p:cNvSpPr>
            <p:nvPr/>
          </p:nvSpPr>
          <p:spPr bwMode="auto">
            <a:xfrm>
              <a:off x="3463925"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42" name="Rectangle 162">
              <a:extLst>
                <a:ext uri="{FF2B5EF4-FFF2-40B4-BE49-F238E27FC236}">
                  <a16:creationId xmlns:a16="http://schemas.microsoft.com/office/drawing/2014/main" id="{6DAE712A-1035-4EA9-92C9-CE2C8D878CBF}"/>
                </a:ext>
              </a:extLst>
            </p:cNvPr>
            <p:cNvSpPr>
              <a:spLocks noChangeArrowheads="1"/>
            </p:cNvSpPr>
            <p:nvPr/>
          </p:nvSpPr>
          <p:spPr bwMode="auto">
            <a:xfrm>
              <a:off x="4745038" y="3603625"/>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43" name="Rectangle 163">
              <a:extLst>
                <a:ext uri="{FF2B5EF4-FFF2-40B4-BE49-F238E27FC236}">
                  <a16:creationId xmlns:a16="http://schemas.microsoft.com/office/drawing/2014/main" id="{14B66DB7-05E3-4238-8D49-5755D769BDA2}"/>
                </a:ext>
              </a:extLst>
            </p:cNvPr>
            <p:cNvSpPr>
              <a:spLocks noChangeArrowheads="1"/>
            </p:cNvSpPr>
            <p:nvPr/>
          </p:nvSpPr>
          <p:spPr bwMode="auto">
            <a:xfrm>
              <a:off x="4243388"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44" name="Rectangle 164">
              <a:extLst>
                <a:ext uri="{FF2B5EF4-FFF2-40B4-BE49-F238E27FC236}">
                  <a16:creationId xmlns:a16="http://schemas.microsoft.com/office/drawing/2014/main" id="{6B8CC199-EF6B-4B41-896F-D5F848A95E4E}"/>
                </a:ext>
              </a:extLst>
            </p:cNvPr>
            <p:cNvSpPr>
              <a:spLocks noChangeArrowheads="1"/>
            </p:cNvSpPr>
            <p:nvPr/>
          </p:nvSpPr>
          <p:spPr bwMode="auto">
            <a:xfrm>
              <a:off x="5705475" y="3603625"/>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45" name="Rectangle 165">
              <a:extLst>
                <a:ext uri="{FF2B5EF4-FFF2-40B4-BE49-F238E27FC236}">
                  <a16:creationId xmlns:a16="http://schemas.microsoft.com/office/drawing/2014/main" id="{9AA721A8-026C-4BB9-966A-5B6C57F6B181}"/>
                </a:ext>
              </a:extLst>
            </p:cNvPr>
            <p:cNvSpPr>
              <a:spLocks noChangeArrowheads="1"/>
            </p:cNvSpPr>
            <p:nvPr/>
          </p:nvSpPr>
          <p:spPr bwMode="auto">
            <a:xfrm>
              <a:off x="5054600" y="36052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46" name="Rectangle 166">
              <a:extLst>
                <a:ext uri="{FF2B5EF4-FFF2-40B4-BE49-F238E27FC236}">
                  <a16:creationId xmlns:a16="http://schemas.microsoft.com/office/drawing/2014/main" id="{82498FAA-FDB9-436C-811B-E7504E3D2A3B}"/>
                </a:ext>
              </a:extLst>
            </p:cNvPr>
            <p:cNvSpPr>
              <a:spLocks noChangeArrowheads="1"/>
            </p:cNvSpPr>
            <p:nvPr/>
          </p:nvSpPr>
          <p:spPr bwMode="auto">
            <a:xfrm>
              <a:off x="5969000"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47" name="Rectangle 167">
              <a:extLst>
                <a:ext uri="{FF2B5EF4-FFF2-40B4-BE49-F238E27FC236}">
                  <a16:creationId xmlns:a16="http://schemas.microsoft.com/office/drawing/2014/main" id="{7728526E-93E6-430E-8B57-FF29B0107269}"/>
                </a:ext>
              </a:extLst>
            </p:cNvPr>
            <p:cNvSpPr>
              <a:spLocks noChangeArrowheads="1"/>
            </p:cNvSpPr>
            <p:nvPr/>
          </p:nvSpPr>
          <p:spPr bwMode="auto">
            <a:xfrm>
              <a:off x="6748463"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48" name="Rectangle 168">
              <a:extLst>
                <a:ext uri="{FF2B5EF4-FFF2-40B4-BE49-F238E27FC236}">
                  <a16:creationId xmlns:a16="http://schemas.microsoft.com/office/drawing/2014/main" id="{4648F010-C87A-4392-A3D5-5D33895F1D3C}"/>
                </a:ext>
              </a:extLst>
            </p:cNvPr>
            <p:cNvSpPr>
              <a:spLocks noChangeArrowheads="1"/>
            </p:cNvSpPr>
            <p:nvPr/>
          </p:nvSpPr>
          <p:spPr bwMode="auto">
            <a:xfrm>
              <a:off x="8050213" y="3603625"/>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49" name="Rectangle 169">
              <a:extLst>
                <a:ext uri="{FF2B5EF4-FFF2-40B4-BE49-F238E27FC236}">
                  <a16:creationId xmlns:a16="http://schemas.microsoft.com/office/drawing/2014/main" id="{AB69F880-CF78-4786-99F1-19E45BD6E775}"/>
                </a:ext>
              </a:extLst>
            </p:cNvPr>
            <p:cNvSpPr>
              <a:spLocks noChangeArrowheads="1"/>
            </p:cNvSpPr>
            <p:nvPr/>
          </p:nvSpPr>
          <p:spPr bwMode="auto">
            <a:xfrm>
              <a:off x="7524750"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50" name="Rectangle 170">
              <a:extLst>
                <a:ext uri="{FF2B5EF4-FFF2-40B4-BE49-F238E27FC236}">
                  <a16:creationId xmlns:a16="http://schemas.microsoft.com/office/drawing/2014/main" id="{B5AA27C4-DFC1-4E65-AD6B-F64765E312E8}"/>
                </a:ext>
              </a:extLst>
            </p:cNvPr>
            <p:cNvSpPr>
              <a:spLocks noChangeArrowheads="1"/>
            </p:cNvSpPr>
            <p:nvPr/>
          </p:nvSpPr>
          <p:spPr bwMode="auto">
            <a:xfrm>
              <a:off x="8921750" y="3603625"/>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51" name="Rectangle 171">
              <a:extLst>
                <a:ext uri="{FF2B5EF4-FFF2-40B4-BE49-F238E27FC236}">
                  <a16:creationId xmlns:a16="http://schemas.microsoft.com/office/drawing/2014/main" id="{A776844F-A759-4F4E-A4C8-8B1FB94B2E71}"/>
                </a:ext>
              </a:extLst>
            </p:cNvPr>
            <p:cNvSpPr>
              <a:spLocks noChangeArrowheads="1"/>
            </p:cNvSpPr>
            <p:nvPr/>
          </p:nvSpPr>
          <p:spPr bwMode="auto">
            <a:xfrm>
              <a:off x="8297863" y="36052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52" name="Rectangle 172">
              <a:extLst>
                <a:ext uri="{FF2B5EF4-FFF2-40B4-BE49-F238E27FC236}">
                  <a16:creationId xmlns:a16="http://schemas.microsoft.com/office/drawing/2014/main" id="{28FC0E59-8ABD-4741-AF51-F4E9A72059F1}"/>
                </a:ext>
              </a:extLst>
            </p:cNvPr>
            <p:cNvSpPr>
              <a:spLocks noChangeArrowheads="1"/>
            </p:cNvSpPr>
            <p:nvPr/>
          </p:nvSpPr>
          <p:spPr bwMode="auto">
            <a:xfrm>
              <a:off x="547688" y="3871913"/>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53" name="Rectangle 173">
              <a:extLst>
                <a:ext uri="{FF2B5EF4-FFF2-40B4-BE49-F238E27FC236}">
                  <a16:creationId xmlns:a16="http://schemas.microsoft.com/office/drawing/2014/main" id="{A130A0E0-4739-4700-8E94-A24E825C62D0}"/>
                </a:ext>
              </a:extLst>
            </p:cNvPr>
            <p:cNvSpPr>
              <a:spLocks noChangeArrowheads="1"/>
            </p:cNvSpPr>
            <p:nvPr/>
          </p:nvSpPr>
          <p:spPr bwMode="auto">
            <a:xfrm>
              <a:off x="284163" y="3870325"/>
              <a:ext cx="1841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54" name="Rectangle 174">
              <a:extLst>
                <a:ext uri="{FF2B5EF4-FFF2-40B4-BE49-F238E27FC236}">
                  <a16:creationId xmlns:a16="http://schemas.microsoft.com/office/drawing/2014/main" id="{27CAFE09-4FAE-4AF9-96FA-8805652DBC3A}"/>
                </a:ext>
              </a:extLst>
            </p:cNvPr>
            <p:cNvSpPr>
              <a:spLocks noChangeArrowheads="1"/>
            </p:cNvSpPr>
            <p:nvPr/>
          </p:nvSpPr>
          <p:spPr bwMode="auto">
            <a:xfrm>
              <a:off x="1462088" y="3871913"/>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55" name="Rectangle 175">
              <a:extLst>
                <a:ext uri="{FF2B5EF4-FFF2-40B4-BE49-F238E27FC236}">
                  <a16:creationId xmlns:a16="http://schemas.microsoft.com/office/drawing/2014/main" id="{C5A3FCD1-353F-4B7B-850F-C078F7FFA68D}"/>
                </a:ext>
              </a:extLst>
            </p:cNvPr>
            <p:cNvSpPr>
              <a:spLocks noChangeArrowheads="1"/>
            </p:cNvSpPr>
            <p:nvPr/>
          </p:nvSpPr>
          <p:spPr bwMode="auto">
            <a:xfrm>
              <a:off x="838200" y="38687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56" name="Rectangle 176">
              <a:extLst>
                <a:ext uri="{FF2B5EF4-FFF2-40B4-BE49-F238E27FC236}">
                  <a16:creationId xmlns:a16="http://schemas.microsoft.com/office/drawing/2014/main" id="{505D72FB-7F3F-4E54-955B-E1DA1EB3FC07}"/>
                </a:ext>
              </a:extLst>
            </p:cNvPr>
            <p:cNvSpPr>
              <a:spLocks noChangeArrowheads="1"/>
            </p:cNvSpPr>
            <p:nvPr/>
          </p:nvSpPr>
          <p:spPr bwMode="auto">
            <a:xfrm>
              <a:off x="2422525" y="3871913"/>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57" name="Rectangle 177">
              <a:extLst>
                <a:ext uri="{FF2B5EF4-FFF2-40B4-BE49-F238E27FC236}">
                  <a16:creationId xmlns:a16="http://schemas.microsoft.com/office/drawing/2014/main" id="{F38B4CBE-0DCE-4D42-B142-19A1A77259A3}"/>
                </a:ext>
              </a:extLst>
            </p:cNvPr>
            <p:cNvSpPr>
              <a:spLocks noChangeArrowheads="1"/>
            </p:cNvSpPr>
            <p:nvPr/>
          </p:nvSpPr>
          <p:spPr bwMode="auto">
            <a:xfrm>
              <a:off x="1771650" y="38687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58" name="Rectangle 178">
              <a:extLst>
                <a:ext uri="{FF2B5EF4-FFF2-40B4-BE49-F238E27FC236}">
                  <a16:creationId xmlns:a16="http://schemas.microsoft.com/office/drawing/2014/main" id="{D5B7CE31-E80D-410D-9464-7E7CF84A2C81}"/>
                </a:ext>
              </a:extLst>
            </p:cNvPr>
            <p:cNvSpPr>
              <a:spLocks noChangeArrowheads="1"/>
            </p:cNvSpPr>
            <p:nvPr/>
          </p:nvSpPr>
          <p:spPr bwMode="auto">
            <a:xfrm>
              <a:off x="2686050"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59" name="Rectangle 179">
              <a:extLst>
                <a:ext uri="{FF2B5EF4-FFF2-40B4-BE49-F238E27FC236}">
                  <a16:creationId xmlns:a16="http://schemas.microsoft.com/office/drawing/2014/main" id="{C466049D-236C-4319-9793-27DF62112FE4}"/>
                </a:ext>
              </a:extLst>
            </p:cNvPr>
            <p:cNvSpPr>
              <a:spLocks noChangeArrowheads="1"/>
            </p:cNvSpPr>
            <p:nvPr/>
          </p:nvSpPr>
          <p:spPr bwMode="auto">
            <a:xfrm>
              <a:off x="3465513"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60" name="Rectangle 180">
              <a:extLst>
                <a:ext uri="{FF2B5EF4-FFF2-40B4-BE49-F238E27FC236}">
                  <a16:creationId xmlns:a16="http://schemas.microsoft.com/office/drawing/2014/main" id="{DB8B27D3-2D3E-457F-95DD-34AD160FE153}"/>
                </a:ext>
              </a:extLst>
            </p:cNvPr>
            <p:cNvSpPr>
              <a:spLocks noChangeArrowheads="1"/>
            </p:cNvSpPr>
            <p:nvPr/>
          </p:nvSpPr>
          <p:spPr bwMode="auto">
            <a:xfrm>
              <a:off x="4745038" y="3871913"/>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61" name="Rectangle 181">
              <a:extLst>
                <a:ext uri="{FF2B5EF4-FFF2-40B4-BE49-F238E27FC236}">
                  <a16:creationId xmlns:a16="http://schemas.microsoft.com/office/drawing/2014/main" id="{3B816490-95D5-4097-A6E3-C4C8A2DC2975}"/>
                </a:ext>
              </a:extLst>
            </p:cNvPr>
            <p:cNvSpPr>
              <a:spLocks noChangeArrowheads="1"/>
            </p:cNvSpPr>
            <p:nvPr/>
          </p:nvSpPr>
          <p:spPr bwMode="auto">
            <a:xfrm>
              <a:off x="4244975"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62" name="Rectangle 182">
              <a:extLst>
                <a:ext uri="{FF2B5EF4-FFF2-40B4-BE49-F238E27FC236}">
                  <a16:creationId xmlns:a16="http://schemas.microsoft.com/office/drawing/2014/main" id="{78E2D92C-021F-44FE-B73E-6B9E36AE92CA}"/>
                </a:ext>
              </a:extLst>
            </p:cNvPr>
            <p:cNvSpPr>
              <a:spLocks noChangeArrowheads="1"/>
            </p:cNvSpPr>
            <p:nvPr/>
          </p:nvSpPr>
          <p:spPr bwMode="auto">
            <a:xfrm>
              <a:off x="5705475" y="3871913"/>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63" name="Rectangle 183">
              <a:extLst>
                <a:ext uri="{FF2B5EF4-FFF2-40B4-BE49-F238E27FC236}">
                  <a16:creationId xmlns:a16="http://schemas.microsoft.com/office/drawing/2014/main" id="{42EB05BE-7D4B-4405-888D-967F2A39956E}"/>
                </a:ext>
              </a:extLst>
            </p:cNvPr>
            <p:cNvSpPr>
              <a:spLocks noChangeArrowheads="1"/>
            </p:cNvSpPr>
            <p:nvPr/>
          </p:nvSpPr>
          <p:spPr bwMode="auto">
            <a:xfrm>
              <a:off x="5056188" y="38687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64" name="Rectangle 184">
              <a:extLst>
                <a:ext uri="{FF2B5EF4-FFF2-40B4-BE49-F238E27FC236}">
                  <a16:creationId xmlns:a16="http://schemas.microsoft.com/office/drawing/2014/main" id="{1584EE8E-A7C0-4D44-B91F-95294EEBD6F1}"/>
                </a:ext>
              </a:extLst>
            </p:cNvPr>
            <p:cNvSpPr>
              <a:spLocks noChangeArrowheads="1"/>
            </p:cNvSpPr>
            <p:nvPr/>
          </p:nvSpPr>
          <p:spPr bwMode="auto">
            <a:xfrm>
              <a:off x="5970588"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65" name="Rectangle 185">
              <a:extLst>
                <a:ext uri="{FF2B5EF4-FFF2-40B4-BE49-F238E27FC236}">
                  <a16:creationId xmlns:a16="http://schemas.microsoft.com/office/drawing/2014/main" id="{CDD03FAE-AA4B-4510-BA4E-A9F9E7E2BB30}"/>
                </a:ext>
              </a:extLst>
            </p:cNvPr>
            <p:cNvSpPr>
              <a:spLocks noChangeArrowheads="1"/>
            </p:cNvSpPr>
            <p:nvPr/>
          </p:nvSpPr>
          <p:spPr bwMode="auto">
            <a:xfrm>
              <a:off x="6750050"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66" name="Rectangle 186">
              <a:extLst>
                <a:ext uri="{FF2B5EF4-FFF2-40B4-BE49-F238E27FC236}">
                  <a16:creationId xmlns:a16="http://schemas.microsoft.com/office/drawing/2014/main" id="{C0F7E76A-CE1D-4362-A14E-7A33048BDC9C}"/>
                </a:ext>
              </a:extLst>
            </p:cNvPr>
            <p:cNvSpPr>
              <a:spLocks noChangeArrowheads="1"/>
            </p:cNvSpPr>
            <p:nvPr/>
          </p:nvSpPr>
          <p:spPr bwMode="auto">
            <a:xfrm>
              <a:off x="8050213" y="3871913"/>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67" name="Rectangle 187">
              <a:extLst>
                <a:ext uri="{FF2B5EF4-FFF2-40B4-BE49-F238E27FC236}">
                  <a16:creationId xmlns:a16="http://schemas.microsoft.com/office/drawing/2014/main" id="{288020A3-DA25-4363-B2FE-14D43161D6AF}"/>
                </a:ext>
              </a:extLst>
            </p:cNvPr>
            <p:cNvSpPr>
              <a:spLocks noChangeArrowheads="1"/>
            </p:cNvSpPr>
            <p:nvPr/>
          </p:nvSpPr>
          <p:spPr bwMode="auto">
            <a:xfrm>
              <a:off x="7526338"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68" name="Rectangle 188">
              <a:extLst>
                <a:ext uri="{FF2B5EF4-FFF2-40B4-BE49-F238E27FC236}">
                  <a16:creationId xmlns:a16="http://schemas.microsoft.com/office/drawing/2014/main" id="{295AA98F-6BC5-4FBD-B202-3C8F495062DD}"/>
                </a:ext>
              </a:extLst>
            </p:cNvPr>
            <p:cNvSpPr>
              <a:spLocks noChangeArrowheads="1"/>
            </p:cNvSpPr>
            <p:nvPr/>
          </p:nvSpPr>
          <p:spPr bwMode="auto">
            <a:xfrm>
              <a:off x="8921750" y="3871913"/>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69" name="Rectangle 189">
              <a:extLst>
                <a:ext uri="{FF2B5EF4-FFF2-40B4-BE49-F238E27FC236}">
                  <a16:creationId xmlns:a16="http://schemas.microsoft.com/office/drawing/2014/main" id="{74C7FFB8-1BBF-43DC-B4A2-CA8DB85B983E}"/>
                </a:ext>
              </a:extLst>
            </p:cNvPr>
            <p:cNvSpPr>
              <a:spLocks noChangeArrowheads="1"/>
            </p:cNvSpPr>
            <p:nvPr/>
          </p:nvSpPr>
          <p:spPr bwMode="auto">
            <a:xfrm>
              <a:off x="8299450" y="38687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70" name="Rectangle 190">
              <a:extLst>
                <a:ext uri="{FF2B5EF4-FFF2-40B4-BE49-F238E27FC236}">
                  <a16:creationId xmlns:a16="http://schemas.microsoft.com/office/drawing/2014/main" id="{7A09A96E-7F55-4FAE-8086-1ED5D26FEC24}"/>
                </a:ext>
              </a:extLst>
            </p:cNvPr>
            <p:cNvSpPr>
              <a:spLocks noChangeArrowheads="1"/>
            </p:cNvSpPr>
            <p:nvPr/>
          </p:nvSpPr>
          <p:spPr bwMode="auto">
            <a:xfrm>
              <a:off x="547688" y="4138613"/>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71" name="Rectangle 191">
              <a:extLst>
                <a:ext uri="{FF2B5EF4-FFF2-40B4-BE49-F238E27FC236}">
                  <a16:creationId xmlns:a16="http://schemas.microsoft.com/office/drawing/2014/main" id="{6AFB6520-91D8-4FFE-BBB1-9B63B077CEF1}"/>
                </a:ext>
              </a:extLst>
            </p:cNvPr>
            <p:cNvSpPr>
              <a:spLocks noChangeArrowheads="1"/>
            </p:cNvSpPr>
            <p:nvPr/>
          </p:nvSpPr>
          <p:spPr bwMode="auto">
            <a:xfrm>
              <a:off x="246063" y="4138613"/>
              <a:ext cx="2222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72" name="Rectangle 192">
              <a:extLst>
                <a:ext uri="{FF2B5EF4-FFF2-40B4-BE49-F238E27FC236}">
                  <a16:creationId xmlns:a16="http://schemas.microsoft.com/office/drawing/2014/main" id="{C490B0C0-7F42-4B3F-B132-93182ED4B8FD}"/>
                </a:ext>
              </a:extLst>
            </p:cNvPr>
            <p:cNvSpPr>
              <a:spLocks noChangeArrowheads="1"/>
            </p:cNvSpPr>
            <p:nvPr/>
          </p:nvSpPr>
          <p:spPr bwMode="auto">
            <a:xfrm>
              <a:off x="1462088" y="4138613"/>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73" name="Rectangle 193">
              <a:extLst>
                <a:ext uri="{FF2B5EF4-FFF2-40B4-BE49-F238E27FC236}">
                  <a16:creationId xmlns:a16="http://schemas.microsoft.com/office/drawing/2014/main" id="{FFF1563B-1713-426D-B464-1E345D137AD5}"/>
                </a:ext>
              </a:extLst>
            </p:cNvPr>
            <p:cNvSpPr>
              <a:spLocks noChangeArrowheads="1"/>
            </p:cNvSpPr>
            <p:nvPr/>
          </p:nvSpPr>
          <p:spPr bwMode="auto">
            <a:xfrm>
              <a:off x="836613" y="41370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74" name="Rectangle 194">
              <a:extLst>
                <a:ext uri="{FF2B5EF4-FFF2-40B4-BE49-F238E27FC236}">
                  <a16:creationId xmlns:a16="http://schemas.microsoft.com/office/drawing/2014/main" id="{42B7440B-4ED1-4183-9CC8-9047E03BD8B9}"/>
                </a:ext>
              </a:extLst>
            </p:cNvPr>
            <p:cNvSpPr>
              <a:spLocks noChangeArrowheads="1"/>
            </p:cNvSpPr>
            <p:nvPr/>
          </p:nvSpPr>
          <p:spPr bwMode="auto">
            <a:xfrm>
              <a:off x="2422525" y="4138613"/>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75" name="Rectangle 195">
              <a:extLst>
                <a:ext uri="{FF2B5EF4-FFF2-40B4-BE49-F238E27FC236}">
                  <a16:creationId xmlns:a16="http://schemas.microsoft.com/office/drawing/2014/main" id="{A6319955-7689-495D-AA19-0DFE9991F34A}"/>
                </a:ext>
              </a:extLst>
            </p:cNvPr>
            <p:cNvSpPr>
              <a:spLocks noChangeArrowheads="1"/>
            </p:cNvSpPr>
            <p:nvPr/>
          </p:nvSpPr>
          <p:spPr bwMode="auto">
            <a:xfrm>
              <a:off x="1771650" y="41370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76" name="Rectangle 196">
              <a:extLst>
                <a:ext uri="{FF2B5EF4-FFF2-40B4-BE49-F238E27FC236}">
                  <a16:creationId xmlns:a16="http://schemas.microsoft.com/office/drawing/2014/main" id="{14896A32-B31E-42BC-81B9-5FB8FD716168}"/>
                </a:ext>
              </a:extLst>
            </p:cNvPr>
            <p:cNvSpPr>
              <a:spLocks noChangeArrowheads="1"/>
            </p:cNvSpPr>
            <p:nvPr/>
          </p:nvSpPr>
          <p:spPr bwMode="auto">
            <a:xfrm>
              <a:off x="2686050"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77" name="Rectangle 197">
              <a:extLst>
                <a:ext uri="{FF2B5EF4-FFF2-40B4-BE49-F238E27FC236}">
                  <a16:creationId xmlns:a16="http://schemas.microsoft.com/office/drawing/2014/main" id="{AD63913D-006F-41ED-9177-34201CBE5293}"/>
                </a:ext>
              </a:extLst>
            </p:cNvPr>
            <p:cNvSpPr>
              <a:spLocks noChangeArrowheads="1"/>
            </p:cNvSpPr>
            <p:nvPr/>
          </p:nvSpPr>
          <p:spPr bwMode="auto">
            <a:xfrm>
              <a:off x="3465513"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78" name="Rectangle 198">
              <a:extLst>
                <a:ext uri="{FF2B5EF4-FFF2-40B4-BE49-F238E27FC236}">
                  <a16:creationId xmlns:a16="http://schemas.microsoft.com/office/drawing/2014/main" id="{CFDADC0C-334E-499A-B5E4-7F7B9CBE78D6}"/>
                </a:ext>
              </a:extLst>
            </p:cNvPr>
            <p:cNvSpPr>
              <a:spLocks noChangeArrowheads="1"/>
            </p:cNvSpPr>
            <p:nvPr/>
          </p:nvSpPr>
          <p:spPr bwMode="auto">
            <a:xfrm>
              <a:off x="4745038" y="4138613"/>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79" name="Rectangle 199">
              <a:extLst>
                <a:ext uri="{FF2B5EF4-FFF2-40B4-BE49-F238E27FC236}">
                  <a16:creationId xmlns:a16="http://schemas.microsoft.com/office/drawing/2014/main" id="{4BABCBD6-2CFB-49CD-A95B-9B8102E822AE}"/>
                </a:ext>
              </a:extLst>
            </p:cNvPr>
            <p:cNvSpPr>
              <a:spLocks noChangeArrowheads="1"/>
            </p:cNvSpPr>
            <p:nvPr/>
          </p:nvSpPr>
          <p:spPr bwMode="auto">
            <a:xfrm>
              <a:off x="4244975"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80" name="Rectangle 200">
              <a:extLst>
                <a:ext uri="{FF2B5EF4-FFF2-40B4-BE49-F238E27FC236}">
                  <a16:creationId xmlns:a16="http://schemas.microsoft.com/office/drawing/2014/main" id="{EB2250E4-1A8D-46D9-B8AE-3A546576E4F8}"/>
                </a:ext>
              </a:extLst>
            </p:cNvPr>
            <p:cNvSpPr>
              <a:spLocks noChangeArrowheads="1"/>
            </p:cNvSpPr>
            <p:nvPr/>
          </p:nvSpPr>
          <p:spPr bwMode="auto">
            <a:xfrm>
              <a:off x="5705475" y="4138613"/>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81" name="Rectangle 201">
              <a:extLst>
                <a:ext uri="{FF2B5EF4-FFF2-40B4-BE49-F238E27FC236}">
                  <a16:creationId xmlns:a16="http://schemas.microsoft.com/office/drawing/2014/main" id="{ED8749E4-7C96-4C79-8A5E-31B4ABE1E28C}"/>
                </a:ext>
              </a:extLst>
            </p:cNvPr>
            <p:cNvSpPr>
              <a:spLocks noChangeArrowheads="1"/>
            </p:cNvSpPr>
            <p:nvPr/>
          </p:nvSpPr>
          <p:spPr bwMode="auto">
            <a:xfrm>
              <a:off x="5054600" y="41370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82" name="Rectangle 202">
              <a:extLst>
                <a:ext uri="{FF2B5EF4-FFF2-40B4-BE49-F238E27FC236}">
                  <a16:creationId xmlns:a16="http://schemas.microsoft.com/office/drawing/2014/main" id="{F327BE48-F0F0-4F30-970F-77D9E0748CAF}"/>
                </a:ext>
              </a:extLst>
            </p:cNvPr>
            <p:cNvSpPr>
              <a:spLocks noChangeArrowheads="1"/>
            </p:cNvSpPr>
            <p:nvPr/>
          </p:nvSpPr>
          <p:spPr bwMode="auto">
            <a:xfrm>
              <a:off x="5970588"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83" name="Rectangle 203">
              <a:extLst>
                <a:ext uri="{FF2B5EF4-FFF2-40B4-BE49-F238E27FC236}">
                  <a16:creationId xmlns:a16="http://schemas.microsoft.com/office/drawing/2014/main" id="{2452F54E-D9D1-43FC-BA0A-5881B0AD9A10}"/>
                </a:ext>
              </a:extLst>
            </p:cNvPr>
            <p:cNvSpPr>
              <a:spLocks noChangeArrowheads="1"/>
            </p:cNvSpPr>
            <p:nvPr/>
          </p:nvSpPr>
          <p:spPr bwMode="auto">
            <a:xfrm>
              <a:off x="6748463"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84" name="Rectangle 205">
              <a:extLst>
                <a:ext uri="{FF2B5EF4-FFF2-40B4-BE49-F238E27FC236}">
                  <a16:creationId xmlns:a16="http://schemas.microsoft.com/office/drawing/2014/main" id="{FB95DEAB-65CA-4C89-A10D-EA5A4827B415}"/>
                </a:ext>
              </a:extLst>
            </p:cNvPr>
            <p:cNvSpPr>
              <a:spLocks noChangeArrowheads="1"/>
            </p:cNvSpPr>
            <p:nvPr/>
          </p:nvSpPr>
          <p:spPr bwMode="auto">
            <a:xfrm>
              <a:off x="8050213" y="4138613"/>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85" name="Rectangle 206">
              <a:extLst>
                <a:ext uri="{FF2B5EF4-FFF2-40B4-BE49-F238E27FC236}">
                  <a16:creationId xmlns:a16="http://schemas.microsoft.com/office/drawing/2014/main" id="{1C3E7950-11AB-4C9A-A88F-4DF5F7E4DF08}"/>
                </a:ext>
              </a:extLst>
            </p:cNvPr>
            <p:cNvSpPr>
              <a:spLocks noChangeArrowheads="1"/>
            </p:cNvSpPr>
            <p:nvPr/>
          </p:nvSpPr>
          <p:spPr bwMode="auto">
            <a:xfrm>
              <a:off x="7526338"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86" name="Rectangle 207">
              <a:extLst>
                <a:ext uri="{FF2B5EF4-FFF2-40B4-BE49-F238E27FC236}">
                  <a16:creationId xmlns:a16="http://schemas.microsoft.com/office/drawing/2014/main" id="{3FAF05E6-1AC1-4C74-853A-71C65D87BB35}"/>
                </a:ext>
              </a:extLst>
            </p:cNvPr>
            <p:cNvSpPr>
              <a:spLocks noChangeArrowheads="1"/>
            </p:cNvSpPr>
            <p:nvPr/>
          </p:nvSpPr>
          <p:spPr bwMode="auto">
            <a:xfrm>
              <a:off x="8921750" y="4138613"/>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87" name="Rectangle 208">
              <a:extLst>
                <a:ext uri="{FF2B5EF4-FFF2-40B4-BE49-F238E27FC236}">
                  <a16:creationId xmlns:a16="http://schemas.microsoft.com/office/drawing/2014/main" id="{A83E83C8-0F0E-48B2-95CD-12A97E6F322C}"/>
                </a:ext>
              </a:extLst>
            </p:cNvPr>
            <p:cNvSpPr>
              <a:spLocks noChangeArrowheads="1"/>
            </p:cNvSpPr>
            <p:nvPr/>
          </p:nvSpPr>
          <p:spPr bwMode="auto">
            <a:xfrm>
              <a:off x="8297863" y="41370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88" name="Rectangle 209">
              <a:extLst>
                <a:ext uri="{FF2B5EF4-FFF2-40B4-BE49-F238E27FC236}">
                  <a16:creationId xmlns:a16="http://schemas.microsoft.com/office/drawing/2014/main" id="{EC99DEE1-9E5C-4915-9F06-7AAB5452211C}"/>
                </a:ext>
              </a:extLst>
            </p:cNvPr>
            <p:cNvSpPr>
              <a:spLocks noChangeArrowheads="1"/>
            </p:cNvSpPr>
            <p:nvPr/>
          </p:nvSpPr>
          <p:spPr bwMode="auto">
            <a:xfrm>
              <a:off x="547688" y="4411663"/>
              <a:ext cx="11112"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89" name="Rectangle 210">
              <a:extLst>
                <a:ext uri="{FF2B5EF4-FFF2-40B4-BE49-F238E27FC236}">
                  <a16:creationId xmlns:a16="http://schemas.microsoft.com/office/drawing/2014/main" id="{9CE1009A-BC88-4E54-A35E-631E9D279BAE}"/>
                </a:ext>
              </a:extLst>
            </p:cNvPr>
            <p:cNvSpPr>
              <a:spLocks noChangeArrowheads="1"/>
            </p:cNvSpPr>
            <p:nvPr/>
          </p:nvSpPr>
          <p:spPr bwMode="auto">
            <a:xfrm>
              <a:off x="246063" y="4406900"/>
              <a:ext cx="2222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H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90" name="Rectangle 211">
              <a:extLst>
                <a:ext uri="{FF2B5EF4-FFF2-40B4-BE49-F238E27FC236}">
                  <a16:creationId xmlns:a16="http://schemas.microsoft.com/office/drawing/2014/main" id="{8398DED6-A155-428D-BA1D-DA26B5FCAF41}"/>
                </a:ext>
              </a:extLst>
            </p:cNvPr>
            <p:cNvSpPr>
              <a:spLocks noChangeArrowheads="1"/>
            </p:cNvSpPr>
            <p:nvPr/>
          </p:nvSpPr>
          <p:spPr bwMode="auto">
            <a:xfrm>
              <a:off x="1462088" y="4411663"/>
              <a:ext cx="11112"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91" name="Rectangle 212">
              <a:extLst>
                <a:ext uri="{FF2B5EF4-FFF2-40B4-BE49-F238E27FC236}">
                  <a16:creationId xmlns:a16="http://schemas.microsoft.com/office/drawing/2014/main" id="{A6FC2BEF-CD8C-4E4D-A16C-A31A5141F4EF}"/>
                </a:ext>
              </a:extLst>
            </p:cNvPr>
            <p:cNvSpPr>
              <a:spLocks noChangeArrowheads="1"/>
            </p:cNvSpPr>
            <p:nvPr/>
          </p:nvSpPr>
          <p:spPr bwMode="auto">
            <a:xfrm>
              <a:off x="836613" y="44053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92" name="Rectangle 213">
              <a:extLst>
                <a:ext uri="{FF2B5EF4-FFF2-40B4-BE49-F238E27FC236}">
                  <a16:creationId xmlns:a16="http://schemas.microsoft.com/office/drawing/2014/main" id="{E80E0A23-4760-4544-83CE-6CB82D41AB39}"/>
                </a:ext>
              </a:extLst>
            </p:cNvPr>
            <p:cNvSpPr>
              <a:spLocks noChangeArrowheads="1"/>
            </p:cNvSpPr>
            <p:nvPr/>
          </p:nvSpPr>
          <p:spPr bwMode="auto">
            <a:xfrm>
              <a:off x="2422525" y="4411663"/>
              <a:ext cx="11113"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93" name="Rectangle 214">
              <a:extLst>
                <a:ext uri="{FF2B5EF4-FFF2-40B4-BE49-F238E27FC236}">
                  <a16:creationId xmlns:a16="http://schemas.microsoft.com/office/drawing/2014/main" id="{35C50EF8-BDDC-4A88-BDD0-FE43039F3FF5}"/>
                </a:ext>
              </a:extLst>
            </p:cNvPr>
            <p:cNvSpPr>
              <a:spLocks noChangeArrowheads="1"/>
            </p:cNvSpPr>
            <p:nvPr/>
          </p:nvSpPr>
          <p:spPr bwMode="auto">
            <a:xfrm>
              <a:off x="1771650" y="44053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94" name="Rectangle 215">
              <a:extLst>
                <a:ext uri="{FF2B5EF4-FFF2-40B4-BE49-F238E27FC236}">
                  <a16:creationId xmlns:a16="http://schemas.microsoft.com/office/drawing/2014/main" id="{927F86D5-9746-4A57-9C3C-B071CF925A4D}"/>
                </a:ext>
              </a:extLst>
            </p:cNvPr>
            <p:cNvSpPr>
              <a:spLocks noChangeArrowheads="1"/>
            </p:cNvSpPr>
            <p:nvPr/>
          </p:nvSpPr>
          <p:spPr bwMode="auto">
            <a:xfrm>
              <a:off x="2686050"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95" name="Rectangle 216">
              <a:extLst>
                <a:ext uri="{FF2B5EF4-FFF2-40B4-BE49-F238E27FC236}">
                  <a16:creationId xmlns:a16="http://schemas.microsoft.com/office/drawing/2014/main" id="{086C2BC9-0BB8-4EE8-BA39-8039F9947CE0}"/>
                </a:ext>
              </a:extLst>
            </p:cNvPr>
            <p:cNvSpPr>
              <a:spLocks noChangeArrowheads="1"/>
            </p:cNvSpPr>
            <p:nvPr/>
          </p:nvSpPr>
          <p:spPr bwMode="auto">
            <a:xfrm>
              <a:off x="3465513"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96" name="Rectangle 217">
              <a:extLst>
                <a:ext uri="{FF2B5EF4-FFF2-40B4-BE49-F238E27FC236}">
                  <a16:creationId xmlns:a16="http://schemas.microsoft.com/office/drawing/2014/main" id="{E426AFEE-2227-4DF2-B86C-CF8F910B6B14}"/>
                </a:ext>
              </a:extLst>
            </p:cNvPr>
            <p:cNvSpPr>
              <a:spLocks noChangeArrowheads="1"/>
            </p:cNvSpPr>
            <p:nvPr/>
          </p:nvSpPr>
          <p:spPr bwMode="auto">
            <a:xfrm>
              <a:off x="4745038" y="4411663"/>
              <a:ext cx="11112"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97" name="Rectangle 218">
              <a:extLst>
                <a:ext uri="{FF2B5EF4-FFF2-40B4-BE49-F238E27FC236}">
                  <a16:creationId xmlns:a16="http://schemas.microsoft.com/office/drawing/2014/main" id="{3991707F-C403-4BDA-85C7-E2228F808823}"/>
                </a:ext>
              </a:extLst>
            </p:cNvPr>
            <p:cNvSpPr>
              <a:spLocks noChangeArrowheads="1"/>
            </p:cNvSpPr>
            <p:nvPr/>
          </p:nvSpPr>
          <p:spPr bwMode="auto">
            <a:xfrm>
              <a:off x="4244975"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98" name="Rectangle 219">
              <a:extLst>
                <a:ext uri="{FF2B5EF4-FFF2-40B4-BE49-F238E27FC236}">
                  <a16:creationId xmlns:a16="http://schemas.microsoft.com/office/drawing/2014/main" id="{05B898C4-8D7F-4DD6-B2DA-BB672D2E89BD}"/>
                </a:ext>
              </a:extLst>
            </p:cNvPr>
            <p:cNvSpPr>
              <a:spLocks noChangeArrowheads="1"/>
            </p:cNvSpPr>
            <p:nvPr/>
          </p:nvSpPr>
          <p:spPr bwMode="auto">
            <a:xfrm>
              <a:off x="5705475" y="4411663"/>
              <a:ext cx="11113"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499" name="Rectangle 220">
              <a:extLst>
                <a:ext uri="{FF2B5EF4-FFF2-40B4-BE49-F238E27FC236}">
                  <a16:creationId xmlns:a16="http://schemas.microsoft.com/office/drawing/2014/main" id="{4915F382-04D5-44B2-9CFE-D43D1621EE35}"/>
                </a:ext>
              </a:extLst>
            </p:cNvPr>
            <p:cNvSpPr>
              <a:spLocks noChangeArrowheads="1"/>
            </p:cNvSpPr>
            <p:nvPr/>
          </p:nvSpPr>
          <p:spPr bwMode="auto">
            <a:xfrm>
              <a:off x="5054600" y="44053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500" name="Rectangle 221">
              <a:extLst>
                <a:ext uri="{FF2B5EF4-FFF2-40B4-BE49-F238E27FC236}">
                  <a16:creationId xmlns:a16="http://schemas.microsoft.com/office/drawing/2014/main" id="{64AAECD7-5D69-4347-98A5-793ADBD7D779}"/>
                </a:ext>
              </a:extLst>
            </p:cNvPr>
            <p:cNvSpPr>
              <a:spLocks noChangeArrowheads="1"/>
            </p:cNvSpPr>
            <p:nvPr/>
          </p:nvSpPr>
          <p:spPr bwMode="auto">
            <a:xfrm>
              <a:off x="5970588"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501" name="Rectangle 222">
              <a:extLst>
                <a:ext uri="{FF2B5EF4-FFF2-40B4-BE49-F238E27FC236}">
                  <a16:creationId xmlns:a16="http://schemas.microsoft.com/office/drawing/2014/main" id="{874C6C65-9F3D-4843-A916-6B0E83DEE9EF}"/>
                </a:ext>
              </a:extLst>
            </p:cNvPr>
            <p:cNvSpPr>
              <a:spLocks noChangeArrowheads="1"/>
            </p:cNvSpPr>
            <p:nvPr/>
          </p:nvSpPr>
          <p:spPr bwMode="auto">
            <a:xfrm>
              <a:off x="6748463"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502" name="Rectangle 223">
              <a:extLst>
                <a:ext uri="{FF2B5EF4-FFF2-40B4-BE49-F238E27FC236}">
                  <a16:creationId xmlns:a16="http://schemas.microsoft.com/office/drawing/2014/main" id="{59E01EE6-032E-4C41-9832-7F6640D7F136}"/>
                </a:ext>
              </a:extLst>
            </p:cNvPr>
            <p:cNvSpPr>
              <a:spLocks noChangeArrowheads="1"/>
            </p:cNvSpPr>
            <p:nvPr/>
          </p:nvSpPr>
          <p:spPr bwMode="auto">
            <a:xfrm>
              <a:off x="8050213" y="4411663"/>
              <a:ext cx="11112"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503" name="Rectangle 224">
              <a:extLst>
                <a:ext uri="{FF2B5EF4-FFF2-40B4-BE49-F238E27FC236}">
                  <a16:creationId xmlns:a16="http://schemas.microsoft.com/office/drawing/2014/main" id="{A037450D-8083-42A8-AA56-9CE88B312A38}"/>
                </a:ext>
              </a:extLst>
            </p:cNvPr>
            <p:cNvSpPr>
              <a:spLocks noChangeArrowheads="1"/>
            </p:cNvSpPr>
            <p:nvPr/>
          </p:nvSpPr>
          <p:spPr bwMode="auto">
            <a:xfrm>
              <a:off x="7526338"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504" name="Rectangle 225">
              <a:extLst>
                <a:ext uri="{FF2B5EF4-FFF2-40B4-BE49-F238E27FC236}">
                  <a16:creationId xmlns:a16="http://schemas.microsoft.com/office/drawing/2014/main" id="{8FE4B9C4-06D2-4B6D-A60F-E6C9F4ECC13D}"/>
                </a:ext>
              </a:extLst>
            </p:cNvPr>
            <p:cNvSpPr>
              <a:spLocks noChangeArrowheads="1"/>
            </p:cNvSpPr>
            <p:nvPr/>
          </p:nvSpPr>
          <p:spPr bwMode="auto">
            <a:xfrm>
              <a:off x="8921750" y="4411663"/>
              <a:ext cx="11113"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505" name="Rectangle 226">
              <a:extLst>
                <a:ext uri="{FF2B5EF4-FFF2-40B4-BE49-F238E27FC236}">
                  <a16:creationId xmlns:a16="http://schemas.microsoft.com/office/drawing/2014/main" id="{F96BDE6D-147E-4CDC-941F-96168F2430D5}"/>
                </a:ext>
              </a:extLst>
            </p:cNvPr>
            <p:cNvSpPr>
              <a:spLocks noChangeArrowheads="1"/>
            </p:cNvSpPr>
            <p:nvPr/>
          </p:nvSpPr>
          <p:spPr bwMode="auto">
            <a:xfrm>
              <a:off x="547688" y="4708525"/>
              <a:ext cx="8382000"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506" name="Rectangle 227">
              <a:extLst>
                <a:ext uri="{FF2B5EF4-FFF2-40B4-BE49-F238E27FC236}">
                  <a16:creationId xmlns:a16="http://schemas.microsoft.com/office/drawing/2014/main" id="{6A32D452-0F78-4237-A023-D2F04C245DC9}"/>
                </a:ext>
              </a:extLst>
            </p:cNvPr>
            <p:cNvSpPr>
              <a:spLocks noChangeArrowheads="1"/>
            </p:cNvSpPr>
            <p:nvPr/>
          </p:nvSpPr>
          <p:spPr bwMode="auto">
            <a:xfrm>
              <a:off x="8297863" y="44053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93186" name="Group 228">
            <a:extLst>
              <a:ext uri="{FF2B5EF4-FFF2-40B4-BE49-F238E27FC236}">
                <a16:creationId xmlns:a16="http://schemas.microsoft.com/office/drawing/2014/main" id="{ED6B3EE7-81D1-403F-9D2D-46594EEAC32A}"/>
              </a:ext>
            </a:extLst>
          </p:cNvPr>
          <p:cNvGrpSpPr>
            <a:grpSpLocks/>
          </p:cNvGrpSpPr>
          <p:nvPr/>
        </p:nvGrpSpPr>
        <p:grpSpPr bwMode="auto">
          <a:xfrm>
            <a:off x="1828800" y="4267200"/>
            <a:ext cx="5591175" cy="2698750"/>
            <a:chOff x="603250" y="242888"/>
            <a:chExt cx="5591175" cy="2698194"/>
          </a:xfrm>
        </p:grpSpPr>
        <p:sp>
          <p:nvSpPr>
            <p:cNvPr id="93192" name="Rectangle 42">
              <a:extLst>
                <a:ext uri="{FF2B5EF4-FFF2-40B4-BE49-F238E27FC236}">
                  <a16:creationId xmlns:a16="http://schemas.microsoft.com/office/drawing/2014/main" id="{BDB30A6C-89AE-4D60-BB30-1448AF9B15A8}"/>
                </a:ext>
              </a:extLst>
            </p:cNvPr>
            <p:cNvSpPr>
              <a:spLocks noChangeArrowheads="1"/>
            </p:cNvSpPr>
            <p:nvPr/>
          </p:nvSpPr>
          <p:spPr bwMode="auto">
            <a:xfrm>
              <a:off x="1227138" y="815975"/>
              <a:ext cx="773112" cy="77311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193" name="Line 43">
              <a:extLst>
                <a:ext uri="{FF2B5EF4-FFF2-40B4-BE49-F238E27FC236}">
                  <a16:creationId xmlns:a16="http://schemas.microsoft.com/office/drawing/2014/main" id="{31F7E61B-5436-42C3-98BD-EBCC20ACF02C}"/>
                </a:ext>
              </a:extLst>
            </p:cNvPr>
            <p:cNvSpPr>
              <a:spLocks noChangeShapeType="1"/>
            </p:cNvSpPr>
            <p:nvPr/>
          </p:nvSpPr>
          <p:spPr bwMode="auto">
            <a:xfrm flipH="1">
              <a:off x="1227138" y="1211263"/>
              <a:ext cx="773112"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194" name="Line 44">
              <a:extLst>
                <a:ext uri="{FF2B5EF4-FFF2-40B4-BE49-F238E27FC236}">
                  <a16:creationId xmlns:a16="http://schemas.microsoft.com/office/drawing/2014/main" id="{FC42BED4-2670-483D-B270-7C7D793F78D1}"/>
                </a:ext>
              </a:extLst>
            </p:cNvPr>
            <p:cNvSpPr>
              <a:spLocks noChangeShapeType="1"/>
            </p:cNvSpPr>
            <p:nvPr/>
          </p:nvSpPr>
          <p:spPr bwMode="auto">
            <a:xfrm flipV="1">
              <a:off x="1622425" y="815975"/>
              <a:ext cx="1588" cy="773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195" name="Line 45">
              <a:extLst>
                <a:ext uri="{FF2B5EF4-FFF2-40B4-BE49-F238E27FC236}">
                  <a16:creationId xmlns:a16="http://schemas.microsoft.com/office/drawing/2014/main" id="{2BF34422-A9A7-45B5-82FF-3D8D2D0BC94D}"/>
                </a:ext>
              </a:extLst>
            </p:cNvPr>
            <p:cNvSpPr>
              <a:spLocks noChangeShapeType="1"/>
            </p:cNvSpPr>
            <p:nvPr/>
          </p:nvSpPr>
          <p:spPr bwMode="auto">
            <a:xfrm>
              <a:off x="849313" y="438150"/>
              <a:ext cx="377825" cy="3778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196" name="Rectangle 46">
              <a:extLst>
                <a:ext uri="{FF2B5EF4-FFF2-40B4-BE49-F238E27FC236}">
                  <a16:creationId xmlns:a16="http://schemas.microsoft.com/office/drawing/2014/main" id="{A533471D-0639-43A6-BFDA-C7BF16AFDB7E}"/>
                </a:ext>
              </a:extLst>
            </p:cNvPr>
            <p:cNvSpPr>
              <a:spLocks noChangeArrowheads="1"/>
            </p:cNvSpPr>
            <p:nvPr/>
          </p:nvSpPr>
          <p:spPr bwMode="auto">
            <a:xfrm>
              <a:off x="2000250" y="815975"/>
              <a:ext cx="755650" cy="77311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197" name="Line 47">
              <a:extLst>
                <a:ext uri="{FF2B5EF4-FFF2-40B4-BE49-F238E27FC236}">
                  <a16:creationId xmlns:a16="http://schemas.microsoft.com/office/drawing/2014/main" id="{9DE0338D-B127-46D2-A379-CE735D47B513}"/>
                </a:ext>
              </a:extLst>
            </p:cNvPr>
            <p:cNvSpPr>
              <a:spLocks noChangeShapeType="1"/>
            </p:cNvSpPr>
            <p:nvPr/>
          </p:nvSpPr>
          <p:spPr bwMode="auto">
            <a:xfrm flipH="1">
              <a:off x="2000250" y="1211263"/>
              <a:ext cx="75565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198" name="Line 48">
              <a:extLst>
                <a:ext uri="{FF2B5EF4-FFF2-40B4-BE49-F238E27FC236}">
                  <a16:creationId xmlns:a16="http://schemas.microsoft.com/office/drawing/2014/main" id="{1323CCBC-7C70-4CBE-A138-6705FE5979CB}"/>
                </a:ext>
              </a:extLst>
            </p:cNvPr>
            <p:cNvSpPr>
              <a:spLocks noChangeShapeType="1"/>
            </p:cNvSpPr>
            <p:nvPr/>
          </p:nvSpPr>
          <p:spPr bwMode="auto">
            <a:xfrm flipV="1">
              <a:off x="2378075" y="815975"/>
              <a:ext cx="1588" cy="773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199" name="Rectangle 49">
              <a:extLst>
                <a:ext uri="{FF2B5EF4-FFF2-40B4-BE49-F238E27FC236}">
                  <a16:creationId xmlns:a16="http://schemas.microsoft.com/office/drawing/2014/main" id="{18FC3D63-0F0A-40D5-97A1-58CBEC3CC0F9}"/>
                </a:ext>
              </a:extLst>
            </p:cNvPr>
            <p:cNvSpPr>
              <a:spLocks noChangeArrowheads="1"/>
            </p:cNvSpPr>
            <p:nvPr/>
          </p:nvSpPr>
          <p:spPr bwMode="auto">
            <a:xfrm>
              <a:off x="1341438" y="6048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00" name="Rectangle 50">
              <a:extLst>
                <a:ext uri="{FF2B5EF4-FFF2-40B4-BE49-F238E27FC236}">
                  <a16:creationId xmlns:a16="http://schemas.microsoft.com/office/drawing/2014/main" id="{272A6213-C599-46AD-B282-4B6324AF2723}"/>
                </a:ext>
              </a:extLst>
            </p:cNvPr>
            <p:cNvSpPr>
              <a:spLocks noChangeArrowheads="1"/>
            </p:cNvSpPr>
            <p:nvPr/>
          </p:nvSpPr>
          <p:spPr bwMode="auto">
            <a:xfrm>
              <a:off x="1724025" y="6048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01" name="Rectangle 51">
              <a:extLst>
                <a:ext uri="{FF2B5EF4-FFF2-40B4-BE49-F238E27FC236}">
                  <a16:creationId xmlns:a16="http://schemas.microsoft.com/office/drawing/2014/main" id="{27F06ECE-9CC2-4D6E-BAC9-EBD6417BD56A}"/>
                </a:ext>
              </a:extLst>
            </p:cNvPr>
            <p:cNvSpPr>
              <a:spLocks noChangeArrowheads="1"/>
            </p:cNvSpPr>
            <p:nvPr/>
          </p:nvSpPr>
          <p:spPr bwMode="auto">
            <a:xfrm>
              <a:off x="2106613" y="6048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02" name="Rectangle 52">
              <a:extLst>
                <a:ext uri="{FF2B5EF4-FFF2-40B4-BE49-F238E27FC236}">
                  <a16:creationId xmlns:a16="http://schemas.microsoft.com/office/drawing/2014/main" id="{67E65E5D-05A2-4A8F-AC17-3A8D762A80EC}"/>
                </a:ext>
              </a:extLst>
            </p:cNvPr>
            <p:cNvSpPr>
              <a:spLocks noChangeArrowheads="1"/>
            </p:cNvSpPr>
            <p:nvPr/>
          </p:nvSpPr>
          <p:spPr bwMode="auto">
            <a:xfrm>
              <a:off x="2489200" y="6048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03" name="Rectangle 53">
              <a:extLst>
                <a:ext uri="{FF2B5EF4-FFF2-40B4-BE49-F238E27FC236}">
                  <a16:creationId xmlns:a16="http://schemas.microsoft.com/office/drawing/2014/main" id="{B8C6DE9F-D2AB-4D1D-91E3-A81546000CC3}"/>
                </a:ext>
              </a:extLst>
            </p:cNvPr>
            <p:cNvSpPr>
              <a:spLocks noChangeArrowheads="1"/>
            </p:cNvSpPr>
            <p:nvPr/>
          </p:nvSpPr>
          <p:spPr bwMode="auto">
            <a:xfrm>
              <a:off x="992188" y="923925"/>
              <a:ext cx="16510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04" name="Rectangle 54">
              <a:extLst>
                <a:ext uri="{FF2B5EF4-FFF2-40B4-BE49-F238E27FC236}">
                  <a16:creationId xmlns:a16="http://schemas.microsoft.com/office/drawing/2014/main" id="{300DD31F-81E9-4B60-8FAF-398AED325643}"/>
                </a:ext>
              </a:extLst>
            </p:cNvPr>
            <p:cNvSpPr>
              <a:spLocks noChangeArrowheads="1"/>
            </p:cNvSpPr>
            <p:nvPr/>
          </p:nvSpPr>
          <p:spPr bwMode="auto">
            <a:xfrm>
              <a:off x="982663" y="1306513"/>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05" name="Rectangle 55">
              <a:extLst>
                <a:ext uri="{FF2B5EF4-FFF2-40B4-BE49-F238E27FC236}">
                  <a16:creationId xmlns:a16="http://schemas.microsoft.com/office/drawing/2014/main" id="{71EFFA6B-9E37-4BDF-BA49-C2CE34B9BF70}"/>
                </a:ext>
              </a:extLst>
            </p:cNvPr>
            <p:cNvSpPr>
              <a:spLocks noChangeArrowheads="1"/>
            </p:cNvSpPr>
            <p:nvPr/>
          </p:nvSpPr>
          <p:spPr bwMode="auto">
            <a:xfrm>
              <a:off x="1768475" y="9318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06" name="Rectangle 56">
              <a:extLst>
                <a:ext uri="{FF2B5EF4-FFF2-40B4-BE49-F238E27FC236}">
                  <a16:creationId xmlns:a16="http://schemas.microsoft.com/office/drawing/2014/main" id="{E01A6A91-E1F8-4B23-A7E1-F4A2BA5DDAC4}"/>
                </a:ext>
              </a:extLst>
            </p:cNvPr>
            <p:cNvSpPr>
              <a:spLocks noChangeArrowheads="1"/>
            </p:cNvSpPr>
            <p:nvPr/>
          </p:nvSpPr>
          <p:spPr bwMode="auto">
            <a:xfrm>
              <a:off x="1382713" y="1314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07" name="Rectangle 57">
              <a:extLst>
                <a:ext uri="{FF2B5EF4-FFF2-40B4-BE49-F238E27FC236}">
                  <a16:creationId xmlns:a16="http://schemas.microsoft.com/office/drawing/2014/main" id="{EADF4C5B-FB8A-4138-A3A7-EC0DF7540A4B}"/>
                </a:ext>
              </a:extLst>
            </p:cNvPr>
            <p:cNvSpPr>
              <a:spLocks noChangeArrowheads="1"/>
            </p:cNvSpPr>
            <p:nvPr/>
          </p:nvSpPr>
          <p:spPr bwMode="auto">
            <a:xfrm>
              <a:off x="1768475" y="1314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08" name="Rectangle 58">
              <a:extLst>
                <a:ext uri="{FF2B5EF4-FFF2-40B4-BE49-F238E27FC236}">
                  <a16:creationId xmlns:a16="http://schemas.microsoft.com/office/drawing/2014/main" id="{BB358D3C-F503-423B-AF68-E287A4555259}"/>
                </a:ext>
              </a:extLst>
            </p:cNvPr>
            <p:cNvSpPr>
              <a:spLocks noChangeArrowheads="1"/>
            </p:cNvSpPr>
            <p:nvPr/>
          </p:nvSpPr>
          <p:spPr bwMode="auto">
            <a:xfrm>
              <a:off x="2152650" y="9318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09" name="Rectangle 59">
              <a:extLst>
                <a:ext uri="{FF2B5EF4-FFF2-40B4-BE49-F238E27FC236}">
                  <a16:creationId xmlns:a16="http://schemas.microsoft.com/office/drawing/2014/main" id="{B350EDED-4D49-4226-83C6-A912D7B83770}"/>
                </a:ext>
              </a:extLst>
            </p:cNvPr>
            <p:cNvSpPr>
              <a:spLocks noChangeArrowheads="1"/>
            </p:cNvSpPr>
            <p:nvPr/>
          </p:nvSpPr>
          <p:spPr bwMode="auto">
            <a:xfrm>
              <a:off x="2152650" y="1314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10" name="Rectangle 60">
              <a:extLst>
                <a:ext uri="{FF2B5EF4-FFF2-40B4-BE49-F238E27FC236}">
                  <a16:creationId xmlns:a16="http://schemas.microsoft.com/office/drawing/2014/main" id="{DFC55EBB-C5AA-4493-9A1E-1FFDA4CE6A27}"/>
                </a:ext>
              </a:extLst>
            </p:cNvPr>
            <p:cNvSpPr>
              <a:spLocks noChangeArrowheads="1"/>
            </p:cNvSpPr>
            <p:nvPr/>
          </p:nvSpPr>
          <p:spPr bwMode="auto">
            <a:xfrm>
              <a:off x="2525713" y="9318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11" name="Rectangle 61">
              <a:extLst>
                <a:ext uri="{FF2B5EF4-FFF2-40B4-BE49-F238E27FC236}">
                  <a16:creationId xmlns:a16="http://schemas.microsoft.com/office/drawing/2014/main" id="{DDCF4ADF-55CE-4D1A-BFDE-22B535D58743}"/>
                </a:ext>
              </a:extLst>
            </p:cNvPr>
            <p:cNvSpPr>
              <a:spLocks noChangeArrowheads="1"/>
            </p:cNvSpPr>
            <p:nvPr/>
          </p:nvSpPr>
          <p:spPr bwMode="auto">
            <a:xfrm>
              <a:off x="2525713" y="1314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12" name="Rectangle 62">
              <a:extLst>
                <a:ext uri="{FF2B5EF4-FFF2-40B4-BE49-F238E27FC236}">
                  <a16:creationId xmlns:a16="http://schemas.microsoft.com/office/drawing/2014/main" id="{E05337C5-E6A2-45E7-95FC-5409F691F48C}"/>
                </a:ext>
              </a:extLst>
            </p:cNvPr>
            <p:cNvSpPr>
              <a:spLocks noChangeArrowheads="1"/>
            </p:cNvSpPr>
            <p:nvPr/>
          </p:nvSpPr>
          <p:spPr bwMode="auto">
            <a:xfrm>
              <a:off x="1227138" y="1589088"/>
              <a:ext cx="773112" cy="755650"/>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13" name="Line 63">
              <a:extLst>
                <a:ext uri="{FF2B5EF4-FFF2-40B4-BE49-F238E27FC236}">
                  <a16:creationId xmlns:a16="http://schemas.microsoft.com/office/drawing/2014/main" id="{F0696A40-0140-4D34-98CD-80F9C7D42B26}"/>
                </a:ext>
              </a:extLst>
            </p:cNvPr>
            <p:cNvSpPr>
              <a:spLocks noChangeShapeType="1"/>
            </p:cNvSpPr>
            <p:nvPr/>
          </p:nvSpPr>
          <p:spPr bwMode="auto">
            <a:xfrm flipH="1">
              <a:off x="1227138" y="1966913"/>
              <a:ext cx="773112"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14" name="Line 64">
              <a:extLst>
                <a:ext uri="{FF2B5EF4-FFF2-40B4-BE49-F238E27FC236}">
                  <a16:creationId xmlns:a16="http://schemas.microsoft.com/office/drawing/2014/main" id="{7E1773DA-4556-4963-8151-E3C95D4DF2D5}"/>
                </a:ext>
              </a:extLst>
            </p:cNvPr>
            <p:cNvSpPr>
              <a:spLocks noChangeShapeType="1"/>
            </p:cNvSpPr>
            <p:nvPr/>
          </p:nvSpPr>
          <p:spPr bwMode="auto">
            <a:xfrm flipV="1">
              <a:off x="1622425" y="1589088"/>
              <a:ext cx="1588" cy="7556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15" name="Rectangle 65">
              <a:extLst>
                <a:ext uri="{FF2B5EF4-FFF2-40B4-BE49-F238E27FC236}">
                  <a16:creationId xmlns:a16="http://schemas.microsoft.com/office/drawing/2014/main" id="{C98A8524-36CD-4980-9B63-A1AF58ECF99E}"/>
                </a:ext>
              </a:extLst>
            </p:cNvPr>
            <p:cNvSpPr>
              <a:spLocks noChangeArrowheads="1"/>
            </p:cNvSpPr>
            <p:nvPr/>
          </p:nvSpPr>
          <p:spPr bwMode="auto">
            <a:xfrm>
              <a:off x="2000250" y="1589088"/>
              <a:ext cx="755650" cy="755650"/>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16" name="Line 66">
              <a:extLst>
                <a:ext uri="{FF2B5EF4-FFF2-40B4-BE49-F238E27FC236}">
                  <a16:creationId xmlns:a16="http://schemas.microsoft.com/office/drawing/2014/main" id="{14D28B80-A236-47E4-B5ED-F19FEFD1D958}"/>
                </a:ext>
              </a:extLst>
            </p:cNvPr>
            <p:cNvSpPr>
              <a:spLocks noChangeShapeType="1"/>
            </p:cNvSpPr>
            <p:nvPr/>
          </p:nvSpPr>
          <p:spPr bwMode="auto">
            <a:xfrm flipH="1">
              <a:off x="2000250" y="1966913"/>
              <a:ext cx="755650"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17" name="Line 67">
              <a:extLst>
                <a:ext uri="{FF2B5EF4-FFF2-40B4-BE49-F238E27FC236}">
                  <a16:creationId xmlns:a16="http://schemas.microsoft.com/office/drawing/2014/main" id="{7D4BFBB2-4D0B-4C27-84B2-3184300CEB05}"/>
                </a:ext>
              </a:extLst>
            </p:cNvPr>
            <p:cNvSpPr>
              <a:spLocks noChangeShapeType="1"/>
            </p:cNvSpPr>
            <p:nvPr/>
          </p:nvSpPr>
          <p:spPr bwMode="auto">
            <a:xfrm flipV="1">
              <a:off x="2378075" y="1589088"/>
              <a:ext cx="1588" cy="7556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18" name="Rectangle 68">
              <a:extLst>
                <a:ext uri="{FF2B5EF4-FFF2-40B4-BE49-F238E27FC236}">
                  <a16:creationId xmlns:a16="http://schemas.microsoft.com/office/drawing/2014/main" id="{F6D7E9ED-9215-43D9-89D1-0A1D484F0733}"/>
                </a:ext>
              </a:extLst>
            </p:cNvPr>
            <p:cNvSpPr>
              <a:spLocks noChangeArrowheads="1"/>
            </p:cNvSpPr>
            <p:nvPr/>
          </p:nvSpPr>
          <p:spPr bwMode="auto">
            <a:xfrm>
              <a:off x="1382713" y="9318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19" name="Rectangle 69">
              <a:extLst>
                <a:ext uri="{FF2B5EF4-FFF2-40B4-BE49-F238E27FC236}">
                  <a16:creationId xmlns:a16="http://schemas.microsoft.com/office/drawing/2014/main" id="{29AA0C0B-7343-4665-AA2D-A131E6215251}"/>
                </a:ext>
              </a:extLst>
            </p:cNvPr>
            <p:cNvSpPr>
              <a:spLocks noChangeArrowheads="1"/>
            </p:cNvSpPr>
            <p:nvPr/>
          </p:nvSpPr>
          <p:spPr bwMode="auto">
            <a:xfrm>
              <a:off x="1768475" y="1695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20" name="Rectangle 70">
              <a:extLst>
                <a:ext uri="{FF2B5EF4-FFF2-40B4-BE49-F238E27FC236}">
                  <a16:creationId xmlns:a16="http://schemas.microsoft.com/office/drawing/2014/main" id="{BF1301CA-6080-4360-91C0-9E119B51E35B}"/>
                </a:ext>
              </a:extLst>
            </p:cNvPr>
            <p:cNvSpPr>
              <a:spLocks noChangeArrowheads="1"/>
            </p:cNvSpPr>
            <p:nvPr/>
          </p:nvSpPr>
          <p:spPr bwMode="auto">
            <a:xfrm>
              <a:off x="1382713" y="2078038"/>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21" name="Rectangle 71">
              <a:extLst>
                <a:ext uri="{FF2B5EF4-FFF2-40B4-BE49-F238E27FC236}">
                  <a16:creationId xmlns:a16="http://schemas.microsoft.com/office/drawing/2014/main" id="{3A826232-7F2A-4E60-A37C-E2D3EBA097D8}"/>
                </a:ext>
              </a:extLst>
            </p:cNvPr>
            <p:cNvSpPr>
              <a:spLocks noChangeArrowheads="1"/>
            </p:cNvSpPr>
            <p:nvPr/>
          </p:nvSpPr>
          <p:spPr bwMode="auto">
            <a:xfrm>
              <a:off x="1768475" y="2078038"/>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22" name="Rectangle 72">
              <a:extLst>
                <a:ext uri="{FF2B5EF4-FFF2-40B4-BE49-F238E27FC236}">
                  <a16:creationId xmlns:a16="http://schemas.microsoft.com/office/drawing/2014/main" id="{758AE5D8-07DA-4C0D-9E2A-7BB74F47F1C7}"/>
                </a:ext>
              </a:extLst>
            </p:cNvPr>
            <p:cNvSpPr>
              <a:spLocks noChangeArrowheads="1"/>
            </p:cNvSpPr>
            <p:nvPr/>
          </p:nvSpPr>
          <p:spPr bwMode="auto">
            <a:xfrm>
              <a:off x="2152650" y="1695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23" name="Rectangle 73">
              <a:extLst>
                <a:ext uri="{FF2B5EF4-FFF2-40B4-BE49-F238E27FC236}">
                  <a16:creationId xmlns:a16="http://schemas.microsoft.com/office/drawing/2014/main" id="{026A7B04-F5C8-4D20-AAC6-49511C39AD13}"/>
                </a:ext>
              </a:extLst>
            </p:cNvPr>
            <p:cNvSpPr>
              <a:spLocks noChangeArrowheads="1"/>
            </p:cNvSpPr>
            <p:nvPr/>
          </p:nvSpPr>
          <p:spPr bwMode="auto">
            <a:xfrm>
              <a:off x="2152650" y="2078038"/>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24" name="Rectangle 74">
              <a:extLst>
                <a:ext uri="{FF2B5EF4-FFF2-40B4-BE49-F238E27FC236}">
                  <a16:creationId xmlns:a16="http://schemas.microsoft.com/office/drawing/2014/main" id="{56545F39-DD1E-4D06-8C26-A65929FD31AF}"/>
                </a:ext>
              </a:extLst>
            </p:cNvPr>
            <p:cNvSpPr>
              <a:spLocks noChangeArrowheads="1"/>
            </p:cNvSpPr>
            <p:nvPr/>
          </p:nvSpPr>
          <p:spPr bwMode="auto">
            <a:xfrm>
              <a:off x="2525713" y="1695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25" name="Rectangle 75">
              <a:extLst>
                <a:ext uri="{FF2B5EF4-FFF2-40B4-BE49-F238E27FC236}">
                  <a16:creationId xmlns:a16="http://schemas.microsoft.com/office/drawing/2014/main" id="{CFA2F5B5-C176-4CEB-8C5D-3C973291C47D}"/>
                </a:ext>
              </a:extLst>
            </p:cNvPr>
            <p:cNvSpPr>
              <a:spLocks noChangeArrowheads="1"/>
            </p:cNvSpPr>
            <p:nvPr/>
          </p:nvSpPr>
          <p:spPr bwMode="auto">
            <a:xfrm>
              <a:off x="2525713" y="2078038"/>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26" name="Rectangle 76">
              <a:extLst>
                <a:ext uri="{FF2B5EF4-FFF2-40B4-BE49-F238E27FC236}">
                  <a16:creationId xmlns:a16="http://schemas.microsoft.com/office/drawing/2014/main" id="{090097D5-CC12-44CD-8D3C-C153FF9FB893}"/>
                </a:ext>
              </a:extLst>
            </p:cNvPr>
            <p:cNvSpPr>
              <a:spLocks noChangeArrowheads="1"/>
            </p:cNvSpPr>
            <p:nvPr/>
          </p:nvSpPr>
          <p:spPr bwMode="auto">
            <a:xfrm>
              <a:off x="1382713" y="1695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27" name="Rectangle 77">
              <a:extLst>
                <a:ext uri="{FF2B5EF4-FFF2-40B4-BE49-F238E27FC236}">
                  <a16:creationId xmlns:a16="http://schemas.microsoft.com/office/drawing/2014/main" id="{A65E38C3-457B-4DC5-B840-A4AA71853C24}"/>
                </a:ext>
              </a:extLst>
            </p:cNvPr>
            <p:cNvSpPr>
              <a:spLocks noChangeArrowheads="1"/>
            </p:cNvSpPr>
            <p:nvPr/>
          </p:nvSpPr>
          <p:spPr bwMode="auto">
            <a:xfrm>
              <a:off x="982663" y="1695450"/>
              <a:ext cx="16510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28" name="Rectangle 78">
              <a:extLst>
                <a:ext uri="{FF2B5EF4-FFF2-40B4-BE49-F238E27FC236}">
                  <a16:creationId xmlns:a16="http://schemas.microsoft.com/office/drawing/2014/main" id="{DCFF0E17-72F9-41ED-991F-0DD282344163}"/>
                </a:ext>
              </a:extLst>
            </p:cNvPr>
            <p:cNvSpPr>
              <a:spLocks noChangeArrowheads="1"/>
            </p:cNvSpPr>
            <p:nvPr/>
          </p:nvSpPr>
          <p:spPr bwMode="auto">
            <a:xfrm>
              <a:off x="982663" y="20780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29" name="Rectangle 79">
              <a:extLst>
                <a:ext uri="{FF2B5EF4-FFF2-40B4-BE49-F238E27FC236}">
                  <a16:creationId xmlns:a16="http://schemas.microsoft.com/office/drawing/2014/main" id="{CB788D32-0BBE-4182-B98C-D27F93EFF447}"/>
                </a:ext>
              </a:extLst>
            </p:cNvPr>
            <p:cNvSpPr>
              <a:spLocks noChangeArrowheads="1"/>
            </p:cNvSpPr>
            <p:nvPr/>
          </p:nvSpPr>
          <p:spPr bwMode="auto">
            <a:xfrm>
              <a:off x="979488" y="242888"/>
              <a:ext cx="730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30" name="Rectangle 80">
              <a:extLst>
                <a:ext uri="{FF2B5EF4-FFF2-40B4-BE49-F238E27FC236}">
                  <a16:creationId xmlns:a16="http://schemas.microsoft.com/office/drawing/2014/main" id="{3F4E74CA-CEF1-4297-85ED-BD5274FFDB58}"/>
                </a:ext>
              </a:extLst>
            </p:cNvPr>
            <p:cNvSpPr>
              <a:spLocks noChangeArrowheads="1"/>
            </p:cNvSpPr>
            <p:nvPr/>
          </p:nvSpPr>
          <p:spPr bwMode="auto">
            <a:xfrm>
              <a:off x="1057275" y="322263"/>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31" name="Rectangle 81">
              <a:extLst>
                <a:ext uri="{FF2B5EF4-FFF2-40B4-BE49-F238E27FC236}">
                  <a16:creationId xmlns:a16="http://schemas.microsoft.com/office/drawing/2014/main" id="{AC3F9A5A-5846-4011-8F50-0126A1B19B4B}"/>
                </a:ext>
              </a:extLst>
            </p:cNvPr>
            <p:cNvSpPr>
              <a:spLocks noChangeArrowheads="1"/>
            </p:cNvSpPr>
            <p:nvPr/>
          </p:nvSpPr>
          <p:spPr bwMode="auto">
            <a:xfrm>
              <a:off x="1135063" y="242888"/>
              <a:ext cx="730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32" name="Rectangle 82">
              <a:extLst>
                <a:ext uri="{FF2B5EF4-FFF2-40B4-BE49-F238E27FC236}">
                  <a16:creationId xmlns:a16="http://schemas.microsoft.com/office/drawing/2014/main" id="{FFB7892C-964E-4822-8C73-EE4A2EBA38BA}"/>
                </a:ext>
              </a:extLst>
            </p:cNvPr>
            <p:cNvSpPr>
              <a:spLocks noChangeArrowheads="1"/>
            </p:cNvSpPr>
            <p:nvPr/>
          </p:nvSpPr>
          <p:spPr bwMode="auto">
            <a:xfrm>
              <a:off x="1211263" y="322263"/>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33" name="Rectangle 83">
              <a:extLst>
                <a:ext uri="{FF2B5EF4-FFF2-40B4-BE49-F238E27FC236}">
                  <a16:creationId xmlns:a16="http://schemas.microsoft.com/office/drawing/2014/main" id="{480512B8-DA37-4AA7-A200-44C15BF970FE}"/>
                </a:ext>
              </a:extLst>
            </p:cNvPr>
            <p:cNvSpPr>
              <a:spLocks noChangeArrowheads="1"/>
            </p:cNvSpPr>
            <p:nvPr/>
          </p:nvSpPr>
          <p:spPr bwMode="auto">
            <a:xfrm>
              <a:off x="603250" y="474663"/>
              <a:ext cx="182563"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34" name="Freeform 84">
              <a:extLst>
                <a:ext uri="{FF2B5EF4-FFF2-40B4-BE49-F238E27FC236}">
                  <a16:creationId xmlns:a16="http://schemas.microsoft.com/office/drawing/2014/main" id="{FAE03151-7D02-496C-A802-9B233E4B797F}"/>
                </a:ext>
              </a:extLst>
            </p:cNvPr>
            <p:cNvSpPr>
              <a:spLocks/>
            </p:cNvSpPr>
            <p:nvPr/>
          </p:nvSpPr>
          <p:spPr bwMode="auto">
            <a:xfrm>
              <a:off x="1295400" y="1649413"/>
              <a:ext cx="1401763" cy="638175"/>
            </a:xfrm>
            <a:custGeom>
              <a:avLst/>
              <a:gdLst>
                <a:gd name="T0" fmla="*/ 2147483646 w 1559"/>
                <a:gd name="T1" fmla="*/ 0 h 708"/>
                <a:gd name="T2" fmla="*/ 2147483646 w 1559"/>
                <a:gd name="T3" fmla="*/ 0 h 708"/>
                <a:gd name="T4" fmla="*/ 2147483646 w 1559"/>
                <a:gd name="T5" fmla="*/ 2147483646 h 708"/>
                <a:gd name="T6" fmla="*/ 0 w 1559"/>
                <a:gd name="T7" fmla="*/ 2147483646 h 708"/>
                <a:gd name="T8" fmla="*/ 0 w 1559"/>
                <a:gd name="T9" fmla="*/ 2147483646 h 708"/>
                <a:gd name="T10" fmla="*/ 0 w 1559"/>
                <a:gd name="T11" fmla="*/ 2147483646 h 708"/>
                <a:gd name="T12" fmla="*/ 2147483646 w 1559"/>
                <a:gd name="T13" fmla="*/ 2147483646 h 708"/>
                <a:gd name="T14" fmla="*/ 2147483646 w 1559"/>
                <a:gd name="T15" fmla="*/ 2147483646 h 708"/>
                <a:gd name="T16" fmla="*/ 2147483646 w 1559"/>
                <a:gd name="T17" fmla="*/ 2147483646 h 708"/>
                <a:gd name="T18" fmla="*/ 2147483646 w 1559"/>
                <a:gd name="T19" fmla="*/ 2147483646 h 708"/>
                <a:gd name="T20" fmla="*/ 2147483646 w 1559"/>
                <a:gd name="T21" fmla="*/ 2147483646 h 708"/>
                <a:gd name="T22" fmla="*/ 2147483646 w 1559"/>
                <a:gd name="T23" fmla="*/ 2147483646 h 708"/>
                <a:gd name="T24" fmla="*/ 2147483646 w 1559"/>
                <a:gd name="T25" fmla="*/ 2147483646 h 708"/>
                <a:gd name="T26" fmla="*/ 2147483646 w 1559"/>
                <a:gd name="T27" fmla="*/ 2147483646 h 708"/>
                <a:gd name="T28" fmla="*/ 2147483646 w 1559"/>
                <a:gd name="T29" fmla="*/ 2147483646 h 708"/>
                <a:gd name="T30" fmla="*/ 2147483646 w 1559"/>
                <a:gd name="T31" fmla="*/ 0 h 708"/>
                <a:gd name="T32" fmla="*/ 2147483646 w 1559"/>
                <a:gd name="T33" fmla="*/ 0 h 70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59"/>
                <a:gd name="T52" fmla="*/ 0 h 708"/>
                <a:gd name="T53" fmla="*/ 1559 w 1559"/>
                <a:gd name="T54" fmla="*/ 708 h 70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59" h="708">
                  <a:moveTo>
                    <a:pt x="780" y="0"/>
                  </a:moveTo>
                  <a:cubicBezTo>
                    <a:pt x="213" y="0"/>
                    <a:pt x="213" y="0"/>
                    <a:pt x="142" y="0"/>
                  </a:cubicBezTo>
                  <a:cubicBezTo>
                    <a:pt x="71" y="0"/>
                    <a:pt x="71" y="0"/>
                    <a:pt x="36" y="35"/>
                  </a:cubicBezTo>
                  <a:cubicBezTo>
                    <a:pt x="0" y="71"/>
                    <a:pt x="0" y="71"/>
                    <a:pt x="0" y="141"/>
                  </a:cubicBezTo>
                  <a:cubicBezTo>
                    <a:pt x="0" y="212"/>
                    <a:pt x="0" y="212"/>
                    <a:pt x="0" y="354"/>
                  </a:cubicBezTo>
                  <a:cubicBezTo>
                    <a:pt x="0" y="496"/>
                    <a:pt x="0" y="496"/>
                    <a:pt x="0" y="567"/>
                  </a:cubicBezTo>
                  <a:cubicBezTo>
                    <a:pt x="0" y="637"/>
                    <a:pt x="0" y="637"/>
                    <a:pt x="36" y="673"/>
                  </a:cubicBezTo>
                  <a:cubicBezTo>
                    <a:pt x="71" y="708"/>
                    <a:pt x="71" y="708"/>
                    <a:pt x="142" y="708"/>
                  </a:cubicBezTo>
                  <a:cubicBezTo>
                    <a:pt x="213" y="708"/>
                    <a:pt x="213" y="708"/>
                    <a:pt x="780" y="708"/>
                  </a:cubicBezTo>
                  <a:cubicBezTo>
                    <a:pt x="1347" y="708"/>
                    <a:pt x="1347" y="708"/>
                    <a:pt x="1418" y="708"/>
                  </a:cubicBezTo>
                  <a:cubicBezTo>
                    <a:pt x="1488" y="708"/>
                    <a:pt x="1488" y="708"/>
                    <a:pt x="1524" y="673"/>
                  </a:cubicBezTo>
                  <a:cubicBezTo>
                    <a:pt x="1559" y="637"/>
                    <a:pt x="1559" y="637"/>
                    <a:pt x="1559" y="567"/>
                  </a:cubicBezTo>
                  <a:cubicBezTo>
                    <a:pt x="1559" y="496"/>
                    <a:pt x="1559" y="496"/>
                    <a:pt x="1559" y="354"/>
                  </a:cubicBezTo>
                  <a:cubicBezTo>
                    <a:pt x="1559" y="212"/>
                    <a:pt x="1559" y="212"/>
                    <a:pt x="1559" y="141"/>
                  </a:cubicBezTo>
                  <a:cubicBezTo>
                    <a:pt x="1559" y="71"/>
                    <a:pt x="1559" y="71"/>
                    <a:pt x="1524" y="35"/>
                  </a:cubicBezTo>
                  <a:cubicBezTo>
                    <a:pt x="1488" y="0"/>
                    <a:pt x="1488" y="0"/>
                    <a:pt x="1418" y="0"/>
                  </a:cubicBezTo>
                  <a:cubicBezTo>
                    <a:pt x="1347" y="0"/>
                    <a:pt x="1347" y="0"/>
                    <a:pt x="780" y="0"/>
                  </a:cubicBezTo>
                </a:path>
              </a:pathLst>
            </a:custGeom>
            <a:noFill/>
            <a:ln w="17463">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35" name="Rectangle 85">
              <a:extLst>
                <a:ext uri="{FF2B5EF4-FFF2-40B4-BE49-F238E27FC236}">
                  <a16:creationId xmlns:a16="http://schemas.microsoft.com/office/drawing/2014/main" id="{27C48B21-C5B0-4368-B7B8-E30BE90F9FDE}"/>
                </a:ext>
              </a:extLst>
            </p:cNvPr>
            <p:cNvSpPr>
              <a:spLocks noChangeArrowheads="1"/>
            </p:cNvSpPr>
            <p:nvPr/>
          </p:nvSpPr>
          <p:spPr bwMode="auto">
            <a:xfrm>
              <a:off x="4665663" y="815975"/>
              <a:ext cx="755650" cy="773113"/>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36" name="Line 86">
              <a:extLst>
                <a:ext uri="{FF2B5EF4-FFF2-40B4-BE49-F238E27FC236}">
                  <a16:creationId xmlns:a16="http://schemas.microsoft.com/office/drawing/2014/main" id="{B4E58889-2FAC-4284-BB95-3955E3E2E219}"/>
                </a:ext>
              </a:extLst>
            </p:cNvPr>
            <p:cNvSpPr>
              <a:spLocks noChangeShapeType="1"/>
            </p:cNvSpPr>
            <p:nvPr/>
          </p:nvSpPr>
          <p:spPr bwMode="auto">
            <a:xfrm flipH="1">
              <a:off x="4665663" y="1211263"/>
              <a:ext cx="755650" cy="1587"/>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37" name="Line 87">
              <a:extLst>
                <a:ext uri="{FF2B5EF4-FFF2-40B4-BE49-F238E27FC236}">
                  <a16:creationId xmlns:a16="http://schemas.microsoft.com/office/drawing/2014/main" id="{0B1C9403-C27B-4BB9-B91D-A69CBBE972C2}"/>
                </a:ext>
              </a:extLst>
            </p:cNvPr>
            <p:cNvSpPr>
              <a:spLocks noChangeShapeType="1"/>
            </p:cNvSpPr>
            <p:nvPr/>
          </p:nvSpPr>
          <p:spPr bwMode="auto">
            <a:xfrm flipV="1">
              <a:off x="5043488" y="815975"/>
              <a:ext cx="1587" cy="773113"/>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38" name="Line 88">
              <a:extLst>
                <a:ext uri="{FF2B5EF4-FFF2-40B4-BE49-F238E27FC236}">
                  <a16:creationId xmlns:a16="http://schemas.microsoft.com/office/drawing/2014/main" id="{004F832E-5783-42C4-97A1-6C41D842D0E5}"/>
                </a:ext>
              </a:extLst>
            </p:cNvPr>
            <p:cNvSpPr>
              <a:spLocks noChangeShapeType="1"/>
            </p:cNvSpPr>
            <p:nvPr/>
          </p:nvSpPr>
          <p:spPr bwMode="auto">
            <a:xfrm>
              <a:off x="4270375" y="438150"/>
              <a:ext cx="395288" cy="377825"/>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39" name="Rectangle 89">
              <a:extLst>
                <a:ext uri="{FF2B5EF4-FFF2-40B4-BE49-F238E27FC236}">
                  <a16:creationId xmlns:a16="http://schemas.microsoft.com/office/drawing/2014/main" id="{47430C5C-6E98-488C-ABD4-14141D9FD48A}"/>
                </a:ext>
              </a:extLst>
            </p:cNvPr>
            <p:cNvSpPr>
              <a:spLocks noChangeArrowheads="1"/>
            </p:cNvSpPr>
            <p:nvPr/>
          </p:nvSpPr>
          <p:spPr bwMode="auto">
            <a:xfrm>
              <a:off x="5421313" y="815975"/>
              <a:ext cx="773112" cy="773113"/>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40" name="Line 90">
              <a:extLst>
                <a:ext uri="{FF2B5EF4-FFF2-40B4-BE49-F238E27FC236}">
                  <a16:creationId xmlns:a16="http://schemas.microsoft.com/office/drawing/2014/main" id="{13E58EE0-DE43-42E6-B440-FFB7D31A1D7C}"/>
                </a:ext>
              </a:extLst>
            </p:cNvPr>
            <p:cNvSpPr>
              <a:spLocks noChangeShapeType="1"/>
            </p:cNvSpPr>
            <p:nvPr/>
          </p:nvSpPr>
          <p:spPr bwMode="auto">
            <a:xfrm flipH="1">
              <a:off x="5421313" y="1211263"/>
              <a:ext cx="773112" cy="1587"/>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41" name="Line 91">
              <a:extLst>
                <a:ext uri="{FF2B5EF4-FFF2-40B4-BE49-F238E27FC236}">
                  <a16:creationId xmlns:a16="http://schemas.microsoft.com/office/drawing/2014/main" id="{F3396BC6-47C5-4605-9AAD-0347739F82E1}"/>
                </a:ext>
              </a:extLst>
            </p:cNvPr>
            <p:cNvSpPr>
              <a:spLocks noChangeShapeType="1"/>
            </p:cNvSpPr>
            <p:nvPr/>
          </p:nvSpPr>
          <p:spPr bwMode="auto">
            <a:xfrm flipV="1">
              <a:off x="5799138" y="815975"/>
              <a:ext cx="1587" cy="773113"/>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42" name="Rectangle 92">
              <a:extLst>
                <a:ext uri="{FF2B5EF4-FFF2-40B4-BE49-F238E27FC236}">
                  <a16:creationId xmlns:a16="http://schemas.microsoft.com/office/drawing/2014/main" id="{1F969FA7-43A1-4F15-97D6-66FA8666B3B5}"/>
                </a:ext>
              </a:extLst>
            </p:cNvPr>
            <p:cNvSpPr>
              <a:spLocks noChangeArrowheads="1"/>
            </p:cNvSpPr>
            <p:nvPr/>
          </p:nvSpPr>
          <p:spPr bwMode="auto">
            <a:xfrm>
              <a:off x="803275" y="554038"/>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43" name="Rectangle 93">
              <a:extLst>
                <a:ext uri="{FF2B5EF4-FFF2-40B4-BE49-F238E27FC236}">
                  <a16:creationId xmlns:a16="http://schemas.microsoft.com/office/drawing/2014/main" id="{7087BE55-5567-4C4B-A649-C24ECE55419E}"/>
                </a:ext>
              </a:extLst>
            </p:cNvPr>
            <p:cNvSpPr>
              <a:spLocks noChangeArrowheads="1"/>
            </p:cNvSpPr>
            <p:nvPr/>
          </p:nvSpPr>
          <p:spPr bwMode="auto">
            <a:xfrm>
              <a:off x="4770438" y="6048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44" name="Rectangle 94">
              <a:extLst>
                <a:ext uri="{FF2B5EF4-FFF2-40B4-BE49-F238E27FC236}">
                  <a16:creationId xmlns:a16="http://schemas.microsoft.com/office/drawing/2014/main" id="{EBB8D213-F691-438B-A454-3C9AE7B56D60}"/>
                </a:ext>
              </a:extLst>
            </p:cNvPr>
            <p:cNvSpPr>
              <a:spLocks noChangeArrowheads="1"/>
            </p:cNvSpPr>
            <p:nvPr/>
          </p:nvSpPr>
          <p:spPr bwMode="auto">
            <a:xfrm>
              <a:off x="5153025" y="6048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45" name="Rectangle 95">
              <a:extLst>
                <a:ext uri="{FF2B5EF4-FFF2-40B4-BE49-F238E27FC236}">
                  <a16:creationId xmlns:a16="http://schemas.microsoft.com/office/drawing/2014/main" id="{DB5B0C44-8122-498D-8884-F5E1D34CC9B5}"/>
                </a:ext>
              </a:extLst>
            </p:cNvPr>
            <p:cNvSpPr>
              <a:spLocks noChangeArrowheads="1"/>
            </p:cNvSpPr>
            <p:nvPr/>
          </p:nvSpPr>
          <p:spPr bwMode="auto">
            <a:xfrm>
              <a:off x="5535613" y="6048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46" name="Rectangle 96">
              <a:extLst>
                <a:ext uri="{FF2B5EF4-FFF2-40B4-BE49-F238E27FC236}">
                  <a16:creationId xmlns:a16="http://schemas.microsoft.com/office/drawing/2014/main" id="{95565FC0-464B-4B46-A1C4-FAAAB86213D9}"/>
                </a:ext>
              </a:extLst>
            </p:cNvPr>
            <p:cNvSpPr>
              <a:spLocks noChangeArrowheads="1"/>
            </p:cNvSpPr>
            <p:nvPr/>
          </p:nvSpPr>
          <p:spPr bwMode="auto">
            <a:xfrm>
              <a:off x="5916613" y="6048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47" name="Rectangle 97">
              <a:extLst>
                <a:ext uri="{FF2B5EF4-FFF2-40B4-BE49-F238E27FC236}">
                  <a16:creationId xmlns:a16="http://schemas.microsoft.com/office/drawing/2014/main" id="{87FF0FD7-EFF9-48B2-9920-0B64C80104F0}"/>
                </a:ext>
              </a:extLst>
            </p:cNvPr>
            <p:cNvSpPr>
              <a:spLocks noChangeArrowheads="1"/>
            </p:cNvSpPr>
            <p:nvPr/>
          </p:nvSpPr>
          <p:spPr bwMode="auto">
            <a:xfrm>
              <a:off x="4419600" y="923925"/>
              <a:ext cx="16510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48" name="Rectangle 98">
              <a:extLst>
                <a:ext uri="{FF2B5EF4-FFF2-40B4-BE49-F238E27FC236}">
                  <a16:creationId xmlns:a16="http://schemas.microsoft.com/office/drawing/2014/main" id="{8500031F-B4DD-41EE-A3A4-E14AA4EAF41A}"/>
                </a:ext>
              </a:extLst>
            </p:cNvPr>
            <p:cNvSpPr>
              <a:spLocks noChangeArrowheads="1"/>
            </p:cNvSpPr>
            <p:nvPr/>
          </p:nvSpPr>
          <p:spPr bwMode="auto">
            <a:xfrm>
              <a:off x="4410075" y="1306513"/>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49" name="Rectangle 99">
              <a:extLst>
                <a:ext uri="{FF2B5EF4-FFF2-40B4-BE49-F238E27FC236}">
                  <a16:creationId xmlns:a16="http://schemas.microsoft.com/office/drawing/2014/main" id="{105A86EC-5654-45A3-88D3-5B0FBDD32E56}"/>
                </a:ext>
              </a:extLst>
            </p:cNvPr>
            <p:cNvSpPr>
              <a:spLocks noChangeArrowheads="1"/>
            </p:cNvSpPr>
            <p:nvPr/>
          </p:nvSpPr>
          <p:spPr bwMode="auto">
            <a:xfrm>
              <a:off x="5197475" y="9318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50" name="Rectangle 100">
              <a:extLst>
                <a:ext uri="{FF2B5EF4-FFF2-40B4-BE49-F238E27FC236}">
                  <a16:creationId xmlns:a16="http://schemas.microsoft.com/office/drawing/2014/main" id="{3EACA95B-59DB-4EDB-AED5-4002AD997AFC}"/>
                </a:ext>
              </a:extLst>
            </p:cNvPr>
            <p:cNvSpPr>
              <a:spLocks noChangeArrowheads="1"/>
            </p:cNvSpPr>
            <p:nvPr/>
          </p:nvSpPr>
          <p:spPr bwMode="auto">
            <a:xfrm>
              <a:off x="4811713" y="1314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51" name="Rectangle 101">
              <a:extLst>
                <a:ext uri="{FF2B5EF4-FFF2-40B4-BE49-F238E27FC236}">
                  <a16:creationId xmlns:a16="http://schemas.microsoft.com/office/drawing/2014/main" id="{D3E7B56E-B942-4C59-BB36-FF275DA49F54}"/>
                </a:ext>
              </a:extLst>
            </p:cNvPr>
            <p:cNvSpPr>
              <a:spLocks noChangeArrowheads="1"/>
            </p:cNvSpPr>
            <p:nvPr/>
          </p:nvSpPr>
          <p:spPr bwMode="auto">
            <a:xfrm>
              <a:off x="5197475" y="1314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52" name="Rectangle 102">
              <a:extLst>
                <a:ext uri="{FF2B5EF4-FFF2-40B4-BE49-F238E27FC236}">
                  <a16:creationId xmlns:a16="http://schemas.microsoft.com/office/drawing/2014/main" id="{114166CD-DFF5-48ED-8138-B4624415278A}"/>
                </a:ext>
              </a:extLst>
            </p:cNvPr>
            <p:cNvSpPr>
              <a:spLocks noChangeArrowheads="1"/>
            </p:cNvSpPr>
            <p:nvPr/>
          </p:nvSpPr>
          <p:spPr bwMode="auto">
            <a:xfrm>
              <a:off x="5580063" y="9318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53" name="Rectangle 103">
              <a:extLst>
                <a:ext uri="{FF2B5EF4-FFF2-40B4-BE49-F238E27FC236}">
                  <a16:creationId xmlns:a16="http://schemas.microsoft.com/office/drawing/2014/main" id="{B49E68AF-86F2-4F93-B0EF-140A3CE0C6A3}"/>
                </a:ext>
              </a:extLst>
            </p:cNvPr>
            <p:cNvSpPr>
              <a:spLocks noChangeArrowheads="1"/>
            </p:cNvSpPr>
            <p:nvPr/>
          </p:nvSpPr>
          <p:spPr bwMode="auto">
            <a:xfrm>
              <a:off x="5580063" y="1314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54" name="Rectangle 104">
              <a:extLst>
                <a:ext uri="{FF2B5EF4-FFF2-40B4-BE49-F238E27FC236}">
                  <a16:creationId xmlns:a16="http://schemas.microsoft.com/office/drawing/2014/main" id="{C97F3DC9-E1BB-4DC1-B65E-CE864D053AF5}"/>
                </a:ext>
              </a:extLst>
            </p:cNvPr>
            <p:cNvSpPr>
              <a:spLocks noChangeArrowheads="1"/>
            </p:cNvSpPr>
            <p:nvPr/>
          </p:nvSpPr>
          <p:spPr bwMode="auto">
            <a:xfrm>
              <a:off x="5953125" y="9318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55" name="Rectangle 105">
              <a:extLst>
                <a:ext uri="{FF2B5EF4-FFF2-40B4-BE49-F238E27FC236}">
                  <a16:creationId xmlns:a16="http://schemas.microsoft.com/office/drawing/2014/main" id="{381BC340-07B4-4837-BD92-1EFB30276AA2}"/>
                </a:ext>
              </a:extLst>
            </p:cNvPr>
            <p:cNvSpPr>
              <a:spLocks noChangeArrowheads="1"/>
            </p:cNvSpPr>
            <p:nvPr/>
          </p:nvSpPr>
          <p:spPr bwMode="auto">
            <a:xfrm>
              <a:off x="5953125" y="1314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56" name="Rectangle 106">
              <a:extLst>
                <a:ext uri="{FF2B5EF4-FFF2-40B4-BE49-F238E27FC236}">
                  <a16:creationId xmlns:a16="http://schemas.microsoft.com/office/drawing/2014/main" id="{DF0FA46B-43C6-489C-859E-234542E2EA6D}"/>
                </a:ext>
              </a:extLst>
            </p:cNvPr>
            <p:cNvSpPr>
              <a:spLocks noChangeArrowheads="1"/>
            </p:cNvSpPr>
            <p:nvPr/>
          </p:nvSpPr>
          <p:spPr bwMode="auto">
            <a:xfrm>
              <a:off x="4665663" y="1589088"/>
              <a:ext cx="755650" cy="755650"/>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57" name="Line 107">
              <a:extLst>
                <a:ext uri="{FF2B5EF4-FFF2-40B4-BE49-F238E27FC236}">
                  <a16:creationId xmlns:a16="http://schemas.microsoft.com/office/drawing/2014/main" id="{9E184E6C-980A-4EF4-8BE2-39752FFB6E4B}"/>
                </a:ext>
              </a:extLst>
            </p:cNvPr>
            <p:cNvSpPr>
              <a:spLocks noChangeShapeType="1"/>
            </p:cNvSpPr>
            <p:nvPr/>
          </p:nvSpPr>
          <p:spPr bwMode="auto">
            <a:xfrm flipH="1">
              <a:off x="4665663" y="1966913"/>
              <a:ext cx="755650" cy="1587"/>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58" name="Line 108">
              <a:extLst>
                <a:ext uri="{FF2B5EF4-FFF2-40B4-BE49-F238E27FC236}">
                  <a16:creationId xmlns:a16="http://schemas.microsoft.com/office/drawing/2014/main" id="{6E510569-E94E-4DAC-B6A7-AEDAD71A3D5A}"/>
                </a:ext>
              </a:extLst>
            </p:cNvPr>
            <p:cNvSpPr>
              <a:spLocks noChangeShapeType="1"/>
            </p:cNvSpPr>
            <p:nvPr/>
          </p:nvSpPr>
          <p:spPr bwMode="auto">
            <a:xfrm flipV="1">
              <a:off x="5043488" y="1589088"/>
              <a:ext cx="1587" cy="75565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59" name="Rectangle 109">
              <a:extLst>
                <a:ext uri="{FF2B5EF4-FFF2-40B4-BE49-F238E27FC236}">
                  <a16:creationId xmlns:a16="http://schemas.microsoft.com/office/drawing/2014/main" id="{D25189DC-DF61-4307-A9DF-294722BA2A11}"/>
                </a:ext>
              </a:extLst>
            </p:cNvPr>
            <p:cNvSpPr>
              <a:spLocks noChangeArrowheads="1"/>
            </p:cNvSpPr>
            <p:nvPr/>
          </p:nvSpPr>
          <p:spPr bwMode="auto">
            <a:xfrm>
              <a:off x="5421313" y="1589088"/>
              <a:ext cx="773112" cy="755650"/>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60" name="Line 110">
              <a:extLst>
                <a:ext uri="{FF2B5EF4-FFF2-40B4-BE49-F238E27FC236}">
                  <a16:creationId xmlns:a16="http://schemas.microsoft.com/office/drawing/2014/main" id="{DE482DAA-0A2F-446B-A29E-67DB13BC7C60}"/>
                </a:ext>
              </a:extLst>
            </p:cNvPr>
            <p:cNvSpPr>
              <a:spLocks noChangeShapeType="1"/>
            </p:cNvSpPr>
            <p:nvPr/>
          </p:nvSpPr>
          <p:spPr bwMode="auto">
            <a:xfrm flipH="1">
              <a:off x="5421313" y="1966913"/>
              <a:ext cx="773112" cy="1587"/>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61" name="Line 111">
              <a:extLst>
                <a:ext uri="{FF2B5EF4-FFF2-40B4-BE49-F238E27FC236}">
                  <a16:creationId xmlns:a16="http://schemas.microsoft.com/office/drawing/2014/main" id="{E72A2742-AE7C-46FB-B39A-99B0687331F3}"/>
                </a:ext>
              </a:extLst>
            </p:cNvPr>
            <p:cNvSpPr>
              <a:spLocks noChangeShapeType="1"/>
            </p:cNvSpPr>
            <p:nvPr/>
          </p:nvSpPr>
          <p:spPr bwMode="auto">
            <a:xfrm flipV="1">
              <a:off x="5799138" y="1589088"/>
              <a:ext cx="1587" cy="75565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62" name="Rectangle 112">
              <a:extLst>
                <a:ext uri="{FF2B5EF4-FFF2-40B4-BE49-F238E27FC236}">
                  <a16:creationId xmlns:a16="http://schemas.microsoft.com/office/drawing/2014/main" id="{EFB30B78-B899-4CB8-86A6-3D71F131FC2A}"/>
                </a:ext>
              </a:extLst>
            </p:cNvPr>
            <p:cNvSpPr>
              <a:spLocks noChangeArrowheads="1"/>
            </p:cNvSpPr>
            <p:nvPr/>
          </p:nvSpPr>
          <p:spPr bwMode="auto">
            <a:xfrm>
              <a:off x="4811713" y="9318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63" name="Rectangle 113">
              <a:extLst>
                <a:ext uri="{FF2B5EF4-FFF2-40B4-BE49-F238E27FC236}">
                  <a16:creationId xmlns:a16="http://schemas.microsoft.com/office/drawing/2014/main" id="{55379988-1D09-4E1D-837A-1CC9D5744170}"/>
                </a:ext>
              </a:extLst>
            </p:cNvPr>
            <p:cNvSpPr>
              <a:spLocks noChangeArrowheads="1"/>
            </p:cNvSpPr>
            <p:nvPr/>
          </p:nvSpPr>
          <p:spPr bwMode="auto">
            <a:xfrm>
              <a:off x="5197475" y="1695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64" name="Rectangle 114">
              <a:extLst>
                <a:ext uri="{FF2B5EF4-FFF2-40B4-BE49-F238E27FC236}">
                  <a16:creationId xmlns:a16="http://schemas.microsoft.com/office/drawing/2014/main" id="{9832E8D7-6B37-43AB-9DB5-A758E9B86FA2}"/>
                </a:ext>
              </a:extLst>
            </p:cNvPr>
            <p:cNvSpPr>
              <a:spLocks noChangeArrowheads="1"/>
            </p:cNvSpPr>
            <p:nvPr/>
          </p:nvSpPr>
          <p:spPr bwMode="auto">
            <a:xfrm>
              <a:off x="4811713" y="2078038"/>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65" name="Rectangle 115">
              <a:extLst>
                <a:ext uri="{FF2B5EF4-FFF2-40B4-BE49-F238E27FC236}">
                  <a16:creationId xmlns:a16="http://schemas.microsoft.com/office/drawing/2014/main" id="{DDF86D11-D572-4BF0-9B0A-8DC116404D26}"/>
                </a:ext>
              </a:extLst>
            </p:cNvPr>
            <p:cNvSpPr>
              <a:spLocks noChangeArrowheads="1"/>
            </p:cNvSpPr>
            <p:nvPr/>
          </p:nvSpPr>
          <p:spPr bwMode="auto">
            <a:xfrm>
              <a:off x="5197475" y="2078038"/>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66" name="Rectangle 116">
              <a:extLst>
                <a:ext uri="{FF2B5EF4-FFF2-40B4-BE49-F238E27FC236}">
                  <a16:creationId xmlns:a16="http://schemas.microsoft.com/office/drawing/2014/main" id="{F337737C-43FA-4238-A5C0-E0AF1434C770}"/>
                </a:ext>
              </a:extLst>
            </p:cNvPr>
            <p:cNvSpPr>
              <a:spLocks noChangeArrowheads="1"/>
            </p:cNvSpPr>
            <p:nvPr/>
          </p:nvSpPr>
          <p:spPr bwMode="auto">
            <a:xfrm>
              <a:off x="5580063" y="1695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67" name="Rectangle 117">
              <a:extLst>
                <a:ext uri="{FF2B5EF4-FFF2-40B4-BE49-F238E27FC236}">
                  <a16:creationId xmlns:a16="http://schemas.microsoft.com/office/drawing/2014/main" id="{F19FAD4B-C247-490A-99EF-36A025CDA6B4}"/>
                </a:ext>
              </a:extLst>
            </p:cNvPr>
            <p:cNvSpPr>
              <a:spLocks noChangeArrowheads="1"/>
            </p:cNvSpPr>
            <p:nvPr/>
          </p:nvSpPr>
          <p:spPr bwMode="auto">
            <a:xfrm>
              <a:off x="5580063" y="2078038"/>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68" name="Rectangle 118">
              <a:extLst>
                <a:ext uri="{FF2B5EF4-FFF2-40B4-BE49-F238E27FC236}">
                  <a16:creationId xmlns:a16="http://schemas.microsoft.com/office/drawing/2014/main" id="{CF92BEDB-DBFE-4C27-A042-3A1D74E35604}"/>
                </a:ext>
              </a:extLst>
            </p:cNvPr>
            <p:cNvSpPr>
              <a:spLocks noChangeArrowheads="1"/>
            </p:cNvSpPr>
            <p:nvPr/>
          </p:nvSpPr>
          <p:spPr bwMode="auto">
            <a:xfrm>
              <a:off x="5953125" y="1695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69" name="Rectangle 119">
              <a:extLst>
                <a:ext uri="{FF2B5EF4-FFF2-40B4-BE49-F238E27FC236}">
                  <a16:creationId xmlns:a16="http://schemas.microsoft.com/office/drawing/2014/main" id="{2EE55BA7-3B7F-45B0-B9D8-6F3A1A02B218}"/>
                </a:ext>
              </a:extLst>
            </p:cNvPr>
            <p:cNvSpPr>
              <a:spLocks noChangeArrowheads="1"/>
            </p:cNvSpPr>
            <p:nvPr/>
          </p:nvSpPr>
          <p:spPr bwMode="auto">
            <a:xfrm>
              <a:off x="5953125" y="2078038"/>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70" name="Rectangle 120">
              <a:extLst>
                <a:ext uri="{FF2B5EF4-FFF2-40B4-BE49-F238E27FC236}">
                  <a16:creationId xmlns:a16="http://schemas.microsoft.com/office/drawing/2014/main" id="{D0D9C25B-7C50-4961-B255-D6C48D66F36C}"/>
                </a:ext>
              </a:extLst>
            </p:cNvPr>
            <p:cNvSpPr>
              <a:spLocks noChangeArrowheads="1"/>
            </p:cNvSpPr>
            <p:nvPr/>
          </p:nvSpPr>
          <p:spPr bwMode="auto">
            <a:xfrm>
              <a:off x="4811713" y="1695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71" name="Rectangle 121">
              <a:extLst>
                <a:ext uri="{FF2B5EF4-FFF2-40B4-BE49-F238E27FC236}">
                  <a16:creationId xmlns:a16="http://schemas.microsoft.com/office/drawing/2014/main" id="{9F29104B-25D3-4DFD-AB47-1A203EA8B1B0}"/>
                </a:ext>
              </a:extLst>
            </p:cNvPr>
            <p:cNvSpPr>
              <a:spLocks noChangeArrowheads="1"/>
            </p:cNvSpPr>
            <p:nvPr/>
          </p:nvSpPr>
          <p:spPr bwMode="auto">
            <a:xfrm>
              <a:off x="4410075" y="1695450"/>
              <a:ext cx="16510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72" name="Rectangle 122">
              <a:extLst>
                <a:ext uri="{FF2B5EF4-FFF2-40B4-BE49-F238E27FC236}">
                  <a16:creationId xmlns:a16="http://schemas.microsoft.com/office/drawing/2014/main" id="{CC95AE38-3AD8-41C9-B790-979D217E2C6F}"/>
                </a:ext>
              </a:extLst>
            </p:cNvPr>
            <p:cNvSpPr>
              <a:spLocks noChangeArrowheads="1"/>
            </p:cNvSpPr>
            <p:nvPr/>
          </p:nvSpPr>
          <p:spPr bwMode="auto">
            <a:xfrm>
              <a:off x="4410075" y="20780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73" name="Rectangle 123">
              <a:extLst>
                <a:ext uri="{FF2B5EF4-FFF2-40B4-BE49-F238E27FC236}">
                  <a16:creationId xmlns:a16="http://schemas.microsoft.com/office/drawing/2014/main" id="{5B940E71-29B5-4841-80A6-0976F3F85969}"/>
                </a:ext>
              </a:extLst>
            </p:cNvPr>
            <p:cNvSpPr>
              <a:spLocks noChangeArrowheads="1"/>
            </p:cNvSpPr>
            <p:nvPr/>
          </p:nvSpPr>
          <p:spPr bwMode="auto">
            <a:xfrm>
              <a:off x="4406900" y="242888"/>
              <a:ext cx="730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74" name="Rectangle 124">
              <a:extLst>
                <a:ext uri="{FF2B5EF4-FFF2-40B4-BE49-F238E27FC236}">
                  <a16:creationId xmlns:a16="http://schemas.microsoft.com/office/drawing/2014/main" id="{36D5184E-2CF1-4A6F-B111-D49F013B800A}"/>
                </a:ext>
              </a:extLst>
            </p:cNvPr>
            <p:cNvSpPr>
              <a:spLocks noChangeArrowheads="1"/>
            </p:cNvSpPr>
            <p:nvPr/>
          </p:nvSpPr>
          <p:spPr bwMode="auto">
            <a:xfrm>
              <a:off x="4486275" y="322263"/>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75" name="Rectangle 125">
              <a:extLst>
                <a:ext uri="{FF2B5EF4-FFF2-40B4-BE49-F238E27FC236}">
                  <a16:creationId xmlns:a16="http://schemas.microsoft.com/office/drawing/2014/main" id="{E19136A3-9827-4CC5-9C53-3AE583EE7400}"/>
                </a:ext>
              </a:extLst>
            </p:cNvPr>
            <p:cNvSpPr>
              <a:spLocks noChangeArrowheads="1"/>
            </p:cNvSpPr>
            <p:nvPr/>
          </p:nvSpPr>
          <p:spPr bwMode="auto">
            <a:xfrm>
              <a:off x="4562475" y="242888"/>
              <a:ext cx="730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76" name="Rectangle 126">
              <a:extLst>
                <a:ext uri="{FF2B5EF4-FFF2-40B4-BE49-F238E27FC236}">
                  <a16:creationId xmlns:a16="http://schemas.microsoft.com/office/drawing/2014/main" id="{66C84CF6-E4CD-422E-8909-13D487027E3B}"/>
                </a:ext>
              </a:extLst>
            </p:cNvPr>
            <p:cNvSpPr>
              <a:spLocks noChangeArrowheads="1"/>
            </p:cNvSpPr>
            <p:nvPr/>
          </p:nvSpPr>
          <p:spPr bwMode="auto">
            <a:xfrm>
              <a:off x="4640263" y="322263"/>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77" name="Rectangle 127">
              <a:extLst>
                <a:ext uri="{FF2B5EF4-FFF2-40B4-BE49-F238E27FC236}">
                  <a16:creationId xmlns:a16="http://schemas.microsoft.com/office/drawing/2014/main" id="{2B2DDEC5-E384-4F2D-A22C-3C10BBC2CF16}"/>
                </a:ext>
              </a:extLst>
            </p:cNvPr>
            <p:cNvSpPr>
              <a:spLocks noChangeArrowheads="1"/>
            </p:cNvSpPr>
            <p:nvPr/>
          </p:nvSpPr>
          <p:spPr bwMode="auto">
            <a:xfrm>
              <a:off x="4032250" y="474663"/>
              <a:ext cx="182563"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78" name="Freeform 128">
              <a:extLst>
                <a:ext uri="{FF2B5EF4-FFF2-40B4-BE49-F238E27FC236}">
                  <a16:creationId xmlns:a16="http://schemas.microsoft.com/office/drawing/2014/main" id="{C31743B9-9BC2-4A6C-BD55-BF6819B62D79}"/>
                </a:ext>
              </a:extLst>
            </p:cNvPr>
            <p:cNvSpPr>
              <a:spLocks/>
            </p:cNvSpPr>
            <p:nvPr/>
          </p:nvSpPr>
          <p:spPr bwMode="auto">
            <a:xfrm>
              <a:off x="4724400" y="1649413"/>
              <a:ext cx="1401763" cy="638175"/>
            </a:xfrm>
            <a:custGeom>
              <a:avLst/>
              <a:gdLst>
                <a:gd name="T0" fmla="*/ 2147483646 w 1559"/>
                <a:gd name="T1" fmla="*/ 0 h 708"/>
                <a:gd name="T2" fmla="*/ 2147483646 w 1559"/>
                <a:gd name="T3" fmla="*/ 0 h 708"/>
                <a:gd name="T4" fmla="*/ 2147483646 w 1559"/>
                <a:gd name="T5" fmla="*/ 2147483646 h 708"/>
                <a:gd name="T6" fmla="*/ 0 w 1559"/>
                <a:gd name="T7" fmla="*/ 2147483646 h 708"/>
                <a:gd name="T8" fmla="*/ 0 w 1559"/>
                <a:gd name="T9" fmla="*/ 2147483646 h 708"/>
                <a:gd name="T10" fmla="*/ 0 w 1559"/>
                <a:gd name="T11" fmla="*/ 2147483646 h 708"/>
                <a:gd name="T12" fmla="*/ 2147483646 w 1559"/>
                <a:gd name="T13" fmla="*/ 2147483646 h 708"/>
                <a:gd name="T14" fmla="*/ 2147483646 w 1559"/>
                <a:gd name="T15" fmla="*/ 2147483646 h 708"/>
                <a:gd name="T16" fmla="*/ 2147483646 w 1559"/>
                <a:gd name="T17" fmla="*/ 2147483646 h 708"/>
                <a:gd name="T18" fmla="*/ 2147483646 w 1559"/>
                <a:gd name="T19" fmla="*/ 2147483646 h 708"/>
                <a:gd name="T20" fmla="*/ 2147483646 w 1559"/>
                <a:gd name="T21" fmla="*/ 2147483646 h 708"/>
                <a:gd name="T22" fmla="*/ 2147483646 w 1559"/>
                <a:gd name="T23" fmla="*/ 2147483646 h 708"/>
                <a:gd name="T24" fmla="*/ 2147483646 w 1559"/>
                <a:gd name="T25" fmla="*/ 2147483646 h 708"/>
                <a:gd name="T26" fmla="*/ 2147483646 w 1559"/>
                <a:gd name="T27" fmla="*/ 2147483646 h 708"/>
                <a:gd name="T28" fmla="*/ 2147483646 w 1559"/>
                <a:gd name="T29" fmla="*/ 2147483646 h 708"/>
                <a:gd name="T30" fmla="*/ 2147483646 w 1559"/>
                <a:gd name="T31" fmla="*/ 0 h 708"/>
                <a:gd name="T32" fmla="*/ 2147483646 w 1559"/>
                <a:gd name="T33" fmla="*/ 0 h 70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59"/>
                <a:gd name="T52" fmla="*/ 0 h 708"/>
                <a:gd name="T53" fmla="*/ 1559 w 1559"/>
                <a:gd name="T54" fmla="*/ 708 h 70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59" h="708">
                  <a:moveTo>
                    <a:pt x="779" y="0"/>
                  </a:moveTo>
                  <a:cubicBezTo>
                    <a:pt x="212" y="0"/>
                    <a:pt x="212" y="0"/>
                    <a:pt x="142" y="0"/>
                  </a:cubicBezTo>
                  <a:cubicBezTo>
                    <a:pt x="71" y="0"/>
                    <a:pt x="71" y="0"/>
                    <a:pt x="35" y="35"/>
                  </a:cubicBezTo>
                  <a:cubicBezTo>
                    <a:pt x="0" y="71"/>
                    <a:pt x="0" y="71"/>
                    <a:pt x="0" y="141"/>
                  </a:cubicBezTo>
                  <a:cubicBezTo>
                    <a:pt x="0" y="212"/>
                    <a:pt x="0" y="212"/>
                    <a:pt x="0" y="354"/>
                  </a:cubicBezTo>
                  <a:cubicBezTo>
                    <a:pt x="0" y="496"/>
                    <a:pt x="0" y="496"/>
                    <a:pt x="0" y="567"/>
                  </a:cubicBezTo>
                  <a:cubicBezTo>
                    <a:pt x="0" y="637"/>
                    <a:pt x="0" y="637"/>
                    <a:pt x="35" y="673"/>
                  </a:cubicBezTo>
                  <a:cubicBezTo>
                    <a:pt x="71" y="708"/>
                    <a:pt x="71" y="708"/>
                    <a:pt x="142" y="708"/>
                  </a:cubicBezTo>
                  <a:cubicBezTo>
                    <a:pt x="212" y="708"/>
                    <a:pt x="212" y="708"/>
                    <a:pt x="779" y="708"/>
                  </a:cubicBezTo>
                  <a:cubicBezTo>
                    <a:pt x="1346" y="708"/>
                    <a:pt x="1346" y="708"/>
                    <a:pt x="1417" y="708"/>
                  </a:cubicBezTo>
                  <a:cubicBezTo>
                    <a:pt x="1488" y="708"/>
                    <a:pt x="1488" y="708"/>
                    <a:pt x="1523" y="673"/>
                  </a:cubicBezTo>
                  <a:cubicBezTo>
                    <a:pt x="1559" y="637"/>
                    <a:pt x="1559" y="637"/>
                    <a:pt x="1559" y="567"/>
                  </a:cubicBezTo>
                  <a:cubicBezTo>
                    <a:pt x="1559" y="496"/>
                    <a:pt x="1559" y="496"/>
                    <a:pt x="1559" y="354"/>
                  </a:cubicBezTo>
                  <a:cubicBezTo>
                    <a:pt x="1559" y="212"/>
                    <a:pt x="1559" y="212"/>
                    <a:pt x="1559" y="141"/>
                  </a:cubicBezTo>
                  <a:cubicBezTo>
                    <a:pt x="1559" y="71"/>
                    <a:pt x="1559" y="71"/>
                    <a:pt x="1523" y="35"/>
                  </a:cubicBezTo>
                  <a:cubicBezTo>
                    <a:pt x="1488" y="0"/>
                    <a:pt x="1488" y="0"/>
                    <a:pt x="1417" y="0"/>
                  </a:cubicBezTo>
                  <a:cubicBezTo>
                    <a:pt x="1346" y="0"/>
                    <a:pt x="1346" y="0"/>
                    <a:pt x="779" y="0"/>
                  </a:cubicBezTo>
                </a:path>
              </a:pathLst>
            </a:custGeom>
            <a:noFill/>
            <a:ln w="17463">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79" name="Rectangle 136">
              <a:extLst>
                <a:ext uri="{FF2B5EF4-FFF2-40B4-BE49-F238E27FC236}">
                  <a16:creationId xmlns:a16="http://schemas.microsoft.com/office/drawing/2014/main" id="{C3080A41-D341-4869-9F62-D20CFF148674}"/>
                </a:ext>
              </a:extLst>
            </p:cNvPr>
            <p:cNvSpPr>
              <a:spLocks noChangeArrowheads="1"/>
            </p:cNvSpPr>
            <p:nvPr/>
          </p:nvSpPr>
          <p:spPr bwMode="auto">
            <a:xfrm>
              <a:off x="4230688" y="554038"/>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80" name="Rectangle 313">
              <a:extLst>
                <a:ext uri="{FF2B5EF4-FFF2-40B4-BE49-F238E27FC236}">
                  <a16:creationId xmlns:a16="http://schemas.microsoft.com/office/drawing/2014/main" id="{A4A84895-BF19-469B-A00B-C89C73F20AA5}"/>
                </a:ext>
              </a:extLst>
            </p:cNvPr>
            <p:cNvSpPr>
              <a:spLocks noChangeArrowheads="1"/>
            </p:cNvSpPr>
            <p:nvPr/>
          </p:nvSpPr>
          <p:spPr bwMode="auto">
            <a:xfrm>
              <a:off x="1962150" y="2490788"/>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81" name="Rectangle 327">
              <a:extLst>
                <a:ext uri="{FF2B5EF4-FFF2-40B4-BE49-F238E27FC236}">
                  <a16:creationId xmlns:a16="http://schemas.microsoft.com/office/drawing/2014/main" id="{71501219-4CBA-44DC-ADCD-F2C74CF2A7CB}"/>
                </a:ext>
              </a:extLst>
            </p:cNvPr>
            <p:cNvSpPr>
              <a:spLocks noChangeArrowheads="1"/>
            </p:cNvSpPr>
            <p:nvPr/>
          </p:nvSpPr>
          <p:spPr bwMode="auto">
            <a:xfrm>
              <a:off x="5265738" y="2571750"/>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82" name="Rectangle 328">
              <a:extLst>
                <a:ext uri="{FF2B5EF4-FFF2-40B4-BE49-F238E27FC236}">
                  <a16:creationId xmlns:a16="http://schemas.microsoft.com/office/drawing/2014/main" id="{64D23C46-70C1-48E3-A00E-DC5EAB2FEBC4}"/>
                </a:ext>
              </a:extLst>
            </p:cNvPr>
            <p:cNvSpPr>
              <a:spLocks noChangeArrowheads="1"/>
            </p:cNvSpPr>
            <p:nvPr/>
          </p:nvSpPr>
          <p:spPr bwMode="auto">
            <a:xfrm>
              <a:off x="5580063" y="2492375"/>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283" name="Rectangle 329">
              <a:extLst>
                <a:ext uri="{FF2B5EF4-FFF2-40B4-BE49-F238E27FC236}">
                  <a16:creationId xmlns:a16="http://schemas.microsoft.com/office/drawing/2014/main" id="{6665F7C6-5E34-48A8-9214-5C570E23DEE3}"/>
                </a:ext>
              </a:extLst>
            </p:cNvPr>
            <p:cNvSpPr>
              <a:spLocks noChangeArrowheads="1"/>
            </p:cNvSpPr>
            <p:nvPr/>
          </p:nvSpPr>
          <p:spPr bwMode="auto">
            <a:xfrm>
              <a:off x="5408613" y="2490788"/>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93187" name="Title 1">
            <a:extLst>
              <a:ext uri="{FF2B5EF4-FFF2-40B4-BE49-F238E27FC236}">
                <a16:creationId xmlns:a16="http://schemas.microsoft.com/office/drawing/2014/main" id="{30C3425D-FF04-47F7-845D-6EC70865B4EE}"/>
              </a:ext>
            </a:extLst>
          </p:cNvPr>
          <p:cNvSpPr txBox="1">
            <a:spLocks/>
          </p:cNvSpPr>
          <p:nvPr/>
        </p:nvSpPr>
        <p:spPr bwMode="auto">
          <a:xfrm>
            <a:off x="0" y="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Karnaugh maps for the first JK flip-flop</a:t>
            </a:r>
          </a:p>
        </p:txBody>
      </p:sp>
      <p:cxnSp>
        <p:nvCxnSpPr>
          <p:cNvPr id="93188" name="Straight Arrow Connector 319">
            <a:extLst>
              <a:ext uri="{FF2B5EF4-FFF2-40B4-BE49-F238E27FC236}">
                <a16:creationId xmlns:a16="http://schemas.microsoft.com/office/drawing/2014/main" id="{293F8FCE-7503-4EF5-AC8E-B80D709E5CFC}"/>
              </a:ext>
            </a:extLst>
          </p:cNvPr>
          <p:cNvCxnSpPr>
            <a:cxnSpLocks noChangeShapeType="1"/>
          </p:cNvCxnSpPr>
          <p:nvPr/>
        </p:nvCxnSpPr>
        <p:spPr bwMode="auto">
          <a:xfrm>
            <a:off x="914400" y="5562600"/>
            <a:ext cx="990600" cy="0"/>
          </a:xfrm>
          <a:prstGeom prst="straightConnector1">
            <a:avLst/>
          </a:prstGeom>
          <a:noFill/>
          <a:ln w="25400">
            <a:solidFill>
              <a:srgbClr val="FF0000"/>
            </a:solidFill>
            <a:round/>
            <a:headEnd/>
            <a:tailEnd type="arrow" w="med" len="med"/>
          </a:ln>
          <a:extLst>
            <a:ext uri="{909E8E84-426E-40DD-AFC4-6F175D3DCCD1}">
              <a14:hiddenFill xmlns:a14="http://schemas.microsoft.com/office/drawing/2010/main">
                <a:noFill/>
              </a14:hiddenFill>
            </a:ext>
          </a:extLst>
        </p:spPr>
      </p:cxnSp>
      <p:sp>
        <p:nvSpPr>
          <p:cNvPr id="93189" name="TextBox 321">
            <a:extLst>
              <a:ext uri="{FF2B5EF4-FFF2-40B4-BE49-F238E27FC236}">
                <a16:creationId xmlns:a16="http://schemas.microsoft.com/office/drawing/2014/main" id="{7718E36F-080A-471E-BBE8-748C6E8CB22E}"/>
              </a:ext>
            </a:extLst>
          </p:cNvPr>
          <p:cNvSpPr txBox="1">
            <a:spLocks noChangeArrowheads="1"/>
          </p:cNvSpPr>
          <p:nvPr/>
        </p:nvSpPr>
        <p:spPr bwMode="auto">
          <a:xfrm>
            <a:off x="334963" y="5268913"/>
            <a:ext cx="40640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J</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cxnSp>
        <p:nvCxnSpPr>
          <p:cNvPr id="93190" name="Straight Arrow Connector 326">
            <a:extLst>
              <a:ext uri="{FF2B5EF4-FFF2-40B4-BE49-F238E27FC236}">
                <a16:creationId xmlns:a16="http://schemas.microsoft.com/office/drawing/2014/main" id="{0B04B29D-9B30-4380-8AC8-92AD7A183455}"/>
              </a:ext>
            </a:extLst>
          </p:cNvPr>
          <p:cNvCxnSpPr>
            <a:cxnSpLocks noChangeShapeType="1"/>
          </p:cNvCxnSpPr>
          <p:nvPr/>
        </p:nvCxnSpPr>
        <p:spPr bwMode="auto">
          <a:xfrm rot="10800000">
            <a:off x="7545388" y="5551488"/>
            <a:ext cx="990600" cy="0"/>
          </a:xfrm>
          <a:prstGeom prst="straightConnector1">
            <a:avLst/>
          </a:prstGeom>
          <a:noFill/>
          <a:ln w="25400">
            <a:solidFill>
              <a:srgbClr val="3366FF"/>
            </a:solidFill>
            <a:round/>
            <a:headEnd/>
            <a:tailEnd type="arrow" w="med" len="med"/>
          </a:ln>
          <a:extLst>
            <a:ext uri="{909E8E84-426E-40DD-AFC4-6F175D3DCCD1}">
              <a14:hiddenFill xmlns:a14="http://schemas.microsoft.com/office/drawing/2010/main">
                <a:noFill/>
              </a14:hiddenFill>
            </a:ext>
          </a:extLst>
        </p:spPr>
      </p:cxnSp>
      <p:sp>
        <p:nvSpPr>
          <p:cNvPr id="93191" name="TextBox 327">
            <a:extLst>
              <a:ext uri="{FF2B5EF4-FFF2-40B4-BE49-F238E27FC236}">
                <a16:creationId xmlns:a16="http://schemas.microsoft.com/office/drawing/2014/main" id="{1B00351B-8EA0-4B13-9724-3B55F0963674}"/>
              </a:ext>
            </a:extLst>
          </p:cNvPr>
          <p:cNvSpPr txBox="1">
            <a:spLocks noChangeArrowheads="1"/>
          </p:cNvSpPr>
          <p:nvPr/>
        </p:nvSpPr>
        <p:spPr bwMode="auto">
          <a:xfrm>
            <a:off x="8605838" y="5257800"/>
            <a:ext cx="50958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rPr>
              <a:t>K</a:t>
            </a:r>
            <a:r>
              <a:rPr kumimoji="0" lang="en-US" altLang="en-US" sz="2400" b="0" i="0" u="none" strike="noStrike" kern="1200" cap="none" spc="0" normalizeH="0" baseline="-25000" noProof="0">
                <a:ln>
                  <a:noFill/>
                </a:ln>
                <a:solidFill>
                  <a:srgbClr val="0000FF"/>
                </a:solidFill>
                <a:effectLst/>
                <a:uLnTx/>
                <a:uFillTx/>
                <a:latin typeface="Times" panose="02020603050405020304" pitchFamily="18" charset="0"/>
                <a:ea typeface="MS PGothic" panose="020B0600070205080204" pitchFamily="34" charset="-128"/>
                <a:cs typeface="+mn-cs"/>
              </a:rPr>
              <a:t>0</a:t>
            </a:r>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4209" name="Group 1">
            <a:extLst>
              <a:ext uri="{FF2B5EF4-FFF2-40B4-BE49-F238E27FC236}">
                <a16:creationId xmlns:a16="http://schemas.microsoft.com/office/drawing/2014/main" id="{8A47B556-EAC9-47F3-82D8-EDF056E87634}"/>
              </a:ext>
            </a:extLst>
          </p:cNvPr>
          <p:cNvGrpSpPr>
            <a:grpSpLocks/>
          </p:cNvGrpSpPr>
          <p:nvPr/>
        </p:nvGrpSpPr>
        <p:grpSpPr bwMode="auto">
          <a:xfrm>
            <a:off x="228600" y="685800"/>
            <a:ext cx="8686800" cy="3492500"/>
            <a:chOff x="246063" y="1227138"/>
            <a:chExt cx="8686800" cy="3492500"/>
          </a:xfrm>
        </p:grpSpPr>
        <p:sp>
          <p:nvSpPr>
            <p:cNvPr id="94312" name="Rectangle 4">
              <a:extLst>
                <a:ext uri="{FF2B5EF4-FFF2-40B4-BE49-F238E27FC236}">
                  <a16:creationId xmlns:a16="http://schemas.microsoft.com/office/drawing/2014/main" id="{43A45B44-2BE6-431B-8F14-3762293ADDE5}"/>
                </a:ext>
              </a:extLst>
            </p:cNvPr>
            <p:cNvSpPr>
              <a:spLocks noChangeArrowheads="1"/>
            </p:cNvSpPr>
            <p:nvPr/>
          </p:nvSpPr>
          <p:spPr bwMode="auto">
            <a:xfrm>
              <a:off x="547688" y="1227138"/>
              <a:ext cx="8382000" cy="95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13" name="Rectangle 5">
              <a:extLst>
                <a:ext uri="{FF2B5EF4-FFF2-40B4-BE49-F238E27FC236}">
                  <a16:creationId xmlns:a16="http://schemas.microsoft.com/office/drawing/2014/main" id="{53F6692A-7271-4EF6-9524-89D2299B489D}"/>
                </a:ext>
              </a:extLst>
            </p:cNvPr>
            <p:cNvSpPr>
              <a:spLocks noChangeArrowheads="1"/>
            </p:cNvSpPr>
            <p:nvPr/>
          </p:nvSpPr>
          <p:spPr bwMode="auto">
            <a:xfrm>
              <a:off x="547688" y="1227138"/>
              <a:ext cx="11112" cy="41116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14" name="Rectangle 6">
              <a:extLst>
                <a:ext uri="{FF2B5EF4-FFF2-40B4-BE49-F238E27FC236}">
                  <a16:creationId xmlns:a16="http://schemas.microsoft.com/office/drawing/2014/main" id="{4288ED2C-4747-4962-AA96-FB68396957DE}"/>
                </a:ext>
              </a:extLst>
            </p:cNvPr>
            <p:cNvSpPr>
              <a:spLocks noChangeArrowheads="1"/>
            </p:cNvSpPr>
            <p:nvPr/>
          </p:nvSpPr>
          <p:spPr bwMode="auto">
            <a:xfrm>
              <a:off x="1462088" y="1227138"/>
              <a:ext cx="11112" cy="41116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15" name="Rectangle 7">
              <a:extLst>
                <a:ext uri="{FF2B5EF4-FFF2-40B4-BE49-F238E27FC236}">
                  <a16:creationId xmlns:a16="http://schemas.microsoft.com/office/drawing/2014/main" id="{0C52636B-9184-44BF-B82E-931B42DC2432}"/>
                </a:ext>
              </a:extLst>
            </p:cNvPr>
            <p:cNvSpPr>
              <a:spLocks noChangeArrowheads="1"/>
            </p:cNvSpPr>
            <p:nvPr/>
          </p:nvSpPr>
          <p:spPr bwMode="auto">
            <a:xfrm>
              <a:off x="676275" y="1457325"/>
              <a:ext cx="7302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16" name="Rectangle 8">
              <a:extLst>
                <a:ext uri="{FF2B5EF4-FFF2-40B4-BE49-F238E27FC236}">
                  <a16:creationId xmlns:a16="http://schemas.microsoft.com/office/drawing/2014/main" id="{4F7B4A08-4123-4B5B-B584-9B875F86EA58}"/>
                </a:ext>
              </a:extLst>
            </p:cNvPr>
            <p:cNvSpPr>
              <a:spLocks noChangeArrowheads="1"/>
            </p:cNvSpPr>
            <p:nvPr/>
          </p:nvSpPr>
          <p:spPr bwMode="auto">
            <a:xfrm>
              <a:off x="8050213" y="1227138"/>
              <a:ext cx="11112" cy="41116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17" name="Rectangle 9">
              <a:extLst>
                <a:ext uri="{FF2B5EF4-FFF2-40B4-BE49-F238E27FC236}">
                  <a16:creationId xmlns:a16="http://schemas.microsoft.com/office/drawing/2014/main" id="{30F75065-1477-46AD-B244-C78E13431868}"/>
                </a:ext>
              </a:extLst>
            </p:cNvPr>
            <p:cNvSpPr>
              <a:spLocks noChangeArrowheads="1"/>
            </p:cNvSpPr>
            <p:nvPr/>
          </p:nvSpPr>
          <p:spPr bwMode="auto">
            <a:xfrm>
              <a:off x="8921750" y="1227138"/>
              <a:ext cx="11113" cy="41116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18" name="Rectangle 10">
              <a:extLst>
                <a:ext uri="{FF2B5EF4-FFF2-40B4-BE49-F238E27FC236}">
                  <a16:creationId xmlns:a16="http://schemas.microsoft.com/office/drawing/2014/main" id="{4F55D0BA-70C5-4AB9-8A95-3BA56715551E}"/>
                </a:ext>
              </a:extLst>
            </p:cNvPr>
            <p:cNvSpPr>
              <a:spLocks noChangeArrowheads="1"/>
            </p:cNvSpPr>
            <p:nvPr/>
          </p:nvSpPr>
          <p:spPr bwMode="auto">
            <a:xfrm>
              <a:off x="1462088" y="1649413"/>
              <a:ext cx="6583362"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19" name="Rectangle 11">
              <a:extLst>
                <a:ext uri="{FF2B5EF4-FFF2-40B4-BE49-F238E27FC236}">
                  <a16:creationId xmlns:a16="http://schemas.microsoft.com/office/drawing/2014/main" id="{F7A25B6B-CF95-425C-951B-ADE59F05B682}"/>
                </a:ext>
              </a:extLst>
            </p:cNvPr>
            <p:cNvSpPr>
              <a:spLocks noChangeArrowheads="1"/>
            </p:cNvSpPr>
            <p:nvPr/>
          </p:nvSpPr>
          <p:spPr bwMode="auto">
            <a:xfrm>
              <a:off x="547688" y="1638300"/>
              <a:ext cx="11112" cy="4032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20" name="Rectangle 12">
              <a:extLst>
                <a:ext uri="{FF2B5EF4-FFF2-40B4-BE49-F238E27FC236}">
                  <a16:creationId xmlns:a16="http://schemas.microsoft.com/office/drawing/2014/main" id="{1B3EAC23-E329-436A-8D59-C8FF2D7E4CD9}"/>
                </a:ext>
              </a:extLst>
            </p:cNvPr>
            <p:cNvSpPr>
              <a:spLocks noChangeArrowheads="1"/>
            </p:cNvSpPr>
            <p:nvPr/>
          </p:nvSpPr>
          <p:spPr bwMode="auto">
            <a:xfrm>
              <a:off x="4065588" y="1328738"/>
              <a:ext cx="142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Flip-flop inputs</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21" name="Rectangle 13">
              <a:extLst>
                <a:ext uri="{FF2B5EF4-FFF2-40B4-BE49-F238E27FC236}">
                  <a16:creationId xmlns:a16="http://schemas.microsoft.com/office/drawing/2014/main" id="{93278B81-7460-4C88-8483-43DCFE4308E1}"/>
                </a:ext>
              </a:extLst>
            </p:cNvPr>
            <p:cNvSpPr>
              <a:spLocks noChangeArrowheads="1"/>
            </p:cNvSpPr>
            <p:nvPr/>
          </p:nvSpPr>
          <p:spPr bwMode="auto">
            <a:xfrm>
              <a:off x="1462088" y="1638300"/>
              <a:ext cx="11112" cy="4032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22" name="Rectangle 14">
              <a:extLst>
                <a:ext uri="{FF2B5EF4-FFF2-40B4-BE49-F238E27FC236}">
                  <a16:creationId xmlns:a16="http://schemas.microsoft.com/office/drawing/2014/main" id="{D1384D73-2269-41CA-A499-2217209F70BF}"/>
                </a:ext>
              </a:extLst>
            </p:cNvPr>
            <p:cNvSpPr>
              <a:spLocks noChangeArrowheads="1"/>
            </p:cNvSpPr>
            <p:nvPr/>
          </p:nvSpPr>
          <p:spPr bwMode="auto">
            <a:xfrm>
              <a:off x="800100" y="1741488"/>
              <a:ext cx="4762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23" name="Rectangle 15">
              <a:extLst>
                <a:ext uri="{FF2B5EF4-FFF2-40B4-BE49-F238E27FC236}">
                  <a16:creationId xmlns:a16="http://schemas.microsoft.com/office/drawing/2014/main" id="{E14E297F-35FB-440F-B738-69FF22844490}"/>
                </a:ext>
              </a:extLst>
            </p:cNvPr>
            <p:cNvSpPr>
              <a:spLocks noChangeArrowheads="1"/>
            </p:cNvSpPr>
            <p:nvPr/>
          </p:nvSpPr>
          <p:spPr bwMode="auto">
            <a:xfrm>
              <a:off x="2822575" y="1739900"/>
              <a:ext cx="2095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24" name="Rectangle 16">
              <a:extLst>
                <a:ext uri="{FF2B5EF4-FFF2-40B4-BE49-F238E27FC236}">
                  <a16:creationId xmlns:a16="http://schemas.microsoft.com/office/drawing/2014/main" id="{607BCDE4-4781-4144-9355-D6651D56C826}"/>
                </a:ext>
              </a:extLst>
            </p:cNvPr>
            <p:cNvSpPr>
              <a:spLocks noChangeArrowheads="1"/>
            </p:cNvSpPr>
            <p:nvPr/>
          </p:nvSpPr>
          <p:spPr bwMode="auto">
            <a:xfrm>
              <a:off x="3051175" y="1739900"/>
              <a:ext cx="185738"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25" name="Rectangle 17">
              <a:extLst>
                <a:ext uri="{FF2B5EF4-FFF2-40B4-BE49-F238E27FC236}">
                  <a16:creationId xmlns:a16="http://schemas.microsoft.com/office/drawing/2014/main" id="{3B40BC78-4CCF-48B0-BEAF-44BA4E7E3C12}"/>
                </a:ext>
              </a:extLst>
            </p:cNvPr>
            <p:cNvSpPr>
              <a:spLocks noChangeArrowheads="1"/>
            </p:cNvSpPr>
            <p:nvPr/>
          </p:nvSpPr>
          <p:spPr bwMode="auto">
            <a:xfrm>
              <a:off x="4745038" y="1638300"/>
              <a:ext cx="11112" cy="4032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26" name="Rectangle 18">
              <a:extLst>
                <a:ext uri="{FF2B5EF4-FFF2-40B4-BE49-F238E27FC236}">
                  <a16:creationId xmlns:a16="http://schemas.microsoft.com/office/drawing/2014/main" id="{396DC3BB-9854-4E01-9E3C-C40D7F0446D4}"/>
                </a:ext>
              </a:extLst>
            </p:cNvPr>
            <p:cNvSpPr>
              <a:spLocks noChangeArrowheads="1"/>
            </p:cNvSpPr>
            <p:nvPr/>
          </p:nvSpPr>
          <p:spPr bwMode="auto">
            <a:xfrm>
              <a:off x="3286125" y="1739900"/>
              <a:ext cx="1714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27" name="Rectangle 19">
              <a:extLst>
                <a:ext uri="{FF2B5EF4-FFF2-40B4-BE49-F238E27FC236}">
                  <a16:creationId xmlns:a16="http://schemas.microsoft.com/office/drawing/2014/main" id="{7A3182C9-E48D-4438-984C-368FD5ED6EB5}"/>
                </a:ext>
              </a:extLst>
            </p:cNvPr>
            <p:cNvSpPr>
              <a:spLocks noChangeArrowheads="1"/>
            </p:cNvSpPr>
            <p:nvPr/>
          </p:nvSpPr>
          <p:spPr bwMode="auto">
            <a:xfrm>
              <a:off x="6111875" y="1739900"/>
              <a:ext cx="2095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28" name="Rectangle 20">
              <a:extLst>
                <a:ext uri="{FF2B5EF4-FFF2-40B4-BE49-F238E27FC236}">
                  <a16:creationId xmlns:a16="http://schemas.microsoft.com/office/drawing/2014/main" id="{C0A7FD4A-878C-4969-B9BC-1879C5EE3CEC}"/>
                </a:ext>
              </a:extLst>
            </p:cNvPr>
            <p:cNvSpPr>
              <a:spLocks noChangeArrowheads="1"/>
            </p:cNvSpPr>
            <p:nvPr/>
          </p:nvSpPr>
          <p:spPr bwMode="auto">
            <a:xfrm>
              <a:off x="6340475" y="1739900"/>
              <a:ext cx="185738"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29" name="Rectangle 21">
              <a:extLst>
                <a:ext uri="{FF2B5EF4-FFF2-40B4-BE49-F238E27FC236}">
                  <a16:creationId xmlns:a16="http://schemas.microsoft.com/office/drawing/2014/main" id="{020EEA25-0C6D-425C-A176-A5F19E4A1E86}"/>
                </a:ext>
              </a:extLst>
            </p:cNvPr>
            <p:cNvSpPr>
              <a:spLocks noChangeArrowheads="1"/>
            </p:cNvSpPr>
            <p:nvPr/>
          </p:nvSpPr>
          <p:spPr bwMode="auto">
            <a:xfrm>
              <a:off x="8050213" y="1638300"/>
              <a:ext cx="11112" cy="4032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30" name="Rectangle 22">
              <a:extLst>
                <a:ext uri="{FF2B5EF4-FFF2-40B4-BE49-F238E27FC236}">
                  <a16:creationId xmlns:a16="http://schemas.microsoft.com/office/drawing/2014/main" id="{FA8C6D18-C796-401E-9C43-CD50620FDBE3}"/>
                </a:ext>
              </a:extLst>
            </p:cNvPr>
            <p:cNvSpPr>
              <a:spLocks noChangeArrowheads="1"/>
            </p:cNvSpPr>
            <p:nvPr/>
          </p:nvSpPr>
          <p:spPr bwMode="auto">
            <a:xfrm>
              <a:off x="6577013" y="1739900"/>
              <a:ext cx="1714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31" name="Rectangle 23">
              <a:extLst>
                <a:ext uri="{FF2B5EF4-FFF2-40B4-BE49-F238E27FC236}">
                  <a16:creationId xmlns:a16="http://schemas.microsoft.com/office/drawing/2014/main" id="{4B16D02A-4128-4BEA-BA21-2D5F990E1535}"/>
                </a:ext>
              </a:extLst>
            </p:cNvPr>
            <p:cNvSpPr>
              <a:spLocks noChangeArrowheads="1"/>
            </p:cNvSpPr>
            <p:nvPr/>
          </p:nvSpPr>
          <p:spPr bwMode="auto">
            <a:xfrm>
              <a:off x="8921750" y="1638300"/>
              <a:ext cx="11113" cy="40322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32" name="Rectangle 24">
              <a:extLst>
                <a:ext uri="{FF2B5EF4-FFF2-40B4-BE49-F238E27FC236}">
                  <a16:creationId xmlns:a16="http://schemas.microsoft.com/office/drawing/2014/main" id="{A541717B-0BB8-41A0-A3F0-E07928EF06B6}"/>
                </a:ext>
              </a:extLst>
            </p:cNvPr>
            <p:cNvSpPr>
              <a:spLocks noChangeArrowheads="1"/>
            </p:cNvSpPr>
            <p:nvPr/>
          </p:nvSpPr>
          <p:spPr bwMode="auto">
            <a:xfrm>
              <a:off x="1462088" y="2052638"/>
              <a:ext cx="6583362" cy="111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33" name="Rectangle 25">
              <a:extLst>
                <a:ext uri="{FF2B5EF4-FFF2-40B4-BE49-F238E27FC236}">
                  <a16:creationId xmlns:a16="http://schemas.microsoft.com/office/drawing/2014/main" id="{355C9253-5691-4E03-887D-F2BBA938AB75}"/>
                </a:ext>
              </a:extLst>
            </p:cNvPr>
            <p:cNvSpPr>
              <a:spLocks noChangeArrowheads="1"/>
            </p:cNvSpPr>
            <p:nvPr/>
          </p:nvSpPr>
          <p:spPr bwMode="auto">
            <a:xfrm>
              <a:off x="547688" y="2041525"/>
              <a:ext cx="11112"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34" name="Rectangle 26">
              <a:extLst>
                <a:ext uri="{FF2B5EF4-FFF2-40B4-BE49-F238E27FC236}">
                  <a16:creationId xmlns:a16="http://schemas.microsoft.com/office/drawing/2014/main" id="{13D8F8B3-48E1-4F95-928B-6742ED5B0745}"/>
                </a:ext>
              </a:extLst>
            </p:cNvPr>
            <p:cNvSpPr>
              <a:spLocks noChangeArrowheads="1"/>
            </p:cNvSpPr>
            <p:nvPr/>
          </p:nvSpPr>
          <p:spPr bwMode="auto">
            <a:xfrm>
              <a:off x="8212138" y="1612900"/>
              <a:ext cx="6159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Count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35" name="Rectangle 27">
              <a:extLst>
                <a:ext uri="{FF2B5EF4-FFF2-40B4-BE49-F238E27FC236}">
                  <a16:creationId xmlns:a16="http://schemas.microsoft.com/office/drawing/2014/main" id="{139AEDE2-8799-438D-9B60-DE0440697C7A}"/>
                </a:ext>
              </a:extLst>
            </p:cNvPr>
            <p:cNvSpPr>
              <a:spLocks noChangeArrowheads="1"/>
            </p:cNvSpPr>
            <p:nvPr/>
          </p:nvSpPr>
          <p:spPr bwMode="auto">
            <a:xfrm>
              <a:off x="688975" y="1981200"/>
              <a:ext cx="1587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36" name="Rectangle 28">
              <a:extLst>
                <a:ext uri="{FF2B5EF4-FFF2-40B4-BE49-F238E27FC236}">
                  <a16:creationId xmlns:a16="http://schemas.microsoft.com/office/drawing/2014/main" id="{C7BA0073-97EC-452A-96DC-52A3D61D1AAA}"/>
                </a:ext>
              </a:extLst>
            </p:cNvPr>
            <p:cNvSpPr>
              <a:spLocks noChangeArrowheads="1"/>
            </p:cNvSpPr>
            <p:nvPr/>
          </p:nvSpPr>
          <p:spPr bwMode="auto">
            <a:xfrm>
              <a:off x="800100"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37" name="Rectangle 29">
              <a:extLst>
                <a:ext uri="{FF2B5EF4-FFF2-40B4-BE49-F238E27FC236}">
                  <a16:creationId xmlns:a16="http://schemas.microsoft.com/office/drawing/2014/main" id="{24590D4E-1DB4-4BE0-BF28-C1A4A50405E2}"/>
                </a:ext>
              </a:extLst>
            </p:cNvPr>
            <p:cNvSpPr>
              <a:spLocks noChangeArrowheads="1"/>
            </p:cNvSpPr>
            <p:nvPr/>
          </p:nvSpPr>
          <p:spPr bwMode="auto">
            <a:xfrm>
              <a:off x="898525" y="1981200"/>
              <a:ext cx="1587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38" name="Rectangle 30">
              <a:extLst>
                <a:ext uri="{FF2B5EF4-FFF2-40B4-BE49-F238E27FC236}">
                  <a16:creationId xmlns:a16="http://schemas.microsoft.com/office/drawing/2014/main" id="{D3C0253C-AC46-4874-B7BE-F0C64254EF57}"/>
                </a:ext>
              </a:extLst>
            </p:cNvPr>
            <p:cNvSpPr>
              <a:spLocks noChangeArrowheads="1"/>
            </p:cNvSpPr>
            <p:nvPr/>
          </p:nvSpPr>
          <p:spPr bwMode="auto">
            <a:xfrm>
              <a:off x="1008063"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39" name="Rectangle 31">
              <a:extLst>
                <a:ext uri="{FF2B5EF4-FFF2-40B4-BE49-F238E27FC236}">
                  <a16:creationId xmlns:a16="http://schemas.microsoft.com/office/drawing/2014/main" id="{D5B40735-E7D7-4D80-927C-963E40A1C7F3}"/>
                </a:ext>
              </a:extLst>
            </p:cNvPr>
            <p:cNvSpPr>
              <a:spLocks noChangeArrowheads="1"/>
            </p:cNvSpPr>
            <p:nvPr/>
          </p:nvSpPr>
          <p:spPr bwMode="auto">
            <a:xfrm>
              <a:off x="1108075" y="1981200"/>
              <a:ext cx="1587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40" name="Rectangle 32">
              <a:extLst>
                <a:ext uri="{FF2B5EF4-FFF2-40B4-BE49-F238E27FC236}">
                  <a16:creationId xmlns:a16="http://schemas.microsoft.com/office/drawing/2014/main" id="{07C619DD-3522-4967-963E-2A1C4FEE530F}"/>
                </a:ext>
              </a:extLst>
            </p:cNvPr>
            <p:cNvSpPr>
              <a:spLocks noChangeArrowheads="1"/>
            </p:cNvSpPr>
            <p:nvPr/>
          </p:nvSpPr>
          <p:spPr bwMode="auto">
            <a:xfrm>
              <a:off x="1462088" y="2041525"/>
              <a:ext cx="11112"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41" name="Rectangle 33">
              <a:extLst>
                <a:ext uri="{FF2B5EF4-FFF2-40B4-BE49-F238E27FC236}">
                  <a16:creationId xmlns:a16="http://schemas.microsoft.com/office/drawing/2014/main" id="{D7E26A13-370B-4BAA-9857-76190B5952A6}"/>
                </a:ext>
              </a:extLst>
            </p:cNvPr>
            <p:cNvSpPr>
              <a:spLocks noChangeArrowheads="1"/>
            </p:cNvSpPr>
            <p:nvPr/>
          </p:nvSpPr>
          <p:spPr bwMode="auto">
            <a:xfrm>
              <a:off x="1217613"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42" name="Rectangle 34">
              <a:extLst>
                <a:ext uri="{FF2B5EF4-FFF2-40B4-BE49-F238E27FC236}">
                  <a16:creationId xmlns:a16="http://schemas.microsoft.com/office/drawing/2014/main" id="{35957A6A-90A6-4B93-A885-7F57C931CEED}"/>
                </a:ext>
              </a:extLst>
            </p:cNvPr>
            <p:cNvSpPr>
              <a:spLocks noChangeArrowheads="1"/>
            </p:cNvSpPr>
            <p:nvPr/>
          </p:nvSpPr>
          <p:spPr bwMode="auto">
            <a:xfrm>
              <a:off x="1598613"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43" name="Rectangle 35">
              <a:extLst>
                <a:ext uri="{FF2B5EF4-FFF2-40B4-BE49-F238E27FC236}">
                  <a16:creationId xmlns:a16="http://schemas.microsoft.com/office/drawing/2014/main" id="{BAED0A74-47B4-4C4A-BAC6-EC33FB2AC696}"/>
                </a:ext>
              </a:extLst>
            </p:cNvPr>
            <p:cNvSpPr>
              <a:spLocks noChangeArrowheads="1"/>
            </p:cNvSpPr>
            <p:nvPr/>
          </p:nvSpPr>
          <p:spPr bwMode="auto">
            <a:xfrm>
              <a:off x="1725613"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44" name="Rectangle 36">
              <a:extLst>
                <a:ext uri="{FF2B5EF4-FFF2-40B4-BE49-F238E27FC236}">
                  <a16:creationId xmlns:a16="http://schemas.microsoft.com/office/drawing/2014/main" id="{3A0849BD-6E41-4232-86F6-81686C4964E2}"/>
                </a:ext>
              </a:extLst>
            </p:cNvPr>
            <p:cNvSpPr>
              <a:spLocks noChangeArrowheads="1"/>
            </p:cNvSpPr>
            <p:nvPr/>
          </p:nvSpPr>
          <p:spPr bwMode="auto">
            <a:xfrm>
              <a:off x="1827213"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45" name="Rectangle 37">
              <a:extLst>
                <a:ext uri="{FF2B5EF4-FFF2-40B4-BE49-F238E27FC236}">
                  <a16:creationId xmlns:a16="http://schemas.microsoft.com/office/drawing/2014/main" id="{DF9B8E9B-BCDE-43D4-B642-2AAA7B5096BE}"/>
                </a:ext>
              </a:extLst>
            </p:cNvPr>
            <p:cNvSpPr>
              <a:spLocks noChangeArrowheads="1"/>
            </p:cNvSpPr>
            <p:nvPr/>
          </p:nvSpPr>
          <p:spPr bwMode="auto">
            <a:xfrm>
              <a:off x="1957388"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46" name="Rectangle 38">
              <a:extLst>
                <a:ext uri="{FF2B5EF4-FFF2-40B4-BE49-F238E27FC236}">
                  <a16:creationId xmlns:a16="http://schemas.microsoft.com/office/drawing/2014/main" id="{3C976586-A056-44F8-B4C9-582991DB9A16}"/>
                </a:ext>
              </a:extLst>
            </p:cNvPr>
            <p:cNvSpPr>
              <a:spLocks noChangeArrowheads="1"/>
            </p:cNvSpPr>
            <p:nvPr/>
          </p:nvSpPr>
          <p:spPr bwMode="auto">
            <a:xfrm>
              <a:off x="2055813"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47" name="Rectangle 39">
              <a:extLst>
                <a:ext uri="{FF2B5EF4-FFF2-40B4-BE49-F238E27FC236}">
                  <a16:creationId xmlns:a16="http://schemas.microsoft.com/office/drawing/2014/main" id="{AE32BC12-4EBB-48D0-AFFF-1F08CB4B98F9}"/>
                </a:ext>
              </a:extLst>
            </p:cNvPr>
            <p:cNvSpPr>
              <a:spLocks noChangeArrowheads="1"/>
            </p:cNvSpPr>
            <p:nvPr/>
          </p:nvSpPr>
          <p:spPr bwMode="auto">
            <a:xfrm>
              <a:off x="2422525" y="2041525"/>
              <a:ext cx="11113"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48" name="Rectangle 40">
              <a:extLst>
                <a:ext uri="{FF2B5EF4-FFF2-40B4-BE49-F238E27FC236}">
                  <a16:creationId xmlns:a16="http://schemas.microsoft.com/office/drawing/2014/main" id="{D18899D2-A160-4513-8819-A45C79AB7526}"/>
                </a:ext>
              </a:extLst>
            </p:cNvPr>
            <p:cNvSpPr>
              <a:spLocks noChangeArrowheads="1"/>
            </p:cNvSpPr>
            <p:nvPr/>
          </p:nvSpPr>
          <p:spPr bwMode="auto">
            <a:xfrm>
              <a:off x="218440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49" name="Rectangle 41">
              <a:extLst>
                <a:ext uri="{FF2B5EF4-FFF2-40B4-BE49-F238E27FC236}">
                  <a16:creationId xmlns:a16="http://schemas.microsoft.com/office/drawing/2014/main" id="{FED8BBF7-04BA-4BD5-B766-62458C00B5AB}"/>
                </a:ext>
              </a:extLst>
            </p:cNvPr>
            <p:cNvSpPr>
              <a:spLocks noChangeArrowheads="1"/>
            </p:cNvSpPr>
            <p:nvPr/>
          </p:nvSpPr>
          <p:spPr bwMode="auto">
            <a:xfrm>
              <a:off x="2551113"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50" name="Rectangle 42">
              <a:extLst>
                <a:ext uri="{FF2B5EF4-FFF2-40B4-BE49-F238E27FC236}">
                  <a16:creationId xmlns:a16="http://schemas.microsoft.com/office/drawing/2014/main" id="{AA0BE2A6-5B5D-40A7-8748-76B80A76DFE9}"/>
                </a:ext>
              </a:extLst>
            </p:cNvPr>
            <p:cNvSpPr>
              <a:spLocks noChangeArrowheads="1"/>
            </p:cNvSpPr>
            <p:nvPr/>
          </p:nvSpPr>
          <p:spPr bwMode="auto">
            <a:xfrm>
              <a:off x="2674938"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51" name="Rectangle 43">
              <a:extLst>
                <a:ext uri="{FF2B5EF4-FFF2-40B4-BE49-F238E27FC236}">
                  <a16:creationId xmlns:a16="http://schemas.microsoft.com/office/drawing/2014/main" id="{9E04AEF0-E479-48C5-BD89-D199412B7981}"/>
                </a:ext>
              </a:extLst>
            </p:cNvPr>
            <p:cNvSpPr>
              <a:spLocks noChangeArrowheads="1"/>
            </p:cNvSpPr>
            <p:nvPr/>
          </p:nvSpPr>
          <p:spPr bwMode="auto">
            <a:xfrm>
              <a:off x="2774950"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52" name="Rectangle 44">
              <a:extLst>
                <a:ext uri="{FF2B5EF4-FFF2-40B4-BE49-F238E27FC236}">
                  <a16:creationId xmlns:a16="http://schemas.microsoft.com/office/drawing/2014/main" id="{D56414D8-E5D5-4F21-A298-201BD55B6D6B}"/>
                </a:ext>
              </a:extLst>
            </p:cNvPr>
            <p:cNvSpPr>
              <a:spLocks noChangeArrowheads="1"/>
            </p:cNvSpPr>
            <p:nvPr/>
          </p:nvSpPr>
          <p:spPr bwMode="auto">
            <a:xfrm>
              <a:off x="2963863"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53" name="Rectangle 45">
              <a:extLst>
                <a:ext uri="{FF2B5EF4-FFF2-40B4-BE49-F238E27FC236}">
                  <a16:creationId xmlns:a16="http://schemas.microsoft.com/office/drawing/2014/main" id="{2D55F577-1CC7-4FDD-95FC-BD8E8C50BF01}"/>
                </a:ext>
              </a:extLst>
            </p:cNvPr>
            <p:cNvSpPr>
              <a:spLocks noChangeArrowheads="1"/>
            </p:cNvSpPr>
            <p:nvPr/>
          </p:nvSpPr>
          <p:spPr bwMode="auto">
            <a:xfrm>
              <a:off x="3332163"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54" name="Rectangle 46">
              <a:extLst>
                <a:ext uri="{FF2B5EF4-FFF2-40B4-BE49-F238E27FC236}">
                  <a16:creationId xmlns:a16="http://schemas.microsoft.com/office/drawing/2014/main" id="{6CBF5705-1BA2-4B7D-806C-8A072EFBE2C8}"/>
                </a:ext>
              </a:extLst>
            </p:cNvPr>
            <p:cNvSpPr>
              <a:spLocks noChangeArrowheads="1"/>
            </p:cNvSpPr>
            <p:nvPr/>
          </p:nvSpPr>
          <p:spPr bwMode="auto">
            <a:xfrm>
              <a:off x="345440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55" name="Rectangle 47">
              <a:extLst>
                <a:ext uri="{FF2B5EF4-FFF2-40B4-BE49-F238E27FC236}">
                  <a16:creationId xmlns:a16="http://schemas.microsoft.com/office/drawing/2014/main" id="{45CE3B50-53EE-4DDE-8140-B61BF67EB80F}"/>
                </a:ext>
              </a:extLst>
            </p:cNvPr>
            <p:cNvSpPr>
              <a:spLocks noChangeArrowheads="1"/>
            </p:cNvSpPr>
            <p:nvPr/>
          </p:nvSpPr>
          <p:spPr bwMode="auto">
            <a:xfrm>
              <a:off x="3554413"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56" name="Rectangle 48">
              <a:extLst>
                <a:ext uri="{FF2B5EF4-FFF2-40B4-BE49-F238E27FC236}">
                  <a16:creationId xmlns:a16="http://schemas.microsoft.com/office/drawing/2014/main" id="{0CE30B18-0E7C-4215-B9E7-89C6A508272E}"/>
                </a:ext>
              </a:extLst>
            </p:cNvPr>
            <p:cNvSpPr>
              <a:spLocks noChangeArrowheads="1"/>
            </p:cNvSpPr>
            <p:nvPr/>
          </p:nvSpPr>
          <p:spPr bwMode="auto">
            <a:xfrm>
              <a:off x="3743325"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57" name="Rectangle 49">
              <a:extLst>
                <a:ext uri="{FF2B5EF4-FFF2-40B4-BE49-F238E27FC236}">
                  <a16:creationId xmlns:a16="http://schemas.microsoft.com/office/drawing/2014/main" id="{955696EC-3F60-4D0F-9EEF-83B88A1406CF}"/>
                </a:ext>
              </a:extLst>
            </p:cNvPr>
            <p:cNvSpPr>
              <a:spLocks noChangeArrowheads="1"/>
            </p:cNvSpPr>
            <p:nvPr/>
          </p:nvSpPr>
          <p:spPr bwMode="auto">
            <a:xfrm>
              <a:off x="4108450"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58" name="Rectangle 50">
              <a:extLst>
                <a:ext uri="{FF2B5EF4-FFF2-40B4-BE49-F238E27FC236}">
                  <a16:creationId xmlns:a16="http://schemas.microsoft.com/office/drawing/2014/main" id="{7D111BAA-2A4E-4E9A-A32C-73318CD4C1BD}"/>
                </a:ext>
              </a:extLst>
            </p:cNvPr>
            <p:cNvSpPr>
              <a:spLocks noChangeArrowheads="1"/>
            </p:cNvSpPr>
            <p:nvPr/>
          </p:nvSpPr>
          <p:spPr bwMode="auto">
            <a:xfrm>
              <a:off x="4232275"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59" name="Rectangle 51">
              <a:extLst>
                <a:ext uri="{FF2B5EF4-FFF2-40B4-BE49-F238E27FC236}">
                  <a16:creationId xmlns:a16="http://schemas.microsoft.com/office/drawing/2014/main" id="{61CC2D73-D5CF-4C36-931D-1239E19849D4}"/>
                </a:ext>
              </a:extLst>
            </p:cNvPr>
            <p:cNvSpPr>
              <a:spLocks noChangeArrowheads="1"/>
            </p:cNvSpPr>
            <p:nvPr/>
          </p:nvSpPr>
          <p:spPr bwMode="auto">
            <a:xfrm>
              <a:off x="4333875"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60" name="Rectangle 52">
              <a:extLst>
                <a:ext uri="{FF2B5EF4-FFF2-40B4-BE49-F238E27FC236}">
                  <a16:creationId xmlns:a16="http://schemas.microsoft.com/office/drawing/2014/main" id="{7DFDF0A5-4AE3-454D-8820-6037BEAC081A}"/>
                </a:ext>
              </a:extLst>
            </p:cNvPr>
            <p:cNvSpPr>
              <a:spLocks noChangeArrowheads="1"/>
            </p:cNvSpPr>
            <p:nvPr/>
          </p:nvSpPr>
          <p:spPr bwMode="auto">
            <a:xfrm>
              <a:off x="4745038" y="2041525"/>
              <a:ext cx="11112"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61" name="Rectangle 53">
              <a:extLst>
                <a:ext uri="{FF2B5EF4-FFF2-40B4-BE49-F238E27FC236}">
                  <a16:creationId xmlns:a16="http://schemas.microsoft.com/office/drawing/2014/main" id="{E2D81F17-AF35-4B1B-83DD-3185F5898B45}"/>
                </a:ext>
              </a:extLst>
            </p:cNvPr>
            <p:cNvSpPr>
              <a:spLocks noChangeArrowheads="1"/>
            </p:cNvSpPr>
            <p:nvPr/>
          </p:nvSpPr>
          <p:spPr bwMode="auto">
            <a:xfrm>
              <a:off x="4524375"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62" name="Rectangle 54">
              <a:extLst>
                <a:ext uri="{FF2B5EF4-FFF2-40B4-BE49-F238E27FC236}">
                  <a16:creationId xmlns:a16="http://schemas.microsoft.com/office/drawing/2014/main" id="{0A5000AC-2234-4A16-86A5-424D6FDFB2C2}"/>
                </a:ext>
              </a:extLst>
            </p:cNvPr>
            <p:cNvSpPr>
              <a:spLocks noChangeArrowheads="1"/>
            </p:cNvSpPr>
            <p:nvPr/>
          </p:nvSpPr>
          <p:spPr bwMode="auto">
            <a:xfrm>
              <a:off x="4887913"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63" name="Rectangle 55">
              <a:extLst>
                <a:ext uri="{FF2B5EF4-FFF2-40B4-BE49-F238E27FC236}">
                  <a16:creationId xmlns:a16="http://schemas.microsoft.com/office/drawing/2014/main" id="{791F2B78-57BD-4F33-9247-1C9BA11F279F}"/>
                </a:ext>
              </a:extLst>
            </p:cNvPr>
            <p:cNvSpPr>
              <a:spLocks noChangeArrowheads="1"/>
            </p:cNvSpPr>
            <p:nvPr/>
          </p:nvSpPr>
          <p:spPr bwMode="auto">
            <a:xfrm>
              <a:off x="501650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64" name="Rectangle 56">
              <a:extLst>
                <a:ext uri="{FF2B5EF4-FFF2-40B4-BE49-F238E27FC236}">
                  <a16:creationId xmlns:a16="http://schemas.microsoft.com/office/drawing/2014/main" id="{9B3D2754-639E-4ECA-BC87-410F830CDE30}"/>
                </a:ext>
              </a:extLst>
            </p:cNvPr>
            <p:cNvSpPr>
              <a:spLocks noChangeArrowheads="1"/>
            </p:cNvSpPr>
            <p:nvPr/>
          </p:nvSpPr>
          <p:spPr bwMode="auto">
            <a:xfrm>
              <a:off x="5116513"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65" name="Rectangle 57">
              <a:extLst>
                <a:ext uri="{FF2B5EF4-FFF2-40B4-BE49-F238E27FC236}">
                  <a16:creationId xmlns:a16="http://schemas.microsoft.com/office/drawing/2014/main" id="{CE75EC27-AF0A-418F-82F3-25CC6D66614C}"/>
                </a:ext>
              </a:extLst>
            </p:cNvPr>
            <p:cNvSpPr>
              <a:spLocks noChangeArrowheads="1"/>
            </p:cNvSpPr>
            <p:nvPr/>
          </p:nvSpPr>
          <p:spPr bwMode="auto">
            <a:xfrm>
              <a:off x="524510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66" name="Rectangle 58">
              <a:extLst>
                <a:ext uri="{FF2B5EF4-FFF2-40B4-BE49-F238E27FC236}">
                  <a16:creationId xmlns:a16="http://schemas.microsoft.com/office/drawing/2014/main" id="{CCDA33CD-EEA6-47B9-A7A8-C9C3EBF6A827}"/>
                </a:ext>
              </a:extLst>
            </p:cNvPr>
            <p:cNvSpPr>
              <a:spLocks noChangeArrowheads="1"/>
            </p:cNvSpPr>
            <p:nvPr/>
          </p:nvSpPr>
          <p:spPr bwMode="auto">
            <a:xfrm>
              <a:off x="5346700" y="2141538"/>
              <a:ext cx="184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67" name="Rectangle 59">
              <a:extLst>
                <a:ext uri="{FF2B5EF4-FFF2-40B4-BE49-F238E27FC236}">
                  <a16:creationId xmlns:a16="http://schemas.microsoft.com/office/drawing/2014/main" id="{2AF5FBA1-ABEE-4B8A-A03A-8634CFC20277}"/>
                </a:ext>
              </a:extLst>
            </p:cNvPr>
            <p:cNvSpPr>
              <a:spLocks noChangeArrowheads="1"/>
            </p:cNvSpPr>
            <p:nvPr/>
          </p:nvSpPr>
          <p:spPr bwMode="auto">
            <a:xfrm>
              <a:off x="5705475" y="2041525"/>
              <a:ext cx="11113"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68" name="Rectangle 60">
              <a:extLst>
                <a:ext uri="{FF2B5EF4-FFF2-40B4-BE49-F238E27FC236}">
                  <a16:creationId xmlns:a16="http://schemas.microsoft.com/office/drawing/2014/main" id="{CB4C85A6-0C0A-4941-A52E-56DD02528ACE}"/>
                </a:ext>
              </a:extLst>
            </p:cNvPr>
            <p:cNvSpPr>
              <a:spLocks noChangeArrowheads="1"/>
            </p:cNvSpPr>
            <p:nvPr/>
          </p:nvSpPr>
          <p:spPr bwMode="auto">
            <a:xfrm>
              <a:off x="5475288"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69" name="Rectangle 61">
              <a:extLst>
                <a:ext uri="{FF2B5EF4-FFF2-40B4-BE49-F238E27FC236}">
                  <a16:creationId xmlns:a16="http://schemas.microsoft.com/office/drawing/2014/main" id="{605E91CB-62EB-4810-8BE8-E3778E581959}"/>
                </a:ext>
              </a:extLst>
            </p:cNvPr>
            <p:cNvSpPr>
              <a:spLocks noChangeArrowheads="1"/>
            </p:cNvSpPr>
            <p:nvPr/>
          </p:nvSpPr>
          <p:spPr bwMode="auto">
            <a:xfrm>
              <a:off x="5843588"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70" name="Rectangle 62">
              <a:extLst>
                <a:ext uri="{FF2B5EF4-FFF2-40B4-BE49-F238E27FC236}">
                  <a16:creationId xmlns:a16="http://schemas.microsoft.com/office/drawing/2014/main" id="{0B097C90-08BC-4AB5-AAF0-E849FAC6B771}"/>
                </a:ext>
              </a:extLst>
            </p:cNvPr>
            <p:cNvSpPr>
              <a:spLocks noChangeArrowheads="1"/>
            </p:cNvSpPr>
            <p:nvPr/>
          </p:nvSpPr>
          <p:spPr bwMode="auto">
            <a:xfrm>
              <a:off x="5965825"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71" name="Rectangle 63">
              <a:extLst>
                <a:ext uri="{FF2B5EF4-FFF2-40B4-BE49-F238E27FC236}">
                  <a16:creationId xmlns:a16="http://schemas.microsoft.com/office/drawing/2014/main" id="{D4CAA4FE-1B50-429A-B092-DC5D771211AA}"/>
                </a:ext>
              </a:extLst>
            </p:cNvPr>
            <p:cNvSpPr>
              <a:spLocks noChangeArrowheads="1"/>
            </p:cNvSpPr>
            <p:nvPr/>
          </p:nvSpPr>
          <p:spPr bwMode="auto">
            <a:xfrm>
              <a:off x="6065838"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72" name="Rectangle 64">
              <a:extLst>
                <a:ext uri="{FF2B5EF4-FFF2-40B4-BE49-F238E27FC236}">
                  <a16:creationId xmlns:a16="http://schemas.microsoft.com/office/drawing/2014/main" id="{260787BC-304D-4A01-A803-073B06CB17CD}"/>
                </a:ext>
              </a:extLst>
            </p:cNvPr>
            <p:cNvSpPr>
              <a:spLocks noChangeArrowheads="1"/>
            </p:cNvSpPr>
            <p:nvPr/>
          </p:nvSpPr>
          <p:spPr bwMode="auto">
            <a:xfrm>
              <a:off x="625475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73" name="Rectangle 65">
              <a:extLst>
                <a:ext uri="{FF2B5EF4-FFF2-40B4-BE49-F238E27FC236}">
                  <a16:creationId xmlns:a16="http://schemas.microsoft.com/office/drawing/2014/main" id="{1506CB38-31DC-4E58-B13C-BD51A6A2FABA}"/>
                </a:ext>
              </a:extLst>
            </p:cNvPr>
            <p:cNvSpPr>
              <a:spLocks noChangeArrowheads="1"/>
            </p:cNvSpPr>
            <p:nvPr/>
          </p:nvSpPr>
          <p:spPr bwMode="auto">
            <a:xfrm>
              <a:off x="6623050"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74" name="Rectangle 66">
              <a:extLst>
                <a:ext uri="{FF2B5EF4-FFF2-40B4-BE49-F238E27FC236}">
                  <a16:creationId xmlns:a16="http://schemas.microsoft.com/office/drawing/2014/main" id="{4979B6F5-9C6F-42EF-8A50-26C67B8946E3}"/>
                </a:ext>
              </a:extLst>
            </p:cNvPr>
            <p:cNvSpPr>
              <a:spLocks noChangeArrowheads="1"/>
            </p:cNvSpPr>
            <p:nvPr/>
          </p:nvSpPr>
          <p:spPr bwMode="auto">
            <a:xfrm>
              <a:off x="6745288"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75" name="Rectangle 67">
              <a:extLst>
                <a:ext uri="{FF2B5EF4-FFF2-40B4-BE49-F238E27FC236}">
                  <a16:creationId xmlns:a16="http://schemas.microsoft.com/office/drawing/2014/main" id="{E53FBA06-3639-435A-8C96-6B9118F15FBD}"/>
                </a:ext>
              </a:extLst>
            </p:cNvPr>
            <p:cNvSpPr>
              <a:spLocks noChangeArrowheads="1"/>
            </p:cNvSpPr>
            <p:nvPr/>
          </p:nvSpPr>
          <p:spPr bwMode="auto">
            <a:xfrm>
              <a:off x="6845300"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76" name="Rectangle 68">
              <a:extLst>
                <a:ext uri="{FF2B5EF4-FFF2-40B4-BE49-F238E27FC236}">
                  <a16:creationId xmlns:a16="http://schemas.microsoft.com/office/drawing/2014/main" id="{84B7A13E-F1E0-4D89-81E3-A53703FEBF3D}"/>
                </a:ext>
              </a:extLst>
            </p:cNvPr>
            <p:cNvSpPr>
              <a:spLocks noChangeArrowheads="1"/>
            </p:cNvSpPr>
            <p:nvPr/>
          </p:nvSpPr>
          <p:spPr bwMode="auto">
            <a:xfrm>
              <a:off x="7035800"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77" name="Rectangle 69">
              <a:extLst>
                <a:ext uri="{FF2B5EF4-FFF2-40B4-BE49-F238E27FC236}">
                  <a16:creationId xmlns:a16="http://schemas.microsoft.com/office/drawing/2014/main" id="{0406FA9C-4193-4D77-929A-49421A785A7C}"/>
                </a:ext>
              </a:extLst>
            </p:cNvPr>
            <p:cNvSpPr>
              <a:spLocks noChangeArrowheads="1"/>
            </p:cNvSpPr>
            <p:nvPr/>
          </p:nvSpPr>
          <p:spPr bwMode="auto">
            <a:xfrm>
              <a:off x="7399338" y="2141538"/>
              <a:ext cx="158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J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78" name="Rectangle 70">
              <a:extLst>
                <a:ext uri="{FF2B5EF4-FFF2-40B4-BE49-F238E27FC236}">
                  <a16:creationId xmlns:a16="http://schemas.microsoft.com/office/drawing/2014/main" id="{4F7AA9C0-2D02-44CB-9DD6-6C1CDC22C760}"/>
                </a:ext>
              </a:extLst>
            </p:cNvPr>
            <p:cNvSpPr>
              <a:spLocks noChangeArrowheads="1"/>
            </p:cNvSpPr>
            <p:nvPr/>
          </p:nvSpPr>
          <p:spPr bwMode="auto">
            <a:xfrm>
              <a:off x="7523163"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79" name="Rectangle 71">
              <a:extLst>
                <a:ext uri="{FF2B5EF4-FFF2-40B4-BE49-F238E27FC236}">
                  <a16:creationId xmlns:a16="http://schemas.microsoft.com/office/drawing/2014/main" id="{5F8736A1-5462-4071-98C9-143B237C9C7B}"/>
                </a:ext>
              </a:extLst>
            </p:cNvPr>
            <p:cNvSpPr>
              <a:spLocks noChangeArrowheads="1"/>
            </p:cNvSpPr>
            <p:nvPr/>
          </p:nvSpPr>
          <p:spPr bwMode="auto">
            <a:xfrm>
              <a:off x="7624763" y="2141538"/>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K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80" name="Rectangle 72">
              <a:extLst>
                <a:ext uri="{FF2B5EF4-FFF2-40B4-BE49-F238E27FC236}">
                  <a16:creationId xmlns:a16="http://schemas.microsoft.com/office/drawing/2014/main" id="{961D0E0A-6F38-4073-8731-60C07D88FD18}"/>
                </a:ext>
              </a:extLst>
            </p:cNvPr>
            <p:cNvSpPr>
              <a:spLocks noChangeArrowheads="1"/>
            </p:cNvSpPr>
            <p:nvPr/>
          </p:nvSpPr>
          <p:spPr bwMode="auto">
            <a:xfrm>
              <a:off x="8050213" y="2041525"/>
              <a:ext cx="11112"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81" name="Rectangle 73">
              <a:extLst>
                <a:ext uri="{FF2B5EF4-FFF2-40B4-BE49-F238E27FC236}">
                  <a16:creationId xmlns:a16="http://schemas.microsoft.com/office/drawing/2014/main" id="{A067D42F-6A07-428B-930D-88919EECDFD8}"/>
                </a:ext>
              </a:extLst>
            </p:cNvPr>
            <p:cNvSpPr>
              <a:spLocks noChangeArrowheads="1"/>
            </p:cNvSpPr>
            <p:nvPr/>
          </p:nvSpPr>
          <p:spPr bwMode="auto">
            <a:xfrm>
              <a:off x="7815263" y="2227263"/>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82" name="Rectangle 74">
              <a:extLst>
                <a:ext uri="{FF2B5EF4-FFF2-40B4-BE49-F238E27FC236}">
                  <a16:creationId xmlns:a16="http://schemas.microsoft.com/office/drawing/2014/main" id="{E79986A0-BB10-4C89-B786-317CB5EC1B5F}"/>
                </a:ext>
              </a:extLst>
            </p:cNvPr>
            <p:cNvSpPr>
              <a:spLocks noChangeArrowheads="1"/>
            </p:cNvSpPr>
            <p:nvPr/>
          </p:nvSpPr>
          <p:spPr bwMode="auto">
            <a:xfrm>
              <a:off x="8178800" y="1981200"/>
              <a:ext cx="146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83" name="Rectangle 75">
              <a:extLst>
                <a:ext uri="{FF2B5EF4-FFF2-40B4-BE49-F238E27FC236}">
                  <a16:creationId xmlns:a16="http://schemas.microsoft.com/office/drawing/2014/main" id="{81F6A698-A6FA-43F4-B1C8-7DD7AD15E92F}"/>
                </a:ext>
              </a:extLst>
            </p:cNvPr>
            <p:cNvSpPr>
              <a:spLocks noChangeArrowheads="1"/>
            </p:cNvSpPr>
            <p:nvPr/>
          </p:nvSpPr>
          <p:spPr bwMode="auto">
            <a:xfrm>
              <a:off x="8283575"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84" name="Rectangle 76">
              <a:extLst>
                <a:ext uri="{FF2B5EF4-FFF2-40B4-BE49-F238E27FC236}">
                  <a16:creationId xmlns:a16="http://schemas.microsoft.com/office/drawing/2014/main" id="{4EAA89CD-949F-4FB4-890D-53405F704371}"/>
                </a:ext>
              </a:extLst>
            </p:cNvPr>
            <p:cNvSpPr>
              <a:spLocks noChangeArrowheads="1"/>
            </p:cNvSpPr>
            <p:nvPr/>
          </p:nvSpPr>
          <p:spPr bwMode="auto">
            <a:xfrm>
              <a:off x="8383588" y="1981200"/>
              <a:ext cx="146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85" name="Rectangle 77">
              <a:extLst>
                <a:ext uri="{FF2B5EF4-FFF2-40B4-BE49-F238E27FC236}">
                  <a16:creationId xmlns:a16="http://schemas.microsoft.com/office/drawing/2014/main" id="{7D2C90B5-C8A9-4E46-A5EA-156AE46343D9}"/>
                </a:ext>
              </a:extLst>
            </p:cNvPr>
            <p:cNvSpPr>
              <a:spLocks noChangeArrowheads="1"/>
            </p:cNvSpPr>
            <p:nvPr/>
          </p:nvSpPr>
          <p:spPr bwMode="auto">
            <a:xfrm>
              <a:off x="8486775"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86" name="Rectangle 78">
              <a:extLst>
                <a:ext uri="{FF2B5EF4-FFF2-40B4-BE49-F238E27FC236}">
                  <a16:creationId xmlns:a16="http://schemas.microsoft.com/office/drawing/2014/main" id="{9FA8B82F-AFBF-4680-BDA5-0F0FF9108D99}"/>
                </a:ext>
              </a:extLst>
            </p:cNvPr>
            <p:cNvSpPr>
              <a:spLocks noChangeArrowheads="1"/>
            </p:cNvSpPr>
            <p:nvPr/>
          </p:nvSpPr>
          <p:spPr bwMode="auto">
            <a:xfrm>
              <a:off x="8586788" y="1981200"/>
              <a:ext cx="146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87" name="Rectangle 79">
              <a:extLst>
                <a:ext uri="{FF2B5EF4-FFF2-40B4-BE49-F238E27FC236}">
                  <a16:creationId xmlns:a16="http://schemas.microsoft.com/office/drawing/2014/main" id="{606C4A85-7BCD-4E1C-B085-4745DFEF0978}"/>
                </a:ext>
              </a:extLst>
            </p:cNvPr>
            <p:cNvSpPr>
              <a:spLocks noChangeArrowheads="1"/>
            </p:cNvSpPr>
            <p:nvPr/>
          </p:nvSpPr>
          <p:spPr bwMode="auto">
            <a:xfrm>
              <a:off x="8921750" y="2041525"/>
              <a:ext cx="11113"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88" name="Rectangle 80">
              <a:extLst>
                <a:ext uri="{FF2B5EF4-FFF2-40B4-BE49-F238E27FC236}">
                  <a16:creationId xmlns:a16="http://schemas.microsoft.com/office/drawing/2014/main" id="{21CB7C8A-97CA-4149-8021-1E9A6E3B4761}"/>
                </a:ext>
              </a:extLst>
            </p:cNvPr>
            <p:cNvSpPr>
              <a:spLocks noChangeArrowheads="1"/>
            </p:cNvSpPr>
            <p:nvPr/>
          </p:nvSpPr>
          <p:spPr bwMode="auto">
            <a:xfrm>
              <a:off x="547688" y="2454275"/>
              <a:ext cx="8382000"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89" name="Rectangle 81">
              <a:extLst>
                <a:ext uri="{FF2B5EF4-FFF2-40B4-BE49-F238E27FC236}">
                  <a16:creationId xmlns:a16="http://schemas.microsoft.com/office/drawing/2014/main" id="{035EFFDC-053E-4726-9571-DC4040F031BA}"/>
                </a:ext>
              </a:extLst>
            </p:cNvPr>
            <p:cNvSpPr>
              <a:spLocks noChangeArrowheads="1"/>
            </p:cNvSpPr>
            <p:nvPr/>
          </p:nvSpPr>
          <p:spPr bwMode="auto">
            <a:xfrm>
              <a:off x="8691563" y="2066925"/>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90" name="Rectangle 82">
              <a:extLst>
                <a:ext uri="{FF2B5EF4-FFF2-40B4-BE49-F238E27FC236}">
                  <a16:creationId xmlns:a16="http://schemas.microsoft.com/office/drawing/2014/main" id="{24CDEE3C-B58C-44FC-A1AD-9598CE7CAFA8}"/>
                </a:ext>
              </a:extLst>
            </p:cNvPr>
            <p:cNvSpPr>
              <a:spLocks noChangeArrowheads="1"/>
            </p:cNvSpPr>
            <p:nvPr/>
          </p:nvSpPr>
          <p:spPr bwMode="auto">
            <a:xfrm>
              <a:off x="547688" y="2446338"/>
              <a:ext cx="11112"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91" name="Rectangle 83">
              <a:extLst>
                <a:ext uri="{FF2B5EF4-FFF2-40B4-BE49-F238E27FC236}">
                  <a16:creationId xmlns:a16="http://schemas.microsoft.com/office/drawing/2014/main" id="{91CF1FB0-6B28-4863-8C0A-3E3F494E1D22}"/>
                </a:ext>
              </a:extLst>
            </p:cNvPr>
            <p:cNvSpPr>
              <a:spLocks noChangeArrowheads="1"/>
            </p:cNvSpPr>
            <p:nvPr/>
          </p:nvSpPr>
          <p:spPr bwMode="auto">
            <a:xfrm>
              <a:off x="246063" y="2536825"/>
              <a:ext cx="2222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92" name="Rectangle 84">
              <a:extLst>
                <a:ext uri="{FF2B5EF4-FFF2-40B4-BE49-F238E27FC236}">
                  <a16:creationId xmlns:a16="http://schemas.microsoft.com/office/drawing/2014/main" id="{13D9F33F-7DF7-4070-AED3-3D2FDB56AAF0}"/>
                </a:ext>
              </a:extLst>
            </p:cNvPr>
            <p:cNvSpPr>
              <a:spLocks noChangeArrowheads="1"/>
            </p:cNvSpPr>
            <p:nvPr/>
          </p:nvSpPr>
          <p:spPr bwMode="auto">
            <a:xfrm>
              <a:off x="1462088" y="2446338"/>
              <a:ext cx="11112"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93" name="Rectangle 85">
              <a:extLst>
                <a:ext uri="{FF2B5EF4-FFF2-40B4-BE49-F238E27FC236}">
                  <a16:creationId xmlns:a16="http://schemas.microsoft.com/office/drawing/2014/main" id="{83BFF80B-F2C1-4837-B68B-88F7B1D17B74}"/>
                </a:ext>
              </a:extLst>
            </p:cNvPr>
            <p:cNvSpPr>
              <a:spLocks noChangeArrowheads="1"/>
            </p:cNvSpPr>
            <p:nvPr/>
          </p:nvSpPr>
          <p:spPr bwMode="auto">
            <a:xfrm>
              <a:off x="836613" y="25352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94" name="Rectangle 86">
              <a:extLst>
                <a:ext uri="{FF2B5EF4-FFF2-40B4-BE49-F238E27FC236}">
                  <a16:creationId xmlns:a16="http://schemas.microsoft.com/office/drawing/2014/main" id="{B7193FFF-41AD-42C5-B8E6-83F95A6BA0CA}"/>
                </a:ext>
              </a:extLst>
            </p:cNvPr>
            <p:cNvSpPr>
              <a:spLocks noChangeArrowheads="1"/>
            </p:cNvSpPr>
            <p:nvPr/>
          </p:nvSpPr>
          <p:spPr bwMode="auto">
            <a:xfrm>
              <a:off x="2422525" y="2446338"/>
              <a:ext cx="11113"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95" name="Rectangle 87">
              <a:extLst>
                <a:ext uri="{FF2B5EF4-FFF2-40B4-BE49-F238E27FC236}">
                  <a16:creationId xmlns:a16="http://schemas.microsoft.com/office/drawing/2014/main" id="{39B76214-BEDD-4BE0-A216-DB7C6BE13D85}"/>
                </a:ext>
              </a:extLst>
            </p:cNvPr>
            <p:cNvSpPr>
              <a:spLocks noChangeArrowheads="1"/>
            </p:cNvSpPr>
            <p:nvPr/>
          </p:nvSpPr>
          <p:spPr bwMode="auto">
            <a:xfrm>
              <a:off x="1771650" y="25352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96" name="Rectangle 88">
              <a:extLst>
                <a:ext uri="{FF2B5EF4-FFF2-40B4-BE49-F238E27FC236}">
                  <a16:creationId xmlns:a16="http://schemas.microsoft.com/office/drawing/2014/main" id="{316FE8DA-B99F-4E0F-B4CB-1E460AF54B8B}"/>
                </a:ext>
              </a:extLst>
            </p:cNvPr>
            <p:cNvSpPr>
              <a:spLocks noChangeArrowheads="1"/>
            </p:cNvSpPr>
            <p:nvPr/>
          </p:nvSpPr>
          <p:spPr bwMode="auto">
            <a:xfrm>
              <a:off x="2686050"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97" name="Rectangle 89">
              <a:extLst>
                <a:ext uri="{FF2B5EF4-FFF2-40B4-BE49-F238E27FC236}">
                  <a16:creationId xmlns:a16="http://schemas.microsoft.com/office/drawing/2014/main" id="{7870E38F-60B2-4A52-A732-4141B3D6566F}"/>
                </a:ext>
              </a:extLst>
            </p:cNvPr>
            <p:cNvSpPr>
              <a:spLocks noChangeArrowheads="1"/>
            </p:cNvSpPr>
            <p:nvPr/>
          </p:nvSpPr>
          <p:spPr bwMode="auto">
            <a:xfrm>
              <a:off x="3465513"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98" name="Rectangle 90">
              <a:extLst>
                <a:ext uri="{FF2B5EF4-FFF2-40B4-BE49-F238E27FC236}">
                  <a16:creationId xmlns:a16="http://schemas.microsoft.com/office/drawing/2014/main" id="{CABF7C7F-53F8-4109-8D09-9E1558A84AAF}"/>
                </a:ext>
              </a:extLst>
            </p:cNvPr>
            <p:cNvSpPr>
              <a:spLocks noChangeArrowheads="1"/>
            </p:cNvSpPr>
            <p:nvPr/>
          </p:nvSpPr>
          <p:spPr bwMode="auto">
            <a:xfrm>
              <a:off x="4745038" y="2446338"/>
              <a:ext cx="11112"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99" name="Rectangle 91">
              <a:extLst>
                <a:ext uri="{FF2B5EF4-FFF2-40B4-BE49-F238E27FC236}">
                  <a16:creationId xmlns:a16="http://schemas.microsoft.com/office/drawing/2014/main" id="{D26F0F39-77F3-4A0A-ACBF-C6381C57EE7D}"/>
                </a:ext>
              </a:extLst>
            </p:cNvPr>
            <p:cNvSpPr>
              <a:spLocks noChangeArrowheads="1"/>
            </p:cNvSpPr>
            <p:nvPr/>
          </p:nvSpPr>
          <p:spPr bwMode="auto">
            <a:xfrm>
              <a:off x="4244975"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00" name="Rectangle 92">
              <a:extLst>
                <a:ext uri="{FF2B5EF4-FFF2-40B4-BE49-F238E27FC236}">
                  <a16:creationId xmlns:a16="http://schemas.microsoft.com/office/drawing/2014/main" id="{0B9B7C7F-237A-4123-AE7D-8856E15912E0}"/>
                </a:ext>
              </a:extLst>
            </p:cNvPr>
            <p:cNvSpPr>
              <a:spLocks noChangeArrowheads="1"/>
            </p:cNvSpPr>
            <p:nvPr/>
          </p:nvSpPr>
          <p:spPr bwMode="auto">
            <a:xfrm>
              <a:off x="5705475" y="2446338"/>
              <a:ext cx="11113"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01" name="Rectangle 93">
              <a:extLst>
                <a:ext uri="{FF2B5EF4-FFF2-40B4-BE49-F238E27FC236}">
                  <a16:creationId xmlns:a16="http://schemas.microsoft.com/office/drawing/2014/main" id="{7CF7F2EC-4B7A-4E4A-AECC-8273363B0E79}"/>
                </a:ext>
              </a:extLst>
            </p:cNvPr>
            <p:cNvSpPr>
              <a:spLocks noChangeArrowheads="1"/>
            </p:cNvSpPr>
            <p:nvPr/>
          </p:nvSpPr>
          <p:spPr bwMode="auto">
            <a:xfrm>
              <a:off x="5054600" y="25352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02" name="Rectangle 94">
              <a:extLst>
                <a:ext uri="{FF2B5EF4-FFF2-40B4-BE49-F238E27FC236}">
                  <a16:creationId xmlns:a16="http://schemas.microsoft.com/office/drawing/2014/main" id="{9DAB749E-AC9B-4C42-82D1-2970543B7153}"/>
                </a:ext>
              </a:extLst>
            </p:cNvPr>
            <p:cNvSpPr>
              <a:spLocks noChangeArrowheads="1"/>
            </p:cNvSpPr>
            <p:nvPr/>
          </p:nvSpPr>
          <p:spPr bwMode="auto">
            <a:xfrm>
              <a:off x="5970588"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03" name="Rectangle 95">
              <a:extLst>
                <a:ext uri="{FF2B5EF4-FFF2-40B4-BE49-F238E27FC236}">
                  <a16:creationId xmlns:a16="http://schemas.microsoft.com/office/drawing/2014/main" id="{808584BF-32FA-422E-840F-9E5888BAD8ED}"/>
                </a:ext>
              </a:extLst>
            </p:cNvPr>
            <p:cNvSpPr>
              <a:spLocks noChangeArrowheads="1"/>
            </p:cNvSpPr>
            <p:nvPr/>
          </p:nvSpPr>
          <p:spPr bwMode="auto">
            <a:xfrm>
              <a:off x="6748463"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04" name="Rectangle 96">
              <a:extLst>
                <a:ext uri="{FF2B5EF4-FFF2-40B4-BE49-F238E27FC236}">
                  <a16:creationId xmlns:a16="http://schemas.microsoft.com/office/drawing/2014/main" id="{F862F5FB-713B-46F9-9DE3-7C53677599A7}"/>
                </a:ext>
              </a:extLst>
            </p:cNvPr>
            <p:cNvSpPr>
              <a:spLocks noChangeArrowheads="1"/>
            </p:cNvSpPr>
            <p:nvPr/>
          </p:nvSpPr>
          <p:spPr bwMode="auto">
            <a:xfrm>
              <a:off x="8050213" y="2446338"/>
              <a:ext cx="11112"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05" name="Rectangle 97">
              <a:extLst>
                <a:ext uri="{FF2B5EF4-FFF2-40B4-BE49-F238E27FC236}">
                  <a16:creationId xmlns:a16="http://schemas.microsoft.com/office/drawing/2014/main" id="{CC5485CA-6429-4543-AE8E-CADF7AE5B3AD}"/>
                </a:ext>
              </a:extLst>
            </p:cNvPr>
            <p:cNvSpPr>
              <a:spLocks noChangeArrowheads="1"/>
            </p:cNvSpPr>
            <p:nvPr/>
          </p:nvSpPr>
          <p:spPr bwMode="auto">
            <a:xfrm>
              <a:off x="7526338" y="25352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06" name="Rectangle 98">
              <a:extLst>
                <a:ext uri="{FF2B5EF4-FFF2-40B4-BE49-F238E27FC236}">
                  <a16:creationId xmlns:a16="http://schemas.microsoft.com/office/drawing/2014/main" id="{37B17094-97D4-43F4-99F8-4865124CDA1E}"/>
                </a:ext>
              </a:extLst>
            </p:cNvPr>
            <p:cNvSpPr>
              <a:spLocks noChangeArrowheads="1"/>
            </p:cNvSpPr>
            <p:nvPr/>
          </p:nvSpPr>
          <p:spPr bwMode="auto">
            <a:xfrm>
              <a:off x="8921750" y="2446338"/>
              <a:ext cx="11113" cy="3540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07" name="Rectangle 99">
              <a:extLst>
                <a:ext uri="{FF2B5EF4-FFF2-40B4-BE49-F238E27FC236}">
                  <a16:creationId xmlns:a16="http://schemas.microsoft.com/office/drawing/2014/main" id="{F0AF73F8-6C85-4833-A249-823D84C5FAE5}"/>
                </a:ext>
              </a:extLst>
            </p:cNvPr>
            <p:cNvSpPr>
              <a:spLocks noChangeArrowheads="1"/>
            </p:cNvSpPr>
            <p:nvPr/>
          </p:nvSpPr>
          <p:spPr bwMode="auto">
            <a:xfrm>
              <a:off x="8297863" y="25352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08" name="Rectangle 100">
              <a:extLst>
                <a:ext uri="{FF2B5EF4-FFF2-40B4-BE49-F238E27FC236}">
                  <a16:creationId xmlns:a16="http://schemas.microsoft.com/office/drawing/2014/main" id="{48519D23-D500-4259-A158-108AC84DCED3}"/>
                </a:ext>
              </a:extLst>
            </p:cNvPr>
            <p:cNvSpPr>
              <a:spLocks noChangeArrowheads="1"/>
            </p:cNvSpPr>
            <p:nvPr/>
          </p:nvSpPr>
          <p:spPr bwMode="auto">
            <a:xfrm>
              <a:off x="547688" y="2800350"/>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09" name="Rectangle 101">
              <a:extLst>
                <a:ext uri="{FF2B5EF4-FFF2-40B4-BE49-F238E27FC236}">
                  <a16:creationId xmlns:a16="http://schemas.microsoft.com/office/drawing/2014/main" id="{18291724-BA2A-4A9F-9F84-1BBAC65C7A89}"/>
                </a:ext>
              </a:extLst>
            </p:cNvPr>
            <p:cNvSpPr>
              <a:spLocks noChangeArrowheads="1"/>
            </p:cNvSpPr>
            <p:nvPr/>
          </p:nvSpPr>
          <p:spPr bwMode="auto">
            <a:xfrm>
              <a:off x="260350" y="2805113"/>
              <a:ext cx="2095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10" name="Rectangle 102">
              <a:extLst>
                <a:ext uri="{FF2B5EF4-FFF2-40B4-BE49-F238E27FC236}">
                  <a16:creationId xmlns:a16="http://schemas.microsoft.com/office/drawing/2014/main" id="{CFCDE4DB-01C8-41AE-8426-79825B6092F5}"/>
                </a:ext>
              </a:extLst>
            </p:cNvPr>
            <p:cNvSpPr>
              <a:spLocks noChangeArrowheads="1"/>
            </p:cNvSpPr>
            <p:nvPr/>
          </p:nvSpPr>
          <p:spPr bwMode="auto">
            <a:xfrm>
              <a:off x="1462088" y="2800350"/>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11" name="Rectangle 103">
              <a:extLst>
                <a:ext uri="{FF2B5EF4-FFF2-40B4-BE49-F238E27FC236}">
                  <a16:creationId xmlns:a16="http://schemas.microsoft.com/office/drawing/2014/main" id="{BA275EE9-DEE1-444F-B7D5-4B437DC94089}"/>
                </a:ext>
              </a:extLst>
            </p:cNvPr>
            <p:cNvSpPr>
              <a:spLocks noChangeArrowheads="1"/>
            </p:cNvSpPr>
            <p:nvPr/>
          </p:nvSpPr>
          <p:spPr bwMode="auto">
            <a:xfrm>
              <a:off x="838200" y="28035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12" name="Rectangle 104">
              <a:extLst>
                <a:ext uri="{FF2B5EF4-FFF2-40B4-BE49-F238E27FC236}">
                  <a16:creationId xmlns:a16="http://schemas.microsoft.com/office/drawing/2014/main" id="{E195FAA3-196D-4CEC-9ABE-003B3B60C16C}"/>
                </a:ext>
              </a:extLst>
            </p:cNvPr>
            <p:cNvSpPr>
              <a:spLocks noChangeArrowheads="1"/>
            </p:cNvSpPr>
            <p:nvPr/>
          </p:nvSpPr>
          <p:spPr bwMode="auto">
            <a:xfrm>
              <a:off x="2422525" y="2800350"/>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13" name="Rectangle 105">
              <a:extLst>
                <a:ext uri="{FF2B5EF4-FFF2-40B4-BE49-F238E27FC236}">
                  <a16:creationId xmlns:a16="http://schemas.microsoft.com/office/drawing/2014/main" id="{37E5A161-2C10-4B4D-9C08-7DA8904D4D9E}"/>
                </a:ext>
              </a:extLst>
            </p:cNvPr>
            <p:cNvSpPr>
              <a:spLocks noChangeArrowheads="1"/>
            </p:cNvSpPr>
            <p:nvPr/>
          </p:nvSpPr>
          <p:spPr bwMode="auto">
            <a:xfrm>
              <a:off x="1771650" y="28035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14" name="Rectangle 106">
              <a:extLst>
                <a:ext uri="{FF2B5EF4-FFF2-40B4-BE49-F238E27FC236}">
                  <a16:creationId xmlns:a16="http://schemas.microsoft.com/office/drawing/2014/main" id="{5F8B8957-D95B-488D-A409-28D56FD36BC3}"/>
                </a:ext>
              </a:extLst>
            </p:cNvPr>
            <p:cNvSpPr>
              <a:spLocks noChangeArrowheads="1"/>
            </p:cNvSpPr>
            <p:nvPr/>
          </p:nvSpPr>
          <p:spPr bwMode="auto">
            <a:xfrm>
              <a:off x="2686050"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15" name="Rectangle 107">
              <a:extLst>
                <a:ext uri="{FF2B5EF4-FFF2-40B4-BE49-F238E27FC236}">
                  <a16:creationId xmlns:a16="http://schemas.microsoft.com/office/drawing/2014/main" id="{572EF8F8-E221-4F3D-8957-567D6F5E0BF2}"/>
                </a:ext>
              </a:extLst>
            </p:cNvPr>
            <p:cNvSpPr>
              <a:spLocks noChangeArrowheads="1"/>
            </p:cNvSpPr>
            <p:nvPr/>
          </p:nvSpPr>
          <p:spPr bwMode="auto">
            <a:xfrm>
              <a:off x="3465513"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16" name="Rectangle 108">
              <a:extLst>
                <a:ext uri="{FF2B5EF4-FFF2-40B4-BE49-F238E27FC236}">
                  <a16:creationId xmlns:a16="http://schemas.microsoft.com/office/drawing/2014/main" id="{20BE21A6-8743-4834-AD23-5981048E5EFD}"/>
                </a:ext>
              </a:extLst>
            </p:cNvPr>
            <p:cNvSpPr>
              <a:spLocks noChangeArrowheads="1"/>
            </p:cNvSpPr>
            <p:nvPr/>
          </p:nvSpPr>
          <p:spPr bwMode="auto">
            <a:xfrm>
              <a:off x="4745038" y="2800350"/>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17" name="Rectangle 109">
              <a:extLst>
                <a:ext uri="{FF2B5EF4-FFF2-40B4-BE49-F238E27FC236}">
                  <a16:creationId xmlns:a16="http://schemas.microsoft.com/office/drawing/2014/main" id="{12D2428F-DD20-4CF7-BCE5-F1D8FD59EEF2}"/>
                </a:ext>
              </a:extLst>
            </p:cNvPr>
            <p:cNvSpPr>
              <a:spLocks noChangeArrowheads="1"/>
            </p:cNvSpPr>
            <p:nvPr/>
          </p:nvSpPr>
          <p:spPr bwMode="auto">
            <a:xfrm>
              <a:off x="4244975"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18" name="Rectangle 110">
              <a:extLst>
                <a:ext uri="{FF2B5EF4-FFF2-40B4-BE49-F238E27FC236}">
                  <a16:creationId xmlns:a16="http://schemas.microsoft.com/office/drawing/2014/main" id="{D6883741-63FC-4302-855C-C25CB1C4225E}"/>
                </a:ext>
              </a:extLst>
            </p:cNvPr>
            <p:cNvSpPr>
              <a:spLocks noChangeArrowheads="1"/>
            </p:cNvSpPr>
            <p:nvPr/>
          </p:nvSpPr>
          <p:spPr bwMode="auto">
            <a:xfrm>
              <a:off x="5705475" y="2800350"/>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19" name="Rectangle 111">
              <a:extLst>
                <a:ext uri="{FF2B5EF4-FFF2-40B4-BE49-F238E27FC236}">
                  <a16:creationId xmlns:a16="http://schemas.microsoft.com/office/drawing/2014/main" id="{5D2F6106-4AC4-46B3-BBB3-57E54F2B1E9D}"/>
                </a:ext>
              </a:extLst>
            </p:cNvPr>
            <p:cNvSpPr>
              <a:spLocks noChangeArrowheads="1"/>
            </p:cNvSpPr>
            <p:nvPr/>
          </p:nvSpPr>
          <p:spPr bwMode="auto">
            <a:xfrm>
              <a:off x="5056188" y="28035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20" name="Rectangle 112">
              <a:extLst>
                <a:ext uri="{FF2B5EF4-FFF2-40B4-BE49-F238E27FC236}">
                  <a16:creationId xmlns:a16="http://schemas.microsoft.com/office/drawing/2014/main" id="{B8337453-6EFE-438A-9AAC-EBFEC68D4EB4}"/>
                </a:ext>
              </a:extLst>
            </p:cNvPr>
            <p:cNvSpPr>
              <a:spLocks noChangeArrowheads="1"/>
            </p:cNvSpPr>
            <p:nvPr/>
          </p:nvSpPr>
          <p:spPr bwMode="auto">
            <a:xfrm>
              <a:off x="5972175"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21" name="Rectangle 113">
              <a:extLst>
                <a:ext uri="{FF2B5EF4-FFF2-40B4-BE49-F238E27FC236}">
                  <a16:creationId xmlns:a16="http://schemas.microsoft.com/office/drawing/2014/main" id="{3ED8CAA7-0120-4680-9945-BEC72B79AC9B}"/>
                </a:ext>
              </a:extLst>
            </p:cNvPr>
            <p:cNvSpPr>
              <a:spLocks noChangeArrowheads="1"/>
            </p:cNvSpPr>
            <p:nvPr/>
          </p:nvSpPr>
          <p:spPr bwMode="auto">
            <a:xfrm>
              <a:off x="6750050"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22" name="Rectangle 114">
              <a:extLst>
                <a:ext uri="{FF2B5EF4-FFF2-40B4-BE49-F238E27FC236}">
                  <a16:creationId xmlns:a16="http://schemas.microsoft.com/office/drawing/2014/main" id="{3B1A006E-AE77-4463-809F-7406BAA7674E}"/>
                </a:ext>
              </a:extLst>
            </p:cNvPr>
            <p:cNvSpPr>
              <a:spLocks noChangeArrowheads="1"/>
            </p:cNvSpPr>
            <p:nvPr/>
          </p:nvSpPr>
          <p:spPr bwMode="auto">
            <a:xfrm>
              <a:off x="8050213" y="2800350"/>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23" name="Rectangle 115">
              <a:extLst>
                <a:ext uri="{FF2B5EF4-FFF2-40B4-BE49-F238E27FC236}">
                  <a16:creationId xmlns:a16="http://schemas.microsoft.com/office/drawing/2014/main" id="{3456AA22-0F51-4A96-BC1E-6A1E067B2794}"/>
                </a:ext>
              </a:extLst>
            </p:cNvPr>
            <p:cNvSpPr>
              <a:spLocks noChangeArrowheads="1"/>
            </p:cNvSpPr>
            <p:nvPr/>
          </p:nvSpPr>
          <p:spPr bwMode="auto">
            <a:xfrm>
              <a:off x="7526338" y="28035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24" name="Rectangle 116">
              <a:extLst>
                <a:ext uri="{FF2B5EF4-FFF2-40B4-BE49-F238E27FC236}">
                  <a16:creationId xmlns:a16="http://schemas.microsoft.com/office/drawing/2014/main" id="{3E446DAB-5E60-4317-A924-622EFC01A5D7}"/>
                </a:ext>
              </a:extLst>
            </p:cNvPr>
            <p:cNvSpPr>
              <a:spLocks noChangeArrowheads="1"/>
            </p:cNvSpPr>
            <p:nvPr/>
          </p:nvSpPr>
          <p:spPr bwMode="auto">
            <a:xfrm>
              <a:off x="8921750" y="2800350"/>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25" name="Rectangle 117">
              <a:extLst>
                <a:ext uri="{FF2B5EF4-FFF2-40B4-BE49-F238E27FC236}">
                  <a16:creationId xmlns:a16="http://schemas.microsoft.com/office/drawing/2014/main" id="{C84EE995-5D42-46D8-BD6B-8A5C632BECC9}"/>
                </a:ext>
              </a:extLst>
            </p:cNvPr>
            <p:cNvSpPr>
              <a:spLocks noChangeArrowheads="1"/>
            </p:cNvSpPr>
            <p:nvPr/>
          </p:nvSpPr>
          <p:spPr bwMode="auto">
            <a:xfrm>
              <a:off x="8299450" y="28035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26" name="Rectangle 118">
              <a:extLst>
                <a:ext uri="{FF2B5EF4-FFF2-40B4-BE49-F238E27FC236}">
                  <a16:creationId xmlns:a16="http://schemas.microsoft.com/office/drawing/2014/main" id="{C6F1BF56-2D69-4E08-9745-5C4C445FBDCC}"/>
                </a:ext>
              </a:extLst>
            </p:cNvPr>
            <p:cNvSpPr>
              <a:spLocks noChangeArrowheads="1"/>
            </p:cNvSpPr>
            <p:nvPr/>
          </p:nvSpPr>
          <p:spPr bwMode="auto">
            <a:xfrm>
              <a:off x="547688" y="3067050"/>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27" name="Rectangle 119">
              <a:extLst>
                <a:ext uri="{FF2B5EF4-FFF2-40B4-BE49-F238E27FC236}">
                  <a16:creationId xmlns:a16="http://schemas.microsoft.com/office/drawing/2014/main" id="{8B4FD370-0912-4028-93FC-B1C72AAA24B5}"/>
                </a:ext>
              </a:extLst>
            </p:cNvPr>
            <p:cNvSpPr>
              <a:spLocks noChangeArrowheads="1"/>
            </p:cNvSpPr>
            <p:nvPr/>
          </p:nvSpPr>
          <p:spPr bwMode="auto">
            <a:xfrm>
              <a:off x="260350" y="3070225"/>
              <a:ext cx="2095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28" name="Rectangle 120">
              <a:extLst>
                <a:ext uri="{FF2B5EF4-FFF2-40B4-BE49-F238E27FC236}">
                  <a16:creationId xmlns:a16="http://schemas.microsoft.com/office/drawing/2014/main" id="{D316AC8D-507A-4BB9-B6E2-09F207F312B0}"/>
                </a:ext>
              </a:extLst>
            </p:cNvPr>
            <p:cNvSpPr>
              <a:spLocks noChangeArrowheads="1"/>
            </p:cNvSpPr>
            <p:nvPr/>
          </p:nvSpPr>
          <p:spPr bwMode="auto">
            <a:xfrm>
              <a:off x="1462088" y="3067050"/>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29" name="Rectangle 121">
              <a:extLst>
                <a:ext uri="{FF2B5EF4-FFF2-40B4-BE49-F238E27FC236}">
                  <a16:creationId xmlns:a16="http://schemas.microsoft.com/office/drawing/2014/main" id="{53920B37-416C-4FA7-9B4E-47705EAEDDE2}"/>
                </a:ext>
              </a:extLst>
            </p:cNvPr>
            <p:cNvSpPr>
              <a:spLocks noChangeArrowheads="1"/>
            </p:cNvSpPr>
            <p:nvPr/>
          </p:nvSpPr>
          <p:spPr bwMode="auto">
            <a:xfrm>
              <a:off x="838200" y="30686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30" name="Rectangle 122">
              <a:extLst>
                <a:ext uri="{FF2B5EF4-FFF2-40B4-BE49-F238E27FC236}">
                  <a16:creationId xmlns:a16="http://schemas.microsoft.com/office/drawing/2014/main" id="{1B2AA8A0-0281-4FCF-9BF0-61140299BD90}"/>
                </a:ext>
              </a:extLst>
            </p:cNvPr>
            <p:cNvSpPr>
              <a:spLocks noChangeArrowheads="1"/>
            </p:cNvSpPr>
            <p:nvPr/>
          </p:nvSpPr>
          <p:spPr bwMode="auto">
            <a:xfrm>
              <a:off x="2422525" y="3067050"/>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31" name="Rectangle 123">
              <a:extLst>
                <a:ext uri="{FF2B5EF4-FFF2-40B4-BE49-F238E27FC236}">
                  <a16:creationId xmlns:a16="http://schemas.microsoft.com/office/drawing/2014/main" id="{4DFC5DDE-3462-4597-A2B9-746F016A2C0F}"/>
                </a:ext>
              </a:extLst>
            </p:cNvPr>
            <p:cNvSpPr>
              <a:spLocks noChangeArrowheads="1"/>
            </p:cNvSpPr>
            <p:nvPr/>
          </p:nvSpPr>
          <p:spPr bwMode="auto">
            <a:xfrm>
              <a:off x="1771650" y="30686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32" name="Rectangle 124">
              <a:extLst>
                <a:ext uri="{FF2B5EF4-FFF2-40B4-BE49-F238E27FC236}">
                  <a16:creationId xmlns:a16="http://schemas.microsoft.com/office/drawing/2014/main" id="{B1EB826F-02C7-4872-A241-5FC548967443}"/>
                </a:ext>
              </a:extLst>
            </p:cNvPr>
            <p:cNvSpPr>
              <a:spLocks noChangeArrowheads="1"/>
            </p:cNvSpPr>
            <p:nvPr/>
          </p:nvSpPr>
          <p:spPr bwMode="auto">
            <a:xfrm>
              <a:off x="2686050"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33" name="Rectangle 125">
              <a:extLst>
                <a:ext uri="{FF2B5EF4-FFF2-40B4-BE49-F238E27FC236}">
                  <a16:creationId xmlns:a16="http://schemas.microsoft.com/office/drawing/2014/main" id="{B96DF6C8-A222-495E-B0C9-70AAD8D2F08E}"/>
                </a:ext>
              </a:extLst>
            </p:cNvPr>
            <p:cNvSpPr>
              <a:spLocks noChangeArrowheads="1"/>
            </p:cNvSpPr>
            <p:nvPr/>
          </p:nvSpPr>
          <p:spPr bwMode="auto">
            <a:xfrm>
              <a:off x="3465513"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34" name="Rectangle 126">
              <a:extLst>
                <a:ext uri="{FF2B5EF4-FFF2-40B4-BE49-F238E27FC236}">
                  <a16:creationId xmlns:a16="http://schemas.microsoft.com/office/drawing/2014/main" id="{0BDA23E5-1CE2-47B8-94F2-D41B06476BF1}"/>
                </a:ext>
              </a:extLst>
            </p:cNvPr>
            <p:cNvSpPr>
              <a:spLocks noChangeArrowheads="1"/>
            </p:cNvSpPr>
            <p:nvPr/>
          </p:nvSpPr>
          <p:spPr bwMode="auto">
            <a:xfrm>
              <a:off x="4745038" y="3067050"/>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35" name="Rectangle 127">
              <a:extLst>
                <a:ext uri="{FF2B5EF4-FFF2-40B4-BE49-F238E27FC236}">
                  <a16:creationId xmlns:a16="http://schemas.microsoft.com/office/drawing/2014/main" id="{D263BF41-7391-40CB-B736-5DD8B0824738}"/>
                </a:ext>
              </a:extLst>
            </p:cNvPr>
            <p:cNvSpPr>
              <a:spLocks noChangeArrowheads="1"/>
            </p:cNvSpPr>
            <p:nvPr/>
          </p:nvSpPr>
          <p:spPr bwMode="auto">
            <a:xfrm>
              <a:off x="4244975"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36" name="Rectangle 128">
              <a:extLst>
                <a:ext uri="{FF2B5EF4-FFF2-40B4-BE49-F238E27FC236}">
                  <a16:creationId xmlns:a16="http://schemas.microsoft.com/office/drawing/2014/main" id="{E708E6CC-FD64-4CD7-B94F-A381A832D919}"/>
                </a:ext>
              </a:extLst>
            </p:cNvPr>
            <p:cNvSpPr>
              <a:spLocks noChangeArrowheads="1"/>
            </p:cNvSpPr>
            <p:nvPr/>
          </p:nvSpPr>
          <p:spPr bwMode="auto">
            <a:xfrm>
              <a:off x="5705475" y="3067050"/>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37" name="Rectangle 129">
              <a:extLst>
                <a:ext uri="{FF2B5EF4-FFF2-40B4-BE49-F238E27FC236}">
                  <a16:creationId xmlns:a16="http://schemas.microsoft.com/office/drawing/2014/main" id="{95F80F20-5D7A-43F7-A160-162B90D3E2FE}"/>
                </a:ext>
              </a:extLst>
            </p:cNvPr>
            <p:cNvSpPr>
              <a:spLocks noChangeArrowheads="1"/>
            </p:cNvSpPr>
            <p:nvPr/>
          </p:nvSpPr>
          <p:spPr bwMode="auto">
            <a:xfrm>
              <a:off x="5056188" y="30686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38" name="Rectangle 130">
              <a:extLst>
                <a:ext uri="{FF2B5EF4-FFF2-40B4-BE49-F238E27FC236}">
                  <a16:creationId xmlns:a16="http://schemas.microsoft.com/office/drawing/2014/main" id="{BD3BF2AB-3A68-4878-9D86-7C0A2CFE8004}"/>
                </a:ext>
              </a:extLst>
            </p:cNvPr>
            <p:cNvSpPr>
              <a:spLocks noChangeArrowheads="1"/>
            </p:cNvSpPr>
            <p:nvPr/>
          </p:nvSpPr>
          <p:spPr bwMode="auto">
            <a:xfrm>
              <a:off x="5972175"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39" name="Rectangle 131">
              <a:extLst>
                <a:ext uri="{FF2B5EF4-FFF2-40B4-BE49-F238E27FC236}">
                  <a16:creationId xmlns:a16="http://schemas.microsoft.com/office/drawing/2014/main" id="{0EA15B0B-8DF0-40B0-8166-7A0647B79C28}"/>
                </a:ext>
              </a:extLst>
            </p:cNvPr>
            <p:cNvSpPr>
              <a:spLocks noChangeArrowheads="1"/>
            </p:cNvSpPr>
            <p:nvPr/>
          </p:nvSpPr>
          <p:spPr bwMode="auto">
            <a:xfrm>
              <a:off x="6750050"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40" name="Rectangle 132">
              <a:extLst>
                <a:ext uri="{FF2B5EF4-FFF2-40B4-BE49-F238E27FC236}">
                  <a16:creationId xmlns:a16="http://schemas.microsoft.com/office/drawing/2014/main" id="{41A29D8D-B565-4936-9528-23FC6FE79376}"/>
                </a:ext>
              </a:extLst>
            </p:cNvPr>
            <p:cNvSpPr>
              <a:spLocks noChangeArrowheads="1"/>
            </p:cNvSpPr>
            <p:nvPr/>
          </p:nvSpPr>
          <p:spPr bwMode="auto">
            <a:xfrm>
              <a:off x="8050213" y="3067050"/>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41" name="Rectangle 133">
              <a:extLst>
                <a:ext uri="{FF2B5EF4-FFF2-40B4-BE49-F238E27FC236}">
                  <a16:creationId xmlns:a16="http://schemas.microsoft.com/office/drawing/2014/main" id="{20222751-A045-4889-99FE-73B7742D16AE}"/>
                </a:ext>
              </a:extLst>
            </p:cNvPr>
            <p:cNvSpPr>
              <a:spLocks noChangeArrowheads="1"/>
            </p:cNvSpPr>
            <p:nvPr/>
          </p:nvSpPr>
          <p:spPr bwMode="auto">
            <a:xfrm>
              <a:off x="7526338" y="30686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42" name="Rectangle 134">
              <a:extLst>
                <a:ext uri="{FF2B5EF4-FFF2-40B4-BE49-F238E27FC236}">
                  <a16:creationId xmlns:a16="http://schemas.microsoft.com/office/drawing/2014/main" id="{19227FFA-C2DC-4D72-ABFB-71104AFAE8F3}"/>
                </a:ext>
              </a:extLst>
            </p:cNvPr>
            <p:cNvSpPr>
              <a:spLocks noChangeArrowheads="1"/>
            </p:cNvSpPr>
            <p:nvPr/>
          </p:nvSpPr>
          <p:spPr bwMode="auto">
            <a:xfrm>
              <a:off x="8921750" y="3067050"/>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43" name="Rectangle 135">
              <a:extLst>
                <a:ext uri="{FF2B5EF4-FFF2-40B4-BE49-F238E27FC236}">
                  <a16:creationId xmlns:a16="http://schemas.microsoft.com/office/drawing/2014/main" id="{B96414B4-DA22-45EA-8331-A8784D2E3A14}"/>
                </a:ext>
              </a:extLst>
            </p:cNvPr>
            <p:cNvSpPr>
              <a:spLocks noChangeArrowheads="1"/>
            </p:cNvSpPr>
            <p:nvPr/>
          </p:nvSpPr>
          <p:spPr bwMode="auto">
            <a:xfrm>
              <a:off x="8299450" y="30686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44" name="Rectangle 136">
              <a:extLst>
                <a:ext uri="{FF2B5EF4-FFF2-40B4-BE49-F238E27FC236}">
                  <a16:creationId xmlns:a16="http://schemas.microsoft.com/office/drawing/2014/main" id="{F70157FF-2939-4A6A-AE55-4B63CB9C6E6E}"/>
                </a:ext>
              </a:extLst>
            </p:cNvPr>
            <p:cNvSpPr>
              <a:spLocks noChangeArrowheads="1"/>
            </p:cNvSpPr>
            <p:nvPr/>
          </p:nvSpPr>
          <p:spPr bwMode="auto">
            <a:xfrm>
              <a:off x="547688" y="3335338"/>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45" name="Rectangle 137">
              <a:extLst>
                <a:ext uri="{FF2B5EF4-FFF2-40B4-BE49-F238E27FC236}">
                  <a16:creationId xmlns:a16="http://schemas.microsoft.com/office/drawing/2014/main" id="{0FED594A-9AD7-44E7-9D46-72DA9EC9F304}"/>
                </a:ext>
              </a:extLst>
            </p:cNvPr>
            <p:cNvSpPr>
              <a:spLocks noChangeArrowheads="1"/>
            </p:cNvSpPr>
            <p:nvPr/>
          </p:nvSpPr>
          <p:spPr bwMode="auto">
            <a:xfrm>
              <a:off x="246063" y="3338513"/>
              <a:ext cx="2222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46" name="Rectangle 138">
              <a:extLst>
                <a:ext uri="{FF2B5EF4-FFF2-40B4-BE49-F238E27FC236}">
                  <a16:creationId xmlns:a16="http://schemas.microsoft.com/office/drawing/2014/main" id="{5686F515-E2B6-421D-9FC3-F7864B930E14}"/>
                </a:ext>
              </a:extLst>
            </p:cNvPr>
            <p:cNvSpPr>
              <a:spLocks noChangeArrowheads="1"/>
            </p:cNvSpPr>
            <p:nvPr/>
          </p:nvSpPr>
          <p:spPr bwMode="auto">
            <a:xfrm>
              <a:off x="1462088" y="3335338"/>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47" name="Rectangle 139">
              <a:extLst>
                <a:ext uri="{FF2B5EF4-FFF2-40B4-BE49-F238E27FC236}">
                  <a16:creationId xmlns:a16="http://schemas.microsoft.com/office/drawing/2014/main" id="{C0DF3566-F4D9-439E-9A27-4D52FBED2822}"/>
                </a:ext>
              </a:extLst>
            </p:cNvPr>
            <p:cNvSpPr>
              <a:spLocks noChangeArrowheads="1"/>
            </p:cNvSpPr>
            <p:nvPr/>
          </p:nvSpPr>
          <p:spPr bwMode="auto">
            <a:xfrm>
              <a:off x="836613" y="33369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48" name="Rectangle 140">
              <a:extLst>
                <a:ext uri="{FF2B5EF4-FFF2-40B4-BE49-F238E27FC236}">
                  <a16:creationId xmlns:a16="http://schemas.microsoft.com/office/drawing/2014/main" id="{19E14FB3-965F-4D28-A2D2-87E4C6B06610}"/>
                </a:ext>
              </a:extLst>
            </p:cNvPr>
            <p:cNvSpPr>
              <a:spLocks noChangeArrowheads="1"/>
            </p:cNvSpPr>
            <p:nvPr/>
          </p:nvSpPr>
          <p:spPr bwMode="auto">
            <a:xfrm>
              <a:off x="2422525" y="3335338"/>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49" name="Rectangle 141">
              <a:extLst>
                <a:ext uri="{FF2B5EF4-FFF2-40B4-BE49-F238E27FC236}">
                  <a16:creationId xmlns:a16="http://schemas.microsoft.com/office/drawing/2014/main" id="{157A5EC3-F9C4-4130-B49B-1A8065FD5477}"/>
                </a:ext>
              </a:extLst>
            </p:cNvPr>
            <p:cNvSpPr>
              <a:spLocks noChangeArrowheads="1"/>
            </p:cNvSpPr>
            <p:nvPr/>
          </p:nvSpPr>
          <p:spPr bwMode="auto">
            <a:xfrm>
              <a:off x="1771650" y="33369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50" name="Rectangle 142">
              <a:extLst>
                <a:ext uri="{FF2B5EF4-FFF2-40B4-BE49-F238E27FC236}">
                  <a16:creationId xmlns:a16="http://schemas.microsoft.com/office/drawing/2014/main" id="{F3B9836A-9255-4F10-99D5-DFF8E3D92813}"/>
                </a:ext>
              </a:extLst>
            </p:cNvPr>
            <p:cNvSpPr>
              <a:spLocks noChangeArrowheads="1"/>
            </p:cNvSpPr>
            <p:nvPr/>
          </p:nvSpPr>
          <p:spPr bwMode="auto">
            <a:xfrm>
              <a:off x="2686050"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51" name="Rectangle 143">
              <a:extLst>
                <a:ext uri="{FF2B5EF4-FFF2-40B4-BE49-F238E27FC236}">
                  <a16:creationId xmlns:a16="http://schemas.microsoft.com/office/drawing/2014/main" id="{360D76DF-6D91-409B-AD47-C715E3DF2363}"/>
                </a:ext>
              </a:extLst>
            </p:cNvPr>
            <p:cNvSpPr>
              <a:spLocks noChangeArrowheads="1"/>
            </p:cNvSpPr>
            <p:nvPr/>
          </p:nvSpPr>
          <p:spPr bwMode="auto">
            <a:xfrm>
              <a:off x="3465513"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52" name="Rectangle 144">
              <a:extLst>
                <a:ext uri="{FF2B5EF4-FFF2-40B4-BE49-F238E27FC236}">
                  <a16:creationId xmlns:a16="http://schemas.microsoft.com/office/drawing/2014/main" id="{B9182445-4923-4942-89D2-F03C72354C70}"/>
                </a:ext>
              </a:extLst>
            </p:cNvPr>
            <p:cNvSpPr>
              <a:spLocks noChangeArrowheads="1"/>
            </p:cNvSpPr>
            <p:nvPr/>
          </p:nvSpPr>
          <p:spPr bwMode="auto">
            <a:xfrm>
              <a:off x="4745038" y="3335338"/>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53" name="Rectangle 145">
              <a:extLst>
                <a:ext uri="{FF2B5EF4-FFF2-40B4-BE49-F238E27FC236}">
                  <a16:creationId xmlns:a16="http://schemas.microsoft.com/office/drawing/2014/main" id="{7A412994-7B73-49D6-956F-9C84394A57BC}"/>
                </a:ext>
              </a:extLst>
            </p:cNvPr>
            <p:cNvSpPr>
              <a:spLocks noChangeArrowheads="1"/>
            </p:cNvSpPr>
            <p:nvPr/>
          </p:nvSpPr>
          <p:spPr bwMode="auto">
            <a:xfrm>
              <a:off x="4244975"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54" name="Rectangle 146">
              <a:extLst>
                <a:ext uri="{FF2B5EF4-FFF2-40B4-BE49-F238E27FC236}">
                  <a16:creationId xmlns:a16="http://schemas.microsoft.com/office/drawing/2014/main" id="{3AC29E31-2F73-4CDA-847E-340D616B5F6C}"/>
                </a:ext>
              </a:extLst>
            </p:cNvPr>
            <p:cNvSpPr>
              <a:spLocks noChangeArrowheads="1"/>
            </p:cNvSpPr>
            <p:nvPr/>
          </p:nvSpPr>
          <p:spPr bwMode="auto">
            <a:xfrm>
              <a:off x="5705475" y="3335338"/>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55" name="Rectangle 147">
              <a:extLst>
                <a:ext uri="{FF2B5EF4-FFF2-40B4-BE49-F238E27FC236}">
                  <a16:creationId xmlns:a16="http://schemas.microsoft.com/office/drawing/2014/main" id="{8A4EBA4E-F83A-4896-8DE1-764103BAE512}"/>
                </a:ext>
              </a:extLst>
            </p:cNvPr>
            <p:cNvSpPr>
              <a:spLocks noChangeArrowheads="1"/>
            </p:cNvSpPr>
            <p:nvPr/>
          </p:nvSpPr>
          <p:spPr bwMode="auto">
            <a:xfrm>
              <a:off x="5054600" y="33369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56" name="Rectangle 148">
              <a:extLst>
                <a:ext uri="{FF2B5EF4-FFF2-40B4-BE49-F238E27FC236}">
                  <a16:creationId xmlns:a16="http://schemas.microsoft.com/office/drawing/2014/main" id="{7464F2BC-5E8A-429D-A8FA-98EFA3A8584B}"/>
                </a:ext>
              </a:extLst>
            </p:cNvPr>
            <p:cNvSpPr>
              <a:spLocks noChangeArrowheads="1"/>
            </p:cNvSpPr>
            <p:nvPr/>
          </p:nvSpPr>
          <p:spPr bwMode="auto">
            <a:xfrm>
              <a:off x="5970588"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57" name="Rectangle 149">
              <a:extLst>
                <a:ext uri="{FF2B5EF4-FFF2-40B4-BE49-F238E27FC236}">
                  <a16:creationId xmlns:a16="http://schemas.microsoft.com/office/drawing/2014/main" id="{09EBAEB6-244D-4E16-BF30-D389BAB531BB}"/>
                </a:ext>
              </a:extLst>
            </p:cNvPr>
            <p:cNvSpPr>
              <a:spLocks noChangeArrowheads="1"/>
            </p:cNvSpPr>
            <p:nvPr/>
          </p:nvSpPr>
          <p:spPr bwMode="auto">
            <a:xfrm>
              <a:off x="6748463"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58" name="Rectangle 150">
              <a:extLst>
                <a:ext uri="{FF2B5EF4-FFF2-40B4-BE49-F238E27FC236}">
                  <a16:creationId xmlns:a16="http://schemas.microsoft.com/office/drawing/2014/main" id="{176E49EE-4A42-4B0F-91D3-9429410838C2}"/>
                </a:ext>
              </a:extLst>
            </p:cNvPr>
            <p:cNvSpPr>
              <a:spLocks noChangeArrowheads="1"/>
            </p:cNvSpPr>
            <p:nvPr/>
          </p:nvSpPr>
          <p:spPr bwMode="auto">
            <a:xfrm>
              <a:off x="8050213" y="3335338"/>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59" name="Rectangle 151">
              <a:extLst>
                <a:ext uri="{FF2B5EF4-FFF2-40B4-BE49-F238E27FC236}">
                  <a16:creationId xmlns:a16="http://schemas.microsoft.com/office/drawing/2014/main" id="{362341E8-8D96-4654-939E-C658D7789905}"/>
                </a:ext>
              </a:extLst>
            </p:cNvPr>
            <p:cNvSpPr>
              <a:spLocks noChangeArrowheads="1"/>
            </p:cNvSpPr>
            <p:nvPr/>
          </p:nvSpPr>
          <p:spPr bwMode="auto">
            <a:xfrm>
              <a:off x="7526338" y="33369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60" name="Rectangle 152">
              <a:extLst>
                <a:ext uri="{FF2B5EF4-FFF2-40B4-BE49-F238E27FC236}">
                  <a16:creationId xmlns:a16="http://schemas.microsoft.com/office/drawing/2014/main" id="{70A9586D-A161-4DAB-8AA5-05F283DCA4EB}"/>
                </a:ext>
              </a:extLst>
            </p:cNvPr>
            <p:cNvSpPr>
              <a:spLocks noChangeArrowheads="1"/>
            </p:cNvSpPr>
            <p:nvPr/>
          </p:nvSpPr>
          <p:spPr bwMode="auto">
            <a:xfrm>
              <a:off x="8921750" y="3335338"/>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61" name="Rectangle 153">
              <a:extLst>
                <a:ext uri="{FF2B5EF4-FFF2-40B4-BE49-F238E27FC236}">
                  <a16:creationId xmlns:a16="http://schemas.microsoft.com/office/drawing/2014/main" id="{54C39934-A8DF-4902-B3F3-BA5249947428}"/>
                </a:ext>
              </a:extLst>
            </p:cNvPr>
            <p:cNvSpPr>
              <a:spLocks noChangeArrowheads="1"/>
            </p:cNvSpPr>
            <p:nvPr/>
          </p:nvSpPr>
          <p:spPr bwMode="auto">
            <a:xfrm>
              <a:off x="8297863" y="33369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62" name="Rectangle 154">
              <a:extLst>
                <a:ext uri="{FF2B5EF4-FFF2-40B4-BE49-F238E27FC236}">
                  <a16:creationId xmlns:a16="http://schemas.microsoft.com/office/drawing/2014/main" id="{3119EDED-F52B-4F7B-BA12-285C3E71EE8A}"/>
                </a:ext>
              </a:extLst>
            </p:cNvPr>
            <p:cNvSpPr>
              <a:spLocks noChangeArrowheads="1"/>
            </p:cNvSpPr>
            <p:nvPr/>
          </p:nvSpPr>
          <p:spPr bwMode="auto">
            <a:xfrm>
              <a:off x="547688" y="3603625"/>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63" name="Rectangle 155">
              <a:extLst>
                <a:ext uri="{FF2B5EF4-FFF2-40B4-BE49-F238E27FC236}">
                  <a16:creationId xmlns:a16="http://schemas.microsoft.com/office/drawing/2014/main" id="{9A6684A1-DE42-4628-A38E-354BEE093F00}"/>
                </a:ext>
              </a:extLst>
            </p:cNvPr>
            <p:cNvSpPr>
              <a:spLocks noChangeArrowheads="1"/>
            </p:cNvSpPr>
            <p:nvPr/>
          </p:nvSpPr>
          <p:spPr bwMode="auto">
            <a:xfrm>
              <a:off x="273050" y="3606800"/>
              <a:ext cx="1968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64" name="Rectangle 156">
              <a:extLst>
                <a:ext uri="{FF2B5EF4-FFF2-40B4-BE49-F238E27FC236}">
                  <a16:creationId xmlns:a16="http://schemas.microsoft.com/office/drawing/2014/main" id="{8BB29B6C-A394-416E-9C76-8B2B720EB6DB}"/>
                </a:ext>
              </a:extLst>
            </p:cNvPr>
            <p:cNvSpPr>
              <a:spLocks noChangeArrowheads="1"/>
            </p:cNvSpPr>
            <p:nvPr/>
          </p:nvSpPr>
          <p:spPr bwMode="auto">
            <a:xfrm>
              <a:off x="1462088" y="3603625"/>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65" name="Rectangle 157">
              <a:extLst>
                <a:ext uri="{FF2B5EF4-FFF2-40B4-BE49-F238E27FC236}">
                  <a16:creationId xmlns:a16="http://schemas.microsoft.com/office/drawing/2014/main" id="{4FFA273D-DDC1-4D82-94FF-F6034E14EF98}"/>
                </a:ext>
              </a:extLst>
            </p:cNvPr>
            <p:cNvSpPr>
              <a:spLocks noChangeArrowheads="1"/>
            </p:cNvSpPr>
            <p:nvPr/>
          </p:nvSpPr>
          <p:spPr bwMode="auto">
            <a:xfrm>
              <a:off x="836613" y="36052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66" name="Rectangle 158">
              <a:extLst>
                <a:ext uri="{FF2B5EF4-FFF2-40B4-BE49-F238E27FC236}">
                  <a16:creationId xmlns:a16="http://schemas.microsoft.com/office/drawing/2014/main" id="{CAE24940-C59C-4D4A-B33C-33C28D71910F}"/>
                </a:ext>
              </a:extLst>
            </p:cNvPr>
            <p:cNvSpPr>
              <a:spLocks noChangeArrowheads="1"/>
            </p:cNvSpPr>
            <p:nvPr/>
          </p:nvSpPr>
          <p:spPr bwMode="auto">
            <a:xfrm>
              <a:off x="2422525" y="3603625"/>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67" name="Rectangle 159">
              <a:extLst>
                <a:ext uri="{FF2B5EF4-FFF2-40B4-BE49-F238E27FC236}">
                  <a16:creationId xmlns:a16="http://schemas.microsoft.com/office/drawing/2014/main" id="{11908D70-BB82-4278-B694-F3DA70F54065}"/>
                </a:ext>
              </a:extLst>
            </p:cNvPr>
            <p:cNvSpPr>
              <a:spLocks noChangeArrowheads="1"/>
            </p:cNvSpPr>
            <p:nvPr/>
          </p:nvSpPr>
          <p:spPr bwMode="auto">
            <a:xfrm>
              <a:off x="1770063" y="36052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68" name="Rectangle 160">
              <a:extLst>
                <a:ext uri="{FF2B5EF4-FFF2-40B4-BE49-F238E27FC236}">
                  <a16:creationId xmlns:a16="http://schemas.microsoft.com/office/drawing/2014/main" id="{E9CE8652-593D-430A-A2D5-298AA0E398F6}"/>
                </a:ext>
              </a:extLst>
            </p:cNvPr>
            <p:cNvSpPr>
              <a:spLocks noChangeArrowheads="1"/>
            </p:cNvSpPr>
            <p:nvPr/>
          </p:nvSpPr>
          <p:spPr bwMode="auto">
            <a:xfrm>
              <a:off x="2686050"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69" name="Rectangle 161">
              <a:extLst>
                <a:ext uri="{FF2B5EF4-FFF2-40B4-BE49-F238E27FC236}">
                  <a16:creationId xmlns:a16="http://schemas.microsoft.com/office/drawing/2014/main" id="{4610A0B5-0462-4613-A6DC-2BF0C95EA0D3}"/>
                </a:ext>
              </a:extLst>
            </p:cNvPr>
            <p:cNvSpPr>
              <a:spLocks noChangeArrowheads="1"/>
            </p:cNvSpPr>
            <p:nvPr/>
          </p:nvSpPr>
          <p:spPr bwMode="auto">
            <a:xfrm>
              <a:off x="3463925"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70" name="Rectangle 162">
              <a:extLst>
                <a:ext uri="{FF2B5EF4-FFF2-40B4-BE49-F238E27FC236}">
                  <a16:creationId xmlns:a16="http://schemas.microsoft.com/office/drawing/2014/main" id="{C59EBA1B-89A1-4251-9CB4-77A995C25C93}"/>
                </a:ext>
              </a:extLst>
            </p:cNvPr>
            <p:cNvSpPr>
              <a:spLocks noChangeArrowheads="1"/>
            </p:cNvSpPr>
            <p:nvPr/>
          </p:nvSpPr>
          <p:spPr bwMode="auto">
            <a:xfrm>
              <a:off x="4745038" y="3603625"/>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71" name="Rectangle 163">
              <a:extLst>
                <a:ext uri="{FF2B5EF4-FFF2-40B4-BE49-F238E27FC236}">
                  <a16:creationId xmlns:a16="http://schemas.microsoft.com/office/drawing/2014/main" id="{D0E9076A-574E-4B73-ACCB-996F8E522B10}"/>
                </a:ext>
              </a:extLst>
            </p:cNvPr>
            <p:cNvSpPr>
              <a:spLocks noChangeArrowheads="1"/>
            </p:cNvSpPr>
            <p:nvPr/>
          </p:nvSpPr>
          <p:spPr bwMode="auto">
            <a:xfrm>
              <a:off x="4243388"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72" name="Rectangle 164">
              <a:extLst>
                <a:ext uri="{FF2B5EF4-FFF2-40B4-BE49-F238E27FC236}">
                  <a16:creationId xmlns:a16="http://schemas.microsoft.com/office/drawing/2014/main" id="{5564426F-A48C-48B7-B1FE-674E82ACF41B}"/>
                </a:ext>
              </a:extLst>
            </p:cNvPr>
            <p:cNvSpPr>
              <a:spLocks noChangeArrowheads="1"/>
            </p:cNvSpPr>
            <p:nvPr/>
          </p:nvSpPr>
          <p:spPr bwMode="auto">
            <a:xfrm>
              <a:off x="5705475" y="3603625"/>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73" name="Rectangle 165">
              <a:extLst>
                <a:ext uri="{FF2B5EF4-FFF2-40B4-BE49-F238E27FC236}">
                  <a16:creationId xmlns:a16="http://schemas.microsoft.com/office/drawing/2014/main" id="{2AFCC6BD-7292-4EB8-8308-B4552D9FCCFD}"/>
                </a:ext>
              </a:extLst>
            </p:cNvPr>
            <p:cNvSpPr>
              <a:spLocks noChangeArrowheads="1"/>
            </p:cNvSpPr>
            <p:nvPr/>
          </p:nvSpPr>
          <p:spPr bwMode="auto">
            <a:xfrm>
              <a:off x="5054600" y="36052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74" name="Rectangle 166">
              <a:extLst>
                <a:ext uri="{FF2B5EF4-FFF2-40B4-BE49-F238E27FC236}">
                  <a16:creationId xmlns:a16="http://schemas.microsoft.com/office/drawing/2014/main" id="{5ADAA6AC-58A9-469D-B0DA-D9D1883F6C83}"/>
                </a:ext>
              </a:extLst>
            </p:cNvPr>
            <p:cNvSpPr>
              <a:spLocks noChangeArrowheads="1"/>
            </p:cNvSpPr>
            <p:nvPr/>
          </p:nvSpPr>
          <p:spPr bwMode="auto">
            <a:xfrm>
              <a:off x="5969000"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75" name="Rectangle 167">
              <a:extLst>
                <a:ext uri="{FF2B5EF4-FFF2-40B4-BE49-F238E27FC236}">
                  <a16:creationId xmlns:a16="http://schemas.microsoft.com/office/drawing/2014/main" id="{9DF818BA-C27C-4928-ADF8-A20F94E601EF}"/>
                </a:ext>
              </a:extLst>
            </p:cNvPr>
            <p:cNvSpPr>
              <a:spLocks noChangeArrowheads="1"/>
            </p:cNvSpPr>
            <p:nvPr/>
          </p:nvSpPr>
          <p:spPr bwMode="auto">
            <a:xfrm>
              <a:off x="6748463"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76" name="Rectangle 168">
              <a:extLst>
                <a:ext uri="{FF2B5EF4-FFF2-40B4-BE49-F238E27FC236}">
                  <a16:creationId xmlns:a16="http://schemas.microsoft.com/office/drawing/2014/main" id="{25DB80C0-A5A3-464E-88C4-33F2F36E192B}"/>
                </a:ext>
              </a:extLst>
            </p:cNvPr>
            <p:cNvSpPr>
              <a:spLocks noChangeArrowheads="1"/>
            </p:cNvSpPr>
            <p:nvPr/>
          </p:nvSpPr>
          <p:spPr bwMode="auto">
            <a:xfrm>
              <a:off x="8050213" y="3603625"/>
              <a:ext cx="11112"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77" name="Rectangle 169">
              <a:extLst>
                <a:ext uri="{FF2B5EF4-FFF2-40B4-BE49-F238E27FC236}">
                  <a16:creationId xmlns:a16="http://schemas.microsoft.com/office/drawing/2014/main" id="{A06B8311-9F65-4DBA-83C5-713533561ED1}"/>
                </a:ext>
              </a:extLst>
            </p:cNvPr>
            <p:cNvSpPr>
              <a:spLocks noChangeArrowheads="1"/>
            </p:cNvSpPr>
            <p:nvPr/>
          </p:nvSpPr>
          <p:spPr bwMode="auto">
            <a:xfrm>
              <a:off x="7524750" y="36052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78" name="Rectangle 170">
              <a:extLst>
                <a:ext uri="{FF2B5EF4-FFF2-40B4-BE49-F238E27FC236}">
                  <a16:creationId xmlns:a16="http://schemas.microsoft.com/office/drawing/2014/main" id="{489305AF-53B5-41C0-BB07-02452791BDB3}"/>
                </a:ext>
              </a:extLst>
            </p:cNvPr>
            <p:cNvSpPr>
              <a:spLocks noChangeArrowheads="1"/>
            </p:cNvSpPr>
            <p:nvPr/>
          </p:nvSpPr>
          <p:spPr bwMode="auto">
            <a:xfrm>
              <a:off x="8921750" y="3603625"/>
              <a:ext cx="11113" cy="2682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79" name="Rectangle 171">
              <a:extLst>
                <a:ext uri="{FF2B5EF4-FFF2-40B4-BE49-F238E27FC236}">
                  <a16:creationId xmlns:a16="http://schemas.microsoft.com/office/drawing/2014/main" id="{DE7F1D87-331A-45D3-98A4-481DF4773103}"/>
                </a:ext>
              </a:extLst>
            </p:cNvPr>
            <p:cNvSpPr>
              <a:spLocks noChangeArrowheads="1"/>
            </p:cNvSpPr>
            <p:nvPr/>
          </p:nvSpPr>
          <p:spPr bwMode="auto">
            <a:xfrm>
              <a:off x="8297863" y="36052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80" name="Rectangle 172">
              <a:extLst>
                <a:ext uri="{FF2B5EF4-FFF2-40B4-BE49-F238E27FC236}">
                  <a16:creationId xmlns:a16="http://schemas.microsoft.com/office/drawing/2014/main" id="{83260159-2FDE-4CDD-8308-3CA2FA75C98B}"/>
                </a:ext>
              </a:extLst>
            </p:cNvPr>
            <p:cNvSpPr>
              <a:spLocks noChangeArrowheads="1"/>
            </p:cNvSpPr>
            <p:nvPr/>
          </p:nvSpPr>
          <p:spPr bwMode="auto">
            <a:xfrm>
              <a:off x="547688" y="3871913"/>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81" name="Rectangle 173">
              <a:extLst>
                <a:ext uri="{FF2B5EF4-FFF2-40B4-BE49-F238E27FC236}">
                  <a16:creationId xmlns:a16="http://schemas.microsoft.com/office/drawing/2014/main" id="{7E80C7CC-23C1-4DFA-BDF4-FC9321602C9E}"/>
                </a:ext>
              </a:extLst>
            </p:cNvPr>
            <p:cNvSpPr>
              <a:spLocks noChangeArrowheads="1"/>
            </p:cNvSpPr>
            <p:nvPr/>
          </p:nvSpPr>
          <p:spPr bwMode="auto">
            <a:xfrm>
              <a:off x="284163" y="3870325"/>
              <a:ext cx="1841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82" name="Rectangle 174">
              <a:extLst>
                <a:ext uri="{FF2B5EF4-FFF2-40B4-BE49-F238E27FC236}">
                  <a16:creationId xmlns:a16="http://schemas.microsoft.com/office/drawing/2014/main" id="{CC0C4C57-FB3E-4CC6-98E1-39AC90A9E012}"/>
                </a:ext>
              </a:extLst>
            </p:cNvPr>
            <p:cNvSpPr>
              <a:spLocks noChangeArrowheads="1"/>
            </p:cNvSpPr>
            <p:nvPr/>
          </p:nvSpPr>
          <p:spPr bwMode="auto">
            <a:xfrm>
              <a:off x="1462088" y="3871913"/>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83" name="Rectangle 175">
              <a:extLst>
                <a:ext uri="{FF2B5EF4-FFF2-40B4-BE49-F238E27FC236}">
                  <a16:creationId xmlns:a16="http://schemas.microsoft.com/office/drawing/2014/main" id="{C76CEBD7-33E9-4A25-BC38-4890C9669BEB}"/>
                </a:ext>
              </a:extLst>
            </p:cNvPr>
            <p:cNvSpPr>
              <a:spLocks noChangeArrowheads="1"/>
            </p:cNvSpPr>
            <p:nvPr/>
          </p:nvSpPr>
          <p:spPr bwMode="auto">
            <a:xfrm>
              <a:off x="838200" y="38687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84" name="Rectangle 176">
              <a:extLst>
                <a:ext uri="{FF2B5EF4-FFF2-40B4-BE49-F238E27FC236}">
                  <a16:creationId xmlns:a16="http://schemas.microsoft.com/office/drawing/2014/main" id="{EF4DD263-4B9C-4AEB-96FE-DAC2135DCEF1}"/>
                </a:ext>
              </a:extLst>
            </p:cNvPr>
            <p:cNvSpPr>
              <a:spLocks noChangeArrowheads="1"/>
            </p:cNvSpPr>
            <p:nvPr/>
          </p:nvSpPr>
          <p:spPr bwMode="auto">
            <a:xfrm>
              <a:off x="2422525" y="3871913"/>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85" name="Rectangle 177">
              <a:extLst>
                <a:ext uri="{FF2B5EF4-FFF2-40B4-BE49-F238E27FC236}">
                  <a16:creationId xmlns:a16="http://schemas.microsoft.com/office/drawing/2014/main" id="{B4F39158-2ED3-459B-BC1E-B3DE6ACEFD1C}"/>
                </a:ext>
              </a:extLst>
            </p:cNvPr>
            <p:cNvSpPr>
              <a:spLocks noChangeArrowheads="1"/>
            </p:cNvSpPr>
            <p:nvPr/>
          </p:nvSpPr>
          <p:spPr bwMode="auto">
            <a:xfrm>
              <a:off x="1771650" y="38687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86" name="Rectangle 178">
              <a:extLst>
                <a:ext uri="{FF2B5EF4-FFF2-40B4-BE49-F238E27FC236}">
                  <a16:creationId xmlns:a16="http://schemas.microsoft.com/office/drawing/2014/main" id="{8AE08205-FA14-416F-B2FC-12D32D28BBF7}"/>
                </a:ext>
              </a:extLst>
            </p:cNvPr>
            <p:cNvSpPr>
              <a:spLocks noChangeArrowheads="1"/>
            </p:cNvSpPr>
            <p:nvPr/>
          </p:nvSpPr>
          <p:spPr bwMode="auto">
            <a:xfrm>
              <a:off x="2686050"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87" name="Rectangle 179">
              <a:extLst>
                <a:ext uri="{FF2B5EF4-FFF2-40B4-BE49-F238E27FC236}">
                  <a16:creationId xmlns:a16="http://schemas.microsoft.com/office/drawing/2014/main" id="{C65B6742-4726-4673-A7EF-1FA0D1E78A39}"/>
                </a:ext>
              </a:extLst>
            </p:cNvPr>
            <p:cNvSpPr>
              <a:spLocks noChangeArrowheads="1"/>
            </p:cNvSpPr>
            <p:nvPr/>
          </p:nvSpPr>
          <p:spPr bwMode="auto">
            <a:xfrm>
              <a:off x="3465513"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88" name="Rectangle 180">
              <a:extLst>
                <a:ext uri="{FF2B5EF4-FFF2-40B4-BE49-F238E27FC236}">
                  <a16:creationId xmlns:a16="http://schemas.microsoft.com/office/drawing/2014/main" id="{25B715CD-721C-4B86-AA21-9FD567EFF522}"/>
                </a:ext>
              </a:extLst>
            </p:cNvPr>
            <p:cNvSpPr>
              <a:spLocks noChangeArrowheads="1"/>
            </p:cNvSpPr>
            <p:nvPr/>
          </p:nvSpPr>
          <p:spPr bwMode="auto">
            <a:xfrm>
              <a:off x="4745038" y="3871913"/>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89" name="Rectangle 181">
              <a:extLst>
                <a:ext uri="{FF2B5EF4-FFF2-40B4-BE49-F238E27FC236}">
                  <a16:creationId xmlns:a16="http://schemas.microsoft.com/office/drawing/2014/main" id="{7F2B0B1B-09ED-4E75-820B-036741929ED3}"/>
                </a:ext>
              </a:extLst>
            </p:cNvPr>
            <p:cNvSpPr>
              <a:spLocks noChangeArrowheads="1"/>
            </p:cNvSpPr>
            <p:nvPr/>
          </p:nvSpPr>
          <p:spPr bwMode="auto">
            <a:xfrm>
              <a:off x="4244975"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90" name="Rectangle 182">
              <a:extLst>
                <a:ext uri="{FF2B5EF4-FFF2-40B4-BE49-F238E27FC236}">
                  <a16:creationId xmlns:a16="http://schemas.microsoft.com/office/drawing/2014/main" id="{D3D015E4-643B-4866-9D8D-1A1091C68E47}"/>
                </a:ext>
              </a:extLst>
            </p:cNvPr>
            <p:cNvSpPr>
              <a:spLocks noChangeArrowheads="1"/>
            </p:cNvSpPr>
            <p:nvPr/>
          </p:nvSpPr>
          <p:spPr bwMode="auto">
            <a:xfrm>
              <a:off x="5705475" y="3871913"/>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91" name="Rectangle 183">
              <a:extLst>
                <a:ext uri="{FF2B5EF4-FFF2-40B4-BE49-F238E27FC236}">
                  <a16:creationId xmlns:a16="http://schemas.microsoft.com/office/drawing/2014/main" id="{867563E1-8022-4239-BB9D-9B473B2C6F45}"/>
                </a:ext>
              </a:extLst>
            </p:cNvPr>
            <p:cNvSpPr>
              <a:spLocks noChangeArrowheads="1"/>
            </p:cNvSpPr>
            <p:nvPr/>
          </p:nvSpPr>
          <p:spPr bwMode="auto">
            <a:xfrm>
              <a:off x="5056188" y="38687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92" name="Rectangle 184">
              <a:extLst>
                <a:ext uri="{FF2B5EF4-FFF2-40B4-BE49-F238E27FC236}">
                  <a16:creationId xmlns:a16="http://schemas.microsoft.com/office/drawing/2014/main" id="{C7E757DC-EAC7-484B-9FA1-F9C8B138EA49}"/>
                </a:ext>
              </a:extLst>
            </p:cNvPr>
            <p:cNvSpPr>
              <a:spLocks noChangeArrowheads="1"/>
            </p:cNvSpPr>
            <p:nvPr/>
          </p:nvSpPr>
          <p:spPr bwMode="auto">
            <a:xfrm>
              <a:off x="5970588"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93" name="Rectangle 185">
              <a:extLst>
                <a:ext uri="{FF2B5EF4-FFF2-40B4-BE49-F238E27FC236}">
                  <a16:creationId xmlns:a16="http://schemas.microsoft.com/office/drawing/2014/main" id="{1B4EA5E4-1A76-4138-9E9B-E90ABEE6C096}"/>
                </a:ext>
              </a:extLst>
            </p:cNvPr>
            <p:cNvSpPr>
              <a:spLocks noChangeArrowheads="1"/>
            </p:cNvSpPr>
            <p:nvPr/>
          </p:nvSpPr>
          <p:spPr bwMode="auto">
            <a:xfrm>
              <a:off x="6750050"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94" name="Rectangle 186">
              <a:extLst>
                <a:ext uri="{FF2B5EF4-FFF2-40B4-BE49-F238E27FC236}">
                  <a16:creationId xmlns:a16="http://schemas.microsoft.com/office/drawing/2014/main" id="{E915D43E-CAF7-4D9A-9740-BE064FD0B81F}"/>
                </a:ext>
              </a:extLst>
            </p:cNvPr>
            <p:cNvSpPr>
              <a:spLocks noChangeArrowheads="1"/>
            </p:cNvSpPr>
            <p:nvPr/>
          </p:nvSpPr>
          <p:spPr bwMode="auto">
            <a:xfrm>
              <a:off x="8050213" y="3871913"/>
              <a:ext cx="11112"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95" name="Rectangle 187">
              <a:extLst>
                <a:ext uri="{FF2B5EF4-FFF2-40B4-BE49-F238E27FC236}">
                  <a16:creationId xmlns:a16="http://schemas.microsoft.com/office/drawing/2014/main" id="{B7CA89A9-C866-4A66-AF86-9CE4348C6C4B}"/>
                </a:ext>
              </a:extLst>
            </p:cNvPr>
            <p:cNvSpPr>
              <a:spLocks noChangeArrowheads="1"/>
            </p:cNvSpPr>
            <p:nvPr/>
          </p:nvSpPr>
          <p:spPr bwMode="auto">
            <a:xfrm>
              <a:off x="7526338" y="3868738"/>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96" name="Rectangle 188">
              <a:extLst>
                <a:ext uri="{FF2B5EF4-FFF2-40B4-BE49-F238E27FC236}">
                  <a16:creationId xmlns:a16="http://schemas.microsoft.com/office/drawing/2014/main" id="{3AE6A4AB-5507-4116-9816-10DF356B873D}"/>
                </a:ext>
              </a:extLst>
            </p:cNvPr>
            <p:cNvSpPr>
              <a:spLocks noChangeArrowheads="1"/>
            </p:cNvSpPr>
            <p:nvPr/>
          </p:nvSpPr>
          <p:spPr bwMode="auto">
            <a:xfrm>
              <a:off x="8921750" y="3871913"/>
              <a:ext cx="11113" cy="266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97" name="Rectangle 189">
              <a:extLst>
                <a:ext uri="{FF2B5EF4-FFF2-40B4-BE49-F238E27FC236}">
                  <a16:creationId xmlns:a16="http://schemas.microsoft.com/office/drawing/2014/main" id="{28B9F784-6480-4D28-BAA4-FA090124895E}"/>
                </a:ext>
              </a:extLst>
            </p:cNvPr>
            <p:cNvSpPr>
              <a:spLocks noChangeArrowheads="1"/>
            </p:cNvSpPr>
            <p:nvPr/>
          </p:nvSpPr>
          <p:spPr bwMode="auto">
            <a:xfrm>
              <a:off x="8299450" y="3868738"/>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98" name="Rectangle 190">
              <a:extLst>
                <a:ext uri="{FF2B5EF4-FFF2-40B4-BE49-F238E27FC236}">
                  <a16:creationId xmlns:a16="http://schemas.microsoft.com/office/drawing/2014/main" id="{1360CEE0-2323-4B97-8466-73F1F55268F5}"/>
                </a:ext>
              </a:extLst>
            </p:cNvPr>
            <p:cNvSpPr>
              <a:spLocks noChangeArrowheads="1"/>
            </p:cNvSpPr>
            <p:nvPr/>
          </p:nvSpPr>
          <p:spPr bwMode="auto">
            <a:xfrm>
              <a:off x="547688" y="4138613"/>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499" name="Rectangle 191">
              <a:extLst>
                <a:ext uri="{FF2B5EF4-FFF2-40B4-BE49-F238E27FC236}">
                  <a16:creationId xmlns:a16="http://schemas.microsoft.com/office/drawing/2014/main" id="{97B155AB-7909-43FC-A566-219369C662E3}"/>
                </a:ext>
              </a:extLst>
            </p:cNvPr>
            <p:cNvSpPr>
              <a:spLocks noChangeArrowheads="1"/>
            </p:cNvSpPr>
            <p:nvPr/>
          </p:nvSpPr>
          <p:spPr bwMode="auto">
            <a:xfrm>
              <a:off x="246063" y="4138613"/>
              <a:ext cx="2222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500" name="Rectangle 192">
              <a:extLst>
                <a:ext uri="{FF2B5EF4-FFF2-40B4-BE49-F238E27FC236}">
                  <a16:creationId xmlns:a16="http://schemas.microsoft.com/office/drawing/2014/main" id="{8DA0F485-9444-462E-94AF-4CB1979352AB}"/>
                </a:ext>
              </a:extLst>
            </p:cNvPr>
            <p:cNvSpPr>
              <a:spLocks noChangeArrowheads="1"/>
            </p:cNvSpPr>
            <p:nvPr/>
          </p:nvSpPr>
          <p:spPr bwMode="auto">
            <a:xfrm>
              <a:off x="1462088" y="4138613"/>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501" name="Rectangle 193">
              <a:extLst>
                <a:ext uri="{FF2B5EF4-FFF2-40B4-BE49-F238E27FC236}">
                  <a16:creationId xmlns:a16="http://schemas.microsoft.com/office/drawing/2014/main" id="{8F8D847A-C61C-4856-B4B2-14B8763BF7A6}"/>
                </a:ext>
              </a:extLst>
            </p:cNvPr>
            <p:cNvSpPr>
              <a:spLocks noChangeArrowheads="1"/>
            </p:cNvSpPr>
            <p:nvPr/>
          </p:nvSpPr>
          <p:spPr bwMode="auto">
            <a:xfrm>
              <a:off x="836613" y="41370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502" name="Rectangle 194">
              <a:extLst>
                <a:ext uri="{FF2B5EF4-FFF2-40B4-BE49-F238E27FC236}">
                  <a16:creationId xmlns:a16="http://schemas.microsoft.com/office/drawing/2014/main" id="{DB63852A-E640-4967-B80E-39A4E1AAF88E}"/>
                </a:ext>
              </a:extLst>
            </p:cNvPr>
            <p:cNvSpPr>
              <a:spLocks noChangeArrowheads="1"/>
            </p:cNvSpPr>
            <p:nvPr/>
          </p:nvSpPr>
          <p:spPr bwMode="auto">
            <a:xfrm>
              <a:off x="2422525" y="4138613"/>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503" name="Rectangle 195">
              <a:extLst>
                <a:ext uri="{FF2B5EF4-FFF2-40B4-BE49-F238E27FC236}">
                  <a16:creationId xmlns:a16="http://schemas.microsoft.com/office/drawing/2014/main" id="{FD72AFC2-886C-4699-A9EB-B783A0BE269B}"/>
                </a:ext>
              </a:extLst>
            </p:cNvPr>
            <p:cNvSpPr>
              <a:spLocks noChangeArrowheads="1"/>
            </p:cNvSpPr>
            <p:nvPr/>
          </p:nvSpPr>
          <p:spPr bwMode="auto">
            <a:xfrm>
              <a:off x="1771650" y="41370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504" name="Rectangle 196">
              <a:extLst>
                <a:ext uri="{FF2B5EF4-FFF2-40B4-BE49-F238E27FC236}">
                  <a16:creationId xmlns:a16="http://schemas.microsoft.com/office/drawing/2014/main" id="{4A22A02C-FC72-4823-9EA7-0A0323F50CC7}"/>
                </a:ext>
              </a:extLst>
            </p:cNvPr>
            <p:cNvSpPr>
              <a:spLocks noChangeArrowheads="1"/>
            </p:cNvSpPr>
            <p:nvPr/>
          </p:nvSpPr>
          <p:spPr bwMode="auto">
            <a:xfrm>
              <a:off x="2686050"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505" name="Rectangle 197">
              <a:extLst>
                <a:ext uri="{FF2B5EF4-FFF2-40B4-BE49-F238E27FC236}">
                  <a16:creationId xmlns:a16="http://schemas.microsoft.com/office/drawing/2014/main" id="{6B5E1932-6C6D-4415-ABF7-B039F516BE88}"/>
                </a:ext>
              </a:extLst>
            </p:cNvPr>
            <p:cNvSpPr>
              <a:spLocks noChangeArrowheads="1"/>
            </p:cNvSpPr>
            <p:nvPr/>
          </p:nvSpPr>
          <p:spPr bwMode="auto">
            <a:xfrm>
              <a:off x="3465513"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506" name="Rectangle 198">
              <a:extLst>
                <a:ext uri="{FF2B5EF4-FFF2-40B4-BE49-F238E27FC236}">
                  <a16:creationId xmlns:a16="http://schemas.microsoft.com/office/drawing/2014/main" id="{F25F78F7-2289-4101-B21D-7DE5A92D4A81}"/>
                </a:ext>
              </a:extLst>
            </p:cNvPr>
            <p:cNvSpPr>
              <a:spLocks noChangeArrowheads="1"/>
            </p:cNvSpPr>
            <p:nvPr/>
          </p:nvSpPr>
          <p:spPr bwMode="auto">
            <a:xfrm>
              <a:off x="4745038" y="4138613"/>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507" name="Rectangle 199">
              <a:extLst>
                <a:ext uri="{FF2B5EF4-FFF2-40B4-BE49-F238E27FC236}">
                  <a16:creationId xmlns:a16="http://schemas.microsoft.com/office/drawing/2014/main" id="{C895DAC7-5F57-46BD-8067-FFBEEAFD3FBE}"/>
                </a:ext>
              </a:extLst>
            </p:cNvPr>
            <p:cNvSpPr>
              <a:spLocks noChangeArrowheads="1"/>
            </p:cNvSpPr>
            <p:nvPr/>
          </p:nvSpPr>
          <p:spPr bwMode="auto">
            <a:xfrm>
              <a:off x="4244975"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508" name="Rectangle 200">
              <a:extLst>
                <a:ext uri="{FF2B5EF4-FFF2-40B4-BE49-F238E27FC236}">
                  <a16:creationId xmlns:a16="http://schemas.microsoft.com/office/drawing/2014/main" id="{24ACFBE3-61D1-4F44-A920-EF5DF5FDA4B0}"/>
                </a:ext>
              </a:extLst>
            </p:cNvPr>
            <p:cNvSpPr>
              <a:spLocks noChangeArrowheads="1"/>
            </p:cNvSpPr>
            <p:nvPr/>
          </p:nvSpPr>
          <p:spPr bwMode="auto">
            <a:xfrm>
              <a:off x="5705475" y="4138613"/>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509" name="Rectangle 201">
              <a:extLst>
                <a:ext uri="{FF2B5EF4-FFF2-40B4-BE49-F238E27FC236}">
                  <a16:creationId xmlns:a16="http://schemas.microsoft.com/office/drawing/2014/main" id="{BDD4357F-DEE8-4DED-A745-DF24C68744AA}"/>
                </a:ext>
              </a:extLst>
            </p:cNvPr>
            <p:cNvSpPr>
              <a:spLocks noChangeArrowheads="1"/>
            </p:cNvSpPr>
            <p:nvPr/>
          </p:nvSpPr>
          <p:spPr bwMode="auto">
            <a:xfrm>
              <a:off x="5054600" y="41370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510" name="Rectangle 202">
              <a:extLst>
                <a:ext uri="{FF2B5EF4-FFF2-40B4-BE49-F238E27FC236}">
                  <a16:creationId xmlns:a16="http://schemas.microsoft.com/office/drawing/2014/main" id="{FB9B4C3F-AD6D-4238-8AD7-3E152599C2C8}"/>
                </a:ext>
              </a:extLst>
            </p:cNvPr>
            <p:cNvSpPr>
              <a:spLocks noChangeArrowheads="1"/>
            </p:cNvSpPr>
            <p:nvPr/>
          </p:nvSpPr>
          <p:spPr bwMode="auto">
            <a:xfrm>
              <a:off x="5970588"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511" name="Rectangle 203">
              <a:extLst>
                <a:ext uri="{FF2B5EF4-FFF2-40B4-BE49-F238E27FC236}">
                  <a16:creationId xmlns:a16="http://schemas.microsoft.com/office/drawing/2014/main" id="{6D1D42BC-7CB9-4ED7-B4FB-8B495039082C}"/>
                </a:ext>
              </a:extLst>
            </p:cNvPr>
            <p:cNvSpPr>
              <a:spLocks noChangeArrowheads="1"/>
            </p:cNvSpPr>
            <p:nvPr/>
          </p:nvSpPr>
          <p:spPr bwMode="auto">
            <a:xfrm>
              <a:off x="6748463"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512" name="Rectangle 205">
              <a:extLst>
                <a:ext uri="{FF2B5EF4-FFF2-40B4-BE49-F238E27FC236}">
                  <a16:creationId xmlns:a16="http://schemas.microsoft.com/office/drawing/2014/main" id="{06A6CF45-9D74-415A-A985-096FCFFE7D79}"/>
                </a:ext>
              </a:extLst>
            </p:cNvPr>
            <p:cNvSpPr>
              <a:spLocks noChangeArrowheads="1"/>
            </p:cNvSpPr>
            <p:nvPr/>
          </p:nvSpPr>
          <p:spPr bwMode="auto">
            <a:xfrm>
              <a:off x="8050213" y="4138613"/>
              <a:ext cx="11112"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513" name="Rectangle 206">
              <a:extLst>
                <a:ext uri="{FF2B5EF4-FFF2-40B4-BE49-F238E27FC236}">
                  <a16:creationId xmlns:a16="http://schemas.microsoft.com/office/drawing/2014/main" id="{7105F3DB-4613-48CA-8E99-CA6164976DD6}"/>
                </a:ext>
              </a:extLst>
            </p:cNvPr>
            <p:cNvSpPr>
              <a:spLocks noChangeArrowheads="1"/>
            </p:cNvSpPr>
            <p:nvPr/>
          </p:nvSpPr>
          <p:spPr bwMode="auto">
            <a:xfrm>
              <a:off x="7526338" y="4137025"/>
              <a:ext cx="2286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514" name="Rectangle 207">
              <a:extLst>
                <a:ext uri="{FF2B5EF4-FFF2-40B4-BE49-F238E27FC236}">
                  <a16:creationId xmlns:a16="http://schemas.microsoft.com/office/drawing/2014/main" id="{D88D3EE4-B573-4B48-BA12-6BC8062E3A13}"/>
                </a:ext>
              </a:extLst>
            </p:cNvPr>
            <p:cNvSpPr>
              <a:spLocks noChangeArrowheads="1"/>
            </p:cNvSpPr>
            <p:nvPr/>
          </p:nvSpPr>
          <p:spPr bwMode="auto">
            <a:xfrm>
              <a:off x="8921750" y="4138613"/>
              <a:ext cx="11113" cy="26828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515" name="Rectangle 208">
              <a:extLst>
                <a:ext uri="{FF2B5EF4-FFF2-40B4-BE49-F238E27FC236}">
                  <a16:creationId xmlns:a16="http://schemas.microsoft.com/office/drawing/2014/main" id="{DCDF8B4F-32D2-4086-A60E-3983E4BCDC51}"/>
                </a:ext>
              </a:extLst>
            </p:cNvPr>
            <p:cNvSpPr>
              <a:spLocks noChangeArrowheads="1"/>
            </p:cNvSpPr>
            <p:nvPr/>
          </p:nvSpPr>
          <p:spPr bwMode="auto">
            <a:xfrm>
              <a:off x="8297863" y="4137025"/>
              <a:ext cx="400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516" name="Rectangle 209">
              <a:extLst>
                <a:ext uri="{FF2B5EF4-FFF2-40B4-BE49-F238E27FC236}">
                  <a16:creationId xmlns:a16="http://schemas.microsoft.com/office/drawing/2014/main" id="{8946A563-5B9D-417A-8B2C-65051ACE41F4}"/>
                </a:ext>
              </a:extLst>
            </p:cNvPr>
            <p:cNvSpPr>
              <a:spLocks noChangeArrowheads="1"/>
            </p:cNvSpPr>
            <p:nvPr/>
          </p:nvSpPr>
          <p:spPr bwMode="auto">
            <a:xfrm>
              <a:off x="547688" y="4411663"/>
              <a:ext cx="11112"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517" name="Rectangle 210">
              <a:extLst>
                <a:ext uri="{FF2B5EF4-FFF2-40B4-BE49-F238E27FC236}">
                  <a16:creationId xmlns:a16="http://schemas.microsoft.com/office/drawing/2014/main" id="{0933AF0C-593B-4912-AE2A-B05B8668CB50}"/>
                </a:ext>
              </a:extLst>
            </p:cNvPr>
            <p:cNvSpPr>
              <a:spLocks noChangeArrowheads="1"/>
            </p:cNvSpPr>
            <p:nvPr/>
          </p:nvSpPr>
          <p:spPr bwMode="auto">
            <a:xfrm>
              <a:off x="246063" y="4406900"/>
              <a:ext cx="2222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H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518" name="Rectangle 211">
              <a:extLst>
                <a:ext uri="{FF2B5EF4-FFF2-40B4-BE49-F238E27FC236}">
                  <a16:creationId xmlns:a16="http://schemas.microsoft.com/office/drawing/2014/main" id="{B3E3836B-DF85-4405-A5EB-DFC73E61DE93}"/>
                </a:ext>
              </a:extLst>
            </p:cNvPr>
            <p:cNvSpPr>
              <a:spLocks noChangeArrowheads="1"/>
            </p:cNvSpPr>
            <p:nvPr/>
          </p:nvSpPr>
          <p:spPr bwMode="auto">
            <a:xfrm>
              <a:off x="1462088" y="4411663"/>
              <a:ext cx="11112"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519" name="Rectangle 212">
              <a:extLst>
                <a:ext uri="{FF2B5EF4-FFF2-40B4-BE49-F238E27FC236}">
                  <a16:creationId xmlns:a16="http://schemas.microsoft.com/office/drawing/2014/main" id="{6685322D-A57D-4C59-8747-6688CE4F0DFB}"/>
                </a:ext>
              </a:extLst>
            </p:cNvPr>
            <p:cNvSpPr>
              <a:spLocks noChangeArrowheads="1"/>
            </p:cNvSpPr>
            <p:nvPr/>
          </p:nvSpPr>
          <p:spPr bwMode="auto">
            <a:xfrm>
              <a:off x="836613" y="44053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520" name="Rectangle 213">
              <a:extLst>
                <a:ext uri="{FF2B5EF4-FFF2-40B4-BE49-F238E27FC236}">
                  <a16:creationId xmlns:a16="http://schemas.microsoft.com/office/drawing/2014/main" id="{476E8971-7F6B-4B06-AB75-D39D164CE635}"/>
                </a:ext>
              </a:extLst>
            </p:cNvPr>
            <p:cNvSpPr>
              <a:spLocks noChangeArrowheads="1"/>
            </p:cNvSpPr>
            <p:nvPr/>
          </p:nvSpPr>
          <p:spPr bwMode="auto">
            <a:xfrm>
              <a:off x="2422525" y="4411663"/>
              <a:ext cx="11113"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521" name="Rectangle 214">
              <a:extLst>
                <a:ext uri="{FF2B5EF4-FFF2-40B4-BE49-F238E27FC236}">
                  <a16:creationId xmlns:a16="http://schemas.microsoft.com/office/drawing/2014/main" id="{E079DC67-0DC7-44DE-9246-386D6B952FEE}"/>
                </a:ext>
              </a:extLst>
            </p:cNvPr>
            <p:cNvSpPr>
              <a:spLocks noChangeArrowheads="1"/>
            </p:cNvSpPr>
            <p:nvPr/>
          </p:nvSpPr>
          <p:spPr bwMode="auto">
            <a:xfrm>
              <a:off x="1771650" y="44053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522" name="Rectangle 215">
              <a:extLst>
                <a:ext uri="{FF2B5EF4-FFF2-40B4-BE49-F238E27FC236}">
                  <a16:creationId xmlns:a16="http://schemas.microsoft.com/office/drawing/2014/main" id="{1AA017E2-8E34-4D80-B07A-A4802B4FB508}"/>
                </a:ext>
              </a:extLst>
            </p:cNvPr>
            <p:cNvSpPr>
              <a:spLocks noChangeArrowheads="1"/>
            </p:cNvSpPr>
            <p:nvPr/>
          </p:nvSpPr>
          <p:spPr bwMode="auto">
            <a:xfrm>
              <a:off x="2686050"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523" name="Rectangle 216">
              <a:extLst>
                <a:ext uri="{FF2B5EF4-FFF2-40B4-BE49-F238E27FC236}">
                  <a16:creationId xmlns:a16="http://schemas.microsoft.com/office/drawing/2014/main" id="{D4B39FE3-7E70-4956-B644-A3B5AB2EC4B2}"/>
                </a:ext>
              </a:extLst>
            </p:cNvPr>
            <p:cNvSpPr>
              <a:spLocks noChangeArrowheads="1"/>
            </p:cNvSpPr>
            <p:nvPr/>
          </p:nvSpPr>
          <p:spPr bwMode="auto">
            <a:xfrm>
              <a:off x="3465513"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524" name="Rectangle 217">
              <a:extLst>
                <a:ext uri="{FF2B5EF4-FFF2-40B4-BE49-F238E27FC236}">
                  <a16:creationId xmlns:a16="http://schemas.microsoft.com/office/drawing/2014/main" id="{D79F729E-523E-4014-B68A-CD6418A8FE6F}"/>
                </a:ext>
              </a:extLst>
            </p:cNvPr>
            <p:cNvSpPr>
              <a:spLocks noChangeArrowheads="1"/>
            </p:cNvSpPr>
            <p:nvPr/>
          </p:nvSpPr>
          <p:spPr bwMode="auto">
            <a:xfrm>
              <a:off x="4745038" y="4411663"/>
              <a:ext cx="11112"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525" name="Rectangle 218">
              <a:extLst>
                <a:ext uri="{FF2B5EF4-FFF2-40B4-BE49-F238E27FC236}">
                  <a16:creationId xmlns:a16="http://schemas.microsoft.com/office/drawing/2014/main" id="{9B7FFFE6-211A-46DD-8A19-ECF4354606B4}"/>
                </a:ext>
              </a:extLst>
            </p:cNvPr>
            <p:cNvSpPr>
              <a:spLocks noChangeArrowheads="1"/>
            </p:cNvSpPr>
            <p:nvPr/>
          </p:nvSpPr>
          <p:spPr bwMode="auto">
            <a:xfrm>
              <a:off x="4244975"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526" name="Rectangle 219">
              <a:extLst>
                <a:ext uri="{FF2B5EF4-FFF2-40B4-BE49-F238E27FC236}">
                  <a16:creationId xmlns:a16="http://schemas.microsoft.com/office/drawing/2014/main" id="{F6FD2509-0812-4240-B38D-797AE68DAD62}"/>
                </a:ext>
              </a:extLst>
            </p:cNvPr>
            <p:cNvSpPr>
              <a:spLocks noChangeArrowheads="1"/>
            </p:cNvSpPr>
            <p:nvPr/>
          </p:nvSpPr>
          <p:spPr bwMode="auto">
            <a:xfrm>
              <a:off x="5705475" y="4411663"/>
              <a:ext cx="11113"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527" name="Rectangle 220">
              <a:extLst>
                <a:ext uri="{FF2B5EF4-FFF2-40B4-BE49-F238E27FC236}">
                  <a16:creationId xmlns:a16="http://schemas.microsoft.com/office/drawing/2014/main" id="{DE723EB0-122D-4A2B-B929-1CB3071342F2}"/>
                </a:ext>
              </a:extLst>
            </p:cNvPr>
            <p:cNvSpPr>
              <a:spLocks noChangeArrowheads="1"/>
            </p:cNvSpPr>
            <p:nvPr/>
          </p:nvSpPr>
          <p:spPr bwMode="auto">
            <a:xfrm>
              <a:off x="5054600" y="44053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528" name="Rectangle 221">
              <a:extLst>
                <a:ext uri="{FF2B5EF4-FFF2-40B4-BE49-F238E27FC236}">
                  <a16:creationId xmlns:a16="http://schemas.microsoft.com/office/drawing/2014/main" id="{884BF7AB-4286-4B07-98A2-03E0DB5CF8CA}"/>
                </a:ext>
              </a:extLst>
            </p:cNvPr>
            <p:cNvSpPr>
              <a:spLocks noChangeArrowheads="1"/>
            </p:cNvSpPr>
            <p:nvPr/>
          </p:nvSpPr>
          <p:spPr bwMode="auto">
            <a:xfrm>
              <a:off x="5970588"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529" name="Rectangle 222">
              <a:extLst>
                <a:ext uri="{FF2B5EF4-FFF2-40B4-BE49-F238E27FC236}">
                  <a16:creationId xmlns:a16="http://schemas.microsoft.com/office/drawing/2014/main" id="{26A098C8-E298-449A-8BAF-398E778CBD02}"/>
                </a:ext>
              </a:extLst>
            </p:cNvPr>
            <p:cNvSpPr>
              <a:spLocks noChangeArrowheads="1"/>
            </p:cNvSpPr>
            <p:nvPr/>
          </p:nvSpPr>
          <p:spPr bwMode="auto">
            <a:xfrm>
              <a:off x="6748463"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530" name="Rectangle 223">
              <a:extLst>
                <a:ext uri="{FF2B5EF4-FFF2-40B4-BE49-F238E27FC236}">
                  <a16:creationId xmlns:a16="http://schemas.microsoft.com/office/drawing/2014/main" id="{F7558FBC-2D6A-4DAE-9A46-DEFADD2810D5}"/>
                </a:ext>
              </a:extLst>
            </p:cNvPr>
            <p:cNvSpPr>
              <a:spLocks noChangeArrowheads="1"/>
            </p:cNvSpPr>
            <p:nvPr/>
          </p:nvSpPr>
          <p:spPr bwMode="auto">
            <a:xfrm>
              <a:off x="8050213" y="4411663"/>
              <a:ext cx="11112"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531" name="Rectangle 224">
              <a:extLst>
                <a:ext uri="{FF2B5EF4-FFF2-40B4-BE49-F238E27FC236}">
                  <a16:creationId xmlns:a16="http://schemas.microsoft.com/office/drawing/2014/main" id="{BBA11C1E-666D-40A0-948E-32379D25DEAA}"/>
                </a:ext>
              </a:extLst>
            </p:cNvPr>
            <p:cNvSpPr>
              <a:spLocks noChangeArrowheads="1"/>
            </p:cNvSpPr>
            <p:nvPr/>
          </p:nvSpPr>
          <p:spPr bwMode="auto">
            <a:xfrm>
              <a:off x="7526338" y="4405313"/>
              <a:ext cx="2286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532" name="Rectangle 225">
              <a:extLst>
                <a:ext uri="{FF2B5EF4-FFF2-40B4-BE49-F238E27FC236}">
                  <a16:creationId xmlns:a16="http://schemas.microsoft.com/office/drawing/2014/main" id="{8E516712-2791-43A0-89D7-308461A5DAF9}"/>
                </a:ext>
              </a:extLst>
            </p:cNvPr>
            <p:cNvSpPr>
              <a:spLocks noChangeArrowheads="1"/>
            </p:cNvSpPr>
            <p:nvPr/>
          </p:nvSpPr>
          <p:spPr bwMode="auto">
            <a:xfrm>
              <a:off x="8921750" y="4411663"/>
              <a:ext cx="11113" cy="307975"/>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533" name="Rectangle 226">
              <a:extLst>
                <a:ext uri="{FF2B5EF4-FFF2-40B4-BE49-F238E27FC236}">
                  <a16:creationId xmlns:a16="http://schemas.microsoft.com/office/drawing/2014/main" id="{D3BC0454-438A-4EE1-8F64-885E7A83A3C9}"/>
                </a:ext>
              </a:extLst>
            </p:cNvPr>
            <p:cNvSpPr>
              <a:spLocks noChangeArrowheads="1"/>
            </p:cNvSpPr>
            <p:nvPr/>
          </p:nvSpPr>
          <p:spPr bwMode="auto">
            <a:xfrm>
              <a:off x="547688" y="4708525"/>
              <a:ext cx="8382000"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534" name="Rectangle 227">
              <a:extLst>
                <a:ext uri="{FF2B5EF4-FFF2-40B4-BE49-F238E27FC236}">
                  <a16:creationId xmlns:a16="http://schemas.microsoft.com/office/drawing/2014/main" id="{BA339B07-9F2C-424E-AA58-6FFE7215738E}"/>
                </a:ext>
              </a:extLst>
            </p:cNvPr>
            <p:cNvSpPr>
              <a:spLocks noChangeArrowheads="1"/>
            </p:cNvSpPr>
            <p:nvPr/>
          </p:nvSpPr>
          <p:spPr bwMode="auto">
            <a:xfrm>
              <a:off x="8297863" y="4405313"/>
              <a:ext cx="400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94210" name="Group 228">
            <a:extLst>
              <a:ext uri="{FF2B5EF4-FFF2-40B4-BE49-F238E27FC236}">
                <a16:creationId xmlns:a16="http://schemas.microsoft.com/office/drawing/2014/main" id="{77C026D3-B182-487B-83A7-00BA49D4D10E}"/>
              </a:ext>
            </a:extLst>
          </p:cNvPr>
          <p:cNvGrpSpPr>
            <a:grpSpLocks/>
          </p:cNvGrpSpPr>
          <p:nvPr/>
        </p:nvGrpSpPr>
        <p:grpSpPr bwMode="auto">
          <a:xfrm>
            <a:off x="1828800" y="4267200"/>
            <a:ext cx="5591175" cy="2519363"/>
            <a:chOff x="603250" y="242888"/>
            <a:chExt cx="5591175" cy="2519362"/>
          </a:xfrm>
        </p:grpSpPr>
        <p:sp>
          <p:nvSpPr>
            <p:cNvPr id="94216" name="Rectangle 42">
              <a:extLst>
                <a:ext uri="{FF2B5EF4-FFF2-40B4-BE49-F238E27FC236}">
                  <a16:creationId xmlns:a16="http://schemas.microsoft.com/office/drawing/2014/main" id="{E67D28E8-6370-4644-80B1-240E0B4AE353}"/>
                </a:ext>
              </a:extLst>
            </p:cNvPr>
            <p:cNvSpPr>
              <a:spLocks noChangeArrowheads="1"/>
            </p:cNvSpPr>
            <p:nvPr/>
          </p:nvSpPr>
          <p:spPr bwMode="auto">
            <a:xfrm>
              <a:off x="1227138" y="815975"/>
              <a:ext cx="773112" cy="77311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17" name="Line 43">
              <a:extLst>
                <a:ext uri="{FF2B5EF4-FFF2-40B4-BE49-F238E27FC236}">
                  <a16:creationId xmlns:a16="http://schemas.microsoft.com/office/drawing/2014/main" id="{BAC6EB76-8845-4BF4-B282-BC74652F71C8}"/>
                </a:ext>
              </a:extLst>
            </p:cNvPr>
            <p:cNvSpPr>
              <a:spLocks noChangeShapeType="1"/>
            </p:cNvSpPr>
            <p:nvPr/>
          </p:nvSpPr>
          <p:spPr bwMode="auto">
            <a:xfrm flipH="1">
              <a:off x="1227138" y="1211263"/>
              <a:ext cx="773112"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18" name="Line 44">
              <a:extLst>
                <a:ext uri="{FF2B5EF4-FFF2-40B4-BE49-F238E27FC236}">
                  <a16:creationId xmlns:a16="http://schemas.microsoft.com/office/drawing/2014/main" id="{7C6C960C-43FE-43E5-8F55-C9E20BBBEE10}"/>
                </a:ext>
              </a:extLst>
            </p:cNvPr>
            <p:cNvSpPr>
              <a:spLocks noChangeShapeType="1"/>
            </p:cNvSpPr>
            <p:nvPr/>
          </p:nvSpPr>
          <p:spPr bwMode="auto">
            <a:xfrm flipV="1">
              <a:off x="1622425" y="815975"/>
              <a:ext cx="1588" cy="773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19" name="Line 45">
              <a:extLst>
                <a:ext uri="{FF2B5EF4-FFF2-40B4-BE49-F238E27FC236}">
                  <a16:creationId xmlns:a16="http://schemas.microsoft.com/office/drawing/2014/main" id="{632C0593-2879-4CAB-937D-2815FABE5995}"/>
                </a:ext>
              </a:extLst>
            </p:cNvPr>
            <p:cNvSpPr>
              <a:spLocks noChangeShapeType="1"/>
            </p:cNvSpPr>
            <p:nvPr/>
          </p:nvSpPr>
          <p:spPr bwMode="auto">
            <a:xfrm>
              <a:off x="849313" y="438150"/>
              <a:ext cx="377825" cy="3778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20" name="Rectangle 46">
              <a:extLst>
                <a:ext uri="{FF2B5EF4-FFF2-40B4-BE49-F238E27FC236}">
                  <a16:creationId xmlns:a16="http://schemas.microsoft.com/office/drawing/2014/main" id="{B6E97065-F813-476B-8477-B0D976B40BAD}"/>
                </a:ext>
              </a:extLst>
            </p:cNvPr>
            <p:cNvSpPr>
              <a:spLocks noChangeArrowheads="1"/>
            </p:cNvSpPr>
            <p:nvPr/>
          </p:nvSpPr>
          <p:spPr bwMode="auto">
            <a:xfrm>
              <a:off x="2000250" y="815975"/>
              <a:ext cx="755650" cy="77311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21" name="Line 47">
              <a:extLst>
                <a:ext uri="{FF2B5EF4-FFF2-40B4-BE49-F238E27FC236}">
                  <a16:creationId xmlns:a16="http://schemas.microsoft.com/office/drawing/2014/main" id="{484F0163-40B4-4E77-8035-A1A8CAF1D6B5}"/>
                </a:ext>
              </a:extLst>
            </p:cNvPr>
            <p:cNvSpPr>
              <a:spLocks noChangeShapeType="1"/>
            </p:cNvSpPr>
            <p:nvPr/>
          </p:nvSpPr>
          <p:spPr bwMode="auto">
            <a:xfrm flipH="1">
              <a:off x="2000250" y="1211263"/>
              <a:ext cx="75565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22" name="Line 48">
              <a:extLst>
                <a:ext uri="{FF2B5EF4-FFF2-40B4-BE49-F238E27FC236}">
                  <a16:creationId xmlns:a16="http://schemas.microsoft.com/office/drawing/2014/main" id="{D3B01D7D-6FA2-410D-901C-A126D40FEB25}"/>
                </a:ext>
              </a:extLst>
            </p:cNvPr>
            <p:cNvSpPr>
              <a:spLocks noChangeShapeType="1"/>
            </p:cNvSpPr>
            <p:nvPr/>
          </p:nvSpPr>
          <p:spPr bwMode="auto">
            <a:xfrm flipV="1">
              <a:off x="2378075" y="815975"/>
              <a:ext cx="1588" cy="773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23" name="Rectangle 49">
              <a:extLst>
                <a:ext uri="{FF2B5EF4-FFF2-40B4-BE49-F238E27FC236}">
                  <a16:creationId xmlns:a16="http://schemas.microsoft.com/office/drawing/2014/main" id="{C541030D-B7DE-46AD-8F50-BA707F1C8023}"/>
                </a:ext>
              </a:extLst>
            </p:cNvPr>
            <p:cNvSpPr>
              <a:spLocks noChangeArrowheads="1"/>
            </p:cNvSpPr>
            <p:nvPr/>
          </p:nvSpPr>
          <p:spPr bwMode="auto">
            <a:xfrm>
              <a:off x="1341438" y="6048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24" name="Rectangle 50">
              <a:extLst>
                <a:ext uri="{FF2B5EF4-FFF2-40B4-BE49-F238E27FC236}">
                  <a16:creationId xmlns:a16="http://schemas.microsoft.com/office/drawing/2014/main" id="{9366F3FF-60BB-456F-AC7D-56C212F27F86}"/>
                </a:ext>
              </a:extLst>
            </p:cNvPr>
            <p:cNvSpPr>
              <a:spLocks noChangeArrowheads="1"/>
            </p:cNvSpPr>
            <p:nvPr/>
          </p:nvSpPr>
          <p:spPr bwMode="auto">
            <a:xfrm>
              <a:off x="1724025" y="6048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25" name="Rectangle 51">
              <a:extLst>
                <a:ext uri="{FF2B5EF4-FFF2-40B4-BE49-F238E27FC236}">
                  <a16:creationId xmlns:a16="http://schemas.microsoft.com/office/drawing/2014/main" id="{2E976DF5-46C5-4B46-AED4-9E47F19EDEC0}"/>
                </a:ext>
              </a:extLst>
            </p:cNvPr>
            <p:cNvSpPr>
              <a:spLocks noChangeArrowheads="1"/>
            </p:cNvSpPr>
            <p:nvPr/>
          </p:nvSpPr>
          <p:spPr bwMode="auto">
            <a:xfrm>
              <a:off x="2106613" y="6048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26" name="Rectangle 52">
              <a:extLst>
                <a:ext uri="{FF2B5EF4-FFF2-40B4-BE49-F238E27FC236}">
                  <a16:creationId xmlns:a16="http://schemas.microsoft.com/office/drawing/2014/main" id="{A9F3BE76-0C8F-49AF-BFD1-C6B845E1639A}"/>
                </a:ext>
              </a:extLst>
            </p:cNvPr>
            <p:cNvSpPr>
              <a:spLocks noChangeArrowheads="1"/>
            </p:cNvSpPr>
            <p:nvPr/>
          </p:nvSpPr>
          <p:spPr bwMode="auto">
            <a:xfrm>
              <a:off x="2489200" y="6048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27" name="Rectangle 53">
              <a:extLst>
                <a:ext uri="{FF2B5EF4-FFF2-40B4-BE49-F238E27FC236}">
                  <a16:creationId xmlns:a16="http://schemas.microsoft.com/office/drawing/2014/main" id="{46CB8073-AD8E-42C3-BAB6-CB8D2319FFF5}"/>
                </a:ext>
              </a:extLst>
            </p:cNvPr>
            <p:cNvSpPr>
              <a:spLocks noChangeArrowheads="1"/>
            </p:cNvSpPr>
            <p:nvPr/>
          </p:nvSpPr>
          <p:spPr bwMode="auto">
            <a:xfrm>
              <a:off x="992188" y="923925"/>
              <a:ext cx="16510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28" name="Rectangle 54">
              <a:extLst>
                <a:ext uri="{FF2B5EF4-FFF2-40B4-BE49-F238E27FC236}">
                  <a16:creationId xmlns:a16="http://schemas.microsoft.com/office/drawing/2014/main" id="{ED2C76E9-B317-4601-8AC2-0ED8F2044B83}"/>
                </a:ext>
              </a:extLst>
            </p:cNvPr>
            <p:cNvSpPr>
              <a:spLocks noChangeArrowheads="1"/>
            </p:cNvSpPr>
            <p:nvPr/>
          </p:nvSpPr>
          <p:spPr bwMode="auto">
            <a:xfrm>
              <a:off x="982663" y="1306513"/>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29" name="Rectangle 55">
              <a:extLst>
                <a:ext uri="{FF2B5EF4-FFF2-40B4-BE49-F238E27FC236}">
                  <a16:creationId xmlns:a16="http://schemas.microsoft.com/office/drawing/2014/main" id="{C36537D1-7EE1-428F-BAB1-99410F64B139}"/>
                </a:ext>
              </a:extLst>
            </p:cNvPr>
            <p:cNvSpPr>
              <a:spLocks noChangeArrowheads="1"/>
            </p:cNvSpPr>
            <p:nvPr/>
          </p:nvSpPr>
          <p:spPr bwMode="auto">
            <a:xfrm>
              <a:off x="1768475" y="9318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30" name="Rectangle 56">
              <a:extLst>
                <a:ext uri="{FF2B5EF4-FFF2-40B4-BE49-F238E27FC236}">
                  <a16:creationId xmlns:a16="http://schemas.microsoft.com/office/drawing/2014/main" id="{E81284C7-B0E2-451C-98DA-2C2FE6598AE6}"/>
                </a:ext>
              </a:extLst>
            </p:cNvPr>
            <p:cNvSpPr>
              <a:spLocks noChangeArrowheads="1"/>
            </p:cNvSpPr>
            <p:nvPr/>
          </p:nvSpPr>
          <p:spPr bwMode="auto">
            <a:xfrm>
              <a:off x="1382713" y="1314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31" name="Rectangle 57">
              <a:extLst>
                <a:ext uri="{FF2B5EF4-FFF2-40B4-BE49-F238E27FC236}">
                  <a16:creationId xmlns:a16="http://schemas.microsoft.com/office/drawing/2014/main" id="{215D23E7-3B67-4655-9DFE-006F0A5B65E1}"/>
                </a:ext>
              </a:extLst>
            </p:cNvPr>
            <p:cNvSpPr>
              <a:spLocks noChangeArrowheads="1"/>
            </p:cNvSpPr>
            <p:nvPr/>
          </p:nvSpPr>
          <p:spPr bwMode="auto">
            <a:xfrm>
              <a:off x="1768475" y="1314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32" name="Rectangle 58">
              <a:extLst>
                <a:ext uri="{FF2B5EF4-FFF2-40B4-BE49-F238E27FC236}">
                  <a16:creationId xmlns:a16="http://schemas.microsoft.com/office/drawing/2014/main" id="{DACD6968-9FB5-4E81-8BCE-9D61EBA55004}"/>
                </a:ext>
              </a:extLst>
            </p:cNvPr>
            <p:cNvSpPr>
              <a:spLocks noChangeArrowheads="1"/>
            </p:cNvSpPr>
            <p:nvPr/>
          </p:nvSpPr>
          <p:spPr bwMode="auto">
            <a:xfrm>
              <a:off x="2152650" y="9318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33" name="Rectangle 59">
              <a:extLst>
                <a:ext uri="{FF2B5EF4-FFF2-40B4-BE49-F238E27FC236}">
                  <a16:creationId xmlns:a16="http://schemas.microsoft.com/office/drawing/2014/main" id="{E5CB309F-E731-4610-A3A2-D203BE676F89}"/>
                </a:ext>
              </a:extLst>
            </p:cNvPr>
            <p:cNvSpPr>
              <a:spLocks noChangeArrowheads="1"/>
            </p:cNvSpPr>
            <p:nvPr/>
          </p:nvSpPr>
          <p:spPr bwMode="auto">
            <a:xfrm>
              <a:off x="2152650" y="1314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34" name="Rectangle 60">
              <a:extLst>
                <a:ext uri="{FF2B5EF4-FFF2-40B4-BE49-F238E27FC236}">
                  <a16:creationId xmlns:a16="http://schemas.microsoft.com/office/drawing/2014/main" id="{902A6E97-FC1B-46E1-9D83-E9B0C991C7B5}"/>
                </a:ext>
              </a:extLst>
            </p:cNvPr>
            <p:cNvSpPr>
              <a:spLocks noChangeArrowheads="1"/>
            </p:cNvSpPr>
            <p:nvPr/>
          </p:nvSpPr>
          <p:spPr bwMode="auto">
            <a:xfrm>
              <a:off x="2525713" y="9318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35" name="Rectangle 61">
              <a:extLst>
                <a:ext uri="{FF2B5EF4-FFF2-40B4-BE49-F238E27FC236}">
                  <a16:creationId xmlns:a16="http://schemas.microsoft.com/office/drawing/2014/main" id="{97335D48-529D-4414-82CA-9BCF4B976F31}"/>
                </a:ext>
              </a:extLst>
            </p:cNvPr>
            <p:cNvSpPr>
              <a:spLocks noChangeArrowheads="1"/>
            </p:cNvSpPr>
            <p:nvPr/>
          </p:nvSpPr>
          <p:spPr bwMode="auto">
            <a:xfrm>
              <a:off x="2525713" y="1314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36" name="Rectangle 62">
              <a:extLst>
                <a:ext uri="{FF2B5EF4-FFF2-40B4-BE49-F238E27FC236}">
                  <a16:creationId xmlns:a16="http://schemas.microsoft.com/office/drawing/2014/main" id="{783BAC1C-D70D-4F1C-8581-B8CF40E9A362}"/>
                </a:ext>
              </a:extLst>
            </p:cNvPr>
            <p:cNvSpPr>
              <a:spLocks noChangeArrowheads="1"/>
            </p:cNvSpPr>
            <p:nvPr/>
          </p:nvSpPr>
          <p:spPr bwMode="auto">
            <a:xfrm>
              <a:off x="1227138" y="1589088"/>
              <a:ext cx="773112" cy="755650"/>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37" name="Line 63">
              <a:extLst>
                <a:ext uri="{FF2B5EF4-FFF2-40B4-BE49-F238E27FC236}">
                  <a16:creationId xmlns:a16="http://schemas.microsoft.com/office/drawing/2014/main" id="{242D8212-5D68-4C73-9C13-0341A064AE9A}"/>
                </a:ext>
              </a:extLst>
            </p:cNvPr>
            <p:cNvSpPr>
              <a:spLocks noChangeShapeType="1"/>
            </p:cNvSpPr>
            <p:nvPr/>
          </p:nvSpPr>
          <p:spPr bwMode="auto">
            <a:xfrm flipH="1">
              <a:off x="1227138" y="1966913"/>
              <a:ext cx="773112"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38" name="Line 64">
              <a:extLst>
                <a:ext uri="{FF2B5EF4-FFF2-40B4-BE49-F238E27FC236}">
                  <a16:creationId xmlns:a16="http://schemas.microsoft.com/office/drawing/2014/main" id="{5A098A16-DA07-4375-8DAA-783B1E1DBD6B}"/>
                </a:ext>
              </a:extLst>
            </p:cNvPr>
            <p:cNvSpPr>
              <a:spLocks noChangeShapeType="1"/>
            </p:cNvSpPr>
            <p:nvPr/>
          </p:nvSpPr>
          <p:spPr bwMode="auto">
            <a:xfrm flipV="1">
              <a:off x="1622425" y="1589088"/>
              <a:ext cx="1588" cy="7556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39" name="Rectangle 65">
              <a:extLst>
                <a:ext uri="{FF2B5EF4-FFF2-40B4-BE49-F238E27FC236}">
                  <a16:creationId xmlns:a16="http://schemas.microsoft.com/office/drawing/2014/main" id="{74BDEFCA-529F-4C9F-9D4A-305D60059B94}"/>
                </a:ext>
              </a:extLst>
            </p:cNvPr>
            <p:cNvSpPr>
              <a:spLocks noChangeArrowheads="1"/>
            </p:cNvSpPr>
            <p:nvPr/>
          </p:nvSpPr>
          <p:spPr bwMode="auto">
            <a:xfrm>
              <a:off x="2000250" y="1589088"/>
              <a:ext cx="755650" cy="755650"/>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40" name="Line 66">
              <a:extLst>
                <a:ext uri="{FF2B5EF4-FFF2-40B4-BE49-F238E27FC236}">
                  <a16:creationId xmlns:a16="http://schemas.microsoft.com/office/drawing/2014/main" id="{9547D5EA-DE85-4DB8-A914-35E6E8EFAB2A}"/>
                </a:ext>
              </a:extLst>
            </p:cNvPr>
            <p:cNvSpPr>
              <a:spLocks noChangeShapeType="1"/>
            </p:cNvSpPr>
            <p:nvPr/>
          </p:nvSpPr>
          <p:spPr bwMode="auto">
            <a:xfrm flipH="1">
              <a:off x="2000250" y="1966913"/>
              <a:ext cx="755650"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41" name="Line 67">
              <a:extLst>
                <a:ext uri="{FF2B5EF4-FFF2-40B4-BE49-F238E27FC236}">
                  <a16:creationId xmlns:a16="http://schemas.microsoft.com/office/drawing/2014/main" id="{548404DE-EBD9-4266-B327-A815C8D6C0EA}"/>
                </a:ext>
              </a:extLst>
            </p:cNvPr>
            <p:cNvSpPr>
              <a:spLocks noChangeShapeType="1"/>
            </p:cNvSpPr>
            <p:nvPr/>
          </p:nvSpPr>
          <p:spPr bwMode="auto">
            <a:xfrm flipV="1">
              <a:off x="2378075" y="1589088"/>
              <a:ext cx="1588" cy="7556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42" name="Rectangle 68">
              <a:extLst>
                <a:ext uri="{FF2B5EF4-FFF2-40B4-BE49-F238E27FC236}">
                  <a16:creationId xmlns:a16="http://schemas.microsoft.com/office/drawing/2014/main" id="{0075BCD2-CF8D-45C2-BAC1-DDC4B34293F2}"/>
                </a:ext>
              </a:extLst>
            </p:cNvPr>
            <p:cNvSpPr>
              <a:spLocks noChangeArrowheads="1"/>
            </p:cNvSpPr>
            <p:nvPr/>
          </p:nvSpPr>
          <p:spPr bwMode="auto">
            <a:xfrm>
              <a:off x="1382713" y="9318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43" name="Rectangle 69">
              <a:extLst>
                <a:ext uri="{FF2B5EF4-FFF2-40B4-BE49-F238E27FC236}">
                  <a16:creationId xmlns:a16="http://schemas.microsoft.com/office/drawing/2014/main" id="{EACCF26C-AFE4-4F08-9438-31EAC9C32864}"/>
                </a:ext>
              </a:extLst>
            </p:cNvPr>
            <p:cNvSpPr>
              <a:spLocks noChangeArrowheads="1"/>
            </p:cNvSpPr>
            <p:nvPr/>
          </p:nvSpPr>
          <p:spPr bwMode="auto">
            <a:xfrm>
              <a:off x="1768475" y="1695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44" name="Rectangle 70">
              <a:extLst>
                <a:ext uri="{FF2B5EF4-FFF2-40B4-BE49-F238E27FC236}">
                  <a16:creationId xmlns:a16="http://schemas.microsoft.com/office/drawing/2014/main" id="{456879C6-0BBC-41EA-BE1F-358B0142E129}"/>
                </a:ext>
              </a:extLst>
            </p:cNvPr>
            <p:cNvSpPr>
              <a:spLocks noChangeArrowheads="1"/>
            </p:cNvSpPr>
            <p:nvPr/>
          </p:nvSpPr>
          <p:spPr bwMode="auto">
            <a:xfrm>
              <a:off x="1382713" y="2078038"/>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45" name="Rectangle 71">
              <a:extLst>
                <a:ext uri="{FF2B5EF4-FFF2-40B4-BE49-F238E27FC236}">
                  <a16:creationId xmlns:a16="http://schemas.microsoft.com/office/drawing/2014/main" id="{47931043-5903-484E-BF31-CC45B25789B9}"/>
                </a:ext>
              </a:extLst>
            </p:cNvPr>
            <p:cNvSpPr>
              <a:spLocks noChangeArrowheads="1"/>
            </p:cNvSpPr>
            <p:nvPr/>
          </p:nvSpPr>
          <p:spPr bwMode="auto">
            <a:xfrm>
              <a:off x="1768475" y="2078038"/>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46" name="Rectangle 72">
              <a:extLst>
                <a:ext uri="{FF2B5EF4-FFF2-40B4-BE49-F238E27FC236}">
                  <a16:creationId xmlns:a16="http://schemas.microsoft.com/office/drawing/2014/main" id="{26D434C7-229E-45BF-89BF-633601B0E953}"/>
                </a:ext>
              </a:extLst>
            </p:cNvPr>
            <p:cNvSpPr>
              <a:spLocks noChangeArrowheads="1"/>
            </p:cNvSpPr>
            <p:nvPr/>
          </p:nvSpPr>
          <p:spPr bwMode="auto">
            <a:xfrm>
              <a:off x="2152650" y="1695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47" name="Rectangle 73">
              <a:extLst>
                <a:ext uri="{FF2B5EF4-FFF2-40B4-BE49-F238E27FC236}">
                  <a16:creationId xmlns:a16="http://schemas.microsoft.com/office/drawing/2014/main" id="{5DDC3951-0D4B-4CF5-9A64-55C45ACCB93E}"/>
                </a:ext>
              </a:extLst>
            </p:cNvPr>
            <p:cNvSpPr>
              <a:spLocks noChangeArrowheads="1"/>
            </p:cNvSpPr>
            <p:nvPr/>
          </p:nvSpPr>
          <p:spPr bwMode="auto">
            <a:xfrm>
              <a:off x="2152650" y="2078038"/>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48" name="Rectangle 74">
              <a:extLst>
                <a:ext uri="{FF2B5EF4-FFF2-40B4-BE49-F238E27FC236}">
                  <a16:creationId xmlns:a16="http://schemas.microsoft.com/office/drawing/2014/main" id="{D81F68E7-49A7-40E7-9C56-0833B2543E69}"/>
                </a:ext>
              </a:extLst>
            </p:cNvPr>
            <p:cNvSpPr>
              <a:spLocks noChangeArrowheads="1"/>
            </p:cNvSpPr>
            <p:nvPr/>
          </p:nvSpPr>
          <p:spPr bwMode="auto">
            <a:xfrm>
              <a:off x="2525713" y="1695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49" name="Rectangle 75">
              <a:extLst>
                <a:ext uri="{FF2B5EF4-FFF2-40B4-BE49-F238E27FC236}">
                  <a16:creationId xmlns:a16="http://schemas.microsoft.com/office/drawing/2014/main" id="{20F4A322-386D-406F-B3D3-E121D4A90BFD}"/>
                </a:ext>
              </a:extLst>
            </p:cNvPr>
            <p:cNvSpPr>
              <a:spLocks noChangeArrowheads="1"/>
            </p:cNvSpPr>
            <p:nvPr/>
          </p:nvSpPr>
          <p:spPr bwMode="auto">
            <a:xfrm>
              <a:off x="2525713" y="2078038"/>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50" name="Rectangle 76">
              <a:extLst>
                <a:ext uri="{FF2B5EF4-FFF2-40B4-BE49-F238E27FC236}">
                  <a16:creationId xmlns:a16="http://schemas.microsoft.com/office/drawing/2014/main" id="{E8BA6B2A-13A0-49A4-9FDD-2CB2FAE914C2}"/>
                </a:ext>
              </a:extLst>
            </p:cNvPr>
            <p:cNvSpPr>
              <a:spLocks noChangeArrowheads="1"/>
            </p:cNvSpPr>
            <p:nvPr/>
          </p:nvSpPr>
          <p:spPr bwMode="auto">
            <a:xfrm>
              <a:off x="1382713" y="1695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51" name="Rectangle 77">
              <a:extLst>
                <a:ext uri="{FF2B5EF4-FFF2-40B4-BE49-F238E27FC236}">
                  <a16:creationId xmlns:a16="http://schemas.microsoft.com/office/drawing/2014/main" id="{4BEE16A3-9806-4853-AD5D-4D589B472C48}"/>
                </a:ext>
              </a:extLst>
            </p:cNvPr>
            <p:cNvSpPr>
              <a:spLocks noChangeArrowheads="1"/>
            </p:cNvSpPr>
            <p:nvPr/>
          </p:nvSpPr>
          <p:spPr bwMode="auto">
            <a:xfrm>
              <a:off x="982663" y="1695450"/>
              <a:ext cx="16510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52" name="Rectangle 78">
              <a:extLst>
                <a:ext uri="{FF2B5EF4-FFF2-40B4-BE49-F238E27FC236}">
                  <a16:creationId xmlns:a16="http://schemas.microsoft.com/office/drawing/2014/main" id="{0B232FB2-509C-4E3F-A7C6-8107F425F1F9}"/>
                </a:ext>
              </a:extLst>
            </p:cNvPr>
            <p:cNvSpPr>
              <a:spLocks noChangeArrowheads="1"/>
            </p:cNvSpPr>
            <p:nvPr/>
          </p:nvSpPr>
          <p:spPr bwMode="auto">
            <a:xfrm>
              <a:off x="982663" y="20780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53" name="Rectangle 79">
              <a:extLst>
                <a:ext uri="{FF2B5EF4-FFF2-40B4-BE49-F238E27FC236}">
                  <a16:creationId xmlns:a16="http://schemas.microsoft.com/office/drawing/2014/main" id="{64DA0642-6F57-4D8C-A302-7A8B47921F86}"/>
                </a:ext>
              </a:extLst>
            </p:cNvPr>
            <p:cNvSpPr>
              <a:spLocks noChangeArrowheads="1"/>
            </p:cNvSpPr>
            <p:nvPr/>
          </p:nvSpPr>
          <p:spPr bwMode="auto">
            <a:xfrm>
              <a:off x="979488" y="242888"/>
              <a:ext cx="730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54" name="Rectangle 80">
              <a:extLst>
                <a:ext uri="{FF2B5EF4-FFF2-40B4-BE49-F238E27FC236}">
                  <a16:creationId xmlns:a16="http://schemas.microsoft.com/office/drawing/2014/main" id="{923F7EFD-5022-4432-A8D7-73CBCF676693}"/>
                </a:ext>
              </a:extLst>
            </p:cNvPr>
            <p:cNvSpPr>
              <a:spLocks noChangeArrowheads="1"/>
            </p:cNvSpPr>
            <p:nvPr/>
          </p:nvSpPr>
          <p:spPr bwMode="auto">
            <a:xfrm>
              <a:off x="1057275" y="322263"/>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55" name="Rectangle 81">
              <a:extLst>
                <a:ext uri="{FF2B5EF4-FFF2-40B4-BE49-F238E27FC236}">
                  <a16:creationId xmlns:a16="http://schemas.microsoft.com/office/drawing/2014/main" id="{60C259E7-B7B0-4197-BAAB-65427B655A1E}"/>
                </a:ext>
              </a:extLst>
            </p:cNvPr>
            <p:cNvSpPr>
              <a:spLocks noChangeArrowheads="1"/>
            </p:cNvSpPr>
            <p:nvPr/>
          </p:nvSpPr>
          <p:spPr bwMode="auto">
            <a:xfrm>
              <a:off x="1135063" y="242888"/>
              <a:ext cx="730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56" name="Rectangle 82">
              <a:extLst>
                <a:ext uri="{FF2B5EF4-FFF2-40B4-BE49-F238E27FC236}">
                  <a16:creationId xmlns:a16="http://schemas.microsoft.com/office/drawing/2014/main" id="{6BF1DE27-07F2-404F-AC65-C8D56AC3B57A}"/>
                </a:ext>
              </a:extLst>
            </p:cNvPr>
            <p:cNvSpPr>
              <a:spLocks noChangeArrowheads="1"/>
            </p:cNvSpPr>
            <p:nvPr/>
          </p:nvSpPr>
          <p:spPr bwMode="auto">
            <a:xfrm>
              <a:off x="1211263" y="322263"/>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57" name="Rectangle 83">
              <a:extLst>
                <a:ext uri="{FF2B5EF4-FFF2-40B4-BE49-F238E27FC236}">
                  <a16:creationId xmlns:a16="http://schemas.microsoft.com/office/drawing/2014/main" id="{1F1C550F-1B81-4C76-98FA-75B4BC4ED5C7}"/>
                </a:ext>
              </a:extLst>
            </p:cNvPr>
            <p:cNvSpPr>
              <a:spLocks noChangeArrowheads="1"/>
            </p:cNvSpPr>
            <p:nvPr/>
          </p:nvSpPr>
          <p:spPr bwMode="auto">
            <a:xfrm>
              <a:off x="603250" y="474663"/>
              <a:ext cx="182563"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58" name="Freeform 84">
              <a:extLst>
                <a:ext uri="{FF2B5EF4-FFF2-40B4-BE49-F238E27FC236}">
                  <a16:creationId xmlns:a16="http://schemas.microsoft.com/office/drawing/2014/main" id="{231F8BB3-D891-461D-9F88-BCB8178B7A29}"/>
                </a:ext>
              </a:extLst>
            </p:cNvPr>
            <p:cNvSpPr>
              <a:spLocks/>
            </p:cNvSpPr>
            <p:nvPr/>
          </p:nvSpPr>
          <p:spPr bwMode="auto">
            <a:xfrm>
              <a:off x="1295400" y="1649413"/>
              <a:ext cx="1401763" cy="638175"/>
            </a:xfrm>
            <a:custGeom>
              <a:avLst/>
              <a:gdLst>
                <a:gd name="T0" fmla="*/ 2147483646 w 1559"/>
                <a:gd name="T1" fmla="*/ 0 h 708"/>
                <a:gd name="T2" fmla="*/ 2147483646 w 1559"/>
                <a:gd name="T3" fmla="*/ 0 h 708"/>
                <a:gd name="T4" fmla="*/ 2147483646 w 1559"/>
                <a:gd name="T5" fmla="*/ 2147483646 h 708"/>
                <a:gd name="T6" fmla="*/ 0 w 1559"/>
                <a:gd name="T7" fmla="*/ 2147483646 h 708"/>
                <a:gd name="T8" fmla="*/ 0 w 1559"/>
                <a:gd name="T9" fmla="*/ 2147483646 h 708"/>
                <a:gd name="T10" fmla="*/ 0 w 1559"/>
                <a:gd name="T11" fmla="*/ 2147483646 h 708"/>
                <a:gd name="T12" fmla="*/ 2147483646 w 1559"/>
                <a:gd name="T13" fmla="*/ 2147483646 h 708"/>
                <a:gd name="T14" fmla="*/ 2147483646 w 1559"/>
                <a:gd name="T15" fmla="*/ 2147483646 h 708"/>
                <a:gd name="T16" fmla="*/ 2147483646 w 1559"/>
                <a:gd name="T17" fmla="*/ 2147483646 h 708"/>
                <a:gd name="T18" fmla="*/ 2147483646 w 1559"/>
                <a:gd name="T19" fmla="*/ 2147483646 h 708"/>
                <a:gd name="T20" fmla="*/ 2147483646 w 1559"/>
                <a:gd name="T21" fmla="*/ 2147483646 h 708"/>
                <a:gd name="T22" fmla="*/ 2147483646 w 1559"/>
                <a:gd name="T23" fmla="*/ 2147483646 h 708"/>
                <a:gd name="T24" fmla="*/ 2147483646 w 1559"/>
                <a:gd name="T25" fmla="*/ 2147483646 h 708"/>
                <a:gd name="T26" fmla="*/ 2147483646 w 1559"/>
                <a:gd name="T27" fmla="*/ 2147483646 h 708"/>
                <a:gd name="T28" fmla="*/ 2147483646 w 1559"/>
                <a:gd name="T29" fmla="*/ 2147483646 h 708"/>
                <a:gd name="T30" fmla="*/ 2147483646 w 1559"/>
                <a:gd name="T31" fmla="*/ 0 h 708"/>
                <a:gd name="T32" fmla="*/ 2147483646 w 1559"/>
                <a:gd name="T33" fmla="*/ 0 h 70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59"/>
                <a:gd name="T52" fmla="*/ 0 h 708"/>
                <a:gd name="T53" fmla="*/ 1559 w 1559"/>
                <a:gd name="T54" fmla="*/ 708 h 70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59" h="708">
                  <a:moveTo>
                    <a:pt x="780" y="0"/>
                  </a:moveTo>
                  <a:cubicBezTo>
                    <a:pt x="213" y="0"/>
                    <a:pt x="213" y="0"/>
                    <a:pt x="142" y="0"/>
                  </a:cubicBezTo>
                  <a:cubicBezTo>
                    <a:pt x="71" y="0"/>
                    <a:pt x="71" y="0"/>
                    <a:pt x="36" y="35"/>
                  </a:cubicBezTo>
                  <a:cubicBezTo>
                    <a:pt x="0" y="71"/>
                    <a:pt x="0" y="71"/>
                    <a:pt x="0" y="141"/>
                  </a:cubicBezTo>
                  <a:cubicBezTo>
                    <a:pt x="0" y="212"/>
                    <a:pt x="0" y="212"/>
                    <a:pt x="0" y="354"/>
                  </a:cubicBezTo>
                  <a:cubicBezTo>
                    <a:pt x="0" y="496"/>
                    <a:pt x="0" y="496"/>
                    <a:pt x="0" y="567"/>
                  </a:cubicBezTo>
                  <a:cubicBezTo>
                    <a:pt x="0" y="637"/>
                    <a:pt x="0" y="637"/>
                    <a:pt x="36" y="673"/>
                  </a:cubicBezTo>
                  <a:cubicBezTo>
                    <a:pt x="71" y="708"/>
                    <a:pt x="71" y="708"/>
                    <a:pt x="142" y="708"/>
                  </a:cubicBezTo>
                  <a:cubicBezTo>
                    <a:pt x="213" y="708"/>
                    <a:pt x="213" y="708"/>
                    <a:pt x="780" y="708"/>
                  </a:cubicBezTo>
                  <a:cubicBezTo>
                    <a:pt x="1347" y="708"/>
                    <a:pt x="1347" y="708"/>
                    <a:pt x="1418" y="708"/>
                  </a:cubicBezTo>
                  <a:cubicBezTo>
                    <a:pt x="1488" y="708"/>
                    <a:pt x="1488" y="708"/>
                    <a:pt x="1524" y="673"/>
                  </a:cubicBezTo>
                  <a:cubicBezTo>
                    <a:pt x="1559" y="637"/>
                    <a:pt x="1559" y="637"/>
                    <a:pt x="1559" y="567"/>
                  </a:cubicBezTo>
                  <a:cubicBezTo>
                    <a:pt x="1559" y="496"/>
                    <a:pt x="1559" y="496"/>
                    <a:pt x="1559" y="354"/>
                  </a:cubicBezTo>
                  <a:cubicBezTo>
                    <a:pt x="1559" y="212"/>
                    <a:pt x="1559" y="212"/>
                    <a:pt x="1559" y="141"/>
                  </a:cubicBezTo>
                  <a:cubicBezTo>
                    <a:pt x="1559" y="71"/>
                    <a:pt x="1559" y="71"/>
                    <a:pt x="1524" y="35"/>
                  </a:cubicBezTo>
                  <a:cubicBezTo>
                    <a:pt x="1488" y="0"/>
                    <a:pt x="1488" y="0"/>
                    <a:pt x="1418" y="0"/>
                  </a:cubicBezTo>
                  <a:cubicBezTo>
                    <a:pt x="1347" y="0"/>
                    <a:pt x="1347" y="0"/>
                    <a:pt x="780" y="0"/>
                  </a:cubicBezTo>
                </a:path>
              </a:pathLst>
            </a:custGeom>
            <a:noFill/>
            <a:ln w="17463">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59" name="Rectangle 85">
              <a:extLst>
                <a:ext uri="{FF2B5EF4-FFF2-40B4-BE49-F238E27FC236}">
                  <a16:creationId xmlns:a16="http://schemas.microsoft.com/office/drawing/2014/main" id="{49D54632-10DA-4839-994B-4E9B7C2EBC20}"/>
                </a:ext>
              </a:extLst>
            </p:cNvPr>
            <p:cNvSpPr>
              <a:spLocks noChangeArrowheads="1"/>
            </p:cNvSpPr>
            <p:nvPr/>
          </p:nvSpPr>
          <p:spPr bwMode="auto">
            <a:xfrm>
              <a:off x="4665663" y="815975"/>
              <a:ext cx="755650" cy="773113"/>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60" name="Line 86">
              <a:extLst>
                <a:ext uri="{FF2B5EF4-FFF2-40B4-BE49-F238E27FC236}">
                  <a16:creationId xmlns:a16="http://schemas.microsoft.com/office/drawing/2014/main" id="{4F003E52-1D40-4B17-AC05-D6D16F7E7AA0}"/>
                </a:ext>
              </a:extLst>
            </p:cNvPr>
            <p:cNvSpPr>
              <a:spLocks noChangeShapeType="1"/>
            </p:cNvSpPr>
            <p:nvPr/>
          </p:nvSpPr>
          <p:spPr bwMode="auto">
            <a:xfrm flipH="1">
              <a:off x="4665663" y="1211263"/>
              <a:ext cx="755650" cy="1587"/>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61" name="Line 87">
              <a:extLst>
                <a:ext uri="{FF2B5EF4-FFF2-40B4-BE49-F238E27FC236}">
                  <a16:creationId xmlns:a16="http://schemas.microsoft.com/office/drawing/2014/main" id="{2483278F-06C2-4376-86B8-01B00B75479D}"/>
                </a:ext>
              </a:extLst>
            </p:cNvPr>
            <p:cNvSpPr>
              <a:spLocks noChangeShapeType="1"/>
            </p:cNvSpPr>
            <p:nvPr/>
          </p:nvSpPr>
          <p:spPr bwMode="auto">
            <a:xfrm flipV="1">
              <a:off x="5043488" y="815975"/>
              <a:ext cx="1587" cy="773113"/>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62" name="Line 88">
              <a:extLst>
                <a:ext uri="{FF2B5EF4-FFF2-40B4-BE49-F238E27FC236}">
                  <a16:creationId xmlns:a16="http://schemas.microsoft.com/office/drawing/2014/main" id="{AB0E1C14-3818-4B7B-B548-849AD55BF384}"/>
                </a:ext>
              </a:extLst>
            </p:cNvPr>
            <p:cNvSpPr>
              <a:spLocks noChangeShapeType="1"/>
            </p:cNvSpPr>
            <p:nvPr/>
          </p:nvSpPr>
          <p:spPr bwMode="auto">
            <a:xfrm>
              <a:off x="4270375" y="438150"/>
              <a:ext cx="395288" cy="377825"/>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63" name="Rectangle 89">
              <a:extLst>
                <a:ext uri="{FF2B5EF4-FFF2-40B4-BE49-F238E27FC236}">
                  <a16:creationId xmlns:a16="http://schemas.microsoft.com/office/drawing/2014/main" id="{8DDA2151-F1C9-4518-BB9F-B60B53C55B32}"/>
                </a:ext>
              </a:extLst>
            </p:cNvPr>
            <p:cNvSpPr>
              <a:spLocks noChangeArrowheads="1"/>
            </p:cNvSpPr>
            <p:nvPr/>
          </p:nvSpPr>
          <p:spPr bwMode="auto">
            <a:xfrm>
              <a:off x="5421313" y="815975"/>
              <a:ext cx="773112" cy="773113"/>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64" name="Line 90">
              <a:extLst>
                <a:ext uri="{FF2B5EF4-FFF2-40B4-BE49-F238E27FC236}">
                  <a16:creationId xmlns:a16="http://schemas.microsoft.com/office/drawing/2014/main" id="{4F5B0145-A55F-4DE8-A4B9-CCF5817A0F30}"/>
                </a:ext>
              </a:extLst>
            </p:cNvPr>
            <p:cNvSpPr>
              <a:spLocks noChangeShapeType="1"/>
            </p:cNvSpPr>
            <p:nvPr/>
          </p:nvSpPr>
          <p:spPr bwMode="auto">
            <a:xfrm flipH="1">
              <a:off x="5421313" y="1211263"/>
              <a:ext cx="773112" cy="1587"/>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65" name="Line 91">
              <a:extLst>
                <a:ext uri="{FF2B5EF4-FFF2-40B4-BE49-F238E27FC236}">
                  <a16:creationId xmlns:a16="http://schemas.microsoft.com/office/drawing/2014/main" id="{178D970F-F047-4EF9-BB5A-7A4F0B73D9F4}"/>
                </a:ext>
              </a:extLst>
            </p:cNvPr>
            <p:cNvSpPr>
              <a:spLocks noChangeShapeType="1"/>
            </p:cNvSpPr>
            <p:nvPr/>
          </p:nvSpPr>
          <p:spPr bwMode="auto">
            <a:xfrm flipV="1">
              <a:off x="5799138" y="815975"/>
              <a:ext cx="1587" cy="773113"/>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66" name="Rectangle 92">
              <a:extLst>
                <a:ext uri="{FF2B5EF4-FFF2-40B4-BE49-F238E27FC236}">
                  <a16:creationId xmlns:a16="http://schemas.microsoft.com/office/drawing/2014/main" id="{F0EAF478-277B-475D-A605-308F393F31B6}"/>
                </a:ext>
              </a:extLst>
            </p:cNvPr>
            <p:cNvSpPr>
              <a:spLocks noChangeArrowheads="1"/>
            </p:cNvSpPr>
            <p:nvPr/>
          </p:nvSpPr>
          <p:spPr bwMode="auto">
            <a:xfrm>
              <a:off x="803275" y="554038"/>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67" name="Rectangle 93">
              <a:extLst>
                <a:ext uri="{FF2B5EF4-FFF2-40B4-BE49-F238E27FC236}">
                  <a16:creationId xmlns:a16="http://schemas.microsoft.com/office/drawing/2014/main" id="{A0389D14-88CB-4F55-BF87-C2140E55956F}"/>
                </a:ext>
              </a:extLst>
            </p:cNvPr>
            <p:cNvSpPr>
              <a:spLocks noChangeArrowheads="1"/>
            </p:cNvSpPr>
            <p:nvPr/>
          </p:nvSpPr>
          <p:spPr bwMode="auto">
            <a:xfrm>
              <a:off x="4770438" y="6048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68" name="Rectangle 94">
              <a:extLst>
                <a:ext uri="{FF2B5EF4-FFF2-40B4-BE49-F238E27FC236}">
                  <a16:creationId xmlns:a16="http://schemas.microsoft.com/office/drawing/2014/main" id="{C0C1E642-2D9C-483E-B994-C4FA3F98F8E8}"/>
                </a:ext>
              </a:extLst>
            </p:cNvPr>
            <p:cNvSpPr>
              <a:spLocks noChangeArrowheads="1"/>
            </p:cNvSpPr>
            <p:nvPr/>
          </p:nvSpPr>
          <p:spPr bwMode="auto">
            <a:xfrm>
              <a:off x="5153025" y="6048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69" name="Rectangle 95">
              <a:extLst>
                <a:ext uri="{FF2B5EF4-FFF2-40B4-BE49-F238E27FC236}">
                  <a16:creationId xmlns:a16="http://schemas.microsoft.com/office/drawing/2014/main" id="{24B23A45-9207-449C-88B4-11F946347145}"/>
                </a:ext>
              </a:extLst>
            </p:cNvPr>
            <p:cNvSpPr>
              <a:spLocks noChangeArrowheads="1"/>
            </p:cNvSpPr>
            <p:nvPr/>
          </p:nvSpPr>
          <p:spPr bwMode="auto">
            <a:xfrm>
              <a:off x="5535613" y="6048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70" name="Rectangle 96">
              <a:extLst>
                <a:ext uri="{FF2B5EF4-FFF2-40B4-BE49-F238E27FC236}">
                  <a16:creationId xmlns:a16="http://schemas.microsoft.com/office/drawing/2014/main" id="{9BA3BF5B-AABB-43DD-902B-D5E0C7AB0526}"/>
                </a:ext>
              </a:extLst>
            </p:cNvPr>
            <p:cNvSpPr>
              <a:spLocks noChangeArrowheads="1"/>
            </p:cNvSpPr>
            <p:nvPr/>
          </p:nvSpPr>
          <p:spPr bwMode="auto">
            <a:xfrm>
              <a:off x="5916613" y="6048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71" name="Rectangle 97">
              <a:extLst>
                <a:ext uri="{FF2B5EF4-FFF2-40B4-BE49-F238E27FC236}">
                  <a16:creationId xmlns:a16="http://schemas.microsoft.com/office/drawing/2014/main" id="{FF8FAE38-4414-49AD-A22F-E96D57E24389}"/>
                </a:ext>
              </a:extLst>
            </p:cNvPr>
            <p:cNvSpPr>
              <a:spLocks noChangeArrowheads="1"/>
            </p:cNvSpPr>
            <p:nvPr/>
          </p:nvSpPr>
          <p:spPr bwMode="auto">
            <a:xfrm>
              <a:off x="4419600" y="923925"/>
              <a:ext cx="16510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72" name="Rectangle 98">
              <a:extLst>
                <a:ext uri="{FF2B5EF4-FFF2-40B4-BE49-F238E27FC236}">
                  <a16:creationId xmlns:a16="http://schemas.microsoft.com/office/drawing/2014/main" id="{BB87D7B9-E447-43E7-A09C-9B3455CE1875}"/>
                </a:ext>
              </a:extLst>
            </p:cNvPr>
            <p:cNvSpPr>
              <a:spLocks noChangeArrowheads="1"/>
            </p:cNvSpPr>
            <p:nvPr/>
          </p:nvSpPr>
          <p:spPr bwMode="auto">
            <a:xfrm>
              <a:off x="4410075" y="1306513"/>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73" name="Rectangle 99">
              <a:extLst>
                <a:ext uri="{FF2B5EF4-FFF2-40B4-BE49-F238E27FC236}">
                  <a16:creationId xmlns:a16="http://schemas.microsoft.com/office/drawing/2014/main" id="{233A4CAA-ABB5-4820-ACD9-6A68693E8D60}"/>
                </a:ext>
              </a:extLst>
            </p:cNvPr>
            <p:cNvSpPr>
              <a:spLocks noChangeArrowheads="1"/>
            </p:cNvSpPr>
            <p:nvPr/>
          </p:nvSpPr>
          <p:spPr bwMode="auto">
            <a:xfrm>
              <a:off x="5197475" y="9318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74" name="Rectangle 100">
              <a:extLst>
                <a:ext uri="{FF2B5EF4-FFF2-40B4-BE49-F238E27FC236}">
                  <a16:creationId xmlns:a16="http://schemas.microsoft.com/office/drawing/2014/main" id="{A06B867D-259A-4F89-99A9-05A9A0D13E1B}"/>
                </a:ext>
              </a:extLst>
            </p:cNvPr>
            <p:cNvSpPr>
              <a:spLocks noChangeArrowheads="1"/>
            </p:cNvSpPr>
            <p:nvPr/>
          </p:nvSpPr>
          <p:spPr bwMode="auto">
            <a:xfrm>
              <a:off x="4811713" y="1314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75" name="Rectangle 101">
              <a:extLst>
                <a:ext uri="{FF2B5EF4-FFF2-40B4-BE49-F238E27FC236}">
                  <a16:creationId xmlns:a16="http://schemas.microsoft.com/office/drawing/2014/main" id="{82BC8192-D8AD-47C4-9099-C1EDB5DA7D7F}"/>
                </a:ext>
              </a:extLst>
            </p:cNvPr>
            <p:cNvSpPr>
              <a:spLocks noChangeArrowheads="1"/>
            </p:cNvSpPr>
            <p:nvPr/>
          </p:nvSpPr>
          <p:spPr bwMode="auto">
            <a:xfrm>
              <a:off x="5197475" y="1314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76" name="Rectangle 102">
              <a:extLst>
                <a:ext uri="{FF2B5EF4-FFF2-40B4-BE49-F238E27FC236}">
                  <a16:creationId xmlns:a16="http://schemas.microsoft.com/office/drawing/2014/main" id="{C1225A89-76F7-4365-A634-9E6914DAF3B1}"/>
                </a:ext>
              </a:extLst>
            </p:cNvPr>
            <p:cNvSpPr>
              <a:spLocks noChangeArrowheads="1"/>
            </p:cNvSpPr>
            <p:nvPr/>
          </p:nvSpPr>
          <p:spPr bwMode="auto">
            <a:xfrm>
              <a:off x="5580063" y="9318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77" name="Rectangle 103">
              <a:extLst>
                <a:ext uri="{FF2B5EF4-FFF2-40B4-BE49-F238E27FC236}">
                  <a16:creationId xmlns:a16="http://schemas.microsoft.com/office/drawing/2014/main" id="{4CE3E6D2-61C6-44C4-B20A-0A70B415E149}"/>
                </a:ext>
              </a:extLst>
            </p:cNvPr>
            <p:cNvSpPr>
              <a:spLocks noChangeArrowheads="1"/>
            </p:cNvSpPr>
            <p:nvPr/>
          </p:nvSpPr>
          <p:spPr bwMode="auto">
            <a:xfrm>
              <a:off x="5580063" y="1314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78" name="Rectangle 104">
              <a:extLst>
                <a:ext uri="{FF2B5EF4-FFF2-40B4-BE49-F238E27FC236}">
                  <a16:creationId xmlns:a16="http://schemas.microsoft.com/office/drawing/2014/main" id="{B4F3F649-6D76-4340-A316-47543097B91D}"/>
                </a:ext>
              </a:extLst>
            </p:cNvPr>
            <p:cNvSpPr>
              <a:spLocks noChangeArrowheads="1"/>
            </p:cNvSpPr>
            <p:nvPr/>
          </p:nvSpPr>
          <p:spPr bwMode="auto">
            <a:xfrm>
              <a:off x="5953125" y="9318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79" name="Rectangle 105">
              <a:extLst>
                <a:ext uri="{FF2B5EF4-FFF2-40B4-BE49-F238E27FC236}">
                  <a16:creationId xmlns:a16="http://schemas.microsoft.com/office/drawing/2014/main" id="{9BF56ADA-A584-4A5E-B1E3-140BBB0ED666}"/>
                </a:ext>
              </a:extLst>
            </p:cNvPr>
            <p:cNvSpPr>
              <a:spLocks noChangeArrowheads="1"/>
            </p:cNvSpPr>
            <p:nvPr/>
          </p:nvSpPr>
          <p:spPr bwMode="auto">
            <a:xfrm>
              <a:off x="5953125" y="1314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80" name="Rectangle 106">
              <a:extLst>
                <a:ext uri="{FF2B5EF4-FFF2-40B4-BE49-F238E27FC236}">
                  <a16:creationId xmlns:a16="http://schemas.microsoft.com/office/drawing/2014/main" id="{F7D4924D-10F2-4DE9-878B-D57BA44768D5}"/>
                </a:ext>
              </a:extLst>
            </p:cNvPr>
            <p:cNvSpPr>
              <a:spLocks noChangeArrowheads="1"/>
            </p:cNvSpPr>
            <p:nvPr/>
          </p:nvSpPr>
          <p:spPr bwMode="auto">
            <a:xfrm>
              <a:off x="4665663" y="1589088"/>
              <a:ext cx="755650" cy="755650"/>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81" name="Line 107">
              <a:extLst>
                <a:ext uri="{FF2B5EF4-FFF2-40B4-BE49-F238E27FC236}">
                  <a16:creationId xmlns:a16="http://schemas.microsoft.com/office/drawing/2014/main" id="{CB8A6242-95D8-4B49-83EF-56AAA33DA1B8}"/>
                </a:ext>
              </a:extLst>
            </p:cNvPr>
            <p:cNvSpPr>
              <a:spLocks noChangeShapeType="1"/>
            </p:cNvSpPr>
            <p:nvPr/>
          </p:nvSpPr>
          <p:spPr bwMode="auto">
            <a:xfrm flipH="1">
              <a:off x="4665663" y="1966913"/>
              <a:ext cx="755650" cy="1587"/>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82" name="Line 108">
              <a:extLst>
                <a:ext uri="{FF2B5EF4-FFF2-40B4-BE49-F238E27FC236}">
                  <a16:creationId xmlns:a16="http://schemas.microsoft.com/office/drawing/2014/main" id="{9A5AC5F8-981A-4072-9789-5673C7F97CEB}"/>
                </a:ext>
              </a:extLst>
            </p:cNvPr>
            <p:cNvSpPr>
              <a:spLocks noChangeShapeType="1"/>
            </p:cNvSpPr>
            <p:nvPr/>
          </p:nvSpPr>
          <p:spPr bwMode="auto">
            <a:xfrm flipV="1">
              <a:off x="5043488" y="1589088"/>
              <a:ext cx="1587" cy="75565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83" name="Rectangle 109">
              <a:extLst>
                <a:ext uri="{FF2B5EF4-FFF2-40B4-BE49-F238E27FC236}">
                  <a16:creationId xmlns:a16="http://schemas.microsoft.com/office/drawing/2014/main" id="{BEF745E9-1472-4991-883B-616F381EBE73}"/>
                </a:ext>
              </a:extLst>
            </p:cNvPr>
            <p:cNvSpPr>
              <a:spLocks noChangeArrowheads="1"/>
            </p:cNvSpPr>
            <p:nvPr/>
          </p:nvSpPr>
          <p:spPr bwMode="auto">
            <a:xfrm>
              <a:off x="5421313" y="1589088"/>
              <a:ext cx="773112" cy="755650"/>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84" name="Line 110">
              <a:extLst>
                <a:ext uri="{FF2B5EF4-FFF2-40B4-BE49-F238E27FC236}">
                  <a16:creationId xmlns:a16="http://schemas.microsoft.com/office/drawing/2014/main" id="{80ABCE81-3748-4A6F-A89F-C5072B3BCFD9}"/>
                </a:ext>
              </a:extLst>
            </p:cNvPr>
            <p:cNvSpPr>
              <a:spLocks noChangeShapeType="1"/>
            </p:cNvSpPr>
            <p:nvPr/>
          </p:nvSpPr>
          <p:spPr bwMode="auto">
            <a:xfrm flipH="1">
              <a:off x="5421313" y="1966913"/>
              <a:ext cx="773112" cy="1587"/>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85" name="Line 111">
              <a:extLst>
                <a:ext uri="{FF2B5EF4-FFF2-40B4-BE49-F238E27FC236}">
                  <a16:creationId xmlns:a16="http://schemas.microsoft.com/office/drawing/2014/main" id="{A667A1F1-BA5D-4FF3-BF80-F803B24DE06B}"/>
                </a:ext>
              </a:extLst>
            </p:cNvPr>
            <p:cNvSpPr>
              <a:spLocks noChangeShapeType="1"/>
            </p:cNvSpPr>
            <p:nvPr/>
          </p:nvSpPr>
          <p:spPr bwMode="auto">
            <a:xfrm flipV="1">
              <a:off x="5799138" y="1589088"/>
              <a:ext cx="1587" cy="75565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86" name="Rectangle 112">
              <a:extLst>
                <a:ext uri="{FF2B5EF4-FFF2-40B4-BE49-F238E27FC236}">
                  <a16:creationId xmlns:a16="http://schemas.microsoft.com/office/drawing/2014/main" id="{C6DE7093-7934-439A-934E-312467B121AF}"/>
                </a:ext>
              </a:extLst>
            </p:cNvPr>
            <p:cNvSpPr>
              <a:spLocks noChangeArrowheads="1"/>
            </p:cNvSpPr>
            <p:nvPr/>
          </p:nvSpPr>
          <p:spPr bwMode="auto">
            <a:xfrm>
              <a:off x="4811713" y="9318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87" name="Rectangle 113">
              <a:extLst>
                <a:ext uri="{FF2B5EF4-FFF2-40B4-BE49-F238E27FC236}">
                  <a16:creationId xmlns:a16="http://schemas.microsoft.com/office/drawing/2014/main" id="{7E678AB6-C59F-4FEA-BBC8-1CAB842AEED7}"/>
                </a:ext>
              </a:extLst>
            </p:cNvPr>
            <p:cNvSpPr>
              <a:spLocks noChangeArrowheads="1"/>
            </p:cNvSpPr>
            <p:nvPr/>
          </p:nvSpPr>
          <p:spPr bwMode="auto">
            <a:xfrm>
              <a:off x="5197475" y="1695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88" name="Rectangle 114">
              <a:extLst>
                <a:ext uri="{FF2B5EF4-FFF2-40B4-BE49-F238E27FC236}">
                  <a16:creationId xmlns:a16="http://schemas.microsoft.com/office/drawing/2014/main" id="{0FAD65DF-F452-4CCA-B8D7-992B50FD812A}"/>
                </a:ext>
              </a:extLst>
            </p:cNvPr>
            <p:cNvSpPr>
              <a:spLocks noChangeArrowheads="1"/>
            </p:cNvSpPr>
            <p:nvPr/>
          </p:nvSpPr>
          <p:spPr bwMode="auto">
            <a:xfrm>
              <a:off x="4811713" y="2078038"/>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89" name="Rectangle 115">
              <a:extLst>
                <a:ext uri="{FF2B5EF4-FFF2-40B4-BE49-F238E27FC236}">
                  <a16:creationId xmlns:a16="http://schemas.microsoft.com/office/drawing/2014/main" id="{1698426B-EEEF-48B3-BC82-40B0B2701FDB}"/>
                </a:ext>
              </a:extLst>
            </p:cNvPr>
            <p:cNvSpPr>
              <a:spLocks noChangeArrowheads="1"/>
            </p:cNvSpPr>
            <p:nvPr/>
          </p:nvSpPr>
          <p:spPr bwMode="auto">
            <a:xfrm>
              <a:off x="5197475" y="2078038"/>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90" name="Rectangle 116">
              <a:extLst>
                <a:ext uri="{FF2B5EF4-FFF2-40B4-BE49-F238E27FC236}">
                  <a16:creationId xmlns:a16="http://schemas.microsoft.com/office/drawing/2014/main" id="{DA49FCF5-69D2-40C7-B2EB-949A0416F385}"/>
                </a:ext>
              </a:extLst>
            </p:cNvPr>
            <p:cNvSpPr>
              <a:spLocks noChangeArrowheads="1"/>
            </p:cNvSpPr>
            <p:nvPr/>
          </p:nvSpPr>
          <p:spPr bwMode="auto">
            <a:xfrm>
              <a:off x="5580063" y="1695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91" name="Rectangle 117">
              <a:extLst>
                <a:ext uri="{FF2B5EF4-FFF2-40B4-BE49-F238E27FC236}">
                  <a16:creationId xmlns:a16="http://schemas.microsoft.com/office/drawing/2014/main" id="{C900E326-2877-4423-BB08-493EE3A3BBF1}"/>
                </a:ext>
              </a:extLst>
            </p:cNvPr>
            <p:cNvSpPr>
              <a:spLocks noChangeArrowheads="1"/>
            </p:cNvSpPr>
            <p:nvPr/>
          </p:nvSpPr>
          <p:spPr bwMode="auto">
            <a:xfrm>
              <a:off x="5580063" y="2078038"/>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92" name="Rectangle 118">
              <a:extLst>
                <a:ext uri="{FF2B5EF4-FFF2-40B4-BE49-F238E27FC236}">
                  <a16:creationId xmlns:a16="http://schemas.microsoft.com/office/drawing/2014/main" id="{48F8D330-BFEC-4941-ADEB-193615E43554}"/>
                </a:ext>
              </a:extLst>
            </p:cNvPr>
            <p:cNvSpPr>
              <a:spLocks noChangeArrowheads="1"/>
            </p:cNvSpPr>
            <p:nvPr/>
          </p:nvSpPr>
          <p:spPr bwMode="auto">
            <a:xfrm>
              <a:off x="5953125" y="1695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93" name="Rectangle 119">
              <a:extLst>
                <a:ext uri="{FF2B5EF4-FFF2-40B4-BE49-F238E27FC236}">
                  <a16:creationId xmlns:a16="http://schemas.microsoft.com/office/drawing/2014/main" id="{B3B643EB-BA81-4BF8-B346-342B56626BCF}"/>
                </a:ext>
              </a:extLst>
            </p:cNvPr>
            <p:cNvSpPr>
              <a:spLocks noChangeArrowheads="1"/>
            </p:cNvSpPr>
            <p:nvPr/>
          </p:nvSpPr>
          <p:spPr bwMode="auto">
            <a:xfrm>
              <a:off x="5953125" y="2078038"/>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94" name="Rectangle 120">
              <a:extLst>
                <a:ext uri="{FF2B5EF4-FFF2-40B4-BE49-F238E27FC236}">
                  <a16:creationId xmlns:a16="http://schemas.microsoft.com/office/drawing/2014/main" id="{CC01E238-043D-47F1-BB04-FE83C12CDEE8}"/>
                </a:ext>
              </a:extLst>
            </p:cNvPr>
            <p:cNvSpPr>
              <a:spLocks noChangeArrowheads="1"/>
            </p:cNvSpPr>
            <p:nvPr/>
          </p:nvSpPr>
          <p:spPr bwMode="auto">
            <a:xfrm>
              <a:off x="4811713" y="1695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95" name="Rectangle 121">
              <a:extLst>
                <a:ext uri="{FF2B5EF4-FFF2-40B4-BE49-F238E27FC236}">
                  <a16:creationId xmlns:a16="http://schemas.microsoft.com/office/drawing/2014/main" id="{A4D28FA3-5C8D-4024-ABDE-C07FF5C989CC}"/>
                </a:ext>
              </a:extLst>
            </p:cNvPr>
            <p:cNvSpPr>
              <a:spLocks noChangeArrowheads="1"/>
            </p:cNvSpPr>
            <p:nvPr/>
          </p:nvSpPr>
          <p:spPr bwMode="auto">
            <a:xfrm>
              <a:off x="4410075" y="1695450"/>
              <a:ext cx="16510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96" name="Rectangle 122">
              <a:extLst>
                <a:ext uri="{FF2B5EF4-FFF2-40B4-BE49-F238E27FC236}">
                  <a16:creationId xmlns:a16="http://schemas.microsoft.com/office/drawing/2014/main" id="{C6865A22-CAA0-4A42-AAA9-24D7D9D94E12}"/>
                </a:ext>
              </a:extLst>
            </p:cNvPr>
            <p:cNvSpPr>
              <a:spLocks noChangeArrowheads="1"/>
            </p:cNvSpPr>
            <p:nvPr/>
          </p:nvSpPr>
          <p:spPr bwMode="auto">
            <a:xfrm>
              <a:off x="4410075" y="20780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97" name="Rectangle 123">
              <a:extLst>
                <a:ext uri="{FF2B5EF4-FFF2-40B4-BE49-F238E27FC236}">
                  <a16:creationId xmlns:a16="http://schemas.microsoft.com/office/drawing/2014/main" id="{FD3F4BFD-41AE-4ADE-86EE-C96EB84C71C8}"/>
                </a:ext>
              </a:extLst>
            </p:cNvPr>
            <p:cNvSpPr>
              <a:spLocks noChangeArrowheads="1"/>
            </p:cNvSpPr>
            <p:nvPr/>
          </p:nvSpPr>
          <p:spPr bwMode="auto">
            <a:xfrm>
              <a:off x="4406900" y="242888"/>
              <a:ext cx="730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98" name="Rectangle 124">
              <a:extLst>
                <a:ext uri="{FF2B5EF4-FFF2-40B4-BE49-F238E27FC236}">
                  <a16:creationId xmlns:a16="http://schemas.microsoft.com/office/drawing/2014/main" id="{5557FFC7-FB22-462E-839F-14DB59BFC85D}"/>
                </a:ext>
              </a:extLst>
            </p:cNvPr>
            <p:cNvSpPr>
              <a:spLocks noChangeArrowheads="1"/>
            </p:cNvSpPr>
            <p:nvPr/>
          </p:nvSpPr>
          <p:spPr bwMode="auto">
            <a:xfrm>
              <a:off x="4486275" y="322263"/>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299" name="Rectangle 125">
              <a:extLst>
                <a:ext uri="{FF2B5EF4-FFF2-40B4-BE49-F238E27FC236}">
                  <a16:creationId xmlns:a16="http://schemas.microsoft.com/office/drawing/2014/main" id="{9C39207E-6F01-4F41-8A54-D54465AA5A68}"/>
                </a:ext>
              </a:extLst>
            </p:cNvPr>
            <p:cNvSpPr>
              <a:spLocks noChangeArrowheads="1"/>
            </p:cNvSpPr>
            <p:nvPr/>
          </p:nvSpPr>
          <p:spPr bwMode="auto">
            <a:xfrm>
              <a:off x="4562475" y="242888"/>
              <a:ext cx="730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00" name="Rectangle 126">
              <a:extLst>
                <a:ext uri="{FF2B5EF4-FFF2-40B4-BE49-F238E27FC236}">
                  <a16:creationId xmlns:a16="http://schemas.microsoft.com/office/drawing/2014/main" id="{72F7678E-8169-4F9D-B95D-76F1F346EC8C}"/>
                </a:ext>
              </a:extLst>
            </p:cNvPr>
            <p:cNvSpPr>
              <a:spLocks noChangeArrowheads="1"/>
            </p:cNvSpPr>
            <p:nvPr/>
          </p:nvSpPr>
          <p:spPr bwMode="auto">
            <a:xfrm>
              <a:off x="4640263" y="322263"/>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01" name="Rectangle 127">
              <a:extLst>
                <a:ext uri="{FF2B5EF4-FFF2-40B4-BE49-F238E27FC236}">
                  <a16:creationId xmlns:a16="http://schemas.microsoft.com/office/drawing/2014/main" id="{6280E823-5E92-43D5-ADB7-44BB68EA39A8}"/>
                </a:ext>
              </a:extLst>
            </p:cNvPr>
            <p:cNvSpPr>
              <a:spLocks noChangeArrowheads="1"/>
            </p:cNvSpPr>
            <p:nvPr/>
          </p:nvSpPr>
          <p:spPr bwMode="auto">
            <a:xfrm>
              <a:off x="4032250" y="474663"/>
              <a:ext cx="182563"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02" name="Freeform 128">
              <a:extLst>
                <a:ext uri="{FF2B5EF4-FFF2-40B4-BE49-F238E27FC236}">
                  <a16:creationId xmlns:a16="http://schemas.microsoft.com/office/drawing/2014/main" id="{65CFACC7-47DE-410F-AE56-EDB056B52921}"/>
                </a:ext>
              </a:extLst>
            </p:cNvPr>
            <p:cNvSpPr>
              <a:spLocks/>
            </p:cNvSpPr>
            <p:nvPr/>
          </p:nvSpPr>
          <p:spPr bwMode="auto">
            <a:xfrm>
              <a:off x="4724400" y="1649413"/>
              <a:ext cx="1401763" cy="638175"/>
            </a:xfrm>
            <a:custGeom>
              <a:avLst/>
              <a:gdLst>
                <a:gd name="T0" fmla="*/ 2147483646 w 1559"/>
                <a:gd name="T1" fmla="*/ 0 h 708"/>
                <a:gd name="T2" fmla="*/ 2147483646 w 1559"/>
                <a:gd name="T3" fmla="*/ 0 h 708"/>
                <a:gd name="T4" fmla="*/ 2147483646 w 1559"/>
                <a:gd name="T5" fmla="*/ 2147483646 h 708"/>
                <a:gd name="T6" fmla="*/ 0 w 1559"/>
                <a:gd name="T7" fmla="*/ 2147483646 h 708"/>
                <a:gd name="T8" fmla="*/ 0 w 1559"/>
                <a:gd name="T9" fmla="*/ 2147483646 h 708"/>
                <a:gd name="T10" fmla="*/ 0 w 1559"/>
                <a:gd name="T11" fmla="*/ 2147483646 h 708"/>
                <a:gd name="T12" fmla="*/ 2147483646 w 1559"/>
                <a:gd name="T13" fmla="*/ 2147483646 h 708"/>
                <a:gd name="T14" fmla="*/ 2147483646 w 1559"/>
                <a:gd name="T15" fmla="*/ 2147483646 h 708"/>
                <a:gd name="T16" fmla="*/ 2147483646 w 1559"/>
                <a:gd name="T17" fmla="*/ 2147483646 h 708"/>
                <a:gd name="T18" fmla="*/ 2147483646 w 1559"/>
                <a:gd name="T19" fmla="*/ 2147483646 h 708"/>
                <a:gd name="T20" fmla="*/ 2147483646 w 1559"/>
                <a:gd name="T21" fmla="*/ 2147483646 h 708"/>
                <a:gd name="T22" fmla="*/ 2147483646 w 1559"/>
                <a:gd name="T23" fmla="*/ 2147483646 h 708"/>
                <a:gd name="T24" fmla="*/ 2147483646 w 1559"/>
                <a:gd name="T25" fmla="*/ 2147483646 h 708"/>
                <a:gd name="T26" fmla="*/ 2147483646 w 1559"/>
                <a:gd name="T27" fmla="*/ 2147483646 h 708"/>
                <a:gd name="T28" fmla="*/ 2147483646 w 1559"/>
                <a:gd name="T29" fmla="*/ 2147483646 h 708"/>
                <a:gd name="T30" fmla="*/ 2147483646 w 1559"/>
                <a:gd name="T31" fmla="*/ 0 h 708"/>
                <a:gd name="T32" fmla="*/ 2147483646 w 1559"/>
                <a:gd name="T33" fmla="*/ 0 h 70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59"/>
                <a:gd name="T52" fmla="*/ 0 h 708"/>
                <a:gd name="T53" fmla="*/ 1559 w 1559"/>
                <a:gd name="T54" fmla="*/ 708 h 70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59" h="708">
                  <a:moveTo>
                    <a:pt x="779" y="0"/>
                  </a:moveTo>
                  <a:cubicBezTo>
                    <a:pt x="212" y="0"/>
                    <a:pt x="212" y="0"/>
                    <a:pt x="142" y="0"/>
                  </a:cubicBezTo>
                  <a:cubicBezTo>
                    <a:pt x="71" y="0"/>
                    <a:pt x="71" y="0"/>
                    <a:pt x="35" y="35"/>
                  </a:cubicBezTo>
                  <a:cubicBezTo>
                    <a:pt x="0" y="71"/>
                    <a:pt x="0" y="71"/>
                    <a:pt x="0" y="141"/>
                  </a:cubicBezTo>
                  <a:cubicBezTo>
                    <a:pt x="0" y="212"/>
                    <a:pt x="0" y="212"/>
                    <a:pt x="0" y="354"/>
                  </a:cubicBezTo>
                  <a:cubicBezTo>
                    <a:pt x="0" y="496"/>
                    <a:pt x="0" y="496"/>
                    <a:pt x="0" y="567"/>
                  </a:cubicBezTo>
                  <a:cubicBezTo>
                    <a:pt x="0" y="637"/>
                    <a:pt x="0" y="637"/>
                    <a:pt x="35" y="673"/>
                  </a:cubicBezTo>
                  <a:cubicBezTo>
                    <a:pt x="71" y="708"/>
                    <a:pt x="71" y="708"/>
                    <a:pt x="142" y="708"/>
                  </a:cubicBezTo>
                  <a:cubicBezTo>
                    <a:pt x="212" y="708"/>
                    <a:pt x="212" y="708"/>
                    <a:pt x="779" y="708"/>
                  </a:cubicBezTo>
                  <a:cubicBezTo>
                    <a:pt x="1346" y="708"/>
                    <a:pt x="1346" y="708"/>
                    <a:pt x="1417" y="708"/>
                  </a:cubicBezTo>
                  <a:cubicBezTo>
                    <a:pt x="1488" y="708"/>
                    <a:pt x="1488" y="708"/>
                    <a:pt x="1523" y="673"/>
                  </a:cubicBezTo>
                  <a:cubicBezTo>
                    <a:pt x="1559" y="637"/>
                    <a:pt x="1559" y="637"/>
                    <a:pt x="1559" y="567"/>
                  </a:cubicBezTo>
                  <a:cubicBezTo>
                    <a:pt x="1559" y="496"/>
                    <a:pt x="1559" y="496"/>
                    <a:pt x="1559" y="354"/>
                  </a:cubicBezTo>
                  <a:cubicBezTo>
                    <a:pt x="1559" y="212"/>
                    <a:pt x="1559" y="212"/>
                    <a:pt x="1559" y="141"/>
                  </a:cubicBezTo>
                  <a:cubicBezTo>
                    <a:pt x="1559" y="71"/>
                    <a:pt x="1559" y="71"/>
                    <a:pt x="1523" y="35"/>
                  </a:cubicBezTo>
                  <a:cubicBezTo>
                    <a:pt x="1488" y="0"/>
                    <a:pt x="1488" y="0"/>
                    <a:pt x="1417" y="0"/>
                  </a:cubicBezTo>
                  <a:cubicBezTo>
                    <a:pt x="1346" y="0"/>
                    <a:pt x="1346" y="0"/>
                    <a:pt x="779" y="0"/>
                  </a:cubicBezTo>
                </a:path>
              </a:pathLst>
            </a:custGeom>
            <a:noFill/>
            <a:ln w="17463">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03" name="Rectangle 136">
              <a:extLst>
                <a:ext uri="{FF2B5EF4-FFF2-40B4-BE49-F238E27FC236}">
                  <a16:creationId xmlns:a16="http://schemas.microsoft.com/office/drawing/2014/main" id="{00C86859-7EFF-4127-BEAE-FDB8E15C4ED4}"/>
                </a:ext>
              </a:extLst>
            </p:cNvPr>
            <p:cNvSpPr>
              <a:spLocks noChangeArrowheads="1"/>
            </p:cNvSpPr>
            <p:nvPr/>
          </p:nvSpPr>
          <p:spPr bwMode="auto">
            <a:xfrm>
              <a:off x="4230688" y="554038"/>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04" name="Rectangle 310">
              <a:extLst>
                <a:ext uri="{FF2B5EF4-FFF2-40B4-BE49-F238E27FC236}">
                  <a16:creationId xmlns:a16="http://schemas.microsoft.com/office/drawing/2014/main" id="{8DB83919-4198-4D99-AA97-E1FB6A8BF64A}"/>
                </a:ext>
              </a:extLst>
            </p:cNvPr>
            <p:cNvSpPr>
              <a:spLocks noChangeArrowheads="1"/>
            </p:cNvSpPr>
            <p:nvPr/>
          </p:nvSpPr>
          <p:spPr bwMode="auto">
            <a:xfrm>
              <a:off x="1733550" y="2492375"/>
              <a:ext cx="155575" cy="220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J</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05" name="Rectangle 311">
              <a:extLst>
                <a:ext uri="{FF2B5EF4-FFF2-40B4-BE49-F238E27FC236}">
                  <a16:creationId xmlns:a16="http://schemas.microsoft.com/office/drawing/2014/main" id="{14CCCF1E-F45B-45CB-B11F-A0EDD2163D41}"/>
                </a:ext>
              </a:extLst>
            </p:cNvPr>
            <p:cNvSpPr>
              <a:spLocks noChangeArrowheads="1"/>
            </p:cNvSpPr>
            <p:nvPr/>
          </p:nvSpPr>
          <p:spPr bwMode="auto">
            <a:xfrm>
              <a:off x="1819275" y="2571750"/>
              <a:ext cx="1397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06" name="Rectangle 312">
              <a:extLst>
                <a:ext uri="{FF2B5EF4-FFF2-40B4-BE49-F238E27FC236}">
                  <a16:creationId xmlns:a16="http://schemas.microsoft.com/office/drawing/2014/main" id="{27EA8203-C758-4979-BC19-3BCE1217763C}"/>
                </a:ext>
              </a:extLst>
            </p:cNvPr>
            <p:cNvSpPr>
              <a:spLocks noChangeArrowheads="1"/>
            </p:cNvSpPr>
            <p:nvPr/>
          </p:nvSpPr>
          <p:spPr bwMode="auto">
            <a:xfrm>
              <a:off x="2135188" y="2492375"/>
              <a:ext cx="192087" cy="220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07" name="Rectangle 313">
              <a:extLst>
                <a:ext uri="{FF2B5EF4-FFF2-40B4-BE49-F238E27FC236}">
                  <a16:creationId xmlns:a16="http://schemas.microsoft.com/office/drawing/2014/main" id="{027C9DDC-2B07-4D4C-9FAC-D653B5C9102F}"/>
                </a:ext>
              </a:extLst>
            </p:cNvPr>
            <p:cNvSpPr>
              <a:spLocks noChangeArrowheads="1"/>
            </p:cNvSpPr>
            <p:nvPr/>
          </p:nvSpPr>
          <p:spPr bwMode="auto">
            <a:xfrm>
              <a:off x="1962150" y="2490788"/>
              <a:ext cx="169863" cy="220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08" name="Rectangle 326">
              <a:extLst>
                <a:ext uri="{FF2B5EF4-FFF2-40B4-BE49-F238E27FC236}">
                  <a16:creationId xmlns:a16="http://schemas.microsoft.com/office/drawing/2014/main" id="{77751F5D-4CAB-4916-A629-A9E868745DC9}"/>
                </a:ext>
              </a:extLst>
            </p:cNvPr>
            <p:cNvSpPr>
              <a:spLocks noChangeArrowheads="1"/>
            </p:cNvSpPr>
            <p:nvPr/>
          </p:nvSpPr>
          <p:spPr bwMode="auto">
            <a:xfrm>
              <a:off x="5141913" y="2492375"/>
              <a:ext cx="109537"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K</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09" name="Rectangle 327">
              <a:extLst>
                <a:ext uri="{FF2B5EF4-FFF2-40B4-BE49-F238E27FC236}">
                  <a16:creationId xmlns:a16="http://schemas.microsoft.com/office/drawing/2014/main" id="{EBAFF8B8-57BE-43C7-BC81-BD4DC3E42EF4}"/>
                </a:ext>
              </a:extLst>
            </p:cNvPr>
            <p:cNvSpPr>
              <a:spLocks noChangeArrowheads="1"/>
            </p:cNvSpPr>
            <p:nvPr/>
          </p:nvSpPr>
          <p:spPr bwMode="auto">
            <a:xfrm>
              <a:off x="5265738" y="2571750"/>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10" name="Rectangle 328">
              <a:extLst>
                <a:ext uri="{FF2B5EF4-FFF2-40B4-BE49-F238E27FC236}">
                  <a16:creationId xmlns:a16="http://schemas.microsoft.com/office/drawing/2014/main" id="{709E958E-FC9D-4C73-AB4B-D3FBD7BB0159}"/>
                </a:ext>
              </a:extLst>
            </p:cNvPr>
            <p:cNvSpPr>
              <a:spLocks noChangeArrowheads="1"/>
            </p:cNvSpPr>
            <p:nvPr/>
          </p:nvSpPr>
          <p:spPr bwMode="auto">
            <a:xfrm>
              <a:off x="5580063" y="2492375"/>
              <a:ext cx="109537"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311" name="Rectangle 329">
              <a:extLst>
                <a:ext uri="{FF2B5EF4-FFF2-40B4-BE49-F238E27FC236}">
                  <a16:creationId xmlns:a16="http://schemas.microsoft.com/office/drawing/2014/main" id="{968528DF-F99D-4A38-979D-033EE87B8E6E}"/>
                </a:ext>
              </a:extLst>
            </p:cNvPr>
            <p:cNvSpPr>
              <a:spLocks noChangeArrowheads="1"/>
            </p:cNvSpPr>
            <p:nvPr/>
          </p:nvSpPr>
          <p:spPr bwMode="auto">
            <a:xfrm>
              <a:off x="5408613" y="2490788"/>
              <a:ext cx="93662"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94211" name="Title 1">
            <a:extLst>
              <a:ext uri="{FF2B5EF4-FFF2-40B4-BE49-F238E27FC236}">
                <a16:creationId xmlns:a16="http://schemas.microsoft.com/office/drawing/2014/main" id="{89A645DE-230D-4AD9-83A0-3CEC98CD1E65}"/>
              </a:ext>
            </a:extLst>
          </p:cNvPr>
          <p:cNvSpPr txBox="1">
            <a:spLocks/>
          </p:cNvSpPr>
          <p:nvPr/>
        </p:nvSpPr>
        <p:spPr bwMode="auto">
          <a:xfrm>
            <a:off x="0" y="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Karnaugh maps for the first JK flip-flop</a:t>
            </a:r>
          </a:p>
        </p:txBody>
      </p:sp>
      <p:cxnSp>
        <p:nvCxnSpPr>
          <p:cNvPr id="94212" name="Straight Arrow Connector 326">
            <a:extLst>
              <a:ext uri="{FF2B5EF4-FFF2-40B4-BE49-F238E27FC236}">
                <a16:creationId xmlns:a16="http://schemas.microsoft.com/office/drawing/2014/main" id="{5717309D-BC63-4870-85C2-A129DAD859F0}"/>
              </a:ext>
            </a:extLst>
          </p:cNvPr>
          <p:cNvCxnSpPr>
            <a:cxnSpLocks noChangeShapeType="1"/>
          </p:cNvCxnSpPr>
          <p:nvPr/>
        </p:nvCxnSpPr>
        <p:spPr bwMode="auto">
          <a:xfrm>
            <a:off x="914400" y="5562600"/>
            <a:ext cx="990600" cy="0"/>
          </a:xfrm>
          <a:prstGeom prst="straightConnector1">
            <a:avLst/>
          </a:prstGeom>
          <a:noFill/>
          <a:ln w="25400">
            <a:solidFill>
              <a:srgbClr val="FF0000"/>
            </a:solidFill>
            <a:round/>
            <a:headEnd/>
            <a:tailEnd type="arrow" w="med" len="med"/>
          </a:ln>
          <a:extLst>
            <a:ext uri="{909E8E84-426E-40DD-AFC4-6F175D3DCCD1}">
              <a14:hiddenFill xmlns:a14="http://schemas.microsoft.com/office/drawing/2010/main">
                <a:noFill/>
              </a14:hiddenFill>
            </a:ext>
          </a:extLst>
        </p:spPr>
      </p:cxnSp>
      <p:sp>
        <p:nvSpPr>
          <p:cNvPr id="94213" name="TextBox 327">
            <a:extLst>
              <a:ext uri="{FF2B5EF4-FFF2-40B4-BE49-F238E27FC236}">
                <a16:creationId xmlns:a16="http://schemas.microsoft.com/office/drawing/2014/main" id="{569A8669-E659-4DF7-B1F1-0BBA6F50904D}"/>
              </a:ext>
            </a:extLst>
          </p:cNvPr>
          <p:cNvSpPr txBox="1">
            <a:spLocks noChangeArrowheads="1"/>
          </p:cNvSpPr>
          <p:nvPr/>
        </p:nvSpPr>
        <p:spPr bwMode="auto">
          <a:xfrm>
            <a:off x="334963" y="5268913"/>
            <a:ext cx="40640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J</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cxnSp>
        <p:nvCxnSpPr>
          <p:cNvPr id="94214" name="Straight Arrow Connector 328">
            <a:extLst>
              <a:ext uri="{FF2B5EF4-FFF2-40B4-BE49-F238E27FC236}">
                <a16:creationId xmlns:a16="http://schemas.microsoft.com/office/drawing/2014/main" id="{237B8FE5-584D-49FC-92B9-283188A094CC}"/>
              </a:ext>
            </a:extLst>
          </p:cNvPr>
          <p:cNvCxnSpPr>
            <a:cxnSpLocks noChangeShapeType="1"/>
          </p:cNvCxnSpPr>
          <p:nvPr/>
        </p:nvCxnSpPr>
        <p:spPr bwMode="auto">
          <a:xfrm rot="10800000">
            <a:off x="7545388" y="5551488"/>
            <a:ext cx="990600" cy="0"/>
          </a:xfrm>
          <a:prstGeom prst="straightConnector1">
            <a:avLst/>
          </a:prstGeom>
          <a:noFill/>
          <a:ln w="25400">
            <a:solidFill>
              <a:srgbClr val="3366FF"/>
            </a:solidFill>
            <a:round/>
            <a:headEnd/>
            <a:tailEnd type="arrow" w="med" len="med"/>
          </a:ln>
          <a:extLst>
            <a:ext uri="{909E8E84-426E-40DD-AFC4-6F175D3DCCD1}">
              <a14:hiddenFill xmlns:a14="http://schemas.microsoft.com/office/drawing/2010/main">
                <a:noFill/>
              </a14:hiddenFill>
            </a:ext>
          </a:extLst>
        </p:spPr>
      </p:cxnSp>
      <p:sp>
        <p:nvSpPr>
          <p:cNvPr id="94215" name="TextBox 329">
            <a:extLst>
              <a:ext uri="{FF2B5EF4-FFF2-40B4-BE49-F238E27FC236}">
                <a16:creationId xmlns:a16="http://schemas.microsoft.com/office/drawing/2014/main" id="{2A7D93FE-BA3A-4B89-AFF0-CF08B31EEE9D}"/>
              </a:ext>
            </a:extLst>
          </p:cNvPr>
          <p:cNvSpPr txBox="1">
            <a:spLocks noChangeArrowheads="1"/>
          </p:cNvSpPr>
          <p:nvPr/>
        </p:nvSpPr>
        <p:spPr bwMode="auto">
          <a:xfrm>
            <a:off x="8605838" y="5257800"/>
            <a:ext cx="50958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rPr>
              <a:t>K</a:t>
            </a:r>
            <a:r>
              <a:rPr kumimoji="0" lang="en-US" altLang="en-US" sz="2400" b="0" i="0" u="none" strike="noStrike" kern="1200" cap="none" spc="0" normalizeH="0" baseline="-25000" noProof="0">
                <a:ln>
                  <a:noFill/>
                </a:ln>
                <a:solidFill>
                  <a:srgbClr val="0000FF"/>
                </a:solidFill>
                <a:effectLst/>
                <a:uLnTx/>
                <a:uFillTx/>
                <a:latin typeface="Times" panose="02020603050405020304" pitchFamily="18" charset="0"/>
                <a:ea typeface="MS PGothic" panose="020B0600070205080204" pitchFamily="34" charset="-128"/>
                <a:cs typeface="+mn-cs"/>
              </a:rPr>
              <a:t>0</a:t>
            </a:r>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5233" name="Group 1">
            <a:extLst>
              <a:ext uri="{FF2B5EF4-FFF2-40B4-BE49-F238E27FC236}">
                <a16:creationId xmlns:a16="http://schemas.microsoft.com/office/drawing/2014/main" id="{12761210-1485-4D12-B660-7E2166EA61CE}"/>
              </a:ext>
            </a:extLst>
          </p:cNvPr>
          <p:cNvGrpSpPr>
            <a:grpSpLocks/>
          </p:cNvGrpSpPr>
          <p:nvPr/>
        </p:nvGrpSpPr>
        <p:grpSpPr bwMode="auto">
          <a:xfrm>
            <a:off x="1676400" y="2281238"/>
            <a:ext cx="5591175" cy="2519362"/>
            <a:chOff x="603250" y="242888"/>
            <a:chExt cx="5591175" cy="2519362"/>
          </a:xfrm>
        </p:grpSpPr>
        <p:sp>
          <p:nvSpPr>
            <p:cNvPr id="95240" name="Rectangle 42">
              <a:extLst>
                <a:ext uri="{FF2B5EF4-FFF2-40B4-BE49-F238E27FC236}">
                  <a16:creationId xmlns:a16="http://schemas.microsoft.com/office/drawing/2014/main" id="{55A4BA13-1232-476F-A09C-ED889617B8EE}"/>
                </a:ext>
              </a:extLst>
            </p:cNvPr>
            <p:cNvSpPr>
              <a:spLocks noChangeArrowheads="1"/>
            </p:cNvSpPr>
            <p:nvPr/>
          </p:nvSpPr>
          <p:spPr bwMode="auto">
            <a:xfrm>
              <a:off x="1227138" y="815975"/>
              <a:ext cx="773112" cy="77311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41" name="Line 43">
              <a:extLst>
                <a:ext uri="{FF2B5EF4-FFF2-40B4-BE49-F238E27FC236}">
                  <a16:creationId xmlns:a16="http://schemas.microsoft.com/office/drawing/2014/main" id="{3F7FB20D-6751-4F69-99C3-FF2CF2B78ACE}"/>
                </a:ext>
              </a:extLst>
            </p:cNvPr>
            <p:cNvSpPr>
              <a:spLocks noChangeShapeType="1"/>
            </p:cNvSpPr>
            <p:nvPr/>
          </p:nvSpPr>
          <p:spPr bwMode="auto">
            <a:xfrm flipH="1">
              <a:off x="1227138" y="1211263"/>
              <a:ext cx="773112"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42" name="Line 44">
              <a:extLst>
                <a:ext uri="{FF2B5EF4-FFF2-40B4-BE49-F238E27FC236}">
                  <a16:creationId xmlns:a16="http://schemas.microsoft.com/office/drawing/2014/main" id="{84F32F6F-4A0E-4A4C-BB29-C7223022F669}"/>
                </a:ext>
              </a:extLst>
            </p:cNvPr>
            <p:cNvSpPr>
              <a:spLocks noChangeShapeType="1"/>
            </p:cNvSpPr>
            <p:nvPr/>
          </p:nvSpPr>
          <p:spPr bwMode="auto">
            <a:xfrm flipV="1">
              <a:off x="1622425" y="815975"/>
              <a:ext cx="1588" cy="773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43" name="Line 45">
              <a:extLst>
                <a:ext uri="{FF2B5EF4-FFF2-40B4-BE49-F238E27FC236}">
                  <a16:creationId xmlns:a16="http://schemas.microsoft.com/office/drawing/2014/main" id="{5330A236-088F-4938-8F20-CDD6434874CD}"/>
                </a:ext>
              </a:extLst>
            </p:cNvPr>
            <p:cNvSpPr>
              <a:spLocks noChangeShapeType="1"/>
            </p:cNvSpPr>
            <p:nvPr/>
          </p:nvSpPr>
          <p:spPr bwMode="auto">
            <a:xfrm>
              <a:off x="849313" y="438150"/>
              <a:ext cx="377825" cy="3778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44" name="Rectangle 46">
              <a:extLst>
                <a:ext uri="{FF2B5EF4-FFF2-40B4-BE49-F238E27FC236}">
                  <a16:creationId xmlns:a16="http://schemas.microsoft.com/office/drawing/2014/main" id="{2114709F-9D0B-4BA5-9DE0-246BF82C922A}"/>
                </a:ext>
              </a:extLst>
            </p:cNvPr>
            <p:cNvSpPr>
              <a:spLocks noChangeArrowheads="1"/>
            </p:cNvSpPr>
            <p:nvPr/>
          </p:nvSpPr>
          <p:spPr bwMode="auto">
            <a:xfrm>
              <a:off x="2000250" y="815975"/>
              <a:ext cx="755650" cy="77311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45" name="Line 47">
              <a:extLst>
                <a:ext uri="{FF2B5EF4-FFF2-40B4-BE49-F238E27FC236}">
                  <a16:creationId xmlns:a16="http://schemas.microsoft.com/office/drawing/2014/main" id="{1E610E4F-D441-459A-852D-0D4BA5E66039}"/>
                </a:ext>
              </a:extLst>
            </p:cNvPr>
            <p:cNvSpPr>
              <a:spLocks noChangeShapeType="1"/>
            </p:cNvSpPr>
            <p:nvPr/>
          </p:nvSpPr>
          <p:spPr bwMode="auto">
            <a:xfrm flipH="1">
              <a:off x="2000250" y="1211263"/>
              <a:ext cx="75565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46" name="Line 48">
              <a:extLst>
                <a:ext uri="{FF2B5EF4-FFF2-40B4-BE49-F238E27FC236}">
                  <a16:creationId xmlns:a16="http://schemas.microsoft.com/office/drawing/2014/main" id="{407C7CF7-E712-443A-B73E-E8C3952FD55E}"/>
                </a:ext>
              </a:extLst>
            </p:cNvPr>
            <p:cNvSpPr>
              <a:spLocks noChangeShapeType="1"/>
            </p:cNvSpPr>
            <p:nvPr/>
          </p:nvSpPr>
          <p:spPr bwMode="auto">
            <a:xfrm flipV="1">
              <a:off x="2378075" y="815975"/>
              <a:ext cx="1588" cy="773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47" name="Rectangle 49">
              <a:extLst>
                <a:ext uri="{FF2B5EF4-FFF2-40B4-BE49-F238E27FC236}">
                  <a16:creationId xmlns:a16="http://schemas.microsoft.com/office/drawing/2014/main" id="{05E11215-C101-4519-99C1-683F048D8BEB}"/>
                </a:ext>
              </a:extLst>
            </p:cNvPr>
            <p:cNvSpPr>
              <a:spLocks noChangeArrowheads="1"/>
            </p:cNvSpPr>
            <p:nvPr/>
          </p:nvSpPr>
          <p:spPr bwMode="auto">
            <a:xfrm>
              <a:off x="1341438" y="6048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48" name="Rectangle 50">
              <a:extLst>
                <a:ext uri="{FF2B5EF4-FFF2-40B4-BE49-F238E27FC236}">
                  <a16:creationId xmlns:a16="http://schemas.microsoft.com/office/drawing/2014/main" id="{6EA0F713-2E29-4181-A561-9F74A05A4F00}"/>
                </a:ext>
              </a:extLst>
            </p:cNvPr>
            <p:cNvSpPr>
              <a:spLocks noChangeArrowheads="1"/>
            </p:cNvSpPr>
            <p:nvPr/>
          </p:nvSpPr>
          <p:spPr bwMode="auto">
            <a:xfrm>
              <a:off x="1724025" y="6048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49" name="Rectangle 51">
              <a:extLst>
                <a:ext uri="{FF2B5EF4-FFF2-40B4-BE49-F238E27FC236}">
                  <a16:creationId xmlns:a16="http://schemas.microsoft.com/office/drawing/2014/main" id="{E43FD2D3-0296-4F71-A60B-4499199A776A}"/>
                </a:ext>
              </a:extLst>
            </p:cNvPr>
            <p:cNvSpPr>
              <a:spLocks noChangeArrowheads="1"/>
            </p:cNvSpPr>
            <p:nvPr/>
          </p:nvSpPr>
          <p:spPr bwMode="auto">
            <a:xfrm>
              <a:off x="2106613" y="6048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50" name="Rectangle 52">
              <a:extLst>
                <a:ext uri="{FF2B5EF4-FFF2-40B4-BE49-F238E27FC236}">
                  <a16:creationId xmlns:a16="http://schemas.microsoft.com/office/drawing/2014/main" id="{3B55B3B9-B297-4D1A-A979-0B615F39DDE0}"/>
                </a:ext>
              </a:extLst>
            </p:cNvPr>
            <p:cNvSpPr>
              <a:spLocks noChangeArrowheads="1"/>
            </p:cNvSpPr>
            <p:nvPr/>
          </p:nvSpPr>
          <p:spPr bwMode="auto">
            <a:xfrm>
              <a:off x="2489200" y="6048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51" name="Rectangle 53">
              <a:extLst>
                <a:ext uri="{FF2B5EF4-FFF2-40B4-BE49-F238E27FC236}">
                  <a16:creationId xmlns:a16="http://schemas.microsoft.com/office/drawing/2014/main" id="{8499CEE9-FFAF-4DB6-A330-DC1FA6459D91}"/>
                </a:ext>
              </a:extLst>
            </p:cNvPr>
            <p:cNvSpPr>
              <a:spLocks noChangeArrowheads="1"/>
            </p:cNvSpPr>
            <p:nvPr/>
          </p:nvSpPr>
          <p:spPr bwMode="auto">
            <a:xfrm>
              <a:off x="992188" y="923925"/>
              <a:ext cx="16510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52" name="Rectangle 54">
              <a:extLst>
                <a:ext uri="{FF2B5EF4-FFF2-40B4-BE49-F238E27FC236}">
                  <a16:creationId xmlns:a16="http://schemas.microsoft.com/office/drawing/2014/main" id="{5DE6E3F7-9670-4299-8ECC-4C139311391F}"/>
                </a:ext>
              </a:extLst>
            </p:cNvPr>
            <p:cNvSpPr>
              <a:spLocks noChangeArrowheads="1"/>
            </p:cNvSpPr>
            <p:nvPr/>
          </p:nvSpPr>
          <p:spPr bwMode="auto">
            <a:xfrm>
              <a:off x="982663" y="1306513"/>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53" name="Rectangle 55">
              <a:extLst>
                <a:ext uri="{FF2B5EF4-FFF2-40B4-BE49-F238E27FC236}">
                  <a16:creationId xmlns:a16="http://schemas.microsoft.com/office/drawing/2014/main" id="{CD992EDC-FA9D-4AA4-B838-150AFFC7F13E}"/>
                </a:ext>
              </a:extLst>
            </p:cNvPr>
            <p:cNvSpPr>
              <a:spLocks noChangeArrowheads="1"/>
            </p:cNvSpPr>
            <p:nvPr/>
          </p:nvSpPr>
          <p:spPr bwMode="auto">
            <a:xfrm>
              <a:off x="1768475" y="9318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54" name="Rectangle 56">
              <a:extLst>
                <a:ext uri="{FF2B5EF4-FFF2-40B4-BE49-F238E27FC236}">
                  <a16:creationId xmlns:a16="http://schemas.microsoft.com/office/drawing/2014/main" id="{CC19EFD0-ECF5-4651-8E4A-BD981049806B}"/>
                </a:ext>
              </a:extLst>
            </p:cNvPr>
            <p:cNvSpPr>
              <a:spLocks noChangeArrowheads="1"/>
            </p:cNvSpPr>
            <p:nvPr/>
          </p:nvSpPr>
          <p:spPr bwMode="auto">
            <a:xfrm>
              <a:off x="1382713" y="1314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55" name="Rectangle 57">
              <a:extLst>
                <a:ext uri="{FF2B5EF4-FFF2-40B4-BE49-F238E27FC236}">
                  <a16:creationId xmlns:a16="http://schemas.microsoft.com/office/drawing/2014/main" id="{10CD2E71-0353-49E2-B282-0397313EEE6A}"/>
                </a:ext>
              </a:extLst>
            </p:cNvPr>
            <p:cNvSpPr>
              <a:spLocks noChangeArrowheads="1"/>
            </p:cNvSpPr>
            <p:nvPr/>
          </p:nvSpPr>
          <p:spPr bwMode="auto">
            <a:xfrm>
              <a:off x="1768475" y="1314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56" name="Rectangle 58">
              <a:extLst>
                <a:ext uri="{FF2B5EF4-FFF2-40B4-BE49-F238E27FC236}">
                  <a16:creationId xmlns:a16="http://schemas.microsoft.com/office/drawing/2014/main" id="{4CB0519C-5408-4DE5-8835-62359CEC8990}"/>
                </a:ext>
              </a:extLst>
            </p:cNvPr>
            <p:cNvSpPr>
              <a:spLocks noChangeArrowheads="1"/>
            </p:cNvSpPr>
            <p:nvPr/>
          </p:nvSpPr>
          <p:spPr bwMode="auto">
            <a:xfrm>
              <a:off x="2152650" y="9318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57" name="Rectangle 59">
              <a:extLst>
                <a:ext uri="{FF2B5EF4-FFF2-40B4-BE49-F238E27FC236}">
                  <a16:creationId xmlns:a16="http://schemas.microsoft.com/office/drawing/2014/main" id="{68B1803A-AFC4-427E-8D21-D701C864116C}"/>
                </a:ext>
              </a:extLst>
            </p:cNvPr>
            <p:cNvSpPr>
              <a:spLocks noChangeArrowheads="1"/>
            </p:cNvSpPr>
            <p:nvPr/>
          </p:nvSpPr>
          <p:spPr bwMode="auto">
            <a:xfrm>
              <a:off x="2152650" y="1314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58" name="Rectangle 60">
              <a:extLst>
                <a:ext uri="{FF2B5EF4-FFF2-40B4-BE49-F238E27FC236}">
                  <a16:creationId xmlns:a16="http://schemas.microsoft.com/office/drawing/2014/main" id="{4D203C46-0690-48AA-81A0-E9228394C282}"/>
                </a:ext>
              </a:extLst>
            </p:cNvPr>
            <p:cNvSpPr>
              <a:spLocks noChangeArrowheads="1"/>
            </p:cNvSpPr>
            <p:nvPr/>
          </p:nvSpPr>
          <p:spPr bwMode="auto">
            <a:xfrm>
              <a:off x="2525713" y="9318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59" name="Rectangle 61">
              <a:extLst>
                <a:ext uri="{FF2B5EF4-FFF2-40B4-BE49-F238E27FC236}">
                  <a16:creationId xmlns:a16="http://schemas.microsoft.com/office/drawing/2014/main" id="{FA53EC4E-B0A4-43B1-893A-50CA2CFB7D58}"/>
                </a:ext>
              </a:extLst>
            </p:cNvPr>
            <p:cNvSpPr>
              <a:spLocks noChangeArrowheads="1"/>
            </p:cNvSpPr>
            <p:nvPr/>
          </p:nvSpPr>
          <p:spPr bwMode="auto">
            <a:xfrm>
              <a:off x="2525713" y="1314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60" name="Rectangle 62">
              <a:extLst>
                <a:ext uri="{FF2B5EF4-FFF2-40B4-BE49-F238E27FC236}">
                  <a16:creationId xmlns:a16="http://schemas.microsoft.com/office/drawing/2014/main" id="{5B685D82-CE7E-45BD-8454-0D44AF84F141}"/>
                </a:ext>
              </a:extLst>
            </p:cNvPr>
            <p:cNvSpPr>
              <a:spLocks noChangeArrowheads="1"/>
            </p:cNvSpPr>
            <p:nvPr/>
          </p:nvSpPr>
          <p:spPr bwMode="auto">
            <a:xfrm>
              <a:off x="1227138" y="1589088"/>
              <a:ext cx="773112" cy="755650"/>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61" name="Line 63">
              <a:extLst>
                <a:ext uri="{FF2B5EF4-FFF2-40B4-BE49-F238E27FC236}">
                  <a16:creationId xmlns:a16="http://schemas.microsoft.com/office/drawing/2014/main" id="{7EAE88A1-E0F2-47B8-B972-FD2A6A2126E2}"/>
                </a:ext>
              </a:extLst>
            </p:cNvPr>
            <p:cNvSpPr>
              <a:spLocks noChangeShapeType="1"/>
            </p:cNvSpPr>
            <p:nvPr/>
          </p:nvSpPr>
          <p:spPr bwMode="auto">
            <a:xfrm flipH="1">
              <a:off x="1227138" y="1966913"/>
              <a:ext cx="773112"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62" name="Line 64">
              <a:extLst>
                <a:ext uri="{FF2B5EF4-FFF2-40B4-BE49-F238E27FC236}">
                  <a16:creationId xmlns:a16="http://schemas.microsoft.com/office/drawing/2014/main" id="{6F9C9C8B-725C-489B-BBA5-6DB262DE3CB9}"/>
                </a:ext>
              </a:extLst>
            </p:cNvPr>
            <p:cNvSpPr>
              <a:spLocks noChangeShapeType="1"/>
            </p:cNvSpPr>
            <p:nvPr/>
          </p:nvSpPr>
          <p:spPr bwMode="auto">
            <a:xfrm flipV="1">
              <a:off x="1622425" y="1589088"/>
              <a:ext cx="1588" cy="7556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63" name="Rectangle 65">
              <a:extLst>
                <a:ext uri="{FF2B5EF4-FFF2-40B4-BE49-F238E27FC236}">
                  <a16:creationId xmlns:a16="http://schemas.microsoft.com/office/drawing/2014/main" id="{DB762C66-AC6B-474D-B7D2-425C742CBBFE}"/>
                </a:ext>
              </a:extLst>
            </p:cNvPr>
            <p:cNvSpPr>
              <a:spLocks noChangeArrowheads="1"/>
            </p:cNvSpPr>
            <p:nvPr/>
          </p:nvSpPr>
          <p:spPr bwMode="auto">
            <a:xfrm>
              <a:off x="2000250" y="1589088"/>
              <a:ext cx="755650" cy="755650"/>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64" name="Line 66">
              <a:extLst>
                <a:ext uri="{FF2B5EF4-FFF2-40B4-BE49-F238E27FC236}">
                  <a16:creationId xmlns:a16="http://schemas.microsoft.com/office/drawing/2014/main" id="{7A994357-48CB-4EE8-907F-2D4710E49DDC}"/>
                </a:ext>
              </a:extLst>
            </p:cNvPr>
            <p:cNvSpPr>
              <a:spLocks noChangeShapeType="1"/>
            </p:cNvSpPr>
            <p:nvPr/>
          </p:nvSpPr>
          <p:spPr bwMode="auto">
            <a:xfrm flipH="1">
              <a:off x="2000250" y="1966913"/>
              <a:ext cx="755650"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65" name="Line 67">
              <a:extLst>
                <a:ext uri="{FF2B5EF4-FFF2-40B4-BE49-F238E27FC236}">
                  <a16:creationId xmlns:a16="http://schemas.microsoft.com/office/drawing/2014/main" id="{AB939CEC-1FE9-4762-B40B-6FC38A43DC91}"/>
                </a:ext>
              </a:extLst>
            </p:cNvPr>
            <p:cNvSpPr>
              <a:spLocks noChangeShapeType="1"/>
            </p:cNvSpPr>
            <p:nvPr/>
          </p:nvSpPr>
          <p:spPr bwMode="auto">
            <a:xfrm flipV="1">
              <a:off x="2378075" y="1589088"/>
              <a:ext cx="1588" cy="7556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66" name="Rectangle 68">
              <a:extLst>
                <a:ext uri="{FF2B5EF4-FFF2-40B4-BE49-F238E27FC236}">
                  <a16:creationId xmlns:a16="http://schemas.microsoft.com/office/drawing/2014/main" id="{ED6C6EBC-4FAE-490C-A2CB-AE47B7CCB16E}"/>
                </a:ext>
              </a:extLst>
            </p:cNvPr>
            <p:cNvSpPr>
              <a:spLocks noChangeArrowheads="1"/>
            </p:cNvSpPr>
            <p:nvPr/>
          </p:nvSpPr>
          <p:spPr bwMode="auto">
            <a:xfrm>
              <a:off x="1382713" y="9318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67" name="Rectangle 69">
              <a:extLst>
                <a:ext uri="{FF2B5EF4-FFF2-40B4-BE49-F238E27FC236}">
                  <a16:creationId xmlns:a16="http://schemas.microsoft.com/office/drawing/2014/main" id="{0D5C847F-480C-4B96-B72D-FE6DBC8A22D7}"/>
                </a:ext>
              </a:extLst>
            </p:cNvPr>
            <p:cNvSpPr>
              <a:spLocks noChangeArrowheads="1"/>
            </p:cNvSpPr>
            <p:nvPr/>
          </p:nvSpPr>
          <p:spPr bwMode="auto">
            <a:xfrm>
              <a:off x="1768475" y="1695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68" name="Rectangle 70">
              <a:extLst>
                <a:ext uri="{FF2B5EF4-FFF2-40B4-BE49-F238E27FC236}">
                  <a16:creationId xmlns:a16="http://schemas.microsoft.com/office/drawing/2014/main" id="{3AB16CE3-C5B3-4A22-B527-0FFE639213A0}"/>
                </a:ext>
              </a:extLst>
            </p:cNvPr>
            <p:cNvSpPr>
              <a:spLocks noChangeArrowheads="1"/>
            </p:cNvSpPr>
            <p:nvPr/>
          </p:nvSpPr>
          <p:spPr bwMode="auto">
            <a:xfrm>
              <a:off x="1382713" y="2078038"/>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69" name="Rectangle 71">
              <a:extLst>
                <a:ext uri="{FF2B5EF4-FFF2-40B4-BE49-F238E27FC236}">
                  <a16:creationId xmlns:a16="http://schemas.microsoft.com/office/drawing/2014/main" id="{A11E0EB2-8B30-4183-B5A4-2A76C49D4B63}"/>
                </a:ext>
              </a:extLst>
            </p:cNvPr>
            <p:cNvSpPr>
              <a:spLocks noChangeArrowheads="1"/>
            </p:cNvSpPr>
            <p:nvPr/>
          </p:nvSpPr>
          <p:spPr bwMode="auto">
            <a:xfrm>
              <a:off x="1768475" y="2078038"/>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70" name="Rectangle 72">
              <a:extLst>
                <a:ext uri="{FF2B5EF4-FFF2-40B4-BE49-F238E27FC236}">
                  <a16:creationId xmlns:a16="http://schemas.microsoft.com/office/drawing/2014/main" id="{C5738AE4-74AB-4224-B25E-A660F31D2FCF}"/>
                </a:ext>
              </a:extLst>
            </p:cNvPr>
            <p:cNvSpPr>
              <a:spLocks noChangeArrowheads="1"/>
            </p:cNvSpPr>
            <p:nvPr/>
          </p:nvSpPr>
          <p:spPr bwMode="auto">
            <a:xfrm>
              <a:off x="2152650" y="1695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71" name="Rectangle 73">
              <a:extLst>
                <a:ext uri="{FF2B5EF4-FFF2-40B4-BE49-F238E27FC236}">
                  <a16:creationId xmlns:a16="http://schemas.microsoft.com/office/drawing/2014/main" id="{5C06A593-A4D4-490F-93D1-E2F8F743F344}"/>
                </a:ext>
              </a:extLst>
            </p:cNvPr>
            <p:cNvSpPr>
              <a:spLocks noChangeArrowheads="1"/>
            </p:cNvSpPr>
            <p:nvPr/>
          </p:nvSpPr>
          <p:spPr bwMode="auto">
            <a:xfrm>
              <a:off x="2152650" y="2078038"/>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72" name="Rectangle 74">
              <a:extLst>
                <a:ext uri="{FF2B5EF4-FFF2-40B4-BE49-F238E27FC236}">
                  <a16:creationId xmlns:a16="http://schemas.microsoft.com/office/drawing/2014/main" id="{A0D9443F-2AE8-42A8-A44C-F6F329B0239A}"/>
                </a:ext>
              </a:extLst>
            </p:cNvPr>
            <p:cNvSpPr>
              <a:spLocks noChangeArrowheads="1"/>
            </p:cNvSpPr>
            <p:nvPr/>
          </p:nvSpPr>
          <p:spPr bwMode="auto">
            <a:xfrm>
              <a:off x="2525713" y="1695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73" name="Rectangle 75">
              <a:extLst>
                <a:ext uri="{FF2B5EF4-FFF2-40B4-BE49-F238E27FC236}">
                  <a16:creationId xmlns:a16="http://schemas.microsoft.com/office/drawing/2014/main" id="{E93E095F-4DC7-4D6B-BE72-4D1FB4FF5819}"/>
                </a:ext>
              </a:extLst>
            </p:cNvPr>
            <p:cNvSpPr>
              <a:spLocks noChangeArrowheads="1"/>
            </p:cNvSpPr>
            <p:nvPr/>
          </p:nvSpPr>
          <p:spPr bwMode="auto">
            <a:xfrm>
              <a:off x="2525713" y="2078038"/>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74" name="Rectangle 76">
              <a:extLst>
                <a:ext uri="{FF2B5EF4-FFF2-40B4-BE49-F238E27FC236}">
                  <a16:creationId xmlns:a16="http://schemas.microsoft.com/office/drawing/2014/main" id="{4126EDA6-7CF7-4AA1-8583-E0FFFDF05057}"/>
                </a:ext>
              </a:extLst>
            </p:cNvPr>
            <p:cNvSpPr>
              <a:spLocks noChangeArrowheads="1"/>
            </p:cNvSpPr>
            <p:nvPr/>
          </p:nvSpPr>
          <p:spPr bwMode="auto">
            <a:xfrm>
              <a:off x="1382713" y="1695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75" name="Rectangle 77">
              <a:extLst>
                <a:ext uri="{FF2B5EF4-FFF2-40B4-BE49-F238E27FC236}">
                  <a16:creationId xmlns:a16="http://schemas.microsoft.com/office/drawing/2014/main" id="{4ADF2A99-4880-44C6-99C3-123067CEDF04}"/>
                </a:ext>
              </a:extLst>
            </p:cNvPr>
            <p:cNvSpPr>
              <a:spLocks noChangeArrowheads="1"/>
            </p:cNvSpPr>
            <p:nvPr/>
          </p:nvSpPr>
          <p:spPr bwMode="auto">
            <a:xfrm>
              <a:off x="982663" y="1695450"/>
              <a:ext cx="16510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76" name="Rectangle 78">
              <a:extLst>
                <a:ext uri="{FF2B5EF4-FFF2-40B4-BE49-F238E27FC236}">
                  <a16:creationId xmlns:a16="http://schemas.microsoft.com/office/drawing/2014/main" id="{6DCC46ED-D898-4FFB-B730-A73FAE4F6455}"/>
                </a:ext>
              </a:extLst>
            </p:cNvPr>
            <p:cNvSpPr>
              <a:spLocks noChangeArrowheads="1"/>
            </p:cNvSpPr>
            <p:nvPr/>
          </p:nvSpPr>
          <p:spPr bwMode="auto">
            <a:xfrm>
              <a:off x="982663" y="20780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77" name="Rectangle 79">
              <a:extLst>
                <a:ext uri="{FF2B5EF4-FFF2-40B4-BE49-F238E27FC236}">
                  <a16:creationId xmlns:a16="http://schemas.microsoft.com/office/drawing/2014/main" id="{F18EBA35-DAE7-4A89-B4A8-C8E287D7B557}"/>
                </a:ext>
              </a:extLst>
            </p:cNvPr>
            <p:cNvSpPr>
              <a:spLocks noChangeArrowheads="1"/>
            </p:cNvSpPr>
            <p:nvPr/>
          </p:nvSpPr>
          <p:spPr bwMode="auto">
            <a:xfrm>
              <a:off x="979488" y="242888"/>
              <a:ext cx="730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78" name="Rectangle 80">
              <a:extLst>
                <a:ext uri="{FF2B5EF4-FFF2-40B4-BE49-F238E27FC236}">
                  <a16:creationId xmlns:a16="http://schemas.microsoft.com/office/drawing/2014/main" id="{F323D029-E598-47DE-80A7-72599E1F1C4B}"/>
                </a:ext>
              </a:extLst>
            </p:cNvPr>
            <p:cNvSpPr>
              <a:spLocks noChangeArrowheads="1"/>
            </p:cNvSpPr>
            <p:nvPr/>
          </p:nvSpPr>
          <p:spPr bwMode="auto">
            <a:xfrm>
              <a:off x="1057275" y="322263"/>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79" name="Rectangle 81">
              <a:extLst>
                <a:ext uri="{FF2B5EF4-FFF2-40B4-BE49-F238E27FC236}">
                  <a16:creationId xmlns:a16="http://schemas.microsoft.com/office/drawing/2014/main" id="{757E3A64-99F4-444D-B7A4-5C3D344AD494}"/>
                </a:ext>
              </a:extLst>
            </p:cNvPr>
            <p:cNvSpPr>
              <a:spLocks noChangeArrowheads="1"/>
            </p:cNvSpPr>
            <p:nvPr/>
          </p:nvSpPr>
          <p:spPr bwMode="auto">
            <a:xfrm>
              <a:off x="1135063" y="242888"/>
              <a:ext cx="730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80" name="Rectangle 82">
              <a:extLst>
                <a:ext uri="{FF2B5EF4-FFF2-40B4-BE49-F238E27FC236}">
                  <a16:creationId xmlns:a16="http://schemas.microsoft.com/office/drawing/2014/main" id="{0FD4F712-3480-46DF-850B-D6BB86166F63}"/>
                </a:ext>
              </a:extLst>
            </p:cNvPr>
            <p:cNvSpPr>
              <a:spLocks noChangeArrowheads="1"/>
            </p:cNvSpPr>
            <p:nvPr/>
          </p:nvSpPr>
          <p:spPr bwMode="auto">
            <a:xfrm>
              <a:off x="1211263" y="322263"/>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81" name="Rectangle 83">
              <a:extLst>
                <a:ext uri="{FF2B5EF4-FFF2-40B4-BE49-F238E27FC236}">
                  <a16:creationId xmlns:a16="http://schemas.microsoft.com/office/drawing/2014/main" id="{C226068B-52EC-42B5-A6E7-375A1C61FDEA}"/>
                </a:ext>
              </a:extLst>
            </p:cNvPr>
            <p:cNvSpPr>
              <a:spLocks noChangeArrowheads="1"/>
            </p:cNvSpPr>
            <p:nvPr/>
          </p:nvSpPr>
          <p:spPr bwMode="auto">
            <a:xfrm>
              <a:off x="603250" y="474663"/>
              <a:ext cx="182563"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82" name="Freeform 84">
              <a:extLst>
                <a:ext uri="{FF2B5EF4-FFF2-40B4-BE49-F238E27FC236}">
                  <a16:creationId xmlns:a16="http://schemas.microsoft.com/office/drawing/2014/main" id="{08CEBB2C-E21D-4E59-B435-C22FE5DE5F4A}"/>
                </a:ext>
              </a:extLst>
            </p:cNvPr>
            <p:cNvSpPr>
              <a:spLocks/>
            </p:cNvSpPr>
            <p:nvPr/>
          </p:nvSpPr>
          <p:spPr bwMode="auto">
            <a:xfrm>
              <a:off x="1295400" y="1649413"/>
              <a:ext cx="1401763" cy="638175"/>
            </a:xfrm>
            <a:custGeom>
              <a:avLst/>
              <a:gdLst>
                <a:gd name="T0" fmla="*/ 2147483646 w 1559"/>
                <a:gd name="T1" fmla="*/ 0 h 708"/>
                <a:gd name="T2" fmla="*/ 2147483646 w 1559"/>
                <a:gd name="T3" fmla="*/ 0 h 708"/>
                <a:gd name="T4" fmla="*/ 2147483646 w 1559"/>
                <a:gd name="T5" fmla="*/ 2147483646 h 708"/>
                <a:gd name="T6" fmla="*/ 0 w 1559"/>
                <a:gd name="T7" fmla="*/ 2147483646 h 708"/>
                <a:gd name="T8" fmla="*/ 0 w 1559"/>
                <a:gd name="T9" fmla="*/ 2147483646 h 708"/>
                <a:gd name="T10" fmla="*/ 0 w 1559"/>
                <a:gd name="T11" fmla="*/ 2147483646 h 708"/>
                <a:gd name="T12" fmla="*/ 2147483646 w 1559"/>
                <a:gd name="T13" fmla="*/ 2147483646 h 708"/>
                <a:gd name="T14" fmla="*/ 2147483646 w 1559"/>
                <a:gd name="T15" fmla="*/ 2147483646 h 708"/>
                <a:gd name="T16" fmla="*/ 2147483646 w 1559"/>
                <a:gd name="T17" fmla="*/ 2147483646 h 708"/>
                <a:gd name="T18" fmla="*/ 2147483646 w 1559"/>
                <a:gd name="T19" fmla="*/ 2147483646 h 708"/>
                <a:gd name="T20" fmla="*/ 2147483646 w 1559"/>
                <a:gd name="T21" fmla="*/ 2147483646 h 708"/>
                <a:gd name="T22" fmla="*/ 2147483646 w 1559"/>
                <a:gd name="T23" fmla="*/ 2147483646 h 708"/>
                <a:gd name="T24" fmla="*/ 2147483646 w 1559"/>
                <a:gd name="T25" fmla="*/ 2147483646 h 708"/>
                <a:gd name="T26" fmla="*/ 2147483646 w 1559"/>
                <a:gd name="T27" fmla="*/ 2147483646 h 708"/>
                <a:gd name="T28" fmla="*/ 2147483646 w 1559"/>
                <a:gd name="T29" fmla="*/ 2147483646 h 708"/>
                <a:gd name="T30" fmla="*/ 2147483646 w 1559"/>
                <a:gd name="T31" fmla="*/ 0 h 708"/>
                <a:gd name="T32" fmla="*/ 2147483646 w 1559"/>
                <a:gd name="T33" fmla="*/ 0 h 70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59"/>
                <a:gd name="T52" fmla="*/ 0 h 708"/>
                <a:gd name="T53" fmla="*/ 1559 w 1559"/>
                <a:gd name="T54" fmla="*/ 708 h 70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59" h="708">
                  <a:moveTo>
                    <a:pt x="780" y="0"/>
                  </a:moveTo>
                  <a:cubicBezTo>
                    <a:pt x="213" y="0"/>
                    <a:pt x="213" y="0"/>
                    <a:pt x="142" y="0"/>
                  </a:cubicBezTo>
                  <a:cubicBezTo>
                    <a:pt x="71" y="0"/>
                    <a:pt x="71" y="0"/>
                    <a:pt x="36" y="35"/>
                  </a:cubicBezTo>
                  <a:cubicBezTo>
                    <a:pt x="0" y="71"/>
                    <a:pt x="0" y="71"/>
                    <a:pt x="0" y="141"/>
                  </a:cubicBezTo>
                  <a:cubicBezTo>
                    <a:pt x="0" y="212"/>
                    <a:pt x="0" y="212"/>
                    <a:pt x="0" y="354"/>
                  </a:cubicBezTo>
                  <a:cubicBezTo>
                    <a:pt x="0" y="496"/>
                    <a:pt x="0" y="496"/>
                    <a:pt x="0" y="567"/>
                  </a:cubicBezTo>
                  <a:cubicBezTo>
                    <a:pt x="0" y="637"/>
                    <a:pt x="0" y="637"/>
                    <a:pt x="36" y="673"/>
                  </a:cubicBezTo>
                  <a:cubicBezTo>
                    <a:pt x="71" y="708"/>
                    <a:pt x="71" y="708"/>
                    <a:pt x="142" y="708"/>
                  </a:cubicBezTo>
                  <a:cubicBezTo>
                    <a:pt x="213" y="708"/>
                    <a:pt x="213" y="708"/>
                    <a:pt x="780" y="708"/>
                  </a:cubicBezTo>
                  <a:cubicBezTo>
                    <a:pt x="1347" y="708"/>
                    <a:pt x="1347" y="708"/>
                    <a:pt x="1418" y="708"/>
                  </a:cubicBezTo>
                  <a:cubicBezTo>
                    <a:pt x="1488" y="708"/>
                    <a:pt x="1488" y="708"/>
                    <a:pt x="1524" y="673"/>
                  </a:cubicBezTo>
                  <a:cubicBezTo>
                    <a:pt x="1559" y="637"/>
                    <a:pt x="1559" y="637"/>
                    <a:pt x="1559" y="567"/>
                  </a:cubicBezTo>
                  <a:cubicBezTo>
                    <a:pt x="1559" y="496"/>
                    <a:pt x="1559" y="496"/>
                    <a:pt x="1559" y="354"/>
                  </a:cubicBezTo>
                  <a:cubicBezTo>
                    <a:pt x="1559" y="212"/>
                    <a:pt x="1559" y="212"/>
                    <a:pt x="1559" y="141"/>
                  </a:cubicBezTo>
                  <a:cubicBezTo>
                    <a:pt x="1559" y="71"/>
                    <a:pt x="1559" y="71"/>
                    <a:pt x="1524" y="35"/>
                  </a:cubicBezTo>
                  <a:cubicBezTo>
                    <a:pt x="1488" y="0"/>
                    <a:pt x="1488" y="0"/>
                    <a:pt x="1418" y="0"/>
                  </a:cubicBezTo>
                  <a:cubicBezTo>
                    <a:pt x="1347" y="0"/>
                    <a:pt x="1347" y="0"/>
                    <a:pt x="780" y="0"/>
                  </a:cubicBezTo>
                </a:path>
              </a:pathLst>
            </a:custGeom>
            <a:noFill/>
            <a:ln w="17463">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83" name="Rectangle 85">
              <a:extLst>
                <a:ext uri="{FF2B5EF4-FFF2-40B4-BE49-F238E27FC236}">
                  <a16:creationId xmlns:a16="http://schemas.microsoft.com/office/drawing/2014/main" id="{12904CC5-D9AB-4FF5-AB29-832F6CBBE372}"/>
                </a:ext>
              </a:extLst>
            </p:cNvPr>
            <p:cNvSpPr>
              <a:spLocks noChangeArrowheads="1"/>
            </p:cNvSpPr>
            <p:nvPr/>
          </p:nvSpPr>
          <p:spPr bwMode="auto">
            <a:xfrm>
              <a:off x="4665663" y="815975"/>
              <a:ext cx="755650" cy="773113"/>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84" name="Line 86">
              <a:extLst>
                <a:ext uri="{FF2B5EF4-FFF2-40B4-BE49-F238E27FC236}">
                  <a16:creationId xmlns:a16="http://schemas.microsoft.com/office/drawing/2014/main" id="{DF90B056-46ED-484B-AB9C-9784C1A7B395}"/>
                </a:ext>
              </a:extLst>
            </p:cNvPr>
            <p:cNvSpPr>
              <a:spLocks noChangeShapeType="1"/>
            </p:cNvSpPr>
            <p:nvPr/>
          </p:nvSpPr>
          <p:spPr bwMode="auto">
            <a:xfrm flipH="1">
              <a:off x="4665663" y="1211263"/>
              <a:ext cx="755650" cy="1587"/>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85" name="Line 87">
              <a:extLst>
                <a:ext uri="{FF2B5EF4-FFF2-40B4-BE49-F238E27FC236}">
                  <a16:creationId xmlns:a16="http://schemas.microsoft.com/office/drawing/2014/main" id="{650FE36F-8D8D-43AE-9848-8FF45397BA4E}"/>
                </a:ext>
              </a:extLst>
            </p:cNvPr>
            <p:cNvSpPr>
              <a:spLocks noChangeShapeType="1"/>
            </p:cNvSpPr>
            <p:nvPr/>
          </p:nvSpPr>
          <p:spPr bwMode="auto">
            <a:xfrm flipV="1">
              <a:off x="5043488" y="815975"/>
              <a:ext cx="1587" cy="773113"/>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86" name="Line 88">
              <a:extLst>
                <a:ext uri="{FF2B5EF4-FFF2-40B4-BE49-F238E27FC236}">
                  <a16:creationId xmlns:a16="http://schemas.microsoft.com/office/drawing/2014/main" id="{8505E2B2-C09A-4628-B68A-C585BC04AB80}"/>
                </a:ext>
              </a:extLst>
            </p:cNvPr>
            <p:cNvSpPr>
              <a:spLocks noChangeShapeType="1"/>
            </p:cNvSpPr>
            <p:nvPr/>
          </p:nvSpPr>
          <p:spPr bwMode="auto">
            <a:xfrm>
              <a:off x="4270375" y="438150"/>
              <a:ext cx="395288" cy="377825"/>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87" name="Rectangle 89">
              <a:extLst>
                <a:ext uri="{FF2B5EF4-FFF2-40B4-BE49-F238E27FC236}">
                  <a16:creationId xmlns:a16="http://schemas.microsoft.com/office/drawing/2014/main" id="{75A882B4-EB90-4B4F-B2AB-88B887565CCA}"/>
                </a:ext>
              </a:extLst>
            </p:cNvPr>
            <p:cNvSpPr>
              <a:spLocks noChangeArrowheads="1"/>
            </p:cNvSpPr>
            <p:nvPr/>
          </p:nvSpPr>
          <p:spPr bwMode="auto">
            <a:xfrm>
              <a:off x="5421313" y="815975"/>
              <a:ext cx="773112" cy="773113"/>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88" name="Line 90">
              <a:extLst>
                <a:ext uri="{FF2B5EF4-FFF2-40B4-BE49-F238E27FC236}">
                  <a16:creationId xmlns:a16="http://schemas.microsoft.com/office/drawing/2014/main" id="{7D046647-D645-4F01-9FC1-E45BC9C3FCA4}"/>
                </a:ext>
              </a:extLst>
            </p:cNvPr>
            <p:cNvSpPr>
              <a:spLocks noChangeShapeType="1"/>
            </p:cNvSpPr>
            <p:nvPr/>
          </p:nvSpPr>
          <p:spPr bwMode="auto">
            <a:xfrm flipH="1">
              <a:off x="5421313" y="1211263"/>
              <a:ext cx="773112" cy="1587"/>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89" name="Line 91">
              <a:extLst>
                <a:ext uri="{FF2B5EF4-FFF2-40B4-BE49-F238E27FC236}">
                  <a16:creationId xmlns:a16="http://schemas.microsoft.com/office/drawing/2014/main" id="{658E4FB9-EA1D-437D-BE2D-9D3AE41A0603}"/>
                </a:ext>
              </a:extLst>
            </p:cNvPr>
            <p:cNvSpPr>
              <a:spLocks noChangeShapeType="1"/>
            </p:cNvSpPr>
            <p:nvPr/>
          </p:nvSpPr>
          <p:spPr bwMode="auto">
            <a:xfrm flipV="1">
              <a:off x="5799138" y="815975"/>
              <a:ext cx="1587" cy="773113"/>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90" name="Rectangle 92">
              <a:extLst>
                <a:ext uri="{FF2B5EF4-FFF2-40B4-BE49-F238E27FC236}">
                  <a16:creationId xmlns:a16="http://schemas.microsoft.com/office/drawing/2014/main" id="{4756110E-1457-47D7-B148-CF0A73723875}"/>
                </a:ext>
              </a:extLst>
            </p:cNvPr>
            <p:cNvSpPr>
              <a:spLocks noChangeArrowheads="1"/>
            </p:cNvSpPr>
            <p:nvPr/>
          </p:nvSpPr>
          <p:spPr bwMode="auto">
            <a:xfrm>
              <a:off x="803275" y="554038"/>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91" name="Rectangle 93">
              <a:extLst>
                <a:ext uri="{FF2B5EF4-FFF2-40B4-BE49-F238E27FC236}">
                  <a16:creationId xmlns:a16="http://schemas.microsoft.com/office/drawing/2014/main" id="{4FB9BB1E-8545-4660-AD9A-A2EFE6C6242E}"/>
                </a:ext>
              </a:extLst>
            </p:cNvPr>
            <p:cNvSpPr>
              <a:spLocks noChangeArrowheads="1"/>
            </p:cNvSpPr>
            <p:nvPr/>
          </p:nvSpPr>
          <p:spPr bwMode="auto">
            <a:xfrm>
              <a:off x="4770438" y="6048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92" name="Rectangle 94">
              <a:extLst>
                <a:ext uri="{FF2B5EF4-FFF2-40B4-BE49-F238E27FC236}">
                  <a16:creationId xmlns:a16="http://schemas.microsoft.com/office/drawing/2014/main" id="{2D135402-1989-4559-9ED0-FF0E51CBBD44}"/>
                </a:ext>
              </a:extLst>
            </p:cNvPr>
            <p:cNvSpPr>
              <a:spLocks noChangeArrowheads="1"/>
            </p:cNvSpPr>
            <p:nvPr/>
          </p:nvSpPr>
          <p:spPr bwMode="auto">
            <a:xfrm>
              <a:off x="5153025" y="6048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93" name="Rectangle 95">
              <a:extLst>
                <a:ext uri="{FF2B5EF4-FFF2-40B4-BE49-F238E27FC236}">
                  <a16:creationId xmlns:a16="http://schemas.microsoft.com/office/drawing/2014/main" id="{0377C4BA-C629-4254-873F-57E78618FC97}"/>
                </a:ext>
              </a:extLst>
            </p:cNvPr>
            <p:cNvSpPr>
              <a:spLocks noChangeArrowheads="1"/>
            </p:cNvSpPr>
            <p:nvPr/>
          </p:nvSpPr>
          <p:spPr bwMode="auto">
            <a:xfrm>
              <a:off x="5535613" y="6048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94" name="Rectangle 96">
              <a:extLst>
                <a:ext uri="{FF2B5EF4-FFF2-40B4-BE49-F238E27FC236}">
                  <a16:creationId xmlns:a16="http://schemas.microsoft.com/office/drawing/2014/main" id="{21897041-8608-4040-A0BB-F08DE3E5B01B}"/>
                </a:ext>
              </a:extLst>
            </p:cNvPr>
            <p:cNvSpPr>
              <a:spLocks noChangeArrowheads="1"/>
            </p:cNvSpPr>
            <p:nvPr/>
          </p:nvSpPr>
          <p:spPr bwMode="auto">
            <a:xfrm>
              <a:off x="5916613" y="6048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95" name="Rectangle 97">
              <a:extLst>
                <a:ext uri="{FF2B5EF4-FFF2-40B4-BE49-F238E27FC236}">
                  <a16:creationId xmlns:a16="http://schemas.microsoft.com/office/drawing/2014/main" id="{A7C89BD2-6B90-42FC-AC57-1D5F38A94410}"/>
                </a:ext>
              </a:extLst>
            </p:cNvPr>
            <p:cNvSpPr>
              <a:spLocks noChangeArrowheads="1"/>
            </p:cNvSpPr>
            <p:nvPr/>
          </p:nvSpPr>
          <p:spPr bwMode="auto">
            <a:xfrm>
              <a:off x="4419600" y="923925"/>
              <a:ext cx="16510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96" name="Rectangle 98">
              <a:extLst>
                <a:ext uri="{FF2B5EF4-FFF2-40B4-BE49-F238E27FC236}">
                  <a16:creationId xmlns:a16="http://schemas.microsoft.com/office/drawing/2014/main" id="{B58B9FB7-3B18-478C-87AD-87E084E5355F}"/>
                </a:ext>
              </a:extLst>
            </p:cNvPr>
            <p:cNvSpPr>
              <a:spLocks noChangeArrowheads="1"/>
            </p:cNvSpPr>
            <p:nvPr/>
          </p:nvSpPr>
          <p:spPr bwMode="auto">
            <a:xfrm>
              <a:off x="4410075" y="1306513"/>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97" name="Rectangle 99">
              <a:extLst>
                <a:ext uri="{FF2B5EF4-FFF2-40B4-BE49-F238E27FC236}">
                  <a16:creationId xmlns:a16="http://schemas.microsoft.com/office/drawing/2014/main" id="{284FAD11-885D-46F0-8FE1-CE22B87613C8}"/>
                </a:ext>
              </a:extLst>
            </p:cNvPr>
            <p:cNvSpPr>
              <a:spLocks noChangeArrowheads="1"/>
            </p:cNvSpPr>
            <p:nvPr/>
          </p:nvSpPr>
          <p:spPr bwMode="auto">
            <a:xfrm>
              <a:off x="5197475" y="9318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98" name="Rectangle 100">
              <a:extLst>
                <a:ext uri="{FF2B5EF4-FFF2-40B4-BE49-F238E27FC236}">
                  <a16:creationId xmlns:a16="http://schemas.microsoft.com/office/drawing/2014/main" id="{F34CE021-2457-493B-B300-769A6755EEF3}"/>
                </a:ext>
              </a:extLst>
            </p:cNvPr>
            <p:cNvSpPr>
              <a:spLocks noChangeArrowheads="1"/>
            </p:cNvSpPr>
            <p:nvPr/>
          </p:nvSpPr>
          <p:spPr bwMode="auto">
            <a:xfrm>
              <a:off x="4811713" y="1314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99" name="Rectangle 101">
              <a:extLst>
                <a:ext uri="{FF2B5EF4-FFF2-40B4-BE49-F238E27FC236}">
                  <a16:creationId xmlns:a16="http://schemas.microsoft.com/office/drawing/2014/main" id="{E6E673F5-FDE6-46F8-8485-28EBB7FB7DFF}"/>
                </a:ext>
              </a:extLst>
            </p:cNvPr>
            <p:cNvSpPr>
              <a:spLocks noChangeArrowheads="1"/>
            </p:cNvSpPr>
            <p:nvPr/>
          </p:nvSpPr>
          <p:spPr bwMode="auto">
            <a:xfrm>
              <a:off x="5197475" y="1314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300" name="Rectangle 102">
              <a:extLst>
                <a:ext uri="{FF2B5EF4-FFF2-40B4-BE49-F238E27FC236}">
                  <a16:creationId xmlns:a16="http://schemas.microsoft.com/office/drawing/2014/main" id="{0F2DE669-72CA-4296-9B5E-F81BA7386A94}"/>
                </a:ext>
              </a:extLst>
            </p:cNvPr>
            <p:cNvSpPr>
              <a:spLocks noChangeArrowheads="1"/>
            </p:cNvSpPr>
            <p:nvPr/>
          </p:nvSpPr>
          <p:spPr bwMode="auto">
            <a:xfrm>
              <a:off x="5580063" y="9318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301" name="Rectangle 103">
              <a:extLst>
                <a:ext uri="{FF2B5EF4-FFF2-40B4-BE49-F238E27FC236}">
                  <a16:creationId xmlns:a16="http://schemas.microsoft.com/office/drawing/2014/main" id="{BD0B8BF1-2F7B-44C3-8160-3FEEADAA7383}"/>
                </a:ext>
              </a:extLst>
            </p:cNvPr>
            <p:cNvSpPr>
              <a:spLocks noChangeArrowheads="1"/>
            </p:cNvSpPr>
            <p:nvPr/>
          </p:nvSpPr>
          <p:spPr bwMode="auto">
            <a:xfrm>
              <a:off x="5580063" y="1314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302" name="Rectangle 104">
              <a:extLst>
                <a:ext uri="{FF2B5EF4-FFF2-40B4-BE49-F238E27FC236}">
                  <a16:creationId xmlns:a16="http://schemas.microsoft.com/office/drawing/2014/main" id="{8AD6EA64-CA20-4C73-9694-DE39E912315A}"/>
                </a:ext>
              </a:extLst>
            </p:cNvPr>
            <p:cNvSpPr>
              <a:spLocks noChangeArrowheads="1"/>
            </p:cNvSpPr>
            <p:nvPr/>
          </p:nvSpPr>
          <p:spPr bwMode="auto">
            <a:xfrm>
              <a:off x="5953125" y="9318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303" name="Rectangle 105">
              <a:extLst>
                <a:ext uri="{FF2B5EF4-FFF2-40B4-BE49-F238E27FC236}">
                  <a16:creationId xmlns:a16="http://schemas.microsoft.com/office/drawing/2014/main" id="{819DE392-C12B-4CE5-B425-448BF1008D2E}"/>
                </a:ext>
              </a:extLst>
            </p:cNvPr>
            <p:cNvSpPr>
              <a:spLocks noChangeArrowheads="1"/>
            </p:cNvSpPr>
            <p:nvPr/>
          </p:nvSpPr>
          <p:spPr bwMode="auto">
            <a:xfrm>
              <a:off x="5953125" y="1314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304" name="Rectangle 106">
              <a:extLst>
                <a:ext uri="{FF2B5EF4-FFF2-40B4-BE49-F238E27FC236}">
                  <a16:creationId xmlns:a16="http://schemas.microsoft.com/office/drawing/2014/main" id="{E92C01DD-E4F3-4E66-AAB6-776D352C0703}"/>
                </a:ext>
              </a:extLst>
            </p:cNvPr>
            <p:cNvSpPr>
              <a:spLocks noChangeArrowheads="1"/>
            </p:cNvSpPr>
            <p:nvPr/>
          </p:nvSpPr>
          <p:spPr bwMode="auto">
            <a:xfrm>
              <a:off x="4665663" y="1589088"/>
              <a:ext cx="755650" cy="755650"/>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305" name="Line 107">
              <a:extLst>
                <a:ext uri="{FF2B5EF4-FFF2-40B4-BE49-F238E27FC236}">
                  <a16:creationId xmlns:a16="http://schemas.microsoft.com/office/drawing/2014/main" id="{497EB103-1BEF-4028-9835-FBE41F0582D9}"/>
                </a:ext>
              </a:extLst>
            </p:cNvPr>
            <p:cNvSpPr>
              <a:spLocks noChangeShapeType="1"/>
            </p:cNvSpPr>
            <p:nvPr/>
          </p:nvSpPr>
          <p:spPr bwMode="auto">
            <a:xfrm flipH="1">
              <a:off x="4665663" y="1966913"/>
              <a:ext cx="755650" cy="1587"/>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306" name="Line 108">
              <a:extLst>
                <a:ext uri="{FF2B5EF4-FFF2-40B4-BE49-F238E27FC236}">
                  <a16:creationId xmlns:a16="http://schemas.microsoft.com/office/drawing/2014/main" id="{D83CAA41-9303-499B-859C-456ADF64C453}"/>
                </a:ext>
              </a:extLst>
            </p:cNvPr>
            <p:cNvSpPr>
              <a:spLocks noChangeShapeType="1"/>
            </p:cNvSpPr>
            <p:nvPr/>
          </p:nvSpPr>
          <p:spPr bwMode="auto">
            <a:xfrm flipV="1">
              <a:off x="5043488" y="1589088"/>
              <a:ext cx="1587" cy="75565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307" name="Rectangle 109">
              <a:extLst>
                <a:ext uri="{FF2B5EF4-FFF2-40B4-BE49-F238E27FC236}">
                  <a16:creationId xmlns:a16="http://schemas.microsoft.com/office/drawing/2014/main" id="{D91DFDBF-83A1-4A32-A202-8ABC594CE677}"/>
                </a:ext>
              </a:extLst>
            </p:cNvPr>
            <p:cNvSpPr>
              <a:spLocks noChangeArrowheads="1"/>
            </p:cNvSpPr>
            <p:nvPr/>
          </p:nvSpPr>
          <p:spPr bwMode="auto">
            <a:xfrm>
              <a:off x="5421313" y="1589088"/>
              <a:ext cx="773112" cy="755650"/>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308" name="Line 110">
              <a:extLst>
                <a:ext uri="{FF2B5EF4-FFF2-40B4-BE49-F238E27FC236}">
                  <a16:creationId xmlns:a16="http://schemas.microsoft.com/office/drawing/2014/main" id="{C080AFA8-B319-40B1-B4BE-6AC4399C9912}"/>
                </a:ext>
              </a:extLst>
            </p:cNvPr>
            <p:cNvSpPr>
              <a:spLocks noChangeShapeType="1"/>
            </p:cNvSpPr>
            <p:nvPr/>
          </p:nvSpPr>
          <p:spPr bwMode="auto">
            <a:xfrm flipH="1">
              <a:off x="5421313" y="1966913"/>
              <a:ext cx="773112" cy="1587"/>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309" name="Line 111">
              <a:extLst>
                <a:ext uri="{FF2B5EF4-FFF2-40B4-BE49-F238E27FC236}">
                  <a16:creationId xmlns:a16="http://schemas.microsoft.com/office/drawing/2014/main" id="{75FB3780-0811-4FD9-9259-6F4419F0D7BD}"/>
                </a:ext>
              </a:extLst>
            </p:cNvPr>
            <p:cNvSpPr>
              <a:spLocks noChangeShapeType="1"/>
            </p:cNvSpPr>
            <p:nvPr/>
          </p:nvSpPr>
          <p:spPr bwMode="auto">
            <a:xfrm flipV="1">
              <a:off x="5799138" y="1589088"/>
              <a:ext cx="1587" cy="75565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310" name="Rectangle 112">
              <a:extLst>
                <a:ext uri="{FF2B5EF4-FFF2-40B4-BE49-F238E27FC236}">
                  <a16:creationId xmlns:a16="http://schemas.microsoft.com/office/drawing/2014/main" id="{E023B493-9599-46A3-96D1-44BA6D0EF014}"/>
                </a:ext>
              </a:extLst>
            </p:cNvPr>
            <p:cNvSpPr>
              <a:spLocks noChangeArrowheads="1"/>
            </p:cNvSpPr>
            <p:nvPr/>
          </p:nvSpPr>
          <p:spPr bwMode="auto">
            <a:xfrm>
              <a:off x="4811713" y="9318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311" name="Rectangle 113">
              <a:extLst>
                <a:ext uri="{FF2B5EF4-FFF2-40B4-BE49-F238E27FC236}">
                  <a16:creationId xmlns:a16="http://schemas.microsoft.com/office/drawing/2014/main" id="{0761BC8B-8AE1-45B1-AA61-2819A526CFAB}"/>
                </a:ext>
              </a:extLst>
            </p:cNvPr>
            <p:cNvSpPr>
              <a:spLocks noChangeArrowheads="1"/>
            </p:cNvSpPr>
            <p:nvPr/>
          </p:nvSpPr>
          <p:spPr bwMode="auto">
            <a:xfrm>
              <a:off x="5197475" y="1695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312" name="Rectangle 114">
              <a:extLst>
                <a:ext uri="{FF2B5EF4-FFF2-40B4-BE49-F238E27FC236}">
                  <a16:creationId xmlns:a16="http://schemas.microsoft.com/office/drawing/2014/main" id="{CD82F7E3-5B97-4FB5-A482-9FE4EA95A6DE}"/>
                </a:ext>
              </a:extLst>
            </p:cNvPr>
            <p:cNvSpPr>
              <a:spLocks noChangeArrowheads="1"/>
            </p:cNvSpPr>
            <p:nvPr/>
          </p:nvSpPr>
          <p:spPr bwMode="auto">
            <a:xfrm>
              <a:off x="4811713" y="2078038"/>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313" name="Rectangle 115">
              <a:extLst>
                <a:ext uri="{FF2B5EF4-FFF2-40B4-BE49-F238E27FC236}">
                  <a16:creationId xmlns:a16="http://schemas.microsoft.com/office/drawing/2014/main" id="{8DABF9D6-98EF-4BFF-942B-90D908F59053}"/>
                </a:ext>
              </a:extLst>
            </p:cNvPr>
            <p:cNvSpPr>
              <a:spLocks noChangeArrowheads="1"/>
            </p:cNvSpPr>
            <p:nvPr/>
          </p:nvSpPr>
          <p:spPr bwMode="auto">
            <a:xfrm>
              <a:off x="5197475" y="2078038"/>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314" name="Rectangle 116">
              <a:extLst>
                <a:ext uri="{FF2B5EF4-FFF2-40B4-BE49-F238E27FC236}">
                  <a16:creationId xmlns:a16="http://schemas.microsoft.com/office/drawing/2014/main" id="{B8306A5D-2600-46D6-920A-C7D75C3B2A45}"/>
                </a:ext>
              </a:extLst>
            </p:cNvPr>
            <p:cNvSpPr>
              <a:spLocks noChangeArrowheads="1"/>
            </p:cNvSpPr>
            <p:nvPr/>
          </p:nvSpPr>
          <p:spPr bwMode="auto">
            <a:xfrm>
              <a:off x="5580063" y="1695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315" name="Rectangle 117">
              <a:extLst>
                <a:ext uri="{FF2B5EF4-FFF2-40B4-BE49-F238E27FC236}">
                  <a16:creationId xmlns:a16="http://schemas.microsoft.com/office/drawing/2014/main" id="{9B3BF558-75E3-4A68-B279-D2AB6C0F478D}"/>
                </a:ext>
              </a:extLst>
            </p:cNvPr>
            <p:cNvSpPr>
              <a:spLocks noChangeArrowheads="1"/>
            </p:cNvSpPr>
            <p:nvPr/>
          </p:nvSpPr>
          <p:spPr bwMode="auto">
            <a:xfrm>
              <a:off x="5580063" y="2078038"/>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316" name="Rectangle 118">
              <a:extLst>
                <a:ext uri="{FF2B5EF4-FFF2-40B4-BE49-F238E27FC236}">
                  <a16:creationId xmlns:a16="http://schemas.microsoft.com/office/drawing/2014/main" id="{EAFB4F4A-2AD3-4D88-910A-CDD89CFB09C0}"/>
                </a:ext>
              </a:extLst>
            </p:cNvPr>
            <p:cNvSpPr>
              <a:spLocks noChangeArrowheads="1"/>
            </p:cNvSpPr>
            <p:nvPr/>
          </p:nvSpPr>
          <p:spPr bwMode="auto">
            <a:xfrm>
              <a:off x="5953125" y="1695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317" name="Rectangle 119">
              <a:extLst>
                <a:ext uri="{FF2B5EF4-FFF2-40B4-BE49-F238E27FC236}">
                  <a16:creationId xmlns:a16="http://schemas.microsoft.com/office/drawing/2014/main" id="{FCC6B99F-388D-4D13-8E4B-8F4AF57CD194}"/>
                </a:ext>
              </a:extLst>
            </p:cNvPr>
            <p:cNvSpPr>
              <a:spLocks noChangeArrowheads="1"/>
            </p:cNvSpPr>
            <p:nvPr/>
          </p:nvSpPr>
          <p:spPr bwMode="auto">
            <a:xfrm>
              <a:off x="5953125" y="2078038"/>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318" name="Rectangle 120">
              <a:extLst>
                <a:ext uri="{FF2B5EF4-FFF2-40B4-BE49-F238E27FC236}">
                  <a16:creationId xmlns:a16="http://schemas.microsoft.com/office/drawing/2014/main" id="{B4D376B8-C1DE-43D3-BF52-0AAA647426EF}"/>
                </a:ext>
              </a:extLst>
            </p:cNvPr>
            <p:cNvSpPr>
              <a:spLocks noChangeArrowheads="1"/>
            </p:cNvSpPr>
            <p:nvPr/>
          </p:nvSpPr>
          <p:spPr bwMode="auto">
            <a:xfrm>
              <a:off x="4811713" y="16954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319" name="Rectangle 121">
              <a:extLst>
                <a:ext uri="{FF2B5EF4-FFF2-40B4-BE49-F238E27FC236}">
                  <a16:creationId xmlns:a16="http://schemas.microsoft.com/office/drawing/2014/main" id="{F105CCFD-90F9-4AA2-AF42-4D571180AF9F}"/>
                </a:ext>
              </a:extLst>
            </p:cNvPr>
            <p:cNvSpPr>
              <a:spLocks noChangeArrowheads="1"/>
            </p:cNvSpPr>
            <p:nvPr/>
          </p:nvSpPr>
          <p:spPr bwMode="auto">
            <a:xfrm>
              <a:off x="4410075" y="1695450"/>
              <a:ext cx="16510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320" name="Rectangle 122">
              <a:extLst>
                <a:ext uri="{FF2B5EF4-FFF2-40B4-BE49-F238E27FC236}">
                  <a16:creationId xmlns:a16="http://schemas.microsoft.com/office/drawing/2014/main" id="{BEC3031B-6CBC-4AAE-9D35-4D27086B60AB}"/>
                </a:ext>
              </a:extLst>
            </p:cNvPr>
            <p:cNvSpPr>
              <a:spLocks noChangeArrowheads="1"/>
            </p:cNvSpPr>
            <p:nvPr/>
          </p:nvSpPr>
          <p:spPr bwMode="auto">
            <a:xfrm>
              <a:off x="4410075" y="20780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321" name="Rectangle 123">
              <a:extLst>
                <a:ext uri="{FF2B5EF4-FFF2-40B4-BE49-F238E27FC236}">
                  <a16:creationId xmlns:a16="http://schemas.microsoft.com/office/drawing/2014/main" id="{FAD01ECA-1C51-41B3-98D8-652209F6542F}"/>
                </a:ext>
              </a:extLst>
            </p:cNvPr>
            <p:cNvSpPr>
              <a:spLocks noChangeArrowheads="1"/>
            </p:cNvSpPr>
            <p:nvPr/>
          </p:nvSpPr>
          <p:spPr bwMode="auto">
            <a:xfrm>
              <a:off x="4406900" y="242888"/>
              <a:ext cx="730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322" name="Rectangle 124">
              <a:extLst>
                <a:ext uri="{FF2B5EF4-FFF2-40B4-BE49-F238E27FC236}">
                  <a16:creationId xmlns:a16="http://schemas.microsoft.com/office/drawing/2014/main" id="{F2471E73-7C04-44EF-BF69-14757F565583}"/>
                </a:ext>
              </a:extLst>
            </p:cNvPr>
            <p:cNvSpPr>
              <a:spLocks noChangeArrowheads="1"/>
            </p:cNvSpPr>
            <p:nvPr/>
          </p:nvSpPr>
          <p:spPr bwMode="auto">
            <a:xfrm>
              <a:off x="4486275" y="322263"/>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323" name="Rectangle 125">
              <a:extLst>
                <a:ext uri="{FF2B5EF4-FFF2-40B4-BE49-F238E27FC236}">
                  <a16:creationId xmlns:a16="http://schemas.microsoft.com/office/drawing/2014/main" id="{0077B4DE-156A-45F9-B815-716BFA9188C9}"/>
                </a:ext>
              </a:extLst>
            </p:cNvPr>
            <p:cNvSpPr>
              <a:spLocks noChangeArrowheads="1"/>
            </p:cNvSpPr>
            <p:nvPr/>
          </p:nvSpPr>
          <p:spPr bwMode="auto">
            <a:xfrm>
              <a:off x="4562475" y="242888"/>
              <a:ext cx="730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324" name="Rectangle 126">
              <a:extLst>
                <a:ext uri="{FF2B5EF4-FFF2-40B4-BE49-F238E27FC236}">
                  <a16:creationId xmlns:a16="http://schemas.microsoft.com/office/drawing/2014/main" id="{C3A2AE9F-6CBD-47FE-8969-34C79F6D037B}"/>
                </a:ext>
              </a:extLst>
            </p:cNvPr>
            <p:cNvSpPr>
              <a:spLocks noChangeArrowheads="1"/>
            </p:cNvSpPr>
            <p:nvPr/>
          </p:nvSpPr>
          <p:spPr bwMode="auto">
            <a:xfrm>
              <a:off x="4640263" y="322263"/>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325" name="Rectangle 127">
              <a:extLst>
                <a:ext uri="{FF2B5EF4-FFF2-40B4-BE49-F238E27FC236}">
                  <a16:creationId xmlns:a16="http://schemas.microsoft.com/office/drawing/2014/main" id="{F84B6B0D-1B04-4119-86E0-7FCA99C3B5FF}"/>
                </a:ext>
              </a:extLst>
            </p:cNvPr>
            <p:cNvSpPr>
              <a:spLocks noChangeArrowheads="1"/>
            </p:cNvSpPr>
            <p:nvPr/>
          </p:nvSpPr>
          <p:spPr bwMode="auto">
            <a:xfrm>
              <a:off x="4032250" y="474663"/>
              <a:ext cx="182563"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326" name="Freeform 128">
              <a:extLst>
                <a:ext uri="{FF2B5EF4-FFF2-40B4-BE49-F238E27FC236}">
                  <a16:creationId xmlns:a16="http://schemas.microsoft.com/office/drawing/2014/main" id="{7E44B1B7-079C-40A6-81BA-88E19F6EFA36}"/>
                </a:ext>
              </a:extLst>
            </p:cNvPr>
            <p:cNvSpPr>
              <a:spLocks/>
            </p:cNvSpPr>
            <p:nvPr/>
          </p:nvSpPr>
          <p:spPr bwMode="auto">
            <a:xfrm>
              <a:off x="4724400" y="1649413"/>
              <a:ext cx="1401763" cy="638175"/>
            </a:xfrm>
            <a:custGeom>
              <a:avLst/>
              <a:gdLst>
                <a:gd name="T0" fmla="*/ 2147483646 w 1559"/>
                <a:gd name="T1" fmla="*/ 0 h 708"/>
                <a:gd name="T2" fmla="*/ 2147483646 w 1559"/>
                <a:gd name="T3" fmla="*/ 0 h 708"/>
                <a:gd name="T4" fmla="*/ 2147483646 w 1559"/>
                <a:gd name="T5" fmla="*/ 2147483646 h 708"/>
                <a:gd name="T6" fmla="*/ 0 w 1559"/>
                <a:gd name="T7" fmla="*/ 2147483646 h 708"/>
                <a:gd name="T8" fmla="*/ 0 w 1559"/>
                <a:gd name="T9" fmla="*/ 2147483646 h 708"/>
                <a:gd name="T10" fmla="*/ 0 w 1559"/>
                <a:gd name="T11" fmla="*/ 2147483646 h 708"/>
                <a:gd name="T12" fmla="*/ 2147483646 w 1559"/>
                <a:gd name="T13" fmla="*/ 2147483646 h 708"/>
                <a:gd name="T14" fmla="*/ 2147483646 w 1559"/>
                <a:gd name="T15" fmla="*/ 2147483646 h 708"/>
                <a:gd name="T16" fmla="*/ 2147483646 w 1559"/>
                <a:gd name="T17" fmla="*/ 2147483646 h 708"/>
                <a:gd name="T18" fmla="*/ 2147483646 w 1559"/>
                <a:gd name="T19" fmla="*/ 2147483646 h 708"/>
                <a:gd name="T20" fmla="*/ 2147483646 w 1559"/>
                <a:gd name="T21" fmla="*/ 2147483646 h 708"/>
                <a:gd name="T22" fmla="*/ 2147483646 w 1559"/>
                <a:gd name="T23" fmla="*/ 2147483646 h 708"/>
                <a:gd name="T24" fmla="*/ 2147483646 w 1559"/>
                <a:gd name="T25" fmla="*/ 2147483646 h 708"/>
                <a:gd name="T26" fmla="*/ 2147483646 w 1559"/>
                <a:gd name="T27" fmla="*/ 2147483646 h 708"/>
                <a:gd name="T28" fmla="*/ 2147483646 w 1559"/>
                <a:gd name="T29" fmla="*/ 2147483646 h 708"/>
                <a:gd name="T30" fmla="*/ 2147483646 w 1559"/>
                <a:gd name="T31" fmla="*/ 0 h 708"/>
                <a:gd name="T32" fmla="*/ 2147483646 w 1559"/>
                <a:gd name="T33" fmla="*/ 0 h 70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59"/>
                <a:gd name="T52" fmla="*/ 0 h 708"/>
                <a:gd name="T53" fmla="*/ 1559 w 1559"/>
                <a:gd name="T54" fmla="*/ 708 h 70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59" h="708">
                  <a:moveTo>
                    <a:pt x="779" y="0"/>
                  </a:moveTo>
                  <a:cubicBezTo>
                    <a:pt x="212" y="0"/>
                    <a:pt x="212" y="0"/>
                    <a:pt x="142" y="0"/>
                  </a:cubicBezTo>
                  <a:cubicBezTo>
                    <a:pt x="71" y="0"/>
                    <a:pt x="71" y="0"/>
                    <a:pt x="35" y="35"/>
                  </a:cubicBezTo>
                  <a:cubicBezTo>
                    <a:pt x="0" y="71"/>
                    <a:pt x="0" y="71"/>
                    <a:pt x="0" y="141"/>
                  </a:cubicBezTo>
                  <a:cubicBezTo>
                    <a:pt x="0" y="212"/>
                    <a:pt x="0" y="212"/>
                    <a:pt x="0" y="354"/>
                  </a:cubicBezTo>
                  <a:cubicBezTo>
                    <a:pt x="0" y="496"/>
                    <a:pt x="0" y="496"/>
                    <a:pt x="0" y="567"/>
                  </a:cubicBezTo>
                  <a:cubicBezTo>
                    <a:pt x="0" y="637"/>
                    <a:pt x="0" y="637"/>
                    <a:pt x="35" y="673"/>
                  </a:cubicBezTo>
                  <a:cubicBezTo>
                    <a:pt x="71" y="708"/>
                    <a:pt x="71" y="708"/>
                    <a:pt x="142" y="708"/>
                  </a:cubicBezTo>
                  <a:cubicBezTo>
                    <a:pt x="212" y="708"/>
                    <a:pt x="212" y="708"/>
                    <a:pt x="779" y="708"/>
                  </a:cubicBezTo>
                  <a:cubicBezTo>
                    <a:pt x="1346" y="708"/>
                    <a:pt x="1346" y="708"/>
                    <a:pt x="1417" y="708"/>
                  </a:cubicBezTo>
                  <a:cubicBezTo>
                    <a:pt x="1488" y="708"/>
                    <a:pt x="1488" y="708"/>
                    <a:pt x="1523" y="673"/>
                  </a:cubicBezTo>
                  <a:cubicBezTo>
                    <a:pt x="1559" y="637"/>
                    <a:pt x="1559" y="637"/>
                    <a:pt x="1559" y="567"/>
                  </a:cubicBezTo>
                  <a:cubicBezTo>
                    <a:pt x="1559" y="496"/>
                    <a:pt x="1559" y="496"/>
                    <a:pt x="1559" y="354"/>
                  </a:cubicBezTo>
                  <a:cubicBezTo>
                    <a:pt x="1559" y="212"/>
                    <a:pt x="1559" y="212"/>
                    <a:pt x="1559" y="141"/>
                  </a:cubicBezTo>
                  <a:cubicBezTo>
                    <a:pt x="1559" y="71"/>
                    <a:pt x="1559" y="71"/>
                    <a:pt x="1523" y="35"/>
                  </a:cubicBezTo>
                  <a:cubicBezTo>
                    <a:pt x="1488" y="0"/>
                    <a:pt x="1488" y="0"/>
                    <a:pt x="1417" y="0"/>
                  </a:cubicBezTo>
                  <a:cubicBezTo>
                    <a:pt x="1346" y="0"/>
                    <a:pt x="1346" y="0"/>
                    <a:pt x="779" y="0"/>
                  </a:cubicBezTo>
                </a:path>
              </a:pathLst>
            </a:custGeom>
            <a:noFill/>
            <a:ln w="17463">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327" name="Rectangle 136">
              <a:extLst>
                <a:ext uri="{FF2B5EF4-FFF2-40B4-BE49-F238E27FC236}">
                  <a16:creationId xmlns:a16="http://schemas.microsoft.com/office/drawing/2014/main" id="{1B93F5F1-D478-442A-951E-45373D8B2309}"/>
                </a:ext>
              </a:extLst>
            </p:cNvPr>
            <p:cNvSpPr>
              <a:spLocks noChangeArrowheads="1"/>
            </p:cNvSpPr>
            <p:nvPr/>
          </p:nvSpPr>
          <p:spPr bwMode="auto">
            <a:xfrm>
              <a:off x="4230688" y="554038"/>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328" name="Rectangle 310">
              <a:extLst>
                <a:ext uri="{FF2B5EF4-FFF2-40B4-BE49-F238E27FC236}">
                  <a16:creationId xmlns:a16="http://schemas.microsoft.com/office/drawing/2014/main" id="{4B76C7D7-8C09-4A3E-A4CB-84358FDB0E41}"/>
                </a:ext>
              </a:extLst>
            </p:cNvPr>
            <p:cNvSpPr>
              <a:spLocks noChangeArrowheads="1"/>
            </p:cNvSpPr>
            <p:nvPr/>
          </p:nvSpPr>
          <p:spPr bwMode="auto">
            <a:xfrm>
              <a:off x="1733550" y="2492375"/>
              <a:ext cx="155575" cy="220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J</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329" name="Rectangle 311">
              <a:extLst>
                <a:ext uri="{FF2B5EF4-FFF2-40B4-BE49-F238E27FC236}">
                  <a16:creationId xmlns:a16="http://schemas.microsoft.com/office/drawing/2014/main" id="{51F27D5B-56A4-4AEE-8A4D-429C26A6E490}"/>
                </a:ext>
              </a:extLst>
            </p:cNvPr>
            <p:cNvSpPr>
              <a:spLocks noChangeArrowheads="1"/>
            </p:cNvSpPr>
            <p:nvPr/>
          </p:nvSpPr>
          <p:spPr bwMode="auto">
            <a:xfrm>
              <a:off x="1819275" y="2571750"/>
              <a:ext cx="1397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330" name="Rectangle 312">
              <a:extLst>
                <a:ext uri="{FF2B5EF4-FFF2-40B4-BE49-F238E27FC236}">
                  <a16:creationId xmlns:a16="http://schemas.microsoft.com/office/drawing/2014/main" id="{F7C56421-453A-4401-91D5-27C97567E57E}"/>
                </a:ext>
              </a:extLst>
            </p:cNvPr>
            <p:cNvSpPr>
              <a:spLocks noChangeArrowheads="1"/>
            </p:cNvSpPr>
            <p:nvPr/>
          </p:nvSpPr>
          <p:spPr bwMode="auto">
            <a:xfrm>
              <a:off x="2135188" y="2492375"/>
              <a:ext cx="192087" cy="220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331" name="Rectangle 313">
              <a:extLst>
                <a:ext uri="{FF2B5EF4-FFF2-40B4-BE49-F238E27FC236}">
                  <a16:creationId xmlns:a16="http://schemas.microsoft.com/office/drawing/2014/main" id="{C16E4D84-3B75-4B47-946E-07ADE4AD2D8C}"/>
                </a:ext>
              </a:extLst>
            </p:cNvPr>
            <p:cNvSpPr>
              <a:spLocks noChangeArrowheads="1"/>
            </p:cNvSpPr>
            <p:nvPr/>
          </p:nvSpPr>
          <p:spPr bwMode="auto">
            <a:xfrm>
              <a:off x="1962150" y="2490788"/>
              <a:ext cx="169863" cy="220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332" name="Rectangle 326">
              <a:extLst>
                <a:ext uri="{FF2B5EF4-FFF2-40B4-BE49-F238E27FC236}">
                  <a16:creationId xmlns:a16="http://schemas.microsoft.com/office/drawing/2014/main" id="{10F347AD-50D8-4FD7-9391-953BFA1D6876}"/>
                </a:ext>
              </a:extLst>
            </p:cNvPr>
            <p:cNvSpPr>
              <a:spLocks noChangeArrowheads="1"/>
            </p:cNvSpPr>
            <p:nvPr/>
          </p:nvSpPr>
          <p:spPr bwMode="auto">
            <a:xfrm>
              <a:off x="5141913" y="2492375"/>
              <a:ext cx="109537"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K</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333" name="Rectangle 327">
              <a:extLst>
                <a:ext uri="{FF2B5EF4-FFF2-40B4-BE49-F238E27FC236}">
                  <a16:creationId xmlns:a16="http://schemas.microsoft.com/office/drawing/2014/main" id="{034AFACF-4584-4630-8A4B-72FF696EC4E9}"/>
                </a:ext>
              </a:extLst>
            </p:cNvPr>
            <p:cNvSpPr>
              <a:spLocks noChangeArrowheads="1"/>
            </p:cNvSpPr>
            <p:nvPr/>
          </p:nvSpPr>
          <p:spPr bwMode="auto">
            <a:xfrm>
              <a:off x="5265738" y="2571750"/>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334" name="Rectangle 328">
              <a:extLst>
                <a:ext uri="{FF2B5EF4-FFF2-40B4-BE49-F238E27FC236}">
                  <a16:creationId xmlns:a16="http://schemas.microsoft.com/office/drawing/2014/main" id="{43B94010-8CA0-4DCC-8F2C-A5879251CFB8}"/>
                </a:ext>
              </a:extLst>
            </p:cNvPr>
            <p:cNvSpPr>
              <a:spLocks noChangeArrowheads="1"/>
            </p:cNvSpPr>
            <p:nvPr/>
          </p:nvSpPr>
          <p:spPr bwMode="auto">
            <a:xfrm>
              <a:off x="5580063" y="2492375"/>
              <a:ext cx="109537"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335" name="Rectangle 329">
              <a:extLst>
                <a:ext uri="{FF2B5EF4-FFF2-40B4-BE49-F238E27FC236}">
                  <a16:creationId xmlns:a16="http://schemas.microsoft.com/office/drawing/2014/main" id="{E7E3E84D-80AA-4CA4-958E-D0D6AD7D37FE}"/>
                </a:ext>
              </a:extLst>
            </p:cNvPr>
            <p:cNvSpPr>
              <a:spLocks noChangeArrowheads="1"/>
            </p:cNvSpPr>
            <p:nvPr/>
          </p:nvSpPr>
          <p:spPr bwMode="auto">
            <a:xfrm>
              <a:off x="5408613" y="2490788"/>
              <a:ext cx="93662"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95234" name="TextBox 125">
            <a:extLst>
              <a:ext uri="{FF2B5EF4-FFF2-40B4-BE49-F238E27FC236}">
                <a16:creationId xmlns:a16="http://schemas.microsoft.com/office/drawing/2014/main" id="{C817DAED-2118-48EE-9801-567F4D2776BC}"/>
              </a:ext>
            </a:extLst>
          </p:cNvPr>
          <p:cNvSpPr txBox="1">
            <a:spLocks noChangeArrowheads="1"/>
          </p:cNvSpPr>
          <p:nvPr/>
        </p:nvSpPr>
        <p:spPr bwMode="auto">
          <a:xfrm>
            <a:off x="6451600" y="6477000"/>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6.66 from the textbook ]</a:t>
            </a:r>
          </a:p>
        </p:txBody>
      </p:sp>
      <p:sp>
        <p:nvSpPr>
          <p:cNvPr id="95235" name="Title 1">
            <a:extLst>
              <a:ext uri="{FF2B5EF4-FFF2-40B4-BE49-F238E27FC236}">
                <a16:creationId xmlns:a16="http://schemas.microsoft.com/office/drawing/2014/main" id="{380E834D-E803-4B9D-A43F-478FB2EFD207}"/>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Karnaugh maps for the first JK flip-flop</a:t>
            </a:r>
          </a:p>
        </p:txBody>
      </p:sp>
      <p:cxnSp>
        <p:nvCxnSpPr>
          <p:cNvPr id="95236" name="Straight Arrow Connector 100">
            <a:extLst>
              <a:ext uri="{FF2B5EF4-FFF2-40B4-BE49-F238E27FC236}">
                <a16:creationId xmlns:a16="http://schemas.microsoft.com/office/drawing/2014/main" id="{6FC00AC8-E13B-4E08-B94F-DED0DD666E02}"/>
              </a:ext>
            </a:extLst>
          </p:cNvPr>
          <p:cNvCxnSpPr>
            <a:cxnSpLocks noChangeShapeType="1"/>
          </p:cNvCxnSpPr>
          <p:nvPr/>
        </p:nvCxnSpPr>
        <p:spPr bwMode="auto">
          <a:xfrm>
            <a:off x="914400" y="3657600"/>
            <a:ext cx="990600" cy="0"/>
          </a:xfrm>
          <a:prstGeom prst="straightConnector1">
            <a:avLst/>
          </a:prstGeom>
          <a:noFill/>
          <a:ln w="25400">
            <a:solidFill>
              <a:srgbClr val="FF0000"/>
            </a:solidFill>
            <a:round/>
            <a:headEnd/>
            <a:tailEnd type="arrow" w="med" len="med"/>
          </a:ln>
          <a:extLst>
            <a:ext uri="{909E8E84-426E-40DD-AFC4-6F175D3DCCD1}">
              <a14:hiddenFill xmlns:a14="http://schemas.microsoft.com/office/drawing/2010/main">
                <a:noFill/>
              </a14:hiddenFill>
            </a:ext>
          </a:extLst>
        </p:spPr>
      </p:cxnSp>
      <p:sp>
        <p:nvSpPr>
          <p:cNvPr id="95237" name="TextBox 101">
            <a:extLst>
              <a:ext uri="{FF2B5EF4-FFF2-40B4-BE49-F238E27FC236}">
                <a16:creationId xmlns:a16="http://schemas.microsoft.com/office/drawing/2014/main" id="{A3F50845-621E-498E-B69C-3F4865019811}"/>
              </a:ext>
            </a:extLst>
          </p:cNvPr>
          <p:cNvSpPr txBox="1">
            <a:spLocks noChangeArrowheads="1"/>
          </p:cNvSpPr>
          <p:nvPr/>
        </p:nvSpPr>
        <p:spPr bwMode="auto">
          <a:xfrm>
            <a:off x="334963" y="3363913"/>
            <a:ext cx="40640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J</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0</a:t>
            </a:r>
          </a:p>
        </p:txBody>
      </p:sp>
      <p:cxnSp>
        <p:nvCxnSpPr>
          <p:cNvPr id="95238" name="Straight Arrow Connector 102">
            <a:extLst>
              <a:ext uri="{FF2B5EF4-FFF2-40B4-BE49-F238E27FC236}">
                <a16:creationId xmlns:a16="http://schemas.microsoft.com/office/drawing/2014/main" id="{1489400F-A03D-452D-AAF4-3E5247763418}"/>
              </a:ext>
            </a:extLst>
          </p:cNvPr>
          <p:cNvCxnSpPr>
            <a:cxnSpLocks noChangeShapeType="1"/>
          </p:cNvCxnSpPr>
          <p:nvPr/>
        </p:nvCxnSpPr>
        <p:spPr bwMode="auto">
          <a:xfrm rot="10800000">
            <a:off x="7545388" y="3646488"/>
            <a:ext cx="990600" cy="0"/>
          </a:xfrm>
          <a:prstGeom prst="straightConnector1">
            <a:avLst/>
          </a:prstGeom>
          <a:noFill/>
          <a:ln w="25400">
            <a:solidFill>
              <a:srgbClr val="3366FF"/>
            </a:solidFill>
            <a:round/>
            <a:headEnd/>
            <a:tailEnd type="arrow" w="med" len="med"/>
          </a:ln>
          <a:extLst>
            <a:ext uri="{909E8E84-426E-40DD-AFC4-6F175D3DCCD1}">
              <a14:hiddenFill xmlns:a14="http://schemas.microsoft.com/office/drawing/2010/main">
                <a:noFill/>
              </a14:hiddenFill>
            </a:ext>
          </a:extLst>
        </p:spPr>
      </p:cxnSp>
      <p:sp>
        <p:nvSpPr>
          <p:cNvPr id="95239" name="TextBox 103">
            <a:extLst>
              <a:ext uri="{FF2B5EF4-FFF2-40B4-BE49-F238E27FC236}">
                <a16:creationId xmlns:a16="http://schemas.microsoft.com/office/drawing/2014/main" id="{4E326BA8-B22B-4C22-8A66-9C0703524A90}"/>
              </a:ext>
            </a:extLst>
          </p:cNvPr>
          <p:cNvSpPr txBox="1">
            <a:spLocks noChangeArrowheads="1"/>
          </p:cNvSpPr>
          <p:nvPr/>
        </p:nvSpPr>
        <p:spPr bwMode="auto">
          <a:xfrm>
            <a:off x="8605838" y="3352800"/>
            <a:ext cx="50958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rPr>
              <a:t>K</a:t>
            </a:r>
            <a:r>
              <a:rPr kumimoji="0" lang="en-US" altLang="en-US" sz="2400" b="0" i="0" u="none" strike="noStrike" kern="1200" cap="none" spc="0" normalizeH="0" baseline="-25000" noProof="0">
                <a:ln>
                  <a:noFill/>
                </a:ln>
                <a:solidFill>
                  <a:srgbClr val="0000FF"/>
                </a:solidFill>
                <a:effectLst/>
                <a:uLnTx/>
                <a:uFillTx/>
                <a:latin typeface="Times" panose="02020603050405020304" pitchFamily="18" charset="0"/>
                <a:ea typeface="MS PGothic" panose="020B0600070205080204" pitchFamily="34" charset="-128"/>
                <a:cs typeface="+mn-cs"/>
              </a:rPr>
              <a:t>0</a:t>
            </a:r>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6257" name="Group 1">
            <a:extLst>
              <a:ext uri="{FF2B5EF4-FFF2-40B4-BE49-F238E27FC236}">
                <a16:creationId xmlns:a16="http://schemas.microsoft.com/office/drawing/2014/main" id="{62E94FC1-CECC-4AD8-978C-44D2057BB5F3}"/>
              </a:ext>
            </a:extLst>
          </p:cNvPr>
          <p:cNvGrpSpPr>
            <a:grpSpLocks/>
          </p:cNvGrpSpPr>
          <p:nvPr/>
        </p:nvGrpSpPr>
        <p:grpSpPr bwMode="auto">
          <a:xfrm>
            <a:off x="1676400" y="2286000"/>
            <a:ext cx="5591175" cy="2532063"/>
            <a:chOff x="603250" y="3048000"/>
            <a:chExt cx="5591175" cy="2532063"/>
          </a:xfrm>
        </p:grpSpPr>
        <p:sp>
          <p:nvSpPr>
            <p:cNvPr id="96264" name="Rectangle 129">
              <a:extLst>
                <a:ext uri="{FF2B5EF4-FFF2-40B4-BE49-F238E27FC236}">
                  <a16:creationId xmlns:a16="http://schemas.microsoft.com/office/drawing/2014/main" id="{25BFFC17-82C0-4A1D-BB76-50A1894D24E5}"/>
                </a:ext>
              </a:extLst>
            </p:cNvPr>
            <p:cNvSpPr>
              <a:spLocks noChangeArrowheads="1"/>
            </p:cNvSpPr>
            <p:nvPr/>
          </p:nvSpPr>
          <p:spPr bwMode="auto">
            <a:xfrm>
              <a:off x="1227138" y="3622675"/>
              <a:ext cx="773112" cy="774700"/>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65" name="Line 130">
              <a:extLst>
                <a:ext uri="{FF2B5EF4-FFF2-40B4-BE49-F238E27FC236}">
                  <a16:creationId xmlns:a16="http://schemas.microsoft.com/office/drawing/2014/main" id="{DD45089E-5CB9-40F4-A77C-280C133DED40}"/>
                </a:ext>
              </a:extLst>
            </p:cNvPr>
            <p:cNvSpPr>
              <a:spLocks noChangeShapeType="1"/>
            </p:cNvSpPr>
            <p:nvPr/>
          </p:nvSpPr>
          <p:spPr bwMode="auto">
            <a:xfrm flipH="1">
              <a:off x="1227138" y="4000500"/>
              <a:ext cx="773112"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66" name="Line 131">
              <a:extLst>
                <a:ext uri="{FF2B5EF4-FFF2-40B4-BE49-F238E27FC236}">
                  <a16:creationId xmlns:a16="http://schemas.microsoft.com/office/drawing/2014/main" id="{4CC00AAA-CBC0-4862-9A9C-55BDFA992440}"/>
                </a:ext>
              </a:extLst>
            </p:cNvPr>
            <p:cNvSpPr>
              <a:spLocks noChangeShapeType="1"/>
            </p:cNvSpPr>
            <p:nvPr/>
          </p:nvSpPr>
          <p:spPr bwMode="auto">
            <a:xfrm flipV="1">
              <a:off x="1622425" y="3622675"/>
              <a:ext cx="1588" cy="77470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67" name="Line 132">
              <a:extLst>
                <a:ext uri="{FF2B5EF4-FFF2-40B4-BE49-F238E27FC236}">
                  <a16:creationId xmlns:a16="http://schemas.microsoft.com/office/drawing/2014/main" id="{B4B9453C-8BFF-49EC-8DF3-646D225C3755}"/>
                </a:ext>
              </a:extLst>
            </p:cNvPr>
            <p:cNvSpPr>
              <a:spLocks noChangeShapeType="1"/>
            </p:cNvSpPr>
            <p:nvPr/>
          </p:nvSpPr>
          <p:spPr bwMode="auto">
            <a:xfrm>
              <a:off x="849313" y="3244850"/>
              <a:ext cx="377825" cy="377825"/>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68" name="Rectangle 133">
              <a:extLst>
                <a:ext uri="{FF2B5EF4-FFF2-40B4-BE49-F238E27FC236}">
                  <a16:creationId xmlns:a16="http://schemas.microsoft.com/office/drawing/2014/main" id="{3A077CA5-FD47-49E0-8346-496C73175C96}"/>
                </a:ext>
              </a:extLst>
            </p:cNvPr>
            <p:cNvSpPr>
              <a:spLocks noChangeArrowheads="1"/>
            </p:cNvSpPr>
            <p:nvPr/>
          </p:nvSpPr>
          <p:spPr bwMode="auto">
            <a:xfrm>
              <a:off x="2000250" y="3622675"/>
              <a:ext cx="755650" cy="774700"/>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69" name="Line 134">
              <a:extLst>
                <a:ext uri="{FF2B5EF4-FFF2-40B4-BE49-F238E27FC236}">
                  <a16:creationId xmlns:a16="http://schemas.microsoft.com/office/drawing/2014/main" id="{747AAC9A-0E78-43F4-BC10-B541DFB14D8B}"/>
                </a:ext>
              </a:extLst>
            </p:cNvPr>
            <p:cNvSpPr>
              <a:spLocks noChangeShapeType="1"/>
            </p:cNvSpPr>
            <p:nvPr/>
          </p:nvSpPr>
          <p:spPr bwMode="auto">
            <a:xfrm flipH="1">
              <a:off x="2000250" y="4000500"/>
              <a:ext cx="755650"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70" name="Line 135">
              <a:extLst>
                <a:ext uri="{FF2B5EF4-FFF2-40B4-BE49-F238E27FC236}">
                  <a16:creationId xmlns:a16="http://schemas.microsoft.com/office/drawing/2014/main" id="{8CCDAEB1-1A7E-4227-8631-8EFFD77334E6}"/>
                </a:ext>
              </a:extLst>
            </p:cNvPr>
            <p:cNvSpPr>
              <a:spLocks noChangeShapeType="1"/>
            </p:cNvSpPr>
            <p:nvPr/>
          </p:nvSpPr>
          <p:spPr bwMode="auto">
            <a:xfrm flipV="1">
              <a:off x="2378075" y="3622675"/>
              <a:ext cx="1588" cy="77470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71" name="Rectangle 137">
              <a:extLst>
                <a:ext uri="{FF2B5EF4-FFF2-40B4-BE49-F238E27FC236}">
                  <a16:creationId xmlns:a16="http://schemas.microsoft.com/office/drawing/2014/main" id="{7E2896AC-B9C5-4174-B7D2-522A5B902922}"/>
                </a:ext>
              </a:extLst>
            </p:cNvPr>
            <p:cNvSpPr>
              <a:spLocks noChangeArrowheads="1"/>
            </p:cNvSpPr>
            <p:nvPr/>
          </p:nvSpPr>
          <p:spPr bwMode="auto">
            <a:xfrm>
              <a:off x="1341438" y="3409950"/>
              <a:ext cx="16510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72" name="Rectangle 138">
              <a:extLst>
                <a:ext uri="{FF2B5EF4-FFF2-40B4-BE49-F238E27FC236}">
                  <a16:creationId xmlns:a16="http://schemas.microsoft.com/office/drawing/2014/main" id="{BB10ACEF-62B6-45F1-ABFB-9AE3583068B6}"/>
                </a:ext>
              </a:extLst>
            </p:cNvPr>
            <p:cNvSpPr>
              <a:spLocks noChangeArrowheads="1"/>
            </p:cNvSpPr>
            <p:nvPr/>
          </p:nvSpPr>
          <p:spPr bwMode="auto">
            <a:xfrm>
              <a:off x="1724025" y="3409950"/>
              <a:ext cx="16510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73" name="Rectangle 139">
              <a:extLst>
                <a:ext uri="{FF2B5EF4-FFF2-40B4-BE49-F238E27FC236}">
                  <a16:creationId xmlns:a16="http://schemas.microsoft.com/office/drawing/2014/main" id="{4D57E56B-8FA3-4541-A013-41A3D78AE169}"/>
                </a:ext>
              </a:extLst>
            </p:cNvPr>
            <p:cNvSpPr>
              <a:spLocks noChangeArrowheads="1"/>
            </p:cNvSpPr>
            <p:nvPr/>
          </p:nvSpPr>
          <p:spPr bwMode="auto">
            <a:xfrm>
              <a:off x="2106613" y="3409950"/>
              <a:ext cx="16510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74" name="Rectangle 140">
              <a:extLst>
                <a:ext uri="{FF2B5EF4-FFF2-40B4-BE49-F238E27FC236}">
                  <a16:creationId xmlns:a16="http://schemas.microsoft.com/office/drawing/2014/main" id="{68A64D46-C73C-4B43-ABAF-62014126F0DD}"/>
                </a:ext>
              </a:extLst>
            </p:cNvPr>
            <p:cNvSpPr>
              <a:spLocks noChangeArrowheads="1"/>
            </p:cNvSpPr>
            <p:nvPr/>
          </p:nvSpPr>
          <p:spPr bwMode="auto">
            <a:xfrm>
              <a:off x="2489200" y="3409950"/>
              <a:ext cx="16510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75" name="Rectangle 141">
              <a:extLst>
                <a:ext uri="{FF2B5EF4-FFF2-40B4-BE49-F238E27FC236}">
                  <a16:creationId xmlns:a16="http://schemas.microsoft.com/office/drawing/2014/main" id="{AB655D6A-3960-40A4-8DAF-35C584CF8431}"/>
                </a:ext>
              </a:extLst>
            </p:cNvPr>
            <p:cNvSpPr>
              <a:spLocks noChangeArrowheads="1"/>
            </p:cNvSpPr>
            <p:nvPr/>
          </p:nvSpPr>
          <p:spPr bwMode="auto">
            <a:xfrm>
              <a:off x="992188" y="37290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76" name="Rectangle 142">
              <a:extLst>
                <a:ext uri="{FF2B5EF4-FFF2-40B4-BE49-F238E27FC236}">
                  <a16:creationId xmlns:a16="http://schemas.microsoft.com/office/drawing/2014/main" id="{E7A52460-91E9-4158-83CC-CEAD881C05D5}"/>
                </a:ext>
              </a:extLst>
            </p:cNvPr>
            <p:cNvSpPr>
              <a:spLocks noChangeArrowheads="1"/>
            </p:cNvSpPr>
            <p:nvPr/>
          </p:nvSpPr>
          <p:spPr bwMode="auto">
            <a:xfrm>
              <a:off x="982663" y="41100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77" name="Rectangle 143">
              <a:extLst>
                <a:ext uri="{FF2B5EF4-FFF2-40B4-BE49-F238E27FC236}">
                  <a16:creationId xmlns:a16="http://schemas.microsoft.com/office/drawing/2014/main" id="{42EAEBBA-F9E0-4A56-BAFD-83839AB4D543}"/>
                </a:ext>
              </a:extLst>
            </p:cNvPr>
            <p:cNvSpPr>
              <a:spLocks noChangeArrowheads="1"/>
            </p:cNvSpPr>
            <p:nvPr/>
          </p:nvSpPr>
          <p:spPr bwMode="auto">
            <a:xfrm>
              <a:off x="1768475" y="3736975"/>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78" name="Rectangle 144">
              <a:extLst>
                <a:ext uri="{FF2B5EF4-FFF2-40B4-BE49-F238E27FC236}">
                  <a16:creationId xmlns:a16="http://schemas.microsoft.com/office/drawing/2014/main" id="{D7C03721-0014-491D-B9EE-B6B55C991D47}"/>
                </a:ext>
              </a:extLst>
            </p:cNvPr>
            <p:cNvSpPr>
              <a:spLocks noChangeArrowheads="1"/>
            </p:cNvSpPr>
            <p:nvPr/>
          </p:nvSpPr>
          <p:spPr bwMode="auto">
            <a:xfrm>
              <a:off x="1382713" y="41195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79" name="Rectangle 145">
              <a:extLst>
                <a:ext uri="{FF2B5EF4-FFF2-40B4-BE49-F238E27FC236}">
                  <a16:creationId xmlns:a16="http://schemas.microsoft.com/office/drawing/2014/main" id="{F65CAD07-A49F-4919-90C2-1660E633A849}"/>
                </a:ext>
              </a:extLst>
            </p:cNvPr>
            <p:cNvSpPr>
              <a:spLocks noChangeArrowheads="1"/>
            </p:cNvSpPr>
            <p:nvPr/>
          </p:nvSpPr>
          <p:spPr bwMode="auto">
            <a:xfrm>
              <a:off x="1768475" y="41195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80" name="Rectangle 146">
              <a:extLst>
                <a:ext uri="{FF2B5EF4-FFF2-40B4-BE49-F238E27FC236}">
                  <a16:creationId xmlns:a16="http://schemas.microsoft.com/office/drawing/2014/main" id="{856F6FA1-2E69-4166-9EA1-23BE03FEF1B5}"/>
                </a:ext>
              </a:extLst>
            </p:cNvPr>
            <p:cNvSpPr>
              <a:spLocks noChangeArrowheads="1"/>
            </p:cNvSpPr>
            <p:nvPr/>
          </p:nvSpPr>
          <p:spPr bwMode="auto">
            <a:xfrm>
              <a:off x="2152650" y="3736975"/>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81" name="Rectangle 147">
              <a:extLst>
                <a:ext uri="{FF2B5EF4-FFF2-40B4-BE49-F238E27FC236}">
                  <a16:creationId xmlns:a16="http://schemas.microsoft.com/office/drawing/2014/main" id="{9FA8C3F6-6636-4590-B008-6F45FF760033}"/>
                </a:ext>
              </a:extLst>
            </p:cNvPr>
            <p:cNvSpPr>
              <a:spLocks noChangeArrowheads="1"/>
            </p:cNvSpPr>
            <p:nvPr/>
          </p:nvSpPr>
          <p:spPr bwMode="auto">
            <a:xfrm>
              <a:off x="2152650" y="41195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82" name="Rectangle 148">
              <a:extLst>
                <a:ext uri="{FF2B5EF4-FFF2-40B4-BE49-F238E27FC236}">
                  <a16:creationId xmlns:a16="http://schemas.microsoft.com/office/drawing/2014/main" id="{2353C260-5D71-452A-B47B-8C59A3E027F0}"/>
                </a:ext>
              </a:extLst>
            </p:cNvPr>
            <p:cNvSpPr>
              <a:spLocks noChangeArrowheads="1"/>
            </p:cNvSpPr>
            <p:nvPr/>
          </p:nvSpPr>
          <p:spPr bwMode="auto">
            <a:xfrm>
              <a:off x="2525713" y="3736975"/>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83" name="Rectangle 149">
              <a:extLst>
                <a:ext uri="{FF2B5EF4-FFF2-40B4-BE49-F238E27FC236}">
                  <a16:creationId xmlns:a16="http://schemas.microsoft.com/office/drawing/2014/main" id="{36C4A1B5-1942-4785-86A4-B593BF86B5E9}"/>
                </a:ext>
              </a:extLst>
            </p:cNvPr>
            <p:cNvSpPr>
              <a:spLocks noChangeArrowheads="1"/>
            </p:cNvSpPr>
            <p:nvPr/>
          </p:nvSpPr>
          <p:spPr bwMode="auto">
            <a:xfrm>
              <a:off x="2525713" y="41195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84" name="Rectangle 150">
              <a:extLst>
                <a:ext uri="{FF2B5EF4-FFF2-40B4-BE49-F238E27FC236}">
                  <a16:creationId xmlns:a16="http://schemas.microsoft.com/office/drawing/2014/main" id="{A28C1CF8-237E-4EFC-8D48-9B4EE1981CCA}"/>
                </a:ext>
              </a:extLst>
            </p:cNvPr>
            <p:cNvSpPr>
              <a:spLocks noChangeArrowheads="1"/>
            </p:cNvSpPr>
            <p:nvPr/>
          </p:nvSpPr>
          <p:spPr bwMode="auto">
            <a:xfrm>
              <a:off x="1227138" y="4397375"/>
              <a:ext cx="773112" cy="755650"/>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85" name="Line 151">
              <a:extLst>
                <a:ext uri="{FF2B5EF4-FFF2-40B4-BE49-F238E27FC236}">
                  <a16:creationId xmlns:a16="http://schemas.microsoft.com/office/drawing/2014/main" id="{343206D0-EF1D-4CD4-B9E5-F200EC31519A}"/>
                </a:ext>
              </a:extLst>
            </p:cNvPr>
            <p:cNvSpPr>
              <a:spLocks noChangeShapeType="1"/>
            </p:cNvSpPr>
            <p:nvPr/>
          </p:nvSpPr>
          <p:spPr bwMode="auto">
            <a:xfrm flipH="1">
              <a:off x="1227138" y="4775200"/>
              <a:ext cx="773112"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86" name="Line 152">
              <a:extLst>
                <a:ext uri="{FF2B5EF4-FFF2-40B4-BE49-F238E27FC236}">
                  <a16:creationId xmlns:a16="http://schemas.microsoft.com/office/drawing/2014/main" id="{E9DF2FB7-DA03-4B25-8649-571593D013E6}"/>
                </a:ext>
              </a:extLst>
            </p:cNvPr>
            <p:cNvSpPr>
              <a:spLocks noChangeShapeType="1"/>
            </p:cNvSpPr>
            <p:nvPr/>
          </p:nvSpPr>
          <p:spPr bwMode="auto">
            <a:xfrm flipV="1">
              <a:off x="1622425" y="4397375"/>
              <a:ext cx="1588" cy="75565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87" name="Rectangle 153">
              <a:extLst>
                <a:ext uri="{FF2B5EF4-FFF2-40B4-BE49-F238E27FC236}">
                  <a16:creationId xmlns:a16="http://schemas.microsoft.com/office/drawing/2014/main" id="{C0656300-DF7F-41B2-AA93-56F385C7917E}"/>
                </a:ext>
              </a:extLst>
            </p:cNvPr>
            <p:cNvSpPr>
              <a:spLocks noChangeArrowheads="1"/>
            </p:cNvSpPr>
            <p:nvPr/>
          </p:nvSpPr>
          <p:spPr bwMode="auto">
            <a:xfrm>
              <a:off x="2000250" y="4397375"/>
              <a:ext cx="755650" cy="755650"/>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88" name="Line 154">
              <a:extLst>
                <a:ext uri="{FF2B5EF4-FFF2-40B4-BE49-F238E27FC236}">
                  <a16:creationId xmlns:a16="http://schemas.microsoft.com/office/drawing/2014/main" id="{888BCD64-3C0D-49C1-8AD6-4CE8264400FF}"/>
                </a:ext>
              </a:extLst>
            </p:cNvPr>
            <p:cNvSpPr>
              <a:spLocks noChangeShapeType="1"/>
            </p:cNvSpPr>
            <p:nvPr/>
          </p:nvSpPr>
          <p:spPr bwMode="auto">
            <a:xfrm flipH="1">
              <a:off x="2000250" y="4775200"/>
              <a:ext cx="755650"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89" name="Line 155">
              <a:extLst>
                <a:ext uri="{FF2B5EF4-FFF2-40B4-BE49-F238E27FC236}">
                  <a16:creationId xmlns:a16="http://schemas.microsoft.com/office/drawing/2014/main" id="{7EA912BA-5E2A-4C43-B2C7-D716B6BA6B2D}"/>
                </a:ext>
              </a:extLst>
            </p:cNvPr>
            <p:cNvSpPr>
              <a:spLocks noChangeShapeType="1"/>
            </p:cNvSpPr>
            <p:nvPr/>
          </p:nvSpPr>
          <p:spPr bwMode="auto">
            <a:xfrm flipV="1">
              <a:off x="2378075" y="4397375"/>
              <a:ext cx="1588" cy="75565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90" name="Rectangle 156">
              <a:extLst>
                <a:ext uri="{FF2B5EF4-FFF2-40B4-BE49-F238E27FC236}">
                  <a16:creationId xmlns:a16="http://schemas.microsoft.com/office/drawing/2014/main" id="{BED27D27-9F9C-4803-B139-6AC994EBFCB9}"/>
                </a:ext>
              </a:extLst>
            </p:cNvPr>
            <p:cNvSpPr>
              <a:spLocks noChangeArrowheads="1"/>
            </p:cNvSpPr>
            <p:nvPr/>
          </p:nvSpPr>
          <p:spPr bwMode="auto">
            <a:xfrm>
              <a:off x="1382713" y="3736975"/>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91" name="Rectangle 157">
              <a:extLst>
                <a:ext uri="{FF2B5EF4-FFF2-40B4-BE49-F238E27FC236}">
                  <a16:creationId xmlns:a16="http://schemas.microsoft.com/office/drawing/2014/main" id="{C4BA6D89-C370-49CD-89D1-81EA25976F03}"/>
                </a:ext>
              </a:extLst>
            </p:cNvPr>
            <p:cNvSpPr>
              <a:spLocks noChangeArrowheads="1"/>
            </p:cNvSpPr>
            <p:nvPr/>
          </p:nvSpPr>
          <p:spPr bwMode="auto">
            <a:xfrm>
              <a:off x="1768475" y="45005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92" name="Rectangle 158">
              <a:extLst>
                <a:ext uri="{FF2B5EF4-FFF2-40B4-BE49-F238E27FC236}">
                  <a16:creationId xmlns:a16="http://schemas.microsoft.com/office/drawing/2014/main" id="{3C41167E-9104-46F1-BA32-69C82588EDA5}"/>
                </a:ext>
              </a:extLst>
            </p:cNvPr>
            <p:cNvSpPr>
              <a:spLocks noChangeArrowheads="1"/>
            </p:cNvSpPr>
            <p:nvPr/>
          </p:nvSpPr>
          <p:spPr bwMode="auto">
            <a:xfrm>
              <a:off x="1382713" y="48831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93" name="Rectangle 159">
              <a:extLst>
                <a:ext uri="{FF2B5EF4-FFF2-40B4-BE49-F238E27FC236}">
                  <a16:creationId xmlns:a16="http://schemas.microsoft.com/office/drawing/2014/main" id="{552C299F-05B4-49CC-83D0-09F1786802C6}"/>
                </a:ext>
              </a:extLst>
            </p:cNvPr>
            <p:cNvSpPr>
              <a:spLocks noChangeArrowheads="1"/>
            </p:cNvSpPr>
            <p:nvPr/>
          </p:nvSpPr>
          <p:spPr bwMode="auto">
            <a:xfrm>
              <a:off x="1768475" y="48831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94" name="Rectangle 160">
              <a:extLst>
                <a:ext uri="{FF2B5EF4-FFF2-40B4-BE49-F238E27FC236}">
                  <a16:creationId xmlns:a16="http://schemas.microsoft.com/office/drawing/2014/main" id="{15F897EF-BB83-4C3F-9762-366FEC21A5EE}"/>
                </a:ext>
              </a:extLst>
            </p:cNvPr>
            <p:cNvSpPr>
              <a:spLocks noChangeArrowheads="1"/>
            </p:cNvSpPr>
            <p:nvPr/>
          </p:nvSpPr>
          <p:spPr bwMode="auto">
            <a:xfrm>
              <a:off x="2152650" y="45005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95" name="Rectangle 161">
              <a:extLst>
                <a:ext uri="{FF2B5EF4-FFF2-40B4-BE49-F238E27FC236}">
                  <a16:creationId xmlns:a16="http://schemas.microsoft.com/office/drawing/2014/main" id="{61F7B78A-6133-4170-8788-9E37B0C78199}"/>
                </a:ext>
              </a:extLst>
            </p:cNvPr>
            <p:cNvSpPr>
              <a:spLocks noChangeArrowheads="1"/>
            </p:cNvSpPr>
            <p:nvPr/>
          </p:nvSpPr>
          <p:spPr bwMode="auto">
            <a:xfrm>
              <a:off x="2152650" y="48831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96" name="Rectangle 162">
              <a:extLst>
                <a:ext uri="{FF2B5EF4-FFF2-40B4-BE49-F238E27FC236}">
                  <a16:creationId xmlns:a16="http://schemas.microsoft.com/office/drawing/2014/main" id="{F52A5D7D-ECD2-4E26-A75D-BA5C283DC7F7}"/>
                </a:ext>
              </a:extLst>
            </p:cNvPr>
            <p:cNvSpPr>
              <a:spLocks noChangeArrowheads="1"/>
            </p:cNvSpPr>
            <p:nvPr/>
          </p:nvSpPr>
          <p:spPr bwMode="auto">
            <a:xfrm>
              <a:off x="2525713" y="45005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97" name="Rectangle 163">
              <a:extLst>
                <a:ext uri="{FF2B5EF4-FFF2-40B4-BE49-F238E27FC236}">
                  <a16:creationId xmlns:a16="http://schemas.microsoft.com/office/drawing/2014/main" id="{382F7528-98EE-4735-BD58-75889A0163DC}"/>
                </a:ext>
              </a:extLst>
            </p:cNvPr>
            <p:cNvSpPr>
              <a:spLocks noChangeArrowheads="1"/>
            </p:cNvSpPr>
            <p:nvPr/>
          </p:nvSpPr>
          <p:spPr bwMode="auto">
            <a:xfrm>
              <a:off x="2525713" y="48831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98" name="Rectangle 164">
              <a:extLst>
                <a:ext uri="{FF2B5EF4-FFF2-40B4-BE49-F238E27FC236}">
                  <a16:creationId xmlns:a16="http://schemas.microsoft.com/office/drawing/2014/main" id="{2DBF0B2A-7E71-4DC5-A745-0DFAC430E735}"/>
                </a:ext>
              </a:extLst>
            </p:cNvPr>
            <p:cNvSpPr>
              <a:spLocks noChangeArrowheads="1"/>
            </p:cNvSpPr>
            <p:nvPr/>
          </p:nvSpPr>
          <p:spPr bwMode="auto">
            <a:xfrm>
              <a:off x="1382713" y="45005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299" name="Rectangle 165">
              <a:extLst>
                <a:ext uri="{FF2B5EF4-FFF2-40B4-BE49-F238E27FC236}">
                  <a16:creationId xmlns:a16="http://schemas.microsoft.com/office/drawing/2014/main" id="{800A5FB5-6B85-4182-A252-F319843B44B0}"/>
                </a:ext>
              </a:extLst>
            </p:cNvPr>
            <p:cNvSpPr>
              <a:spLocks noChangeArrowheads="1"/>
            </p:cNvSpPr>
            <p:nvPr/>
          </p:nvSpPr>
          <p:spPr bwMode="auto">
            <a:xfrm>
              <a:off x="982663" y="4500563"/>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00" name="Rectangle 166">
              <a:extLst>
                <a:ext uri="{FF2B5EF4-FFF2-40B4-BE49-F238E27FC236}">
                  <a16:creationId xmlns:a16="http://schemas.microsoft.com/office/drawing/2014/main" id="{71CDB2D1-7A0F-472E-8164-F3AAEB81063A}"/>
                </a:ext>
              </a:extLst>
            </p:cNvPr>
            <p:cNvSpPr>
              <a:spLocks noChangeArrowheads="1"/>
            </p:cNvSpPr>
            <p:nvPr/>
          </p:nvSpPr>
          <p:spPr bwMode="auto">
            <a:xfrm>
              <a:off x="982663" y="4883150"/>
              <a:ext cx="16510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01" name="Rectangle 167">
              <a:extLst>
                <a:ext uri="{FF2B5EF4-FFF2-40B4-BE49-F238E27FC236}">
                  <a16:creationId xmlns:a16="http://schemas.microsoft.com/office/drawing/2014/main" id="{E79859FC-782F-443C-BF18-3FCC56289AC3}"/>
                </a:ext>
              </a:extLst>
            </p:cNvPr>
            <p:cNvSpPr>
              <a:spLocks noChangeArrowheads="1"/>
            </p:cNvSpPr>
            <p:nvPr/>
          </p:nvSpPr>
          <p:spPr bwMode="auto">
            <a:xfrm>
              <a:off x="979488" y="3048000"/>
              <a:ext cx="730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02" name="Rectangle 168">
              <a:extLst>
                <a:ext uri="{FF2B5EF4-FFF2-40B4-BE49-F238E27FC236}">
                  <a16:creationId xmlns:a16="http://schemas.microsoft.com/office/drawing/2014/main" id="{F2A7E6AF-F762-4E17-A55C-E92422433152}"/>
                </a:ext>
              </a:extLst>
            </p:cNvPr>
            <p:cNvSpPr>
              <a:spLocks noChangeArrowheads="1"/>
            </p:cNvSpPr>
            <p:nvPr/>
          </p:nvSpPr>
          <p:spPr bwMode="auto">
            <a:xfrm>
              <a:off x="1057275" y="3127375"/>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03" name="Rectangle 169">
              <a:extLst>
                <a:ext uri="{FF2B5EF4-FFF2-40B4-BE49-F238E27FC236}">
                  <a16:creationId xmlns:a16="http://schemas.microsoft.com/office/drawing/2014/main" id="{126A0CA2-3A45-44F6-AFD0-F8A7DFBB15CE}"/>
                </a:ext>
              </a:extLst>
            </p:cNvPr>
            <p:cNvSpPr>
              <a:spLocks noChangeArrowheads="1"/>
            </p:cNvSpPr>
            <p:nvPr/>
          </p:nvSpPr>
          <p:spPr bwMode="auto">
            <a:xfrm>
              <a:off x="1135063" y="3048000"/>
              <a:ext cx="730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04" name="Rectangle 170">
              <a:extLst>
                <a:ext uri="{FF2B5EF4-FFF2-40B4-BE49-F238E27FC236}">
                  <a16:creationId xmlns:a16="http://schemas.microsoft.com/office/drawing/2014/main" id="{2E057958-5262-44F7-A82B-5DE201626B13}"/>
                </a:ext>
              </a:extLst>
            </p:cNvPr>
            <p:cNvSpPr>
              <a:spLocks noChangeArrowheads="1"/>
            </p:cNvSpPr>
            <p:nvPr/>
          </p:nvSpPr>
          <p:spPr bwMode="auto">
            <a:xfrm>
              <a:off x="1211263" y="3127375"/>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05" name="Rectangle 171">
              <a:extLst>
                <a:ext uri="{FF2B5EF4-FFF2-40B4-BE49-F238E27FC236}">
                  <a16:creationId xmlns:a16="http://schemas.microsoft.com/office/drawing/2014/main" id="{CB975E37-7B11-4574-99AB-3E0B2AE35E2C}"/>
                </a:ext>
              </a:extLst>
            </p:cNvPr>
            <p:cNvSpPr>
              <a:spLocks noChangeArrowheads="1"/>
            </p:cNvSpPr>
            <p:nvPr/>
          </p:nvSpPr>
          <p:spPr bwMode="auto">
            <a:xfrm>
              <a:off x="603250" y="3279775"/>
              <a:ext cx="182563"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06" name="Freeform 172">
              <a:extLst>
                <a:ext uri="{FF2B5EF4-FFF2-40B4-BE49-F238E27FC236}">
                  <a16:creationId xmlns:a16="http://schemas.microsoft.com/office/drawing/2014/main" id="{24456FEE-1183-4BCC-9200-F881E3CB99E3}"/>
                </a:ext>
              </a:extLst>
            </p:cNvPr>
            <p:cNvSpPr>
              <a:spLocks/>
            </p:cNvSpPr>
            <p:nvPr/>
          </p:nvSpPr>
          <p:spPr bwMode="auto">
            <a:xfrm>
              <a:off x="1677988" y="4454525"/>
              <a:ext cx="636587" cy="638175"/>
            </a:xfrm>
            <a:custGeom>
              <a:avLst/>
              <a:gdLst>
                <a:gd name="T0" fmla="*/ 2147483646 w 709"/>
                <a:gd name="T1" fmla="*/ 0 h 708"/>
                <a:gd name="T2" fmla="*/ 2147483646 w 709"/>
                <a:gd name="T3" fmla="*/ 0 h 708"/>
                <a:gd name="T4" fmla="*/ 2147483646 w 709"/>
                <a:gd name="T5" fmla="*/ 2147483646 h 708"/>
                <a:gd name="T6" fmla="*/ 0 w 709"/>
                <a:gd name="T7" fmla="*/ 2147483646 h 708"/>
                <a:gd name="T8" fmla="*/ 0 w 709"/>
                <a:gd name="T9" fmla="*/ 2147483646 h 708"/>
                <a:gd name="T10" fmla="*/ 0 w 709"/>
                <a:gd name="T11" fmla="*/ 2147483646 h 708"/>
                <a:gd name="T12" fmla="*/ 2147483646 w 709"/>
                <a:gd name="T13" fmla="*/ 2147483646 h 708"/>
                <a:gd name="T14" fmla="*/ 2147483646 w 709"/>
                <a:gd name="T15" fmla="*/ 2147483646 h 708"/>
                <a:gd name="T16" fmla="*/ 2147483646 w 709"/>
                <a:gd name="T17" fmla="*/ 2147483646 h 708"/>
                <a:gd name="T18" fmla="*/ 2147483646 w 709"/>
                <a:gd name="T19" fmla="*/ 2147483646 h 708"/>
                <a:gd name="T20" fmla="*/ 2147483646 w 709"/>
                <a:gd name="T21" fmla="*/ 2147483646 h 708"/>
                <a:gd name="T22" fmla="*/ 2147483646 w 709"/>
                <a:gd name="T23" fmla="*/ 2147483646 h 708"/>
                <a:gd name="T24" fmla="*/ 2147483646 w 709"/>
                <a:gd name="T25" fmla="*/ 2147483646 h 708"/>
                <a:gd name="T26" fmla="*/ 2147483646 w 709"/>
                <a:gd name="T27" fmla="*/ 2147483646 h 708"/>
                <a:gd name="T28" fmla="*/ 2147483646 w 709"/>
                <a:gd name="T29" fmla="*/ 2147483646 h 708"/>
                <a:gd name="T30" fmla="*/ 2147483646 w 709"/>
                <a:gd name="T31" fmla="*/ 0 h 708"/>
                <a:gd name="T32" fmla="*/ 2147483646 w 709"/>
                <a:gd name="T33" fmla="*/ 0 h 70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09"/>
                <a:gd name="T52" fmla="*/ 0 h 708"/>
                <a:gd name="T53" fmla="*/ 709 w 709"/>
                <a:gd name="T54" fmla="*/ 708 h 70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09" h="708">
                  <a:moveTo>
                    <a:pt x="355" y="0"/>
                  </a:moveTo>
                  <a:cubicBezTo>
                    <a:pt x="97" y="0"/>
                    <a:pt x="97" y="0"/>
                    <a:pt x="65" y="0"/>
                  </a:cubicBezTo>
                  <a:cubicBezTo>
                    <a:pt x="33" y="0"/>
                    <a:pt x="33" y="0"/>
                    <a:pt x="17" y="35"/>
                  </a:cubicBezTo>
                  <a:cubicBezTo>
                    <a:pt x="0" y="71"/>
                    <a:pt x="0" y="71"/>
                    <a:pt x="0" y="142"/>
                  </a:cubicBezTo>
                  <a:cubicBezTo>
                    <a:pt x="0" y="212"/>
                    <a:pt x="0" y="212"/>
                    <a:pt x="0" y="354"/>
                  </a:cubicBezTo>
                  <a:cubicBezTo>
                    <a:pt x="0" y="496"/>
                    <a:pt x="0" y="496"/>
                    <a:pt x="0" y="567"/>
                  </a:cubicBezTo>
                  <a:cubicBezTo>
                    <a:pt x="0" y="638"/>
                    <a:pt x="0" y="638"/>
                    <a:pt x="17" y="673"/>
                  </a:cubicBezTo>
                  <a:cubicBezTo>
                    <a:pt x="33" y="708"/>
                    <a:pt x="33" y="708"/>
                    <a:pt x="65" y="708"/>
                  </a:cubicBezTo>
                  <a:cubicBezTo>
                    <a:pt x="97" y="708"/>
                    <a:pt x="97" y="708"/>
                    <a:pt x="355" y="708"/>
                  </a:cubicBezTo>
                  <a:cubicBezTo>
                    <a:pt x="612" y="708"/>
                    <a:pt x="612" y="708"/>
                    <a:pt x="645" y="708"/>
                  </a:cubicBezTo>
                  <a:cubicBezTo>
                    <a:pt x="677" y="708"/>
                    <a:pt x="677" y="708"/>
                    <a:pt x="693" y="673"/>
                  </a:cubicBezTo>
                  <a:cubicBezTo>
                    <a:pt x="709" y="638"/>
                    <a:pt x="709" y="638"/>
                    <a:pt x="709" y="567"/>
                  </a:cubicBezTo>
                  <a:cubicBezTo>
                    <a:pt x="709" y="496"/>
                    <a:pt x="709" y="496"/>
                    <a:pt x="709" y="354"/>
                  </a:cubicBezTo>
                  <a:cubicBezTo>
                    <a:pt x="709" y="212"/>
                    <a:pt x="709" y="212"/>
                    <a:pt x="709" y="142"/>
                  </a:cubicBezTo>
                  <a:cubicBezTo>
                    <a:pt x="709" y="71"/>
                    <a:pt x="709" y="71"/>
                    <a:pt x="693" y="35"/>
                  </a:cubicBezTo>
                  <a:cubicBezTo>
                    <a:pt x="677" y="0"/>
                    <a:pt x="677" y="0"/>
                    <a:pt x="645" y="0"/>
                  </a:cubicBezTo>
                  <a:cubicBezTo>
                    <a:pt x="612" y="0"/>
                    <a:pt x="612" y="0"/>
                    <a:pt x="355" y="0"/>
                  </a:cubicBezTo>
                </a:path>
              </a:pathLst>
            </a:custGeom>
            <a:noFill/>
            <a:ln w="17463">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07" name="Rectangle 173">
              <a:extLst>
                <a:ext uri="{FF2B5EF4-FFF2-40B4-BE49-F238E27FC236}">
                  <a16:creationId xmlns:a16="http://schemas.microsoft.com/office/drawing/2014/main" id="{1C3094ED-2A73-453F-A7EC-66AD2A7DCEEA}"/>
                </a:ext>
              </a:extLst>
            </p:cNvPr>
            <p:cNvSpPr>
              <a:spLocks noChangeArrowheads="1"/>
            </p:cNvSpPr>
            <p:nvPr/>
          </p:nvSpPr>
          <p:spPr bwMode="auto">
            <a:xfrm>
              <a:off x="4665663" y="3622675"/>
              <a:ext cx="755650" cy="774700"/>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08" name="Line 174">
              <a:extLst>
                <a:ext uri="{FF2B5EF4-FFF2-40B4-BE49-F238E27FC236}">
                  <a16:creationId xmlns:a16="http://schemas.microsoft.com/office/drawing/2014/main" id="{BFD3354E-115F-4152-975E-4E9EE5880DC7}"/>
                </a:ext>
              </a:extLst>
            </p:cNvPr>
            <p:cNvSpPr>
              <a:spLocks noChangeShapeType="1"/>
            </p:cNvSpPr>
            <p:nvPr/>
          </p:nvSpPr>
          <p:spPr bwMode="auto">
            <a:xfrm flipH="1">
              <a:off x="4665663" y="4000500"/>
              <a:ext cx="755650"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09" name="Line 175">
              <a:extLst>
                <a:ext uri="{FF2B5EF4-FFF2-40B4-BE49-F238E27FC236}">
                  <a16:creationId xmlns:a16="http://schemas.microsoft.com/office/drawing/2014/main" id="{8D907CF4-0BD0-40D1-97BA-7068EFCA1D58}"/>
                </a:ext>
              </a:extLst>
            </p:cNvPr>
            <p:cNvSpPr>
              <a:spLocks noChangeShapeType="1"/>
            </p:cNvSpPr>
            <p:nvPr/>
          </p:nvSpPr>
          <p:spPr bwMode="auto">
            <a:xfrm flipV="1">
              <a:off x="5043488" y="3622675"/>
              <a:ext cx="1587" cy="77470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10" name="Line 176">
              <a:extLst>
                <a:ext uri="{FF2B5EF4-FFF2-40B4-BE49-F238E27FC236}">
                  <a16:creationId xmlns:a16="http://schemas.microsoft.com/office/drawing/2014/main" id="{E25B270D-4BC8-4BAF-B980-B79DE956D483}"/>
                </a:ext>
              </a:extLst>
            </p:cNvPr>
            <p:cNvSpPr>
              <a:spLocks noChangeShapeType="1"/>
            </p:cNvSpPr>
            <p:nvPr/>
          </p:nvSpPr>
          <p:spPr bwMode="auto">
            <a:xfrm>
              <a:off x="4270375" y="3244850"/>
              <a:ext cx="395288" cy="377825"/>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11" name="Rectangle 177">
              <a:extLst>
                <a:ext uri="{FF2B5EF4-FFF2-40B4-BE49-F238E27FC236}">
                  <a16:creationId xmlns:a16="http://schemas.microsoft.com/office/drawing/2014/main" id="{D958B5CF-1750-4A55-85D4-FAE140F84286}"/>
                </a:ext>
              </a:extLst>
            </p:cNvPr>
            <p:cNvSpPr>
              <a:spLocks noChangeArrowheads="1"/>
            </p:cNvSpPr>
            <p:nvPr/>
          </p:nvSpPr>
          <p:spPr bwMode="auto">
            <a:xfrm>
              <a:off x="5421313" y="3622675"/>
              <a:ext cx="773112" cy="774700"/>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12" name="Line 178">
              <a:extLst>
                <a:ext uri="{FF2B5EF4-FFF2-40B4-BE49-F238E27FC236}">
                  <a16:creationId xmlns:a16="http://schemas.microsoft.com/office/drawing/2014/main" id="{B9CB977B-1545-4738-ACC0-6966F80B3AEE}"/>
                </a:ext>
              </a:extLst>
            </p:cNvPr>
            <p:cNvSpPr>
              <a:spLocks noChangeShapeType="1"/>
            </p:cNvSpPr>
            <p:nvPr/>
          </p:nvSpPr>
          <p:spPr bwMode="auto">
            <a:xfrm flipH="1">
              <a:off x="5421313" y="4000500"/>
              <a:ext cx="773112"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13" name="Line 179">
              <a:extLst>
                <a:ext uri="{FF2B5EF4-FFF2-40B4-BE49-F238E27FC236}">
                  <a16:creationId xmlns:a16="http://schemas.microsoft.com/office/drawing/2014/main" id="{9EDDA49A-E124-41DC-A7C7-0449841959F7}"/>
                </a:ext>
              </a:extLst>
            </p:cNvPr>
            <p:cNvSpPr>
              <a:spLocks noChangeShapeType="1"/>
            </p:cNvSpPr>
            <p:nvPr/>
          </p:nvSpPr>
          <p:spPr bwMode="auto">
            <a:xfrm flipV="1">
              <a:off x="5799138" y="3622675"/>
              <a:ext cx="1587" cy="77470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14" name="Rectangle 180">
              <a:extLst>
                <a:ext uri="{FF2B5EF4-FFF2-40B4-BE49-F238E27FC236}">
                  <a16:creationId xmlns:a16="http://schemas.microsoft.com/office/drawing/2014/main" id="{58C4C210-CD4C-4E40-BDED-B0BF973E6A69}"/>
                </a:ext>
              </a:extLst>
            </p:cNvPr>
            <p:cNvSpPr>
              <a:spLocks noChangeArrowheads="1"/>
            </p:cNvSpPr>
            <p:nvPr/>
          </p:nvSpPr>
          <p:spPr bwMode="auto">
            <a:xfrm>
              <a:off x="803275" y="3359150"/>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15" name="Rectangle 181">
              <a:extLst>
                <a:ext uri="{FF2B5EF4-FFF2-40B4-BE49-F238E27FC236}">
                  <a16:creationId xmlns:a16="http://schemas.microsoft.com/office/drawing/2014/main" id="{67CC4A89-1AFD-43DF-A611-0B835168CB51}"/>
                </a:ext>
              </a:extLst>
            </p:cNvPr>
            <p:cNvSpPr>
              <a:spLocks noChangeArrowheads="1"/>
            </p:cNvSpPr>
            <p:nvPr/>
          </p:nvSpPr>
          <p:spPr bwMode="auto">
            <a:xfrm>
              <a:off x="4770438" y="3409950"/>
              <a:ext cx="16510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16" name="Rectangle 182">
              <a:extLst>
                <a:ext uri="{FF2B5EF4-FFF2-40B4-BE49-F238E27FC236}">
                  <a16:creationId xmlns:a16="http://schemas.microsoft.com/office/drawing/2014/main" id="{A1AB2921-B9BA-487D-B78D-C878BD52A0FD}"/>
                </a:ext>
              </a:extLst>
            </p:cNvPr>
            <p:cNvSpPr>
              <a:spLocks noChangeArrowheads="1"/>
            </p:cNvSpPr>
            <p:nvPr/>
          </p:nvSpPr>
          <p:spPr bwMode="auto">
            <a:xfrm>
              <a:off x="5153025" y="3409950"/>
              <a:ext cx="16510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17" name="Rectangle 183">
              <a:extLst>
                <a:ext uri="{FF2B5EF4-FFF2-40B4-BE49-F238E27FC236}">
                  <a16:creationId xmlns:a16="http://schemas.microsoft.com/office/drawing/2014/main" id="{5979477D-6253-46A5-BB84-19A1C42DE3A8}"/>
                </a:ext>
              </a:extLst>
            </p:cNvPr>
            <p:cNvSpPr>
              <a:spLocks noChangeArrowheads="1"/>
            </p:cNvSpPr>
            <p:nvPr/>
          </p:nvSpPr>
          <p:spPr bwMode="auto">
            <a:xfrm>
              <a:off x="5535613" y="3409950"/>
              <a:ext cx="16510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18" name="Rectangle 184">
              <a:extLst>
                <a:ext uri="{FF2B5EF4-FFF2-40B4-BE49-F238E27FC236}">
                  <a16:creationId xmlns:a16="http://schemas.microsoft.com/office/drawing/2014/main" id="{8FFAA921-EB9D-48D1-BD64-A0E0CA7C97CC}"/>
                </a:ext>
              </a:extLst>
            </p:cNvPr>
            <p:cNvSpPr>
              <a:spLocks noChangeArrowheads="1"/>
            </p:cNvSpPr>
            <p:nvPr/>
          </p:nvSpPr>
          <p:spPr bwMode="auto">
            <a:xfrm>
              <a:off x="5916613" y="3409950"/>
              <a:ext cx="16510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19" name="Rectangle 185">
              <a:extLst>
                <a:ext uri="{FF2B5EF4-FFF2-40B4-BE49-F238E27FC236}">
                  <a16:creationId xmlns:a16="http://schemas.microsoft.com/office/drawing/2014/main" id="{5E22C5BC-ECCA-4C28-BD9F-B46D91CF737F}"/>
                </a:ext>
              </a:extLst>
            </p:cNvPr>
            <p:cNvSpPr>
              <a:spLocks noChangeArrowheads="1"/>
            </p:cNvSpPr>
            <p:nvPr/>
          </p:nvSpPr>
          <p:spPr bwMode="auto">
            <a:xfrm>
              <a:off x="4419600" y="37290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20" name="Rectangle 186">
              <a:extLst>
                <a:ext uri="{FF2B5EF4-FFF2-40B4-BE49-F238E27FC236}">
                  <a16:creationId xmlns:a16="http://schemas.microsoft.com/office/drawing/2014/main" id="{4E90F5F1-FEC1-42DE-9045-2381CA7F96A7}"/>
                </a:ext>
              </a:extLst>
            </p:cNvPr>
            <p:cNvSpPr>
              <a:spLocks noChangeArrowheads="1"/>
            </p:cNvSpPr>
            <p:nvPr/>
          </p:nvSpPr>
          <p:spPr bwMode="auto">
            <a:xfrm>
              <a:off x="4410075" y="4110038"/>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21" name="Rectangle 187">
              <a:extLst>
                <a:ext uri="{FF2B5EF4-FFF2-40B4-BE49-F238E27FC236}">
                  <a16:creationId xmlns:a16="http://schemas.microsoft.com/office/drawing/2014/main" id="{B69C0686-846D-4CE3-B83D-D028EF1B596D}"/>
                </a:ext>
              </a:extLst>
            </p:cNvPr>
            <p:cNvSpPr>
              <a:spLocks noChangeArrowheads="1"/>
            </p:cNvSpPr>
            <p:nvPr/>
          </p:nvSpPr>
          <p:spPr bwMode="auto">
            <a:xfrm>
              <a:off x="5197475" y="3736975"/>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22" name="Rectangle 188">
              <a:extLst>
                <a:ext uri="{FF2B5EF4-FFF2-40B4-BE49-F238E27FC236}">
                  <a16:creationId xmlns:a16="http://schemas.microsoft.com/office/drawing/2014/main" id="{1BBFE5DB-FC54-4E6E-8D87-9CCAD5D71653}"/>
                </a:ext>
              </a:extLst>
            </p:cNvPr>
            <p:cNvSpPr>
              <a:spLocks noChangeArrowheads="1"/>
            </p:cNvSpPr>
            <p:nvPr/>
          </p:nvSpPr>
          <p:spPr bwMode="auto">
            <a:xfrm>
              <a:off x="4811713" y="41195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23" name="Rectangle 189">
              <a:extLst>
                <a:ext uri="{FF2B5EF4-FFF2-40B4-BE49-F238E27FC236}">
                  <a16:creationId xmlns:a16="http://schemas.microsoft.com/office/drawing/2014/main" id="{27CFB02E-1D92-42A1-BFE4-4AF5E288B618}"/>
                </a:ext>
              </a:extLst>
            </p:cNvPr>
            <p:cNvSpPr>
              <a:spLocks noChangeArrowheads="1"/>
            </p:cNvSpPr>
            <p:nvPr/>
          </p:nvSpPr>
          <p:spPr bwMode="auto">
            <a:xfrm>
              <a:off x="5197475" y="41195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24" name="Rectangle 190">
              <a:extLst>
                <a:ext uri="{FF2B5EF4-FFF2-40B4-BE49-F238E27FC236}">
                  <a16:creationId xmlns:a16="http://schemas.microsoft.com/office/drawing/2014/main" id="{45CCAC21-414B-4A12-AA70-5C1D81E347B7}"/>
                </a:ext>
              </a:extLst>
            </p:cNvPr>
            <p:cNvSpPr>
              <a:spLocks noChangeArrowheads="1"/>
            </p:cNvSpPr>
            <p:nvPr/>
          </p:nvSpPr>
          <p:spPr bwMode="auto">
            <a:xfrm>
              <a:off x="5580063" y="3736975"/>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25" name="Rectangle 191">
              <a:extLst>
                <a:ext uri="{FF2B5EF4-FFF2-40B4-BE49-F238E27FC236}">
                  <a16:creationId xmlns:a16="http://schemas.microsoft.com/office/drawing/2014/main" id="{827402BD-13D7-4138-9883-5205D5A6DF50}"/>
                </a:ext>
              </a:extLst>
            </p:cNvPr>
            <p:cNvSpPr>
              <a:spLocks noChangeArrowheads="1"/>
            </p:cNvSpPr>
            <p:nvPr/>
          </p:nvSpPr>
          <p:spPr bwMode="auto">
            <a:xfrm>
              <a:off x="5580063" y="41195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26" name="Rectangle 192">
              <a:extLst>
                <a:ext uri="{FF2B5EF4-FFF2-40B4-BE49-F238E27FC236}">
                  <a16:creationId xmlns:a16="http://schemas.microsoft.com/office/drawing/2014/main" id="{1901C21B-0BB8-4DC0-B47D-4F6D7E2FEDF3}"/>
                </a:ext>
              </a:extLst>
            </p:cNvPr>
            <p:cNvSpPr>
              <a:spLocks noChangeArrowheads="1"/>
            </p:cNvSpPr>
            <p:nvPr/>
          </p:nvSpPr>
          <p:spPr bwMode="auto">
            <a:xfrm>
              <a:off x="5953125" y="3736975"/>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27" name="Rectangle 193">
              <a:extLst>
                <a:ext uri="{FF2B5EF4-FFF2-40B4-BE49-F238E27FC236}">
                  <a16:creationId xmlns:a16="http://schemas.microsoft.com/office/drawing/2014/main" id="{0FE920DF-AC57-4D00-9BA0-2EBD7545E6DF}"/>
                </a:ext>
              </a:extLst>
            </p:cNvPr>
            <p:cNvSpPr>
              <a:spLocks noChangeArrowheads="1"/>
            </p:cNvSpPr>
            <p:nvPr/>
          </p:nvSpPr>
          <p:spPr bwMode="auto">
            <a:xfrm>
              <a:off x="5953125" y="41195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28" name="Rectangle 194">
              <a:extLst>
                <a:ext uri="{FF2B5EF4-FFF2-40B4-BE49-F238E27FC236}">
                  <a16:creationId xmlns:a16="http://schemas.microsoft.com/office/drawing/2014/main" id="{97C03B5C-61E5-494B-87C2-87F6B675B451}"/>
                </a:ext>
              </a:extLst>
            </p:cNvPr>
            <p:cNvSpPr>
              <a:spLocks noChangeArrowheads="1"/>
            </p:cNvSpPr>
            <p:nvPr/>
          </p:nvSpPr>
          <p:spPr bwMode="auto">
            <a:xfrm>
              <a:off x="4665663" y="4397375"/>
              <a:ext cx="755650" cy="755650"/>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29" name="Line 195">
              <a:extLst>
                <a:ext uri="{FF2B5EF4-FFF2-40B4-BE49-F238E27FC236}">
                  <a16:creationId xmlns:a16="http://schemas.microsoft.com/office/drawing/2014/main" id="{39F0EBE5-A52C-47F6-ADB9-0EB13C6C9C24}"/>
                </a:ext>
              </a:extLst>
            </p:cNvPr>
            <p:cNvSpPr>
              <a:spLocks noChangeShapeType="1"/>
            </p:cNvSpPr>
            <p:nvPr/>
          </p:nvSpPr>
          <p:spPr bwMode="auto">
            <a:xfrm flipH="1">
              <a:off x="4665663" y="4775200"/>
              <a:ext cx="755650"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30" name="Line 196">
              <a:extLst>
                <a:ext uri="{FF2B5EF4-FFF2-40B4-BE49-F238E27FC236}">
                  <a16:creationId xmlns:a16="http://schemas.microsoft.com/office/drawing/2014/main" id="{CED6964A-C278-4B1B-BF15-EA0D9CF63BB5}"/>
                </a:ext>
              </a:extLst>
            </p:cNvPr>
            <p:cNvSpPr>
              <a:spLocks noChangeShapeType="1"/>
            </p:cNvSpPr>
            <p:nvPr/>
          </p:nvSpPr>
          <p:spPr bwMode="auto">
            <a:xfrm flipV="1">
              <a:off x="5043488" y="4397375"/>
              <a:ext cx="1587" cy="75565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31" name="Rectangle 197">
              <a:extLst>
                <a:ext uri="{FF2B5EF4-FFF2-40B4-BE49-F238E27FC236}">
                  <a16:creationId xmlns:a16="http://schemas.microsoft.com/office/drawing/2014/main" id="{634AA762-6335-479E-AC97-7466E2062E10}"/>
                </a:ext>
              </a:extLst>
            </p:cNvPr>
            <p:cNvSpPr>
              <a:spLocks noChangeArrowheads="1"/>
            </p:cNvSpPr>
            <p:nvPr/>
          </p:nvSpPr>
          <p:spPr bwMode="auto">
            <a:xfrm>
              <a:off x="5421313" y="4397375"/>
              <a:ext cx="773112" cy="755650"/>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32" name="Line 198">
              <a:extLst>
                <a:ext uri="{FF2B5EF4-FFF2-40B4-BE49-F238E27FC236}">
                  <a16:creationId xmlns:a16="http://schemas.microsoft.com/office/drawing/2014/main" id="{425F686E-7458-4E58-B74E-40096630CABF}"/>
                </a:ext>
              </a:extLst>
            </p:cNvPr>
            <p:cNvSpPr>
              <a:spLocks noChangeShapeType="1"/>
            </p:cNvSpPr>
            <p:nvPr/>
          </p:nvSpPr>
          <p:spPr bwMode="auto">
            <a:xfrm flipH="1">
              <a:off x="5421313" y="4775200"/>
              <a:ext cx="773112"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33" name="Line 199">
              <a:extLst>
                <a:ext uri="{FF2B5EF4-FFF2-40B4-BE49-F238E27FC236}">
                  <a16:creationId xmlns:a16="http://schemas.microsoft.com/office/drawing/2014/main" id="{FCCC3B05-FAAA-4AC9-98DA-07CEB15178ED}"/>
                </a:ext>
              </a:extLst>
            </p:cNvPr>
            <p:cNvSpPr>
              <a:spLocks noChangeShapeType="1"/>
            </p:cNvSpPr>
            <p:nvPr/>
          </p:nvSpPr>
          <p:spPr bwMode="auto">
            <a:xfrm flipV="1">
              <a:off x="5799138" y="4397375"/>
              <a:ext cx="1587" cy="75565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34" name="Rectangle 200">
              <a:extLst>
                <a:ext uri="{FF2B5EF4-FFF2-40B4-BE49-F238E27FC236}">
                  <a16:creationId xmlns:a16="http://schemas.microsoft.com/office/drawing/2014/main" id="{6DCEC7F7-CD0B-43C2-8BA0-CFC9B4084AB6}"/>
                </a:ext>
              </a:extLst>
            </p:cNvPr>
            <p:cNvSpPr>
              <a:spLocks noChangeArrowheads="1"/>
            </p:cNvSpPr>
            <p:nvPr/>
          </p:nvSpPr>
          <p:spPr bwMode="auto">
            <a:xfrm>
              <a:off x="4811713" y="3736975"/>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35" name="Rectangle 201">
              <a:extLst>
                <a:ext uri="{FF2B5EF4-FFF2-40B4-BE49-F238E27FC236}">
                  <a16:creationId xmlns:a16="http://schemas.microsoft.com/office/drawing/2014/main" id="{D3376881-F3B2-43BF-9608-86CCCD7C5D3B}"/>
                </a:ext>
              </a:extLst>
            </p:cNvPr>
            <p:cNvSpPr>
              <a:spLocks noChangeArrowheads="1"/>
            </p:cNvSpPr>
            <p:nvPr/>
          </p:nvSpPr>
          <p:spPr bwMode="auto">
            <a:xfrm>
              <a:off x="5197475" y="45005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36" name="Rectangle 202">
              <a:extLst>
                <a:ext uri="{FF2B5EF4-FFF2-40B4-BE49-F238E27FC236}">
                  <a16:creationId xmlns:a16="http://schemas.microsoft.com/office/drawing/2014/main" id="{FBCE2305-630E-4276-A378-E36D28454C7A}"/>
                </a:ext>
              </a:extLst>
            </p:cNvPr>
            <p:cNvSpPr>
              <a:spLocks noChangeArrowheads="1"/>
            </p:cNvSpPr>
            <p:nvPr/>
          </p:nvSpPr>
          <p:spPr bwMode="auto">
            <a:xfrm>
              <a:off x="4811713" y="48831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37" name="Rectangle 203">
              <a:extLst>
                <a:ext uri="{FF2B5EF4-FFF2-40B4-BE49-F238E27FC236}">
                  <a16:creationId xmlns:a16="http://schemas.microsoft.com/office/drawing/2014/main" id="{6FC9ACBE-C7BD-4C2C-87C0-1031754BB8F5}"/>
                </a:ext>
              </a:extLst>
            </p:cNvPr>
            <p:cNvSpPr>
              <a:spLocks noChangeArrowheads="1"/>
            </p:cNvSpPr>
            <p:nvPr/>
          </p:nvSpPr>
          <p:spPr bwMode="auto">
            <a:xfrm>
              <a:off x="5197475" y="48831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38" name="Rectangle 204">
              <a:extLst>
                <a:ext uri="{FF2B5EF4-FFF2-40B4-BE49-F238E27FC236}">
                  <a16:creationId xmlns:a16="http://schemas.microsoft.com/office/drawing/2014/main" id="{1BD25A71-B2A8-4D10-A529-71BCA48EB43B}"/>
                </a:ext>
              </a:extLst>
            </p:cNvPr>
            <p:cNvSpPr>
              <a:spLocks noChangeArrowheads="1"/>
            </p:cNvSpPr>
            <p:nvPr/>
          </p:nvSpPr>
          <p:spPr bwMode="auto">
            <a:xfrm>
              <a:off x="5580063" y="45005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39" name="Rectangle 205">
              <a:extLst>
                <a:ext uri="{FF2B5EF4-FFF2-40B4-BE49-F238E27FC236}">
                  <a16:creationId xmlns:a16="http://schemas.microsoft.com/office/drawing/2014/main" id="{0850B536-A197-43E9-A58C-1BA30E5F081D}"/>
                </a:ext>
              </a:extLst>
            </p:cNvPr>
            <p:cNvSpPr>
              <a:spLocks noChangeArrowheads="1"/>
            </p:cNvSpPr>
            <p:nvPr/>
          </p:nvSpPr>
          <p:spPr bwMode="auto">
            <a:xfrm>
              <a:off x="5580063" y="48831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40" name="Rectangle 206">
              <a:extLst>
                <a:ext uri="{FF2B5EF4-FFF2-40B4-BE49-F238E27FC236}">
                  <a16:creationId xmlns:a16="http://schemas.microsoft.com/office/drawing/2014/main" id="{F52575FD-409F-4A7D-A9B8-B25930745619}"/>
                </a:ext>
              </a:extLst>
            </p:cNvPr>
            <p:cNvSpPr>
              <a:spLocks noChangeArrowheads="1"/>
            </p:cNvSpPr>
            <p:nvPr/>
          </p:nvSpPr>
          <p:spPr bwMode="auto">
            <a:xfrm>
              <a:off x="5953125" y="45005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41" name="Rectangle 207">
              <a:extLst>
                <a:ext uri="{FF2B5EF4-FFF2-40B4-BE49-F238E27FC236}">
                  <a16:creationId xmlns:a16="http://schemas.microsoft.com/office/drawing/2014/main" id="{5958AFAB-09BA-4462-959D-8158BEEA79DB}"/>
                </a:ext>
              </a:extLst>
            </p:cNvPr>
            <p:cNvSpPr>
              <a:spLocks noChangeArrowheads="1"/>
            </p:cNvSpPr>
            <p:nvPr/>
          </p:nvSpPr>
          <p:spPr bwMode="auto">
            <a:xfrm>
              <a:off x="5953125" y="488315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42" name="Rectangle 208">
              <a:extLst>
                <a:ext uri="{FF2B5EF4-FFF2-40B4-BE49-F238E27FC236}">
                  <a16:creationId xmlns:a16="http://schemas.microsoft.com/office/drawing/2014/main" id="{93D6D955-4A10-47F7-AA1E-DDC801133BE5}"/>
                </a:ext>
              </a:extLst>
            </p:cNvPr>
            <p:cNvSpPr>
              <a:spLocks noChangeArrowheads="1"/>
            </p:cNvSpPr>
            <p:nvPr/>
          </p:nvSpPr>
          <p:spPr bwMode="auto">
            <a:xfrm>
              <a:off x="4811713" y="4500563"/>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43" name="Rectangle 209">
              <a:extLst>
                <a:ext uri="{FF2B5EF4-FFF2-40B4-BE49-F238E27FC236}">
                  <a16:creationId xmlns:a16="http://schemas.microsoft.com/office/drawing/2014/main" id="{11EE8AD3-7D8B-4B88-91A4-E218F431C84C}"/>
                </a:ext>
              </a:extLst>
            </p:cNvPr>
            <p:cNvSpPr>
              <a:spLocks noChangeArrowheads="1"/>
            </p:cNvSpPr>
            <p:nvPr/>
          </p:nvSpPr>
          <p:spPr bwMode="auto">
            <a:xfrm>
              <a:off x="4410075" y="4500563"/>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44" name="Rectangle 210">
              <a:extLst>
                <a:ext uri="{FF2B5EF4-FFF2-40B4-BE49-F238E27FC236}">
                  <a16:creationId xmlns:a16="http://schemas.microsoft.com/office/drawing/2014/main" id="{5B1BE522-4C60-4E1F-93F7-CF38309B4877}"/>
                </a:ext>
              </a:extLst>
            </p:cNvPr>
            <p:cNvSpPr>
              <a:spLocks noChangeArrowheads="1"/>
            </p:cNvSpPr>
            <p:nvPr/>
          </p:nvSpPr>
          <p:spPr bwMode="auto">
            <a:xfrm>
              <a:off x="4410075" y="4883150"/>
              <a:ext cx="16510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45" name="Rectangle 211">
              <a:extLst>
                <a:ext uri="{FF2B5EF4-FFF2-40B4-BE49-F238E27FC236}">
                  <a16:creationId xmlns:a16="http://schemas.microsoft.com/office/drawing/2014/main" id="{B31FC2EC-21A9-48EB-99AB-9721CEF86F70}"/>
                </a:ext>
              </a:extLst>
            </p:cNvPr>
            <p:cNvSpPr>
              <a:spLocks noChangeArrowheads="1"/>
            </p:cNvSpPr>
            <p:nvPr/>
          </p:nvSpPr>
          <p:spPr bwMode="auto">
            <a:xfrm>
              <a:off x="4406900" y="3048000"/>
              <a:ext cx="730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46" name="Rectangle 212">
              <a:extLst>
                <a:ext uri="{FF2B5EF4-FFF2-40B4-BE49-F238E27FC236}">
                  <a16:creationId xmlns:a16="http://schemas.microsoft.com/office/drawing/2014/main" id="{337331BC-1CCA-4991-8B15-903CE668ACDF}"/>
                </a:ext>
              </a:extLst>
            </p:cNvPr>
            <p:cNvSpPr>
              <a:spLocks noChangeArrowheads="1"/>
            </p:cNvSpPr>
            <p:nvPr/>
          </p:nvSpPr>
          <p:spPr bwMode="auto">
            <a:xfrm>
              <a:off x="4486275" y="3127375"/>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47" name="Rectangle 213">
              <a:extLst>
                <a:ext uri="{FF2B5EF4-FFF2-40B4-BE49-F238E27FC236}">
                  <a16:creationId xmlns:a16="http://schemas.microsoft.com/office/drawing/2014/main" id="{0DE249D3-A3EA-458B-A55E-C3AC8A51ECA9}"/>
                </a:ext>
              </a:extLst>
            </p:cNvPr>
            <p:cNvSpPr>
              <a:spLocks noChangeArrowheads="1"/>
            </p:cNvSpPr>
            <p:nvPr/>
          </p:nvSpPr>
          <p:spPr bwMode="auto">
            <a:xfrm>
              <a:off x="4562475" y="3048000"/>
              <a:ext cx="730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48" name="Rectangle 214">
              <a:extLst>
                <a:ext uri="{FF2B5EF4-FFF2-40B4-BE49-F238E27FC236}">
                  <a16:creationId xmlns:a16="http://schemas.microsoft.com/office/drawing/2014/main" id="{CACCB16F-A2BA-40A0-AF90-578875011D69}"/>
                </a:ext>
              </a:extLst>
            </p:cNvPr>
            <p:cNvSpPr>
              <a:spLocks noChangeArrowheads="1"/>
            </p:cNvSpPr>
            <p:nvPr/>
          </p:nvSpPr>
          <p:spPr bwMode="auto">
            <a:xfrm>
              <a:off x="4640263" y="3127375"/>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49" name="Rectangle 215">
              <a:extLst>
                <a:ext uri="{FF2B5EF4-FFF2-40B4-BE49-F238E27FC236}">
                  <a16:creationId xmlns:a16="http://schemas.microsoft.com/office/drawing/2014/main" id="{3088E630-DC2F-4BF2-8B6A-16E1D3BF120F}"/>
                </a:ext>
              </a:extLst>
            </p:cNvPr>
            <p:cNvSpPr>
              <a:spLocks noChangeArrowheads="1"/>
            </p:cNvSpPr>
            <p:nvPr/>
          </p:nvSpPr>
          <p:spPr bwMode="auto">
            <a:xfrm>
              <a:off x="4032250" y="3279775"/>
              <a:ext cx="182563"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50" name="Freeform 216">
              <a:extLst>
                <a:ext uri="{FF2B5EF4-FFF2-40B4-BE49-F238E27FC236}">
                  <a16:creationId xmlns:a16="http://schemas.microsoft.com/office/drawing/2014/main" id="{20ED4798-0A5D-412A-A809-D7D2DE683A39}"/>
                </a:ext>
              </a:extLst>
            </p:cNvPr>
            <p:cNvSpPr>
              <a:spLocks/>
            </p:cNvSpPr>
            <p:nvPr/>
          </p:nvSpPr>
          <p:spPr bwMode="auto">
            <a:xfrm>
              <a:off x="5105400" y="4454525"/>
              <a:ext cx="638175" cy="638175"/>
            </a:xfrm>
            <a:custGeom>
              <a:avLst/>
              <a:gdLst>
                <a:gd name="T0" fmla="*/ 2147483646 w 709"/>
                <a:gd name="T1" fmla="*/ 0 h 708"/>
                <a:gd name="T2" fmla="*/ 2147483646 w 709"/>
                <a:gd name="T3" fmla="*/ 0 h 708"/>
                <a:gd name="T4" fmla="*/ 2147483646 w 709"/>
                <a:gd name="T5" fmla="*/ 2147483646 h 708"/>
                <a:gd name="T6" fmla="*/ 0 w 709"/>
                <a:gd name="T7" fmla="*/ 2147483646 h 708"/>
                <a:gd name="T8" fmla="*/ 0 w 709"/>
                <a:gd name="T9" fmla="*/ 2147483646 h 708"/>
                <a:gd name="T10" fmla="*/ 0 w 709"/>
                <a:gd name="T11" fmla="*/ 2147483646 h 708"/>
                <a:gd name="T12" fmla="*/ 2147483646 w 709"/>
                <a:gd name="T13" fmla="*/ 2147483646 h 708"/>
                <a:gd name="T14" fmla="*/ 2147483646 w 709"/>
                <a:gd name="T15" fmla="*/ 2147483646 h 708"/>
                <a:gd name="T16" fmla="*/ 2147483646 w 709"/>
                <a:gd name="T17" fmla="*/ 2147483646 h 708"/>
                <a:gd name="T18" fmla="*/ 2147483646 w 709"/>
                <a:gd name="T19" fmla="*/ 2147483646 h 708"/>
                <a:gd name="T20" fmla="*/ 2147483646 w 709"/>
                <a:gd name="T21" fmla="*/ 2147483646 h 708"/>
                <a:gd name="T22" fmla="*/ 2147483646 w 709"/>
                <a:gd name="T23" fmla="*/ 2147483646 h 708"/>
                <a:gd name="T24" fmla="*/ 2147483646 w 709"/>
                <a:gd name="T25" fmla="*/ 2147483646 h 708"/>
                <a:gd name="T26" fmla="*/ 2147483646 w 709"/>
                <a:gd name="T27" fmla="*/ 2147483646 h 708"/>
                <a:gd name="T28" fmla="*/ 2147483646 w 709"/>
                <a:gd name="T29" fmla="*/ 2147483646 h 708"/>
                <a:gd name="T30" fmla="*/ 2147483646 w 709"/>
                <a:gd name="T31" fmla="*/ 0 h 708"/>
                <a:gd name="T32" fmla="*/ 2147483646 w 709"/>
                <a:gd name="T33" fmla="*/ 0 h 70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09"/>
                <a:gd name="T52" fmla="*/ 0 h 708"/>
                <a:gd name="T53" fmla="*/ 709 w 709"/>
                <a:gd name="T54" fmla="*/ 708 h 70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09" h="708">
                  <a:moveTo>
                    <a:pt x="354" y="0"/>
                  </a:moveTo>
                  <a:cubicBezTo>
                    <a:pt x="97" y="0"/>
                    <a:pt x="97" y="0"/>
                    <a:pt x="64" y="0"/>
                  </a:cubicBezTo>
                  <a:cubicBezTo>
                    <a:pt x="32" y="0"/>
                    <a:pt x="32" y="0"/>
                    <a:pt x="16" y="35"/>
                  </a:cubicBezTo>
                  <a:cubicBezTo>
                    <a:pt x="0" y="71"/>
                    <a:pt x="0" y="71"/>
                    <a:pt x="0" y="142"/>
                  </a:cubicBezTo>
                  <a:cubicBezTo>
                    <a:pt x="0" y="212"/>
                    <a:pt x="0" y="212"/>
                    <a:pt x="0" y="354"/>
                  </a:cubicBezTo>
                  <a:cubicBezTo>
                    <a:pt x="0" y="496"/>
                    <a:pt x="0" y="496"/>
                    <a:pt x="0" y="567"/>
                  </a:cubicBezTo>
                  <a:cubicBezTo>
                    <a:pt x="0" y="638"/>
                    <a:pt x="0" y="638"/>
                    <a:pt x="16" y="673"/>
                  </a:cubicBezTo>
                  <a:cubicBezTo>
                    <a:pt x="32" y="708"/>
                    <a:pt x="32" y="708"/>
                    <a:pt x="64" y="708"/>
                  </a:cubicBezTo>
                  <a:cubicBezTo>
                    <a:pt x="97" y="708"/>
                    <a:pt x="97" y="708"/>
                    <a:pt x="354" y="708"/>
                  </a:cubicBezTo>
                  <a:cubicBezTo>
                    <a:pt x="612" y="708"/>
                    <a:pt x="612" y="708"/>
                    <a:pt x="644" y="708"/>
                  </a:cubicBezTo>
                  <a:cubicBezTo>
                    <a:pt x="676" y="708"/>
                    <a:pt x="676" y="708"/>
                    <a:pt x="693" y="673"/>
                  </a:cubicBezTo>
                  <a:cubicBezTo>
                    <a:pt x="709" y="638"/>
                    <a:pt x="709" y="638"/>
                    <a:pt x="709" y="567"/>
                  </a:cubicBezTo>
                  <a:cubicBezTo>
                    <a:pt x="709" y="496"/>
                    <a:pt x="709" y="496"/>
                    <a:pt x="709" y="354"/>
                  </a:cubicBezTo>
                  <a:cubicBezTo>
                    <a:pt x="709" y="212"/>
                    <a:pt x="709" y="212"/>
                    <a:pt x="709" y="142"/>
                  </a:cubicBezTo>
                  <a:cubicBezTo>
                    <a:pt x="709" y="71"/>
                    <a:pt x="709" y="71"/>
                    <a:pt x="693" y="35"/>
                  </a:cubicBezTo>
                  <a:cubicBezTo>
                    <a:pt x="676" y="0"/>
                    <a:pt x="676" y="0"/>
                    <a:pt x="644" y="0"/>
                  </a:cubicBezTo>
                  <a:cubicBezTo>
                    <a:pt x="612" y="0"/>
                    <a:pt x="612" y="0"/>
                    <a:pt x="354" y="0"/>
                  </a:cubicBezTo>
                </a:path>
              </a:pathLst>
            </a:custGeom>
            <a:noFill/>
            <a:ln w="17463">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51" name="Rectangle 224">
              <a:extLst>
                <a:ext uri="{FF2B5EF4-FFF2-40B4-BE49-F238E27FC236}">
                  <a16:creationId xmlns:a16="http://schemas.microsoft.com/office/drawing/2014/main" id="{72211C3D-1115-413C-AC1C-DE30D960AD71}"/>
                </a:ext>
              </a:extLst>
            </p:cNvPr>
            <p:cNvSpPr>
              <a:spLocks noChangeArrowheads="1"/>
            </p:cNvSpPr>
            <p:nvPr/>
          </p:nvSpPr>
          <p:spPr bwMode="auto">
            <a:xfrm>
              <a:off x="4230688" y="3359150"/>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52" name="Rectangle 305">
              <a:extLst>
                <a:ext uri="{FF2B5EF4-FFF2-40B4-BE49-F238E27FC236}">
                  <a16:creationId xmlns:a16="http://schemas.microsoft.com/office/drawing/2014/main" id="{865C0630-9E64-4B98-8C86-755405D06D06}"/>
                </a:ext>
              </a:extLst>
            </p:cNvPr>
            <p:cNvSpPr>
              <a:spLocks noChangeArrowheads="1"/>
            </p:cNvSpPr>
            <p:nvPr/>
          </p:nvSpPr>
          <p:spPr bwMode="auto">
            <a:xfrm>
              <a:off x="1655763" y="5310188"/>
              <a:ext cx="155575" cy="220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J</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53" name="Rectangle 306">
              <a:extLst>
                <a:ext uri="{FF2B5EF4-FFF2-40B4-BE49-F238E27FC236}">
                  <a16:creationId xmlns:a16="http://schemas.microsoft.com/office/drawing/2014/main" id="{C18502F2-D42D-4652-A2EB-FA8568ABCE69}"/>
                </a:ext>
              </a:extLst>
            </p:cNvPr>
            <p:cNvSpPr>
              <a:spLocks noChangeArrowheads="1"/>
            </p:cNvSpPr>
            <p:nvPr/>
          </p:nvSpPr>
          <p:spPr bwMode="auto">
            <a:xfrm>
              <a:off x="1741488" y="5389563"/>
              <a:ext cx="1397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54" name="Rectangle 307">
              <a:extLst>
                <a:ext uri="{FF2B5EF4-FFF2-40B4-BE49-F238E27FC236}">
                  <a16:creationId xmlns:a16="http://schemas.microsoft.com/office/drawing/2014/main" id="{B0860129-5340-4F1C-AFE6-4E0372C32F72}"/>
                </a:ext>
              </a:extLst>
            </p:cNvPr>
            <p:cNvSpPr>
              <a:spLocks noChangeArrowheads="1"/>
            </p:cNvSpPr>
            <p:nvPr/>
          </p:nvSpPr>
          <p:spPr bwMode="auto">
            <a:xfrm>
              <a:off x="2057400" y="5310188"/>
              <a:ext cx="182563"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55" name="Rectangle 308">
              <a:extLst>
                <a:ext uri="{FF2B5EF4-FFF2-40B4-BE49-F238E27FC236}">
                  <a16:creationId xmlns:a16="http://schemas.microsoft.com/office/drawing/2014/main" id="{32EEAB21-757C-4F8F-958A-79BCFADA96EA}"/>
                </a:ext>
              </a:extLst>
            </p:cNvPr>
            <p:cNvSpPr>
              <a:spLocks noChangeArrowheads="1"/>
            </p:cNvSpPr>
            <p:nvPr/>
          </p:nvSpPr>
          <p:spPr bwMode="auto">
            <a:xfrm>
              <a:off x="2255838" y="5389563"/>
              <a:ext cx="1397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56" name="Rectangle 309">
              <a:extLst>
                <a:ext uri="{FF2B5EF4-FFF2-40B4-BE49-F238E27FC236}">
                  <a16:creationId xmlns:a16="http://schemas.microsoft.com/office/drawing/2014/main" id="{C9DD777F-9B95-4507-ABA3-611CCCB90BCF}"/>
                </a:ext>
              </a:extLst>
            </p:cNvPr>
            <p:cNvSpPr>
              <a:spLocks noChangeArrowheads="1"/>
            </p:cNvSpPr>
            <p:nvPr/>
          </p:nvSpPr>
          <p:spPr bwMode="auto">
            <a:xfrm>
              <a:off x="1884363" y="5308600"/>
              <a:ext cx="169862" cy="220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57" name="Rectangle 321">
              <a:extLst>
                <a:ext uri="{FF2B5EF4-FFF2-40B4-BE49-F238E27FC236}">
                  <a16:creationId xmlns:a16="http://schemas.microsoft.com/office/drawing/2014/main" id="{CB45A31A-8D89-4415-9902-F7C1B5F9A839}"/>
                </a:ext>
              </a:extLst>
            </p:cNvPr>
            <p:cNvSpPr>
              <a:spLocks noChangeArrowheads="1"/>
            </p:cNvSpPr>
            <p:nvPr/>
          </p:nvSpPr>
          <p:spPr bwMode="auto">
            <a:xfrm>
              <a:off x="5024438" y="5310188"/>
              <a:ext cx="109537"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K</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58" name="Rectangle 322">
              <a:extLst>
                <a:ext uri="{FF2B5EF4-FFF2-40B4-BE49-F238E27FC236}">
                  <a16:creationId xmlns:a16="http://schemas.microsoft.com/office/drawing/2014/main" id="{0A6DFCC3-DCFA-40C7-A205-7898181E9A58}"/>
                </a:ext>
              </a:extLst>
            </p:cNvPr>
            <p:cNvSpPr>
              <a:spLocks noChangeArrowheads="1"/>
            </p:cNvSpPr>
            <p:nvPr/>
          </p:nvSpPr>
          <p:spPr bwMode="auto">
            <a:xfrm>
              <a:off x="5146675" y="5389563"/>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59" name="Rectangle 323">
              <a:extLst>
                <a:ext uri="{FF2B5EF4-FFF2-40B4-BE49-F238E27FC236}">
                  <a16:creationId xmlns:a16="http://schemas.microsoft.com/office/drawing/2014/main" id="{14CE00A6-E8CB-4FC5-9C21-B39AA03BC80A}"/>
                </a:ext>
              </a:extLst>
            </p:cNvPr>
            <p:cNvSpPr>
              <a:spLocks noChangeArrowheads="1"/>
            </p:cNvSpPr>
            <p:nvPr/>
          </p:nvSpPr>
          <p:spPr bwMode="auto">
            <a:xfrm>
              <a:off x="5462588" y="5310188"/>
              <a:ext cx="182562"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60" name="Rectangle 324">
              <a:extLst>
                <a:ext uri="{FF2B5EF4-FFF2-40B4-BE49-F238E27FC236}">
                  <a16:creationId xmlns:a16="http://schemas.microsoft.com/office/drawing/2014/main" id="{2EF926E3-EA02-4E6C-B4B0-790D0436ABDC}"/>
                </a:ext>
              </a:extLst>
            </p:cNvPr>
            <p:cNvSpPr>
              <a:spLocks noChangeArrowheads="1"/>
            </p:cNvSpPr>
            <p:nvPr/>
          </p:nvSpPr>
          <p:spPr bwMode="auto">
            <a:xfrm>
              <a:off x="5662613" y="5389563"/>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361" name="Rectangle 325">
              <a:extLst>
                <a:ext uri="{FF2B5EF4-FFF2-40B4-BE49-F238E27FC236}">
                  <a16:creationId xmlns:a16="http://schemas.microsoft.com/office/drawing/2014/main" id="{B15CD1A6-E9EE-43D9-87B2-C87030D6B584}"/>
                </a:ext>
              </a:extLst>
            </p:cNvPr>
            <p:cNvSpPr>
              <a:spLocks noChangeArrowheads="1"/>
            </p:cNvSpPr>
            <p:nvPr/>
          </p:nvSpPr>
          <p:spPr bwMode="auto">
            <a:xfrm>
              <a:off x="5291138" y="5308600"/>
              <a:ext cx="93662"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96258" name="TextBox 125">
            <a:extLst>
              <a:ext uri="{FF2B5EF4-FFF2-40B4-BE49-F238E27FC236}">
                <a16:creationId xmlns:a16="http://schemas.microsoft.com/office/drawing/2014/main" id="{0D4D84BE-0D62-41AB-A2A1-70005DEA6DAC}"/>
              </a:ext>
            </a:extLst>
          </p:cNvPr>
          <p:cNvSpPr txBox="1">
            <a:spLocks noChangeArrowheads="1"/>
          </p:cNvSpPr>
          <p:nvPr/>
        </p:nvSpPr>
        <p:spPr bwMode="auto">
          <a:xfrm>
            <a:off x="6451600" y="6477000"/>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6.66 from the textbook ]</a:t>
            </a:r>
          </a:p>
        </p:txBody>
      </p:sp>
      <p:sp>
        <p:nvSpPr>
          <p:cNvPr id="96259" name="Title 1">
            <a:extLst>
              <a:ext uri="{FF2B5EF4-FFF2-40B4-BE49-F238E27FC236}">
                <a16:creationId xmlns:a16="http://schemas.microsoft.com/office/drawing/2014/main" id="{6C43CB78-EB36-4852-8DE4-AE1A6283FF65}"/>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Karnaugh maps for the second JK flip-flop</a:t>
            </a:r>
          </a:p>
        </p:txBody>
      </p:sp>
      <p:cxnSp>
        <p:nvCxnSpPr>
          <p:cNvPr id="96260" name="Straight Arrow Connector 106">
            <a:extLst>
              <a:ext uri="{FF2B5EF4-FFF2-40B4-BE49-F238E27FC236}">
                <a16:creationId xmlns:a16="http://schemas.microsoft.com/office/drawing/2014/main" id="{AB127729-674C-4804-ABE1-DBBD97530D9B}"/>
              </a:ext>
            </a:extLst>
          </p:cNvPr>
          <p:cNvCxnSpPr>
            <a:cxnSpLocks noChangeShapeType="1"/>
          </p:cNvCxnSpPr>
          <p:nvPr/>
        </p:nvCxnSpPr>
        <p:spPr bwMode="auto">
          <a:xfrm>
            <a:off x="914400" y="3657600"/>
            <a:ext cx="990600" cy="0"/>
          </a:xfrm>
          <a:prstGeom prst="straightConnector1">
            <a:avLst/>
          </a:prstGeom>
          <a:noFill/>
          <a:ln w="25400">
            <a:solidFill>
              <a:srgbClr val="FF0000"/>
            </a:solidFill>
            <a:round/>
            <a:headEnd/>
            <a:tailEnd type="arrow" w="med" len="med"/>
          </a:ln>
          <a:extLst>
            <a:ext uri="{909E8E84-426E-40DD-AFC4-6F175D3DCCD1}">
              <a14:hiddenFill xmlns:a14="http://schemas.microsoft.com/office/drawing/2010/main">
                <a:noFill/>
              </a14:hiddenFill>
            </a:ext>
          </a:extLst>
        </p:spPr>
      </p:cxnSp>
      <p:sp>
        <p:nvSpPr>
          <p:cNvPr id="96261" name="TextBox 107">
            <a:extLst>
              <a:ext uri="{FF2B5EF4-FFF2-40B4-BE49-F238E27FC236}">
                <a16:creationId xmlns:a16="http://schemas.microsoft.com/office/drawing/2014/main" id="{10950176-55B7-46D8-AD9B-F18E73446041}"/>
              </a:ext>
            </a:extLst>
          </p:cNvPr>
          <p:cNvSpPr txBox="1">
            <a:spLocks noChangeArrowheads="1"/>
          </p:cNvSpPr>
          <p:nvPr/>
        </p:nvSpPr>
        <p:spPr bwMode="auto">
          <a:xfrm>
            <a:off x="334963" y="3363913"/>
            <a:ext cx="40640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J</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cxnSp>
        <p:nvCxnSpPr>
          <p:cNvPr id="96262" name="Straight Arrow Connector 108">
            <a:extLst>
              <a:ext uri="{FF2B5EF4-FFF2-40B4-BE49-F238E27FC236}">
                <a16:creationId xmlns:a16="http://schemas.microsoft.com/office/drawing/2014/main" id="{E698CE5B-9086-4F4D-B3D4-BCADF2EFB282}"/>
              </a:ext>
            </a:extLst>
          </p:cNvPr>
          <p:cNvCxnSpPr>
            <a:cxnSpLocks noChangeShapeType="1"/>
          </p:cNvCxnSpPr>
          <p:nvPr/>
        </p:nvCxnSpPr>
        <p:spPr bwMode="auto">
          <a:xfrm rot="10800000">
            <a:off x="7545388" y="3646488"/>
            <a:ext cx="990600" cy="0"/>
          </a:xfrm>
          <a:prstGeom prst="straightConnector1">
            <a:avLst/>
          </a:prstGeom>
          <a:noFill/>
          <a:ln w="25400">
            <a:solidFill>
              <a:srgbClr val="3366FF"/>
            </a:solidFill>
            <a:round/>
            <a:headEnd/>
            <a:tailEnd type="arrow" w="med" len="med"/>
          </a:ln>
          <a:extLst>
            <a:ext uri="{909E8E84-426E-40DD-AFC4-6F175D3DCCD1}">
              <a14:hiddenFill xmlns:a14="http://schemas.microsoft.com/office/drawing/2010/main">
                <a:noFill/>
              </a14:hiddenFill>
            </a:ext>
          </a:extLst>
        </p:spPr>
      </p:cxnSp>
      <p:sp>
        <p:nvSpPr>
          <p:cNvPr id="96263" name="TextBox 109">
            <a:extLst>
              <a:ext uri="{FF2B5EF4-FFF2-40B4-BE49-F238E27FC236}">
                <a16:creationId xmlns:a16="http://schemas.microsoft.com/office/drawing/2014/main" id="{91DE5437-3845-4204-9AE3-BBC92AE465AE}"/>
              </a:ext>
            </a:extLst>
          </p:cNvPr>
          <p:cNvSpPr txBox="1">
            <a:spLocks noChangeArrowheads="1"/>
          </p:cNvSpPr>
          <p:nvPr/>
        </p:nvSpPr>
        <p:spPr bwMode="auto">
          <a:xfrm>
            <a:off x="8605838" y="3352800"/>
            <a:ext cx="50958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rPr>
              <a:t>K</a:t>
            </a:r>
            <a:r>
              <a:rPr kumimoji="0" lang="en-US" altLang="en-US" sz="2400" b="0" i="0" u="none" strike="noStrike" kern="1200" cap="none" spc="0" normalizeH="0" baseline="-25000" noProof="0">
                <a:ln>
                  <a:noFill/>
                </a:ln>
                <a:solidFill>
                  <a:srgbClr val="0000FF"/>
                </a:solidFill>
                <a:effectLst/>
                <a:uLnTx/>
                <a:uFillTx/>
                <a:latin typeface="Times" panose="02020603050405020304" pitchFamily="18" charset="0"/>
                <a:ea typeface="MS PGothic" panose="020B0600070205080204" pitchFamily="34" charset="-128"/>
                <a:cs typeface="+mn-cs"/>
              </a:rPr>
              <a:t>1</a:t>
            </a:r>
          </a:p>
        </p:txBody>
      </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1" name="TextBox 125">
            <a:extLst>
              <a:ext uri="{FF2B5EF4-FFF2-40B4-BE49-F238E27FC236}">
                <a16:creationId xmlns:a16="http://schemas.microsoft.com/office/drawing/2014/main" id="{E55DA994-C73A-4CF8-A823-42507BE7B94D}"/>
              </a:ext>
            </a:extLst>
          </p:cNvPr>
          <p:cNvSpPr txBox="1">
            <a:spLocks noChangeArrowheads="1"/>
          </p:cNvSpPr>
          <p:nvPr/>
        </p:nvSpPr>
        <p:spPr bwMode="auto">
          <a:xfrm>
            <a:off x="6451600" y="6477000"/>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6.66 from the textbook ]</a:t>
            </a:r>
          </a:p>
        </p:txBody>
      </p:sp>
      <p:sp>
        <p:nvSpPr>
          <p:cNvPr id="97282" name="Title 1">
            <a:extLst>
              <a:ext uri="{FF2B5EF4-FFF2-40B4-BE49-F238E27FC236}">
                <a16:creationId xmlns:a16="http://schemas.microsoft.com/office/drawing/2014/main" id="{043A1A5E-1B89-4B73-8358-09EAB865CD31}"/>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Karnaugh maps for the third JK flip-flop</a:t>
            </a:r>
          </a:p>
        </p:txBody>
      </p:sp>
      <p:grpSp>
        <p:nvGrpSpPr>
          <p:cNvPr id="97283" name="Group 208">
            <a:extLst>
              <a:ext uri="{FF2B5EF4-FFF2-40B4-BE49-F238E27FC236}">
                <a16:creationId xmlns:a16="http://schemas.microsoft.com/office/drawing/2014/main" id="{8381A7C4-621D-4019-B165-DD8195D3723D}"/>
              </a:ext>
            </a:extLst>
          </p:cNvPr>
          <p:cNvGrpSpPr>
            <a:grpSpLocks/>
          </p:cNvGrpSpPr>
          <p:nvPr/>
        </p:nvGrpSpPr>
        <p:grpSpPr bwMode="auto">
          <a:xfrm>
            <a:off x="1752600" y="2286000"/>
            <a:ext cx="5591175" cy="2524125"/>
            <a:chOff x="603250" y="4038600"/>
            <a:chExt cx="5591175" cy="2524125"/>
          </a:xfrm>
        </p:grpSpPr>
        <p:sp>
          <p:nvSpPr>
            <p:cNvPr id="97288" name="Rectangle 217">
              <a:extLst>
                <a:ext uri="{FF2B5EF4-FFF2-40B4-BE49-F238E27FC236}">
                  <a16:creationId xmlns:a16="http://schemas.microsoft.com/office/drawing/2014/main" id="{1775C0EA-4D96-46A4-9B3E-0078B60C1C9E}"/>
                </a:ext>
              </a:extLst>
            </p:cNvPr>
            <p:cNvSpPr>
              <a:spLocks noChangeArrowheads="1"/>
            </p:cNvSpPr>
            <p:nvPr/>
          </p:nvSpPr>
          <p:spPr bwMode="auto">
            <a:xfrm>
              <a:off x="1227138" y="4614862"/>
              <a:ext cx="773112" cy="774700"/>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289" name="Line 218">
              <a:extLst>
                <a:ext uri="{FF2B5EF4-FFF2-40B4-BE49-F238E27FC236}">
                  <a16:creationId xmlns:a16="http://schemas.microsoft.com/office/drawing/2014/main" id="{33A8F3D3-8A33-46D6-99BD-447BF93F2AD6}"/>
                </a:ext>
              </a:extLst>
            </p:cNvPr>
            <p:cNvSpPr>
              <a:spLocks noChangeShapeType="1"/>
            </p:cNvSpPr>
            <p:nvPr/>
          </p:nvSpPr>
          <p:spPr bwMode="auto">
            <a:xfrm flipH="1">
              <a:off x="1227138" y="4992687"/>
              <a:ext cx="773112"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290" name="Line 219">
              <a:extLst>
                <a:ext uri="{FF2B5EF4-FFF2-40B4-BE49-F238E27FC236}">
                  <a16:creationId xmlns:a16="http://schemas.microsoft.com/office/drawing/2014/main" id="{B95131F7-D757-4321-BE9B-E3B3531FC8F5}"/>
                </a:ext>
              </a:extLst>
            </p:cNvPr>
            <p:cNvSpPr>
              <a:spLocks noChangeShapeType="1"/>
            </p:cNvSpPr>
            <p:nvPr/>
          </p:nvSpPr>
          <p:spPr bwMode="auto">
            <a:xfrm flipV="1">
              <a:off x="1622425" y="4614862"/>
              <a:ext cx="1588" cy="77470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291" name="Line 220">
              <a:extLst>
                <a:ext uri="{FF2B5EF4-FFF2-40B4-BE49-F238E27FC236}">
                  <a16:creationId xmlns:a16="http://schemas.microsoft.com/office/drawing/2014/main" id="{C13C10DC-C71C-4C18-8705-E57868B4AD71}"/>
                </a:ext>
              </a:extLst>
            </p:cNvPr>
            <p:cNvSpPr>
              <a:spLocks noChangeShapeType="1"/>
            </p:cNvSpPr>
            <p:nvPr/>
          </p:nvSpPr>
          <p:spPr bwMode="auto">
            <a:xfrm>
              <a:off x="849313" y="4237037"/>
              <a:ext cx="377825" cy="377825"/>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292" name="Rectangle 221">
              <a:extLst>
                <a:ext uri="{FF2B5EF4-FFF2-40B4-BE49-F238E27FC236}">
                  <a16:creationId xmlns:a16="http://schemas.microsoft.com/office/drawing/2014/main" id="{8110DA96-FCA1-4AF4-BEB1-30B7306B5305}"/>
                </a:ext>
              </a:extLst>
            </p:cNvPr>
            <p:cNvSpPr>
              <a:spLocks noChangeArrowheads="1"/>
            </p:cNvSpPr>
            <p:nvPr/>
          </p:nvSpPr>
          <p:spPr bwMode="auto">
            <a:xfrm>
              <a:off x="2000250" y="4614862"/>
              <a:ext cx="755650" cy="774700"/>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293" name="Line 222">
              <a:extLst>
                <a:ext uri="{FF2B5EF4-FFF2-40B4-BE49-F238E27FC236}">
                  <a16:creationId xmlns:a16="http://schemas.microsoft.com/office/drawing/2014/main" id="{E5C74A1D-B917-4C37-B012-22F8B923185C}"/>
                </a:ext>
              </a:extLst>
            </p:cNvPr>
            <p:cNvSpPr>
              <a:spLocks noChangeShapeType="1"/>
            </p:cNvSpPr>
            <p:nvPr/>
          </p:nvSpPr>
          <p:spPr bwMode="auto">
            <a:xfrm flipH="1">
              <a:off x="2000250" y="4992687"/>
              <a:ext cx="755650"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294" name="Line 223">
              <a:extLst>
                <a:ext uri="{FF2B5EF4-FFF2-40B4-BE49-F238E27FC236}">
                  <a16:creationId xmlns:a16="http://schemas.microsoft.com/office/drawing/2014/main" id="{A402F294-937C-495B-987F-E3BDF08BD92A}"/>
                </a:ext>
              </a:extLst>
            </p:cNvPr>
            <p:cNvSpPr>
              <a:spLocks noChangeShapeType="1"/>
            </p:cNvSpPr>
            <p:nvPr/>
          </p:nvSpPr>
          <p:spPr bwMode="auto">
            <a:xfrm flipV="1">
              <a:off x="2378075" y="4614862"/>
              <a:ext cx="1588" cy="77470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295" name="Rectangle 225">
              <a:extLst>
                <a:ext uri="{FF2B5EF4-FFF2-40B4-BE49-F238E27FC236}">
                  <a16:creationId xmlns:a16="http://schemas.microsoft.com/office/drawing/2014/main" id="{89061D56-F11D-4F09-B1FF-1BCF49F52CD0}"/>
                </a:ext>
              </a:extLst>
            </p:cNvPr>
            <p:cNvSpPr>
              <a:spLocks noChangeArrowheads="1"/>
            </p:cNvSpPr>
            <p:nvPr/>
          </p:nvSpPr>
          <p:spPr bwMode="auto">
            <a:xfrm>
              <a:off x="1341438" y="4400550"/>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296" name="Rectangle 226">
              <a:extLst>
                <a:ext uri="{FF2B5EF4-FFF2-40B4-BE49-F238E27FC236}">
                  <a16:creationId xmlns:a16="http://schemas.microsoft.com/office/drawing/2014/main" id="{BFA8DF45-39D1-4B00-BCF7-C8753BEE1C52}"/>
                </a:ext>
              </a:extLst>
            </p:cNvPr>
            <p:cNvSpPr>
              <a:spLocks noChangeArrowheads="1"/>
            </p:cNvSpPr>
            <p:nvPr/>
          </p:nvSpPr>
          <p:spPr bwMode="auto">
            <a:xfrm>
              <a:off x="1724025" y="4400550"/>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297" name="Rectangle 227">
              <a:extLst>
                <a:ext uri="{FF2B5EF4-FFF2-40B4-BE49-F238E27FC236}">
                  <a16:creationId xmlns:a16="http://schemas.microsoft.com/office/drawing/2014/main" id="{618BF3F1-A01C-4C49-AEE1-A7EBC4B1AABE}"/>
                </a:ext>
              </a:extLst>
            </p:cNvPr>
            <p:cNvSpPr>
              <a:spLocks noChangeArrowheads="1"/>
            </p:cNvSpPr>
            <p:nvPr/>
          </p:nvSpPr>
          <p:spPr bwMode="auto">
            <a:xfrm>
              <a:off x="2106613" y="4400550"/>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298" name="Rectangle 228">
              <a:extLst>
                <a:ext uri="{FF2B5EF4-FFF2-40B4-BE49-F238E27FC236}">
                  <a16:creationId xmlns:a16="http://schemas.microsoft.com/office/drawing/2014/main" id="{16259F0F-1EC0-4018-BE7F-E2C916D6DF1D}"/>
                </a:ext>
              </a:extLst>
            </p:cNvPr>
            <p:cNvSpPr>
              <a:spLocks noChangeArrowheads="1"/>
            </p:cNvSpPr>
            <p:nvPr/>
          </p:nvSpPr>
          <p:spPr bwMode="auto">
            <a:xfrm>
              <a:off x="2489200" y="4400550"/>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299" name="Rectangle 229">
              <a:extLst>
                <a:ext uri="{FF2B5EF4-FFF2-40B4-BE49-F238E27FC236}">
                  <a16:creationId xmlns:a16="http://schemas.microsoft.com/office/drawing/2014/main" id="{47338348-94E8-47A8-9895-406BF97D38EE}"/>
                </a:ext>
              </a:extLst>
            </p:cNvPr>
            <p:cNvSpPr>
              <a:spLocks noChangeArrowheads="1"/>
            </p:cNvSpPr>
            <p:nvPr/>
          </p:nvSpPr>
          <p:spPr bwMode="auto">
            <a:xfrm>
              <a:off x="992188" y="4719637"/>
              <a:ext cx="16510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00" name="Rectangle 230">
              <a:extLst>
                <a:ext uri="{FF2B5EF4-FFF2-40B4-BE49-F238E27FC236}">
                  <a16:creationId xmlns:a16="http://schemas.microsoft.com/office/drawing/2014/main" id="{1EE0D3A5-1488-47E4-B112-C722D03060DC}"/>
                </a:ext>
              </a:extLst>
            </p:cNvPr>
            <p:cNvSpPr>
              <a:spLocks noChangeArrowheads="1"/>
            </p:cNvSpPr>
            <p:nvPr/>
          </p:nvSpPr>
          <p:spPr bwMode="auto">
            <a:xfrm>
              <a:off x="982663" y="5100637"/>
              <a:ext cx="16510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01" name="Rectangle 231">
              <a:extLst>
                <a:ext uri="{FF2B5EF4-FFF2-40B4-BE49-F238E27FC236}">
                  <a16:creationId xmlns:a16="http://schemas.microsoft.com/office/drawing/2014/main" id="{051B949F-2C61-4675-AC4E-44FEB6A01C88}"/>
                </a:ext>
              </a:extLst>
            </p:cNvPr>
            <p:cNvSpPr>
              <a:spLocks noChangeArrowheads="1"/>
            </p:cNvSpPr>
            <p:nvPr/>
          </p:nvSpPr>
          <p:spPr bwMode="auto">
            <a:xfrm>
              <a:off x="1768475" y="4727575"/>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02" name="Rectangle 232">
              <a:extLst>
                <a:ext uri="{FF2B5EF4-FFF2-40B4-BE49-F238E27FC236}">
                  <a16:creationId xmlns:a16="http://schemas.microsoft.com/office/drawing/2014/main" id="{16573FA7-9024-40F2-9CD3-0B4A84F3E4B7}"/>
                </a:ext>
              </a:extLst>
            </p:cNvPr>
            <p:cNvSpPr>
              <a:spLocks noChangeArrowheads="1"/>
            </p:cNvSpPr>
            <p:nvPr/>
          </p:nvSpPr>
          <p:spPr bwMode="auto">
            <a:xfrm>
              <a:off x="1382713" y="5110162"/>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03" name="Rectangle 233">
              <a:extLst>
                <a:ext uri="{FF2B5EF4-FFF2-40B4-BE49-F238E27FC236}">
                  <a16:creationId xmlns:a16="http://schemas.microsoft.com/office/drawing/2014/main" id="{DCE0AF23-9909-4A53-A4A5-8A0D94A62C90}"/>
                </a:ext>
              </a:extLst>
            </p:cNvPr>
            <p:cNvSpPr>
              <a:spLocks noChangeArrowheads="1"/>
            </p:cNvSpPr>
            <p:nvPr/>
          </p:nvSpPr>
          <p:spPr bwMode="auto">
            <a:xfrm>
              <a:off x="1768475" y="5110162"/>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04" name="Rectangle 234">
              <a:extLst>
                <a:ext uri="{FF2B5EF4-FFF2-40B4-BE49-F238E27FC236}">
                  <a16:creationId xmlns:a16="http://schemas.microsoft.com/office/drawing/2014/main" id="{56BA7A02-B735-4F5F-BA94-89D61FAC381D}"/>
                </a:ext>
              </a:extLst>
            </p:cNvPr>
            <p:cNvSpPr>
              <a:spLocks noChangeArrowheads="1"/>
            </p:cNvSpPr>
            <p:nvPr/>
          </p:nvSpPr>
          <p:spPr bwMode="auto">
            <a:xfrm>
              <a:off x="2152650" y="4727575"/>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05" name="Rectangle 235">
              <a:extLst>
                <a:ext uri="{FF2B5EF4-FFF2-40B4-BE49-F238E27FC236}">
                  <a16:creationId xmlns:a16="http://schemas.microsoft.com/office/drawing/2014/main" id="{1ADBD843-0282-458C-AC29-8784CD036E4E}"/>
                </a:ext>
              </a:extLst>
            </p:cNvPr>
            <p:cNvSpPr>
              <a:spLocks noChangeArrowheads="1"/>
            </p:cNvSpPr>
            <p:nvPr/>
          </p:nvSpPr>
          <p:spPr bwMode="auto">
            <a:xfrm>
              <a:off x="2152650" y="5110162"/>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06" name="Rectangle 236">
              <a:extLst>
                <a:ext uri="{FF2B5EF4-FFF2-40B4-BE49-F238E27FC236}">
                  <a16:creationId xmlns:a16="http://schemas.microsoft.com/office/drawing/2014/main" id="{DB3E2E96-277E-4E33-BB99-EBF1C074F14F}"/>
                </a:ext>
              </a:extLst>
            </p:cNvPr>
            <p:cNvSpPr>
              <a:spLocks noChangeArrowheads="1"/>
            </p:cNvSpPr>
            <p:nvPr/>
          </p:nvSpPr>
          <p:spPr bwMode="auto">
            <a:xfrm>
              <a:off x="2525713" y="4727575"/>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07" name="Rectangle 237">
              <a:extLst>
                <a:ext uri="{FF2B5EF4-FFF2-40B4-BE49-F238E27FC236}">
                  <a16:creationId xmlns:a16="http://schemas.microsoft.com/office/drawing/2014/main" id="{2C52EA5C-DCD9-4357-B317-2E0B77B4C31A}"/>
                </a:ext>
              </a:extLst>
            </p:cNvPr>
            <p:cNvSpPr>
              <a:spLocks noChangeArrowheads="1"/>
            </p:cNvSpPr>
            <p:nvPr/>
          </p:nvSpPr>
          <p:spPr bwMode="auto">
            <a:xfrm>
              <a:off x="2525713" y="5110162"/>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08" name="Rectangle 238">
              <a:extLst>
                <a:ext uri="{FF2B5EF4-FFF2-40B4-BE49-F238E27FC236}">
                  <a16:creationId xmlns:a16="http://schemas.microsoft.com/office/drawing/2014/main" id="{00E8EF30-6321-47A2-83C6-AB129044E0D6}"/>
                </a:ext>
              </a:extLst>
            </p:cNvPr>
            <p:cNvSpPr>
              <a:spLocks noChangeArrowheads="1"/>
            </p:cNvSpPr>
            <p:nvPr/>
          </p:nvSpPr>
          <p:spPr bwMode="auto">
            <a:xfrm>
              <a:off x="1227138" y="5389562"/>
              <a:ext cx="773112" cy="755650"/>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09" name="Line 239">
              <a:extLst>
                <a:ext uri="{FF2B5EF4-FFF2-40B4-BE49-F238E27FC236}">
                  <a16:creationId xmlns:a16="http://schemas.microsoft.com/office/drawing/2014/main" id="{75A8392D-F15E-433F-9C2F-3C5C464E50A4}"/>
                </a:ext>
              </a:extLst>
            </p:cNvPr>
            <p:cNvSpPr>
              <a:spLocks noChangeShapeType="1"/>
            </p:cNvSpPr>
            <p:nvPr/>
          </p:nvSpPr>
          <p:spPr bwMode="auto">
            <a:xfrm flipH="1">
              <a:off x="1227138" y="5767387"/>
              <a:ext cx="773112"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10" name="Line 240">
              <a:extLst>
                <a:ext uri="{FF2B5EF4-FFF2-40B4-BE49-F238E27FC236}">
                  <a16:creationId xmlns:a16="http://schemas.microsoft.com/office/drawing/2014/main" id="{696212CB-EB20-4D5B-97AE-8E87DB2705BF}"/>
                </a:ext>
              </a:extLst>
            </p:cNvPr>
            <p:cNvSpPr>
              <a:spLocks noChangeShapeType="1"/>
            </p:cNvSpPr>
            <p:nvPr/>
          </p:nvSpPr>
          <p:spPr bwMode="auto">
            <a:xfrm flipV="1">
              <a:off x="1622425" y="5389562"/>
              <a:ext cx="1588" cy="75565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11" name="Rectangle 241">
              <a:extLst>
                <a:ext uri="{FF2B5EF4-FFF2-40B4-BE49-F238E27FC236}">
                  <a16:creationId xmlns:a16="http://schemas.microsoft.com/office/drawing/2014/main" id="{68467ABA-396C-4D01-822B-4DA7EF1ED5FE}"/>
                </a:ext>
              </a:extLst>
            </p:cNvPr>
            <p:cNvSpPr>
              <a:spLocks noChangeArrowheads="1"/>
            </p:cNvSpPr>
            <p:nvPr/>
          </p:nvSpPr>
          <p:spPr bwMode="auto">
            <a:xfrm>
              <a:off x="2000250" y="5389562"/>
              <a:ext cx="755650" cy="755650"/>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12" name="Line 243">
              <a:extLst>
                <a:ext uri="{FF2B5EF4-FFF2-40B4-BE49-F238E27FC236}">
                  <a16:creationId xmlns:a16="http://schemas.microsoft.com/office/drawing/2014/main" id="{13FAAA12-F83B-49A7-B673-E11A3376FFA4}"/>
                </a:ext>
              </a:extLst>
            </p:cNvPr>
            <p:cNvSpPr>
              <a:spLocks noChangeShapeType="1"/>
            </p:cNvSpPr>
            <p:nvPr/>
          </p:nvSpPr>
          <p:spPr bwMode="auto">
            <a:xfrm flipH="1">
              <a:off x="2000250" y="5767387"/>
              <a:ext cx="755650"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13" name="Line 244">
              <a:extLst>
                <a:ext uri="{FF2B5EF4-FFF2-40B4-BE49-F238E27FC236}">
                  <a16:creationId xmlns:a16="http://schemas.microsoft.com/office/drawing/2014/main" id="{16CA6E89-EE88-4F07-B318-F600C45D5ADB}"/>
                </a:ext>
              </a:extLst>
            </p:cNvPr>
            <p:cNvSpPr>
              <a:spLocks noChangeShapeType="1"/>
            </p:cNvSpPr>
            <p:nvPr/>
          </p:nvSpPr>
          <p:spPr bwMode="auto">
            <a:xfrm flipV="1">
              <a:off x="2378075" y="5389562"/>
              <a:ext cx="1588" cy="75565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14" name="Rectangle 245">
              <a:extLst>
                <a:ext uri="{FF2B5EF4-FFF2-40B4-BE49-F238E27FC236}">
                  <a16:creationId xmlns:a16="http://schemas.microsoft.com/office/drawing/2014/main" id="{EADA7CFC-3EBA-4B2B-BB20-659D4AF496D9}"/>
                </a:ext>
              </a:extLst>
            </p:cNvPr>
            <p:cNvSpPr>
              <a:spLocks noChangeArrowheads="1"/>
            </p:cNvSpPr>
            <p:nvPr/>
          </p:nvSpPr>
          <p:spPr bwMode="auto">
            <a:xfrm>
              <a:off x="1382713" y="4727575"/>
              <a:ext cx="165100" cy="220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15" name="Rectangle 246">
              <a:extLst>
                <a:ext uri="{FF2B5EF4-FFF2-40B4-BE49-F238E27FC236}">
                  <a16:creationId xmlns:a16="http://schemas.microsoft.com/office/drawing/2014/main" id="{C9141901-CC3D-4546-B026-33946976CF71}"/>
                </a:ext>
              </a:extLst>
            </p:cNvPr>
            <p:cNvSpPr>
              <a:spLocks noChangeArrowheads="1"/>
            </p:cNvSpPr>
            <p:nvPr/>
          </p:nvSpPr>
          <p:spPr bwMode="auto">
            <a:xfrm>
              <a:off x="1768475" y="5491162"/>
              <a:ext cx="165100" cy="220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16" name="Rectangle 247">
              <a:extLst>
                <a:ext uri="{FF2B5EF4-FFF2-40B4-BE49-F238E27FC236}">
                  <a16:creationId xmlns:a16="http://schemas.microsoft.com/office/drawing/2014/main" id="{2C7E67DE-6DF7-4679-9215-D0FE41462201}"/>
                </a:ext>
              </a:extLst>
            </p:cNvPr>
            <p:cNvSpPr>
              <a:spLocks noChangeArrowheads="1"/>
            </p:cNvSpPr>
            <p:nvPr/>
          </p:nvSpPr>
          <p:spPr bwMode="auto">
            <a:xfrm>
              <a:off x="1382713" y="5873750"/>
              <a:ext cx="165100" cy="220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17" name="Rectangle 248">
              <a:extLst>
                <a:ext uri="{FF2B5EF4-FFF2-40B4-BE49-F238E27FC236}">
                  <a16:creationId xmlns:a16="http://schemas.microsoft.com/office/drawing/2014/main" id="{5EE54B7F-EE87-409D-B1CB-08639E3D60DE}"/>
                </a:ext>
              </a:extLst>
            </p:cNvPr>
            <p:cNvSpPr>
              <a:spLocks noChangeArrowheads="1"/>
            </p:cNvSpPr>
            <p:nvPr/>
          </p:nvSpPr>
          <p:spPr bwMode="auto">
            <a:xfrm>
              <a:off x="1768475" y="5873750"/>
              <a:ext cx="165100" cy="220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18" name="Rectangle 249">
              <a:extLst>
                <a:ext uri="{FF2B5EF4-FFF2-40B4-BE49-F238E27FC236}">
                  <a16:creationId xmlns:a16="http://schemas.microsoft.com/office/drawing/2014/main" id="{F96B6043-6C4A-4D85-B881-35079970A5AC}"/>
                </a:ext>
              </a:extLst>
            </p:cNvPr>
            <p:cNvSpPr>
              <a:spLocks noChangeArrowheads="1"/>
            </p:cNvSpPr>
            <p:nvPr/>
          </p:nvSpPr>
          <p:spPr bwMode="auto">
            <a:xfrm>
              <a:off x="2152650" y="5491162"/>
              <a:ext cx="165100" cy="220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19" name="Rectangle 250">
              <a:extLst>
                <a:ext uri="{FF2B5EF4-FFF2-40B4-BE49-F238E27FC236}">
                  <a16:creationId xmlns:a16="http://schemas.microsoft.com/office/drawing/2014/main" id="{6DEC09C3-7086-4C3E-B2B1-AB3155B89768}"/>
                </a:ext>
              </a:extLst>
            </p:cNvPr>
            <p:cNvSpPr>
              <a:spLocks noChangeArrowheads="1"/>
            </p:cNvSpPr>
            <p:nvPr/>
          </p:nvSpPr>
          <p:spPr bwMode="auto">
            <a:xfrm>
              <a:off x="2152650" y="5873750"/>
              <a:ext cx="165100" cy="220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20" name="Rectangle 251">
              <a:extLst>
                <a:ext uri="{FF2B5EF4-FFF2-40B4-BE49-F238E27FC236}">
                  <a16:creationId xmlns:a16="http://schemas.microsoft.com/office/drawing/2014/main" id="{8F154A93-6AF2-4CD6-9D1F-AA94A3FA054A}"/>
                </a:ext>
              </a:extLst>
            </p:cNvPr>
            <p:cNvSpPr>
              <a:spLocks noChangeArrowheads="1"/>
            </p:cNvSpPr>
            <p:nvPr/>
          </p:nvSpPr>
          <p:spPr bwMode="auto">
            <a:xfrm>
              <a:off x="2525713" y="5491162"/>
              <a:ext cx="165100" cy="220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21" name="Rectangle 252">
              <a:extLst>
                <a:ext uri="{FF2B5EF4-FFF2-40B4-BE49-F238E27FC236}">
                  <a16:creationId xmlns:a16="http://schemas.microsoft.com/office/drawing/2014/main" id="{511DFE66-CE50-4A38-8A62-EB3158E745E5}"/>
                </a:ext>
              </a:extLst>
            </p:cNvPr>
            <p:cNvSpPr>
              <a:spLocks noChangeArrowheads="1"/>
            </p:cNvSpPr>
            <p:nvPr/>
          </p:nvSpPr>
          <p:spPr bwMode="auto">
            <a:xfrm>
              <a:off x="2525713" y="5873750"/>
              <a:ext cx="165100" cy="220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22" name="Rectangle 253">
              <a:extLst>
                <a:ext uri="{FF2B5EF4-FFF2-40B4-BE49-F238E27FC236}">
                  <a16:creationId xmlns:a16="http://schemas.microsoft.com/office/drawing/2014/main" id="{D13B5643-7DD0-4391-A0AB-4B5EC31B7BF3}"/>
                </a:ext>
              </a:extLst>
            </p:cNvPr>
            <p:cNvSpPr>
              <a:spLocks noChangeArrowheads="1"/>
            </p:cNvSpPr>
            <p:nvPr/>
          </p:nvSpPr>
          <p:spPr bwMode="auto">
            <a:xfrm>
              <a:off x="1382713" y="5491162"/>
              <a:ext cx="165100" cy="220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23" name="Rectangle 254">
              <a:extLst>
                <a:ext uri="{FF2B5EF4-FFF2-40B4-BE49-F238E27FC236}">
                  <a16:creationId xmlns:a16="http://schemas.microsoft.com/office/drawing/2014/main" id="{C17B44A7-4362-4E16-BDB7-E1445E91FBB7}"/>
                </a:ext>
              </a:extLst>
            </p:cNvPr>
            <p:cNvSpPr>
              <a:spLocks noChangeArrowheads="1"/>
            </p:cNvSpPr>
            <p:nvPr/>
          </p:nvSpPr>
          <p:spPr bwMode="auto">
            <a:xfrm>
              <a:off x="982663" y="5491162"/>
              <a:ext cx="257175" cy="220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24" name="Rectangle 255">
              <a:extLst>
                <a:ext uri="{FF2B5EF4-FFF2-40B4-BE49-F238E27FC236}">
                  <a16:creationId xmlns:a16="http://schemas.microsoft.com/office/drawing/2014/main" id="{35D2F7ED-3F62-4D1F-B22F-D2D9649FABDF}"/>
                </a:ext>
              </a:extLst>
            </p:cNvPr>
            <p:cNvSpPr>
              <a:spLocks noChangeArrowheads="1"/>
            </p:cNvSpPr>
            <p:nvPr/>
          </p:nvSpPr>
          <p:spPr bwMode="auto">
            <a:xfrm>
              <a:off x="982663" y="5873750"/>
              <a:ext cx="257175" cy="220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25" name="Rectangle 256">
              <a:extLst>
                <a:ext uri="{FF2B5EF4-FFF2-40B4-BE49-F238E27FC236}">
                  <a16:creationId xmlns:a16="http://schemas.microsoft.com/office/drawing/2014/main" id="{FFC99990-ADB3-43A6-B0F6-9F60E4A4B153}"/>
                </a:ext>
              </a:extLst>
            </p:cNvPr>
            <p:cNvSpPr>
              <a:spLocks noChangeArrowheads="1"/>
            </p:cNvSpPr>
            <p:nvPr/>
          </p:nvSpPr>
          <p:spPr bwMode="auto">
            <a:xfrm>
              <a:off x="979488" y="4038600"/>
              <a:ext cx="155575" cy="220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26" name="Rectangle 257">
              <a:extLst>
                <a:ext uri="{FF2B5EF4-FFF2-40B4-BE49-F238E27FC236}">
                  <a16:creationId xmlns:a16="http://schemas.microsoft.com/office/drawing/2014/main" id="{732FE4AB-EE50-4E42-9C14-30E355442F19}"/>
                </a:ext>
              </a:extLst>
            </p:cNvPr>
            <p:cNvSpPr>
              <a:spLocks noChangeArrowheads="1"/>
            </p:cNvSpPr>
            <p:nvPr/>
          </p:nvSpPr>
          <p:spPr bwMode="auto">
            <a:xfrm>
              <a:off x="1057275" y="4117975"/>
              <a:ext cx="1397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27" name="Rectangle 258">
              <a:extLst>
                <a:ext uri="{FF2B5EF4-FFF2-40B4-BE49-F238E27FC236}">
                  <a16:creationId xmlns:a16="http://schemas.microsoft.com/office/drawing/2014/main" id="{305A4B22-80DB-4842-A746-DEC752CFCB53}"/>
                </a:ext>
              </a:extLst>
            </p:cNvPr>
            <p:cNvSpPr>
              <a:spLocks noChangeArrowheads="1"/>
            </p:cNvSpPr>
            <p:nvPr/>
          </p:nvSpPr>
          <p:spPr bwMode="auto">
            <a:xfrm>
              <a:off x="1135063" y="4038600"/>
              <a:ext cx="155575" cy="220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28" name="Rectangle 259">
              <a:extLst>
                <a:ext uri="{FF2B5EF4-FFF2-40B4-BE49-F238E27FC236}">
                  <a16:creationId xmlns:a16="http://schemas.microsoft.com/office/drawing/2014/main" id="{DC5C7B48-9064-448D-B299-D55098B777B1}"/>
                </a:ext>
              </a:extLst>
            </p:cNvPr>
            <p:cNvSpPr>
              <a:spLocks noChangeArrowheads="1"/>
            </p:cNvSpPr>
            <p:nvPr/>
          </p:nvSpPr>
          <p:spPr bwMode="auto">
            <a:xfrm>
              <a:off x="1211263" y="4117975"/>
              <a:ext cx="1397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29" name="Rectangle 260">
              <a:extLst>
                <a:ext uri="{FF2B5EF4-FFF2-40B4-BE49-F238E27FC236}">
                  <a16:creationId xmlns:a16="http://schemas.microsoft.com/office/drawing/2014/main" id="{E995BFF6-E143-416D-AE98-53BA7295347E}"/>
                </a:ext>
              </a:extLst>
            </p:cNvPr>
            <p:cNvSpPr>
              <a:spLocks noChangeArrowheads="1"/>
            </p:cNvSpPr>
            <p:nvPr/>
          </p:nvSpPr>
          <p:spPr bwMode="auto">
            <a:xfrm>
              <a:off x="603250" y="4270375"/>
              <a:ext cx="182563"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30" name="Rectangle 261">
              <a:extLst>
                <a:ext uri="{FF2B5EF4-FFF2-40B4-BE49-F238E27FC236}">
                  <a16:creationId xmlns:a16="http://schemas.microsoft.com/office/drawing/2014/main" id="{42AA180D-8601-4F13-AEC1-667B7925C4FC}"/>
                </a:ext>
              </a:extLst>
            </p:cNvPr>
            <p:cNvSpPr>
              <a:spLocks noChangeArrowheads="1"/>
            </p:cNvSpPr>
            <p:nvPr/>
          </p:nvSpPr>
          <p:spPr bwMode="auto">
            <a:xfrm>
              <a:off x="4665663" y="4614862"/>
              <a:ext cx="755650" cy="774700"/>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31" name="Line 262">
              <a:extLst>
                <a:ext uri="{FF2B5EF4-FFF2-40B4-BE49-F238E27FC236}">
                  <a16:creationId xmlns:a16="http://schemas.microsoft.com/office/drawing/2014/main" id="{29D6AA9C-1CC7-46B1-8B83-610AEFB0114E}"/>
                </a:ext>
              </a:extLst>
            </p:cNvPr>
            <p:cNvSpPr>
              <a:spLocks noChangeShapeType="1"/>
            </p:cNvSpPr>
            <p:nvPr/>
          </p:nvSpPr>
          <p:spPr bwMode="auto">
            <a:xfrm flipH="1">
              <a:off x="4665663" y="4992687"/>
              <a:ext cx="755650"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32" name="Line 263">
              <a:extLst>
                <a:ext uri="{FF2B5EF4-FFF2-40B4-BE49-F238E27FC236}">
                  <a16:creationId xmlns:a16="http://schemas.microsoft.com/office/drawing/2014/main" id="{BE896B23-0D3C-4778-B6FA-0E4878E780CF}"/>
                </a:ext>
              </a:extLst>
            </p:cNvPr>
            <p:cNvSpPr>
              <a:spLocks noChangeShapeType="1"/>
            </p:cNvSpPr>
            <p:nvPr/>
          </p:nvSpPr>
          <p:spPr bwMode="auto">
            <a:xfrm flipV="1">
              <a:off x="5043488" y="4614862"/>
              <a:ext cx="1587" cy="77470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33" name="Line 264">
              <a:extLst>
                <a:ext uri="{FF2B5EF4-FFF2-40B4-BE49-F238E27FC236}">
                  <a16:creationId xmlns:a16="http://schemas.microsoft.com/office/drawing/2014/main" id="{B2C0D8A5-79EE-450C-BB3A-B43BC69B9454}"/>
                </a:ext>
              </a:extLst>
            </p:cNvPr>
            <p:cNvSpPr>
              <a:spLocks noChangeShapeType="1"/>
            </p:cNvSpPr>
            <p:nvPr/>
          </p:nvSpPr>
          <p:spPr bwMode="auto">
            <a:xfrm>
              <a:off x="4270375" y="4237037"/>
              <a:ext cx="395288" cy="377825"/>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34" name="Rectangle 265">
              <a:extLst>
                <a:ext uri="{FF2B5EF4-FFF2-40B4-BE49-F238E27FC236}">
                  <a16:creationId xmlns:a16="http://schemas.microsoft.com/office/drawing/2014/main" id="{DC6CBD25-1373-4592-9307-588F6160BA7C}"/>
                </a:ext>
              </a:extLst>
            </p:cNvPr>
            <p:cNvSpPr>
              <a:spLocks noChangeArrowheads="1"/>
            </p:cNvSpPr>
            <p:nvPr/>
          </p:nvSpPr>
          <p:spPr bwMode="auto">
            <a:xfrm>
              <a:off x="5421313" y="4614862"/>
              <a:ext cx="773112" cy="774700"/>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35" name="Line 266">
              <a:extLst>
                <a:ext uri="{FF2B5EF4-FFF2-40B4-BE49-F238E27FC236}">
                  <a16:creationId xmlns:a16="http://schemas.microsoft.com/office/drawing/2014/main" id="{D2064519-99FC-4AEC-91B0-791AC5B33DA6}"/>
                </a:ext>
              </a:extLst>
            </p:cNvPr>
            <p:cNvSpPr>
              <a:spLocks noChangeShapeType="1"/>
            </p:cNvSpPr>
            <p:nvPr/>
          </p:nvSpPr>
          <p:spPr bwMode="auto">
            <a:xfrm flipH="1">
              <a:off x="5421313" y="4992687"/>
              <a:ext cx="773112"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36" name="Line 267">
              <a:extLst>
                <a:ext uri="{FF2B5EF4-FFF2-40B4-BE49-F238E27FC236}">
                  <a16:creationId xmlns:a16="http://schemas.microsoft.com/office/drawing/2014/main" id="{8468C1C3-4C79-45B5-9D43-D8B609314646}"/>
                </a:ext>
              </a:extLst>
            </p:cNvPr>
            <p:cNvSpPr>
              <a:spLocks noChangeShapeType="1"/>
            </p:cNvSpPr>
            <p:nvPr/>
          </p:nvSpPr>
          <p:spPr bwMode="auto">
            <a:xfrm flipV="1">
              <a:off x="5799138" y="4614862"/>
              <a:ext cx="1587" cy="77470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37" name="Rectangle 268">
              <a:extLst>
                <a:ext uri="{FF2B5EF4-FFF2-40B4-BE49-F238E27FC236}">
                  <a16:creationId xmlns:a16="http://schemas.microsoft.com/office/drawing/2014/main" id="{B3E0209F-2931-48F3-8788-CDED2BFB8CD9}"/>
                </a:ext>
              </a:extLst>
            </p:cNvPr>
            <p:cNvSpPr>
              <a:spLocks noChangeArrowheads="1"/>
            </p:cNvSpPr>
            <p:nvPr/>
          </p:nvSpPr>
          <p:spPr bwMode="auto">
            <a:xfrm>
              <a:off x="803275" y="4349750"/>
              <a:ext cx="1397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38" name="Rectangle 269">
              <a:extLst>
                <a:ext uri="{FF2B5EF4-FFF2-40B4-BE49-F238E27FC236}">
                  <a16:creationId xmlns:a16="http://schemas.microsoft.com/office/drawing/2014/main" id="{45333490-306D-4A27-A8EF-82C9EC2579D8}"/>
                </a:ext>
              </a:extLst>
            </p:cNvPr>
            <p:cNvSpPr>
              <a:spLocks noChangeArrowheads="1"/>
            </p:cNvSpPr>
            <p:nvPr/>
          </p:nvSpPr>
          <p:spPr bwMode="auto">
            <a:xfrm>
              <a:off x="4770438" y="4400550"/>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39" name="Rectangle 270">
              <a:extLst>
                <a:ext uri="{FF2B5EF4-FFF2-40B4-BE49-F238E27FC236}">
                  <a16:creationId xmlns:a16="http://schemas.microsoft.com/office/drawing/2014/main" id="{E01CA1BB-17DE-4E7F-A35C-278852CA5B60}"/>
                </a:ext>
              </a:extLst>
            </p:cNvPr>
            <p:cNvSpPr>
              <a:spLocks noChangeArrowheads="1"/>
            </p:cNvSpPr>
            <p:nvPr/>
          </p:nvSpPr>
          <p:spPr bwMode="auto">
            <a:xfrm>
              <a:off x="5153025" y="4400550"/>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40" name="Rectangle 271">
              <a:extLst>
                <a:ext uri="{FF2B5EF4-FFF2-40B4-BE49-F238E27FC236}">
                  <a16:creationId xmlns:a16="http://schemas.microsoft.com/office/drawing/2014/main" id="{1E5799E1-7687-4D54-BB5C-EA8A8E680ACC}"/>
                </a:ext>
              </a:extLst>
            </p:cNvPr>
            <p:cNvSpPr>
              <a:spLocks noChangeArrowheads="1"/>
            </p:cNvSpPr>
            <p:nvPr/>
          </p:nvSpPr>
          <p:spPr bwMode="auto">
            <a:xfrm>
              <a:off x="5535613" y="4400550"/>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41" name="Rectangle 272">
              <a:extLst>
                <a:ext uri="{FF2B5EF4-FFF2-40B4-BE49-F238E27FC236}">
                  <a16:creationId xmlns:a16="http://schemas.microsoft.com/office/drawing/2014/main" id="{B00F22F8-47DA-4552-A204-69771B869D69}"/>
                </a:ext>
              </a:extLst>
            </p:cNvPr>
            <p:cNvSpPr>
              <a:spLocks noChangeArrowheads="1"/>
            </p:cNvSpPr>
            <p:nvPr/>
          </p:nvSpPr>
          <p:spPr bwMode="auto">
            <a:xfrm>
              <a:off x="5916613" y="4400550"/>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42" name="Rectangle 273">
              <a:extLst>
                <a:ext uri="{FF2B5EF4-FFF2-40B4-BE49-F238E27FC236}">
                  <a16:creationId xmlns:a16="http://schemas.microsoft.com/office/drawing/2014/main" id="{4586533D-56E5-4A85-8EB9-CFD112CE3998}"/>
                </a:ext>
              </a:extLst>
            </p:cNvPr>
            <p:cNvSpPr>
              <a:spLocks noChangeArrowheads="1"/>
            </p:cNvSpPr>
            <p:nvPr/>
          </p:nvSpPr>
          <p:spPr bwMode="auto">
            <a:xfrm>
              <a:off x="4419600" y="4719637"/>
              <a:ext cx="16510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43" name="Rectangle 274">
              <a:extLst>
                <a:ext uri="{FF2B5EF4-FFF2-40B4-BE49-F238E27FC236}">
                  <a16:creationId xmlns:a16="http://schemas.microsoft.com/office/drawing/2014/main" id="{F368102A-6420-4841-9B73-408211B71244}"/>
                </a:ext>
              </a:extLst>
            </p:cNvPr>
            <p:cNvSpPr>
              <a:spLocks noChangeArrowheads="1"/>
            </p:cNvSpPr>
            <p:nvPr/>
          </p:nvSpPr>
          <p:spPr bwMode="auto">
            <a:xfrm>
              <a:off x="4410075" y="5100637"/>
              <a:ext cx="16510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44" name="Rectangle 275">
              <a:extLst>
                <a:ext uri="{FF2B5EF4-FFF2-40B4-BE49-F238E27FC236}">
                  <a16:creationId xmlns:a16="http://schemas.microsoft.com/office/drawing/2014/main" id="{E45F18BE-4E3C-4939-A443-E68BB1A4C7D8}"/>
                </a:ext>
              </a:extLst>
            </p:cNvPr>
            <p:cNvSpPr>
              <a:spLocks noChangeArrowheads="1"/>
            </p:cNvSpPr>
            <p:nvPr/>
          </p:nvSpPr>
          <p:spPr bwMode="auto">
            <a:xfrm>
              <a:off x="5197475" y="4727575"/>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45" name="Rectangle 276">
              <a:extLst>
                <a:ext uri="{FF2B5EF4-FFF2-40B4-BE49-F238E27FC236}">
                  <a16:creationId xmlns:a16="http://schemas.microsoft.com/office/drawing/2014/main" id="{9E976C5A-B2BF-40D9-A604-791C3AC72E17}"/>
                </a:ext>
              </a:extLst>
            </p:cNvPr>
            <p:cNvSpPr>
              <a:spLocks noChangeArrowheads="1"/>
            </p:cNvSpPr>
            <p:nvPr/>
          </p:nvSpPr>
          <p:spPr bwMode="auto">
            <a:xfrm>
              <a:off x="4811713" y="5110162"/>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46" name="Rectangle 277">
              <a:extLst>
                <a:ext uri="{FF2B5EF4-FFF2-40B4-BE49-F238E27FC236}">
                  <a16:creationId xmlns:a16="http://schemas.microsoft.com/office/drawing/2014/main" id="{E8456E02-1CD7-481D-9C8B-0A9401B9A280}"/>
                </a:ext>
              </a:extLst>
            </p:cNvPr>
            <p:cNvSpPr>
              <a:spLocks noChangeArrowheads="1"/>
            </p:cNvSpPr>
            <p:nvPr/>
          </p:nvSpPr>
          <p:spPr bwMode="auto">
            <a:xfrm>
              <a:off x="5197475" y="5110162"/>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47" name="Rectangle 278">
              <a:extLst>
                <a:ext uri="{FF2B5EF4-FFF2-40B4-BE49-F238E27FC236}">
                  <a16:creationId xmlns:a16="http://schemas.microsoft.com/office/drawing/2014/main" id="{097F048B-71FA-47E5-AC4C-641199EEFDA2}"/>
                </a:ext>
              </a:extLst>
            </p:cNvPr>
            <p:cNvSpPr>
              <a:spLocks noChangeArrowheads="1"/>
            </p:cNvSpPr>
            <p:nvPr/>
          </p:nvSpPr>
          <p:spPr bwMode="auto">
            <a:xfrm>
              <a:off x="5580063" y="4727575"/>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48" name="Rectangle 279">
              <a:extLst>
                <a:ext uri="{FF2B5EF4-FFF2-40B4-BE49-F238E27FC236}">
                  <a16:creationId xmlns:a16="http://schemas.microsoft.com/office/drawing/2014/main" id="{C1DDC51D-F009-4A6C-89C6-BE2730DBC7DD}"/>
                </a:ext>
              </a:extLst>
            </p:cNvPr>
            <p:cNvSpPr>
              <a:spLocks noChangeArrowheads="1"/>
            </p:cNvSpPr>
            <p:nvPr/>
          </p:nvSpPr>
          <p:spPr bwMode="auto">
            <a:xfrm>
              <a:off x="5580063" y="5110162"/>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49" name="Rectangle 280">
              <a:extLst>
                <a:ext uri="{FF2B5EF4-FFF2-40B4-BE49-F238E27FC236}">
                  <a16:creationId xmlns:a16="http://schemas.microsoft.com/office/drawing/2014/main" id="{6C6C3885-CEAA-46E1-85EB-E587E71844F7}"/>
                </a:ext>
              </a:extLst>
            </p:cNvPr>
            <p:cNvSpPr>
              <a:spLocks noChangeArrowheads="1"/>
            </p:cNvSpPr>
            <p:nvPr/>
          </p:nvSpPr>
          <p:spPr bwMode="auto">
            <a:xfrm>
              <a:off x="5953125" y="4727575"/>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50" name="Rectangle 281">
              <a:extLst>
                <a:ext uri="{FF2B5EF4-FFF2-40B4-BE49-F238E27FC236}">
                  <a16:creationId xmlns:a16="http://schemas.microsoft.com/office/drawing/2014/main" id="{1B30903F-D52D-45A3-B9D4-E21AEB166525}"/>
                </a:ext>
              </a:extLst>
            </p:cNvPr>
            <p:cNvSpPr>
              <a:spLocks noChangeArrowheads="1"/>
            </p:cNvSpPr>
            <p:nvPr/>
          </p:nvSpPr>
          <p:spPr bwMode="auto">
            <a:xfrm>
              <a:off x="5953125" y="5110162"/>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51" name="Rectangle 282">
              <a:extLst>
                <a:ext uri="{FF2B5EF4-FFF2-40B4-BE49-F238E27FC236}">
                  <a16:creationId xmlns:a16="http://schemas.microsoft.com/office/drawing/2014/main" id="{DFA19547-3BD2-4042-9278-68B053D8F9F1}"/>
                </a:ext>
              </a:extLst>
            </p:cNvPr>
            <p:cNvSpPr>
              <a:spLocks noChangeArrowheads="1"/>
            </p:cNvSpPr>
            <p:nvPr/>
          </p:nvSpPr>
          <p:spPr bwMode="auto">
            <a:xfrm>
              <a:off x="4665663" y="5389562"/>
              <a:ext cx="755650" cy="755650"/>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52" name="Line 283">
              <a:extLst>
                <a:ext uri="{FF2B5EF4-FFF2-40B4-BE49-F238E27FC236}">
                  <a16:creationId xmlns:a16="http://schemas.microsoft.com/office/drawing/2014/main" id="{26EC635F-A7D3-481D-A8B3-0487317BFA4D}"/>
                </a:ext>
              </a:extLst>
            </p:cNvPr>
            <p:cNvSpPr>
              <a:spLocks noChangeShapeType="1"/>
            </p:cNvSpPr>
            <p:nvPr/>
          </p:nvSpPr>
          <p:spPr bwMode="auto">
            <a:xfrm flipH="1">
              <a:off x="4665663" y="5767387"/>
              <a:ext cx="755650"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53" name="Line 284">
              <a:extLst>
                <a:ext uri="{FF2B5EF4-FFF2-40B4-BE49-F238E27FC236}">
                  <a16:creationId xmlns:a16="http://schemas.microsoft.com/office/drawing/2014/main" id="{011B445F-FA3C-408D-88C7-9C0D96DBEC03}"/>
                </a:ext>
              </a:extLst>
            </p:cNvPr>
            <p:cNvSpPr>
              <a:spLocks noChangeShapeType="1"/>
            </p:cNvSpPr>
            <p:nvPr/>
          </p:nvSpPr>
          <p:spPr bwMode="auto">
            <a:xfrm flipV="1">
              <a:off x="5043488" y="5389562"/>
              <a:ext cx="1587" cy="75565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54" name="Rectangle 285">
              <a:extLst>
                <a:ext uri="{FF2B5EF4-FFF2-40B4-BE49-F238E27FC236}">
                  <a16:creationId xmlns:a16="http://schemas.microsoft.com/office/drawing/2014/main" id="{B1D4CE5C-F60C-4CE4-86F4-8B337B743A7B}"/>
                </a:ext>
              </a:extLst>
            </p:cNvPr>
            <p:cNvSpPr>
              <a:spLocks noChangeArrowheads="1"/>
            </p:cNvSpPr>
            <p:nvPr/>
          </p:nvSpPr>
          <p:spPr bwMode="auto">
            <a:xfrm>
              <a:off x="5421313" y="5389562"/>
              <a:ext cx="773112" cy="755650"/>
            </a:xfrm>
            <a:prstGeom prst="rect">
              <a:avLst/>
            </a:prstGeom>
            <a:noFill/>
            <a:ln w="1746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55" name="Line 286">
              <a:extLst>
                <a:ext uri="{FF2B5EF4-FFF2-40B4-BE49-F238E27FC236}">
                  <a16:creationId xmlns:a16="http://schemas.microsoft.com/office/drawing/2014/main" id="{B119B8A6-D9FD-45B8-99AF-37E5413757C4}"/>
                </a:ext>
              </a:extLst>
            </p:cNvPr>
            <p:cNvSpPr>
              <a:spLocks noChangeShapeType="1"/>
            </p:cNvSpPr>
            <p:nvPr/>
          </p:nvSpPr>
          <p:spPr bwMode="auto">
            <a:xfrm flipH="1">
              <a:off x="5421313" y="5767387"/>
              <a:ext cx="773112" cy="158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56" name="Line 287">
              <a:extLst>
                <a:ext uri="{FF2B5EF4-FFF2-40B4-BE49-F238E27FC236}">
                  <a16:creationId xmlns:a16="http://schemas.microsoft.com/office/drawing/2014/main" id="{697B1F9B-5FBD-4A11-98B1-AA98AAFCB90F}"/>
                </a:ext>
              </a:extLst>
            </p:cNvPr>
            <p:cNvSpPr>
              <a:spLocks noChangeShapeType="1"/>
            </p:cNvSpPr>
            <p:nvPr/>
          </p:nvSpPr>
          <p:spPr bwMode="auto">
            <a:xfrm flipV="1">
              <a:off x="5799138" y="5389562"/>
              <a:ext cx="1587" cy="75565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57" name="Rectangle 288">
              <a:extLst>
                <a:ext uri="{FF2B5EF4-FFF2-40B4-BE49-F238E27FC236}">
                  <a16:creationId xmlns:a16="http://schemas.microsoft.com/office/drawing/2014/main" id="{04EEB22F-BB31-4119-AFBC-F202DAB9D193}"/>
                </a:ext>
              </a:extLst>
            </p:cNvPr>
            <p:cNvSpPr>
              <a:spLocks noChangeArrowheads="1"/>
            </p:cNvSpPr>
            <p:nvPr/>
          </p:nvSpPr>
          <p:spPr bwMode="auto">
            <a:xfrm>
              <a:off x="4811713" y="4727575"/>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58" name="Rectangle 289">
              <a:extLst>
                <a:ext uri="{FF2B5EF4-FFF2-40B4-BE49-F238E27FC236}">
                  <a16:creationId xmlns:a16="http://schemas.microsoft.com/office/drawing/2014/main" id="{BBE431FB-6811-4E85-8D8E-102094855DDE}"/>
                </a:ext>
              </a:extLst>
            </p:cNvPr>
            <p:cNvSpPr>
              <a:spLocks noChangeArrowheads="1"/>
            </p:cNvSpPr>
            <p:nvPr/>
          </p:nvSpPr>
          <p:spPr bwMode="auto">
            <a:xfrm>
              <a:off x="5197475" y="5491162"/>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59" name="Rectangle 290">
              <a:extLst>
                <a:ext uri="{FF2B5EF4-FFF2-40B4-BE49-F238E27FC236}">
                  <a16:creationId xmlns:a16="http://schemas.microsoft.com/office/drawing/2014/main" id="{07BDADB7-171E-440D-A897-420FDD87F1B2}"/>
                </a:ext>
              </a:extLst>
            </p:cNvPr>
            <p:cNvSpPr>
              <a:spLocks noChangeArrowheads="1"/>
            </p:cNvSpPr>
            <p:nvPr/>
          </p:nvSpPr>
          <p:spPr bwMode="auto">
            <a:xfrm>
              <a:off x="4811713" y="5873750"/>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60" name="Rectangle 291">
              <a:extLst>
                <a:ext uri="{FF2B5EF4-FFF2-40B4-BE49-F238E27FC236}">
                  <a16:creationId xmlns:a16="http://schemas.microsoft.com/office/drawing/2014/main" id="{EDCE8731-EADB-43EA-9037-A990E55B2EC9}"/>
                </a:ext>
              </a:extLst>
            </p:cNvPr>
            <p:cNvSpPr>
              <a:spLocks noChangeArrowheads="1"/>
            </p:cNvSpPr>
            <p:nvPr/>
          </p:nvSpPr>
          <p:spPr bwMode="auto">
            <a:xfrm>
              <a:off x="5197475" y="5873750"/>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61" name="Rectangle 292">
              <a:extLst>
                <a:ext uri="{FF2B5EF4-FFF2-40B4-BE49-F238E27FC236}">
                  <a16:creationId xmlns:a16="http://schemas.microsoft.com/office/drawing/2014/main" id="{D9440DD5-74E0-4A86-B940-D340CAFD3281}"/>
                </a:ext>
              </a:extLst>
            </p:cNvPr>
            <p:cNvSpPr>
              <a:spLocks noChangeArrowheads="1"/>
            </p:cNvSpPr>
            <p:nvPr/>
          </p:nvSpPr>
          <p:spPr bwMode="auto">
            <a:xfrm>
              <a:off x="5580063" y="5491162"/>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62" name="Rectangle 293">
              <a:extLst>
                <a:ext uri="{FF2B5EF4-FFF2-40B4-BE49-F238E27FC236}">
                  <a16:creationId xmlns:a16="http://schemas.microsoft.com/office/drawing/2014/main" id="{33B48C41-72F5-4D96-B2DB-69ECB477AD1D}"/>
                </a:ext>
              </a:extLst>
            </p:cNvPr>
            <p:cNvSpPr>
              <a:spLocks noChangeArrowheads="1"/>
            </p:cNvSpPr>
            <p:nvPr/>
          </p:nvSpPr>
          <p:spPr bwMode="auto">
            <a:xfrm>
              <a:off x="5580063" y="5873750"/>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63" name="Rectangle 294">
              <a:extLst>
                <a:ext uri="{FF2B5EF4-FFF2-40B4-BE49-F238E27FC236}">
                  <a16:creationId xmlns:a16="http://schemas.microsoft.com/office/drawing/2014/main" id="{353C69C6-00F4-4353-B8A3-3BD8B0E249B5}"/>
                </a:ext>
              </a:extLst>
            </p:cNvPr>
            <p:cNvSpPr>
              <a:spLocks noChangeArrowheads="1"/>
            </p:cNvSpPr>
            <p:nvPr/>
          </p:nvSpPr>
          <p:spPr bwMode="auto">
            <a:xfrm>
              <a:off x="5953125" y="5491162"/>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64" name="Rectangle 295">
              <a:extLst>
                <a:ext uri="{FF2B5EF4-FFF2-40B4-BE49-F238E27FC236}">
                  <a16:creationId xmlns:a16="http://schemas.microsoft.com/office/drawing/2014/main" id="{2DE198CE-0BE0-4584-BA91-DE0D6F5E85DE}"/>
                </a:ext>
              </a:extLst>
            </p:cNvPr>
            <p:cNvSpPr>
              <a:spLocks noChangeArrowheads="1"/>
            </p:cNvSpPr>
            <p:nvPr/>
          </p:nvSpPr>
          <p:spPr bwMode="auto">
            <a:xfrm>
              <a:off x="5953125" y="5873750"/>
              <a:ext cx="825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65" name="Rectangle 296">
              <a:extLst>
                <a:ext uri="{FF2B5EF4-FFF2-40B4-BE49-F238E27FC236}">
                  <a16:creationId xmlns:a16="http://schemas.microsoft.com/office/drawing/2014/main" id="{C2AB6E22-CE70-49A8-9C43-238C40182A97}"/>
                </a:ext>
              </a:extLst>
            </p:cNvPr>
            <p:cNvSpPr>
              <a:spLocks noChangeArrowheads="1"/>
            </p:cNvSpPr>
            <p:nvPr/>
          </p:nvSpPr>
          <p:spPr bwMode="auto">
            <a:xfrm>
              <a:off x="4811713" y="5491162"/>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66" name="Rectangle 297">
              <a:extLst>
                <a:ext uri="{FF2B5EF4-FFF2-40B4-BE49-F238E27FC236}">
                  <a16:creationId xmlns:a16="http://schemas.microsoft.com/office/drawing/2014/main" id="{C560C306-05D5-4FE1-AFA8-FE57ACDADA35}"/>
                </a:ext>
              </a:extLst>
            </p:cNvPr>
            <p:cNvSpPr>
              <a:spLocks noChangeArrowheads="1"/>
            </p:cNvSpPr>
            <p:nvPr/>
          </p:nvSpPr>
          <p:spPr bwMode="auto">
            <a:xfrm>
              <a:off x="4410075" y="5491162"/>
              <a:ext cx="16510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67" name="Rectangle 298">
              <a:extLst>
                <a:ext uri="{FF2B5EF4-FFF2-40B4-BE49-F238E27FC236}">
                  <a16:creationId xmlns:a16="http://schemas.microsoft.com/office/drawing/2014/main" id="{BFEC3F7F-37C2-42C9-9715-F2895A571FFC}"/>
                </a:ext>
              </a:extLst>
            </p:cNvPr>
            <p:cNvSpPr>
              <a:spLocks noChangeArrowheads="1"/>
            </p:cNvSpPr>
            <p:nvPr/>
          </p:nvSpPr>
          <p:spPr bwMode="auto">
            <a:xfrm>
              <a:off x="4410075" y="5873750"/>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68" name="Rectangle 299">
              <a:extLst>
                <a:ext uri="{FF2B5EF4-FFF2-40B4-BE49-F238E27FC236}">
                  <a16:creationId xmlns:a16="http://schemas.microsoft.com/office/drawing/2014/main" id="{C328510B-9757-49CA-A9D1-75E385428A97}"/>
                </a:ext>
              </a:extLst>
            </p:cNvPr>
            <p:cNvSpPr>
              <a:spLocks noChangeArrowheads="1"/>
            </p:cNvSpPr>
            <p:nvPr/>
          </p:nvSpPr>
          <p:spPr bwMode="auto">
            <a:xfrm>
              <a:off x="4406900" y="4038600"/>
              <a:ext cx="730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69" name="Rectangle 300">
              <a:extLst>
                <a:ext uri="{FF2B5EF4-FFF2-40B4-BE49-F238E27FC236}">
                  <a16:creationId xmlns:a16="http://schemas.microsoft.com/office/drawing/2014/main" id="{2BB561AB-9818-4000-AF62-EE2A3812C01B}"/>
                </a:ext>
              </a:extLst>
            </p:cNvPr>
            <p:cNvSpPr>
              <a:spLocks noChangeArrowheads="1"/>
            </p:cNvSpPr>
            <p:nvPr/>
          </p:nvSpPr>
          <p:spPr bwMode="auto">
            <a:xfrm>
              <a:off x="4486275" y="4117975"/>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70" name="Rectangle 301">
              <a:extLst>
                <a:ext uri="{FF2B5EF4-FFF2-40B4-BE49-F238E27FC236}">
                  <a16:creationId xmlns:a16="http://schemas.microsoft.com/office/drawing/2014/main" id="{C5A7F9C6-9D37-4556-8FB7-5D2F7AB6EECD}"/>
                </a:ext>
              </a:extLst>
            </p:cNvPr>
            <p:cNvSpPr>
              <a:spLocks noChangeArrowheads="1"/>
            </p:cNvSpPr>
            <p:nvPr/>
          </p:nvSpPr>
          <p:spPr bwMode="auto">
            <a:xfrm>
              <a:off x="4562475" y="4038600"/>
              <a:ext cx="730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71" name="Rectangle 302">
              <a:extLst>
                <a:ext uri="{FF2B5EF4-FFF2-40B4-BE49-F238E27FC236}">
                  <a16:creationId xmlns:a16="http://schemas.microsoft.com/office/drawing/2014/main" id="{DDB63904-AE49-47DA-B09F-542D52B3B44B}"/>
                </a:ext>
              </a:extLst>
            </p:cNvPr>
            <p:cNvSpPr>
              <a:spLocks noChangeArrowheads="1"/>
            </p:cNvSpPr>
            <p:nvPr/>
          </p:nvSpPr>
          <p:spPr bwMode="auto">
            <a:xfrm>
              <a:off x="4640263" y="4117975"/>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72" name="Rectangle 303">
              <a:extLst>
                <a:ext uri="{FF2B5EF4-FFF2-40B4-BE49-F238E27FC236}">
                  <a16:creationId xmlns:a16="http://schemas.microsoft.com/office/drawing/2014/main" id="{A8A14E42-8039-4294-A6D3-84BE72E84328}"/>
                </a:ext>
              </a:extLst>
            </p:cNvPr>
            <p:cNvSpPr>
              <a:spLocks noChangeArrowheads="1"/>
            </p:cNvSpPr>
            <p:nvPr/>
          </p:nvSpPr>
          <p:spPr bwMode="auto">
            <a:xfrm>
              <a:off x="4032250" y="4270375"/>
              <a:ext cx="182563"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73" name="Rectangle 304">
              <a:extLst>
                <a:ext uri="{FF2B5EF4-FFF2-40B4-BE49-F238E27FC236}">
                  <a16:creationId xmlns:a16="http://schemas.microsoft.com/office/drawing/2014/main" id="{83C3B649-C223-4A2C-AF04-8404B58467F9}"/>
                </a:ext>
              </a:extLst>
            </p:cNvPr>
            <p:cNvSpPr>
              <a:spLocks noChangeArrowheads="1"/>
            </p:cNvSpPr>
            <p:nvPr/>
          </p:nvSpPr>
          <p:spPr bwMode="auto">
            <a:xfrm>
              <a:off x="4230688" y="4349750"/>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74" name="Rectangle 314">
              <a:extLst>
                <a:ext uri="{FF2B5EF4-FFF2-40B4-BE49-F238E27FC236}">
                  <a16:creationId xmlns:a16="http://schemas.microsoft.com/office/drawing/2014/main" id="{DA2D9617-01F2-4A01-8D27-D00EFDD31404}"/>
                </a:ext>
              </a:extLst>
            </p:cNvPr>
            <p:cNvSpPr>
              <a:spLocks noChangeArrowheads="1"/>
            </p:cNvSpPr>
            <p:nvPr/>
          </p:nvSpPr>
          <p:spPr bwMode="auto">
            <a:xfrm>
              <a:off x="1577975" y="6292850"/>
              <a:ext cx="155575" cy="220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J</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75" name="Rectangle 315">
              <a:extLst>
                <a:ext uri="{FF2B5EF4-FFF2-40B4-BE49-F238E27FC236}">
                  <a16:creationId xmlns:a16="http://schemas.microsoft.com/office/drawing/2014/main" id="{E36EAECA-36AE-48B7-AC8D-FD30E85DD74E}"/>
                </a:ext>
              </a:extLst>
            </p:cNvPr>
            <p:cNvSpPr>
              <a:spLocks noChangeArrowheads="1"/>
            </p:cNvSpPr>
            <p:nvPr/>
          </p:nvSpPr>
          <p:spPr bwMode="auto">
            <a:xfrm>
              <a:off x="1665288" y="6372225"/>
              <a:ext cx="1397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76" name="Rectangle 316">
              <a:extLst>
                <a:ext uri="{FF2B5EF4-FFF2-40B4-BE49-F238E27FC236}">
                  <a16:creationId xmlns:a16="http://schemas.microsoft.com/office/drawing/2014/main" id="{E5C370B2-5311-401B-B315-1B91DFAEDD4F}"/>
                </a:ext>
              </a:extLst>
            </p:cNvPr>
            <p:cNvSpPr>
              <a:spLocks noChangeArrowheads="1"/>
            </p:cNvSpPr>
            <p:nvPr/>
          </p:nvSpPr>
          <p:spPr bwMode="auto">
            <a:xfrm>
              <a:off x="1979613" y="6292850"/>
              <a:ext cx="182562"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77" name="Rectangle 317">
              <a:extLst>
                <a:ext uri="{FF2B5EF4-FFF2-40B4-BE49-F238E27FC236}">
                  <a16:creationId xmlns:a16="http://schemas.microsoft.com/office/drawing/2014/main" id="{E331E1A7-3D5C-4343-A855-200406814A7F}"/>
                </a:ext>
              </a:extLst>
            </p:cNvPr>
            <p:cNvSpPr>
              <a:spLocks noChangeArrowheads="1"/>
            </p:cNvSpPr>
            <p:nvPr/>
          </p:nvSpPr>
          <p:spPr bwMode="auto">
            <a:xfrm>
              <a:off x="2179638" y="6372225"/>
              <a:ext cx="1397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78" name="Rectangle 318">
              <a:extLst>
                <a:ext uri="{FF2B5EF4-FFF2-40B4-BE49-F238E27FC236}">
                  <a16:creationId xmlns:a16="http://schemas.microsoft.com/office/drawing/2014/main" id="{C97BBB70-3870-43B6-AC34-EEF009C39357}"/>
                </a:ext>
              </a:extLst>
            </p:cNvPr>
            <p:cNvSpPr>
              <a:spLocks noChangeArrowheads="1"/>
            </p:cNvSpPr>
            <p:nvPr/>
          </p:nvSpPr>
          <p:spPr bwMode="auto">
            <a:xfrm>
              <a:off x="2255838" y="6292850"/>
              <a:ext cx="155575" cy="220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79" name="Rectangle 319">
              <a:extLst>
                <a:ext uri="{FF2B5EF4-FFF2-40B4-BE49-F238E27FC236}">
                  <a16:creationId xmlns:a16="http://schemas.microsoft.com/office/drawing/2014/main" id="{AF1BFEF5-9549-4DDA-8032-A0EE08A8D2C6}"/>
                </a:ext>
              </a:extLst>
            </p:cNvPr>
            <p:cNvSpPr>
              <a:spLocks noChangeArrowheads="1"/>
            </p:cNvSpPr>
            <p:nvPr/>
          </p:nvSpPr>
          <p:spPr bwMode="auto">
            <a:xfrm>
              <a:off x="2333625" y="6372225"/>
              <a:ext cx="1397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80" name="Rectangle 320">
              <a:extLst>
                <a:ext uri="{FF2B5EF4-FFF2-40B4-BE49-F238E27FC236}">
                  <a16:creationId xmlns:a16="http://schemas.microsoft.com/office/drawing/2014/main" id="{5CA06FA5-0156-486B-8DA7-19A4DF4E80E4}"/>
                </a:ext>
              </a:extLst>
            </p:cNvPr>
            <p:cNvSpPr>
              <a:spLocks noChangeArrowheads="1"/>
            </p:cNvSpPr>
            <p:nvPr/>
          </p:nvSpPr>
          <p:spPr bwMode="auto">
            <a:xfrm>
              <a:off x="1808163" y="6291262"/>
              <a:ext cx="169862" cy="220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81" name="Rectangle 330">
              <a:extLst>
                <a:ext uri="{FF2B5EF4-FFF2-40B4-BE49-F238E27FC236}">
                  <a16:creationId xmlns:a16="http://schemas.microsoft.com/office/drawing/2014/main" id="{46D7DDE4-230B-41EA-B8E5-59DCB50D216E}"/>
                </a:ext>
              </a:extLst>
            </p:cNvPr>
            <p:cNvSpPr>
              <a:spLocks noChangeArrowheads="1"/>
            </p:cNvSpPr>
            <p:nvPr/>
          </p:nvSpPr>
          <p:spPr bwMode="auto">
            <a:xfrm>
              <a:off x="4987925" y="6292850"/>
              <a:ext cx="109538"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K</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82" name="Rectangle 331">
              <a:extLst>
                <a:ext uri="{FF2B5EF4-FFF2-40B4-BE49-F238E27FC236}">
                  <a16:creationId xmlns:a16="http://schemas.microsoft.com/office/drawing/2014/main" id="{EBD94D09-6A33-492B-A809-D257644492F1}"/>
                </a:ext>
              </a:extLst>
            </p:cNvPr>
            <p:cNvSpPr>
              <a:spLocks noChangeArrowheads="1"/>
            </p:cNvSpPr>
            <p:nvPr/>
          </p:nvSpPr>
          <p:spPr bwMode="auto">
            <a:xfrm>
              <a:off x="5110163" y="6372225"/>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83" name="Rectangle 332">
              <a:extLst>
                <a:ext uri="{FF2B5EF4-FFF2-40B4-BE49-F238E27FC236}">
                  <a16:creationId xmlns:a16="http://schemas.microsoft.com/office/drawing/2014/main" id="{FB3A3CDF-F4B2-4A5E-99AE-B8A18921E8C0}"/>
                </a:ext>
              </a:extLst>
            </p:cNvPr>
            <p:cNvSpPr>
              <a:spLocks noChangeArrowheads="1"/>
            </p:cNvSpPr>
            <p:nvPr/>
          </p:nvSpPr>
          <p:spPr bwMode="auto">
            <a:xfrm>
              <a:off x="5427663" y="6292850"/>
              <a:ext cx="182562"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84" name="Rectangle 333">
              <a:extLst>
                <a:ext uri="{FF2B5EF4-FFF2-40B4-BE49-F238E27FC236}">
                  <a16:creationId xmlns:a16="http://schemas.microsoft.com/office/drawing/2014/main" id="{C9A6A3E8-E983-4FD3-8FE0-B70DBD79BCC9}"/>
                </a:ext>
              </a:extLst>
            </p:cNvPr>
            <p:cNvSpPr>
              <a:spLocks noChangeArrowheads="1"/>
            </p:cNvSpPr>
            <p:nvPr/>
          </p:nvSpPr>
          <p:spPr bwMode="auto">
            <a:xfrm>
              <a:off x="5626100" y="6372225"/>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85" name="Rectangle 334">
              <a:extLst>
                <a:ext uri="{FF2B5EF4-FFF2-40B4-BE49-F238E27FC236}">
                  <a16:creationId xmlns:a16="http://schemas.microsoft.com/office/drawing/2014/main" id="{D5C17CB8-E77B-44FA-80B5-D088E2E9D44B}"/>
                </a:ext>
              </a:extLst>
            </p:cNvPr>
            <p:cNvSpPr>
              <a:spLocks noChangeArrowheads="1"/>
            </p:cNvSpPr>
            <p:nvPr/>
          </p:nvSpPr>
          <p:spPr bwMode="auto">
            <a:xfrm>
              <a:off x="5702300" y="6292850"/>
              <a:ext cx="730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86" name="Rectangle 335">
              <a:extLst>
                <a:ext uri="{FF2B5EF4-FFF2-40B4-BE49-F238E27FC236}">
                  <a16:creationId xmlns:a16="http://schemas.microsoft.com/office/drawing/2014/main" id="{D406F3CA-518D-4E3E-B551-6BA64BDC54E5}"/>
                </a:ext>
              </a:extLst>
            </p:cNvPr>
            <p:cNvSpPr>
              <a:spLocks noChangeArrowheads="1"/>
            </p:cNvSpPr>
            <p:nvPr/>
          </p:nvSpPr>
          <p:spPr bwMode="auto">
            <a:xfrm>
              <a:off x="5780088" y="6372225"/>
              <a:ext cx="63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87" name="Freeform 336">
              <a:extLst>
                <a:ext uri="{FF2B5EF4-FFF2-40B4-BE49-F238E27FC236}">
                  <a16:creationId xmlns:a16="http://schemas.microsoft.com/office/drawing/2014/main" id="{70850353-9DC1-4714-B52E-8634B9E1D95C}"/>
                </a:ext>
              </a:extLst>
            </p:cNvPr>
            <p:cNvSpPr>
              <a:spLocks/>
            </p:cNvSpPr>
            <p:nvPr/>
          </p:nvSpPr>
          <p:spPr bwMode="auto">
            <a:xfrm>
              <a:off x="2060575" y="5445125"/>
              <a:ext cx="254000" cy="638175"/>
            </a:xfrm>
            <a:custGeom>
              <a:avLst/>
              <a:gdLst>
                <a:gd name="T0" fmla="*/ 2147483646 w 283"/>
                <a:gd name="T1" fmla="*/ 0 h 709"/>
                <a:gd name="T2" fmla="*/ 2147483646 w 283"/>
                <a:gd name="T3" fmla="*/ 0 h 709"/>
                <a:gd name="T4" fmla="*/ 2147483646 w 283"/>
                <a:gd name="T5" fmla="*/ 2147483646 h 709"/>
                <a:gd name="T6" fmla="*/ 0 w 283"/>
                <a:gd name="T7" fmla="*/ 2147483646 h 709"/>
                <a:gd name="T8" fmla="*/ 0 w 283"/>
                <a:gd name="T9" fmla="*/ 2147483646 h 709"/>
                <a:gd name="T10" fmla="*/ 0 w 283"/>
                <a:gd name="T11" fmla="*/ 2147483646 h 709"/>
                <a:gd name="T12" fmla="*/ 0 w 283"/>
                <a:gd name="T13" fmla="*/ 2147483646 h 709"/>
                <a:gd name="T14" fmla="*/ 2147483646 w 283"/>
                <a:gd name="T15" fmla="*/ 2147483646 h 709"/>
                <a:gd name="T16" fmla="*/ 2147483646 w 283"/>
                <a:gd name="T17" fmla="*/ 2147483646 h 709"/>
                <a:gd name="T18" fmla="*/ 2147483646 w 283"/>
                <a:gd name="T19" fmla="*/ 2147483646 h 709"/>
                <a:gd name="T20" fmla="*/ 2147483646 w 283"/>
                <a:gd name="T21" fmla="*/ 2147483646 h 709"/>
                <a:gd name="T22" fmla="*/ 2147483646 w 283"/>
                <a:gd name="T23" fmla="*/ 2147483646 h 709"/>
                <a:gd name="T24" fmla="*/ 2147483646 w 283"/>
                <a:gd name="T25" fmla="*/ 2147483646 h 709"/>
                <a:gd name="T26" fmla="*/ 2147483646 w 283"/>
                <a:gd name="T27" fmla="*/ 2147483646 h 709"/>
                <a:gd name="T28" fmla="*/ 2147483646 w 283"/>
                <a:gd name="T29" fmla="*/ 2147483646 h 709"/>
                <a:gd name="T30" fmla="*/ 2147483646 w 283"/>
                <a:gd name="T31" fmla="*/ 2147483646 h 709"/>
                <a:gd name="T32" fmla="*/ 2147483646 w 283"/>
                <a:gd name="T33" fmla="*/ 2147483646 h 709"/>
                <a:gd name="T34" fmla="*/ 2147483646 w 283"/>
                <a:gd name="T35" fmla="*/ 0 h 70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3"/>
                <a:gd name="T55" fmla="*/ 0 h 709"/>
                <a:gd name="T56" fmla="*/ 283 w 283"/>
                <a:gd name="T57" fmla="*/ 709 h 70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3" h="709">
                  <a:moveTo>
                    <a:pt x="177" y="0"/>
                  </a:moveTo>
                  <a:cubicBezTo>
                    <a:pt x="141" y="0"/>
                    <a:pt x="141" y="0"/>
                    <a:pt x="106" y="0"/>
                  </a:cubicBezTo>
                  <a:cubicBezTo>
                    <a:pt x="71" y="0"/>
                    <a:pt x="71" y="0"/>
                    <a:pt x="35" y="35"/>
                  </a:cubicBezTo>
                  <a:cubicBezTo>
                    <a:pt x="0" y="71"/>
                    <a:pt x="0" y="71"/>
                    <a:pt x="0" y="106"/>
                  </a:cubicBezTo>
                  <a:cubicBezTo>
                    <a:pt x="0" y="142"/>
                    <a:pt x="0" y="142"/>
                    <a:pt x="0" y="177"/>
                  </a:cubicBezTo>
                  <a:cubicBezTo>
                    <a:pt x="0" y="213"/>
                    <a:pt x="0" y="213"/>
                    <a:pt x="0" y="390"/>
                  </a:cubicBezTo>
                  <a:cubicBezTo>
                    <a:pt x="0" y="567"/>
                    <a:pt x="0" y="567"/>
                    <a:pt x="0" y="602"/>
                  </a:cubicBezTo>
                  <a:cubicBezTo>
                    <a:pt x="0" y="638"/>
                    <a:pt x="0" y="638"/>
                    <a:pt x="35" y="673"/>
                  </a:cubicBezTo>
                  <a:cubicBezTo>
                    <a:pt x="71" y="709"/>
                    <a:pt x="71" y="709"/>
                    <a:pt x="106" y="709"/>
                  </a:cubicBezTo>
                  <a:cubicBezTo>
                    <a:pt x="141" y="709"/>
                    <a:pt x="141" y="709"/>
                    <a:pt x="177" y="709"/>
                  </a:cubicBezTo>
                  <a:cubicBezTo>
                    <a:pt x="212" y="709"/>
                    <a:pt x="212" y="709"/>
                    <a:pt x="248" y="673"/>
                  </a:cubicBezTo>
                  <a:cubicBezTo>
                    <a:pt x="283" y="638"/>
                    <a:pt x="283" y="638"/>
                    <a:pt x="283" y="602"/>
                  </a:cubicBezTo>
                  <a:cubicBezTo>
                    <a:pt x="283" y="567"/>
                    <a:pt x="283" y="567"/>
                    <a:pt x="283" y="531"/>
                  </a:cubicBezTo>
                  <a:cubicBezTo>
                    <a:pt x="283" y="496"/>
                    <a:pt x="283" y="496"/>
                    <a:pt x="283" y="354"/>
                  </a:cubicBezTo>
                  <a:cubicBezTo>
                    <a:pt x="283" y="213"/>
                    <a:pt x="283" y="213"/>
                    <a:pt x="283" y="177"/>
                  </a:cubicBezTo>
                  <a:cubicBezTo>
                    <a:pt x="283" y="142"/>
                    <a:pt x="283" y="142"/>
                    <a:pt x="283" y="106"/>
                  </a:cubicBezTo>
                  <a:cubicBezTo>
                    <a:pt x="283" y="71"/>
                    <a:pt x="283" y="71"/>
                    <a:pt x="248" y="35"/>
                  </a:cubicBezTo>
                  <a:cubicBezTo>
                    <a:pt x="212" y="0"/>
                    <a:pt x="212" y="0"/>
                    <a:pt x="177" y="0"/>
                  </a:cubicBezTo>
                </a:path>
              </a:pathLst>
            </a:custGeom>
            <a:noFill/>
            <a:ln w="17463">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88" name="Freeform 337">
              <a:extLst>
                <a:ext uri="{FF2B5EF4-FFF2-40B4-BE49-F238E27FC236}">
                  <a16:creationId xmlns:a16="http://schemas.microsoft.com/office/drawing/2014/main" id="{4B9479C5-30AA-4E20-AB66-1F4DD5BD75AA}"/>
                </a:ext>
              </a:extLst>
            </p:cNvPr>
            <p:cNvSpPr>
              <a:spLocks/>
            </p:cNvSpPr>
            <p:nvPr/>
          </p:nvSpPr>
          <p:spPr bwMode="auto">
            <a:xfrm>
              <a:off x="5487988" y="5445125"/>
              <a:ext cx="255587" cy="638175"/>
            </a:xfrm>
            <a:custGeom>
              <a:avLst/>
              <a:gdLst>
                <a:gd name="T0" fmla="*/ 2147483646 w 284"/>
                <a:gd name="T1" fmla="*/ 0 h 709"/>
                <a:gd name="T2" fmla="*/ 2147483646 w 284"/>
                <a:gd name="T3" fmla="*/ 0 h 709"/>
                <a:gd name="T4" fmla="*/ 2147483646 w 284"/>
                <a:gd name="T5" fmla="*/ 2147483646 h 709"/>
                <a:gd name="T6" fmla="*/ 0 w 284"/>
                <a:gd name="T7" fmla="*/ 2147483646 h 709"/>
                <a:gd name="T8" fmla="*/ 0 w 284"/>
                <a:gd name="T9" fmla="*/ 2147483646 h 709"/>
                <a:gd name="T10" fmla="*/ 0 w 284"/>
                <a:gd name="T11" fmla="*/ 2147483646 h 709"/>
                <a:gd name="T12" fmla="*/ 0 w 284"/>
                <a:gd name="T13" fmla="*/ 2147483646 h 709"/>
                <a:gd name="T14" fmla="*/ 2147483646 w 284"/>
                <a:gd name="T15" fmla="*/ 2147483646 h 709"/>
                <a:gd name="T16" fmla="*/ 2147483646 w 284"/>
                <a:gd name="T17" fmla="*/ 2147483646 h 709"/>
                <a:gd name="T18" fmla="*/ 2147483646 w 284"/>
                <a:gd name="T19" fmla="*/ 2147483646 h 709"/>
                <a:gd name="T20" fmla="*/ 2147483646 w 284"/>
                <a:gd name="T21" fmla="*/ 2147483646 h 709"/>
                <a:gd name="T22" fmla="*/ 2147483646 w 284"/>
                <a:gd name="T23" fmla="*/ 2147483646 h 709"/>
                <a:gd name="T24" fmla="*/ 2147483646 w 284"/>
                <a:gd name="T25" fmla="*/ 2147483646 h 709"/>
                <a:gd name="T26" fmla="*/ 2147483646 w 284"/>
                <a:gd name="T27" fmla="*/ 2147483646 h 709"/>
                <a:gd name="T28" fmla="*/ 2147483646 w 284"/>
                <a:gd name="T29" fmla="*/ 2147483646 h 709"/>
                <a:gd name="T30" fmla="*/ 2147483646 w 284"/>
                <a:gd name="T31" fmla="*/ 2147483646 h 709"/>
                <a:gd name="T32" fmla="*/ 2147483646 w 284"/>
                <a:gd name="T33" fmla="*/ 2147483646 h 709"/>
                <a:gd name="T34" fmla="*/ 2147483646 w 284"/>
                <a:gd name="T35" fmla="*/ 0 h 70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4"/>
                <a:gd name="T55" fmla="*/ 0 h 709"/>
                <a:gd name="T56" fmla="*/ 284 w 284"/>
                <a:gd name="T57" fmla="*/ 709 h 70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4" h="709">
                  <a:moveTo>
                    <a:pt x="177" y="0"/>
                  </a:moveTo>
                  <a:cubicBezTo>
                    <a:pt x="142" y="0"/>
                    <a:pt x="142" y="0"/>
                    <a:pt x="106" y="0"/>
                  </a:cubicBezTo>
                  <a:cubicBezTo>
                    <a:pt x="71" y="0"/>
                    <a:pt x="71" y="0"/>
                    <a:pt x="36" y="35"/>
                  </a:cubicBezTo>
                  <a:cubicBezTo>
                    <a:pt x="0" y="71"/>
                    <a:pt x="0" y="71"/>
                    <a:pt x="0" y="106"/>
                  </a:cubicBezTo>
                  <a:cubicBezTo>
                    <a:pt x="0" y="142"/>
                    <a:pt x="0" y="142"/>
                    <a:pt x="0" y="177"/>
                  </a:cubicBezTo>
                  <a:cubicBezTo>
                    <a:pt x="0" y="213"/>
                    <a:pt x="0" y="213"/>
                    <a:pt x="0" y="390"/>
                  </a:cubicBezTo>
                  <a:cubicBezTo>
                    <a:pt x="0" y="567"/>
                    <a:pt x="0" y="567"/>
                    <a:pt x="0" y="602"/>
                  </a:cubicBezTo>
                  <a:cubicBezTo>
                    <a:pt x="0" y="638"/>
                    <a:pt x="0" y="638"/>
                    <a:pt x="36" y="673"/>
                  </a:cubicBezTo>
                  <a:cubicBezTo>
                    <a:pt x="71" y="709"/>
                    <a:pt x="71" y="709"/>
                    <a:pt x="106" y="709"/>
                  </a:cubicBezTo>
                  <a:cubicBezTo>
                    <a:pt x="142" y="709"/>
                    <a:pt x="142" y="709"/>
                    <a:pt x="177" y="709"/>
                  </a:cubicBezTo>
                  <a:cubicBezTo>
                    <a:pt x="213" y="709"/>
                    <a:pt x="213" y="709"/>
                    <a:pt x="248" y="673"/>
                  </a:cubicBezTo>
                  <a:cubicBezTo>
                    <a:pt x="284" y="638"/>
                    <a:pt x="284" y="638"/>
                    <a:pt x="284" y="602"/>
                  </a:cubicBezTo>
                  <a:cubicBezTo>
                    <a:pt x="284" y="567"/>
                    <a:pt x="284" y="567"/>
                    <a:pt x="284" y="531"/>
                  </a:cubicBezTo>
                  <a:cubicBezTo>
                    <a:pt x="284" y="496"/>
                    <a:pt x="284" y="496"/>
                    <a:pt x="284" y="354"/>
                  </a:cubicBezTo>
                  <a:cubicBezTo>
                    <a:pt x="284" y="213"/>
                    <a:pt x="284" y="213"/>
                    <a:pt x="284" y="177"/>
                  </a:cubicBezTo>
                  <a:cubicBezTo>
                    <a:pt x="284" y="142"/>
                    <a:pt x="284" y="142"/>
                    <a:pt x="284" y="106"/>
                  </a:cubicBezTo>
                  <a:cubicBezTo>
                    <a:pt x="284" y="71"/>
                    <a:pt x="284" y="71"/>
                    <a:pt x="248" y="35"/>
                  </a:cubicBezTo>
                  <a:cubicBezTo>
                    <a:pt x="213" y="0"/>
                    <a:pt x="213" y="0"/>
                    <a:pt x="177" y="0"/>
                  </a:cubicBezTo>
                </a:path>
              </a:pathLst>
            </a:custGeom>
            <a:noFill/>
            <a:ln w="17463">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389" name="Rectangle 338">
              <a:extLst>
                <a:ext uri="{FF2B5EF4-FFF2-40B4-BE49-F238E27FC236}">
                  <a16:creationId xmlns:a16="http://schemas.microsoft.com/office/drawing/2014/main" id="{03FAE73B-033D-4621-9B59-D57C9D88ACF7}"/>
                </a:ext>
              </a:extLst>
            </p:cNvPr>
            <p:cNvSpPr>
              <a:spLocks noChangeArrowheads="1"/>
            </p:cNvSpPr>
            <p:nvPr/>
          </p:nvSpPr>
          <p:spPr bwMode="auto">
            <a:xfrm>
              <a:off x="5254625" y="6291262"/>
              <a:ext cx="93663"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cxnSp>
        <p:nvCxnSpPr>
          <p:cNvPr id="97284" name="Straight Arrow Connector 209">
            <a:extLst>
              <a:ext uri="{FF2B5EF4-FFF2-40B4-BE49-F238E27FC236}">
                <a16:creationId xmlns:a16="http://schemas.microsoft.com/office/drawing/2014/main" id="{65746A59-9C95-4C59-A6ED-53757833DF4D}"/>
              </a:ext>
            </a:extLst>
          </p:cNvPr>
          <p:cNvCxnSpPr>
            <a:cxnSpLocks noChangeShapeType="1"/>
          </p:cNvCxnSpPr>
          <p:nvPr/>
        </p:nvCxnSpPr>
        <p:spPr bwMode="auto">
          <a:xfrm>
            <a:off x="914400" y="3657600"/>
            <a:ext cx="990600" cy="0"/>
          </a:xfrm>
          <a:prstGeom prst="straightConnector1">
            <a:avLst/>
          </a:prstGeom>
          <a:noFill/>
          <a:ln w="25400">
            <a:solidFill>
              <a:srgbClr val="FF0000"/>
            </a:solidFill>
            <a:round/>
            <a:headEnd/>
            <a:tailEnd type="arrow" w="med" len="med"/>
          </a:ln>
          <a:extLst>
            <a:ext uri="{909E8E84-426E-40DD-AFC4-6F175D3DCCD1}">
              <a14:hiddenFill xmlns:a14="http://schemas.microsoft.com/office/drawing/2010/main">
                <a:noFill/>
              </a14:hiddenFill>
            </a:ext>
          </a:extLst>
        </p:spPr>
      </p:cxnSp>
      <p:sp>
        <p:nvSpPr>
          <p:cNvPr id="97285" name="TextBox 210">
            <a:extLst>
              <a:ext uri="{FF2B5EF4-FFF2-40B4-BE49-F238E27FC236}">
                <a16:creationId xmlns:a16="http://schemas.microsoft.com/office/drawing/2014/main" id="{D39324B6-0C6F-4647-BBFB-9E932C537CA6}"/>
              </a:ext>
            </a:extLst>
          </p:cNvPr>
          <p:cNvSpPr txBox="1">
            <a:spLocks noChangeArrowheads="1"/>
          </p:cNvSpPr>
          <p:nvPr/>
        </p:nvSpPr>
        <p:spPr bwMode="auto">
          <a:xfrm>
            <a:off x="334963" y="3363913"/>
            <a:ext cx="40640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J</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2</a:t>
            </a:r>
          </a:p>
        </p:txBody>
      </p:sp>
      <p:cxnSp>
        <p:nvCxnSpPr>
          <p:cNvPr id="97286" name="Straight Arrow Connector 211">
            <a:extLst>
              <a:ext uri="{FF2B5EF4-FFF2-40B4-BE49-F238E27FC236}">
                <a16:creationId xmlns:a16="http://schemas.microsoft.com/office/drawing/2014/main" id="{47E9ABF8-E482-42A3-BFC1-F7AFE6B92171}"/>
              </a:ext>
            </a:extLst>
          </p:cNvPr>
          <p:cNvCxnSpPr>
            <a:cxnSpLocks noChangeShapeType="1"/>
          </p:cNvCxnSpPr>
          <p:nvPr/>
        </p:nvCxnSpPr>
        <p:spPr bwMode="auto">
          <a:xfrm rot="10800000">
            <a:off x="7545388" y="3646488"/>
            <a:ext cx="990600" cy="0"/>
          </a:xfrm>
          <a:prstGeom prst="straightConnector1">
            <a:avLst/>
          </a:prstGeom>
          <a:noFill/>
          <a:ln w="25400">
            <a:solidFill>
              <a:srgbClr val="3366FF"/>
            </a:solidFill>
            <a:round/>
            <a:headEnd/>
            <a:tailEnd type="arrow" w="med" len="med"/>
          </a:ln>
          <a:extLst>
            <a:ext uri="{909E8E84-426E-40DD-AFC4-6F175D3DCCD1}">
              <a14:hiddenFill xmlns:a14="http://schemas.microsoft.com/office/drawing/2010/main">
                <a:noFill/>
              </a14:hiddenFill>
            </a:ext>
          </a:extLst>
        </p:spPr>
      </p:cxnSp>
      <p:sp>
        <p:nvSpPr>
          <p:cNvPr id="97287" name="TextBox 212">
            <a:extLst>
              <a:ext uri="{FF2B5EF4-FFF2-40B4-BE49-F238E27FC236}">
                <a16:creationId xmlns:a16="http://schemas.microsoft.com/office/drawing/2014/main" id="{A9796C16-776B-4B71-B748-BC563D8EE8AD}"/>
              </a:ext>
            </a:extLst>
          </p:cNvPr>
          <p:cNvSpPr txBox="1">
            <a:spLocks noChangeArrowheads="1"/>
          </p:cNvSpPr>
          <p:nvPr/>
        </p:nvSpPr>
        <p:spPr bwMode="auto">
          <a:xfrm>
            <a:off x="8605838" y="3352800"/>
            <a:ext cx="50958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rPr>
              <a:t>K</a:t>
            </a:r>
            <a:r>
              <a:rPr kumimoji="0" lang="en-US" altLang="en-US" sz="2400" b="0" i="0" u="none" strike="noStrike" kern="1200" cap="none" spc="0" normalizeH="0" baseline="-25000" noProof="0">
                <a:ln>
                  <a:noFill/>
                </a:ln>
                <a:solidFill>
                  <a:srgbClr val="0000FF"/>
                </a:solidFill>
                <a:effectLst/>
                <a:uLnTx/>
                <a:uFillTx/>
                <a:latin typeface="Times" panose="02020603050405020304" pitchFamily="18" charset="0"/>
                <a:ea typeface="MS PGothic" panose="020B0600070205080204" pitchFamily="34" charset="-128"/>
                <a:cs typeface="+mn-cs"/>
              </a:rPr>
              <a:t>2</a:t>
            </a:r>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8305" name="Picture 3" descr="figure8">
            <a:extLst>
              <a:ext uri="{FF2B5EF4-FFF2-40B4-BE49-F238E27FC236}">
                <a16:creationId xmlns:a16="http://schemas.microsoft.com/office/drawing/2014/main" id="{4BB8A81F-A1E0-4A84-9CEE-A5B687CAFC9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886200" y="990600"/>
            <a:ext cx="4891088" cy="546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06" name="Title 1">
            <a:extLst>
              <a:ext uri="{FF2B5EF4-FFF2-40B4-BE49-F238E27FC236}">
                <a16:creationId xmlns:a16="http://schemas.microsoft.com/office/drawing/2014/main" id="{0ED22C33-463C-4540-95F5-E2668BBA53F7}"/>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Circuit diagram using JK flip-flops</a:t>
            </a:r>
          </a:p>
        </p:txBody>
      </p:sp>
      <p:pic>
        <p:nvPicPr>
          <p:cNvPr id="98307" name="Picture 1" descr="Screen shot 2013-12-04 at 2.13.40 PM.png">
            <a:extLst>
              <a:ext uri="{FF2B5EF4-FFF2-40B4-BE49-F238E27FC236}">
                <a16:creationId xmlns:a16="http://schemas.microsoft.com/office/drawing/2014/main" id="{DFC147C2-0417-4D5B-B6C8-A6E3C937C122}"/>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81000" y="1066800"/>
            <a:ext cx="137160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8308" name="Picture 2" descr="Screen shot 2013-12-04 at 2.13.49 PM.png">
            <a:extLst>
              <a:ext uri="{FF2B5EF4-FFF2-40B4-BE49-F238E27FC236}">
                <a16:creationId xmlns:a16="http://schemas.microsoft.com/office/drawing/2014/main" id="{2094D844-D6CA-4C2F-82A6-6D124C7685DF}"/>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381000" y="1676400"/>
            <a:ext cx="1371600" cy="500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8309" name="Picture 5" descr="Screen shot 2013-12-04 at 2.13.58 PM.png">
            <a:extLst>
              <a:ext uri="{FF2B5EF4-FFF2-40B4-BE49-F238E27FC236}">
                <a16:creationId xmlns:a16="http://schemas.microsoft.com/office/drawing/2014/main" id="{94998A5C-A566-48D3-BE09-503EF86A234B}"/>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304800" y="2857500"/>
            <a:ext cx="1676400" cy="531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8310" name="Picture 6" descr="Screen shot 2013-12-04 at 2.14.05 PM.png">
            <a:extLst>
              <a:ext uri="{FF2B5EF4-FFF2-40B4-BE49-F238E27FC236}">
                <a16:creationId xmlns:a16="http://schemas.microsoft.com/office/drawing/2014/main" id="{B74D2E1F-80F2-4F0D-857A-133288C1A717}"/>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304800" y="3390900"/>
            <a:ext cx="1752600" cy="49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8311" name="Picture 7" descr="Screen shot 2013-12-04 at 2.14.18 PM.png">
            <a:extLst>
              <a:ext uri="{FF2B5EF4-FFF2-40B4-BE49-F238E27FC236}">
                <a16:creationId xmlns:a16="http://schemas.microsoft.com/office/drawing/2014/main" id="{3BCA5911-C346-4A5A-B2F0-5F991060BEE1}"/>
              </a:ext>
            </a:extLst>
          </p:cNvPr>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304800" y="4572000"/>
            <a:ext cx="2057400" cy="53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8312" name="Picture 8" descr="Screen shot 2013-12-04 at 2.14.25 PM.png">
            <a:extLst>
              <a:ext uri="{FF2B5EF4-FFF2-40B4-BE49-F238E27FC236}">
                <a16:creationId xmlns:a16="http://schemas.microsoft.com/office/drawing/2014/main" id="{CC7A3F29-5D99-4684-B00B-4E4A4707DC54}"/>
              </a:ext>
            </a:extLst>
          </p:cNvPr>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a:off x="304800" y="5181600"/>
            <a:ext cx="213360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13" name="Rectangle 9">
            <a:extLst>
              <a:ext uri="{FF2B5EF4-FFF2-40B4-BE49-F238E27FC236}">
                <a16:creationId xmlns:a16="http://schemas.microsoft.com/office/drawing/2014/main" id="{897D0627-87D7-443D-81E8-F9EFD93F5C6D}"/>
              </a:ext>
            </a:extLst>
          </p:cNvPr>
          <p:cNvSpPr>
            <a:spLocks noChangeArrowheads="1"/>
          </p:cNvSpPr>
          <p:nvPr/>
        </p:nvSpPr>
        <p:spPr bwMode="auto">
          <a:xfrm>
            <a:off x="4691063" y="914400"/>
            <a:ext cx="1820862" cy="5029200"/>
          </a:xfrm>
          <a:prstGeom prst="rect">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9329" name="Picture 3" descr="figure8">
            <a:extLst>
              <a:ext uri="{FF2B5EF4-FFF2-40B4-BE49-F238E27FC236}">
                <a16:creationId xmlns:a16="http://schemas.microsoft.com/office/drawing/2014/main" id="{EF2E97F3-300F-4DC8-A0D0-4615861FBCE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886200" y="990600"/>
            <a:ext cx="4891088" cy="546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330" name="TextBox 125">
            <a:extLst>
              <a:ext uri="{FF2B5EF4-FFF2-40B4-BE49-F238E27FC236}">
                <a16:creationId xmlns:a16="http://schemas.microsoft.com/office/drawing/2014/main" id="{390307CA-CB24-4BC5-A081-6C5D30475106}"/>
              </a:ext>
            </a:extLst>
          </p:cNvPr>
          <p:cNvSpPr txBox="1">
            <a:spLocks noChangeArrowheads="1"/>
          </p:cNvSpPr>
          <p:nvPr/>
        </p:nvSpPr>
        <p:spPr bwMode="auto">
          <a:xfrm>
            <a:off x="6584950" y="6550025"/>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6.67 from the textbook ]</a:t>
            </a:r>
          </a:p>
        </p:txBody>
      </p:sp>
      <p:sp>
        <p:nvSpPr>
          <p:cNvPr id="99331" name="Title 1">
            <a:extLst>
              <a:ext uri="{FF2B5EF4-FFF2-40B4-BE49-F238E27FC236}">
                <a16:creationId xmlns:a16="http://schemas.microsoft.com/office/drawing/2014/main" id="{B1A4EB59-C0FA-4C94-A7A4-D0217781890B}"/>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Circuit diagram using JK flip-flops</a:t>
            </a:r>
          </a:p>
        </p:txBody>
      </p:sp>
      <p:pic>
        <p:nvPicPr>
          <p:cNvPr id="99332" name="Picture 5" descr="Screen shot 2013-12-04 at 2.13.40 PM.png">
            <a:extLst>
              <a:ext uri="{FF2B5EF4-FFF2-40B4-BE49-F238E27FC236}">
                <a16:creationId xmlns:a16="http://schemas.microsoft.com/office/drawing/2014/main" id="{501E1F2D-B4F2-497B-9D1B-06EA0DA17644}"/>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81000" y="1066800"/>
            <a:ext cx="137160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9333" name="Picture 6" descr="Screen shot 2013-12-04 at 2.13.49 PM.png">
            <a:extLst>
              <a:ext uri="{FF2B5EF4-FFF2-40B4-BE49-F238E27FC236}">
                <a16:creationId xmlns:a16="http://schemas.microsoft.com/office/drawing/2014/main" id="{4A0A8B42-B637-4361-AE70-16B581CE5707}"/>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381000" y="1676400"/>
            <a:ext cx="1371600" cy="500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9334" name="Picture 7" descr="Screen shot 2013-12-04 at 2.13.58 PM.png">
            <a:extLst>
              <a:ext uri="{FF2B5EF4-FFF2-40B4-BE49-F238E27FC236}">
                <a16:creationId xmlns:a16="http://schemas.microsoft.com/office/drawing/2014/main" id="{B1E1CB92-5A69-462C-9812-E991FD5A1C67}"/>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304800" y="2857500"/>
            <a:ext cx="1676400" cy="531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9335" name="Picture 8" descr="Screen shot 2013-12-04 at 2.14.05 PM.png">
            <a:extLst>
              <a:ext uri="{FF2B5EF4-FFF2-40B4-BE49-F238E27FC236}">
                <a16:creationId xmlns:a16="http://schemas.microsoft.com/office/drawing/2014/main" id="{2B8B9D87-04FD-49DA-A954-770B74D65ED6}"/>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304800" y="3390900"/>
            <a:ext cx="1752600" cy="49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9336" name="Picture 9" descr="Screen shot 2013-12-04 at 2.14.18 PM.png">
            <a:extLst>
              <a:ext uri="{FF2B5EF4-FFF2-40B4-BE49-F238E27FC236}">
                <a16:creationId xmlns:a16="http://schemas.microsoft.com/office/drawing/2014/main" id="{5BFEA193-2DC0-468A-A847-5C23C9374975}"/>
              </a:ext>
            </a:extLst>
          </p:cNvPr>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304800" y="4572000"/>
            <a:ext cx="2057400" cy="53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9337" name="Picture 10" descr="Screen shot 2013-12-04 at 2.14.25 PM.png">
            <a:extLst>
              <a:ext uri="{FF2B5EF4-FFF2-40B4-BE49-F238E27FC236}">
                <a16:creationId xmlns:a16="http://schemas.microsoft.com/office/drawing/2014/main" id="{52AC7644-189C-477C-99D6-20B86DE49D9A}"/>
              </a:ext>
            </a:extLst>
          </p:cNvPr>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a:off x="304800" y="5181600"/>
            <a:ext cx="213360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mc:AlternateContent xmlns:mc="http://schemas.openxmlformats.org/markup-compatibility/2006" xmlns:p14="http://schemas.microsoft.com/office/powerpoint/2010/main">
        <mc:Choice Requires="p14">
          <p:contentPart p14:bwMode="auto" r:id="rId9">
            <p14:nvContentPartPr>
              <p14:cNvPr id="2" name="Ink 1">
                <a:extLst>
                  <a:ext uri="{FF2B5EF4-FFF2-40B4-BE49-F238E27FC236}">
                    <a16:creationId xmlns:a16="http://schemas.microsoft.com/office/drawing/2014/main" id="{24121B1D-32BC-49BC-90A5-2A4089CAE9B3}"/>
                  </a:ext>
                </a:extLst>
              </p14:cNvPr>
              <p14:cNvContentPartPr/>
              <p14:nvPr/>
            </p14:nvContentPartPr>
            <p14:xfrm>
              <a:off x="1465560" y="721080"/>
              <a:ext cx="3061080" cy="4359240"/>
            </p14:xfrm>
          </p:contentPart>
        </mc:Choice>
        <mc:Fallback xmlns="">
          <p:pic>
            <p:nvPicPr>
              <p:cNvPr id="2" name="Ink 1">
                <a:extLst>
                  <a:ext uri="{FF2B5EF4-FFF2-40B4-BE49-F238E27FC236}">
                    <a16:creationId xmlns:a16="http://schemas.microsoft.com/office/drawing/2014/main" id="{24121B1D-32BC-49BC-90A5-2A4089CAE9B3}"/>
                  </a:ext>
                </a:extLst>
              </p:cNvPr>
              <p:cNvPicPr/>
              <p:nvPr/>
            </p:nvPicPr>
            <p:blipFill>
              <a:blip r:embed="rId10"/>
              <a:stretch>
                <a:fillRect/>
              </a:stretch>
            </p:blipFill>
            <p:spPr>
              <a:xfrm>
                <a:off x="1456200" y="711720"/>
                <a:ext cx="3079800" cy="4377960"/>
              </a:xfrm>
              <a:prstGeom prst="rect">
                <a:avLst/>
              </a:prstGeom>
            </p:spPr>
          </p:pic>
        </mc:Fallback>
      </mc:AlternateContent>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TextBox 125">
            <a:extLst>
              <a:ext uri="{FF2B5EF4-FFF2-40B4-BE49-F238E27FC236}">
                <a16:creationId xmlns:a16="http://schemas.microsoft.com/office/drawing/2014/main" id="{D4E4EA4D-0D6B-4F52-B75D-6A04A6B831F1}"/>
              </a:ext>
            </a:extLst>
          </p:cNvPr>
          <p:cNvSpPr txBox="1">
            <a:spLocks noChangeArrowheads="1"/>
          </p:cNvSpPr>
          <p:nvPr/>
        </p:nvSpPr>
        <p:spPr bwMode="auto">
          <a:xfrm>
            <a:off x="6451600" y="6477000"/>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6.68 from the textbook ]</a:t>
            </a:r>
          </a:p>
        </p:txBody>
      </p:sp>
      <p:sp>
        <p:nvSpPr>
          <p:cNvPr id="100355" name="Title 1">
            <a:extLst>
              <a:ext uri="{FF2B5EF4-FFF2-40B4-BE49-F238E27FC236}">
                <a16:creationId xmlns:a16="http://schemas.microsoft.com/office/drawing/2014/main" id="{8FB3224D-6DE6-4165-9A81-1359CD6DA72F}"/>
              </a:ext>
            </a:extLst>
          </p:cNvPr>
          <p:cNvSpPr txBox="1">
            <a:spLocks/>
          </p:cNvSpPr>
          <p:nvPr/>
        </p:nvSpPr>
        <p:spPr bwMode="auto">
          <a:xfrm>
            <a:off x="0" y="19050"/>
            <a:ext cx="9144000" cy="514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Factored-form implementation of the counter</a:t>
            </a:r>
          </a:p>
        </p:txBody>
      </p:sp>
      <p:pic>
        <p:nvPicPr>
          <p:cNvPr id="3" name="Picture 2">
            <a:extLst>
              <a:ext uri="{FF2B5EF4-FFF2-40B4-BE49-F238E27FC236}">
                <a16:creationId xmlns:a16="http://schemas.microsoft.com/office/drawing/2014/main" id="{45B71DAA-9029-45AB-8329-98917325EB20}"/>
              </a:ext>
            </a:extLst>
          </p:cNvPr>
          <p:cNvPicPr>
            <a:picLocks noChangeAspect="1"/>
          </p:cNvPicPr>
          <p:nvPr/>
        </p:nvPicPr>
        <p:blipFill>
          <a:blip r:embed="rId2"/>
          <a:stretch>
            <a:fillRect/>
          </a:stretch>
        </p:blipFill>
        <p:spPr>
          <a:xfrm>
            <a:off x="5022181" y="838200"/>
            <a:ext cx="4061222" cy="4800600"/>
          </a:xfrm>
          <a:prstGeom prst="rect">
            <a:avLst/>
          </a:prstGeom>
          <a:ln>
            <a:noFill/>
          </a:ln>
        </p:spPr>
      </p:pic>
      <p:sp>
        <p:nvSpPr>
          <p:cNvPr id="4" name="Arrow: Right 3">
            <a:extLst>
              <a:ext uri="{FF2B5EF4-FFF2-40B4-BE49-F238E27FC236}">
                <a16:creationId xmlns:a16="http://schemas.microsoft.com/office/drawing/2014/main" id="{D33464B1-13A9-409F-A0FE-23C45424CB0A}"/>
              </a:ext>
            </a:extLst>
          </p:cNvPr>
          <p:cNvSpPr/>
          <p:nvPr/>
        </p:nvSpPr>
        <p:spPr bwMode="auto">
          <a:xfrm>
            <a:off x="4888087" y="1608666"/>
            <a:ext cx="694267" cy="671690"/>
          </a:xfrm>
          <a:prstGeom prst="rightArrow">
            <a:avLst/>
          </a:prstGeom>
          <a:ln>
            <a:headEnd type="none" w="med" len="med"/>
            <a:tailEnd type="none" w="med" len="med"/>
          </a:ln>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style>
          <a:lnRef idx="2">
            <a:schemeClr val="accent2">
              <a:shade val="50000"/>
            </a:schemeClr>
          </a:lnRef>
          <a:fillRef idx="1">
            <a:schemeClr val="accent2"/>
          </a:fillRef>
          <a:effectRef idx="0">
            <a:schemeClr val="accent2"/>
          </a:effectRef>
          <a:fontRef idx="minor">
            <a:schemeClr val="lt1"/>
          </a:fontRef>
        </p:style>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charset="0"/>
              <a:ea typeface="ＭＳ Ｐゴシック" charset="0"/>
            </a:endParaRPr>
          </a:p>
        </p:txBody>
      </p:sp>
      <p:pic>
        <p:nvPicPr>
          <p:cNvPr id="7" name="Picture 3" descr="figure8">
            <a:extLst>
              <a:ext uri="{FF2B5EF4-FFF2-40B4-BE49-F238E27FC236}">
                <a16:creationId xmlns:a16="http://schemas.microsoft.com/office/drawing/2014/main" id="{421ACF0A-4CBB-4231-A9AA-4DD6101B0CA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597" y="838200"/>
            <a:ext cx="4891088" cy="546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mc:AlternateContent xmlns:mc="http://schemas.openxmlformats.org/markup-compatibility/2006" xmlns:p14="http://schemas.microsoft.com/office/powerpoint/2010/main">
        <mc:Choice Requires="p14">
          <p:contentPart p14:bwMode="auto" r:id="rId4">
            <p14:nvContentPartPr>
              <p14:cNvPr id="2" name="Ink 1">
                <a:extLst>
                  <a:ext uri="{FF2B5EF4-FFF2-40B4-BE49-F238E27FC236}">
                    <a16:creationId xmlns:a16="http://schemas.microsoft.com/office/drawing/2014/main" id="{37F996C8-AE76-4A59-AE49-40EF3962CFED}"/>
                  </a:ext>
                </a:extLst>
              </p14:cNvPr>
              <p14:cNvContentPartPr/>
              <p14:nvPr/>
            </p14:nvContentPartPr>
            <p14:xfrm>
              <a:off x="6012360" y="2404080"/>
              <a:ext cx="340200" cy="2346840"/>
            </p14:xfrm>
          </p:contentPart>
        </mc:Choice>
        <mc:Fallback xmlns="">
          <p:pic>
            <p:nvPicPr>
              <p:cNvPr id="2" name="Ink 1">
                <a:extLst>
                  <a:ext uri="{FF2B5EF4-FFF2-40B4-BE49-F238E27FC236}">
                    <a16:creationId xmlns:a16="http://schemas.microsoft.com/office/drawing/2014/main" id="{37F996C8-AE76-4A59-AE49-40EF3962CFED}"/>
                  </a:ext>
                </a:extLst>
              </p:cNvPr>
              <p:cNvPicPr/>
              <p:nvPr/>
            </p:nvPicPr>
            <p:blipFill>
              <a:blip r:embed="rId5"/>
              <a:stretch>
                <a:fillRect/>
              </a:stretch>
            </p:blipFill>
            <p:spPr>
              <a:xfrm>
                <a:off x="6003000" y="2394720"/>
                <a:ext cx="358920" cy="2365560"/>
              </a:xfrm>
              <a:prstGeom prst="rect">
                <a:avLst/>
              </a:prstGeom>
            </p:spPr>
          </p:pic>
        </mc:Fallback>
      </mc:AlternateContent>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7" name="Rectangle 2">
            <a:extLst>
              <a:ext uri="{FF2B5EF4-FFF2-40B4-BE49-F238E27FC236}">
                <a16:creationId xmlns:a16="http://schemas.microsoft.com/office/drawing/2014/main" id="{7D036343-150A-45A6-8B6A-B90582625EC6}"/>
              </a:ext>
            </a:extLst>
          </p:cNvPr>
          <p:cNvSpPr>
            <a:spLocks noGrp="1" noChangeArrowheads="1"/>
          </p:cNvSpPr>
          <p:nvPr>
            <p:ph type="title"/>
          </p:nvPr>
        </p:nvSpPr>
        <p:spPr>
          <a:xfrm>
            <a:off x="0" y="2590800"/>
            <a:ext cx="9144000" cy="1219200"/>
          </a:xfrm>
        </p:spPr>
        <p:txBody>
          <a:bodyPr/>
          <a:lstStyle/>
          <a:p>
            <a:pPr eaLnBrk="1" hangingPunct="1"/>
            <a:r>
              <a:rPr lang="en-US" altLang="en-US" dirty="0"/>
              <a:t>Another Example</a:t>
            </a:r>
            <a:br>
              <a:rPr lang="en-US" altLang="en-US" dirty="0"/>
            </a:br>
            <a:r>
              <a:rPr lang="en-US" altLang="en-US" dirty="0"/>
              <a:t>(A Different “Counter”)</a:t>
            </a:r>
          </a:p>
        </p:txBody>
      </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4" name="Rectangle 2">
            <a:extLst>
              <a:ext uri="{FF2B5EF4-FFF2-40B4-BE49-F238E27FC236}">
                <a16:creationId xmlns:a16="http://schemas.microsoft.com/office/drawing/2014/main" id="{FB52F38B-C0C9-8F4C-A3BF-422D0C1F83F8}"/>
              </a:ext>
            </a:extLst>
          </p:cNvPr>
          <p:cNvSpPr>
            <a:spLocks noGrp="1" noChangeArrowheads="1"/>
          </p:cNvSpPr>
          <p:nvPr>
            <p:ph type="title"/>
          </p:nvPr>
        </p:nvSpPr>
        <p:spPr>
          <a:xfrm>
            <a:off x="0" y="0"/>
            <a:ext cx="9144000" cy="609600"/>
          </a:xfrm>
        </p:spPr>
        <p:txBody>
          <a:bodyPr/>
          <a:lstStyle/>
          <a:p>
            <a:pPr eaLnBrk="1" hangingPunct="1">
              <a:defRPr/>
            </a:pPr>
            <a:r>
              <a:rPr lang="en-US" dirty="0">
                <a:ea typeface="+mj-ea"/>
                <a:cs typeface="+mj-cs"/>
              </a:rPr>
              <a:t>Goal</a:t>
            </a:r>
          </a:p>
        </p:txBody>
      </p:sp>
      <p:sp>
        <p:nvSpPr>
          <p:cNvPr id="102402" name="Rectangle 3">
            <a:extLst>
              <a:ext uri="{FF2B5EF4-FFF2-40B4-BE49-F238E27FC236}">
                <a16:creationId xmlns:a16="http://schemas.microsoft.com/office/drawing/2014/main" id="{2C1DDB3E-A132-450F-952C-E2D7EF380B64}"/>
              </a:ext>
            </a:extLst>
          </p:cNvPr>
          <p:cNvSpPr>
            <a:spLocks noGrp="1" noChangeArrowheads="1"/>
          </p:cNvSpPr>
          <p:nvPr>
            <p:ph type="body" idx="1"/>
          </p:nvPr>
        </p:nvSpPr>
        <p:spPr>
          <a:xfrm>
            <a:off x="84658" y="691445"/>
            <a:ext cx="8957741" cy="5791200"/>
          </a:xfrm>
        </p:spPr>
        <p:txBody>
          <a:bodyPr/>
          <a:lstStyle/>
          <a:p>
            <a:pPr algn="just" eaLnBrk="1" hangingPunct="1">
              <a:spcAft>
                <a:spcPts val="600"/>
              </a:spcAft>
            </a:pPr>
            <a:r>
              <a:rPr lang="en-US" altLang="en-US" dirty="0"/>
              <a:t>Implement a </a:t>
            </a:r>
            <a:r>
              <a:rPr lang="en-US" altLang="en-US" b="1" u="sng" dirty="0"/>
              <a:t>3-bit counter </a:t>
            </a:r>
            <a:r>
              <a:rPr lang="en-US" altLang="en-US" dirty="0"/>
              <a:t>using the sequential circuit approach that </a:t>
            </a:r>
            <a:r>
              <a:rPr lang="en-US" altLang="en-US" dirty="0">
                <a:solidFill>
                  <a:srgbClr val="FF0000"/>
                </a:solidFill>
              </a:rPr>
              <a:t>counts the pulses on the input line w</a:t>
            </a:r>
            <a:r>
              <a:rPr lang="en-US" altLang="en-US" dirty="0"/>
              <a:t>.</a:t>
            </a:r>
          </a:p>
          <a:p>
            <a:pPr algn="just" eaLnBrk="1" hangingPunct="1">
              <a:spcAft>
                <a:spcPts val="600"/>
              </a:spcAft>
            </a:pPr>
            <a:r>
              <a:rPr lang="en-US" altLang="en-US" dirty="0"/>
              <a:t>The counter must count in the following sequence:</a:t>
            </a:r>
          </a:p>
          <a:p>
            <a:pPr algn="just" eaLnBrk="1" hangingPunct="1">
              <a:spcAft>
                <a:spcPts val="600"/>
              </a:spcAft>
              <a:buFontTx/>
              <a:buNone/>
            </a:pPr>
            <a:r>
              <a:rPr lang="en-US" altLang="en-US" dirty="0"/>
              <a:t>	</a:t>
            </a:r>
            <a:r>
              <a:rPr lang="en-US" altLang="en-US" dirty="0">
                <a:solidFill>
                  <a:schemeClr val="accent2"/>
                </a:solidFill>
              </a:rPr>
              <a:t>0, 4, 2, 6, 1, 5, 3, 7</a:t>
            </a:r>
            <a:r>
              <a:rPr lang="en-US" altLang="en-US" dirty="0"/>
              <a:t>, 0, 4, 2, …</a:t>
            </a:r>
          </a:p>
          <a:p>
            <a:pPr algn="just" eaLnBrk="1" hangingPunct="1">
              <a:spcAft>
                <a:spcPts val="600"/>
              </a:spcAft>
            </a:pPr>
            <a:r>
              <a:rPr lang="en-US" altLang="en-US" dirty="0"/>
              <a:t>The count must be represented directly by the flip-flop values. No extra gates are allowed.</a:t>
            </a:r>
          </a:p>
          <a:p>
            <a:pPr algn="just" eaLnBrk="1" hangingPunct="1">
              <a:spcAft>
                <a:spcPts val="600"/>
              </a:spcAft>
            </a:pPr>
            <a:r>
              <a:rPr lang="en-US" altLang="en-US" dirty="0"/>
              <a:t>In other words, count = Q</a:t>
            </a:r>
            <a:r>
              <a:rPr lang="en-US" altLang="en-US" baseline="-25000" dirty="0"/>
              <a:t>2</a:t>
            </a:r>
            <a:r>
              <a:rPr lang="en-US" altLang="en-US" dirty="0"/>
              <a:t> Q</a:t>
            </a:r>
            <a:r>
              <a:rPr lang="en-US" altLang="en-US" baseline="-25000" dirty="0"/>
              <a:t>1</a:t>
            </a:r>
            <a:r>
              <a:rPr lang="en-US" altLang="en-US" dirty="0"/>
              <a:t> Q</a:t>
            </a:r>
            <a:r>
              <a:rPr lang="en-US" altLang="en-US" baseline="-25000" dirty="0"/>
              <a:t>0</a:t>
            </a:r>
          </a:p>
          <a:p>
            <a:pPr algn="just" eaLnBrk="1" hangingPunct="1"/>
            <a:endParaRPr lang="en-US" altLang="en-US" baseline="-25000" dirty="0"/>
          </a:p>
          <a:p>
            <a:pPr algn="just" eaLnBrk="1" hangingPunct="1"/>
            <a:r>
              <a:rPr lang="en-US" altLang="en-US" dirty="0"/>
              <a:t>The count changes based on the input signal w:</a:t>
            </a:r>
          </a:p>
          <a:p>
            <a:pPr lvl="1" algn="just" eaLnBrk="1" hangingPunct="1"/>
            <a:r>
              <a:rPr lang="en-US" altLang="en-US" dirty="0"/>
              <a:t>If w=0, then the count remains the same</a:t>
            </a:r>
          </a:p>
          <a:p>
            <a:pPr lvl="1" algn="just" eaLnBrk="1" hangingPunct="1"/>
            <a:r>
              <a:rPr lang="en-US" altLang="en-US" dirty="0"/>
              <a:t>If w=1, then the count is advanced by one</a:t>
            </a:r>
          </a:p>
        </p:txBody>
      </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4" name="Rectangle 2">
            <a:extLst>
              <a:ext uri="{FF2B5EF4-FFF2-40B4-BE49-F238E27FC236}">
                <a16:creationId xmlns:a16="http://schemas.microsoft.com/office/drawing/2014/main" id="{DA407EDD-4FC3-834B-80BE-DB1352B7CDCB}"/>
              </a:ext>
            </a:extLst>
          </p:cNvPr>
          <p:cNvSpPr>
            <a:spLocks noGrp="1" noChangeArrowheads="1"/>
          </p:cNvSpPr>
          <p:nvPr>
            <p:ph type="title"/>
          </p:nvPr>
        </p:nvSpPr>
        <p:spPr>
          <a:xfrm>
            <a:off x="0" y="0"/>
            <a:ext cx="9144000" cy="685800"/>
          </a:xfrm>
        </p:spPr>
        <p:txBody>
          <a:bodyPr/>
          <a:lstStyle/>
          <a:p>
            <a:pPr eaLnBrk="1" hangingPunct="1">
              <a:defRPr/>
            </a:pPr>
            <a:r>
              <a:rPr lang="en-US" dirty="0">
                <a:ea typeface="+mj-ea"/>
                <a:cs typeface="+mj-cs"/>
              </a:rPr>
              <a:t>Goal</a:t>
            </a:r>
          </a:p>
        </p:txBody>
      </p:sp>
      <p:sp>
        <p:nvSpPr>
          <p:cNvPr id="103426" name="Rectangle 3">
            <a:extLst>
              <a:ext uri="{FF2B5EF4-FFF2-40B4-BE49-F238E27FC236}">
                <a16:creationId xmlns:a16="http://schemas.microsoft.com/office/drawing/2014/main" id="{4E0B35C9-D821-4E8B-8BB3-94A066BCBBDA}"/>
              </a:ext>
            </a:extLst>
          </p:cNvPr>
          <p:cNvSpPr>
            <a:spLocks noGrp="1" noChangeArrowheads="1"/>
          </p:cNvSpPr>
          <p:nvPr>
            <p:ph type="body" idx="1"/>
          </p:nvPr>
        </p:nvSpPr>
        <p:spPr>
          <a:xfrm>
            <a:off x="609600" y="685799"/>
            <a:ext cx="8305800" cy="5795963"/>
          </a:xfrm>
        </p:spPr>
        <p:txBody>
          <a:bodyPr/>
          <a:lstStyle/>
          <a:p>
            <a:pPr eaLnBrk="1" hangingPunct="1"/>
            <a:r>
              <a:rPr lang="en-US" altLang="en-US" dirty="0"/>
              <a:t>Implement a </a:t>
            </a:r>
            <a:r>
              <a:rPr lang="en-US" altLang="en-US" b="1" u="sng" dirty="0"/>
              <a:t>3-bit counter </a:t>
            </a:r>
            <a:r>
              <a:rPr lang="en-US" altLang="en-US" dirty="0"/>
              <a:t>using the sequential circuit approach that counts the pulses on the input line w.</a:t>
            </a:r>
          </a:p>
          <a:p>
            <a:pPr eaLnBrk="1" hangingPunct="1"/>
            <a:r>
              <a:rPr lang="en-US" altLang="en-US" dirty="0"/>
              <a:t>The counter must count in the following sequence:</a:t>
            </a:r>
          </a:p>
          <a:p>
            <a:pPr eaLnBrk="1" hangingPunct="1">
              <a:buFontTx/>
              <a:buNone/>
            </a:pPr>
            <a:r>
              <a:rPr lang="en-US" altLang="en-US" dirty="0"/>
              <a:t>	</a:t>
            </a:r>
            <a:r>
              <a:rPr lang="en-US" altLang="en-US" dirty="0">
                <a:solidFill>
                  <a:schemeClr val="accent2"/>
                </a:solidFill>
              </a:rPr>
              <a:t>0, 4, 2, 6, 1, 5, 3, 7</a:t>
            </a:r>
            <a:r>
              <a:rPr lang="en-US" altLang="en-US" dirty="0"/>
              <a:t>, 0, 4, 2, …</a:t>
            </a:r>
          </a:p>
          <a:p>
            <a:pPr eaLnBrk="1" hangingPunct="1"/>
            <a:r>
              <a:rPr lang="en-US" altLang="en-US" dirty="0"/>
              <a:t>The count must be represented directly by the flip-flop values. No extra gates are allowed.</a:t>
            </a:r>
          </a:p>
          <a:p>
            <a:pPr eaLnBrk="1" hangingPunct="1"/>
            <a:r>
              <a:rPr lang="en-US" altLang="en-US" dirty="0"/>
              <a:t>In other words, count = Q</a:t>
            </a:r>
            <a:r>
              <a:rPr lang="en-US" altLang="en-US" baseline="-25000" dirty="0"/>
              <a:t>2</a:t>
            </a:r>
            <a:r>
              <a:rPr lang="en-US" altLang="en-US" dirty="0"/>
              <a:t> Q</a:t>
            </a:r>
            <a:r>
              <a:rPr lang="en-US" altLang="en-US" baseline="-25000" dirty="0"/>
              <a:t>1</a:t>
            </a:r>
            <a:r>
              <a:rPr lang="en-US" altLang="en-US" dirty="0"/>
              <a:t> Q</a:t>
            </a:r>
            <a:r>
              <a:rPr lang="en-US" altLang="en-US" baseline="-25000" dirty="0"/>
              <a:t>0</a:t>
            </a:r>
          </a:p>
          <a:p>
            <a:pPr eaLnBrk="1" hangingPunct="1"/>
            <a:endParaRPr lang="en-US" altLang="en-US" baseline="-25000" dirty="0"/>
          </a:p>
          <a:p>
            <a:pPr eaLnBrk="1" hangingPunct="1"/>
            <a:r>
              <a:rPr lang="en-US" altLang="en-US" dirty="0"/>
              <a:t>The count changes based on the input signal w:</a:t>
            </a:r>
          </a:p>
          <a:p>
            <a:pPr lvl="1" eaLnBrk="1" hangingPunct="1"/>
            <a:r>
              <a:rPr lang="en-US" altLang="en-US" dirty="0"/>
              <a:t>If w=0, then the count remains the same</a:t>
            </a:r>
          </a:p>
          <a:p>
            <a:pPr lvl="1" eaLnBrk="1" hangingPunct="1"/>
            <a:r>
              <a:rPr lang="en-US" altLang="en-US" dirty="0"/>
              <a:t>If w=1, then the count is advanced by one</a:t>
            </a:r>
          </a:p>
        </p:txBody>
      </p:sp>
      <p:sp>
        <p:nvSpPr>
          <p:cNvPr id="103427" name="TextBox 1">
            <a:extLst>
              <a:ext uri="{FF2B5EF4-FFF2-40B4-BE49-F238E27FC236}">
                <a16:creationId xmlns:a16="http://schemas.microsoft.com/office/drawing/2014/main" id="{EA808243-9F71-4A7C-873E-3A3E8A9F2C0D}"/>
              </a:ext>
            </a:extLst>
          </p:cNvPr>
          <p:cNvSpPr txBox="1">
            <a:spLocks noChangeArrowheads="1"/>
          </p:cNvSpPr>
          <p:nvPr/>
        </p:nvSpPr>
        <p:spPr bwMode="auto">
          <a:xfrm>
            <a:off x="7241822" y="5528733"/>
            <a:ext cx="1479550" cy="46196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0000"/>
                </a:solidFill>
                <a:effectLst/>
                <a:uLnTx/>
                <a:uFillTx/>
                <a:latin typeface="Times" panose="02020603050405020304" pitchFamily="18" charset="0"/>
                <a:ea typeface="MS PGothic" panose="020B0600070205080204" pitchFamily="34" charset="-128"/>
                <a:cs typeface="+mn-cs"/>
              </a:rPr>
              <a:t>Clock = w</a:t>
            </a:r>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49" name="Title 1">
            <a:extLst>
              <a:ext uri="{FF2B5EF4-FFF2-40B4-BE49-F238E27FC236}">
                <a16:creationId xmlns:a16="http://schemas.microsoft.com/office/drawing/2014/main" id="{7B357378-A512-4F91-B744-A5DA68F398DC}"/>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By flipping the order of the bits we get</a:t>
            </a:r>
          </a:p>
        </p:txBody>
      </p:sp>
      <p:sp>
        <p:nvSpPr>
          <p:cNvPr id="104450" name="TextBox 1">
            <a:extLst>
              <a:ext uri="{FF2B5EF4-FFF2-40B4-BE49-F238E27FC236}">
                <a16:creationId xmlns:a16="http://schemas.microsoft.com/office/drawing/2014/main" id="{1897E563-AEFC-4E70-B08C-C05F933D3896}"/>
              </a:ext>
            </a:extLst>
          </p:cNvPr>
          <p:cNvSpPr txBox="1">
            <a:spLocks noChangeArrowheads="1"/>
          </p:cNvSpPr>
          <p:nvPr/>
        </p:nvSpPr>
        <p:spPr bwMode="auto">
          <a:xfrm>
            <a:off x="2860675" y="1752599"/>
            <a:ext cx="723900" cy="3540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000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001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010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011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100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101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110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111</a:t>
            </a:r>
          </a:p>
        </p:txBody>
      </p:sp>
      <p:sp>
        <p:nvSpPr>
          <p:cNvPr id="104451" name="TextBox 114">
            <a:extLst>
              <a:ext uri="{FF2B5EF4-FFF2-40B4-BE49-F238E27FC236}">
                <a16:creationId xmlns:a16="http://schemas.microsoft.com/office/drawing/2014/main" id="{259D1CCD-369D-4A00-BBFE-2B1C4F12D5C9}"/>
              </a:ext>
            </a:extLst>
          </p:cNvPr>
          <p:cNvSpPr txBox="1">
            <a:spLocks noChangeArrowheads="1"/>
          </p:cNvSpPr>
          <p:nvPr/>
        </p:nvSpPr>
        <p:spPr bwMode="auto">
          <a:xfrm>
            <a:off x="6019800" y="1752600"/>
            <a:ext cx="723900" cy="3540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a:t>
            </a:r>
          </a:p>
        </p:txBody>
      </p:sp>
      <p:cxnSp>
        <p:nvCxnSpPr>
          <p:cNvPr id="104452" name="Straight Arrow Connector 115">
            <a:extLst>
              <a:ext uri="{FF2B5EF4-FFF2-40B4-BE49-F238E27FC236}">
                <a16:creationId xmlns:a16="http://schemas.microsoft.com/office/drawing/2014/main" id="{F3895B06-AF1B-4155-BDC7-2A971755C704}"/>
              </a:ext>
            </a:extLst>
          </p:cNvPr>
          <p:cNvCxnSpPr>
            <a:cxnSpLocks noChangeShapeType="1"/>
          </p:cNvCxnSpPr>
          <p:nvPr/>
        </p:nvCxnSpPr>
        <p:spPr bwMode="auto">
          <a:xfrm flipV="1">
            <a:off x="3663950" y="2025650"/>
            <a:ext cx="2203450" cy="19050"/>
          </a:xfrm>
          <a:prstGeom prst="straightConnector1">
            <a:avLst/>
          </a:prstGeom>
          <a:noFill/>
          <a:ln w="25400">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104453" name="Straight Arrow Connector 117">
            <a:extLst>
              <a:ext uri="{FF2B5EF4-FFF2-40B4-BE49-F238E27FC236}">
                <a16:creationId xmlns:a16="http://schemas.microsoft.com/office/drawing/2014/main" id="{FC0B6CED-1B60-4C75-AC8E-09E0D48DF500}"/>
              </a:ext>
            </a:extLst>
          </p:cNvPr>
          <p:cNvCxnSpPr>
            <a:cxnSpLocks noChangeShapeType="1"/>
          </p:cNvCxnSpPr>
          <p:nvPr/>
        </p:nvCxnSpPr>
        <p:spPr bwMode="auto">
          <a:xfrm flipV="1">
            <a:off x="3657600" y="2438400"/>
            <a:ext cx="2203450" cy="17463"/>
          </a:xfrm>
          <a:prstGeom prst="straightConnector1">
            <a:avLst/>
          </a:prstGeom>
          <a:noFill/>
          <a:ln w="25400">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104454" name="Straight Arrow Connector 118">
            <a:extLst>
              <a:ext uri="{FF2B5EF4-FFF2-40B4-BE49-F238E27FC236}">
                <a16:creationId xmlns:a16="http://schemas.microsoft.com/office/drawing/2014/main" id="{C9E16249-BA8A-47A0-9D4E-5155405F23AA}"/>
              </a:ext>
            </a:extLst>
          </p:cNvPr>
          <p:cNvCxnSpPr>
            <a:cxnSpLocks noChangeShapeType="1"/>
          </p:cNvCxnSpPr>
          <p:nvPr/>
        </p:nvCxnSpPr>
        <p:spPr bwMode="auto">
          <a:xfrm flipV="1">
            <a:off x="3657600" y="5011738"/>
            <a:ext cx="2203450" cy="17462"/>
          </a:xfrm>
          <a:prstGeom prst="straightConnector1">
            <a:avLst/>
          </a:prstGeom>
          <a:noFill/>
          <a:ln w="25400">
            <a:solidFill>
              <a:srgbClr val="FF0000"/>
            </a:solidFill>
            <a:round/>
            <a:headEnd/>
            <a:tailEnd type="arrow" w="med" len="med"/>
          </a:ln>
          <a:extLst>
            <a:ext uri="{909E8E84-426E-40DD-AFC4-6F175D3DCCD1}">
              <a14:hiddenFill xmlns:a14="http://schemas.microsoft.com/office/drawing/2010/main">
                <a:noFill/>
              </a14:hiddenFill>
            </a:ext>
          </a:extLst>
        </p:spPr>
      </p:cxnSp>
      <mc:AlternateContent xmlns:mc="http://schemas.openxmlformats.org/markup-compatibility/2006" xmlns:p14="http://schemas.microsoft.com/office/powerpoint/2010/main">
        <mc:Choice Requires="p14">
          <p:contentPart p14:bwMode="auto" r:id="rId2">
            <p14:nvContentPartPr>
              <p14:cNvPr id="2" name="Ink 1">
                <a:extLst>
                  <a:ext uri="{FF2B5EF4-FFF2-40B4-BE49-F238E27FC236}">
                    <a16:creationId xmlns:a16="http://schemas.microsoft.com/office/drawing/2014/main" id="{CFEEE2BA-BD7B-42D1-89B4-5DD35C921738}"/>
                  </a:ext>
                </a:extLst>
              </p14:cNvPr>
              <p14:cNvContentPartPr/>
              <p14:nvPr/>
            </p14:nvContentPartPr>
            <p14:xfrm>
              <a:off x="2948760" y="712440"/>
              <a:ext cx="4903920" cy="2800080"/>
            </p14:xfrm>
          </p:contentPart>
        </mc:Choice>
        <mc:Fallback xmlns="">
          <p:pic>
            <p:nvPicPr>
              <p:cNvPr id="2" name="Ink 1">
                <a:extLst>
                  <a:ext uri="{FF2B5EF4-FFF2-40B4-BE49-F238E27FC236}">
                    <a16:creationId xmlns:a16="http://schemas.microsoft.com/office/drawing/2014/main" id="{CFEEE2BA-BD7B-42D1-89B4-5DD35C921738}"/>
                  </a:ext>
                </a:extLst>
              </p:cNvPr>
              <p:cNvPicPr/>
              <p:nvPr/>
            </p:nvPicPr>
            <p:blipFill>
              <a:blip r:embed="rId3"/>
              <a:stretch>
                <a:fillRect/>
              </a:stretch>
            </p:blipFill>
            <p:spPr>
              <a:xfrm>
                <a:off x="2939400" y="703080"/>
                <a:ext cx="4922640" cy="2818800"/>
              </a:xfrm>
              <a:prstGeom prst="rect">
                <a:avLst/>
              </a:prstGeom>
            </p:spPr>
          </p:pic>
        </mc:Fallback>
      </mc:AlternateContent>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3" name="Title 1">
            <a:extLst>
              <a:ext uri="{FF2B5EF4-FFF2-40B4-BE49-F238E27FC236}">
                <a16:creationId xmlns:a16="http://schemas.microsoft.com/office/drawing/2014/main" id="{08603EE7-E3BE-4042-BCFF-54EDA48F90C2}"/>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By flipping the order of the bits we get</a:t>
            </a:r>
          </a:p>
        </p:txBody>
      </p:sp>
      <p:sp>
        <p:nvSpPr>
          <p:cNvPr id="105474" name="TextBox 1">
            <a:extLst>
              <a:ext uri="{FF2B5EF4-FFF2-40B4-BE49-F238E27FC236}">
                <a16:creationId xmlns:a16="http://schemas.microsoft.com/office/drawing/2014/main" id="{A7D527F6-A79D-44AC-B324-52925600D4B8}"/>
              </a:ext>
            </a:extLst>
          </p:cNvPr>
          <p:cNvSpPr txBox="1">
            <a:spLocks noChangeArrowheads="1"/>
          </p:cNvSpPr>
          <p:nvPr/>
        </p:nvSpPr>
        <p:spPr bwMode="auto">
          <a:xfrm>
            <a:off x="2400300" y="1752600"/>
            <a:ext cx="723900" cy="3540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a:t>
            </a:r>
          </a:p>
        </p:txBody>
      </p:sp>
      <p:sp>
        <p:nvSpPr>
          <p:cNvPr id="105475" name="TextBox 114">
            <a:extLst>
              <a:ext uri="{FF2B5EF4-FFF2-40B4-BE49-F238E27FC236}">
                <a16:creationId xmlns:a16="http://schemas.microsoft.com/office/drawing/2014/main" id="{8A0E683E-D8BA-4EA1-BED2-C7C84632232C}"/>
              </a:ext>
            </a:extLst>
          </p:cNvPr>
          <p:cNvSpPr txBox="1">
            <a:spLocks noChangeArrowheads="1"/>
          </p:cNvSpPr>
          <p:nvPr/>
        </p:nvSpPr>
        <p:spPr bwMode="auto">
          <a:xfrm>
            <a:off x="6019800" y="1752600"/>
            <a:ext cx="723900" cy="3540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000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100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010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110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001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101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011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111</a:t>
            </a:r>
          </a:p>
        </p:txBody>
      </p:sp>
      <p:cxnSp>
        <p:nvCxnSpPr>
          <p:cNvPr id="105476" name="Straight Arrow Connector 115">
            <a:extLst>
              <a:ext uri="{FF2B5EF4-FFF2-40B4-BE49-F238E27FC236}">
                <a16:creationId xmlns:a16="http://schemas.microsoft.com/office/drawing/2014/main" id="{8BC38681-5CAC-486E-B943-BE7A4FB86FF9}"/>
              </a:ext>
            </a:extLst>
          </p:cNvPr>
          <p:cNvCxnSpPr>
            <a:cxnSpLocks noChangeShapeType="1"/>
          </p:cNvCxnSpPr>
          <p:nvPr/>
        </p:nvCxnSpPr>
        <p:spPr bwMode="auto">
          <a:xfrm flipV="1">
            <a:off x="3663950" y="2025650"/>
            <a:ext cx="2203450" cy="19050"/>
          </a:xfrm>
          <a:prstGeom prst="straightConnector1">
            <a:avLst/>
          </a:prstGeom>
          <a:noFill/>
          <a:ln w="25400">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105477" name="Straight Arrow Connector 117">
            <a:extLst>
              <a:ext uri="{FF2B5EF4-FFF2-40B4-BE49-F238E27FC236}">
                <a16:creationId xmlns:a16="http://schemas.microsoft.com/office/drawing/2014/main" id="{57B0CD5A-66FC-4780-9509-6C410D14F189}"/>
              </a:ext>
            </a:extLst>
          </p:cNvPr>
          <p:cNvCxnSpPr>
            <a:cxnSpLocks noChangeShapeType="1"/>
          </p:cNvCxnSpPr>
          <p:nvPr/>
        </p:nvCxnSpPr>
        <p:spPr bwMode="auto">
          <a:xfrm flipV="1">
            <a:off x="3657600" y="2438400"/>
            <a:ext cx="2203450" cy="17463"/>
          </a:xfrm>
          <a:prstGeom prst="straightConnector1">
            <a:avLst/>
          </a:prstGeom>
          <a:noFill/>
          <a:ln w="25400">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105478" name="Straight Arrow Connector 118">
            <a:extLst>
              <a:ext uri="{FF2B5EF4-FFF2-40B4-BE49-F238E27FC236}">
                <a16:creationId xmlns:a16="http://schemas.microsoft.com/office/drawing/2014/main" id="{820763AA-9E2B-4C16-8C58-B380686A3A95}"/>
              </a:ext>
            </a:extLst>
          </p:cNvPr>
          <p:cNvCxnSpPr>
            <a:cxnSpLocks noChangeShapeType="1"/>
          </p:cNvCxnSpPr>
          <p:nvPr/>
        </p:nvCxnSpPr>
        <p:spPr bwMode="auto">
          <a:xfrm flipV="1">
            <a:off x="3657600" y="5011738"/>
            <a:ext cx="2203450" cy="17462"/>
          </a:xfrm>
          <a:prstGeom prst="straightConnector1">
            <a:avLst/>
          </a:prstGeom>
          <a:noFill/>
          <a:ln w="25400">
            <a:solidFill>
              <a:srgbClr val="FF0000"/>
            </a:solidFill>
            <a:round/>
            <a:headEnd/>
            <a:tailEnd type="arrow" w="med" len="med"/>
          </a:ln>
          <a:extLst>
            <a:ext uri="{909E8E84-426E-40DD-AFC4-6F175D3DCCD1}">
              <a14:hiddenFill xmlns:a14="http://schemas.microsoft.com/office/drawing/2010/main">
                <a:noFill/>
              </a14:hiddenFill>
            </a:ext>
          </a:extLst>
        </p:spPr>
      </p:cxnSp>
      <p:sp>
        <p:nvSpPr>
          <p:cNvPr id="105479" name="TextBox 119">
            <a:extLst>
              <a:ext uri="{FF2B5EF4-FFF2-40B4-BE49-F238E27FC236}">
                <a16:creationId xmlns:a16="http://schemas.microsoft.com/office/drawing/2014/main" id="{AB04DC70-CE5B-4AB0-95C0-4A8897A60903}"/>
              </a:ext>
            </a:extLst>
          </p:cNvPr>
          <p:cNvSpPr txBox="1">
            <a:spLocks noChangeArrowheads="1"/>
          </p:cNvSpPr>
          <p:nvPr/>
        </p:nvSpPr>
        <p:spPr bwMode="auto">
          <a:xfrm>
            <a:off x="1219200" y="1752600"/>
            <a:ext cx="363538" cy="3540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4</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5</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6</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7</a:t>
            </a:r>
          </a:p>
        </p:txBody>
      </p:sp>
      <p:sp>
        <p:nvSpPr>
          <p:cNvPr id="105480" name="TextBox 120">
            <a:extLst>
              <a:ext uri="{FF2B5EF4-FFF2-40B4-BE49-F238E27FC236}">
                <a16:creationId xmlns:a16="http://schemas.microsoft.com/office/drawing/2014/main" id="{63FD90B8-92F6-46EB-AB15-FF6FF0D7EB8A}"/>
              </a:ext>
            </a:extLst>
          </p:cNvPr>
          <p:cNvSpPr txBox="1">
            <a:spLocks noChangeArrowheads="1"/>
          </p:cNvSpPr>
          <p:nvPr/>
        </p:nvSpPr>
        <p:spPr bwMode="auto">
          <a:xfrm>
            <a:off x="7467600" y="1752600"/>
            <a:ext cx="363538" cy="3540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rPr>
              <a:t>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rPr>
              <a:t>4</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rPr>
              <a:t>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rPr>
              <a:t>6</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rPr>
              <a:t>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rPr>
              <a:t>5</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rPr>
              <a:t>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rPr>
              <a:t>7</a:t>
            </a:r>
          </a:p>
        </p:txBody>
      </p:sp>
      <mc:AlternateContent xmlns:mc="http://schemas.openxmlformats.org/markup-compatibility/2006" xmlns:p14="http://schemas.microsoft.com/office/powerpoint/2010/main">
        <mc:Choice Requires="p14">
          <p:contentPart p14:bwMode="auto" r:id="rId2">
            <p14:nvContentPartPr>
              <p14:cNvPr id="2" name="Ink 1">
                <a:extLst>
                  <a:ext uri="{FF2B5EF4-FFF2-40B4-BE49-F238E27FC236}">
                    <a16:creationId xmlns:a16="http://schemas.microsoft.com/office/drawing/2014/main" id="{0AB03C29-9F8F-4F05-AB5F-4533AE92E517}"/>
                  </a:ext>
                </a:extLst>
              </p14:cNvPr>
              <p14:cNvContentPartPr/>
              <p14:nvPr/>
            </p14:nvContentPartPr>
            <p14:xfrm>
              <a:off x="7144920" y="1715400"/>
              <a:ext cx="1001520" cy="3791880"/>
            </p14:xfrm>
          </p:contentPart>
        </mc:Choice>
        <mc:Fallback xmlns="">
          <p:pic>
            <p:nvPicPr>
              <p:cNvPr id="2" name="Ink 1">
                <a:extLst>
                  <a:ext uri="{FF2B5EF4-FFF2-40B4-BE49-F238E27FC236}">
                    <a16:creationId xmlns:a16="http://schemas.microsoft.com/office/drawing/2014/main" id="{0AB03C29-9F8F-4F05-AB5F-4533AE92E517}"/>
                  </a:ext>
                </a:extLst>
              </p:cNvPr>
              <p:cNvPicPr/>
              <p:nvPr/>
            </p:nvPicPr>
            <p:blipFill>
              <a:blip r:embed="rId3"/>
              <a:stretch>
                <a:fillRect/>
              </a:stretch>
            </p:blipFill>
            <p:spPr>
              <a:xfrm>
                <a:off x="7135560" y="1706040"/>
                <a:ext cx="1020240" cy="3810600"/>
              </a:xfrm>
              <a:prstGeom prst="rect">
                <a:avLst/>
              </a:prstGeom>
            </p:spPr>
          </p:pic>
        </mc:Fallback>
      </mc:AlternateContent>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8" name="TextBox 125">
            <a:extLst>
              <a:ext uri="{FF2B5EF4-FFF2-40B4-BE49-F238E27FC236}">
                <a16:creationId xmlns:a16="http://schemas.microsoft.com/office/drawing/2014/main" id="{DA6BE40C-03B8-4873-A894-15FC0DB4B989}"/>
              </a:ext>
            </a:extLst>
          </p:cNvPr>
          <p:cNvSpPr txBox="1">
            <a:spLocks noChangeArrowheads="1"/>
          </p:cNvSpPr>
          <p:nvPr/>
        </p:nvSpPr>
        <p:spPr bwMode="auto">
          <a:xfrm>
            <a:off x="6451600" y="6477000"/>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6.69 from the textbook ]</a:t>
            </a:r>
          </a:p>
        </p:txBody>
      </p:sp>
      <p:sp>
        <p:nvSpPr>
          <p:cNvPr id="106499" name="Title 1">
            <a:extLst>
              <a:ext uri="{FF2B5EF4-FFF2-40B4-BE49-F238E27FC236}">
                <a16:creationId xmlns:a16="http://schemas.microsoft.com/office/drawing/2014/main" id="{EA61731C-2B7B-49E5-89A3-81C7B8CB15D4}"/>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State </a:t>
            </a:r>
            <a:r>
              <a:rPr kumimoji="0" lang="en-US" altLang="en-US" sz="32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diagram</a:t>
            </a: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 for the counterlike example</a:t>
            </a:r>
          </a:p>
        </p:txBody>
      </p:sp>
      <p:sp>
        <p:nvSpPr>
          <p:cNvPr id="83" name="TextBox 120">
            <a:extLst>
              <a:ext uri="{FF2B5EF4-FFF2-40B4-BE49-F238E27FC236}">
                <a16:creationId xmlns:a16="http://schemas.microsoft.com/office/drawing/2014/main" id="{485C9770-D01D-4261-90D8-ACF69A08E4EE}"/>
              </a:ext>
            </a:extLst>
          </p:cNvPr>
          <p:cNvSpPr txBox="1">
            <a:spLocks noChangeArrowheads="1"/>
          </p:cNvSpPr>
          <p:nvPr/>
        </p:nvSpPr>
        <p:spPr bwMode="auto">
          <a:xfrm>
            <a:off x="809223" y="1243885"/>
            <a:ext cx="363538" cy="3540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rPr>
              <a:t>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rPr>
              <a:t>4</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rPr>
              <a:t>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rPr>
              <a:t>6</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rPr>
              <a:t>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rPr>
              <a:t>5</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rPr>
              <a:t>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rPr>
              <a:t>7</a:t>
            </a:r>
          </a:p>
        </p:txBody>
      </p:sp>
      <mc:AlternateContent xmlns:mc="http://schemas.openxmlformats.org/markup-compatibility/2006" xmlns:p14="http://schemas.microsoft.com/office/powerpoint/2010/main">
        <mc:Choice Requires="p14">
          <p:contentPart p14:bwMode="auto" r:id="rId2">
            <p14:nvContentPartPr>
              <p14:cNvPr id="2" name="Ink 1">
                <a:extLst>
                  <a:ext uri="{FF2B5EF4-FFF2-40B4-BE49-F238E27FC236}">
                    <a16:creationId xmlns:a16="http://schemas.microsoft.com/office/drawing/2014/main" id="{92E28089-838B-4630-BF0A-C7D3C9B2CEAD}"/>
                  </a:ext>
                </a:extLst>
              </p14:cNvPr>
              <p14:cNvContentPartPr/>
              <p14:nvPr/>
            </p14:nvContentPartPr>
            <p14:xfrm>
              <a:off x="1468800" y="606960"/>
              <a:ext cx="7334280" cy="2128320"/>
            </p14:xfrm>
          </p:contentPart>
        </mc:Choice>
        <mc:Fallback xmlns="">
          <p:pic>
            <p:nvPicPr>
              <p:cNvPr id="2" name="Ink 1">
                <a:extLst>
                  <a:ext uri="{FF2B5EF4-FFF2-40B4-BE49-F238E27FC236}">
                    <a16:creationId xmlns:a16="http://schemas.microsoft.com/office/drawing/2014/main" id="{92E28089-838B-4630-BF0A-C7D3C9B2CEAD}"/>
                  </a:ext>
                </a:extLst>
              </p:cNvPr>
              <p:cNvPicPr/>
              <p:nvPr/>
            </p:nvPicPr>
            <p:blipFill>
              <a:blip r:embed="rId3"/>
              <a:stretch>
                <a:fillRect/>
              </a:stretch>
            </p:blipFill>
            <p:spPr>
              <a:xfrm>
                <a:off x="1459440" y="597600"/>
                <a:ext cx="7353000" cy="2147040"/>
              </a:xfrm>
              <a:prstGeom prst="rect">
                <a:avLst/>
              </a:prstGeom>
            </p:spPr>
          </p:pic>
        </mc:Fallback>
      </mc:AlternateContent>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6497" name="Group 1">
            <a:extLst>
              <a:ext uri="{FF2B5EF4-FFF2-40B4-BE49-F238E27FC236}">
                <a16:creationId xmlns:a16="http://schemas.microsoft.com/office/drawing/2014/main" id="{26483B25-1A83-441A-9631-0A4F57A84A5F}"/>
              </a:ext>
            </a:extLst>
          </p:cNvPr>
          <p:cNvGrpSpPr>
            <a:grpSpLocks/>
          </p:cNvGrpSpPr>
          <p:nvPr/>
        </p:nvGrpSpPr>
        <p:grpSpPr bwMode="auto">
          <a:xfrm>
            <a:off x="5943600" y="1749425"/>
            <a:ext cx="2925762" cy="3584575"/>
            <a:chOff x="2984500" y="1230313"/>
            <a:chExt cx="2925763" cy="3584575"/>
          </a:xfrm>
        </p:grpSpPr>
        <p:sp>
          <p:nvSpPr>
            <p:cNvPr id="106500" name="Rectangle 4">
              <a:extLst>
                <a:ext uri="{FF2B5EF4-FFF2-40B4-BE49-F238E27FC236}">
                  <a16:creationId xmlns:a16="http://schemas.microsoft.com/office/drawing/2014/main" id="{F886B428-00AA-4CB4-A9D0-0775180D592B}"/>
                </a:ext>
              </a:extLst>
            </p:cNvPr>
            <p:cNvSpPr>
              <a:spLocks noChangeArrowheads="1"/>
            </p:cNvSpPr>
            <p:nvPr/>
          </p:nvSpPr>
          <p:spPr bwMode="auto">
            <a:xfrm>
              <a:off x="3009900" y="1230313"/>
              <a:ext cx="2894013" cy="11112"/>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01" name="Rectangle 5">
              <a:extLst>
                <a:ext uri="{FF2B5EF4-FFF2-40B4-BE49-F238E27FC236}">
                  <a16:creationId xmlns:a16="http://schemas.microsoft.com/office/drawing/2014/main" id="{4EE9D6E8-DC74-44B5-AB4D-DBCF371BCFA9}"/>
                </a:ext>
              </a:extLst>
            </p:cNvPr>
            <p:cNvSpPr>
              <a:spLocks noChangeArrowheads="1"/>
            </p:cNvSpPr>
            <p:nvPr/>
          </p:nvSpPr>
          <p:spPr bwMode="auto">
            <a:xfrm>
              <a:off x="2984500" y="1258888"/>
              <a:ext cx="11113" cy="46355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02" name="Rectangle 6">
              <a:extLst>
                <a:ext uri="{FF2B5EF4-FFF2-40B4-BE49-F238E27FC236}">
                  <a16:creationId xmlns:a16="http://schemas.microsoft.com/office/drawing/2014/main" id="{83ACA42B-5D31-4BCD-AFB8-7531CA157B0B}"/>
                </a:ext>
              </a:extLst>
            </p:cNvPr>
            <p:cNvSpPr>
              <a:spLocks noChangeArrowheads="1"/>
            </p:cNvSpPr>
            <p:nvPr/>
          </p:nvSpPr>
          <p:spPr bwMode="auto">
            <a:xfrm>
              <a:off x="4048125" y="1258888"/>
              <a:ext cx="12700" cy="46355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03" name="Rectangle 7">
              <a:extLst>
                <a:ext uri="{FF2B5EF4-FFF2-40B4-BE49-F238E27FC236}">
                  <a16:creationId xmlns:a16="http://schemas.microsoft.com/office/drawing/2014/main" id="{0D97B695-8526-48AA-BB4E-E1577F9A148C}"/>
                </a:ext>
              </a:extLst>
            </p:cNvPr>
            <p:cNvSpPr>
              <a:spLocks noChangeArrowheads="1"/>
            </p:cNvSpPr>
            <p:nvPr/>
          </p:nvSpPr>
          <p:spPr bwMode="auto">
            <a:xfrm>
              <a:off x="3154363" y="1449388"/>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04" name="Rectangle 8">
              <a:extLst>
                <a:ext uri="{FF2B5EF4-FFF2-40B4-BE49-F238E27FC236}">
                  <a16:creationId xmlns:a16="http://schemas.microsoft.com/office/drawing/2014/main" id="{09226ACD-B554-4013-8246-1584A79D0241}"/>
                </a:ext>
              </a:extLst>
            </p:cNvPr>
            <p:cNvSpPr>
              <a:spLocks noChangeArrowheads="1"/>
            </p:cNvSpPr>
            <p:nvPr/>
          </p:nvSpPr>
          <p:spPr bwMode="auto">
            <a:xfrm>
              <a:off x="4833938" y="1258888"/>
              <a:ext cx="12700" cy="46355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05" name="Rectangle 9">
              <a:extLst>
                <a:ext uri="{FF2B5EF4-FFF2-40B4-BE49-F238E27FC236}">
                  <a16:creationId xmlns:a16="http://schemas.microsoft.com/office/drawing/2014/main" id="{8223236C-45F1-4A6D-9911-263D1B1251F0}"/>
                </a:ext>
              </a:extLst>
            </p:cNvPr>
            <p:cNvSpPr>
              <a:spLocks noChangeArrowheads="1"/>
            </p:cNvSpPr>
            <p:nvPr/>
          </p:nvSpPr>
          <p:spPr bwMode="auto">
            <a:xfrm>
              <a:off x="4198938" y="1449388"/>
              <a:ext cx="4937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06" name="Rectangle 10">
              <a:extLst>
                <a:ext uri="{FF2B5EF4-FFF2-40B4-BE49-F238E27FC236}">
                  <a16:creationId xmlns:a16="http://schemas.microsoft.com/office/drawing/2014/main" id="{95844893-8491-4839-91FA-8F93745FF8E4}"/>
                </a:ext>
              </a:extLst>
            </p:cNvPr>
            <p:cNvSpPr>
              <a:spLocks noChangeArrowheads="1"/>
            </p:cNvSpPr>
            <p:nvPr/>
          </p:nvSpPr>
          <p:spPr bwMode="auto">
            <a:xfrm>
              <a:off x="5897563" y="1258888"/>
              <a:ext cx="12700" cy="46355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07" name="Rectangle 11">
              <a:extLst>
                <a:ext uri="{FF2B5EF4-FFF2-40B4-BE49-F238E27FC236}">
                  <a16:creationId xmlns:a16="http://schemas.microsoft.com/office/drawing/2014/main" id="{8B24F5F0-4207-4DE6-AF47-1B5EAAC4A3DF}"/>
                </a:ext>
              </a:extLst>
            </p:cNvPr>
            <p:cNvSpPr>
              <a:spLocks noChangeArrowheads="1"/>
            </p:cNvSpPr>
            <p:nvPr/>
          </p:nvSpPr>
          <p:spPr bwMode="auto">
            <a:xfrm>
              <a:off x="2984500" y="1722438"/>
              <a:ext cx="11113"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08" name="Rectangle 12">
              <a:extLst>
                <a:ext uri="{FF2B5EF4-FFF2-40B4-BE49-F238E27FC236}">
                  <a16:creationId xmlns:a16="http://schemas.microsoft.com/office/drawing/2014/main" id="{D7AF5BA8-73BE-49DD-AD1D-EC16344AD887}"/>
                </a:ext>
              </a:extLst>
            </p:cNvPr>
            <p:cNvSpPr>
              <a:spLocks noChangeArrowheads="1"/>
            </p:cNvSpPr>
            <p:nvPr/>
          </p:nvSpPr>
          <p:spPr bwMode="auto">
            <a:xfrm>
              <a:off x="5014913" y="1449388"/>
              <a:ext cx="704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Output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09" name="Rectangle 13">
              <a:extLst>
                <a:ext uri="{FF2B5EF4-FFF2-40B4-BE49-F238E27FC236}">
                  <a16:creationId xmlns:a16="http://schemas.microsoft.com/office/drawing/2014/main" id="{866796E2-718B-498D-9B62-70317FD9102B}"/>
                </a:ext>
              </a:extLst>
            </p:cNvPr>
            <p:cNvSpPr>
              <a:spLocks noChangeArrowheads="1"/>
            </p:cNvSpPr>
            <p:nvPr/>
          </p:nvSpPr>
          <p:spPr bwMode="auto">
            <a:xfrm>
              <a:off x="4048125" y="172243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10" name="Rectangle 14">
              <a:extLst>
                <a:ext uri="{FF2B5EF4-FFF2-40B4-BE49-F238E27FC236}">
                  <a16:creationId xmlns:a16="http://schemas.microsoft.com/office/drawing/2014/main" id="{1963ACC8-72B4-4BFF-BBCB-3EC1860C65CB}"/>
                </a:ext>
              </a:extLst>
            </p:cNvPr>
            <p:cNvSpPr>
              <a:spLocks noChangeArrowheads="1"/>
            </p:cNvSpPr>
            <p:nvPr/>
          </p:nvSpPr>
          <p:spPr bwMode="auto">
            <a:xfrm>
              <a:off x="3294063" y="1728788"/>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11" name="Rectangle 15">
              <a:extLst>
                <a:ext uri="{FF2B5EF4-FFF2-40B4-BE49-F238E27FC236}">
                  <a16:creationId xmlns:a16="http://schemas.microsoft.com/office/drawing/2014/main" id="{7A35CA50-D954-40A5-81B1-3839A972856C}"/>
                </a:ext>
              </a:extLst>
            </p:cNvPr>
            <p:cNvSpPr>
              <a:spLocks noChangeArrowheads="1"/>
            </p:cNvSpPr>
            <p:nvPr/>
          </p:nvSpPr>
          <p:spPr bwMode="auto">
            <a:xfrm>
              <a:off x="4833938" y="172243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12" name="Rectangle 16">
              <a:extLst>
                <a:ext uri="{FF2B5EF4-FFF2-40B4-BE49-F238E27FC236}">
                  <a16:creationId xmlns:a16="http://schemas.microsoft.com/office/drawing/2014/main" id="{FB786313-CF9D-4B08-BF41-D11A5C2BE576}"/>
                </a:ext>
              </a:extLst>
            </p:cNvPr>
            <p:cNvSpPr>
              <a:spLocks noChangeArrowheads="1"/>
            </p:cNvSpPr>
            <p:nvPr/>
          </p:nvSpPr>
          <p:spPr bwMode="auto">
            <a:xfrm>
              <a:off x="4213225" y="1728788"/>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13" name="Rectangle 17">
              <a:extLst>
                <a:ext uri="{FF2B5EF4-FFF2-40B4-BE49-F238E27FC236}">
                  <a16:creationId xmlns:a16="http://schemas.microsoft.com/office/drawing/2014/main" id="{48B15F40-D3DC-4A62-B229-A378763D9ECD}"/>
                </a:ext>
              </a:extLst>
            </p:cNvPr>
            <p:cNvSpPr>
              <a:spLocks noChangeArrowheads="1"/>
            </p:cNvSpPr>
            <p:nvPr/>
          </p:nvSpPr>
          <p:spPr bwMode="auto">
            <a:xfrm>
              <a:off x="5056188" y="1727200"/>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14" name="Rectangle 18">
              <a:extLst>
                <a:ext uri="{FF2B5EF4-FFF2-40B4-BE49-F238E27FC236}">
                  <a16:creationId xmlns:a16="http://schemas.microsoft.com/office/drawing/2014/main" id="{E8C00BDC-7B4C-42B2-A3E4-630FCED826D2}"/>
                </a:ext>
              </a:extLst>
            </p:cNvPr>
            <p:cNvSpPr>
              <a:spLocks noChangeArrowheads="1"/>
            </p:cNvSpPr>
            <p:nvPr/>
          </p:nvSpPr>
          <p:spPr bwMode="auto">
            <a:xfrm>
              <a:off x="5172075" y="1825625"/>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15" name="Rectangle 19">
              <a:extLst>
                <a:ext uri="{FF2B5EF4-FFF2-40B4-BE49-F238E27FC236}">
                  <a16:creationId xmlns:a16="http://schemas.microsoft.com/office/drawing/2014/main" id="{65BBC27A-32BB-4BE2-8486-DEB23E6619C5}"/>
                </a:ext>
              </a:extLst>
            </p:cNvPr>
            <p:cNvSpPr>
              <a:spLocks noChangeArrowheads="1"/>
            </p:cNvSpPr>
            <p:nvPr/>
          </p:nvSpPr>
          <p:spPr bwMode="auto">
            <a:xfrm>
              <a:off x="5283200" y="1727200"/>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16" name="Rectangle 20">
              <a:extLst>
                <a:ext uri="{FF2B5EF4-FFF2-40B4-BE49-F238E27FC236}">
                  <a16:creationId xmlns:a16="http://schemas.microsoft.com/office/drawing/2014/main" id="{0F65088F-470F-4A42-9D57-C606E4C30439}"/>
                </a:ext>
              </a:extLst>
            </p:cNvPr>
            <p:cNvSpPr>
              <a:spLocks noChangeArrowheads="1"/>
            </p:cNvSpPr>
            <p:nvPr/>
          </p:nvSpPr>
          <p:spPr bwMode="auto">
            <a:xfrm>
              <a:off x="5400675" y="1825625"/>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17" name="Rectangle 21">
              <a:extLst>
                <a:ext uri="{FF2B5EF4-FFF2-40B4-BE49-F238E27FC236}">
                  <a16:creationId xmlns:a16="http://schemas.microsoft.com/office/drawing/2014/main" id="{4BABB4CD-4770-40CB-B59C-F18EC1B96AE0}"/>
                </a:ext>
              </a:extLst>
            </p:cNvPr>
            <p:cNvSpPr>
              <a:spLocks noChangeArrowheads="1"/>
            </p:cNvSpPr>
            <p:nvPr/>
          </p:nvSpPr>
          <p:spPr bwMode="auto">
            <a:xfrm>
              <a:off x="5513388" y="1727200"/>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18" name="Rectangle 22">
              <a:extLst>
                <a:ext uri="{FF2B5EF4-FFF2-40B4-BE49-F238E27FC236}">
                  <a16:creationId xmlns:a16="http://schemas.microsoft.com/office/drawing/2014/main" id="{99954BF4-24B4-4798-80B8-17D7E8B44687}"/>
                </a:ext>
              </a:extLst>
            </p:cNvPr>
            <p:cNvSpPr>
              <a:spLocks noChangeArrowheads="1"/>
            </p:cNvSpPr>
            <p:nvPr/>
          </p:nvSpPr>
          <p:spPr bwMode="auto">
            <a:xfrm>
              <a:off x="5897563" y="172243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19" name="Rectangle 23">
              <a:extLst>
                <a:ext uri="{FF2B5EF4-FFF2-40B4-BE49-F238E27FC236}">
                  <a16:creationId xmlns:a16="http://schemas.microsoft.com/office/drawing/2014/main" id="{1E1CD7BC-E380-4214-8C1D-644B44ECBA9B}"/>
                </a:ext>
              </a:extLst>
            </p:cNvPr>
            <p:cNvSpPr>
              <a:spLocks noChangeArrowheads="1"/>
            </p:cNvSpPr>
            <p:nvPr/>
          </p:nvSpPr>
          <p:spPr bwMode="auto">
            <a:xfrm>
              <a:off x="3009900" y="2166938"/>
              <a:ext cx="2894013" cy="127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20" name="Rectangle 24">
              <a:extLst>
                <a:ext uri="{FF2B5EF4-FFF2-40B4-BE49-F238E27FC236}">
                  <a16:creationId xmlns:a16="http://schemas.microsoft.com/office/drawing/2014/main" id="{3E991C5B-9C13-43D4-938C-B1B1E4E29268}"/>
                </a:ext>
              </a:extLst>
            </p:cNvPr>
            <p:cNvSpPr>
              <a:spLocks noChangeArrowheads="1"/>
            </p:cNvSpPr>
            <p:nvPr/>
          </p:nvSpPr>
          <p:spPr bwMode="auto">
            <a:xfrm>
              <a:off x="2984500" y="2179638"/>
              <a:ext cx="11113" cy="455612"/>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21" name="Rectangle 25">
              <a:extLst>
                <a:ext uri="{FF2B5EF4-FFF2-40B4-BE49-F238E27FC236}">
                  <a16:creationId xmlns:a16="http://schemas.microsoft.com/office/drawing/2014/main" id="{70ED1D55-69A4-4C48-9CF7-71021E5D9D7E}"/>
                </a:ext>
              </a:extLst>
            </p:cNvPr>
            <p:cNvSpPr>
              <a:spLocks noChangeArrowheads="1"/>
            </p:cNvSpPr>
            <p:nvPr/>
          </p:nvSpPr>
          <p:spPr bwMode="auto">
            <a:xfrm>
              <a:off x="5632450" y="1825625"/>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22" name="Rectangle 26">
              <a:extLst>
                <a:ext uri="{FF2B5EF4-FFF2-40B4-BE49-F238E27FC236}">
                  <a16:creationId xmlns:a16="http://schemas.microsoft.com/office/drawing/2014/main" id="{34E3B179-B389-4B7D-BF62-57CA458D6ECA}"/>
                </a:ext>
              </a:extLst>
            </p:cNvPr>
            <p:cNvSpPr>
              <a:spLocks noChangeArrowheads="1"/>
            </p:cNvSpPr>
            <p:nvPr/>
          </p:nvSpPr>
          <p:spPr bwMode="auto">
            <a:xfrm>
              <a:off x="4048125" y="2179638"/>
              <a:ext cx="12700" cy="455612"/>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23" name="Rectangle 27">
              <a:extLst>
                <a:ext uri="{FF2B5EF4-FFF2-40B4-BE49-F238E27FC236}">
                  <a16:creationId xmlns:a16="http://schemas.microsoft.com/office/drawing/2014/main" id="{2858B3A3-5F08-4A14-B246-21E99654F550}"/>
                </a:ext>
              </a:extLst>
            </p:cNvPr>
            <p:cNvSpPr>
              <a:spLocks noChangeArrowheads="1"/>
            </p:cNvSpPr>
            <p:nvPr/>
          </p:nvSpPr>
          <p:spPr bwMode="auto">
            <a:xfrm>
              <a:off x="3433763" y="228917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24" name="Rectangle 28">
              <a:extLst>
                <a:ext uri="{FF2B5EF4-FFF2-40B4-BE49-F238E27FC236}">
                  <a16:creationId xmlns:a16="http://schemas.microsoft.com/office/drawing/2014/main" id="{D1795A32-A1FB-4729-97F7-D02C3097E282}"/>
                </a:ext>
              </a:extLst>
            </p:cNvPr>
            <p:cNvSpPr>
              <a:spLocks noChangeArrowheads="1"/>
            </p:cNvSpPr>
            <p:nvPr/>
          </p:nvSpPr>
          <p:spPr bwMode="auto">
            <a:xfrm>
              <a:off x="4833938" y="2179638"/>
              <a:ext cx="12700" cy="455612"/>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25" name="Rectangle 29">
              <a:extLst>
                <a:ext uri="{FF2B5EF4-FFF2-40B4-BE49-F238E27FC236}">
                  <a16:creationId xmlns:a16="http://schemas.microsoft.com/office/drawing/2014/main" id="{1E7A0DF4-7FA8-407B-BA99-644F50D42417}"/>
                </a:ext>
              </a:extLst>
            </p:cNvPr>
            <p:cNvSpPr>
              <a:spLocks noChangeArrowheads="1"/>
            </p:cNvSpPr>
            <p:nvPr/>
          </p:nvSpPr>
          <p:spPr bwMode="auto">
            <a:xfrm>
              <a:off x="4357688" y="2289175"/>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26" name="Rectangle 30">
              <a:extLst>
                <a:ext uri="{FF2B5EF4-FFF2-40B4-BE49-F238E27FC236}">
                  <a16:creationId xmlns:a16="http://schemas.microsoft.com/office/drawing/2014/main" id="{28677849-B306-44CE-8391-1C3178B6CC0E}"/>
                </a:ext>
              </a:extLst>
            </p:cNvPr>
            <p:cNvSpPr>
              <a:spLocks noChangeArrowheads="1"/>
            </p:cNvSpPr>
            <p:nvPr/>
          </p:nvSpPr>
          <p:spPr bwMode="auto">
            <a:xfrm>
              <a:off x="5897563" y="2179638"/>
              <a:ext cx="12700" cy="455612"/>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27" name="Rectangle 31">
              <a:extLst>
                <a:ext uri="{FF2B5EF4-FFF2-40B4-BE49-F238E27FC236}">
                  <a16:creationId xmlns:a16="http://schemas.microsoft.com/office/drawing/2014/main" id="{261169B4-C2B7-4ED1-90ED-7A7570C3C6EC}"/>
                </a:ext>
              </a:extLst>
            </p:cNvPr>
            <p:cNvSpPr>
              <a:spLocks noChangeArrowheads="1"/>
            </p:cNvSpPr>
            <p:nvPr/>
          </p:nvSpPr>
          <p:spPr bwMode="auto">
            <a:xfrm>
              <a:off x="2984500" y="2635250"/>
              <a:ext cx="11113"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28" name="Rectangle 32">
              <a:extLst>
                <a:ext uri="{FF2B5EF4-FFF2-40B4-BE49-F238E27FC236}">
                  <a16:creationId xmlns:a16="http://schemas.microsoft.com/office/drawing/2014/main" id="{F9297125-9B36-43DF-BB09-292729B06587}"/>
                </a:ext>
              </a:extLst>
            </p:cNvPr>
            <p:cNvSpPr>
              <a:spLocks noChangeArrowheads="1"/>
            </p:cNvSpPr>
            <p:nvPr/>
          </p:nvSpPr>
          <p:spPr bwMode="auto">
            <a:xfrm>
              <a:off x="5116513" y="22891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29" name="Rectangle 33">
              <a:extLst>
                <a:ext uri="{FF2B5EF4-FFF2-40B4-BE49-F238E27FC236}">
                  <a16:creationId xmlns:a16="http://schemas.microsoft.com/office/drawing/2014/main" id="{F401485F-BE08-4562-85EC-D07668C94B41}"/>
                </a:ext>
              </a:extLst>
            </p:cNvPr>
            <p:cNvSpPr>
              <a:spLocks noChangeArrowheads="1"/>
            </p:cNvSpPr>
            <p:nvPr/>
          </p:nvSpPr>
          <p:spPr bwMode="auto">
            <a:xfrm>
              <a:off x="4048125" y="2635250"/>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30" name="Rectangle 34">
              <a:extLst>
                <a:ext uri="{FF2B5EF4-FFF2-40B4-BE49-F238E27FC236}">
                  <a16:creationId xmlns:a16="http://schemas.microsoft.com/office/drawing/2014/main" id="{214B8FD3-AD64-48B5-AD96-739C09875A79}"/>
                </a:ext>
              </a:extLst>
            </p:cNvPr>
            <p:cNvSpPr>
              <a:spLocks noChangeArrowheads="1"/>
            </p:cNvSpPr>
            <p:nvPr/>
          </p:nvSpPr>
          <p:spPr bwMode="auto">
            <a:xfrm>
              <a:off x="3440113" y="2638425"/>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31" name="Rectangle 35">
              <a:extLst>
                <a:ext uri="{FF2B5EF4-FFF2-40B4-BE49-F238E27FC236}">
                  <a16:creationId xmlns:a16="http://schemas.microsoft.com/office/drawing/2014/main" id="{A85B7786-72EB-427D-A50A-512AA7B6BCA1}"/>
                </a:ext>
              </a:extLst>
            </p:cNvPr>
            <p:cNvSpPr>
              <a:spLocks noChangeArrowheads="1"/>
            </p:cNvSpPr>
            <p:nvPr/>
          </p:nvSpPr>
          <p:spPr bwMode="auto">
            <a:xfrm>
              <a:off x="4833938" y="2635250"/>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32" name="Rectangle 36">
              <a:extLst>
                <a:ext uri="{FF2B5EF4-FFF2-40B4-BE49-F238E27FC236}">
                  <a16:creationId xmlns:a16="http://schemas.microsoft.com/office/drawing/2014/main" id="{949EE5D0-FBB5-481F-A380-E9DDAE5BC2E8}"/>
                </a:ext>
              </a:extLst>
            </p:cNvPr>
            <p:cNvSpPr>
              <a:spLocks noChangeArrowheads="1"/>
            </p:cNvSpPr>
            <p:nvPr/>
          </p:nvSpPr>
          <p:spPr bwMode="auto">
            <a:xfrm>
              <a:off x="4359275" y="2638425"/>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33" name="Rectangle 37">
              <a:extLst>
                <a:ext uri="{FF2B5EF4-FFF2-40B4-BE49-F238E27FC236}">
                  <a16:creationId xmlns:a16="http://schemas.microsoft.com/office/drawing/2014/main" id="{E824D7B9-5038-48EB-92D6-A051DD240D4E}"/>
                </a:ext>
              </a:extLst>
            </p:cNvPr>
            <p:cNvSpPr>
              <a:spLocks noChangeArrowheads="1"/>
            </p:cNvSpPr>
            <p:nvPr/>
          </p:nvSpPr>
          <p:spPr bwMode="auto">
            <a:xfrm>
              <a:off x="5897563" y="2635250"/>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34" name="Rectangle 38">
              <a:extLst>
                <a:ext uri="{FF2B5EF4-FFF2-40B4-BE49-F238E27FC236}">
                  <a16:creationId xmlns:a16="http://schemas.microsoft.com/office/drawing/2014/main" id="{40E99A15-A288-4FCF-BF2B-88844DDF2785}"/>
                </a:ext>
              </a:extLst>
            </p:cNvPr>
            <p:cNvSpPr>
              <a:spLocks noChangeArrowheads="1"/>
            </p:cNvSpPr>
            <p:nvPr/>
          </p:nvSpPr>
          <p:spPr bwMode="auto">
            <a:xfrm>
              <a:off x="2984500" y="2940050"/>
              <a:ext cx="11113" cy="303213"/>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35" name="Rectangle 39">
              <a:extLst>
                <a:ext uri="{FF2B5EF4-FFF2-40B4-BE49-F238E27FC236}">
                  <a16:creationId xmlns:a16="http://schemas.microsoft.com/office/drawing/2014/main" id="{55B0BB20-C278-4BBB-A728-24547E4A138B}"/>
                </a:ext>
              </a:extLst>
            </p:cNvPr>
            <p:cNvSpPr>
              <a:spLocks noChangeArrowheads="1"/>
            </p:cNvSpPr>
            <p:nvPr/>
          </p:nvSpPr>
          <p:spPr bwMode="auto">
            <a:xfrm>
              <a:off x="5118100" y="263842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36" name="Rectangle 40">
              <a:extLst>
                <a:ext uri="{FF2B5EF4-FFF2-40B4-BE49-F238E27FC236}">
                  <a16:creationId xmlns:a16="http://schemas.microsoft.com/office/drawing/2014/main" id="{26340CA1-91DB-4331-975E-9C811A381ADF}"/>
                </a:ext>
              </a:extLst>
            </p:cNvPr>
            <p:cNvSpPr>
              <a:spLocks noChangeArrowheads="1"/>
            </p:cNvSpPr>
            <p:nvPr/>
          </p:nvSpPr>
          <p:spPr bwMode="auto">
            <a:xfrm>
              <a:off x="4048125" y="2940050"/>
              <a:ext cx="12700" cy="303213"/>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37" name="Rectangle 41">
              <a:extLst>
                <a:ext uri="{FF2B5EF4-FFF2-40B4-BE49-F238E27FC236}">
                  <a16:creationId xmlns:a16="http://schemas.microsoft.com/office/drawing/2014/main" id="{ACB5F003-1E57-4A00-8B02-387143DB3DA6}"/>
                </a:ext>
              </a:extLst>
            </p:cNvPr>
            <p:cNvSpPr>
              <a:spLocks noChangeArrowheads="1"/>
            </p:cNvSpPr>
            <p:nvPr/>
          </p:nvSpPr>
          <p:spPr bwMode="auto">
            <a:xfrm>
              <a:off x="3440113" y="2938463"/>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38" name="Rectangle 42">
              <a:extLst>
                <a:ext uri="{FF2B5EF4-FFF2-40B4-BE49-F238E27FC236}">
                  <a16:creationId xmlns:a16="http://schemas.microsoft.com/office/drawing/2014/main" id="{0E6F54A5-16F3-478F-8070-15128F87872D}"/>
                </a:ext>
              </a:extLst>
            </p:cNvPr>
            <p:cNvSpPr>
              <a:spLocks noChangeArrowheads="1"/>
            </p:cNvSpPr>
            <p:nvPr/>
          </p:nvSpPr>
          <p:spPr bwMode="auto">
            <a:xfrm>
              <a:off x="4833938" y="2940050"/>
              <a:ext cx="12700" cy="303213"/>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39" name="Rectangle 43">
              <a:extLst>
                <a:ext uri="{FF2B5EF4-FFF2-40B4-BE49-F238E27FC236}">
                  <a16:creationId xmlns:a16="http://schemas.microsoft.com/office/drawing/2014/main" id="{B6B8ED21-38D6-4209-BCEC-3F669668C13C}"/>
                </a:ext>
              </a:extLst>
            </p:cNvPr>
            <p:cNvSpPr>
              <a:spLocks noChangeArrowheads="1"/>
            </p:cNvSpPr>
            <p:nvPr/>
          </p:nvSpPr>
          <p:spPr bwMode="auto">
            <a:xfrm>
              <a:off x="4352925" y="2938463"/>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40" name="Rectangle 44">
              <a:extLst>
                <a:ext uri="{FF2B5EF4-FFF2-40B4-BE49-F238E27FC236}">
                  <a16:creationId xmlns:a16="http://schemas.microsoft.com/office/drawing/2014/main" id="{17A194FC-BDFE-4145-9E80-17FE565A6CF7}"/>
                </a:ext>
              </a:extLst>
            </p:cNvPr>
            <p:cNvSpPr>
              <a:spLocks noChangeArrowheads="1"/>
            </p:cNvSpPr>
            <p:nvPr/>
          </p:nvSpPr>
          <p:spPr bwMode="auto">
            <a:xfrm>
              <a:off x="5897563" y="2940050"/>
              <a:ext cx="12700" cy="303213"/>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41" name="Rectangle 45">
              <a:extLst>
                <a:ext uri="{FF2B5EF4-FFF2-40B4-BE49-F238E27FC236}">
                  <a16:creationId xmlns:a16="http://schemas.microsoft.com/office/drawing/2014/main" id="{D5B9F793-7625-47E3-853C-9999927841CA}"/>
                </a:ext>
              </a:extLst>
            </p:cNvPr>
            <p:cNvSpPr>
              <a:spLocks noChangeArrowheads="1"/>
            </p:cNvSpPr>
            <p:nvPr/>
          </p:nvSpPr>
          <p:spPr bwMode="auto">
            <a:xfrm>
              <a:off x="2984500" y="3243263"/>
              <a:ext cx="11113"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42" name="Rectangle 46">
              <a:extLst>
                <a:ext uri="{FF2B5EF4-FFF2-40B4-BE49-F238E27FC236}">
                  <a16:creationId xmlns:a16="http://schemas.microsoft.com/office/drawing/2014/main" id="{C64313C6-E92E-45B0-80BF-9355C9FF8D9D}"/>
                </a:ext>
              </a:extLst>
            </p:cNvPr>
            <p:cNvSpPr>
              <a:spLocks noChangeArrowheads="1"/>
            </p:cNvSpPr>
            <p:nvPr/>
          </p:nvSpPr>
          <p:spPr bwMode="auto">
            <a:xfrm>
              <a:off x="5116513" y="293846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43" name="Rectangle 47">
              <a:extLst>
                <a:ext uri="{FF2B5EF4-FFF2-40B4-BE49-F238E27FC236}">
                  <a16:creationId xmlns:a16="http://schemas.microsoft.com/office/drawing/2014/main" id="{E93F9E11-2B4E-4ADD-A532-E91A301B7206}"/>
                </a:ext>
              </a:extLst>
            </p:cNvPr>
            <p:cNvSpPr>
              <a:spLocks noChangeArrowheads="1"/>
            </p:cNvSpPr>
            <p:nvPr/>
          </p:nvSpPr>
          <p:spPr bwMode="auto">
            <a:xfrm>
              <a:off x="4048125" y="3243263"/>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44" name="Rectangle 48">
              <a:extLst>
                <a:ext uri="{FF2B5EF4-FFF2-40B4-BE49-F238E27FC236}">
                  <a16:creationId xmlns:a16="http://schemas.microsoft.com/office/drawing/2014/main" id="{87A56A67-F47D-49A6-B6FE-305AC3B4D643}"/>
                </a:ext>
              </a:extLst>
            </p:cNvPr>
            <p:cNvSpPr>
              <a:spLocks noChangeArrowheads="1"/>
            </p:cNvSpPr>
            <p:nvPr/>
          </p:nvSpPr>
          <p:spPr bwMode="auto">
            <a:xfrm>
              <a:off x="3433763" y="3243263"/>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45" name="Rectangle 49">
              <a:extLst>
                <a:ext uri="{FF2B5EF4-FFF2-40B4-BE49-F238E27FC236}">
                  <a16:creationId xmlns:a16="http://schemas.microsoft.com/office/drawing/2014/main" id="{6569C022-1634-4993-8CFC-3D6B3F3CAC31}"/>
                </a:ext>
              </a:extLst>
            </p:cNvPr>
            <p:cNvSpPr>
              <a:spLocks noChangeArrowheads="1"/>
            </p:cNvSpPr>
            <p:nvPr/>
          </p:nvSpPr>
          <p:spPr bwMode="auto">
            <a:xfrm>
              <a:off x="4833938" y="3243263"/>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46" name="Rectangle 50">
              <a:extLst>
                <a:ext uri="{FF2B5EF4-FFF2-40B4-BE49-F238E27FC236}">
                  <a16:creationId xmlns:a16="http://schemas.microsoft.com/office/drawing/2014/main" id="{FFEA6B8E-E3C5-42A1-A733-4EC92B2F7851}"/>
                </a:ext>
              </a:extLst>
            </p:cNvPr>
            <p:cNvSpPr>
              <a:spLocks noChangeArrowheads="1"/>
            </p:cNvSpPr>
            <p:nvPr/>
          </p:nvSpPr>
          <p:spPr bwMode="auto">
            <a:xfrm>
              <a:off x="4367213" y="3243263"/>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47" name="Rectangle 51">
              <a:extLst>
                <a:ext uri="{FF2B5EF4-FFF2-40B4-BE49-F238E27FC236}">
                  <a16:creationId xmlns:a16="http://schemas.microsoft.com/office/drawing/2014/main" id="{94FBB9DB-53E7-4074-9BDB-376EA50341FB}"/>
                </a:ext>
              </a:extLst>
            </p:cNvPr>
            <p:cNvSpPr>
              <a:spLocks noChangeArrowheads="1"/>
            </p:cNvSpPr>
            <p:nvPr/>
          </p:nvSpPr>
          <p:spPr bwMode="auto">
            <a:xfrm>
              <a:off x="5897563" y="3243263"/>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48" name="Rectangle 52">
              <a:extLst>
                <a:ext uri="{FF2B5EF4-FFF2-40B4-BE49-F238E27FC236}">
                  <a16:creationId xmlns:a16="http://schemas.microsoft.com/office/drawing/2014/main" id="{73E82F18-42C2-4EA1-A7B0-56CF1C0660BE}"/>
                </a:ext>
              </a:extLst>
            </p:cNvPr>
            <p:cNvSpPr>
              <a:spLocks noChangeArrowheads="1"/>
            </p:cNvSpPr>
            <p:nvPr/>
          </p:nvSpPr>
          <p:spPr bwMode="auto">
            <a:xfrm>
              <a:off x="2984500" y="3548063"/>
              <a:ext cx="11113" cy="303212"/>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49" name="Rectangle 53">
              <a:extLst>
                <a:ext uri="{FF2B5EF4-FFF2-40B4-BE49-F238E27FC236}">
                  <a16:creationId xmlns:a16="http://schemas.microsoft.com/office/drawing/2014/main" id="{F47B0903-57F4-4A07-9F7E-3F2596AB08AC}"/>
                </a:ext>
              </a:extLst>
            </p:cNvPr>
            <p:cNvSpPr>
              <a:spLocks noChangeArrowheads="1"/>
            </p:cNvSpPr>
            <p:nvPr/>
          </p:nvSpPr>
          <p:spPr bwMode="auto">
            <a:xfrm>
              <a:off x="5114925" y="324326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50" name="Rectangle 54">
              <a:extLst>
                <a:ext uri="{FF2B5EF4-FFF2-40B4-BE49-F238E27FC236}">
                  <a16:creationId xmlns:a16="http://schemas.microsoft.com/office/drawing/2014/main" id="{FEBBC34B-F59F-4D0A-A092-77A5E0D9E042}"/>
                </a:ext>
              </a:extLst>
            </p:cNvPr>
            <p:cNvSpPr>
              <a:spLocks noChangeArrowheads="1"/>
            </p:cNvSpPr>
            <p:nvPr/>
          </p:nvSpPr>
          <p:spPr bwMode="auto">
            <a:xfrm>
              <a:off x="4048125" y="3548063"/>
              <a:ext cx="12700" cy="303212"/>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51" name="Rectangle 55">
              <a:extLst>
                <a:ext uri="{FF2B5EF4-FFF2-40B4-BE49-F238E27FC236}">
                  <a16:creationId xmlns:a16="http://schemas.microsoft.com/office/drawing/2014/main" id="{24CBD767-2BC2-467B-A4E0-5DB42EA51C9E}"/>
                </a:ext>
              </a:extLst>
            </p:cNvPr>
            <p:cNvSpPr>
              <a:spLocks noChangeArrowheads="1"/>
            </p:cNvSpPr>
            <p:nvPr/>
          </p:nvSpPr>
          <p:spPr bwMode="auto">
            <a:xfrm>
              <a:off x="3449638" y="3544888"/>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52" name="Rectangle 56">
              <a:extLst>
                <a:ext uri="{FF2B5EF4-FFF2-40B4-BE49-F238E27FC236}">
                  <a16:creationId xmlns:a16="http://schemas.microsoft.com/office/drawing/2014/main" id="{A269A059-2ADB-4F1D-AFA9-92FD83FF0CB0}"/>
                </a:ext>
              </a:extLst>
            </p:cNvPr>
            <p:cNvSpPr>
              <a:spLocks noChangeArrowheads="1"/>
            </p:cNvSpPr>
            <p:nvPr/>
          </p:nvSpPr>
          <p:spPr bwMode="auto">
            <a:xfrm>
              <a:off x="4833938" y="3548063"/>
              <a:ext cx="12700" cy="303212"/>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53" name="Rectangle 57">
              <a:extLst>
                <a:ext uri="{FF2B5EF4-FFF2-40B4-BE49-F238E27FC236}">
                  <a16:creationId xmlns:a16="http://schemas.microsoft.com/office/drawing/2014/main" id="{2D994F5F-DA15-4C67-808D-2BDF841FF675}"/>
                </a:ext>
              </a:extLst>
            </p:cNvPr>
            <p:cNvSpPr>
              <a:spLocks noChangeArrowheads="1"/>
            </p:cNvSpPr>
            <p:nvPr/>
          </p:nvSpPr>
          <p:spPr bwMode="auto">
            <a:xfrm>
              <a:off x="4373563" y="3544888"/>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54" name="Rectangle 58">
              <a:extLst>
                <a:ext uri="{FF2B5EF4-FFF2-40B4-BE49-F238E27FC236}">
                  <a16:creationId xmlns:a16="http://schemas.microsoft.com/office/drawing/2014/main" id="{6BA25562-DA54-4E1E-A7DB-6C19A1A3C1BF}"/>
                </a:ext>
              </a:extLst>
            </p:cNvPr>
            <p:cNvSpPr>
              <a:spLocks noChangeArrowheads="1"/>
            </p:cNvSpPr>
            <p:nvPr/>
          </p:nvSpPr>
          <p:spPr bwMode="auto">
            <a:xfrm>
              <a:off x="5897563" y="3548063"/>
              <a:ext cx="12700" cy="303212"/>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55" name="Rectangle 59">
              <a:extLst>
                <a:ext uri="{FF2B5EF4-FFF2-40B4-BE49-F238E27FC236}">
                  <a16:creationId xmlns:a16="http://schemas.microsoft.com/office/drawing/2014/main" id="{B06BAD7F-4C3D-411C-9257-A7533C018F96}"/>
                </a:ext>
              </a:extLst>
            </p:cNvPr>
            <p:cNvSpPr>
              <a:spLocks noChangeArrowheads="1"/>
            </p:cNvSpPr>
            <p:nvPr/>
          </p:nvSpPr>
          <p:spPr bwMode="auto">
            <a:xfrm>
              <a:off x="2984500" y="3851275"/>
              <a:ext cx="11113"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56" name="Rectangle 60">
              <a:extLst>
                <a:ext uri="{FF2B5EF4-FFF2-40B4-BE49-F238E27FC236}">
                  <a16:creationId xmlns:a16="http://schemas.microsoft.com/office/drawing/2014/main" id="{01326ADE-769C-45E9-840D-828E7BF11E91}"/>
                </a:ext>
              </a:extLst>
            </p:cNvPr>
            <p:cNvSpPr>
              <a:spLocks noChangeArrowheads="1"/>
            </p:cNvSpPr>
            <p:nvPr/>
          </p:nvSpPr>
          <p:spPr bwMode="auto">
            <a:xfrm>
              <a:off x="5116513" y="3544888"/>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57" name="Rectangle 61">
              <a:extLst>
                <a:ext uri="{FF2B5EF4-FFF2-40B4-BE49-F238E27FC236}">
                  <a16:creationId xmlns:a16="http://schemas.microsoft.com/office/drawing/2014/main" id="{D0AA2EF1-EC4D-437B-8030-8780C5394EE4}"/>
                </a:ext>
              </a:extLst>
            </p:cNvPr>
            <p:cNvSpPr>
              <a:spLocks noChangeArrowheads="1"/>
            </p:cNvSpPr>
            <p:nvPr/>
          </p:nvSpPr>
          <p:spPr bwMode="auto">
            <a:xfrm>
              <a:off x="4048125" y="385127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58" name="Rectangle 62">
              <a:extLst>
                <a:ext uri="{FF2B5EF4-FFF2-40B4-BE49-F238E27FC236}">
                  <a16:creationId xmlns:a16="http://schemas.microsoft.com/office/drawing/2014/main" id="{1B99C309-FB12-4EAD-9533-769F1E3D4A83}"/>
                </a:ext>
              </a:extLst>
            </p:cNvPr>
            <p:cNvSpPr>
              <a:spLocks noChangeArrowheads="1"/>
            </p:cNvSpPr>
            <p:nvPr/>
          </p:nvSpPr>
          <p:spPr bwMode="auto">
            <a:xfrm>
              <a:off x="3454400" y="3848100"/>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59" name="Rectangle 63">
              <a:extLst>
                <a:ext uri="{FF2B5EF4-FFF2-40B4-BE49-F238E27FC236}">
                  <a16:creationId xmlns:a16="http://schemas.microsoft.com/office/drawing/2014/main" id="{FDC78BC2-82D9-40D0-8948-04F301F2A54E}"/>
                </a:ext>
              </a:extLst>
            </p:cNvPr>
            <p:cNvSpPr>
              <a:spLocks noChangeArrowheads="1"/>
            </p:cNvSpPr>
            <p:nvPr/>
          </p:nvSpPr>
          <p:spPr bwMode="auto">
            <a:xfrm>
              <a:off x="4833938" y="385127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60" name="Rectangle 64">
              <a:extLst>
                <a:ext uri="{FF2B5EF4-FFF2-40B4-BE49-F238E27FC236}">
                  <a16:creationId xmlns:a16="http://schemas.microsoft.com/office/drawing/2014/main" id="{9D0CAE43-0758-4A62-A9D0-214F026CEBCF}"/>
                </a:ext>
              </a:extLst>
            </p:cNvPr>
            <p:cNvSpPr>
              <a:spLocks noChangeArrowheads="1"/>
            </p:cNvSpPr>
            <p:nvPr/>
          </p:nvSpPr>
          <p:spPr bwMode="auto">
            <a:xfrm>
              <a:off x="4352925" y="38481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61" name="Rectangle 65">
              <a:extLst>
                <a:ext uri="{FF2B5EF4-FFF2-40B4-BE49-F238E27FC236}">
                  <a16:creationId xmlns:a16="http://schemas.microsoft.com/office/drawing/2014/main" id="{4B13BF25-E33F-4FF6-92FC-114789E3BC94}"/>
                </a:ext>
              </a:extLst>
            </p:cNvPr>
            <p:cNvSpPr>
              <a:spLocks noChangeArrowheads="1"/>
            </p:cNvSpPr>
            <p:nvPr/>
          </p:nvSpPr>
          <p:spPr bwMode="auto">
            <a:xfrm>
              <a:off x="5897563" y="385127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62" name="Rectangle 66">
              <a:extLst>
                <a:ext uri="{FF2B5EF4-FFF2-40B4-BE49-F238E27FC236}">
                  <a16:creationId xmlns:a16="http://schemas.microsoft.com/office/drawing/2014/main" id="{B4CDDFAF-BAF8-464F-9428-98C51C5931FA}"/>
                </a:ext>
              </a:extLst>
            </p:cNvPr>
            <p:cNvSpPr>
              <a:spLocks noChangeArrowheads="1"/>
            </p:cNvSpPr>
            <p:nvPr/>
          </p:nvSpPr>
          <p:spPr bwMode="auto">
            <a:xfrm>
              <a:off x="2984500" y="4156075"/>
              <a:ext cx="11113"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63" name="Rectangle 67">
              <a:extLst>
                <a:ext uri="{FF2B5EF4-FFF2-40B4-BE49-F238E27FC236}">
                  <a16:creationId xmlns:a16="http://schemas.microsoft.com/office/drawing/2014/main" id="{690D79E0-3FE5-488A-A237-017C9EB4DB3E}"/>
                </a:ext>
              </a:extLst>
            </p:cNvPr>
            <p:cNvSpPr>
              <a:spLocks noChangeArrowheads="1"/>
            </p:cNvSpPr>
            <p:nvPr/>
          </p:nvSpPr>
          <p:spPr bwMode="auto">
            <a:xfrm>
              <a:off x="5116513" y="38481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64" name="Rectangle 68">
              <a:extLst>
                <a:ext uri="{FF2B5EF4-FFF2-40B4-BE49-F238E27FC236}">
                  <a16:creationId xmlns:a16="http://schemas.microsoft.com/office/drawing/2014/main" id="{A2DAF0DB-0290-4B74-8A39-4F7FB3CC8CB8}"/>
                </a:ext>
              </a:extLst>
            </p:cNvPr>
            <p:cNvSpPr>
              <a:spLocks noChangeArrowheads="1"/>
            </p:cNvSpPr>
            <p:nvPr/>
          </p:nvSpPr>
          <p:spPr bwMode="auto">
            <a:xfrm>
              <a:off x="4048125" y="415607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65" name="Rectangle 69">
              <a:extLst>
                <a:ext uri="{FF2B5EF4-FFF2-40B4-BE49-F238E27FC236}">
                  <a16:creationId xmlns:a16="http://schemas.microsoft.com/office/drawing/2014/main" id="{4E23CB35-258A-44D8-9600-0B4EB7B96F5F}"/>
                </a:ext>
              </a:extLst>
            </p:cNvPr>
            <p:cNvSpPr>
              <a:spLocks noChangeArrowheads="1"/>
            </p:cNvSpPr>
            <p:nvPr/>
          </p:nvSpPr>
          <p:spPr bwMode="auto">
            <a:xfrm>
              <a:off x="3433763" y="41529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66" name="Rectangle 70">
              <a:extLst>
                <a:ext uri="{FF2B5EF4-FFF2-40B4-BE49-F238E27FC236}">
                  <a16:creationId xmlns:a16="http://schemas.microsoft.com/office/drawing/2014/main" id="{58F7D3C5-81CA-46DD-B348-38C8FB75BCFD}"/>
                </a:ext>
              </a:extLst>
            </p:cNvPr>
            <p:cNvSpPr>
              <a:spLocks noChangeArrowheads="1"/>
            </p:cNvSpPr>
            <p:nvPr/>
          </p:nvSpPr>
          <p:spPr bwMode="auto">
            <a:xfrm>
              <a:off x="4833938" y="415607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67" name="Rectangle 71">
              <a:extLst>
                <a:ext uri="{FF2B5EF4-FFF2-40B4-BE49-F238E27FC236}">
                  <a16:creationId xmlns:a16="http://schemas.microsoft.com/office/drawing/2014/main" id="{3440F601-5C85-495A-AE20-A6E96A90FA45}"/>
                </a:ext>
              </a:extLst>
            </p:cNvPr>
            <p:cNvSpPr>
              <a:spLocks noChangeArrowheads="1"/>
            </p:cNvSpPr>
            <p:nvPr/>
          </p:nvSpPr>
          <p:spPr bwMode="auto">
            <a:xfrm>
              <a:off x="4351338" y="41529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H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68" name="Rectangle 72">
              <a:extLst>
                <a:ext uri="{FF2B5EF4-FFF2-40B4-BE49-F238E27FC236}">
                  <a16:creationId xmlns:a16="http://schemas.microsoft.com/office/drawing/2014/main" id="{58EE7059-5ABD-4E9B-AF05-57079C80795D}"/>
                </a:ext>
              </a:extLst>
            </p:cNvPr>
            <p:cNvSpPr>
              <a:spLocks noChangeArrowheads="1"/>
            </p:cNvSpPr>
            <p:nvPr/>
          </p:nvSpPr>
          <p:spPr bwMode="auto">
            <a:xfrm>
              <a:off x="5897563" y="415607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69" name="Rectangle 73">
              <a:extLst>
                <a:ext uri="{FF2B5EF4-FFF2-40B4-BE49-F238E27FC236}">
                  <a16:creationId xmlns:a16="http://schemas.microsoft.com/office/drawing/2014/main" id="{462F502F-6C6F-48E7-9E32-257B30CF12EB}"/>
                </a:ext>
              </a:extLst>
            </p:cNvPr>
            <p:cNvSpPr>
              <a:spLocks noChangeArrowheads="1"/>
            </p:cNvSpPr>
            <p:nvPr/>
          </p:nvSpPr>
          <p:spPr bwMode="auto">
            <a:xfrm>
              <a:off x="2984500" y="4440238"/>
              <a:ext cx="11113" cy="34925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70" name="Rectangle 74">
              <a:extLst>
                <a:ext uri="{FF2B5EF4-FFF2-40B4-BE49-F238E27FC236}">
                  <a16:creationId xmlns:a16="http://schemas.microsoft.com/office/drawing/2014/main" id="{7BBE82B8-47E1-45E5-BD3F-9ECBFBFC25C0}"/>
                </a:ext>
              </a:extLst>
            </p:cNvPr>
            <p:cNvSpPr>
              <a:spLocks noChangeArrowheads="1"/>
            </p:cNvSpPr>
            <p:nvPr/>
          </p:nvSpPr>
          <p:spPr bwMode="auto">
            <a:xfrm>
              <a:off x="5116513" y="4152900"/>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71" name="Rectangle 75">
              <a:extLst>
                <a:ext uri="{FF2B5EF4-FFF2-40B4-BE49-F238E27FC236}">
                  <a16:creationId xmlns:a16="http://schemas.microsoft.com/office/drawing/2014/main" id="{7A7CA712-C83F-46BC-87F7-EF8B3F268328}"/>
                </a:ext>
              </a:extLst>
            </p:cNvPr>
            <p:cNvSpPr>
              <a:spLocks noChangeArrowheads="1"/>
            </p:cNvSpPr>
            <p:nvPr/>
          </p:nvSpPr>
          <p:spPr bwMode="auto">
            <a:xfrm>
              <a:off x="4048125" y="4440238"/>
              <a:ext cx="12700" cy="34925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72" name="Rectangle 76">
              <a:extLst>
                <a:ext uri="{FF2B5EF4-FFF2-40B4-BE49-F238E27FC236}">
                  <a16:creationId xmlns:a16="http://schemas.microsoft.com/office/drawing/2014/main" id="{12903F66-BE78-4FE1-8F5A-34E40C153ABA}"/>
                </a:ext>
              </a:extLst>
            </p:cNvPr>
            <p:cNvSpPr>
              <a:spLocks noChangeArrowheads="1"/>
            </p:cNvSpPr>
            <p:nvPr/>
          </p:nvSpPr>
          <p:spPr bwMode="auto">
            <a:xfrm>
              <a:off x="3433763" y="445452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H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73" name="Rectangle 77">
              <a:extLst>
                <a:ext uri="{FF2B5EF4-FFF2-40B4-BE49-F238E27FC236}">
                  <a16:creationId xmlns:a16="http://schemas.microsoft.com/office/drawing/2014/main" id="{509B8C55-DFC3-4B0D-8B0E-479DCF0369D4}"/>
                </a:ext>
              </a:extLst>
            </p:cNvPr>
            <p:cNvSpPr>
              <a:spLocks noChangeArrowheads="1"/>
            </p:cNvSpPr>
            <p:nvPr/>
          </p:nvSpPr>
          <p:spPr bwMode="auto">
            <a:xfrm>
              <a:off x="4833938" y="4440238"/>
              <a:ext cx="12700" cy="34925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74" name="Rectangle 78">
              <a:extLst>
                <a:ext uri="{FF2B5EF4-FFF2-40B4-BE49-F238E27FC236}">
                  <a16:creationId xmlns:a16="http://schemas.microsoft.com/office/drawing/2014/main" id="{FD626011-F4F4-4EE6-8A94-A44B962C8867}"/>
                </a:ext>
              </a:extLst>
            </p:cNvPr>
            <p:cNvSpPr>
              <a:spLocks noChangeArrowheads="1"/>
            </p:cNvSpPr>
            <p:nvPr/>
          </p:nvSpPr>
          <p:spPr bwMode="auto">
            <a:xfrm>
              <a:off x="4351338" y="445452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75" name="Rectangle 79">
              <a:extLst>
                <a:ext uri="{FF2B5EF4-FFF2-40B4-BE49-F238E27FC236}">
                  <a16:creationId xmlns:a16="http://schemas.microsoft.com/office/drawing/2014/main" id="{98BCECCB-DAE7-49A4-9285-4508E35757CA}"/>
                </a:ext>
              </a:extLst>
            </p:cNvPr>
            <p:cNvSpPr>
              <a:spLocks noChangeArrowheads="1"/>
            </p:cNvSpPr>
            <p:nvPr/>
          </p:nvSpPr>
          <p:spPr bwMode="auto">
            <a:xfrm>
              <a:off x="5897563" y="4440238"/>
              <a:ext cx="12700" cy="34925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76" name="Rectangle 80">
              <a:extLst>
                <a:ext uri="{FF2B5EF4-FFF2-40B4-BE49-F238E27FC236}">
                  <a16:creationId xmlns:a16="http://schemas.microsoft.com/office/drawing/2014/main" id="{148B6B76-152D-4482-A9F9-8A8541E059F4}"/>
                </a:ext>
              </a:extLst>
            </p:cNvPr>
            <p:cNvSpPr>
              <a:spLocks noChangeArrowheads="1"/>
            </p:cNvSpPr>
            <p:nvPr/>
          </p:nvSpPr>
          <p:spPr bwMode="auto">
            <a:xfrm>
              <a:off x="3009900" y="4802188"/>
              <a:ext cx="2894013" cy="127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77" name="Rectangle 81">
              <a:extLst>
                <a:ext uri="{FF2B5EF4-FFF2-40B4-BE49-F238E27FC236}">
                  <a16:creationId xmlns:a16="http://schemas.microsoft.com/office/drawing/2014/main" id="{CA137580-9ED4-45E9-BA53-3F1E10472932}"/>
                </a:ext>
              </a:extLst>
            </p:cNvPr>
            <p:cNvSpPr>
              <a:spLocks noChangeArrowheads="1"/>
            </p:cNvSpPr>
            <p:nvPr/>
          </p:nvSpPr>
          <p:spPr bwMode="auto">
            <a:xfrm>
              <a:off x="5116513" y="445452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06498" name="TextBox 125">
            <a:extLst>
              <a:ext uri="{FF2B5EF4-FFF2-40B4-BE49-F238E27FC236}">
                <a16:creationId xmlns:a16="http://schemas.microsoft.com/office/drawing/2014/main" id="{DA6BE40C-03B8-4873-A894-15FC0DB4B989}"/>
              </a:ext>
            </a:extLst>
          </p:cNvPr>
          <p:cNvSpPr txBox="1">
            <a:spLocks noChangeArrowheads="1"/>
          </p:cNvSpPr>
          <p:nvPr/>
        </p:nvSpPr>
        <p:spPr bwMode="auto">
          <a:xfrm>
            <a:off x="6451600" y="6477000"/>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6.69 from the textbook ]</a:t>
            </a:r>
          </a:p>
        </p:txBody>
      </p:sp>
      <p:sp>
        <p:nvSpPr>
          <p:cNvPr id="106499" name="Title 1">
            <a:extLst>
              <a:ext uri="{FF2B5EF4-FFF2-40B4-BE49-F238E27FC236}">
                <a16:creationId xmlns:a16="http://schemas.microsoft.com/office/drawing/2014/main" id="{EA61731C-2B7B-49E5-89A3-81C7B8CB15D4}"/>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State diagram and state table for the counterlike example</a:t>
            </a:r>
          </a:p>
        </p:txBody>
      </p:sp>
      <p:grpSp>
        <p:nvGrpSpPr>
          <p:cNvPr id="5" name="Group 4">
            <a:extLst>
              <a:ext uri="{FF2B5EF4-FFF2-40B4-BE49-F238E27FC236}">
                <a16:creationId xmlns:a16="http://schemas.microsoft.com/office/drawing/2014/main" id="{BC44C6EC-8869-4842-9BF2-0E188D0F5419}"/>
              </a:ext>
            </a:extLst>
          </p:cNvPr>
          <p:cNvGrpSpPr/>
          <p:nvPr/>
        </p:nvGrpSpPr>
        <p:grpSpPr>
          <a:xfrm>
            <a:off x="369887" y="1655054"/>
            <a:ext cx="5157788" cy="2764546"/>
            <a:chOff x="369887" y="1040692"/>
            <a:chExt cx="5157788" cy="2764546"/>
          </a:xfrm>
        </p:grpSpPr>
        <p:sp>
          <p:nvSpPr>
            <p:cNvPr id="88" name="Oval 16">
              <a:extLst>
                <a:ext uri="{FF2B5EF4-FFF2-40B4-BE49-F238E27FC236}">
                  <a16:creationId xmlns:a16="http://schemas.microsoft.com/office/drawing/2014/main" id="{966C5581-7C2D-4E65-AFDF-B18DAA359092}"/>
                </a:ext>
              </a:extLst>
            </p:cNvPr>
            <p:cNvSpPr>
              <a:spLocks noChangeArrowheads="1"/>
            </p:cNvSpPr>
            <p:nvPr/>
          </p:nvSpPr>
          <p:spPr bwMode="auto">
            <a:xfrm>
              <a:off x="369887" y="1670050"/>
              <a:ext cx="606425" cy="609600"/>
            </a:xfrm>
            <a:prstGeom prst="ellipse">
              <a:avLst/>
            </a:pr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 name="Oval 17">
              <a:extLst>
                <a:ext uri="{FF2B5EF4-FFF2-40B4-BE49-F238E27FC236}">
                  <a16:creationId xmlns:a16="http://schemas.microsoft.com/office/drawing/2014/main" id="{71B5C606-BCD8-4211-8989-7E7043E0B6F5}"/>
                </a:ext>
              </a:extLst>
            </p:cNvPr>
            <p:cNvSpPr>
              <a:spLocks noChangeArrowheads="1"/>
            </p:cNvSpPr>
            <p:nvPr/>
          </p:nvSpPr>
          <p:spPr bwMode="auto">
            <a:xfrm>
              <a:off x="369887" y="3195638"/>
              <a:ext cx="606425" cy="609600"/>
            </a:xfrm>
            <a:prstGeom prst="ellipse">
              <a:avLst/>
            </a:pr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 name="Oval 30">
              <a:extLst>
                <a:ext uri="{FF2B5EF4-FFF2-40B4-BE49-F238E27FC236}">
                  <a16:creationId xmlns:a16="http://schemas.microsoft.com/office/drawing/2014/main" id="{C26A278C-66AA-462D-9ABF-13CD32D4C885}"/>
                </a:ext>
              </a:extLst>
            </p:cNvPr>
            <p:cNvSpPr>
              <a:spLocks noChangeArrowheads="1"/>
            </p:cNvSpPr>
            <p:nvPr/>
          </p:nvSpPr>
          <p:spPr bwMode="auto">
            <a:xfrm>
              <a:off x="1887537" y="1670050"/>
              <a:ext cx="604838" cy="609600"/>
            </a:xfrm>
            <a:prstGeom prst="ellipse">
              <a:avLst/>
            </a:pr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 name="Oval 31">
              <a:extLst>
                <a:ext uri="{FF2B5EF4-FFF2-40B4-BE49-F238E27FC236}">
                  <a16:creationId xmlns:a16="http://schemas.microsoft.com/office/drawing/2014/main" id="{F3F731D8-5041-4B9A-9184-A61EDAAA18CF}"/>
                </a:ext>
              </a:extLst>
            </p:cNvPr>
            <p:cNvSpPr>
              <a:spLocks noChangeArrowheads="1"/>
            </p:cNvSpPr>
            <p:nvPr/>
          </p:nvSpPr>
          <p:spPr bwMode="auto">
            <a:xfrm>
              <a:off x="1887537" y="3195638"/>
              <a:ext cx="604838" cy="609600"/>
            </a:xfrm>
            <a:prstGeom prst="ellipse">
              <a:avLst/>
            </a:pr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 name="Oval 42">
              <a:extLst>
                <a:ext uri="{FF2B5EF4-FFF2-40B4-BE49-F238E27FC236}">
                  <a16:creationId xmlns:a16="http://schemas.microsoft.com/office/drawing/2014/main" id="{23BCA143-0A0A-41E7-BFD7-A79DD1D992B4}"/>
                </a:ext>
              </a:extLst>
            </p:cNvPr>
            <p:cNvSpPr>
              <a:spLocks noChangeArrowheads="1"/>
            </p:cNvSpPr>
            <p:nvPr/>
          </p:nvSpPr>
          <p:spPr bwMode="auto">
            <a:xfrm>
              <a:off x="3405187" y="1670050"/>
              <a:ext cx="604838" cy="609600"/>
            </a:xfrm>
            <a:prstGeom prst="ellipse">
              <a:avLst/>
            </a:pr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 name="Oval 43">
              <a:extLst>
                <a:ext uri="{FF2B5EF4-FFF2-40B4-BE49-F238E27FC236}">
                  <a16:creationId xmlns:a16="http://schemas.microsoft.com/office/drawing/2014/main" id="{55827617-34EA-473A-BDD5-B849D703B60C}"/>
                </a:ext>
              </a:extLst>
            </p:cNvPr>
            <p:cNvSpPr>
              <a:spLocks noChangeArrowheads="1"/>
            </p:cNvSpPr>
            <p:nvPr/>
          </p:nvSpPr>
          <p:spPr bwMode="auto">
            <a:xfrm>
              <a:off x="3405187" y="3195638"/>
              <a:ext cx="604838" cy="609600"/>
            </a:xfrm>
            <a:prstGeom prst="ellipse">
              <a:avLst/>
            </a:pr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 name="Oval 54">
              <a:extLst>
                <a:ext uri="{FF2B5EF4-FFF2-40B4-BE49-F238E27FC236}">
                  <a16:creationId xmlns:a16="http://schemas.microsoft.com/office/drawing/2014/main" id="{C9EB3DD3-8CF7-43CB-B6B2-8A50B3334610}"/>
                </a:ext>
              </a:extLst>
            </p:cNvPr>
            <p:cNvSpPr>
              <a:spLocks noChangeArrowheads="1"/>
            </p:cNvSpPr>
            <p:nvPr/>
          </p:nvSpPr>
          <p:spPr bwMode="auto">
            <a:xfrm>
              <a:off x="4921250" y="1670050"/>
              <a:ext cx="606425" cy="609600"/>
            </a:xfrm>
            <a:prstGeom prst="ellipse">
              <a:avLst/>
            </a:pr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 name="Oval 55">
              <a:extLst>
                <a:ext uri="{FF2B5EF4-FFF2-40B4-BE49-F238E27FC236}">
                  <a16:creationId xmlns:a16="http://schemas.microsoft.com/office/drawing/2014/main" id="{2E008F16-71FD-4897-9236-343F1FDF52C1}"/>
                </a:ext>
              </a:extLst>
            </p:cNvPr>
            <p:cNvSpPr>
              <a:spLocks noChangeArrowheads="1"/>
            </p:cNvSpPr>
            <p:nvPr/>
          </p:nvSpPr>
          <p:spPr bwMode="auto">
            <a:xfrm>
              <a:off x="4921250" y="3195638"/>
              <a:ext cx="606425" cy="609600"/>
            </a:xfrm>
            <a:prstGeom prst="ellipse">
              <a:avLst/>
            </a:pr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 name="Freeform 56">
              <a:extLst>
                <a:ext uri="{FF2B5EF4-FFF2-40B4-BE49-F238E27FC236}">
                  <a16:creationId xmlns:a16="http://schemas.microsoft.com/office/drawing/2014/main" id="{0DD5A2AB-1C35-4BDE-85AF-F056FA5B4567}"/>
                </a:ext>
              </a:extLst>
            </p:cNvPr>
            <p:cNvSpPr>
              <a:spLocks/>
            </p:cNvSpPr>
            <p:nvPr/>
          </p:nvSpPr>
          <p:spPr bwMode="auto">
            <a:xfrm>
              <a:off x="1739900" y="1951038"/>
              <a:ext cx="128587" cy="65087"/>
            </a:xfrm>
            <a:custGeom>
              <a:avLst/>
              <a:gdLst>
                <a:gd name="T0" fmla="*/ 0 w 81"/>
                <a:gd name="T1" fmla="*/ 2147483646 h 41"/>
                <a:gd name="T2" fmla="*/ 2147483646 w 81"/>
                <a:gd name="T3" fmla="*/ 2147483646 h 41"/>
                <a:gd name="T4" fmla="*/ 0 w 81"/>
                <a:gd name="T5" fmla="*/ 0 h 41"/>
                <a:gd name="T6" fmla="*/ 0 w 81"/>
                <a:gd name="T7" fmla="*/ 2147483646 h 41"/>
                <a:gd name="T8" fmla="*/ 0 w 81"/>
                <a:gd name="T9" fmla="*/ 2147483646 h 41"/>
                <a:gd name="T10" fmla="*/ 0 60000 65536"/>
                <a:gd name="T11" fmla="*/ 0 60000 65536"/>
                <a:gd name="T12" fmla="*/ 0 60000 65536"/>
                <a:gd name="T13" fmla="*/ 0 60000 65536"/>
                <a:gd name="T14" fmla="*/ 0 60000 65536"/>
                <a:gd name="T15" fmla="*/ 0 w 81"/>
                <a:gd name="T16" fmla="*/ 0 h 41"/>
                <a:gd name="T17" fmla="*/ 81 w 81"/>
                <a:gd name="T18" fmla="*/ 41 h 41"/>
              </a:gdLst>
              <a:ahLst/>
              <a:cxnLst>
                <a:cxn ang="T10">
                  <a:pos x="T0" y="T1"/>
                </a:cxn>
                <a:cxn ang="T11">
                  <a:pos x="T2" y="T3"/>
                </a:cxn>
                <a:cxn ang="T12">
                  <a:pos x="T4" y="T5"/>
                </a:cxn>
                <a:cxn ang="T13">
                  <a:pos x="T6" y="T7"/>
                </a:cxn>
                <a:cxn ang="T14">
                  <a:pos x="T8" y="T9"/>
                </a:cxn>
              </a:cxnLst>
              <a:rect l="T15" t="T16" r="T17" b="T18"/>
              <a:pathLst>
                <a:path w="81" h="41">
                  <a:moveTo>
                    <a:pt x="0" y="41"/>
                  </a:moveTo>
                  <a:lnTo>
                    <a:pt x="81" y="14"/>
                  </a:lnTo>
                  <a:lnTo>
                    <a:pt x="0" y="0"/>
                  </a:lnTo>
                  <a:lnTo>
                    <a:pt x="0" y="14"/>
                  </a:lnTo>
                  <a:lnTo>
                    <a:pt x="0" y="41"/>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 name="Line 57">
              <a:extLst>
                <a:ext uri="{FF2B5EF4-FFF2-40B4-BE49-F238E27FC236}">
                  <a16:creationId xmlns:a16="http://schemas.microsoft.com/office/drawing/2014/main" id="{EB3109C8-55F1-4163-B625-7B6F46DD0A00}"/>
                </a:ext>
              </a:extLst>
            </p:cNvPr>
            <p:cNvSpPr>
              <a:spLocks noChangeShapeType="1"/>
            </p:cNvSpPr>
            <p:nvPr/>
          </p:nvSpPr>
          <p:spPr bwMode="auto">
            <a:xfrm flipH="1">
              <a:off x="992187" y="1973263"/>
              <a:ext cx="727075"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 name="Freeform 58">
              <a:extLst>
                <a:ext uri="{FF2B5EF4-FFF2-40B4-BE49-F238E27FC236}">
                  <a16:creationId xmlns:a16="http://schemas.microsoft.com/office/drawing/2014/main" id="{824F5CFD-FE7B-4CE1-A098-349F302FC39A}"/>
                </a:ext>
              </a:extLst>
            </p:cNvPr>
            <p:cNvSpPr>
              <a:spLocks/>
            </p:cNvSpPr>
            <p:nvPr/>
          </p:nvSpPr>
          <p:spPr bwMode="auto">
            <a:xfrm>
              <a:off x="3235325" y="1951038"/>
              <a:ext cx="149225" cy="65087"/>
            </a:xfrm>
            <a:custGeom>
              <a:avLst/>
              <a:gdLst>
                <a:gd name="T0" fmla="*/ 0 w 94"/>
                <a:gd name="T1" fmla="*/ 2147483646 h 41"/>
                <a:gd name="T2" fmla="*/ 2147483646 w 94"/>
                <a:gd name="T3" fmla="*/ 2147483646 h 41"/>
                <a:gd name="T4" fmla="*/ 0 w 94"/>
                <a:gd name="T5" fmla="*/ 0 h 41"/>
                <a:gd name="T6" fmla="*/ 0 w 94"/>
                <a:gd name="T7" fmla="*/ 2147483646 h 41"/>
                <a:gd name="T8" fmla="*/ 0 w 94"/>
                <a:gd name="T9" fmla="*/ 2147483646 h 41"/>
                <a:gd name="T10" fmla="*/ 0 60000 65536"/>
                <a:gd name="T11" fmla="*/ 0 60000 65536"/>
                <a:gd name="T12" fmla="*/ 0 60000 65536"/>
                <a:gd name="T13" fmla="*/ 0 60000 65536"/>
                <a:gd name="T14" fmla="*/ 0 60000 65536"/>
                <a:gd name="T15" fmla="*/ 0 w 94"/>
                <a:gd name="T16" fmla="*/ 0 h 41"/>
                <a:gd name="T17" fmla="*/ 94 w 94"/>
                <a:gd name="T18" fmla="*/ 41 h 41"/>
              </a:gdLst>
              <a:ahLst/>
              <a:cxnLst>
                <a:cxn ang="T10">
                  <a:pos x="T0" y="T1"/>
                </a:cxn>
                <a:cxn ang="T11">
                  <a:pos x="T2" y="T3"/>
                </a:cxn>
                <a:cxn ang="T12">
                  <a:pos x="T4" y="T5"/>
                </a:cxn>
                <a:cxn ang="T13">
                  <a:pos x="T6" y="T7"/>
                </a:cxn>
                <a:cxn ang="T14">
                  <a:pos x="T8" y="T9"/>
                </a:cxn>
              </a:cxnLst>
              <a:rect l="T15" t="T16" r="T17" b="T18"/>
              <a:pathLst>
                <a:path w="94" h="41">
                  <a:moveTo>
                    <a:pt x="0" y="41"/>
                  </a:moveTo>
                  <a:lnTo>
                    <a:pt x="94" y="14"/>
                  </a:lnTo>
                  <a:lnTo>
                    <a:pt x="0" y="0"/>
                  </a:lnTo>
                  <a:lnTo>
                    <a:pt x="0" y="14"/>
                  </a:lnTo>
                  <a:lnTo>
                    <a:pt x="0" y="41"/>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 name="Line 59">
              <a:extLst>
                <a:ext uri="{FF2B5EF4-FFF2-40B4-BE49-F238E27FC236}">
                  <a16:creationId xmlns:a16="http://schemas.microsoft.com/office/drawing/2014/main" id="{C19165D6-E07F-470B-9720-BF453F67CA6C}"/>
                </a:ext>
              </a:extLst>
            </p:cNvPr>
            <p:cNvSpPr>
              <a:spLocks noChangeShapeType="1"/>
            </p:cNvSpPr>
            <p:nvPr/>
          </p:nvSpPr>
          <p:spPr bwMode="auto">
            <a:xfrm flipH="1">
              <a:off x="2487612" y="1973263"/>
              <a:ext cx="747713"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 name="Freeform 60">
              <a:extLst>
                <a:ext uri="{FF2B5EF4-FFF2-40B4-BE49-F238E27FC236}">
                  <a16:creationId xmlns:a16="http://schemas.microsoft.com/office/drawing/2014/main" id="{ADC6B6C3-6A1A-4727-B98E-03A73A288984}"/>
                </a:ext>
              </a:extLst>
            </p:cNvPr>
            <p:cNvSpPr>
              <a:spLocks/>
            </p:cNvSpPr>
            <p:nvPr/>
          </p:nvSpPr>
          <p:spPr bwMode="auto">
            <a:xfrm>
              <a:off x="4752975" y="1951038"/>
              <a:ext cx="128587" cy="65087"/>
            </a:xfrm>
            <a:custGeom>
              <a:avLst/>
              <a:gdLst>
                <a:gd name="T0" fmla="*/ 0 w 81"/>
                <a:gd name="T1" fmla="*/ 2147483646 h 41"/>
                <a:gd name="T2" fmla="*/ 2147483646 w 81"/>
                <a:gd name="T3" fmla="*/ 2147483646 h 41"/>
                <a:gd name="T4" fmla="*/ 0 w 81"/>
                <a:gd name="T5" fmla="*/ 0 h 41"/>
                <a:gd name="T6" fmla="*/ 0 w 81"/>
                <a:gd name="T7" fmla="*/ 2147483646 h 41"/>
                <a:gd name="T8" fmla="*/ 0 w 81"/>
                <a:gd name="T9" fmla="*/ 2147483646 h 41"/>
                <a:gd name="T10" fmla="*/ 0 60000 65536"/>
                <a:gd name="T11" fmla="*/ 0 60000 65536"/>
                <a:gd name="T12" fmla="*/ 0 60000 65536"/>
                <a:gd name="T13" fmla="*/ 0 60000 65536"/>
                <a:gd name="T14" fmla="*/ 0 60000 65536"/>
                <a:gd name="T15" fmla="*/ 0 w 81"/>
                <a:gd name="T16" fmla="*/ 0 h 41"/>
                <a:gd name="T17" fmla="*/ 81 w 81"/>
                <a:gd name="T18" fmla="*/ 41 h 41"/>
              </a:gdLst>
              <a:ahLst/>
              <a:cxnLst>
                <a:cxn ang="T10">
                  <a:pos x="T0" y="T1"/>
                </a:cxn>
                <a:cxn ang="T11">
                  <a:pos x="T2" y="T3"/>
                </a:cxn>
                <a:cxn ang="T12">
                  <a:pos x="T4" y="T5"/>
                </a:cxn>
                <a:cxn ang="T13">
                  <a:pos x="T6" y="T7"/>
                </a:cxn>
                <a:cxn ang="T14">
                  <a:pos x="T8" y="T9"/>
                </a:cxn>
              </a:cxnLst>
              <a:rect l="T15" t="T16" r="T17" b="T18"/>
              <a:pathLst>
                <a:path w="81" h="41">
                  <a:moveTo>
                    <a:pt x="0" y="41"/>
                  </a:moveTo>
                  <a:lnTo>
                    <a:pt x="81" y="14"/>
                  </a:lnTo>
                  <a:lnTo>
                    <a:pt x="0" y="0"/>
                  </a:lnTo>
                  <a:lnTo>
                    <a:pt x="0" y="14"/>
                  </a:lnTo>
                  <a:lnTo>
                    <a:pt x="0" y="41"/>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 name="Line 61">
              <a:extLst>
                <a:ext uri="{FF2B5EF4-FFF2-40B4-BE49-F238E27FC236}">
                  <a16:creationId xmlns:a16="http://schemas.microsoft.com/office/drawing/2014/main" id="{CCF6D8D2-F0C5-4637-9B04-07148CA663A0}"/>
                </a:ext>
              </a:extLst>
            </p:cNvPr>
            <p:cNvSpPr>
              <a:spLocks noChangeShapeType="1"/>
            </p:cNvSpPr>
            <p:nvPr/>
          </p:nvSpPr>
          <p:spPr bwMode="auto">
            <a:xfrm flipH="1">
              <a:off x="4005262" y="1973263"/>
              <a:ext cx="747713"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 name="Freeform 62">
              <a:extLst>
                <a:ext uri="{FF2B5EF4-FFF2-40B4-BE49-F238E27FC236}">
                  <a16:creationId xmlns:a16="http://schemas.microsoft.com/office/drawing/2014/main" id="{C5780D01-833C-4CFC-AC39-7C72AEBB1124}"/>
                </a:ext>
              </a:extLst>
            </p:cNvPr>
            <p:cNvSpPr>
              <a:spLocks/>
            </p:cNvSpPr>
            <p:nvPr/>
          </p:nvSpPr>
          <p:spPr bwMode="auto">
            <a:xfrm>
              <a:off x="5200650" y="3048000"/>
              <a:ext cx="42862" cy="128588"/>
            </a:xfrm>
            <a:custGeom>
              <a:avLst/>
              <a:gdLst>
                <a:gd name="T0" fmla="*/ 0 w 27"/>
                <a:gd name="T1" fmla="*/ 0 h 81"/>
                <a:gd name="T2" fmla="*/ 2147483646 w 27"/>
                <a:gd name="T3" fmla="*/ 2147483646 h 81"/>
                <a:gd name="T4" fmla="*/ 2147483646 w 27"/>
                <a:gd name="T5" fmla="*/ 0 h 81"/>
                <a:gd name="T6" fmla="*/ 2147483646 w 27"/>
                <a:gd name="T7" fmla="*/ 0 h 81"/>
                <a:gd name="T8" fmla="*/ 0 w 27"/>
                <a:gd name="T9" fmla="*/ 0 h 81"/>
                <a:gd name="T10" fmla="*/ 0 60000 65536"/>
                <a:gd name="T11" fmla="*/ 0 60000 65536"/>
                <a:gd name="T12" fmla="*/ 0 60000 65536"/>
                <a:gd name="T13" fmla="*/ 0 60000 65536"/>
                <a:gd name="T14" fmla="*/ 0 60000 65536"/>
                <a:gd name="T15" fmla="*/ 0 w 27"/>
                <a:gd name="T16" fmla="*/ 0 h 81"/>
                <a:gd name="T17" fmla="*/ 27 w 27"/>
                <a:gd name="T18" fmla="*/ 81 h 81"/>
              </a:gdLst>
              <a:ahLst/>
              <a:cxnLst>
                <a:cxn ang="T10">
                  <a:pos x="T0" y="T1"/>
                </a:cxn>
                <a:cxn ang="T11">
                  <a:pos x="T2" y="T3"/>
                </a:cxn>
                <a:cxn ang="T12">
                  <a:pos x="T4" y="T5"/>
                </a:cxn>
                <a:cxn ang="T13">
                  <a:pos x="T6" y="T7"/>
                </a:cxn>
                <a:cxn ang="T14">
                  <a:pos x="T8" y="T9"/>
                </a:cxn>
              </a:cxnLst>
              <a:rect l="T15" t="T16" r="T17" b="T18"/>
              <a:pathLst>
                <a:path w="27" h="81">
                  <a:moveTo>
                    <a:pt x="0" y="0"/>
                  </a:moveTo>
                  <a:lnTo>
                    <a:pt x="14" y="81"/>
                  </a:lnTo>
                  <a:lnTo>
                    <a:pt x="27" y="0"/>
                  </a:lnTo>
                  <a:lnTo>
                    <a:pt x="14" y="0"/>
                  </a:lnTo>
                  <a:lnTo>
                    <a:pt x="0" y="0"/>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 name="Line 63">
              <a:extLst>
                <a:ext uri="{FF2B5EF4-FFF2-40B4-BE49-F238E27FC236}">
                  <a16:creationId xmlns:a16="http://schemas.microsoft.com/office/drawing/2014/main" id="{D07EF4A1-095C-4109-84F9-19FB4786A176}"/>
                </a:ext>
              </a:extLst>
            </p:cNvPr>
            <p:cNvSpPr>
              <a:spLocks noChangeShapeType="1"/>
            </p:cNvSpPr>
            <p:nvPr/>
          </p:nvSpPr>
          <p:spPr bwMode="auto">
            <a:xfrm flipV="1">
              <a:off x="5222875" y="2295525"/>
              <a:ext cx="1587" cy="7302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 name="Freeform 64">
              <a:extLst>
                <a:ext uri="{FF2B5EF4-FFF2-40B4-BE49-F238E27FC236}">
                  <a16:creationId xmlns:a16="http://schemas.microsoft.com/office/drawing/2014/main" id="{61F074CE-32E0-4C89-AF0A-9D525ED525BC}"/>
                </a:ext>
              </a:extLst>
            </p:cNvPr>
            <p:cNvSpPr>
              <a:spLocks/>
            </p:cNvSpPr>
            <p:nvPr/>
          </p:nvSpPr>
          <p:spPr bwMode="auto">
            <a:xfrm>
              <a:off x="4048125" y="3478213"/>
              <a:ext cx="127000" cy="63500"/>
            </a:xfrm>
            <a:custGeom>
              <a:avLst/>
              <a:gdLst>
                <a:gd name="T0" fmla="*/ 2147483646 w 80"/>
                <a:gd name="T1" fmla="*/ 0 h 40"/>
                <a:gd name="T2" fmla="*/ 0 w 80"/>
                <a:gd name="T3" fmla="*/ 2147483646 h 40"/>
                <a:gd name="T4" fmla="*/ 2147483646 w 80"/>
                <a:gd name="T5" fmla="*/ 2147483646 h 40"/>
                <a:gd name="T6" fmla="*/ 2147483646 w 80"/>
                <a:gd name="T7" fmla="*/ 2147483646 h 40"/>
                <a:gd name="T8" fmla="*/ 2147483646 w 80"/>
                <a:gd name="T9" fmla="*/ 0 h 40"/>
                <a:gd name="T10" fmla="*/ 0 60000 65536"/>
                <a:gd name="T11" fmla="*/ 0 60000 65536"/>
                <a:gd name="T12" fmla="*/ 0 60000 65536"/>
                <a:gd name="T13" fmla="*/ 0 60000 65536"/>
                <a:gd name="T14" fmla="*/ 0 60000 65536"/>
                <a:gd name="T15" fmla="*/ 0 w 80"/>
                <a:gd name="T16" fmla="*/ 0 h 40"/>
                <a:gd name="T17" fmla="*/ 80 w 80"/>
                <a:gd name="T18" fmla="*/ 40 h 40"/>
              </a:gdLst>
              <a:ahLst/>
              <a:cxnLst>
                <a:cxn ang="T10">
                  <a:pos x="T0" y="T1"/>
                </a:cxn>
                <a:cxn ang="T11">
                  <a:pos x="T2" y="T3"/>
                </a:cxn>
                <a:cxn ang="T12">
                  <a:pos x="T4" y="T5"/>
                </a:cxn>
                <a:cxn ang="T13">
                  <a:pos x="T6" y="T7"/>
                </a:cxn>
                <a:cxn ang="T14">
                  <a:pos x="T8" y="T9"/>
                </a:cxn>
              </a:cxnLst>
              <a:rect l="T15" t="T16" r="T17" b="T18"/>
              <a:pathLst>
                <a:path w="80" h="40">
                  <a:moveTo>
                    <a:pt x="80" y="0"/>
                  </a:moveTo>
                  <a:lnTo>
                    <a:pt x="0" y="13"/>
                  </a:lnTo>
                  <a:lnTo>
                    <a:pt x="80" y="40"/>
                  </a:lnTo>
                  <a:lnTo>
                    <a:pt x="80" y="13"/>
                  </a:lnTo>
                  <a:lnTo>
                    <a:pt x="80" y="0"/>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 name="Line 65">
              <a:extLst>
                <a:ext uri="{FF2B5EF4-FFF2-40B4-BE49-F238E27FC236}">
                  <a16:creationId xmlns:a16="http://schemas.microsoft.com/office/drawing/2014/main" id="{30C57079-0DC9-48E0-A0EC-0E26BA05EB3D}"/>
                </a:ext>
              </a:extLst>
            </p:cNvPr>
            <p:cNvSpPr>
              <a:spLocks noChangeShapeType="1"/>
            </p:cNvSpPr>
            <p:nvPr/>
          </p:nvSpPr>
          <p:spPr bwMode="auto">
            <a:xfrm>
              <a:off x="4175125" y="3498850"/>
              <a:ext cx="747712"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 name="Freeform 66">
              <a:extLst>
                <a:ext uri="{FF2B5EF4-FFF2-40B4-BE49-F238E27FC236}">
                  <a16:creationId xmlns:a16="http://schemas.microsoft.com/office/drawing/2014/main" id="{11D16AB1-12B8-4B8A-9EC4-4CDB08272F37}"/>
                </a:ext>
              </a:extLst>
            </p:cNvPr>
            <p:cNvSpPr>
              <a:spLocks/>
            </p:cNvSpPr>
            <p:nvPr/>
          </p:nvSpPr>
          <p:spPr bwMode="auto">
            <a:xfrm>
              <a:off x="2530475" y="3478213"/>
              <a:ext cx="128587" cy="63500"/>
            </a:xfrm>
            <a:custGeom>
              <a:avLst/>
              <a:gdLst>
                <a:gd name="T0" fmla="*/ 2147483646 w 81"/>
                <a:gd name="T1" fmla="*/ 0 h 40"/>
                <a:gd name="T2" fmla="*/ 0 w 81"/>
                <a:gd name="T3" fmla="*/ 2147483646 h 40"/>
                <a:gd name="T4" fmla="*/ 2147483646 w 81"/>
                <a:gd name="T5" fmla="*/ 2147483646 h 40"/>
                <a:gd name="T6" fmla="*/ 2147483646 w 81"/>
                <a:gd name="T7" fmla="*/ 2147483646 h 40"/>
                <a:gd name="T8" fmla="*/ 2147483646 w 81"/>
                <a:gd name="T9" fmla="*/ 0 h 40"/>
                <a:gd name="T10" fmla="*/ 0 60000 65536"/>
                <a:gd name="T11" fmla="*/ 0 60000 65536"/>
                <a:gd name="T12" fmla="*/ 0 60000 65536"/>
                <a:gd name="T13" fmla="*/ 0 60000 65536"/>
                <a:gd name="T14" fmla="*/ 0 60000 65536"/>
                <a:gd name="T15" fmla="*/ 0 w 81"/>
                <a:gd name="T16" fmla="*/ 0 h 40"/>
                <a:gd name="T17" fmla="*/ 81 w 81"/>
                <a:gd name="T18" fmla="*/ 40 h 40"/>
              </a:gdLst>
              <a:ahLst/>
              <a:cxnLst>
                <a:cxn ang="T10">
                  <a:pos x="T0" y="T1"/>
                </a:cxn>
                <a:cxn ang="T11">
                  <a:pos x="T2" y="T3"/>
                </a:cxn>
                <a:cxn ang="T12">
                  <a:pos x="T4" y="T5"/>
                </a:cxn>
                <a:cxn ang="T13">
                  <a:pos x="T6" y="T7"/>
                </a:cxn>
                <a:cxn ang="T14">
                  <a:pos x="T8" y="T9"/>
                </a:cxn>
              </a:cxnLst>
              <a:rect l="T15" t="T16" r="T17" b="T18"/>
              <a:pathLst>
                <a:path w="81" h="40">
                  <a:moveTo>
                    <a:pt x="81" y="0"/>
                  </a:moveTo>
                  <a:lnTo>
                    <a:pt x="0" y="13"/>
                  </a:lnTo>
                  <a:lnTo>
                    <a:pt x="81" y="40"/>
                  </a:lnTo>
                  <a:lnTo>
                    <a:pt x="81" y="13"/>
                  </a:lnTo>
                  <a:lnTo>
                    <a:pt x="81" y="0"/>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 name="Line 67">
              <a:extLst>
                <a:ext uri="{FF2B5EF4-FFF2-40B4-BE49-F238E27FC236}">
                  <a16:creationId xmlns:a16="http://schemas.microsoft.com/office/drawing/2014/main" id="{21790113-C752-4459-8616-AEFDD00DBF44}"/>
                </a:ext>
              </a:extLst>
            </p:cNvPr>
            <p:cNvSpPr>
              <a:spLocks noChangeShapeType="1"/>
            </p:cNvSpPr>
            <p:nvPr/>
          </p:nvSpPr>
          <p:spPr bwMode="auto">
            <a:xfrm>
              <a:off x="2659062" y="3498850"/>
              <a:ext cx="747713"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 name="Freeform 68">
              <a:extLst>
                <a:ext uri="{FF2B5EF4-FFF2-40B4-BE49-F238E27FC236}">
                  <a16:creationId xmlns:a16="http://schemas.microsoft.com/office/drawing/2014/main" id="{D2E35098-EECA-45E3-ACC4-15AF03095391}"/>
                </a:ext>
              </a:extLst>
            </p:cNvPr>
            <p:cNvSpPr>
              <a:spLocks/>
            </p:cNvSpPr>
            <p:nvPr/>
          </p:nvSpPr>
          <p:spPr bwMode="auto">
            <a:xfrm>
              <a:off x="1012825" y="3478213"/>
              <a:ext cx="128587" cy="63500"/>
            </a:xfrm>
            <a:custGeom>
              <a:avLst/>
              <a:gdLst>
                <a:gd name="T0" fmla="*/ 2147483646 w 81"/>
                <a:gd name="T1" fmla="*/ 0 h 40"/>
                <a:gd name="T2" fmla="*/ 0 w 81"/>
                <a:gd name="T3" fmla="*/ 2147483646 h 40"/>
                <a:gd name="T4" fmla="*/ 2147483646 w 81"/>
                <a:gd name="T5" fmla="*/ 2147483646 h 40"/>
                <a:gd name="T6" fmla="*/ 2147483646 w 81"/>
                <a:gd name="T7" fmla="*/ 2147483646 h 40"/>
                <a:gd name="T8" fmla="*/ 2147483646 w 81"/>
                <a:gd name="T9" fmla="*/ 0 h 40"/>
                <a:gd name="T10" fmla="*/ 0 60000 65536"/>
                <a:gd name="T11" fmla="*/ 0 60000 65536"/>
                <a:gd name="T12" fmla="*/ 0 60000 65536"/>
                <a:gd name="T13" fmla="*/ 0 60000 65536"/>
                <a:gd name="T14" fmla="*/ 0 60000 65536"/>
                <a:gd name="T15" fmla="*/ 0 w 81"/>
                <a:gd name="T16" fmla="*/ 0 h 40"/>
                <a:gd name="T17" fmla="*/ 81 w 81"/>
                <a:gd name="T18" fmla="*/ 40 h 40"/>
              </a:gdLst>
              <a:ahLst/>
              <a:cxnLst>
                <a:cxn ang="T10">
                  <a:pos x="T0" y="T1"/>
                </a:cxn>
                <a:cxn ang="T11">
                  <a:pos x="T2" y="T3"/>
                </a:cxn>
                <a:cxn ang="T12">
                  <a:pos x="T4" y="T5"/>
                </a:cxn>
                <a:cxn ang="T13">
                  <a:pos x="T6" y="T7"/>
                </a:cxn>
                <a:cxn ang="T14">
                  <a:pos x="T8" y="T9"/>
                </a:cxn>
              </a:cxnLst>
              <a:rect l="T15" t="T16" r="T17" b="T18"/>
              <a:pathLst>
                <a:path w="81" h="40">
                  <a:moveTo>
                    <a:pt x="81" y="0"/>
                  </a:moveTo>
                  <a:lnTo>
                    <a:pt x="0" y="13"/>
                  </a:lnTo>
                  <a:lnTo>
                    <a:pt x="81" y="40"/>
                  </a:lnTo>
                  <a:lnTo>
                    <a:pt x="81" y="13"/>
                  </a:lnTo>
                  <a:lnTo>
                    <a:pt x="81" y="0"/>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 name="Line 69">
              <a:extLst>
                <a:ext uri="{FF2B5EF4-FFF2-40B4-BE49-F238E27FC236}">
                  <a16:creationId xmlns:a16="http://schemas.microsoft.com/office/drawing/2014/main" id="{1567E842-7CDD-4125-A9E3-93EFF4B2EB25}"/>
                </a:ext>
              </a:extLst>
            </p:cNvPr>
            <p:cNvSpPr>
              <a:spLocks noChangeShapeType="1"/>
            </p:cNvSpPr>
            <p:nvPr/>
          </p:nvSpPr>
          <p:spPr bwMode="auto">
            <a:xfrm>
              <a:off x="1141412" y="3498850"/>
              <a:ext cx="747713"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 name="Freeform 70">
              <a:extLst>
                <a:ext uri="{FF2B5EF4-FFF2-40B4-BE49-F238E27FC236}">
                  <a16:creationId xmlns:a16="http://schemas.microsoft.com/office/drawing/2014/main" id="{7A79C18F-6905-495F-AF98-599FA302F01A}"/>
                </a:ext>
              </a:extLst>
            </p:cNvPr>
            <p:cNvSpPr>
              <a:spLocks/>
            </p:cNvSpPr>
            <p:nvPr/>
          </p:nvSpPr>
          <p:spPr bwMode="auto">
            <a:xfrm>
              <a:off x="650875" y="2316163"/>
              <a:ext cx="63500" cy="128587"/>
            </a:xfrm>
            <a:custGeom>
              <a:avLst/>
              <a:gdLst>
                <a:gd name="T0" fmla="*/ 2147483646 w 40"/>
                <a:gd name="T1" fmla="*/ 2147483646 h 81"/>
                <a:gd name="T2" fmla="*/ 2147483646 w 40"/>
                <a:gd name="T3" fmla="*/ 0 h 81"/>
                <a:gd name="T4" fmla="*/ 0 w 40"/>
                <a:gd name="T5" fmla="*/ 2147483646 h 81"/>
                <a:gd name="T6" fmla="*/ 2147483646 w 40"/>
                <a:gd name="T7" fmla="*/ 2147483646 h 81"/>
                <a:gd name="T8" fmla="*/ 2147483646 w 40"/>
                <a:gd name="T9" fmla="*/ 2147483646 h 81"/>
                <a:gd name="T10" fmla="*/ 0 60000 65536"/>
                <a:gd name="T11" fmla="*/ 0 60000 65536"/>
                <a:gd name="T12" fmla="*/ 0 60000 65536"/>
                <a:gd name="T13" fmla="*/ 0 60000 65536"/>
                <a:gd name="T14" fmla="*/ 0 60000 65536"/>
                <a:gd name="T15" fmla="*/ 0 w 40"/>
                <a:gd name="T16" fmla="*/ 0 h 81"/>
                <a:gd name="T17" fmla="*/ 40 w 40"/>
                <a:gd name="T18" fmla="*/ 81 h 81"/>
              </a:gdLst>
              <a:ahLst/>
              <a:cxnLst>
                <a:cxn ang="T10">
                  <a:pos x="T0" y="T1"/>
                </a:cxn>
                <a:cxn ang="T11">
                  <a:pos x="T2" y="T3"/>
                </a:cxn>
                <a:cxn ang="T12">
                  <a:pos x="T4" y="T5"/>
                </a:cxn>
                <a:cxn ang="T13">
                  <a:pos x="T6" y="T7"/>
                </a:cxn>
                <a:cxn ang="T14">
                  <a:pos x="T8" y="T9"/>
                </a:cxn>
              </a:cxnLst>
              <a:rect l="T15" t="T16" r="T17" b="T18"/>
              <a:pathLst>
                <a:path w="40" h="81">
                  <a:moveTo>
                    <a:pt x="40" y="81"/>
                  </a:moveTo>
                  <a:lnTo>
                    <a:pt x="13" y="0"/>
                  </a:lnTo>
                  <a:lnTo>
                    <a:pt x="0" y="81"/>
                  </a:lnTo>
                  <a:lnTo>
                    <a:pt x="13" y="81"/>
                  </a:lnTo>
                  <a:lnTo>
                    <a:pt x="40" y="81"/>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5" name="Line 71">
              <a:extLst>
                <a:ext uri="{FF2B5EF4-FFF2-40B4-BE49-F238E27FC236}">
                  <a16:creationId xmlns:a16="http://schemas.microsoft.com/office/drawing/2014/main" id="{25C30324-B7B3-48B6-BEAB-C11F70F8C721}"/>
                </a:ext>
              </a:extLst>
            </p:cNvPr>
            <p:cNvSpPr>
              <a:spLocks noChangeShapeType="1"/>
            </p:cNvSpPr>
            <p:nvPr/>
          </p:nvSpPr>
          <p:spPr bwMode="auto">
            <a:xfrm>
              <a:off x="671512" y="2444750"/>
              <a:ext cx="1588" cy="7524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2" name="Rectangle 118">
              <a:extLst>
                <a:ext uri="{FF2B5EF4-FFF2-40B4-BE49-F238E27FC236}">
                  <a16:creationId xmlns:a16="http://schemas.microsoft.com/office/drawing/2014/main" id="{6065889B-31D0-483E-90F3-5E0DD7850B88}"/>
                </a:ext>
              </a:extLst>
            </p:cNvPr>
            <p:cNvSpPr>
              <a:spLocks noChangeArrowheads="1"/>
            </p:cNvSpPr>
            <p:nvPr/>
          </p:nvSpPr>
          <p:spPr bwMode="auto">
            <a:xfrm>
              <a:off x="519112" y="1860550"/>
              <a:ext cx="304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Times-Roman" charset="0"/>
                  <a:ea typeface="MS PGothic" panose="020B0600070205080204" pitchFamily="34" charset="-128"/>
                  <a:cs typeface="+mn-cs"/>
                </a:rPr>
                <a:t>A/0</a:t>
              </a:r>
              <a:endParaRPr kumimoji="0" lang="en-US" alt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3" name="Rectangle 120">
              <a:extLst>
                <a:ext uri="{FF2B5EF4-FFF2-40B4-BE49-F238E27FC236}">
                  <a16:creationId xmlns:a16="http://schemas.microsoft.com/office/drawing/2014/main" id="{07351CB4-3BE5-482E-AEBB-C22AD5859B92}"/>
                </a:ext>
              </a:extLst>
            </p:cNvPr>
            <p:cNvSpPr>
              <a:spLocks noChangeArrowheads="1"/>
            </p:cNvSpPr>
            <p:nvPr/>
          </p:nvSpPr>
          <p:spPr bwMode="auto">
            <a:xfrm>
              <a:off x="2039937" y="1860550"/>
              <a:ext cx="29655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Times-Roman" charset="0"/>
                  <a:ea typeface="MS PGothic" panose="020B0600070205080204" pitchFamily="34" charset="-128"/>
                  <a:cs typeface="+mn-cs"/>
                </a:rPr>
                <a:t>B/4</a:t>
              </a:r>
              <a:endParaRPr kumimoji="0" lang="en-US" alt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4" name="Rectangle 122">
              <a:extLst>
                <a:ext uri="{FF2B5EF4-FFF2-40B4-BE49-F238E27FC236}">
                  <a16:creationId xmlns:a16="http://schemas.microsoft.com/office/drawing/2014/main" id="{DAE94699-BD14-4964-870A-64B3DFC1E1A4}"/>
                </a:ext>
              </a:extLst>
            </p:cNvPr>
            <p:cNvSpPr>
              <a:spLocks noChangeArrowheads="1"/>
            </p:cNvSpPr>
            <p:nvPr/>
          </p:nvSpPr>
          <p:spPr bwMode="auto">
            <a:xfrm>
              <a:off x="3554412" y="1860550"/>
              <a:ext cx="293688"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Times-Roman" charset="0"/>
                  <a:ea typeface="MS PGothic" panose="020B0600070205080204" pitchFamily="34" charset="-128"/>
                  <a:cs typeface="+mn-cs"/>
                </a:rPr>
                <a:t>C/2</a:t>
              </a:r>
              <a:endParaRPr kumimoji="0" lang="en-US" alt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5" name="Rectangle 124">
              <a:extLst>
                <a:ext uri="{FF2B5EF4-FFF2-40B4-BE49-F238E27FC236}">
                  <a16:creationId xmlns:a16="http://schemas.microsoft.com/office/drawing/2014/main" id="{9F3F91DB-0131-4B11-A3E9-601494D09AB7}"/>
                </a:ext>
              </a:extLst>
            </p:cNvPr>
            <p:cNvSpPr>
              <a:spLocks noChangeArrowheads="1"/>
            </p:cNvSpPr>
            <p:nvPr/>
          </p:nvSpPr>
          <p:spPr bwMode="auto">
            <a:xfrm>
              <a:off x="5062537" y="1860550"/>
              <a:ext cx="30777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Times-Roman" charset="0"/>
                  <a:ea typeface="MS PGothic" panose="020B0600070205080204" pitchFamily="34" charset="-128"/>
                  <a:cs typeface="+mn-cs"/>
                </a:rPr>
                <a:t>D/6</a:t>
              </a:r>
              <a:endParaRPr kumimoji="0" lang="en-US" alt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6" name="Rectangle 126">
              <a:extLst>
                <a:ext uri="{FF2B5EF4-FFF2-40B4-BE49-F238E27FC236}">
                  <a16:creationId xmlns:a16="http://schemas.microsoft.com/office/drawing/2014/main" id="{F0BF42CF-0B72-4E95-81D0-FEDDCE6C4425}"/>
                </a:ext>
              </a:extLst>
            </p:cNvPr>
            <p:cNvSpPr>
              <a:spLocks noChangeArrowheads="1"/>
            </p:cNvSpPr>
            <p:nvPr/>
          </p:nvSpPr>
          <p:spPr bwMode="auto">
            <a:xfrm>
              <a:off x="5073650" y="3382963"/>
              <a:ext cx="28533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Times-Roman" charset="0"/>
                  <a:ea typeface="MS PGothic" panose="020B0600070205080204" pitchFamily="34" charset="-128"/>
                  <a:cs typeface="+mn-cs"/>
                </a:rPr>
                <a:t>E/1</a:t>
              </a:r>
              <a:endParaRPr kumimoji="0" lang="en-US" alt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7" name="Rectangle 128">
              <a:extLst>
                <a:ext uri="{FF2B5EF4-FFF2-40B4-BE49-F238E27FC236}">
                  <a16:creationId xmlns:a16="http://schemas.microsoft.com/office/drawing/2014/main" id="{213CECF8-21EE-4E4B-9C4A-17653B07ACA2}"/>
                </a:ext>
              </a:extLst>
            </p:cNvPr>
            <p:cNvSpPr>
              <a:spLocks noChangeArrowheads="1"/>
            </p:cNvSpPr>
            <p:nvPr/>
          </p:nvSpPr>
          <p:spPr bwMode="auto">
            <a:xfrm>
              <a:off x="3563937" y="3382963"/>
              <a:ext cx="271463"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Times-Roman" charset="0"/>
                  <a:ea typeface="MS PGothic" panose="020B0600070205080204" pitchFamily="34" charset="-128"/>
                  <a:cs typeface="+mn-cs"/>
                </a:rPr>
                <a:t>F/5</a:t>
              </a:r>
              <a:endParaRPr kumimoji="0" lang="en-US" alt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8" name="Rectangle 130">
              <a:extLst>
                <a:ext uri="{FF2B5EF4-FFF2-40B4-BE49-F238E27FC236}">
                  <a16:creationId xmlns:a16="http://schemas.microsoft.com/office/drawing/2014/main" id="{B5FCFAE8-99CE-49B3-9BCA-C8F958155F1D}"/>
                </a:ext>
              </a:extLst>
            </p:cNvPr>
            <p:cNvSpPr>
              <a:spLocks noChangeArrowheads="1"/>
            </p:cNvSpPr>
            <p:nvPr/>
          </p:nvSpPr>
          <p:spPr bwMode="auto">
            <a:xfrm>
              <a:off x="2035175" y="3382963"/>
              <a:ext cx="30777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Times-Roman" charset="0"/>
                  <a:ea typeface="MS PGothic" panose="020B0600070205080204" pitchFamily="34" charset="-128"/>
                  <a:cs typeface="+mn-cs"/>
                </a:rPr>
                <a:t>G/3</a:t>
              </a:r>
              <a:endParaRPr kumimoji="0" lang="en-US" alt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9" name="Rectangle 132">
              <a:extLst>
                <a:ext uri="{FF2B5EF4-FFF2-40B4-BE49-F238E27FC236}">
                  <a16:creationId xmlns:a16="http://schemas.microsoft.com/office/drawing/2014/main" id="{683361EC-601D-42FA-8704-8DA7179547D9}"/>
                </a:ext>
              </a:extLst>
            </p:cNvPr>
            <p:cNvSpPr>
              <a:spLocks noChangeArrowheads="1"/>
            </p:cNvSpPr>
            <p:nvPr/>
          </p:nvSpPr>
          <p:spPr bwMode="auto">
            <a:xfrm>
              <a:off x="519112" y="3382963"/>
              <a:ext cx="304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H/7</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3" name="Straight Arrow Connector 2">
              <a:extLst>
                <a:ext uri="{FF2B5EF4-FFF2-40B4-BE49-F238E27FC236}">
                  <a16:creationId xmlns:a16="http://schemas.microsoft.com/office/drawing/2014/main" id="{CAACC45F-B5D4-4CA9-BBC4-DCE39F509CAC}"/>
                </a:ext>
              </a:extLst>
            </p:cNvPr>
            <p:cNvCxnSpPr>
              <a:cxnSpLocks/>
              <a:endCxn id="88" idx="0"/>
            </p:cNvCxnSpPr>
            <p:nvPr/>
          </p:nvCxnSpPr>
          <p:spPr>
            <a:xfrm flipH="1">
              <a:off x="673100" y="1266824"/>
              <a:ext cx="9525" cy="403226"/>
            </a:xfrm>
            <a:prstGeom prst="straightConnector1">
              <a:avLst/>
            </a:prstGeom>
            <a:ln>
              <a:tailEnd type="triangle"/>
            </a:ln>
          </p:spPr>
          <p:style>
            <a:lnRef idx="2">
              <a:schemeClr val="dk1"/>
            </a:lnRef>
            <a:fillRef idx="0">
              <a:schemeClr val="dk1"/>
            </a:fillRef>
            <a:effectRef idx="1">
              <a:schemeClr val="dk1"/>
            </a:effectRef>
            <a:fontRef idx="minor">
              <a:schemeClr val="tx1"/>
            </a:fontRef>
          </p:style>
        </p:cxnSp>
        <p:sp>
          <p:nvSpPr>
            <p:cNvPr id="184" name="Rectangle 128">
              <a:extLst>
                <a:ext uri="{FF2B5EF4-FFF2-40B4-BE49-F238E27FC236}">
                  <a16:creationId xmlns:a16="http://schemas.microsoft.com/office/drawing/2014/main" id="{A250BAE7-CDCA-4A9B-8B00-A3F4AF28C7C1}"/>
                </a:ext>
              </a:extLst>
            </p:cNvPr>
            <p:cNvSpPr>
              <a:spLocks noChangeArrowheads="1"/>
            </p:cNvSpPr>
            <p:nvPr/>
          </p:nvSpPr>
          <p:spPr bwMode="auto">
            <a:xfrm>
              <a:off x="552095" y="1040692"/>
              <a:ext cx="45685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Times-Roman" charset="0"/>
                  <a:ea typeface="MS PGothic" panose="020B0600070205080204" pitchFamily="34" charset="-128"/>
                  <a:cs typeface="+mn-cs"/>
                </a:rPr>
                <a:t>Reset</a:t>
              </a:r>
              <a:endParaRPr kumimoji="0" lang="en-US" alt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1" name="Rectangle 4">
            <a:extLst>
              <a:ext uri="{FF2B5EF4-FFF2-40B4-BE49-F238E27FC236}">
                <a16:creationId xmlns:a16="http://schemas.microsoft.com/office/drawing/2014/main" id="{CB53CEFB-5395-4456-A058-D14A064B25FE}"/>
              </a:ext>
            </a:extLst>
          </p:cNvPr>
          <p:cNvSpPr>
            <a:spLocks noChangeArrowheads="1"/>
          </p:cNvSpPr>
          <p:nvPr/>
        </p:nvSpPr>
        <p:spPr bwMode="auto">
          <a:xfrm>
            <a:off x="3038475" y="1666875"/>
            <a:ext cx="3203575"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22" name="Rectangle 5">
            <a:extLst>
              <a:ext uri="{FF2B5EF4-FFF2-40B4-BE49-F238E27FC236}">
                <a16:creationId xmlns:a16="http://schemas.microsoft.com/office/drawing/2014/main" id="{C58DDBE9-F2AA-4F4C-83FA-1328FABFA46D}"/>
              </a:ext>
            </a:extLst>
          </p:cNvPr>
          <p:cNvSpPr>
            <a:spLocks noChangeArrowheads="1"/>
          </p:cNvSpPr>
          <p:nvPr/>
        </p:nvSpPr>
        <p:spPr bwMode="auto">
          <a:xfrm>
            <a:off x="3013075" y="1677988"/>
            <a:ext cx="11113"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23" name="Rectangle 6">
            <a:extLst>
              <a:ext uri="{FF2B5EF4-FFF2-40B4-BE49-F238E27FC236}">
                <a16:creationId xmlns:a16="http://schemas.microsoft.com/office/drawing/2014/main" id="{B3F6A207-166D-4B21-9CB3-A955D3BCE35F}"/>
              </a:ext>
            </a:extLst>
          </p:cNvPr>
          <p:cNvSpPr>
            <a:spLocks noChangeArrowheads="1"/>
          </p:cNvSpPr>
          <p:nvPr/>
        </p:nvSpPr>
        <p:spPr bwMode="auto">
          <a:xfrm>
            <a:off x="4129088"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24" name="Rectangle 7">
            <a:extLst>
              <a:ext uri="{FF2B5EF4-FFF2-40B4-BE49-F238E27FC236}">
                <a16:creationId xmlns:a16="http://schemas.microsoft.com/office/drawing/2014/main" id="{76610501-3985-44CB-9789-385088152146}"/>
              </a:ext>
            </a:extLst>
          </p:cNvPr>
          <p:cNvSpPr>
            <a:spLocks noChangeArrowheads="1"/>
          </p:cNvSpPr>
          <p:nvPr/>
        </p:nvSpPr>
        <p:spPr bwMode="auto">
          <a:xfrm>
            <a:off x="3246438" y="1792288"/>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25" name="Rectangle 8">
            <a:extLst>
              <a:ext uri="{FF2B5EF4-FFF2-40B4-BE49-F238E27FC236}">
                <a16:creationId xmlns:a16="http://schemas.microsoft.com/office/drawing/2014/main" id="{B8F2908B-AEB0-48A7-B709-54670C63D262}"/>
              </a:ext>
            </a:extLst>
          </p:cNvPr>
          <p:cNvSpPr>
            <a:spLocks noChangeArrowheads="1"/>
          </p:cNvSpPr>
          <p:nvPr/>
        </p:nvSpPr>
        <p:spPr bwMode="auto">
          <a:xfrm>
            <a:off x="5219700"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26" name="Rectangle 9">
            <a:extLst>
              <a:ext uri="{FF2B5EF4-FFF2-40B4-BE49-F238E27FC236}">
                <a16:creationId xmlns:a16="http://schemas.microsoft.com/office/drawing/2014/main" id="{0CD43DC6-A215-4074-B38F-CCFACAE9435B}"/>
              </a:ext>
            </a:extLst>
          </p:cNvPr>
          <p:cNvSpPr>
            <a:spLocks noChangeArrowheads="1"/>
          </p:cNvSpPr>
          <p:nvPr/>
        </p:nvSpPr>
        <p:spPr bwMode="auto">
          <a:xfrm>
            <a:off x="4440238" y="1792288"/>
            <a:ext cx="4937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27" name="Rectangle 10">
            <a:extLst>
              <a:ext uri="{FF2B5EF4-FFF2-40B4-BE49-F238E27FC236}">
                <a16:creationId xmlns:a16="http://schemas.microsoft.com/office/drawing/2014/main" id="{9145A8B8-ABDB-4394-8BE7-6922290FAE5C}"/>
              </a:ext>
            </a:extLst>
          </p:cNvPr>
          <p:cNvSpPr>
            <a:spLocks noChangeArrowheads="1"/>
          </p:cNvSpPr>
          <p:nvPr/>
        </p:nvSpPr>
        <p:spPr bwMode="auto">
          <a:xfrm>
            <a:off x="6235700"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28" name="Rectangle 11">
            <a:extLst>
              <a:ext uri="{FF2B5EF4-FFF2-40B4-BE49-F238E27FC236}">
                <a16:creationId xmlns:a16="http://schemas.microsoft.com/office/drawing/2014/main" id="{2CD69883-720B-43C6-83E9-92CA1BF71E3D}"/>
              </a:ext>
            </a:extLst>
          </p:cNvPr>
          <p:cNvSpPr>
            <a:spLocks noChangeArrowheads="1"/>
          </p:cNvSpPr>
          <p:nvPr/>
        </p:nvSpPr>
        <p:spPr bwMode="auto">
          <a:xfrm>
            <a:off x="3013075" y="2139950"/>
            <a:ext cx="11113"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29" name="Rectangle 12">
            <a:extLst>
              <a:ext uri="{FF2B5EF4-FFF2-40B4-BE49-F238E27FC236}">
                <a16:creationId xmlns:a16="http://schemas.microsoft.com/office/drawing/2014/main" id="{FEFDF913-D837-4A6A-9BDF-7DDA047242A8}"/>
              </a:ext>
            </a:extLst>
          </p:cNvPr>
          <p:cNvSpPr>
            <a:spLocks noChangeArrowheads="1"/>
          </p:cNvSpPr>
          <p:nvPr/>
        </p:nvSpPr>
        <p:spPr bwMode="auto">
          <a:xfrm>
            <a:off x="5375275" y="1792288"/>
            <a:ext cx="704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Output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30" name="Rectangle 13">
            <a:extLst>
              <a:ext uri="{FF2B5EF4-FFF2-40B4-BE49-F238E27FC236}">
                <a16:creationId xmlns:a16="http://schemas.microsoft.com/office/drawing/2014/main" id="{D02B7905-9693-4D2B-8BD9-07D31DC42B67}"/>
              </a:ext>
            </a:extLst>
          </p:cNvPr>
          <p:cNvSpPr>
            <a:spLocks noChangeArrowheads="1"/>
          </p:cNvSpPr>
          <p:nvPr/>
        </p:nvSpPr>
        <p:spPr bwMode="auto">
          <a:xfrm>
            <a:off x="4129088"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31" name="Rectangle 14">
            <a:extLst>
              <a:ext uri="{FF2B5EF4-FFF2-40B4-BE49-F238E27FC236}">
                <a16:creationId xmlns:a16="http://schemas.microsoft.com/office/drawing/2014/main" id="{C967A344-49CA-4951-AE8F-4DA4FD5962A0}"/>
              </a:ext>
            </a:extLst>
          </p:cNvPr>
          <p:cNvSpPr>
            <a:spLocks noChangeArrowheads="1"/>
          </p:cNvSpPr>
          <p:nvPr/>
        </p:nvSpPr>
        <p:spPr bwMode="auto">
          <a:xfrm>
            <a:off x="3387725" y="2141538"/>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32" name="Rectangle 15">
            <a:extLst>
              <a:ext uri="{FF2B5EF4-FFF2-40B4-BE49-F238E27FC236}">
                <a16:creationId xmlns:a16="http://schemas.microsoft.com/office/drawing/2014/main" id="{95D155D6-749B-47BA-B912-3AE7F1336E31}"/>
              </a:ext>
            </a:extLst>
          </p:cNvPr>
          <p:cNvSpPr>
            <a:spLocks noChangeArrowheads="1"/>
          </p:cNvSpPr>
          <p:nvPr/>
        </p:nvSpPr>
        <p:spPr bwMode="auto">
          <a:xfrm>
            <a:off x="5219700"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33" name="Rectangle 16">
            <a:extLst>
              <a:ext uri="{FF2B5EF4-FFF2-40B4-BE49-F238E27FC236}">
                <a16:creationId xmlns:a16="http://schemas.microsoft.com/office/drawing/2014/main" id="{72DCFA44-4F0E-48DE-9A0C-C156E7F704AB}"/>
              </a:ext>
            </a:extLst>
          </p:cNvPr>
          <p:cNvSpPr>
            <a:spLocks noChangeArrowheads="1"/>
          </p:cNvSpPr>
          <p:nvPr/>
        </p:nvSpPr>
        <p:spPr bwMode="auto">
          <a:xfrm>
            <a:off x="6235700"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34" name="Rectangle 17">
            <a:extLst>
              <a:ext uri="{FF2B5EF4-FFF2-40B4-BE49-F238E27FC236}">
                <a16:creationId xmlns:a16="http://schemas.microsoft.com/office/drawing/2014/main" id="{56E27206-0C16-454B-B63E-6F1FE5B67B6F}"/>
              </a:ext>
            </a:extLst>
          </p:cNvPr>
          <p:cNvSpPr>
            <a:spLocks noChangeArrowheads="1"/>
          </p:cNvSpPr>
          <p:nvPr/>
        </p:nvSpPr>
        <p:spPr bwMode="auto">
          <a:xfrm>
            <a:off x="3013075" y="2495550"/>
            <a:ext cx="11113"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35" name="Rectangle 18">
            <a:extLst>
              <a:ext uri="{FF2B5EF4-FFF2-40B4-BE49-F238E27FC236}">
                <a16:creationId xmlns:a16="http://schemas.microsoft.com/office/drawing/2014/main" id="{0A5EFA37-079F-4D1E-848B-4865489A0875}"/>
              </a:ext>
            </a:extLst>
          </p:cNvPr>
          <p:cNvSpPr>
            <a:spLocks noChangeArrowheads="1"/>
          </p:cNvSpPr>
          <p:nvPr/>
        </p:nvSpPr>
        <p:spPr bwMode="auto">
          <a:xfrm>
            <a:off x="4452938" y="2141538"/>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36" name="Rectangle 19">
            <a:extLst>
              <a:ext uri="{FF2B5EF4-FFF2-40B4-BE49-F238E27FC236}">
                <a16:creationId xmlns:a16="http://schemas.microsoft.com/office/drawing/2014/main" id="{5877656B-49D2-4DEB-8226-9D3D63244502}"/>
              </a:ext>
            </a:extLst>
          </p:cNvPr>
          <p:cNvSpPr>
            <a:spLocks noChangeArrowheads="1"/>
          </p:cNvSpPr>
          <p:nvPr/>
        </p:nvSpPr>
        <p:spPr bwMode="auto">
          <a:xfrm>
            <a:off x="3262313" y="2490788"/>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37" name="Rectangle 20">
            <a:extLst>
              <a:ext uri="{FF2B5EF4-FFF2-40B4-BE49-F238E27FC236}">
                <a16:creationId xmlns:a16="http://schemas.microsoft.com/office/drawing/2014/main" id="{5AB32A7E-A918-46C5-8724-B8E82C3DC516}"/>
              </a:ext>
            </a:extLst>
          </p:cNvPr>
          <p:cNvSpPr>
            <a:spLocks noChangeArrowheads="1"/>
          </p:cNvSpPr>
          <p:nvPr/>
        </p:nvSpPr>
        <p:spPr bwMode="auto">
          <a:xfrm>
            <a:off x="3387725"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38" name="Rectangle 21">
            <a:extLst>
              <a:ext uri="{FF2B5EF4-FFF2-40B4-BE49-F238E27FC236}">
                <a16:creationId xmlns:a16="http://schemas.microsoft.com/office/drawing/2014/main" id="{6A903B06-CC8C-4833-9BAD-D540EB330E94}"/>
              </a:ext>
            </a:extLst>
          </p:cNvPr>
          <p:cNvSpPr>
            <a:spLocks noChangeArrowheads="1"/>
          </p:cNvSpPr>
          <p:nvPr/>
        </p:nvSpPr>
        <p:spPr bwMode="auto">
          <a:xfrm>
            <a:off x="3498850" y="2490788"/>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39" name="Rectangle 22">
            <a:extLst>
              <a:ext uri="{FF2B5EF4-FFF2-40B4-BE49-F238E27FC236}">
                <a16:creationId xmlns:a16="http://schemas.microsoft.com/office/drawing/2014/main" id="{406EF227-5566-42CA-8212-21774391150F}"/>
              </a:ext>
            </a:extLst>
          </p:cNvPr>
          <p:cNvSpPr>
            <a:spLocks noChangeArrowheads="1"/>
          </p:cNvSpPr>
          <p:nvPr/>
        </p:nvSpPr>
        <p:spPr bwMode="auto">
          <a:xfrm>
            <a:off x="36242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40" name="Rectangle 23">
            <a:extLst>
              <a:ext uri="{FF2B5EF4-FFF2-40B4-BE49-F238E27FC236}">
                <a16:creationId xmlns:a16="http://schemas.microsoft.com/office/drawing/2014/main" id="{0F5FCBBB-6529-4268-8CC9-A854ED944CFB}"/>
              </a:ext>
            </a:extLst>
          </p:cNvPr>
          <p:cNvSpPr>
            <a:spLocks noChangeArrowheads="1"/>
          </p:cNvSpPr>
          <p:nvPr/>
        </p:nvSpPr>
        <p:spPr bwMode="auto">
          <a:xfrm>
            <a:off x="3738563" y="2490788"/>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41" name="Rectangle 24">
            <a:extLst>
              <a:ext uri="{FF2B5EF4-FFF2-40B4-BE49-F238E27FC236}">
                <a16:creationId xmlns:a16="http://schemas.microsoft.com/office/drawing/2014/main" id="{CC3F7A56-34D5-4516-8AE5-DBB507210F32}"/>
              </a:ext>
            </a:extLst>
          </p:cNvPr>
          <p:cNvSpPr>
            <a:spLocks noChangeArrowheads="1"/>
          </p:cNvSpPr>
          <p:nvPr/>
        </p:nvSpPr>
        <p:spPr bwMode="auto">
          <a:xfrm>
            <a:off x="4129088"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42" name="Rectangle 25">
            <a:extLst>
              <a:ext uri="{FF2B5EF4-FFF2-40B4-BE49-F238E27FC236}">
                <a16:creationId xmlns:a16="http://schemas.microsoft.com/office/drawing/2014/main" id="{041AEC6C-B76A-41C9-8245-07B2F7969913}"/>
              </a:ext>
            </a:extLst>
          </p:cNvPr>
          <p:cNvSpPr>
            <a:spLocks noChangeArrowheads="1"/>
          </p:cNvSpPr>
          <p:nvPr/>
        </p:nvSpPr>
        <p:spPr bwMode="auto">
          <a:xfrm>
            <a:off x="386238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43" name="Rectangle 26">
            <a:extLst>
              <a:ext uri="{FF2B5EF4-FFF2-40B4-BE49-F238E27FC236}">
                <a16:creationId xmlns:a16="http://schemas.microsoft.com/office/drawing/2014/main" id="{4186CC5C-1464-4B82-A9B1-4A401840091D}"/>
              </a:ext>
            </a:extLst>
          </p:cNvPr>
          <p:cNvSpPr>
            <a:spLocks noChangeArrowheads="1"/>
          </p:cNvSpPr>
          <p:nvPr/>
        </p:nvSpPr>
        <p:spPr bwMode="auto">
          <a:xfrm>
            <a:off x="4295775" y="2490788"/>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44" name="Rectangle 27">
            <a:extLst>
              <a:ext uri="{FF2B5EF4-FFF2-40B4-BE49-F238E27FC236}">
                <a16:creationId xmlns:a16="http://schemas.microsoft.com/office/drawing/2014/main" id="{04F5C76C-2571-4A14-9BC7-CEA9346CBFF9}"/>
              </a:ext>
            </a:extLst>
          </p:cNvPr>
          <p:cNvSpPr>
            <a:spLocks noChangeArrowheads="1"/>
          </p:cNvSpPr>
          <p:nvPr/>
        </p:nvSpPr>
        <p:spPr bwMode="auto">
          <a:xfrm>
            <a:off x="44402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45" name="Rectangle 28">
            <a:extLst>
              <a:ext uri="{FF2B5EF4-FFF2-40B4-BE49-F238E27FC236}">
                <a16:creationId xmlns:a16="http://schemas.microsoft.com/office/drawing/2014/main" id="{658B6EBD-6C3E-4CC7-951C-3D209090160E}"/>
              </a:ext>
            </a:extLst>
          </p:cNvPr>
          <p:cNvSpPr>
            <a:spLocks noChangeArrowheads="1"/>
          </p:cNvSpPr>
          <p:nvPr/>
        </p:nvSpPr>
        <p:spPr bwMode="auto">
          <a:xfrm>
            <a:off x="4556125" y="2490788"/>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46" name="Rectangle 29">
            <a:extLst>
              <a:ext uri="{FF2B5EF4-FFF2-40B4-BE49-F238E27FC236}">
                <a16:creationId xmlns:a16="http://schemas.microsoft.com/office/drawing/2014/main" id="{86F9E361-4C31-40A9-9F03-44015AEFF422}"/>
              </a:ext>
            </a:extLst>
          </p:cNvPr>
          <p:cNvSpPr>
            <a:spLocks noChangeArrowheads="1"/>
          </p:cNvSpPr>
          <p:nvPr/>
        </p:nvSpPr>
        <p:spPr bwMode="auto">
          <a:xfrm>
            <a:off x="4702175"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47" name="Rectangle 30">
            <a:extLst>
              <a:ext uri="{FF2B5EF4-FFF2-40B4-BE49-F238E27FC236}">
                <a16:creationId xmlns:a16="http://schemas.microsoft.com/office/drawing/2014/main" id="{73ADB940-AB0A-4029-846D-342E579E7FE6}"/>
              </a:ext>
            </a:extLst>
          </p:cNvPr>
          <p:cNvSpPr>
            <a:spLocks noChangeArrowheads="1"/>
          </p:cNvSpPr>
          <p:nvPr/>
        </p:nvSpPr>
        <p:spPr bwMode="auto">
          <a:xfrm>
            <a:off x="4814888" y="2490788"/>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48" name="Rectangle 31">
            <a:extLst>
              <a:ext uri="{FF2B5EF4-FFF2-40B4-BE49-F238E27FC236}">
                <a16:creationId xmlns:a16="http://schemas.microsoft.com/office/drawing/2014/main" id="{99F60D0F-A59C-429C-99D0-709056CBE5CF}"/>
              </a:ext>
            </a:extLst>
          </p:cNvPr>
          <p:cNvSpPr>
            <a:spLocks noChangeArrowheads="1"/>
          </p:cNvSpPr>
          <p:nvPr/>
        </p:nvSpPr>
        <p:spPr bwMode="auto">
          <a:xfrm>
            <a:off x="5219700"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49" name="Rectangle 32">
            <a:extLst>
              <a:ext uri="{FF2B5EF4-FFF2-40B4-BE49-F238E27FC236}">
                <a16:creationId xmlns:a16="http://schemas.microsoft.com/office/drawing/2014/main" id="{904FCE73-7950-4E4E-BAA4-53833706E77F}"/>
              </a:ext>
            </a:extLst>
          </p:cNvPr>
          <p:cNvSpPr>
            <a:spLocks noChangeArrowheads="1"/>
          </p:cNvSpPr>
          <p:nvPr/>
        </p:nvSpPr>
        <p:spPr bwMode="auto">
          <a:xfrm>
            <a:off x="49609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50" name="Rectangle 33">
            <a:extLst>
              <a:ext uri="{FF2B5EF4-FFF2-40B4-BE49-F238E27FC236}">
                <a16:creationId xmlns:a16="http://schemas.microsoft.com/office/drawing/2014/main" id="{487B57E9-B31A-4474-9FDF-797973382AA9}"/>
              </a:ext>
            </a:extLst>
          </p:cNvPr>
          <p:cNvSpPr>
            <a:spLocks noChangeArrowheads="1"/>
          </p:cNvSpPr>
          <p:nvPr/>
        </p:nvSpPr>
        <p:spPr bwMode="auto">
          <a:xfrm>
            <a:off x="5384800"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51" name="Rectangle 34">
            <a:extLst>
              <a:ext uri="{FF2B5EF4-FFF2-40B4-BE49-F238E27FC236}">
                <a16:creationId xmlns:a16="http://schemas.microsoft.com/office/drawing/2014/main" id="{BA3B3623-5E08-4FEF-9F6C-A4D9BC134C97}"/>
              </a:ext>
            </a:extLst>
          </p:cNvPr>
          <p:cNvSpPr>
            <a:spLocks noChangeArrowheads="1"/>
          </p:cNvSpPr>
          <p:nvPr/>
        </p:nvSpPr>
        <p:spPr bwMode="auto">
          <a:xfrm>
            <a:off x="55038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52" name="Rectangle 35">
            <a:extLst>
              <a:ext uri="{FF2B5EF4-FFF2-40B4-BE49-F238E27FC236}">
                <a16:creationId xmlns:a16="http://schemas.microsoft.com/office/drawing/2014/main" id="{F300C0E6-4AC4-4F8E-88E2-1544E8470074}"/>
              </a:ext>
            </a:extLst>
          </p:cNvPr>
          <p:cNvSpPr>
            <a:spLocks noChangeArrowheads="1"/>
          </p:cNvSpPr>
          <p:nvPr/>
        </p:nvSpPr>
        <p:spPr bwMode="auto">
          <a:xfrm>
            <a:off x="5613400"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53" name="Rectangle 36">
            <a:extLst>
              <a:ext uri="{FF2B5EF4-FFF2-40B4-BE49-F238E27FC236}">
                <a16:creationId xmlns:a16="http://schemas.microsoft.com/office/drawing/2014/main" id="{267DE867-A84E-42D7-AAC6-F6F353759343}"/>
              </a:ext>
            </a:extLst>
          </p:cNvPr>
          <p:cNvSpPr>
            <a:spLocks noChangeArrowheads="1"/>
          </p:cNvSpPr>
          <p:nvPr/>
        </p:nvSpPr>
        <p:spPr bwMode="auto">
          <a:xfrm>
            <a:off x="57324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54" name="Rectangle 37">
            <a:extLst>
              <a:ext uri="{FF2B5EF4-FFF2-40B4-BE49-F238E27FC236}">
                <a16:creationId xmlns:a16="http://schemas.microsoft.com/office/drawing/2014/main" id="{B3DC8224-5D4B-412B-9292-CE28880A042F}"/>
              </a:ext>
            </a:extLst>
          </p:cNvPr>
          <p:cNvSpPr>
            <a:spLocks noChangeArrowheads="1"/>
          </p:cNvSpPr>
          <p:nvPr/>
        </p:nvSpPr>
        <p:spPr bwMode="auto">
          <a:xfrm>
            <a:off x="5845175"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55" name="Rectangle 38">
            <a:extLst>
              <a:ext uri="{FF2B5EF4-FFF2-40B4-BE49-F238E27FC236}">
                <a16:creationId xmlns:a16="http://schemas.microsoft.com/office/drawing/2014/main" id="{429F148C-9220-404C-9BBD-182B2DF92F35}"/>
              </a:ext>
            </a:extLst>
          </p:cNvPr>
          <p:cNvSpPr>
            <a:spLocks noChangeArrowheads="1"/>
          </p:cNvSpPr>
          <p:nvPr/>
        </p:nvSpPr>
        <p:spPr bwMode="auto">
          <a:xfrm>
            <a:off x="6235700"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56" name="Rectangle 39">
            <a:extLst>
              <a:ext uri="{FF2B5EF4-FFF2-40B4-BE49-F238E27FC236}">
                <a16:creationId xmlns:a16="http://schemas.microsoft.com/office/drawing/2014/main" id="{73F33D9D-E2DD-4AA3-8B64-FBAE9768D071}"/>
              </a:ext>
            </a:extLst>
          </p:cNvPr>
          <p:cNvSpPr>
            <a:spLocks noChangeArrowheads="1"/>
          </p:cNvSpPr>
          <p:nvPr/>
        </p:nvSpPr>
        <p:spPr bwMode="auto">
          <a:xfrm>
            <a:off x="3038475" y="2833688"/>
            <a:ext cx="3203575"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57" name="Rectangle 40">
            <a:extLst>
              <a:ext uri="{FF2B5EF4-FFF2-40B4-BE49-F238E27FC236}">
                <a16:creationId xmlns:a16="http://schemas.microsoft.com/office/drawing/2014/main" id="{834172D4-0790-4D71-BD5E-9B727CBCE1A1}"/>
              </a:ext>
            </a:extLst>
          </p:cNvPr>
          <p:cNvSpPr>
            <a:spLocks noChangeArrowheads="1"/>
          </p:cNvSpPr>
          <p:nvPr/>
        </p:nvSpPr>
        <p:spPr bwMode="auto">
          <a:xfrm>
            <a:off x="3013075" y="2846388"/>
            <a:ext cx="11113"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58" name="Rectangle 41">
            <a:extLst>
              <a:ext uri="{FF2B5EF4-FFF2-40B4-BE49-F238E27FC236}">
                <a16:creationId xmlns:a16="http://schemas.microsoft.com/office/drawing/2014/main" id="{D4F2FBFC-9F03-4F91-ABE8-B5B5D050AB5C}"/>
              </a:ext>
            </a:extLst>
          </p:cNvPr>
          <p:cNvSpPr>
            <a:spLocks noChangeArrowheads="1"/>
          </p:cNvSpPr>
          <p:nvPr/>
        </p:nvSpPr>
        <p:spPr bwMode="auto">
          <a:xfrm>
            <a:off x="59642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59" name="Rectangle 42">
            <a:extLst>
              <a:ext uri="{FF2B5EF4-FFF2-40B4-BE49-F238E27FC236}">
                <a16:creationId xmlns:a16="http://schemas.microsoft.com/office/drawing/2014/main" id="{76A624A2-35A8-4179-B2B4-B215EF19CAA2}"/>
              </a:ext>
            </a:extLst>
          </p:cNvPr>
          <p:cNvSpPr>
            <a:spLocks noChangeArrowheads="1"/>
          </p:cNvSpPr>
          <p:nvPr/>
        </p:nvSpPr>
        <p:spPr bwMode="auto">
          <a:xfrm>
            <a:off x="4129088"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60" name="Rectangle 43">
            <a:extLst>
              <a:ext uri="{FF2B5EF4-FFF2-40B4-BE49-F238E27FC236}">
                <a16:creationId xmlns:a16="http://schemas.microsoft.com/office/drawing/2014/main" id="{2694AE9C-0750-4241-9318-DBF16F5D5B35}"/>
              </a:ext>
            </a:extLst>
          </p:cNvPr>
          <p:cNvSpPr>
            <a:spLocks noChangeArrowheads="1"/>
          </p:cNvSpPr>
          <p:nvPr/>
        </p:nvSpPr>
        <p:spPr bwMode="auto">
          <a:xfrm>
            <a:off x="3335338" y="29575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61" name="Rectangle 44">
            <a:extLst>
              <a:ext uri="{FF2B5EF4-FFF2-40B4-BE49-F238E27FC236}">
                <a16:creationId xmlns:a16="http://schemas.microsoft.com/office/drawing/2014/main" id="{F2BC9B94-B208-4887-B027-F4717E99B9E6}"/>
              </a:ext>
            </a:extLst>
          </p:cNvPr>
          <p:cNvSpPr>
            <a:spLocks noChangeArrowheads="1"/>
          </p:cNvSpPr>
          <p:nvPr/>
        </p:nvSpPr>
        <p:spPr bwMode="auto">
          <a:xfrm>
            <a:off x="4465638" y="2957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62" name="Rectangle 45">
            <a:extLst>
              <a:ext uri="{FF2B5EF4-FFF2-40B4-BE49-F238E27FC236}">
                <a16:creationId xmlns:a16="http://schemas.microsoft.com/office/drawing/2014/main" id="{A1B09DA5-210B-4ADD-9CD8-79B6AC08F2AF}"/>
              </a:ext>
            </a:extLst>
          </p:cNvPr>
          <p:cNvSpPr>
            <a:spLocks noChangeArrowheads="1"/>
          </p:cNvSpPr>
          <p:nvPr/>
        </p:nvSpPr>
        <p:spPr bwMode="auto">
          <a:xfrm>
            <a:off x="5219700"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63" name="Rectangle 46">
            <a:extLst>
              <a:ext uri="{FF2B5EF4-FFF2-40B4-BE49-F238E27FC236}">
                <a16:creationId xmlns:a16="http://schemas.microsoft.com/office/drawing/2014/main" id="{2F4FAF84-C2C8-474E-9F52-502BE5FF79F6}"/>
              </a:ext>
            </a:extLst>
          </p:cNvPr>
          <p:cNvSpPr>
            <a:spLocks noChangeArrowheads="1"/>
          </p:cNvSpPr>
          <p:nvPr/>
        </p:nvSpPr>
        <p:spPr bwMode="auto">
          <a:xfrm>
            <a:off x="4618038" y="29575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64" name="Rectangle 47">
            <a:extLst>
              <a:ext uri="{FF2B5EF4-FFF2-40B4-BE49-F238E27FC236}">
                <a16:creationId xmlns:a16="http://schemas.microsoft.com/office/drawing/2014/main" id="{5CEBA40D-1FB0-4E12-B0AB-41356EBE783C}"/>
              </a:ext>
            </a:extLst>
          </p:cNvPr>
          <p:cNvSpPr>
            <a:spLocks noChangeArrowheads="1"/>
          </p:cNvSpPr>
          <p:nvPr/>
        </p:nvSpPr>
        <p:spPr bwMode="auto">
          <a:xfrm>
            <a:off x="5518150" y="2957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65" name="Rectangle 48">
            <a:extLst>
              <a:ext uri="{FF2B5EF4-FFF2-40B4-BE49-F238E27FC236}">
                <a16:creationId xmlns:a16="http://schemas.microsoft.com/office/drawing/2014/main" id="{7EF7FDC4-4B12-4421-81B6-B438D284AC6F}"/>
              </a:ext>
            </a:extLst>
          </p:cNvPr>
          <p:cNvSpPr>
            <a:spLocks noChangeArrowheads="1"/>
          </p:cNvSpPr>
          <p:nvPr/>
        </p:nvSpPr>
        <p:spPr bwMode="auto">
          <a:xfrm>
            <a:off x="6235700"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66" name="Rectangle 49">
            <a:extLst>
              <a:ext uri="{FF2B5EF4-FFF2-40B4-BE49-F238E27FC236}">
                <a16:creationId xmlns:a16="http://schemas.microsoft.com/office/drawing/2014/main" id="{E3F5783D-20C8-4299-B634-77E1E08A0203}"/>
              </a:ext>
            </a:extLst>
          </p:cNvPr>
          <p:cNvSpPr>
            <a:spLocks noChangeArrowheads="1"/>
          </p:cNvSpPr>
          <p:nvPr/>
        </p:nvSpPr>
        <p:spPr bwMode="auto">
          <a:xfrm>
            <a:off x="3013075" y="3303588"/>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67" name="Rectangle 50">
            <a:extLst>
              <a:ext uri="{FF2B5EF4-FFF2-40B4-BE49-F238E27FC236}">
                <a16:creationId xmlns:a16="http://schemas.microsoft.com/office/drawing/2014/main" id="{F8303975-03EE-4EF0-BBB4-9A9B3130DE53}"/>
              </a:ext>
            </a:extLst>
          </p:cNvPr>
          <p:cNvSpPr>
            <a:spLocks noChangeArrowheads="1"/>
          </p:cNvSpPr>
          <p:nvPr/>
        </p:nvSpPr>
        <p:spPr bwMode="auto">
          <a:xfrm>
            <a:off x="5657850" y="29575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68" name="Rectangle 51">
            <a:extLst>
              <a:ext uri="{FF2B5EF4-FFF2-40B4-BE49-F238E27FC236}">
                <a16:creationId xmlns:a16="http://schemas.microsoft.com/office/drawing/2014/main" id="{68F8BBAE-FDE6-42E5-99B5-1EC288AE3EE8}"/>
              </a:ext>
            </a:extLst>
          </p:cNvPr>
          <p:cNvSpPr>
            <a:spLocks noChangeArrowheads="1"/>
          </p:cNvSpPr>
          <p:nvPr/>
        </p:nvSpPr>
        <p:spPr bwMode="auto">
          <a:xfrm>
            <a:off x="4129088"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69" name="Rectangle 52">
            <a:extLst>
              <a:ext uri="{FF2B5EF4-FFF2-40B4-BE49-F238E27FC236}">
                <a16:creationId xmlns:a16="http://schemas.microsoft.com/office/drawing/2014/main" id="{B42B2383-6113-4DCB-A3B2-443DED285565}"/>
              </a:ext>
            </a:extLst>
          </p:cNvPr>
          <p:cNvSpPr>
            <a:spLocks noChangeArrowheads="1"/>
          </p:cNvSpPr>
          <p:nvPr/>
        </p:nvSpPr>
        <p:spPr bwMode="auto">
          <a:xfrm>
            <a:off x="3335338" y="330676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70" name="Rectangle 53">
            <a:extLst>
              <a:ext uri="{FF2B5EF4-FFF2-40B4-BE49-F238E27FC236}">
                <a16:creationId xmlns:a16="http://schemas.microsoft.com/office/drawing/2014/main" id="{0FF999EB-212F-42B5-BFAB-B64DA8B20771}"/>
              </a:ext>
            </a:extLst>
          </p:cNvPr>
          <p:cNvSpPr>
            <a:spLocks noChangeArrowheads="1"/>
          </p:cNvSpPr>
          <p:nvPr/>
        </p:nvSpPr>
        <p:spPr bwMode="auto">
          <a:xfrm>
            <a:off x="4465638" y="33067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71" name="Rectangle 54">
            <a:extLst>
              <a:ext uri="{FF2B5EF4-FFF2-40B4-BE49-F238E27FC236}">
                <a16:creationId xmlns:a16="http://schemas.microsoft.com/office/drawing/2014/main" id="{C0ED2577-7176-46AD-88C8-F5E6985A240B}"/>
              </a:ext>
            </a:extLst>
          </p:cNvPr>
          <p:cNvSpPr>
            <a:spLocks noChangeArrowheads="1"/>
          </p:cNvSpPr>
          <p:nvPr/>
        </p:nvSpPr>
        <p:spPr bwMode="auto">
          <a:xfrm>
            <a:off x="5219700"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72" name="Rectangle 55">
            <a:extLst>
              <a:ext uri="{FF2B5EF4-FFF2-40B4-BE49-F238E27FC236}">
                <a16:creationId xmlns:a16="http://schemas.microsoft.com/office/drawing/2014/main" id="{CB8626D0-275F-4368-A3D0-62A7FBC9A2D5}"/>
              </a:ext>
            </a:extLst>
          </p:cNvPr>
          <p:cNvSpPr>
            <a:spLocks noChangeArrowheads="1"/>
          </p:cNvSpPr>
          <p:nvPr/>
        </p:nvSpPr>
        <p:spPr bwMode="auto">
          <a:xfrm>
            <a:off x="4618038" y="33067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73" name="Rectangle 56">
            <a:extLst>
              <a:ext uri="{FF2B5EF4-FFF2-40B4-BE49-F238E27FC236}">
                <a16:creationId xmlns:a16="http://schemas.microsoft.com/office/drawing/2014/main" id="{E0734F06-321D-4B47-B41A-4D7EB9CE9CA9}"/>
              </a:ext>
            </a:extLst>
          </p:cNvPr>
          <p:cNvSpPr>
            <a:spLocks noChangeArrowheads="1"/>
          </p:cNvSpPr>
          <p:nvPr/>
        </p:nvSpPr>
        <p:spPr bwMode="auto">
          <a:xfrm>
            <a:off x="5518150" y="33067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74" name="Rectangle 57">
            <a:extLst>
              <a:ext uri="{FF2B5EF4-FFF2-40B4-BE49-F238E27FC236}">
                <a16:creationId xmlns:a16="http://schemas.microsoft.com/office/drawing/2014/main" id="{65916D60-244D-49A1-A888-20DDC87F5616}"/>
              </a:ext>
            </a:extLst>
          </p:cNvPr>
          <p:cNvSpPr>
            <a:spLocks noChangeArrowheads="1"/>
          </p:cNvSpPr>
          <p:nvPr/>
        </p:nvSpPr>
        <p:spPr bwMode="auto">
          <a:xfrm>
            <a:off x="6235700"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75" name="Rectangle 58">
            <a:extLst>
              <a:ext uri="{FF2B5EF4-FFF2-40B4-BE49-F238E27FC236}">
                <a16:creationId xmlns:a16="http://schemas.microsoft.com/office/drawing/2014/main" id="{F83CDD2B-2372-4F83-91E1-586A61CF6C07}"/>
              </a:ext>
            </a:extLst>
          </p:cNvPr>
          <p:cNvSpPr>
            <a:spLocks noChangeArrowheads="1"/>
          </p:cNvSpPr>
          <p:nvPr/>
        </p:nvSpPr>
        <p:spPr bwMode="auto">
          <a:xfrm>
            <a:off x="3013075" y="3608388"/>
            <a:ext cx="11113"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76" name="Rectangle 59">
            <a:extLst>
              <a:ext uri="{FF2B5EF4-FFF2-40B4-BE49-F238E27FC236}">
                <a16:creationId xmlns:a16="http://schemas.microsoft.com/office/drawing/2014/main" id="{1F347D4C-468D-441C-A4F1-A2E2273C607D}"/>
              </a:ext>
            </a:extLst>
          </p:cNvPr>
          <p:cNvSpPr>
            <a:spLocks noChangeArrowheads="1"/>
          </p:cNvSpPr>
          <p:nvPr/>
        </p:nvSpPr>
        <p:spPr bwMode="auto">
          <a:xfrm>
            <a:off x="5657850" y="33067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77" name="Rectangle 60">
            <a:extLst>
              <a:ext uri="{FF2B5EF4-FFF2-40B4-BE49-F238E27FC236}">
                <a16:creationId xmlns:a16="http://schemas.microsoft.com/office/drawing/2014/main" id="{9D1BFBEE-C5C7-4409-B564-173D041F5B71}"/>
              </a:ext>
            </a:extLst>
          </p:cNvPr>
          <p:cNvSpPr>
            <a:spLocks noChangeArrowheads="1"/>
          </p:cNvSpPr>
          <p:nvPr/>
        </p:nvSpPr>
        <p:spPr bwMode="auto">
          <a:xfrm>
            <a:off x="4129088"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78" name="Rectangle 61">
            <a:extLst>
              <a:ext uri="{FF2B5EF4-FFF2-40B4-BE49-F238E27FC236}">
                <a16:creationId xmlns:a16="http://schemas.microsoft.com/office/drawing/2014/main" id="{B247EE88-7351-4BC3-9C8D-13898B88FFE8}"/>
              </a:ext>
            </a:extLst>
          </p:cNvPr>
          <p:cNvSpPr>
            <a:spLocks noChangeArrowheads="1"/>
          </p:cNvSpPr>
          <p:nvPr/>
        </p:nvSpPr>
        <p:spPr bwMode="auto">
          <a:xfrm>
            <a:off x="3335338" y="361156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79" name="Rectangle 62">
            <a:extLst>
              <a:ext uri="{FF2B5EF4-FFF2-40B4-BE49-F238E27FC236}">
                <a16:creationId xmlns:a16="http://schemas.microsoft.com/office/drawing/2014/main" id="{20C35BA4-0FDB-4AFD-AB21-677DC3A137B8}"/>
              </a:ext>
            </a:extLst>
          </p:cNvPr>
          <p:cNvSpPr>
            <a:spLocks noChangeArrowheads="1"/>
          </p:cNvSpPr>
          <p:nvPr/>
        </p:nvSpPr>
        <p:spPr bwMode="auto">
          <a:xfrm>
            <a:off x="4465638" y="36115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80" name="Rectangle 63">
            <a:extLst>
              <a:ext uri="{FF2B5EF4-FFF2-40B4-BE49-F238E27FC236}">
                <a16:creationId xmlns:a16="http://schemas.microsoft.com/office/drawing/2014/main" id="{A686E510-2EBB-48B0-A7ED-E12C6B6F61BE}"/>
              </a:ext>
            </a:extLst>
          </p:cNvPr>
          <p:cNvSpPr>
            <a:spLocks noChangeArrowheads="1"/>
          </p:cNvSpPr>
          <p:nvPr/>
        </p:nvSpPr>
        <p:spPr bwMode="auto">
          <a:xfrm>
            <a:off x="5219700"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81" name="Rectangle 64">
            <a:extLst>
              <a:ext uri="{FF2B5EF4-FFF2-40B4-BE49-F238E27FC236}">
                <a16:creationId xmlns:a16="http://schemas.microsoft.com/office/drawing/2014/main" id="{F01FB00D-6607-4310-BF1A-57C700A6C22E}"/>
              </a:ext>
            </a:extLst>
          </p:cNvPr>
          <p:cNvSpPr>
            <a:spLocks noChangeArrowheads="1"/>
          </p:cNvSpPr>
          <p:nvPr/>
        </p:nvSpPr>
        <p:spPr bwMode="auto">
          <a:xfrm>
            <a:off x="4618038" y="36115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82" name="Rectangle 65">
            <a:extLst>
              <a:ext uri="{FF2B5EF4-FFF2-40B4-BE49-F238E27FC236}">
                <a16:creationId xmlns:a16="http://schemas.microsoft.com/office/drawing/2014/main" id="{779C00E5-01F8-4AE4-8130-3CADCC92416B}"/>
              </a:ext>
            </a:extLst>
          </p:cNvPr>
          <p:cNvSpPr>
            <a:spLocks noChangeArrowheads="1"/>
          </p:cNvSpPr>
          <p:nvPr/>
        </p:nvSpPr>
        <p:spPr bwMode="auto">
          <a:xfrm>
            <a:off x="5518150" y="36115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83" name="Rectangle 66">
            <a:extLst>
              <a:ext uri="{FF2B5EF4-FFF2-40B4-BE49-F238E27FC236}">
                <a16:creationId xmlns:a16="http://schemas.microsoft.com/office/drawing/2014/main" id="{7E092C3E-1FA8-4265-9C26-35196DCD5C7F}"/>
              </a:ext>
            </a:extLst>
          </p:cNvPr>
          <p:cNvSpPr>
            <a:spLocks noChangeArrowheads="1"/>
          </p:cNvSpPr>
          <p:nvPr/>
        </p:nvSpPr>
        <p:spPr bwMode="auto">
          <a:xfrm>
            <a:off x="6235700"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84" name="Rectangle 67">
            <a:extLst>
              <a:ext uri="{FF2B5EF4-FFF2-40B4-BE49-F238E27FC236}">
                <a16:creationId xmlns:a16="http://schemas.microsoft.com/office/drawing/2014/main" id="{E45EB558-E4FA-4F1C-9B44-2277DCE09122}"/>
              </a:ext>
            </a:extLst>
          </p:cNvPr>
          <p:cNvSpPr>
            <a:spLocks noChangeArrowheads="1"/>
          </p:cNvSpPr>
          <p:nvPr/>
        </p:nvSpPr>
        <p:spPr bwMode="auto">
          <a:xfrm>
            <a:off x="3013075" y="39116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85" name="Rectangle 68">
            <a:extLst>
              <a:ext uri="{FF2B5EF4-FFF2-40B4-BE49-F238E27FC236}">
                <a16:creationId xmlns:a16="http://schemas.microsoft.com/office/drawing/2014/main" id="{1F87AB5C-1DE4-47A6-8BA1-5A127F503153}"/>
              </a:ext>
            </a:extLst>
          </p:cNvPr>
          <p:cNvSpPr>
            <a:spLocks noChangeArrowheads="1"/>
          </p:cNvSpPr>
          <p:nvPr/>
        </p:nvSpPr>
        <p:spPr bwMode="auto">
          <a:xfrm>
            <a:off x="5657850" y="36115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86" name="Rectangle 69">
            <a:extLst>
              <a:ext uri="{FF2B5EF4-FFF2-40B4-BE49-F238E27FC236}">
                <a16:creationId xmlns:a16="http://schemas.microsoft.com/office/drawing/2014/main" id="{330EA26A-D84E-4B35-9C23-63A3B6B81885}"/>
              </a:ext>
            </a:extLst>
          </p:cNvPr>
          <p:cNvSpPr>
            <a:spLocks noChangeArrowheads="1"/>
          </p:cNvSpPr>
          <p:nvPr/>
        </p:nvSpPr>
        <p:spPr bwMode="auto">
          <a:xfrm>
            <a:off x="4129088"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87" name="Rectangle 70">
            <a:extLst>
              <a:ext uri="{FF2B5EF4-FFF2-40B4-BE49-F238E27FC236}">
                <a16:creationId xmlns:a16="http://schemas.microsoft.com/office/drawing/2014/main" id="{4F032DB9-F502-47A4-8440-C2E0D8E974BA}"/>
              </a:ext>
            </a:extLst>
          </p:cNvPr>
          <p:cNvSpPr>
            <a:spLocks noChangeArrowheads="1"/>
          </p:cNvSpPr>
          <p:nvPr/>
        </p:nvSpPr>
        <p:spPr bwMode="auto">
          <a:xfrm>
            <a:off x="3335338" y="3914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88" name="Rectangle 71">
            <a:extLst>
              <a:ext uri="{FF2B5EF4-FFF2-40B4-BE49-F238E27FC236}">
                <a16:creationId xmlns:a16="http://schemas.microsoft.com/office/drawing/2014/main" id="{9EF30F19-1CEB-4B00-AF46-AB2B128B2389}"/>
              </a:ext>
            </a:extLst>
          </p:cNvPr>
          <p:cNvSpPr>
            <a:spLocks noChangeArrowheads="1"/>
          </p:cNvSpPr>
          <p:nvPr/>
        </p:nvSpPr>
        <p:spPr bwMode="auto">
          <a:xfrm>
            <a:off x="4465638" y="39147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89" name="Rectangle 72">
            <a:extLst>
              <a:ext uri="{FF2B5EF4-FFF2-40B4-BE49-F238E27FC236}">
                <a16:creationId xmlns:a16="http://schemas.microsoft.com/office/drawing/2014/main" id="{E49AAE2E-8CC7-41FB-BAFC-29826EB01CE1}"/>
              </a:ext>
            </a:extLst>
          </p:cNvPr>
          <p:cNvSpPr>
            <a:spLocks noChangeArrowheads="1"/>
          </p:cNvSpPr>
          <p:nvPr/>
        </p:nvSpPr>
        <p:spPr bwMode="auto">
          <a:xfrm>
            <a:off x="5219700"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90" name="Rectangle 73">
            <a:extLst>
              <a:ext uri="{FF2B5EF4-FFF2-40B4-BE49-F238E27FC236}">
                <a16:creationId xmlns:a16="http://schemas.microsoft.com/office/drawing/2014/main" id="{421AD132-4C54-4A25-9AC1-5362374CE973}"/>
              </a:ext>
            </a:extLst>
          </p:cNvPr>
          <p:cNvSpPr>
            <a:spLocks noChangeArrowheads="1"/>
          </p:cNvSpPr>
          <p:nvPr/>
        </p:nvSpPr>
        <p:spPr bwMode="auto">
          <a:xfrm>
            <a:off x="4618038" y="39147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91" name="Rectangle 74">
            <a:extLst>
              <a:ext uri="{FF2B5EF4-FFF2-40B4-BE49-F238E27FC236}">
                <a16:creationId xmlns:a16="http://schemas.microsoft.com/office/drawing/2014/main" id="{D4A8F310-E62E-425F-B915-3FD6EAC19A3D}"/>
              </a:ext>
            </a:extLst>
          </p:cNvPr>
          <p:cNvSpPr>
            <a:spLocks noChangeArrowheads="1"/>
          </p:cNvSpPr>
          <p:nvPr/>
        </p:nvSpPr>
        <p:spPr bwMode="auto">
          <a:xfrm>
            <a:off x="5518150" y="39147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92" name="Rectangle 75">
            <a:extLst>
              <a:ext uri="{FF2B5EF4-FFF2-40B4-BE49-F238E27FC236}">
                <a16:creationId xmlns:a16="http://schemas.microsoft.com/office/drawing/2014/main" id="{4E9F1A12-1BA9-4E6D-9DB5-36A21C83CFB8}"/>
              </a:ext>
            </a:extLst>
          </p:cNvPr>
          <p:cNvSpPr>
            <a:spLocks noChangeArrowheads="1"/>
          </p:cNvSpPr>
          <p:nvPr/>
        </p:nvSpPr>
        <p:spPr bwMode="auto">
          <a:xfrm>
            <a:off x="6235700"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93" name="Rectangle 76">
            <a:extLst>
              <a:ext uri="{FF2B5EF4-FFF2-40B4-BE49-F238E27FC236}">
                <a16:creationId xmlns:a16="http://schemas.microsoft.com/office/drawing/2014/main" id="{67387BA3-866C-4C38-8744-60E814B6B019}"/>
              </a:ext>
            </a:extLst>
          </p:cNvPr>
          <p:cNvSpPr>
            <a:spLocks noChangeArrowheads="1"/>
          </p:cNvSpPr>
          <p:nvPr/>
        </p:nvSpPr>
        <p:spPr bwMode="auto">
          <a:xfrm>
            <a:off x="3013075" y="42164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94" name="Rectangle 77">
            <a:extLst>
              <a:ext uri="{FF2B5EF4-FFF2-40B4-BE49-F238E27FC236}">
                <a16:creationId xmlns:a16="http://schemas.microsoft.com/office/drawing/2014/main" id="{A377B500-0D6A-4EC6-9816-C8D7A6989C47}"/>
              </a:ext>
            </a:extLst>
          </p:cNvPr>
          <p:cNvSpPr>
            <a:spLocks noChangeArrowheads="1"/>
          </p:cNvSpPr>
          <p:nvPr/>
        </p:nvSpPr>
        <p:spPr bwMode="auto">
          <a:xfrm>
            <a:off x="5657850" y="39147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95" name="Rectangle 78">
            <a:extLst>
              <a:ext uri="{FF2B5EF4-FFF2-40B4-BE49-F238E27FC236}">
                <a16:creationId xmlns:a16="http://schemas.microsoft.com/office/drawing/2014/main" id="{43833DFB-EA00-4684-9EC9-5D008518988E}"/>
              </a:ext>
            </a:extLst>
          </p:cNvPr>
          <p:cNvSpPr>
            <a:spLocks noChangeArrowheads="1"/>
          </p:cNvSpPr>
          <p:nvPr/>
        </p:nvSpPr>
        <p:spPr bwMode="auto">
          <a:xfrm>
            <a:off x="4129088"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96" name="Rectangle 79">
            <a:extLst>
              <a:ext uri="{FF2B5EF4-FFF2-40B4-BE49-F238E27FC236}">
                <a16:creationId xmlns:a16="http://schemas.microsoft.com/office/drawing/2014/main" id="{60E7DD93-702D-4353-AB7E-D4694BF0D170}"/>
              </a:ext>
            </a:extLst>
          </p:cNvPr>
          <p:cNvSpPr>
            <a:spLocks noChangeArrowheads="1"/>
          </p:cNvSpPr>
          <p:nvPr/>
        </p:nvSpPr>
        <p:spPr bwMode="auto">
          <a:xfrm>
            <a:off x="3335338" y="4219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97" name="Rectangle 80">
            <a:extLst>
              <a:ext uri="{FF2B5EF4-FFF2-40B4-BE49-F238E27FC236}">
                <a16:creationId xmlns:a16="http://schemas.microsoft.com/office/drawing/2014/main" id="{92B09FF5-EC23-4EC5-AFA2-2B76B6AB841C}"/>
              </a:ext>
            </a:extLst>
          </p:cNvPr>
          <p:cNvSpPr>
            <a:spLocks noChangeArrowheads="1"/>
          </p:cNvSpPr>
          <p:nvPr/>
        </p:nvSpPr>
        <p:spPr bwMode="auto">
          <a:xfrm>
            <a:off x="4465638" y="42195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98" name="Rectangle 81">
            <a:extLst>
              <a:ext uri="{FF2B5EF4-FFF2-40B4-BE49-F238E27FC236}">
                <a16:creationId xmlns:a16="http://schemas.microsoft.com/office/drawing/2014/main" id="{8FBE348A-6A81-453B-A99C-E817E9747663}"/>
              </a:ext>
            </a:extLst>
          </p:cNvPr>
          <p:cNvSpPr>
            <a:spLocks noChangeArrowheads="1"/>
          </p:cNvSpPr>
          <p:nvPr/>
        </p:nvSpPr>
        <p:spPr bwMode="auto">
          <a:xfrm>
            <a:off x="5219700"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599" name="Rectangle 82">
            <a:extLst>
              <a:ext uri="{FF2B5EF4-FFF2-40B4-BE49-F238E27FC236}">
                <a16:creationId xmlns:a16="http://schemas.microsoft.com/office/drawing/2014/main" id="{7DE76E09-AA42-4E13-BC27-EC6075370DD5}"/>
              </a:ext>
            </a:extLst>
          </p:cNvPr>
          <p:cNvSpPr>
            <a:spLocks noChangeArrowheads="1"/>
          </p:cNvSpPr>
          <p:nvPr/>
        </p:nvSpPr>
        <p:spPr bwMode="auto">
          <a:xfrm>
            <a:off x="4618038" y="42195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600" name="Rectangle 83">
            <a:extLst>
              <a:ext uri="{FF2B5EF4-FFF2-40B4-BE49-F238E27FC236}">
                <a16:creationId xmlns:a16="http://schemas.microsoft.com/office/drawing/2014/main" id="{886EB68F-DDDD-4300-9CA7-9C6BE07F3F26}"/>
              </a:ext>
            </a:extLst>
          </p:cNvPr>
          <p:cNvSpPr>
            <a:spLocks noChangeArrowheads="1"/>
          </p:cNvSpPr>
          <p:nvPr/>
        </p:nvSpPr>
        <p:spPr bwMode="auto">
          <a:xfrm>
            <a:off x="5518150" y="42195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601" name="Rectangle 84">
            <a:extLst>
              <a:ext uri="{FF2B5EF4-FFF2-40B4-BE49-F238E27FC236}">
                <a16:creationId xmlns:a16="http://schemas.microsoft.com/office/drawing/2014/main" id="{EF211871-E89C-4C46-A640-4CDF061612D3}"/>
              </a:ext>
            </a:extLst>
          </p:cNvPr>
          <p:cNvSpPr>
            <a:spLocks noChangeArrowheads="1"/>
          </p:cNvSpPr>
          <p:nvPr/>
        </p:nvSpPr>
        <p:spPr bwMode="auto">
          <a:xfrm>
            <a:off x="6235700"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602" name="Rectangle 85">
            <a:extLst>
              <a:ext uri="{FF2B5EF4-FFF2-40B4-BE49-F238E27FC236}">
                <a16:creationId xmlns:a16="http://schemas.microsoft.com/office/drawing/2014/main" id="{E6B31969-6638-4C77-9A49-8744EE29CD52}"/>
              </a:ext>
            </a:extLst>
          </p:cNvPr>
          <p:cNvSpPr>
            <a:spLocks noChangeArrowheads="1"/>
          </p:cNvSpPr>
          <p:nvPr/>
        </p:nvSpPr>
        <p:spPr bwMode="auto">
          <a:xfrm>
            <a:off x="3013075" y="45212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603" name="Rectangle 86">
            <a:extLst>
              <a:ext uri="{FF2B5EF4-FFF2-40B4-BE49-F238E27FC236}">
                <a16:creationId xmlns:a16="http://schemas.microsoft.com/office/drawing/2014/main" id="{414512F1-AF9E-4E3C-9157-C73E8446B3EB}"/>
              </a:ext>
            </a:extLst>
          </p:cNvPr>
          <p:cNvSpPr>
            <a:spLocks noChangeArrowheads="1"/>
          </p:cNvSpPr>
          <p:nvPr/>
        </p:nvSpPr>
        <p:spPr bwMode="auto">
          <a:xfrm>
            <a:off x="5657850" y="42195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604" name="Rectangle 87">
            <a:extLst>
              <a:ext uri="{FF2B5EF4-FFF2-40B4-BE49-F238E27FC236}">
                <a16:creationId xmlns:a16="http://schemas.microsoft.com/office/drawing/2014/main" id="{2A530E0A-273F-4235-89B1-B96304964607}"/>
              </a:ext>
            </a:extLst>
          </p:cNvPr>
          <p:cNvSpPr>
            <a:spLocks noChangeArrowheads="1"/>
          </p:cNvSpPr>
          <p:nvPr/>
        </p:nvSpPr>
        <p:spPr bwMode="auto">
          <a:xfrm>
            <a:off x="4129088"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605" name="Rectangle 88">
            <a:extLst>
              <a:ext uri="{FF2B5EF4-FFF2-40B4-BE49-F238E27FC236}">
                <a16:creationId xmlns:a16="http://schemas.microsoft.com/office/drawing/2014/main" id="{F05980AA-BDBD-4C95-BE02-9A7FD235D66C}"/>
              </a:ext>
            </a:extLst>
          </p:cNvPr>
          <p:cNvSpPr>
            <a:spLocks noChangeArrowheads="1"/>
          </p:cNvSpPr>
          <p:nvPr/>
        </p:nvSpPr>
        <p:spPr bwMode="auto">
          <a:xfrm>
            <a:off x="3335338" y="4522788"/>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606" name="Rectangle 89">
            <a:extLst>
              <a:ext uri="{FF2B5EF4-FFF2-40B4-BE49-F238E27FC236}">
                <a16:creationId xmlns:a16="http://schemas.microsoft.com/office/drawing/2014/main" id="{5910C373-9DA5-4B8B-B844-E6B88EED8539}"/>
              </a:ext>
            </a:extLst>
          </p:cNvPr>
          <p:cNvSpPr>
            <a:spLocks noChangeArrowheads="1"/>
          </p:cNvSpPr>
          <p:nvPr/>
        </p:nvSpPr>
        <p:spPr bwMode="auto">
          <a:xfrm>
            <a:off x="4465638" y="45227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607" name="Rectangle 90">
            <a:extLst>
              <a:ext uri="{FF2B5EF4-FFF2-40B4-BE49-F238E27FC236}">
                <a16:creationId xmlns:a16="http://schemas.microsoft.com/office/drawing/2014/main" id="{6B7B316A-4238-4BFF-88F2-43C2F957AE4F}"/>
              </a:ext>
            </a:extLst>
          </p:cNvPr>
          <p:cNvSpPr>
            <a:spLocks noChangeArrowheads="1"/>
          </p:cNvSpPr>
          <p:nvPr/>
        </p:nvSpPr>
        <p:spPr bwMode="auto">
          <a:xfrm>
            <a:off x="5219700"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608" name="Rectangle 91">
            <a:extLst>
              <a:ext uri="{FF2B5EF4-FFF2-40B4-BE49-F238E27FC236}">
                <a16:creationId xmlns:a16="http://schemas.microsoft.com/office/drawing/2014/main" id="{58862116-E23B-4483-A471-792F82FA0421}"/>
              </a:ext>
            </a:extLst>
          </p:cNvPr>
          <p:cNvSpPr>
            <a:spLocks noChangeArrowheads="1"/>
          </p:cNvSpPr>
          <p:nvPr/>
        </p:nvSpPr>
        <p:spPr bwMode="auto">
          <a:xfrm>
            <a:off x="4618038" y="4522788"/>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609" name="Rectangle 92">
            <a:extLst>
              <a:ext uri="{FF2B5EF4-FFF2-40B4-BE49-F238E27FC236}">
                <a16:creationId xmlns:a16="http://schemas.microsoft.com/office/drawing/2014/main" id="{6C43E4E3-2719-4D98-8DC4-E18D06F777B0}"/>
              </a:ext>
            </a:extLst>
          </p:cNvPr>
          <p:cNvSpPr>
            <a:spLocks noChangeArrowheads="1"/>
          </p:cNvSpPr>
          <p:nvPr/>
        </p:nvSpPr>
        <p:spPr bwMode="auto">
          <a:xfrm>
            <a:off x="5518150" y="45227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610" name="Rectangle 93">
            <a:extLst>
              <a:ext uri="{FF2B5EF4-FFF2-40B4-BE49-F238E27FC236}">
                <a16:creationId xmlns:a16="http://schemas.microsoft.com/office/drawing/2014/main" id="{F452B956-1BB4-436E-B4B2-C0E3A70932F7}"/>
              </a:ext>
            </a:extLst>
          </p:cNvPr>
          <p:cNvSpPr>
            <a:spLocks noChangeArrowheads="1"/>
          </p:cNvSpPr>
          <p:nvPr/>
        </p:nvSpPr>
        <p:spPr bwMode="auto">
          <a:xfrm>
            <a:off x="6235700"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611" name="Rectangle 94">
            <a:extLst>
              <a:ext uri="{FF2B5EF4-FFF2-40B4-BE49-F238E27FC236}">
                <a16:creationId xmlns:a16="http://schemas.microsoft.com/office/drawing/2014/main" id="{2B3ADA4A-FB14-44CA-ACC9-EBB759D25C50}"/>
              </a:ext>
            </a:extLst>
          </p:cNvPr>
          <p:cNvSpPr>
            <a:spLocks noChangeArrowheads="1"/>
          </p:cNvSpPr>
          <p:nvPr/>
        </p:nvSpPr>
        <p:spPr bwMode="auto">
          <a:xfrm>
            <a:off x="3013075" y="48260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612" name="Rectangle 95">
            <a:extLst>
              <a:ext uri="{FF2B5EF4-FFF2-40B4-BE49-F238E27FC236}">
                <a16:creationId xmlns:a16="http://schemas.microsoft.com/office/drawing/2014/main" id="{B69D1320-C46F-49A3-BC4B-A236345252BF}"/>
              </a:ext>
            </a:extLst>
          </p:cNvPr>
          <p:cNvSpPr>
            <a:spLocks noChangeArrowheads="1"/>
          </p:cNvSpPr>
          <p:nvPr/>
        </p:nvSpPr>
        <p:spPr bwMode="auto">
          <a:xfrm>
            <a:off x="5657850" y="4522788"/>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613" name="Rectangle 96">
            <a:extLst>
              <a:ext uri="{FF2B5EF4-FFF2-40B4-BE49-F238E27FC236}">
                <a16:creationId xmlns:a16="http://schemas.microsoft.com/office/drawing/2014/main" id="{6B3E15E6-A116-4DE8-95D6-6343F32E4CB4}"/>
              </a:ext>
            </a:extLst>
          </p:cNvPr>
          <p:cNvSpPr>
            <a:spLocks noChangeArrowheads="1"/>
          </p:cNvSpPr>
          <p:nvPr/>
        </p:nvSpPr>
        <p:spPr bwMode="auto">
          <a:xfrm>
            <a:off x="4129088"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614" name="Rectangle 97">
            <a:extLst>
              <a:ext uri="{FF2B5EF4-FFF2-40B4-BE49-F238E27FC236}">
                <a16:creationId xmlns:a16="http://schemas.microsoft.com/office/drawing/2014/main" id="{D1C75CB7-929C-4244-ACCE-74B5127938CF}"/>
              </a:ext>
            </a:extLst>
          </p:cNvPr>
          <p:cNvSpPr>
            <a:spLocks noChangeArrowheads="1"/>
          </p:cNvSpPr>
          <p:nvPr/>
        </p:nvSpPr>
        <p:spPr bwMode="auto">
          <a:xfrm>
            <a:off x="3335338" y="48244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615" name="Rectangle 98">
            <a:extLst>
              <a:ext uri="{FF2B5EF4-FFF2-40B4-BE49-F238E27FC236}">
                <a16:creationId xmlns:a16="http://schemas.microsoft.com/office/drawing/2014/main" id="{D931C612-56FB-45A3-BDAC-FF477980399E}"/>
              </a:ext>
            </a:extLst>
          </p:cNvPr>
          <p:cNvSpPr>
            <a:spLocks noChangeArrowheads="1"/>
          </p:cNvSpPr>
          <p:nvPr/>
        </p:nvSpPr>
        <p:spPr bwMode="auto">
          <a:xfrm>
            <a:off x="4465638" y="48244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616" name="Rectangle 99">
            <a:extLst>
              <a:ext uri="{FF2B5EF4-FFF2-40B4-BE49-F238E27FC236}">
                <a16:creationId xmlns:a16="http://schemas.microsoft.com/office/drawing/2014/main" id="{9468EBEF-CC19-4747-98CD-D650A5541E12}"/>
              </a:ext>
            </a:extLst>
          </p:cNvPr>
          <p:cNvSpPr>
            <a:spLocks noChangeArrowheads="1"/>
          </p:cNvSpPr>
          <p:nvPr/>
        </p:nvSpPr>
        <p:spPr bwMode="auto">
          <a:xfrm>
            <a:off x="5219700"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617" name="Rectangle 100">
            <a:extLst>
              <a:ext uri="{FF2B5EF4-FFF2-40B4-BE49-F238E27FC236}">
                <a16:creationId xmlns:a16="http://schemas.microsoft.com/office/drawing/2014/main" id="{F0E91767-4A90-4B93-8511-8ED52055F3B0}"/>
              </a:ext>
            </a:extLst>
          </p:cNvPr>
          <p:cNvSpPr>
            <a:spLocks noChangeArrowheads="1"/>
          </p:cNvSpPr>
          <p:nvPr/>
        </p:nvSpPr>
        <p:spPr bwMode="auto">
          <a:xfrm>
            <a:off x="4618038" y="48244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618" name="Rectangle 101">
            <a:extLst>
              <a:ext uri="{FF2B5EF4-FFF2-40B4-BE49-F238E27FC236}">
                <a16:creationId xmlns:a16="http://schemas.microsoft.com/office/drawing/2014/main" id="{42C11C72-1085-4C05-BBC8-B4AD25571010}"/>
              </a:ext>
            </a:extLst>
          </p:cNvPr>
          <p:cNvSpPr>
            <a:spLocks noChangeArrowheads="1"/>
          </p:cNvSpPr>
          <p:nvPr/>
        </p:nvSpPr>
        <p:spPr bwMode="auto">
          <a:xfrm>
            <a:off x="5518150" y="48244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619" name="Rectangle 102">
            <a:extLst>
              <a:ext uri="{FF2B5EF4-FFF2-40B4-BE49-F238E27FC236}">
                <a16:creationId xmlns:a16="http://schemas.microsoft.com/office/drawing/2014/main" id="{F66FDDEB-D23B-425E-B05B-E66A45F04A32}"/>
              </a:ext>
            </a:extLst>
          </p:cNvPr>
          <p:cNvSpPr>
            <a:spLocks noChangeArrowheads="1"/>
          </p:cNvSpPr>
          <p:nvPr/>
        </p:nvSpPr>
        <p:spPr bwMode="auto">
          <a:xfrm>
            <a:off x="6235700"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620" name="Rectangle 103">
            <a:extLst>
              <a:ext uri="{FF2B5EF4-FFF2-40B4-BE49-F238E27FC236}">
                <a16:creationId xmlns:a16="http://schemas.microsoft.com/office/drawing/2014/main" id="{42F0FDCB-A864-4A17-A3F8-E5291A4FFB3B}"/>
              </a:ext>
            </a:extLst>
          </p:cNvPr>
          <p:cNvSpPr>
            <a:spLocks noChangeArrowheads="1"/>
          </p:cNvSpPr>
          <p:nvPr/>
        </p:nvSpPr>
        <p:spPr bwMode="auto">
          <a:xfrm>
            <a:off x="3013075" y="5135563"/>
            <a:ext cx="11113"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621" name="Rectangle 104">
            <a:extLst>
              <a:ext uri="{FF2B5EF4-FFF2-40B4-BE49-F238E27FC236}">
                <a16:creationId xmlns:a16="http://schemas.microsoft.com/office/drawing/2014/main" id="{CDE52DD2-813E-49FF-BBAE-526B872CC9F3}"/>
              </a:ext>
            </a:extLst>
          </p:cNvPr>
          <p:cNvSpPr>
            <a:spLocks noChangeArrowheads="1"/>
          </p:cNvSpPr>
          <p:nvPr/>
        </p:nvSpPr>
        <p:spPr bwMode="auto">
          <a:xfrm>
            <a:off x="5657850" y="48244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622" name="Rectangle 105">
            <a:extLst>
              <a:ext uri="{FF2B5EF4-FFF2-40B4-BE49-F238E27FC236}">
                <a16:creationId xmlns:a16="http://schemas.microsoft.com/office/drawing/2014/main" id="{540AD667-8770-4350-9ED8-355EC433253C}"/>
              </a:ext>
            </a:extLst>
          </p:cNvPr>
          <p:cNvSpPr>
            <a:spLocks noChangeArrowheads="1"/>
          </p:cNvSpPr>
          <p:nvPr/>
        </p:nvSpPr>
        <p:spPr bwMode="auto">
          <a:xfrm>
            <a:off x="4129088"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623" name="Rectangle 106">
            <a:extLst>
              <a:ext uri="{FF2B5EF4-FFF2-40B4-BE49-F238E27FC236}">
                <a16:creationId xmlns:a16="http://schemas.microsoft.com/office/drawing/2014/main" id="{D377C50B-B3D4-410C-AF44-27FD81D41D83}"/>
              </a:ext>
            </a:extLst>
          </p:cNvPr>
          <p:cNvSpPr>
            <a:spLocks noChangeArrowheads="1"/>
          </p:cNvSpPr>
          <p:nvPr/>
        </p:nvSpPr>
        <p:spPr bwMode="auto">
          <a:xfrm>
            <a:off x="3335338" y="51292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624" name="Rectangle 107">
            <a:extLst>
              <a:ext uri="{FF2B5EF4-FFF2-40B4-BE49-F238E27FC236}">
                <a16:creationId xmlns:a16="http://schemas.microsoft.com/office/drawing/2014/main" id="{5617D60A-9E43-452D-AAE4-C416E7343DE1}"/>
              </a:ext>
            </a:extLst>
          </p:cNvPr>
          <p:cNvSpPr>
            <a:spLocks noChangeArrowheads="1"/>
          </p:cNvSpPr>
          <p:nvPr/>
        </p:nvSpPr>
        <p:spPr bwMode="auto">
          <a:xfrm>
            <a:off x="4465638" y="51292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625" name="Rectangle 108">
            <a:extLst>
              <a:ext uri="{FF2B5EF4-FFF2-40B4-BE49-F238E27FC236}">
                <a16:creationId xmlns:a16="http://schemas.microsoft.com/office/drawing/2014/main" id="{2FEE333C-0CE5-49B8-A899-88E75774BE48}"/>
              </a:ext>
            </a:extLst>
          </p:cNvPr>
          <p:cNvSpPr>
            <a:spLocks noChangeArrowheads="1"/>
          </p:cNvSpPr>
          <p:nvPr/>
        </p:nvSpPr>
        <p:spPr bwMode="auto">
          <a:xfrm>
            <a:off x="5219700"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626" name="Rectangle 109">
            <a:extLst>
              <a:ext uri="{FF2B5EF4-FFF2-40B4-BE49-F238E27FC236}">
                <a16:creationId xmlns:a16="http://schemas.microsoft.com/office/drawing/2014/main" id="{9F5A0BC4-F033-4D58-8288-32BC987E14EC}"/>
              </a:ext>
            </a:extLst>
          </p:cNvPr>
          <p:cNvSpPr>
            <a:spLocks noChangeArrowheads="1"/>
          </p:cNvSpPr>
          <p:nvPr/>
        </p:nvSpPr>
        <p:spPr bwMode="auto">
          <a:xfrm>
            <a:off x="4618038" y="51292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627" name="Rectangle 110">
            <a:extLst>
              <a:ext uri="{FF2B5EF4-FFF2-40B4-BE49-F238E27FC236}">
                <a16:creationId xmlns:a16="http://schemas.microsoft.com/office/drawing/2014/main" id="{7E40011A-5F28-4C99-AA4E-A656821016B7}"/>
              </a:ext>
            </a:extLst>
          </p:cNvPr>
          <p:cNvSpPr>
            <a:spLocks noChangeArrowheads="1"/>
          </p:cNvSpPr>
          <p:nvPr/>
        </p:nvSpPr>
        <p:spPr bwMode="auto">
          <a:xfrm>
            <a:off x="5518150" y="51292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628" name="Rectangle 111">
            <a:extLst>
              <a:ext uri="{FF2B5EF4-FFF2-40B4-BE49-F238E27FC236}">
                <a16:creationId xmlns:a16="http://schemas.microsoft.com/office/drawing/2014/main" id="{13E7DCAD-61F7-49C5-9238-802DB6DAE315}"/>
              </a:ext>
            </a:extLst>
          </p:cNvPr>
          <p:cNvSpPr>
            <a:spLocks noChangeArrowheads="1"/>
          </p:cNvSpPr>
          <p:nvPr/>
        </p:nvSpPr>
        <p:spPr bwMode="auto">
          <a:xfrm>
            <a:off x="6235700"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629" name="Rectangle 112">
            <a:extLst>
              <a:ext uri="{FF2B5EF4-FFF2-40B4-BE49-F238E27FC236}">
                <a16:creationId xmlns:a16="http://schemas.microsoft.com/office/drawing/2014/main" id="{F04EE392-ED48-407A-AD1D-3D9A47008206}"/>
              </a:ext>
            </a:extLst>
          </p:cNvPr>
          <p:cNvSpPr>
            <a:spLocks noChangeArrowheads="1"/>
          </p:cNvSpPr>
          <p:nvPr/>
        </p:nvSpPr>
        <p:spPr bwMode="auto">
          <a:xfrm>
            <a:off x="3038475" y="5473700"/>
            <a:ext cx="3203575"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630" name="Rectangle 113">
            <a:extLst>
              <a:ext uri="{FF2B5EF4-FFF2-40B4-BE49-F238E27FC236}">
                <a16:creationId xmlns:a16="http://schemas.microsoft.com/office/drawing/2014/main" id="{B361F212-DAA2-4062-95F6-7AC61094FC97}"/>
              </a:ext>
            </a:extLst>
          </p:cNvPr>
          <p:cNvSpPr>
            <a:spLocks noChangeArrowheads="1"/>
          </p:cNvSpPr>
          <p:nvPr/>
        </p:nvSpPr>
        <p:spPr bwMode="auto">
          <a:xfrm>
            <a:off x="5657850" y="51292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631" name="TextBox 125">
            <a:extLst>
              <a:ext uri="{FF2B5EF4-FFF2-40B4-BE49-F238E27FC236}">
                <a16:creationId xmlns:a16="http://schemas.microsoft.com/office/drawing/2014/main" id="{056E2284-42A9-44A1-83A2-393E252ADF01}"/>
              </a:ext>
            </a:extLst>
          </p:cNvPr>
          <p:cNvSpPr txBox="1">
            <a:spLocks noChangeArrowheads="1"/>
          </p:cNvSpPr>
          <p:nvPr/>
        </p:nvSpPr>
        <p:spPr bwMode="auto">
          <a:xfrm>
            <a:off x="6451600" y="6477000"/>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6.70 from the textbook ]</a:t>
            </a:r>
          </a:p>
        </p:txBody>
      </p:sp>
      <p:sp>
        <p:nvSpPr>
          <p:cNvPr id="107632" name="Title 1">
            <a:extLst>
              <a:ext uri="{FF2B5EF4-FFF2-40B4-BE49-F238E27FC236}">
                <a16:creationId xmlns:a16="http://schemas.microsoft.com/office/drawing/2014/main" id="{F7CE1A1B-F6EA-4FFB-91D7-5BF47EEDD9F1}"/>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State-assigned table for this example</a:t>
            </a:r>
          </a:p>
        </p:txBody>
      </p:sp>
      <p:sp>
        <p:nvSpPr>
          <p:cNvPr id="114" name="TextBox 114">
            <a:extLst>
              <a:ext uri="{FF2B5EF4-FFF2-40B4-BE49-F238E27FC236}">
                <a16:creationId xmlns:a16="http://schemas.microsoft.com/office/drawing/2014/main" id="{62104654-C95F-4DEB-95F6-180120D9E275}"/>
              </a:ext>
            </a:extLst>
          </p:cNvPr>
          <p:cNvSpPr txBox="1">
            <a:spLocks noChangeArrowheads="1"/>
          </p:cNvSpPr>
          <p:nvPr/>
        </p:nvSpPr>
        <p:spPr bwMode="auto">
          <a:xfrm>
            <a:off x="287337" y="2393951"/>
            <a:ext cx="723900" cy="3540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000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100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010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110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001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101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011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111</a:t>
            </a:r>
          </a:p>
        </p:txBody>
      </p:sp>
      <p:sp>
        <p:nvSpPr>
          <p:cNvPr id="115" name="TextBox 120">
            <a:extLst>
              <a:ext uri="{FF2B5EF4-FFF2-40B4-BE49-F238E27FC236}">
                <a16:creationId xmlns:a16="http://schemas.microsoft.com/office/drawing/2014/main" id="{29B35C75-0FCA-4433-8C21-9D2A289F6AC8}"/>
              </a:ext>
            </a:extLst>
          </p:cNvPr>
          <p:cNvSpPr txBox="1">
            <a:spLocks noChangeArrowheads="1"/>
          </p:cNvSpPr>
          <p:nvPr/>
        </p:nvSpPr>
        <p:spPr bwMode="auto">
          <a:xfrm>
            <a:off x="1735137" y="2393951"/>
            <a:ext cx="363538" cy="3540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rPr>
              <a:t>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rPr>
              <a:t>4</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rPr>
              <a:t>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rPr>
              <a:t>6</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rPr>
              <a:t>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rPr>
              <a:t>5</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rPr>
              <a:t>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rPr>
              <a:t>7</a:t>
            </a:r>
          </a:p>
        </p:txBody>
      </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8545" name="Group 1">
            <a:extLst>
              <a:ext uri="{FF2B5EF4-FFF2-40B4-BE49-F238E27FC236}">
                <a16:creationId xmlns:a16="http://schemas.microsoft.com/office/drawing/2014/main" id="{DE2DE0AC-B0D8-41AE-9B30-48033177F517}"/>
              </a:ext>
            </a:extLst>
          </p:cNvPr>
          <p:cNvGrpSpPr>
            <a:grpSpLocks/>
          </p:cNvGrpSpPr>
          <p:nvPr/>
        </p:nvGrpSpPr>
        <p:grpSpPr bwMode="auto">
          <a:xfrm>
            <a:off x="879475" y="1666875"/>
            <a:ext cx="3235325" cy="3819525"/>
            <a:chOff x="3013075" y="1666875"/>
            <a:chExt cx="3235325" cy="3819525"/>
          </a:xfrm>
        </p:grpSpPr>
        <p:sp>
          <p:nvSpPr>
            <p:cNvPr id="108575" name="Rectangle 4">
              <a:extLst>
                <a:ext uri="{FF2B5EF4-FFF2-40B4-BE49-F238E27FC236}">
                  <a16:creationId xmlns:a16="http://schemas.microsoft.com/office/drawing/2014/main" id="{CB6929FB-6D3E-4C36-A435-817EDFC37934}"/>
                </a:ext>
              </a:extLst>
            </p:cNvPr>
            <p:cNvSpPr>
              <a:spLocks noChangeArrowheads="1"/>
            </p:cNvSpPr>
            <p:nvPr/>
          </p:nvSpPr>
          <p:spPr bwMode="auto">
            <a:xfrm>
              <a:off x="3038475" y="1666875"/>
              <a:ext cx="3203575"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76" name="Rectangle 5">
              <a:extLst>
                <a:ext uri="{FF2B5EF4-FFF2-40B4-BE49-F238E27FC236}">
                  <a16:creationId xmlns:a16="http://schemas.microsoft.com/office/drawing/2014/main" id="{00359F77-5009-4902-B632-E7C6F655BEA2}"/>
                </a:ext>
              </a:extLst>
            </p:cNvPr>
            <p:cNvSpPr>
              <a:spLocks noChangeArrowheads="1"/>
            </p:cNvSpPr>
            <p:nvPr/>
          </p:nvSpPr>
          <p:spPr bwMode="auto">
            <a:xfrm>
              <a:off x="3013075" y="1677988"/>
              <a:ext cx="11113"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77" name="Rectangle 6">
              <a:extLst>
                <a:ext uri="{FF2B5EF4-FFF2-40B4-BE49-F238E27FC236}">
                  <a16:creationId xmlns:a16="http://schemas.microsoft.com/office/drawing/2014/main" id="{D87C557C-D7D7-4B6E-9F00-94BD8F5C518C}"/>
                </a:ext>
              </a:extLst>
            </p:cNvPr>
            <p:cNvSpPr>
              <a:spLocks noChangeArrowheads="1"/>
            </p:cNvSpPr>
            <p:nvPr/>
          </p:nvSpPr>
          <p:spPr bwMode="auto">
            <a:xfrm>
              <a:off x="4129088"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78" name="Rectangle 7">
              <a:extLst>
                <a:ext uri="{FF2B5EF4-FFF2-40B4-BE49-F238E27FC236}">
                  <a16:creationId xmlns:a16="http://schemas.microsoft.com/office/drawing/2014/main" id="{DB3C51E6-31B2-4E3F-8542-EC1756726FD9}"/>
                </a:ext>
              </a:extLst>
            </p:cNvPr>
            <p:cNvSpPr>
              <a:spLocks noChangeArrowheads="1"/>
            </p:cNvSpPr>
            <p:nvPr/>
          </p:nvSpPr>
          <p:spPr bwMode="auto">
            <a:xfrm>
              <a:off x="3246438" y="1792288"/>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79" name="Rectangle 8">
              <a:extLst>
                <a:ext uri="{FF2B5EF4-FFF2-40B4-BE49-F238E27FC236}">
                  <a16:creationId xmlns:a16="http://schemas.microsoft.com/office/drawing/2014/main" id="{1AC7415E-871C-4E1A-BEEA-977B4078241D}"/>
                </a:ext>
              </a:extLst>
            </p:cNvPr>
            <p:cNvSpPr>
              <a:spLocks noChangeArrowheads="1"/>
            </p:cNvSpPr>
            <p:nvPr/>
          </p:nvSpPr>
          <p:spPr bwMode="auto">
            <a:xfrm>
              <a:off x="5219700"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80" name="Rectangle 9">
              <a:extLst>
                <a:ext uri="{FF2B5EF4-FFF2-40B4-BE49-F238E27FC236}">
                  <a16:creationId xmlns:a16="http://schemas.microsoft.com/office/drawing/2014/main" id="{54B3DD33-D2A9-4B72-AD01-B41908A6E622}"/>
                </a:ext>
              </a:extLst>
            </p:cNvPr>
            <p:cNvSpPr>
              <a:spLocks noChangeArrowheads="1"/>
            </p:cNvSpPr>
            <p:nvPr/>
          </p:nvSpPr>
          <p:spPr bwMode="auto">
            <a:xfrm>
              <a:off x="4440238" y="1792288"/>
              <a:ext cx="4937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81" name="Rectangle 10">
              <a:extLst>
                <a:ext uri="{FF2B5EF4-FFF2-40B4-BE49-F238E27FC236}">
                  <a16:creationId xmlns:a16="http://schemas.microsoft.com/office/drawing/2014/main" id="{C839779C-2CBF-425D-9698-F00F001CA17D}"/>
                </a:ext>
              </a:extLst>
            </p:cNvPr>
            <p:cNvSpPr>
              <a:spLocks noChangeArrowheads="1"/>
            </p:cNvSpPr>
            <p:nvPr/>
          </p:nvSpPr>
          <p:spPr bwMode="auto">
            <a:xfrm>
              <a:off x="6235700"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82" name="Rectangle 11">
              <a:extLst>
                <a:ext uri="{FF2B5EF4-FFF2-40B4-BE49-F238E27FC236}">
                  <a16:creationId xmlns:a16="http://schemas.microsoft.com/office/drawing/2014/main" id="{B1923135-00BE-4BCB-B359-AD3EBF5DA031}"/>
                </a:ext>
              </a:extLst>
            </p:cNvPr>
            <p:cNvSpPr>
              <a:spLocks noChangeArrowheads="1"/>
            </p:cNvSpPr>
            <p:nvPr/>
          </p:nvSpPr>
          <p:spPr bwMode="auto">
            <a:xfrm>
              <a:off x="3013075" y="2139950"/>
              <a:ext cx="11113"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83" name="Rectangle 12">
              <a:extLst>
                <a:ext uri="{FF2B5EF4-FFF2-40B4-BE49-F238E27FC236}">
                  <a16:creationId xmlns:a16="http://schemas.microsoft.com/office/drawing/2014/main" id="{1D55C569-C086-46B8-898E-CC31B2CCCDAE}"/>
                </a:ext>
              </a:extLst>
            </p:cNvPr>
            <p:cNvSpPr>
              <a:spLocks noChangeArrowheads="1"/>
            </p:cNvSpPr>
            <p:nvPr/>
          </p:nvSpPr>
          <p:spPr bwMode="auto">
            <a:xfrm>
              <a:off x="5375275" y="1792288"/>
              <a:ext cx="704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Output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84" name="Rectangle 13">
              <a:extLst>
                <a:ext uri="{FF2B5EF4-FFF2-40B4-BE49-F238E27FC236}">
                  <a16:creationId xmlns:a16="http://schemas.microsoft.com/office/drawing/2014/main" id="{37CB798F-D12E-499F-B9DF-2E966196F2C8}"/>
                </a:ext>
              </a:extLst>
            </p:cNvPr>
            <p:cNvSpPr>
              <a:spLocks noChangeArrowheads="1"/>
            </p:cNvSpPr>
            <p:nvPr/>
          </p:nvSpPr>
          <p:spPr bwMode="auto">
            <a:xfrm>
              <a:off x="4129088"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85" name="Rectangle 14">
              <a:extLst>
                <a:ext uri="{FF2B5EF4-FFF2-40B4-BE49-F238E27FC236}">
                  <a16:creationId xmlns:a16="http://schemas.microsoft.com/office/drawing/2014/main" id="{B25B960F-93C9-4B83-8638-3A9FB1929194}"/>
                </a:ext>
              </a:extLst>
            </p:cNvPr>
            <p:cNvSpPr>
              <a:spLocks noChangeArrowheads="1"/>
            </p:cNvSpPr>
            <p:nvPr/>
          </p:nvSpPr>
          <p:spPr bwMode="auto">
            <a:xfrm>
              <a:off x="3387725" y="2141538"/>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86" name="Rectangle 15">
              <a:extLst>
                <a:ext uri="{FF2B5EF4-FFF2-40B4-BE49-F238E27FC236}">
                  <a16:creationId xmlns:a16="http://schemas.microsoft.com/office/drawing/2014/main" id="{DFD49B6A-98D2-4654-9657-0C8ED4E6CDDF}"/>
                </a:ext>
              </a:extLst>
            </p:cNvPr>
            <p:cNvSpPr>
              <a:spLocks noChangeArrowheads="1"/>
            </p:cNvSpPr>
            <p:nvPr/>
          </p:nvSpPr>
          <p:spPr bwMode="auto">
            <a:xfrm>
              <a:off x="5219700"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87" name="Rectangle 16">
              <a:extLst>
                <a:ext uri="{FF2B5EF4-FFF2-40B4-BE49-F238E27FC236}">
                  <a16:creationId xmlns:a16="http://schemas.microsoft.com/office/drawing/2014/main" id="{0DACE15F-1082-43CB-AD6F-39F58398AECB}"/>
                </a:ext>
              </a:extLst>
            </p:cNvPr>
            <p:cNvSpPr>
              <a:spLocks noChangeArrowheads="1"/>
            </p:cNvSpPr>
            <p:nvPr/>
          </p:nvSpPr>
          <p:spPr bwMode="auto">
            <a:xfrm>
              <a:off x="6235700"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88" name="Rectangle 17">
              <a:extLst>
                <a:ext uri="{FF2B5EF4-FFF2-40B4-BE49-F238E27FC236}">
                  <a16:creationId xmlns:a16="http://schemas.microsoft.com/office/drawing/2014/main" id="{6209552E-675F-4AB5-9D12-5B43C2BB8968}"/>
                </a:ext>
              </a:extLst>
            </p:cNvPr>
            <p:cNvSpPr>
              <a:spLocks noChangeArrowheads="1"/>
            </p:cNvSpPr>
            <p:nvPr/>
          </p:nvSpPr>
          <p:spPr bwMode="auto">
            <a:xfrm>
              <a:off x="3013075" y="2495550"/>
              <a:ext cx="11113"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89" name="Rectangle 18">
              <a:extLst>
                <a:ext uri="{FF2B5EF4-FFF2-40B4-BE49-F238E27FC236}">
                  <a16:creationId xmlns:a16="http://schemas.microsoft.com/office/drawing/2014/main" id="{0CC5B9BD-4C10-4CBE-BAB8-4E9EEA2A80DA}"/>
                </a:ext>
              </a:extLst>
            </p:cNvPr>
            <p:cNvSpPr>
              <a:spLocks noChangeArrowheads="1"/>
            </p:cNvSpPr>
            <p:nvPr/>
          </p:nvSpPr>
          <p:spPr bwMode="auto">
            <a:xfrm>
              <a:off x="4452938" y="2141538"/>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90" name="Rectangle 19">
              <a:extLst>
                <a:ext uri="{FF2B5EF4-FFF2-40B4-BE49-F238E27FC236}">
                  <a16:creationId xmlns:a16="http://schemas.microsoft.com/office/drawing/2014/main" id="{965C2DBA-2DBC-40B4-B134-0A091C5EC887}"/>
                </a:ext>
              </a:extLst>
            </p:cNvPr>
            <p:cNvSpPr>
              <a:spLocks noChangeArrowheads="1"/>
            </p:cNvSpPr>
            <p:nvPr/>
          </p:nvSpPr>
          <p:spPr bwMode="auto">
            <a:xfrm>
              <a:off x="3262313" y="2490788"/>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91" name="Rectangle 20">
              <a:extLst>
                <a:ext uri="{FF2B5EF4-FFF2-40B4-BE49-F238E27FC236}">
                  <a16:creationId xmlns:a16="http://schemas.microsoft.com/office/drawing/2014/main" id="{FD3B236C-6C61-427E-88A9-B298413DA314}"/>
                </a:ext>
              </a:extLst>
            </p:cNvPr>
            <p:cNvSpPr>
              <a:spLocks noChangeArrowheads="1"/>
            </p:cNvSpPr>
            <p:nvPr/>
          </p:nvSpPr>
          <p:spPr bwMode="auto">
            <a:xfrm>
              <a:off x="3387725"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92" name="Rectangle 21">
              <a:extLst>
                <a:ext uri="{FF2B5EF4-FFF2-40B4-BE49-F238E27FC236}">
                  <a16:creationId xmlns:a16="http://schemas.microsoft.com/office/drawing/2014/main" id="{57C10182-D234-4BEA-B579-43AAB283EE4B}"/>
                </a:ext>
              </a:extLst>
            </p:cNvPr>
            <p:cNvSpPr>
              <a:spLocks noChangeArrowheads="1"/>
            </p:cNvSpPr>
            <p:nvPr/>
          </p:nvSpPr>
          <p:spPr bwMode="auto">
            <a:xfrm>
              <a:off x="3498850" y="2490788"/>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93" name="Rectangle 22">
              <a:extLst>
                <a:ext uri="{FF2B5EF4-FFF2-40B4-BE49-F238E27FC236}">
                  <a16:creationId xmlns:a16="http://schemas.microsoft.com/office/drawing/2014/main" id="{261629D8-AE87-44B6-82CC-7CBB73021B83}"/>
                </a:ext>
              </a:extLst>
            </p:cNvPr>
            <p:cNvSpPr>
              <a:spLocks noChangeArrowheads="1"/>
            </p:cNvSpPr>
            <p:nvPr/>
          </p:nvSpPr>
          <p:spPr bwMode="auto">
            <a:xfrm>
              <a:off x="36242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94" name="Rectangle 23">
              <a:extLst>
                <a:ext uri="{FF2B5EF4-FFF2-40B4-BE49-F238E27FC236}">
                  <a16:creationId xmlns:a16="http://schemas.microsoft.com/office/drawing/2014/main" id="{9012BC4A-D7CE-4220-B2C4-ECD1EEAB48C9}"/>
                </a:ext>
              </a:extLst>
            </p:cNvPr>
            <p:cNvSpPr>
              <a:spLocks noChangeArrowheads="1"/>
            </p:cNvSpPr>
            <p:nvPr/>
          </p:nvSpPr>
          <p:spPr bwMode="auto">
            <a:xfrm>
              <a:off x="3738563" y="2490788"/>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95" name="Rectangle 24">
              <a:extLst>
                <a:ext uri="{FF2B5EF4-FFF2-40B4-BE49-F238E27FC236}">
                  <a16:creationId xmlns:a16="http://schemas.microsoft.com/office/drawing/2014/main" id="{4B789789-6D9B-4FBF-B6A2-A730BD7ACB7E}"/>
                </a:ext>
              </a:extLst>
            </p:cNvPr>
            <p:cNvSpPr>
              <a:spLocks noChangeArrowheads="1"/>
            </p:cNvSpPr>
            <p:nvPr/>
          </p:nvSpPr>
          <p:spPr bwMode="auto">
            <a:xfrm>
              <a:off x="4129088"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96" name="Rectangle 25">
              <a:extLst>
                <a:ext uri="{FF2B5EF4-FFF2-40B4-BE49-F238E27FC236}">
                  <a16:creationId xmlns:a16="http://schemas.microsoft.com/office/drawing/2014/main" id="{2DE1DCB9-5C92-489D-8C39-E9D9506CECC5}"/>
                </a:ext>
              </a:extLst>
            </p:cNvPr>
            <p:cNvSpPr>
              <a:spLocks noChangeArrowheads="1"/>
            </p:cNvSpPr>
            <p:nvPr/>
          </p:nvSpPr>
          <p:spPr bwMode="auto">
            <a:xfrm>
              <a:off x="386238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97" name="Rectangle 26">
              <a:extLst>
                <a:ext uri="{FF2B5EF4-FFF2-40B4-BE49-F238E27FC236}">
                  <a16:creationId xmlns:a16="http://schemas.microsoft.com/office/drawing/2014/main" id="{F162A717-9F18-4B96-882C-41DBEB2CF49C}"/>
                </a:ext>
              </a:extLst>
            </p:cNvPr>
            <p:cNvSpPr>
              <a:spLocks noChangeArrowheads="1"/>
            </p:cNvSpPr>
            <p:nvPr/>
          </p:nvSpPr>
          <p:spPr bwMode="auto">
            <a:xfrm>
              <a:off x="4295775" y="2490788"/>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98" name="Rectangle 27">
              <a:extLst>
                <a:ext uri="{FF2B5EF4-FFF2-40B4-BE49-F238E27FC236}">
                  <a16:creationId xmlns:a16="http://schemas.microsoft.com/office/drawing/2014/main" id="{DE9E085D-10C2-4D64-A3FF-2F2FB999325F}"/>
                </a:ext>
              </a:extLst>
            </p:cNvPr>
            <p:cNvSpPr>
              <a:spLocks noChangeArrowheads="1"/>
            </p:cNvSpPr>
            <p:nvPr/>
          </p:nvSpPr>
          <p:spPr bwMode="auto">
            <a:xfrm>
              <a:off x="44402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99" name="Rectangle 28">
              <a:extLst>
                <a:ext uri="{FF2B5EF4-FFF2-40B4-BE49-F238E27FC236}">
                  <a16:creationId xmlns:a16="http://schemas.microsoft.com/office/drawing/2014/main" id="{E8C44AD2-77FF-4AF6-9775-150C29370EC5}"/>
                </a:ext>
              </a:extLst>
            </p:cNvPr>
            <p:cNvSpPr>
              <a:spLocks noChangeArrowheads="1"/>
            </p:cNvSpPr>
            <p:nvPr/>
          </p:nvSpPr>
          <p:spPr bwMode="auto">
            <a:xfrm>
              <a:off x="4556125" y="2490788"/>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00" name="Rectangle 29">
              <a:extLst>
                <a:ext uri="{FF2B5EF4-FFF2-40B4-BE49-F238E27FC236}">
                  <a16:creationId xmlns:a16="http://schemas.microsoft.com/office/drawing/2014/main" id="{9F49D9F8-67FB-4313-B118-58F3D6A81ABE}"/>
                </a:ext>
              </a:extLst>
            </p:cNvPr>
            <p:cNvSpPr>
              <a:spLocks noChangeArrowheads="1"/>
            </p:cNvSpPr>
            <p:nvPr/>
          </p:nvSpPr>
          <p:spPr bwMode="auto">
            <a:xfrm>
              <a:off x="4702175"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01" name="Rectangle 30">
              <a:extLst>
                <a:ext uri="{FF2B5EF4-FFF2-40B4-BE49-F238E27FC236}">
                  <a16:creationId xmlns:a16="http://schemas.microsoft.com/office/drawing/2014/main" id="{77669492-4453-472A-88F2-9FB30AF5CB5B}"/>
                </a:ext>
              </a:extLst>
            </p:cNvPr>
            <p:cNvSpPr>
              <a:spLocks noChangeArrowheads="1"/>
            </p:cNvSpPr>
            <p:nvPr/>
          </p:nvSpPr>
          <p:spPr bwMode="auto">
            <a:xfrm>
              <a:off x="4814888" y="2490788"/>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02" name="Rectangle 31">
              <a:extLst>
                <a:ext uri="{FF2B5EF4-FFF2-40B4-BE49-F238E27FC236}">
                  <a16:creationId xmlns:a16="http://schemas.microsoft.com/office/drawing/2014/main" id="{07445E60-ABB8-404F-851B-1350CC5AAD7D}"/>
                </a:ext>
              </a:extLst>
            </p:cNvPr>
            <p:cNvSpPr>
              <a:spLocks noChangeArrowheads="1"/>
            </p:cNvSpPr>
            <p:nvPr/>
          </p:nvSpPr>
          <p:spPr bwMode="auto">
            <a:xfrm>
              <a:off x="5219700"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03" name="Rectangle 32">
              <a:extLst>
                <a:ext uri="{FF2B5EF4-FFF2-40B4-BE49-F238E27FC236}">
                  <a16:creationId xmlns:a16="http://schemas.microsoft.com/office/drawing/2014/main" id="{A2E6A648-80E8-43A5-9340-5F54B2C3B387}"/>
                </a:ext>
              </a:extLst>
            </p:cNvPr>
            <p:cNvSpPr>
              <a:spLocks noChangeArrowheads="1"/>
            </p:cNvSpPr>
            <p:nvPr/>
          </p:nvSpPr>
          <p:spPr bwMode="auto">
            <a:xfrm>
              <a:off x="49609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04" name="Rectangle 33">
              <a:extLst>
                <a:ext uri="{FF2B5EF4-FFF2-40B4-BE49-F238E27FC236}">
                  <a16:creationId xmlns:a16="http://schemas.microsoft.com/office/drawing/2014/main" id="{01E17B9B-FE22-4509-9BC1-C237EB77E80A}"/>
                </a:ext>
              </a:extLst>
            </p:cNvPr>
            <p:cNvSpPr>
              <a:spLocks noChangeArrowheads="1"/>
            </p:cNvSpPr>
            <p:nvPr/>
          </p:nvSpPr>
          <p:spPr bwMode="auto">
            <a:xfrm>
              <a:off x="5384800"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05" name="Rectangle 34">
              <a:extLst>
                <a:ext uri="{FF2B5EF4-FFF2-40B4-BE49-F238E27FC236}">
                  <a16:creationId xmlns:a16="http://schemas.microsoft.com/office/drawing/2014/main" id="{C35C671A-55EB-4851-ADCE-BD6DC096BF53}"/>
                </a:ext>
              </a:extLst>
            </p:cNvPr>
            <p:cNvSpPr>
              <a:spLocks noChangeArrowheads="1"/>
            </p:cNvSpPr>
            <p:nvPr/>
          </p:nvSpPr>
          <p:spPr bwMode="auto">
            <a:xfrm>
              <a:off x="55038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06" name="Rectangle 35">
              <a:extLst>
                <a:ext uri="{FF2B5EF4-FFF2-40B4-BE49-F238E27FC236}">
                  <a16:creationId xmlns:a16="http://schemas.microsoft.com/office/drawing/2014/main" id="{80C345E2-2C68-44FC-9FB7-056AB56A5F17}"/>
                </a:ext>
              </a:extLst>
            </p:cNvPr>
            <p:cNvSpPr>
              <a:spLocks noChangeArrowheads="1"/>
            </p:cNvSpPr>
            <p:nvPr/>
          </p:nvSpPr>
          <p:spPr bwMode="auto">
            <a:xfrm>
              <a:off x="5613400"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07" name="Rectangle 36">
              <a:extLst>
                <a:ext uri="{FF2B5EF4-FFF2-40B4-BE49-F238E27FC236}">
                  <a16:creationId xmlns:a16="http://schemas.microsoft.com/office/drawing/2014/main" id="{6E62298E-6766-421D-92AB-414BBF8E0452}"/>
                </a:ext>
              </a:extLst>
            </p:cNvPr>
            <p:cNvSpPr>
              <a:spLocks noChangeArrowheads="1"/>
            </p:cNvSpPr>
            <p:nvPr/>
          </p:nvSpPr>
          <p:spPr bwMode="auto">
            <a:xfrm>
              <a:off x="57324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08" name="Rectangle 37">
              <a:extLst>
                <a:ext uri="{FF2B5EF4-FFF2-40B4-BE49-F238E27FC236}">
                  <a16:creationId xmlns:a16="http://schemas.microsoft.com/office/drawing/2014/main" id="{2239E543-054A-4CEE-BDCB-DA5416CAA73D}"/>
                </a:ext>
              </a:extLst>
            </p:cNvPr>
            <p:cNvSpPr>
              <a:spLocks noChangeArrowheads="1"/>
            </p:cNvSpPr>
            <p:nvPr/>
          </p:nvSpPr>
          <p:spPr bwMode="auto">
            <a:xfrm>
              <a:off x="5845175"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09" name="Rectangle 38">
              <a:extLst>
                <a:ext uri="{FF2B5EF4-FFF2-40B4-BE49-F238E27FC236}">
                  <a16:creationId xmlns:a16="http://schemas.microsoft.com/office/drawing/2014/main" id="{CC9F4D6E-60AF-4321-8D44-00E23CE85940}"/>
                </a:ext>
              </a:extLst>
            </p:cNvPr>
            <p:cNvSpPr>
              <a:spLocks noChangeArrowheads="1"/>
            </p:cNvSpPr>
            <p:nvPr/>
          </p:nvSpPr>
          <p:spPr bwMode="auto">
            <a:xfrm>
              <a:off x="6235700"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10" name="Rectangle 39">
              <a:extLst>
                <a:ext uri="{FF2B5EF4-FFF2-40B4-BE49-F238E27FC236}">
                  <a16:creationId xmlns:a16="http://schemas.microsoft.com/office/drawing/2014/main" id="{03378E45-8AD1-474C-BF72-234BD1E54587}"/>
                </a:ext>
              </a:extLst>
            </p:cNvPr>
            <p:cNvSpPr>
              <a:spLocks noChangeArrowheads="1"/>
            </p:cNvSpPr>
            <p:nvPr/>
          </p:nvSpPr>
          <p:spPr bwMode="auto">
            <a:xfrm>
              <a:off x="3038475" y="2833688"/>
              <a:ext cx="3203575"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11" name="Rectangle 40">
              <a:extLst>
                <a:ext uri="{FF2B5EF4-FFF2-40B4-BE49-F238E27FC236}">
                  <a16:creationId xmlns:a16="http://schemas.microsoft.com/office/drawing/2014/main" id="{7F568F62-BACC-4DDE-AC8A-668CBCAB1F24}"/>
                </a:ext>
              </a:extLst>
            </p:cNvPr>
            <p:cNvSpPr>
              <a:spLocks noChangeArrowheads="1"/>
            </p:cNvSpPr>
            <p:nvPr/>
          </p:nvSpPr>
          <p:spPr bwMode="auto">
            <a:xfrm>
              <a:off x="3013075" y="2846388"/>
              <a:ext cx="11113"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12" name="Rectangle 41">
              <a:extLst>
                <a:ext uri="{FF2B5EF4-FFF2-40B4-BE49-F238E27FC236}">
                  <a16:creationId xmlns:a16="http://schemas.microsoft.com/office/drawing/2014/main" id="{6D0BD838-2D20-49B1-8F4A-C22FC8D354E6}"/>
                </a:ext>
              </a:extLst>
            </p:cNvPr>
            <p:cNvSpPr>
              <a:spLocks noChangeArrowheads="1"/>
            </p:cNvSpPr>
            <p:nvPr/>
          </p:nvSpPr>
          <p:spPr bwMode="auto">
            <a:xfrm>
              <a:off x="59642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13" name="Rectangle 42">
              <a:extLst>
                <a:ext uri="{FF2B5EF4-FFF2-40B4-BE49-F238E27FC236}">
                  <a16:creationId xmlns:a16="http://schemas.microsoft.com/office/drawing/2014/main" id="{F9719881-6AC8-429A-8A26-BFE595FF9DC2}"/>
                </a:ext>
              </a:extLst>
            </p:cNvPr>
            <p:cNvSpPr>
              <a:spLocks noChangeArrowheads="1"/>
            </p:cNvSpPr>
            <p:nvPr/>
          </p:nvSpPr>
          <p:spPr bwMode="auto">
            <a:xfrm>
              <a:off x="4129088"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14" name="Rectangle 43">
              <a:extLst>
                <a:ext uri="{FF2B5EF4-FFF2-40B4-BE49-F238E27FC236}">
                  <a16:creationId xmlns:a16="http://schemas.microsoft.com/office/drawing/2014/main" id="{9410E5ED-00C0-4A28-8E5C-12A75B813A85}"/>
                </a:ext>
              </a:extLst>
            </p:cNvPr>
            <p:cNvSpPr>
              <a:spLocks noChangeArrowheads="1"/>
            </p:cNvSpPr>
            <p:nvPr/>
          </p:nvSpPr>
          <p:spPr bwMode="auto">
            <a:xfrm>
              <a:off x="3335338" y="29575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15" name="Rectangle 44">
              <a:extLst>
                <a:ext uri="{FF2B5EF4-FFF2-40B4-BE49-F238E27FC236}">
                  <a16:creationId xmlns:a16="http://schemas.microsoft.com/office/drawing/2014/main" id="{CAE4F651-D115-4370-93DE-003DDC8715C2}"/>
                </a:ext>
              </a:extLst>
            </p:cNvPr>
            <p:cNvSpPr>
              <a:spLocks noChangeArrowheads="1"/>
            </p:cNvSpPr>
            <p:nvPr/>
          </p:nvSpPr>
          <p:spPr bwMode="auto">
            <a:xfrm>
              <a:off x="4465638" y="2957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16" name="Rectangle 45">
              <a:extLst>
                <a:ext uri="{FF2B5EF4-FFF2-40B4-BE49-F238E27FC236}">
                  <a16:creationId xmlns:a16="http://schemas.microsoft.com/office/drawing/2014/main" id="{F134C744-395D-43A6-AB16-C1AEE173AC93}"/>
                </a:ext>
              </a:extLst>
            </p:cNvPr>
            <p:cNvSpPr>
              <a:spLocks noChangeArrowheads="1"/>
            </p:cNvSpPr>
            <p:nvPr/>
          </p:nvSpPr>
          <p:spPr bwMode="auto">
            <a:xfrm>
              <a:off x="5219700"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17" name="Rectangle 46">
              <a:extLst>
                <a:ext uri="{FF2B5EF4-FFF2-40B4-BE49-F238E27FC236}">
                  <a16:creationId xmlns:a16="http://schemas.microsoft.com/office/drawing/2014/main" id="{061CE3FA-3DE7-4EC6-ADD9-1B14C3167A2B}"/>
                </a:ext>
              </a:extLst>
            </p:cNvPr>
            <p:cNvSpPr>
              <a:spLocks noChangeArrowheads="1"/>
            </p:cNvSpPr>
            <p:nvPr/>
          </p:nvSpPr>
          <p:spPr bwMode="auto">
            <a:xfrm>
              <a:off x="4618038" y="29575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18" name="Rectangle 47">
              <a:extLst>
                <a:ext uri="{FF2B5EF4-FFF2-40B4-BE49-F238E27FC236}">
                  <a16:creationId xmlns:a16="http://schemas.microsoft.com/office/drawing/2014/main" id="{56972D2B-709B-4DC9-B06E-68FD01B1BF9F}"/>
                </a:ext>
              </a:extLst>
            </p:cNvPr>
            <p:cNvSpPr>
              <a:spLocks noChangeArrowheads="1"/>
            </p:cNvSpPr>
            <p:nvPr/>
          </p:nvSpPr>
          <p:spPr bwMode="auto">
            <a:xfrm>
              <a:off x="5518150" y="2957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19" name="Rectangle 48">
              <a:extLst>
                <a:ext uri="{FF2B5EF4-FFF2-40B4-BE49-F238E27FC236}">
                  <a16:creationId xmlns:a16="http://schemas.microsoft.com/office/drawing/2014/main" id="{D9F5B7A0-6213-4842-AA95-5AA79A1BDBB7}"/>
                </a:ext>
              </a:extLst>
            </p:cNvPr>
            <p:cNvSpPr>
              <a:spLocks noChangeArrowheads="1"/>
            </p:cNvSpPr>
            <p:nvPr/>
          </p:nvSpPr>
          <p:spPr bwMode="auto">
            <a:xfrm>
              <a:off x="6235700"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20" name="Rectangle 49">
              <a:extLst>
                <a:ext uri="{FF2B5EF4-FFF2-40B4-BE49-F238E27FC236}">
                  <a16:creationId xmlns:a16="http://schemas.microsoft.com/office/drawing/2014/main" id="{6ABD4E3E-39D4-4AC6-94B7-DDF97B3524AC}"/>
                </a:ext>
              </a:extLst>
            </p:cNvPr>
            <p:cNvSpPr>
              <a:spLocks noChangeArrowheads="1"/>
            </p:cNvSpPr>
            <p:nvPr/>
          </p:nvSpPr>
          <p:spPr bwMode="auto">
            <a:xfrm>
              <a:off x="3013075" y="3303588"/>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21" name="Rectangle 50">
              <a:extLst>
                <a:ext uri="{FF2B5EF4-FFF2-40B4-BE49-F238E27FC236}">
                  <a16:creationId xmlns:a16="http://schemas.microsoft.com/office/drawing/2014/main" id="{2B50D74F-1F5B-4AFA-8487-2D6E209CC829}"/>
                </a:ext>
              </a:extLst>
            </p:cNvPr>
            <p:cNvSpPr>
              <a:spLocks noChangeArrowheads="1"/>
            </p:cNvSpPr>
            <p:nvPr/>
          </p:nvSpPr>
          <p:spPr bwMode="auto">
            <a:xfrm>
              <a:off x="5657850" y="29575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22" name="Rectangle 51">
              <a:extLst>
                <a:ext uri="{FF2B5EF4-FFF2-40B4-BE49-F238E27FC236}">
                  <a16:creationId xmlns:a16="http://schemas.microsoft.com/office/drawing/2014/main" id="{F53937DF-0272-43DE-8435-66B3BD77C4C7}"/>
                </a:ext>
              </a:extLst>
            </p:cNvPr>
            <p:cNvSpPr>
              <a:spLocks noChangeArrowheads="1"/>
            </p:cNvSpPr>
            <p:nvPr/>
          </p:nvSpPr>
          <p:spPr bwMode="auto">
            <a:xfrm>
              <a:off x="4129088"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23" name="Rectangle 52">
              <a:extLst>
                <a:ext uri="{FF2B5EF4-FFF2-40B4-BE49-F238E27FC236}">
                  <a16:creationId xmlns:a16="http://schemas.microsoft.com/office/drawing/2014/main" id="{66FEF1FA-92EB-4539-9F57-A629B35F466B}"/>
                </a:ext>
              </a:extLst>
            </p:cNvPr>
            <p:cNvSpPr>
              <a:spLocks noChangeArrowheads="1"/>
            </p:cNvSpPr>
            <p:nvPr/>
          </p:nvSpPr>
          <p:spPr bwMode="auto">
            <a:xfrm>
              <a:off x="3335338" y="330676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24" name="Rectangle 53">
              <a:extLst>
                <a:ext uri="{FF2B5EF4-FFF2-40B4-BE49-F238E27FC236}">
                  <a16:creationId xmlns:a16="http://schemas.microsoft.com/office/drawing/2014/main" id="{530579B0-BC94-4C9E-BA50-A8AD0176E390}"/>
                </a:ext>
              </a:extLst>
            </p:cNvPr>
            <p:cNvSpPr>
              <a:spLocks noChangeArrowheads="1"/>
            </p:cNvSpPr>
            <p:nvPr/>
          </p:nvSpPr>
          <p:spPr bwMode="auto">
            <a:xfrm>
              <a:off x="4465638" y="33067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25" name="Rectangle 54">
              <a:extLst>
                <a:ext uri="{FF2B5EF4-FFF2-40B4-BE49-F238E27FC236}">
                  <a16:creationId xmlns:a16="http://schemas.microsoft.com/office/drawing/2014/main" id="{5E3D557D-AA56-4A7D-89B1-8402AC0AF763}"/>
                </a:ext>
              </a:extLst>
            </p:cNvPr>
            <p:cNvSpPr>
              <a:spLocks noChangeArrowheads="1"/>
            </p:cNvSpPr>
            <p:nvPr/>
          </p:nvSpPr>
          <p:spPr bwMode="auto">
            <a:xfrm>
              <a:off x="5219700"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26" name="Rectangle 55">
              <a:extLst>
                <a:ext uri="{FF2B5EF4-FFF2-40B4-BE49-F238E27FC236}">
                  <a16:creationId xmlns:a16="http://schemas.microsoft.com/office/drawing/2014/main" id="{656EB8BD-245B-4BF7-BA05-1121511B5FA9}"/>
                </a:ext>
              </a:extLst>
            </p:cNvPr>
            <p:cNvSpPr>
              <a:spLocks noChangeArrowheads="1"/>
            </p:cNvSpPr>
            <p:nvPr/>
          </p:nvSpPr>
          <p:spPr bwMode="auto">
            <a:xfrm>
              <a:off x="4618038" y="33067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27" name="Rectangle 56">
              <a:extLst>
                <a:ext uri="{FF2B5EF4-FFF2-40B4-BE49-F238E27FC236}">
                  <a16:creationId xmlns:a16="http://schemas.microsoft.com/office/drawing/2014/main" id="{C6329DDA-E552-4794-AD00-A0F67D2F8166}"/>
                </a:ext>
              </a:extLst>
            </p:cNvPr>
            <p:cNvSpPr>
              <a:spLocks noChangeArrowheads="1"/>
            </p:cNvSpPr>
            <p:nvPr/>
          </p:nvSpPr>
          <p:spPr bwMode="auto">
            <a:xfrm>
              <a:off x="5518150" y="33067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28" name="Rectangle 57">
              <a:extLst>
                <a:ext uri="{FF2B5EF4-FFF2-40B4-BE49-F238E27FC236}">
                  <a16:creationId xmlns:a16="http://schemas.microsoft.com/office/drawing/2014/main" id="{DB555EB0-3423-4513-96AA-0EE0372B4D62}"/>
                </a:ext>
              </a:extLst>
            </p:cNvPr>
            <p:cNvSpPr>
              <a:spLocks noChangeArrowheads="1"/>
            </p:cNvSpPr>
            <p:nvPr/>
          </p:nvSpPr>
          <p:spPr bwMode="auto">
            <a:xfrm>
              <a:off x="6235700"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29" name="Rectangle 58">
              <a:extLst>
                <a:ext uri="{FF2B5EF4-FFF2-40B4-BE49-F238E27FC236}">
                  <a16:creationId xmlns:a16="http://schemas.microsoft.com/office/drawing/2014/main" id="{81A468B9-17DA-4366-AB4C-223E134BCA27}"/>
                </a:ext>
              </a:extLst>
            </p:cNvPr>
            <p:cNvSpPr>
              <a:spLocks noChangeArrowheads="1"/>
            </p:cNvSpPr>
            <p:nvPr/>
          </p:nvSpPr>
          <p:spPr bwMode="auto">
            <a:xfrm>
              <a:off x="3013075" y="3608388"/>
              <a:ext cx="11113"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30" name="Rectangle 59">
              <a:extLst>
                <a:ext uri="{FF2B5EF4-FFF2-40B4-BE49-F238E27FC236}">
                  <a16:creationId xmlns:a16="http://schemas.microsoft.com/office/drawing/2014/main" id="{8E7BB400-5976-4CD8-AE33-333DF6E0640C}"/>
                </a:ext>
              </a:extLst>
            </p:cNvPr>
            <p:cNvSpPr>
              <a:spLocks noChangeArrowheads="1"/>
            </p:cNvSpPr>
            <p:nvPr/>
          </p:nvSpPr>
          <p:spPr bwMode="auto">
            <a:xfrm>
              <a:off x="5657850" y="33067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31" name="Rectangle 60">
              <a:extLst>
                <a:ext uri="{FF2B5EF4-FFF2-40B4-BE49-F238E27FC236}">
                  <a16:creationId xmlns:a16="http://schemas.microsoft.com/office/drawing/2014/main" id="{06D65DDE-D7FB-4779-BEA6-BED9422BF654}"/>
                </a:ext>
              </a:extLst>
            </p:cNvPr>
            <p:cNvSpPr>
              <a:spLocks noChangeArrowheads="1"/>
            </p:cNvSpPr>
            <p:nvPr/>
          </p:nvSpPr>
          <p:spPr bwMode="auto">
            <a:xfrm>
              <a:off x="4129088"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32" name="Rectangle 61">
              <a:extLst>
                <a:ext uri="{FF2B5EF4-FFF2-40B4-BE49-F238E27FC236}">
                  <a16:creationId xmlns:a16="http://schemas.microsoft.com/office/drawing/2014/main" id="{88AC2AF6-6BE8-491F-98A4-80D5D379ABD7}"/>
                </a:ext>
              </a:extLst>
            </p:cNvPr>
            <p:cNvSpPr>
              <a:spLocks noChangeArrowheads="1"/>
            </p:cNvSpPr>
            <p:nvPr/>
          </p:nvSpPr>
          <p:spPr bwMode="auto">
            <a:xfrm>
              <a:off x="3335338" y="361156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33" name="Rectangle 62">
              <a:extLst>
                <a:ext uri="{FF2B5EF4-FFF2-40B4-BE49-F238E27FC236}">
                  <a16:creationId xmlns:a16="http://schemas.microsoft.com/office/drawing/2014/main" id="{83040544-6484-47ED-8D7F-0DCEBD84B268}"/>
                </a:ext>
              </a:extLst>
            </p:cNvPr>
            <p:cNvSpPr>
              <a:spLocks noChangeArrowheads="1"/>
            </p:cNvSpPr>
            <p:nvPr/>
          </p:nvSpPr>
          <p:spPr bwMode="auto">
            <a:xfrm>
              <a:off x="4465638" y="36115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34" name="Rectangle 63">
              <a:extLst>
                <a:ext uri="{FF2B5EF4-FFF2-40B4-BE49-F238E27FC236}">
                  <a16:creationId xmlns:a16="http://schemas.microsoft.com/office/drawing/2014/main" id="{8F8C6E19-B664-41C1-BD25-A83E8803747F}"/>
                </a:ext>
              </a:extLst>
            </p:cNvPr>
            <p:cNvSpPr>
              <a:spLocks noChangeArrowheads="1"/>
            </p:cNvSpPr>
            <p:nvPr/>
          </p:nvSpPr>
          <p:spPr bwMode="auto">
            <a:xfrm>
              <a:off x="5219700"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35" name="Rectangle 64">
              <a:extLst>
                <a:ext uri="{FF2B5EF4-FFF2-40B4-BE49-F238E27FC236}">
                  <a16:creationId xmlns:a16="http://schemas.microsoft.com/office/drawing/2014/main" id="{8217A455-23AE-4ACC-83AC-A539F134D9B1}"/>
                </a:ext>
              </a:extLst>
            </p:cNvPr>
            <p:cNvSpPr>
              <a:spLocks noChangeArrowheads="1"/>
            </p:cNvSpPr>
            <p:nvPr/>
          </p:nvSpPr>
          <p:spPr bwMode="auto">
            <a:xfrm>
              <a:off x="4618038" y="36115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36" name="Rectangle 65">
              <a:extLst>
                <a:ext uri="{FF2B5EF4-FFF2-40B4-BE49-F238E27FC236}">
                  <a16:creationId xmlns:a16="http://schemas.microsoft.com/office/drawing/2014/main" id="{EAB4C58B-0894-4868-822D-58D7B95C91A6}"/>
                </a:ext>
              </a:extLst>
            </p:cNvPr>
            <p:cNvSpPr>
              <a:spLocks noChangeArrowheads="1"/>
            </p:cNvSpPr>
            <p:nvPr/>
          </p:nvSpPr>
          <p:spPr bwMode="auto">
            <a:xfrm>
              <a:off x="5518150" y="36115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37" name="Rectangle 66">
              <a:extLst>
                <a:ext uri="{FF2B5EF4-FFF2-40B4-BE49-F238E27FC236}">
                  <a16:creationId xmlns:a16="http://schemas.microsoft.com/office/drawing/2014/main" id="{5273F69A-1D47-432E-918B-DD77E6EDC94C}"/>
                </a:ext>
              </a:extLst>
            </p:cNvPr>
            <p:cNvSpPr>
              <a:spLocks noChangeArrowheads="1"/>
            </p:cNvSpPr>
            <p:nvPr/>
          </p:nvSpPr>
          <p:spPr bwMode="auto">
            <a:xfrm>
              <a:off x="6235700"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38" name="Rectangle 67">
              <a:extLst>
                <a:ext uri="{FF2B5EF4-FFF2-40B4-BE49-F238E27FC236}">
                  <a16:creationId xmlns:a16="http://schemas.microsoft.com/office/drawing/2014/main" id="{11F3C7F0-5706-4FF9-BD14-4AD52AFB91FB}"/>
                </a:ext>
              </a:extLst>
            </p:cNvPr>
            <p:cNvSpPr>
              <a:spLocks noChangeArrowheads="1"/>
            </p:cNvSpPr>
            <p:nvPr/>
          </p:nvSpPr>
          <p:spPr bwMode="auto">
            <a:xfrm>
              <a:off x="3013075" y="39116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39" name="Rectangle 68">
              <a:extLst>
                <a:ext uri="{FF2B5EF4-FFF2-40B4-BE49-F238E27FC236}">
                  <a16:creationId xmlns:a16="http://schemas.microsoft.com/office/drawing/2014/main" id="{D396745C-D32B-4D08-9959-D8C8E0420B5A}"/>
                </a:ext>
              </a:extLst>
            </p:cNvPr>
            <p:cNvSpPr>
              <a:spLocks noChangeArrowheads="1"/>
            </p:cNvSpPr>
            <p:nvPr/>
          </p:nvSpPr>
          <p:spPr bwMode="auto">
            <a:xfrm>
              <a:off x="5657850" y="36115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40" name="Rectangle 69">
              <a:extLst>
                <a:ext uri="{FF2B5EF4-FFF2-40B4-BE49-F238E27FC236}">
                  <a16:creationId xmlns:a16="http://schemas.microsoft.com/office/drawing/2014/main" id="{CA33FFB5-487E-4569-8E5E-72E3E9A36EDC}"/>
                </a:ext>
              </a:extLst>
            </p:cNvPr>
            <p:cNvSpPr>
              <a:spLocks noChangeArrowheads="1"/>
            </p:cNvSpPr>
            <p:nvPr/>
          </p:nvSpPr>
          <p:spPr bwMode="auto">
            <a:xfrm>
              <a:off x="4129088"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41" name="Rectangle 70">
              <a:extLst>
                <a:ext uri="{FF2B5EF4-FFF2-40B4-BE49-F238E27FC236}">
                  <a16:creationId xmlns:a16="http://schemas.microsoft.com/office/drawing/2014/main" id="{5543D175-796B-486A-898F-A454190C2276}"/>
                </a:ext>
              </a:extLst>
            </p:cNvPr>
            <p:cNvSpPr>
              <a:spLocks noChangeArrowheads="1"/>
            </p:cNvSpPr>
            <p:nvPr/>
          </p:nvSpPr>
          <p:spPr bwMode="auto">
            <a:xfrm>
              <a:off x="3335338" y="3914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42" name="Rectangle 71">
              <a:extLst>
                <a:ext uri="{FF2B5EF4-FFF2-40B4-BE49-F238E27FC236}">
                  <a16:creationId xmlns:a16="http://schemas.microsoft.com/office/drawing/2014/main" id="{00F3F144-85FC-4945-AAEC-A009C8713C82}"/>
                </a:ext>
              </a:extLst>
            </p:cNvPr>
            <p:cNvSpPr>
              <a:spLocks noChangeArrowheads="1"/>
            </p:cNvSpPr>
            <p:nvPr/>
          </p:nvSpPr>
          <p:spPr bwMode="auto">
            <a:xfrm>
              <a:off x="4465638" y="39147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43" name="Rectangle 72">
              <a:extLst>
                <a:ext uri="{FF2B5EF4-FFF2-40B4-BE49-F238E27FC236}">
                  <a16:creationId xmlns:a16="http://schemas.microsoft.com/office/drawing/2014/main" id="{14422B0C-4232-4335-8455-599673DC3584}"/>
                </a:ext>
              </a:extLst>
            </p:cNvPr>
            <p:cNvSpPr>
              <a:spLocks noChangeArrowheads="1"/>
            </p:cNvSpPr>
            <p:nvPr/>
          </p:nvSpPr>
          <p:spPr bwMode="auto">
            <a:xfrm>
              <a:off x="5219700"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44" name="Rectangle 73">
              <a:extLst>
                <a:ext uri="{FF2B5EF4-FFF2-40B4-BE49-F238E27FC236}">
                  <a16:creationId xmlns:a16="http://schemas.microsoft.com/office/drawing/2014/main" id="{885B7C48-0752-4000-A378-3A5263F1B501}"/>
                </a:ext>
              </a:extLst>
            </p:cNvPr>
            <p:cNvSpPr>
              <a:spLocks noChangeArrowheads="1"/>
            </p:cNvSpPr>
            <p:nvPr/>
          </p:nvSpPr>
          <p:spPr bwMode="auto">
            <a:xfrm>
              <a:off x="4618038" y="39147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45" name="Rectangle 74">
              <a:extLst>
                <a:ext uri="{FF2B5EF4-FFF2-40B4-BE49-F238E27FC236}">
                  <a16:creationId xmlns:a16="http://schemas.microsoft.com/office/drawing/2014/main" id="{01DF2539-0912-4806-95EE-C3996F6212EB}"/>
                </a:ext>
              </a:extLst>
            </p:cNvPr>
            <p:cNvSpPr>
              <a:spLocks noChangeArrowheads="1"/>
            </p:cNvSpPr>
            <p:nvPr/>
          </p:nvSpPr>
          <p:spPr bwMode="auto">
            <a:xfrm>
              <a:off x="5518150" y="39147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46" name="Rectangle 75">
              <a:extLst>
                <a:ext uri="{FF2B5EF4-FFF2-40B4-BE49-F238E27FC236}">
                  <a16:creationId xmlns:a16="http://schemas.microsoft.com/office/drawing/2014/main" id="{01ACEB19-8135-4E70-A5A9-41E80D2CFED9}"/>
                </a:ext>
              </a:extLst>
            </p:cNvPr>
            <p:cNvSpPr>
              <a:spLocks noChangeArrowheads="1"/>
            </p:cNvSpPr>
            <p:nvPr/>
          </p:nvSpPr>
          <p:spPr bwMode="auto">
            <a:xfrm>
              <a:off x="6235700"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47" name="Rectangle 76">
              <a:extLst>
                <a:ext uri="{FF2B5EF4-FFF2-40B4-BE49-F238E27FC236}">
                  <a16:creationId xmlns:a16="http://schemas.microsoft.com/office/drawing/2014/main" id="{54E9631C-844A-4C81-A579-E68F03BCA9F3}"/>
                </a:ext>
              </a:extLst>
            </p:cNvPr>
            <p:cNvSpPr>
              <a:spLocks noChangeArrowheads="1"/>
            </p:cNvSpPr>
            <p:nvPr/>
          </p:nvSpPr>
          <p:spPr bwMode="auto">
            <a:xfrm>
              <a:off x="3013075" y="42164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48" name="Rectangle 77">
              <a:extLst>
                <a:ext uri="{FF2B5EF4-FFF2-40B4-BE49-F238E27FC236}">
                  <a16:creationId xmlns:a16="http://schemas.microsoft.com/office/drawing/2014/main" id="{715BF274-901F-4F15-BFA7-13B30CCEC280}"/>
                </a:ext>
              </a:extLst>
            </p:cNvPr>
            <p:cNvSpPr>
              <a:spLocks noChangeArrowheads="1"/>
            </p:cNvSpPr>
            <p:nvPr/>
          </p:nvSpPr>
          <p:spPr bwMode="auto">
            <a:xfrm>
              <a:off x="5657850" y="39147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49" name="Rectangle 78">
              <a:extLst>
                <a:ext uri="{FF2B5EF4-FFF2-40B4-BE49-F238E27FC236}">
                  <a16:creationId xmlns:a16="http://schemas.microsoft.com/office/drawing/2014/main" id="{4227418A-288B-45D4-920D-672D75B30834}"/>
                </a:ext>
              </a:extLst>
            </p:cNvPr>
            <p:cNvSpPr>
              <a:spLocks noChangeArrowheads="1"/>
            </p:cNvSpPr>
            <p:nvPr/>
          </p:nvSpPr>
          <p:spPr bwMode="auto">
            <a:xfrm>
              <a:off x="4129088"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50" name="Rectangle 79">
              <a:extLst>
                <a:ext uri="{FF2B5EF4-FFF2-40B4-BE49-F238E27FC236}">
                  <a16:creationId xmlns:a16="http://schemas.microsoft.com/office/drawing/2014/main" id="{84DBD3F2-B453-47B7-B4C9-0EC8B1D43CA9}"/>
                </a:ext>
              </a:extLst>
            </p:cNvPr>
            <p:cNvSpPr>
              <a:spLocks noChangeArrowheads="1"/>
            </p:cNvSpPr>
            <p:nvPr/>
          </p:nvSpPr>
          <p:spPr bwMode="auto">
            <a:xfrm>
              <a:off x="3335338" y="4219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51" name="Rectangle 80">
              <a:extLst>
                <a:ext uri="{FF2B5EF4-FFF2-40B4-BE49-F238E27FC236}">
                  <a16:creationId xmlns:a16="http://schemas.microsoft.com/office/drawing/2014/main" id="{C2D9121A-3E07-46B6-B739-D9C3FAEF1D52}"/>
                </a:ext>
              </a:extLst>
            </p:cNvPr>
            <p:cNvSpPr>
              <a:spLocks noChangeArrowheads="1"/>
            </p:cNvSpPr>
            <p:nvPr/>
          </p:nvSpPr>
          <p:spPr bwMode="auto">
            <a:xfrm>
              <a:off x="4465638" y="42195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52" name="Rectangle 81">
              <a:extLst>
                <a:ext uri="{FF2B5EF4-FFF2-40B4-BE49-F238E27FC236}">
                  <a16:creationId xmlns:a16="http://schemas.microsoft.com/office/drawing/2014/main" id="{B785DDD3-5A2F-4CA3-BD25-B6593D6C8E52}"/>
                </a:ext>
              </a:extLst>
            </p:cNvPr>
            <p:cNvSpPr>
              <a:spLocks noChangeArrowheads="1"/>
            </p:cNvSpPr>
            <p:nvPr/>
          </p:nvSpPr>
          <p:spPr bwMode="auto">
            <a:xfrm>
              <a:off x="5219700"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53" name="Rectangle 82">
              <a:extLst>
                <a:ext uri="{FF2B5EF4-FFF2-40B4-BE49-F238E27FC236}">
                  <a16:creationId xmlns:a16="http://schemas.microsoft.com/office/drawing/2014/main" id="{0673DB7A-870E-45C5-BE9D-45AD7E1B77FA}"/>
                </a:ext>
              </a:extLst>
            </p:cNvPr>
            <p:cNvSpPr>
              <a:spLocks noChangeArrowheads="1"/>
            </p:cNvSpPr>
            <p:nvPr/>
          </p:nvSpPr>
          <p:spPr bwMode="auto">
            <a:xfrm>
              <a:off x="4618038" y="42195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54" name="Rectangle 83">
              <a:extLst>
                <a:ext uri="{FF2B5EF4-FFF2-40B4-BE49-F238E27FC236}">
                  <a16:creationId xmlns:a16="http://schemas.microsoft.com/office/drawing/2014/main" id="{D568FC1B-53D3-4372-98D0-39869AB7E63A}"/>
                </a:ext>
              </a:extLst>
            </p:cNvPr>
            <p:cNvSpPr>
              <a:spLocks noChangeArrowheads="1"/>
            </p:cNvSpPr>
            <p:nvPr/>
          </p:nvSpPr>
          <p:spPr bwMode="auto">
            <a:xfrm>
              <a:off x="5518150" y="42195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55" name="Rectangle 84">
              <a:extLst>
                <a:ext uri="{FF2B5EF4-FFF2-40B4-BE49-F238E27FC236}">
                  <a16:creationId xmlns:a16="http://schemas.microsoft.com/office/drawing/2014/main" id="{67E1E15C-23FA-44B2-808B-A480112376D5}"/>
                </a:ext>
              </a:extLst>
            </p:cNvPr>
            <p:cNvSpPr>
              <a:spLocks noChangeArrowheads="1"/>
            </p:cNvSpPr>
            <p:nvPr/>
          </p:nvSpPr>
          <p:spPr bwMode="auto">
            <a:xfrm>
              <a:off x="6235700"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56" name="Rectangle 85">
              <a:extLst>
                <a:ext uri="{FF2B5EF4-FFF2-40B4-BE49-F238E27FC236}">
                  <a16:creationId xmlns:a16="http://schemas.microsoft.com/office/drawing/2014/main" id="{6B5680E2-E8D8-40E0-B2F9-B012ECC97BEE}"/>
                </a:ext>
              </a:extLst>
            </p:cNvPr>
            <p:cNvSpPr>
              <a:spLocks noChangeArrowheads="1"/>
            </p:cNvSpPr>
            <p:nvPr/>
          </p:nvSpPr>
          <p:spPr bwMode="auto">
            <a:xfrm>
              <a:off x="3013075" y="45212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57" name="Rectangle 86">
              <a:extLst>
                <a:ext uri="{FF2B5EF4-FFF2-40B4-BE49-F238E27FC236}">
                  <a16:creationId xmlns:a16="http://schemas.microsoft.com/office/drawing/2014/main" id="{A52337CA-35EA-49F1-B823-EC8C4CE2F041}"/>
                </a:ext>
              </a:extLst>
            </p:cNvPr>
            <p:cNvSpPr>
              <a:spLocks noChangeArrowheads="1"/>
            </p:cNvSpPr>
            <p:nvPr/>
          </p:nvSpPr>
          <p:spPr bwMode="auto">
            <a:xfrm>
              <a:off x="5657850" y="42195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58" name="Rectangle 87">
              <a:extLst>
                <a:ext uri="{FF2B5EF4-FFF2-40B4-BE49-F238E27FC236}">
                  <a16:creationId xmlns:a16="http://schemas.microsoft.com/office/drawing/2014/main" id="{A61CA1C2-79FA-4963-8566-C3EAB097E13F}"/>
                </a:ext>
              </a:extLst>
            </p:cNvPr>
            <p:cNvSpPr>
              <a:spLocks noChangeArrowheads="1"/>
            </p:cNvSpPr>
            <p:nvPr/>
          </p:nvSpPr>
          <p:spPr bwMode="auto">
            <a:xfrm>
              <a:off x="4129088"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59" name="Rectangle 88">
              <a:extLst>
                <a:ext uri="{FF2B5EF4-FFF2-40B4-BE49-F238E27FC236}">
                  <a16:creationId xmlns:a16="http://schemas.microsoft.com/office/drawing/2014/main" id="{03C38B62-941D-4D60-BB3E-626B20E0BFEA}"/>
                </a:ext>
              </a:extLst>
            </p:cNvPr>
            <p:cNvSpPr>
              <a:spLocks noChangeArrowheads="1"/>
            </p:cNvSpPr>
            <p:nvPr/>
          </p:nvSpPr>
          <p:spPr bwMode="auto">
            <a:xfrm>
              <a:off x="3335338" y="4522788"/>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60" name="Rectangle 89">
              <a:extLst>
                <a:ext uri="{FF2B5EF4-FFF2-40B4-BE49-F238E27FC236}">
                  <a16:creationId xmlns:a16="http://schemas.microsoft.com/office/drawing/2014/main" id="{5F881CA9-2A4A-4D60-B17F-D84588A5C93A}"/>
                </a:ext>
              </a:extLst>
            </p:cNvPr>
            <p:cNvSpPr>
              <a:spLocks noChangeArrowheads="1"/>
            </p:cNvSpPr>
            <p:nvPr/>
          </p:nvSpPr>
          <p:spPr bwMode="auto">
            <a:xfrm>
              <a:off x="4465638" y="45227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61" name="Rectangle 90">
              <a:extLst>
                <a:ext uri="{FF2B5EF4-FFF2-40B4-BE49-F238E27FC236}">
                  <a16:creationId xmlns:a16="http://schemas.microsoft.com/office/drawing/2014/main" id="{8C3BB7A9-19EA-4F93-A7EB-97E552F9A885}"/>
                </a:ext>
              </a:extLst>
            </p:cNvPr>
            <p:cNvSpPr>
              <a:spLocks noChangeArrowheads="1"/>
            </p:cNvSpPr>
            <p:nvPr/>
          </p:nvSpPr>
          <p:spPr bwMode="auto">
            <a:xfrm>
              <a:off x="5219700"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62" name="Rectangle 91">
              <a:extLst>
                <a:ext uri="{FF2B5EF4-FFF2-40B4-BE49-F238E27FC236}">
                  <a16:creationId xmlns:a16="http://schemas.microsoft.com/office/drawing/2014/main" id="{97C8CC27-93EF-41B9-A48B-5C3A47B08FC8}"/>
                </a:ext>
              </a:extLst>
            </p:cNvPr>
            <p:cNvSpPr>
              <a:spLocks noChangeArrowheads="1"/>
            </p:cNvSpPr>
            <p:nvPr/>
          </p:nvSpPr>
          <p:spPr bwMode="auto">
            <a:xfrm>
              <a:off x="4618038" y="4522788"/>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63" name="Rectangle 92">
              <a:extLst>
                <a:ext uri="{FF2B5EF4-FFF2-40B4-BE49-F238E27FC236}">
                  <a16:creationId xmlns:a16="http://schemas.microsoft.com/office/drawing/2014/main" id="{2E2F0A45-B215-4207-BEBF-6BA430A94B56}"/>
                </a:ext>
              </a:extLst>
            </p:cNvPr>
            <p:cNvSpPr>
              <a:spLocks noChangeArrowheads="1"/>
            </p:cNvSpPr>
            <p:nvPr/>
          </p:nvSpPr>
          <p:spPr bwMode="auto">
            <a:xfrm>
              <a:off x="5518150" y="45227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64" name="Rectangle 93">
              <a:extLst>
                <a:ext uri="{FF2B5EF4-FFF2-40B4-BE49-F238E27FC236}">
                  <a16:creationId xmlns:a16="http://schemas.microsoft.com/office/drawing/2014/main" id="{948B864E-A605-442A-ABDB-3A81B1159045}"/>
                </a:ext>
              </a:extLst>
            </p:cNvPr>
            <p:cNvSpPr>
              <a:spLocks noChangeArrowheads="1"/>
            </p:cNvSpPr>
            <p:nvPr/>
          </p:nvSpPr>
          <p:spPr bwMode="auto">
            <a:xfrm>
              <a:off x="6235700"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65" name="Rectangle 94">
              <a:extLst>
                <a:ext uri="{FF2B5EF4-FFF2-40B4-BE49-F238E27FC236}">
                  <a16:creationId xmlns:a16="http://schemas.microsoft.com/office/drawing/2014/main" id="{C2BD4A39-F2BB-4B11-A4CE-C230AD8001F3}"/>
                </a:ext>
              </a:extLst>
            </p:cNvPr>
            <p:cNvSpPr>
              <a:spLocks noChangeArrowheads="1"/>
            </p:cNvSpPr>
            <p:nvPr/>
          </p:nvSpPr>
          <p:spPr bwMode="auto">
            <a:xfrm>
              <a:off x="3013075" y="48260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66" name="Rectangle 95">
              <a:extLst>
                <a:ext uri="{FF2B5EF4-FFF2-40B4-BE49-F238E27FC236}">
                  <a16:creationId xmlns:a16="http://schemas.microsoft.com/office/drawing/2014/main" id="{5571A7E4-7E7F-4C12-A6EC-112C1296D54A}"/>
                </a:ext>
              </a:extLst>
            </p:cNvPr>
            <p:cNvSpPr>
              <a:spLocks noChangeArrowheads="1"/>
            </p:cNvSpPr>
            <p:nvPr/>
          </p:nvSpPr>
          <p:spPr bwMode="auto">
            <a:xfrm>
              <a:off x="5657850" y="4522788"/>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67" name="Rectangle 96">
              <a:extLst>
                <a:ext uri="{FF2B5EF4-FFF2-40B4-BE49-F238E27FC236}">
                  <a16:creationId xmlns:a16="http://schemas.microsoft.com/office/drawing/2014/main" id="{F897AC29-0091-46DB-B394-1FAF426AB186}"/>
                </a:ext>
              </a:extLst>
            </p:cNvPr>
            <p:cNvSpPr>
              <a:spLocks noChangeArrowheads="1"/>
            </p:cNvSpPr>
            <p:nvPr/>
          </p:nvSpPr>
          <p:spPr bwMode="auto">
            <a:xfrm>
              <a:off x="4129088"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68" name="Rectangle 97">
              <a:extLst>
                <a:ext uri="{FF2B5EF4-FFF2-40B4-BE49-F238E27FC236}">
                  <a16:creationId xmlns:a16="http://schemas.microsoft.com/office/drawing/2014/main" id="{4A7CBC0A-6ABD-44CB-B538-DE3828B396E2}"/>
                </a:ext>
              </a:extLst>
            </p:cNvPr>
            <p:cNvSpPr>
              <a:spLocks noChangeArrowheads="1"/>
            </p:cNvSpPr>
            <p:nvPr/>
          </p:nvSpPr>
          <p:spPr bwMode="auto">
            <a:xfrm>
              <a:off x="3335338" y="48244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69" name="Rectangle 98">
              <a:extLst>
                <a:ext uri="{FF2B5EF4-FFF2-40B4-BE49-F238E27FC236}">
                  <a16:creationId xmlns:a16="http://schemas.microsoft.com/office/drawing/2014/main" id="{0761320C-31A1-4045-9626-17FA2CBDED6C}"/>
                </a:ext>
              </a:extLst>
            </p:cNvPr>
            <p:cNvSpPr>
              <a:spLocks noChangeArrowheads="1"/>
            </p:cNvSpPr>
            <p:nvPr/>
          </p:nvSpPr>
          <p:spPr bwMode="auto">
            <a:xfrm>
              <a:off x="4465638" y="48244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70" name="Rectangle 99">
              <a:extLst>
                <a:ext uri="{FF2B5EF4-FFF2-40B4-BE49-F238E27FC236}">
                  <a16:creationId xmlns:a16="http://schemas.microsoft.com/office/drawing/2014/main" id="{1025B4C5-D5EE-47E9-A625-05EF560744E9}"/>
                </a:ext>
              </a:extLst>
            </p:cNvPr>
            <p:cNvSpPr>
              <a:spLocks noChangeArrowheads="1"/>
            </p:cNvSpPr>
            <p:nvPr/>
          </p:nvSpPr>
          <p:spPr bwMode="auto">
            <a:xfrm>
              <a:off x="5219700"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71" name="Rectangle 100">
              <a:extLst>
                <a:ext uri="{FF2B5EF4-FFF2-40B4-BE49-F238E27FC236}">
                  <a16:creationId xmlns:a16="http://schemas.microsoft.com/office/drawing/2014/main" id="{04B45B33-5D49-42C7-80B6-D2B3178E0288}"/>
                </a:ext>
              </a:extLst>
            </p:cNvPr>
            <p:cNvSpPr>
              <a:spLocks noChangeArrowheads="1"/>
            </p:cNvSpPr>
            <p:nvPr/>
          </p:nvSpPr>
          <p:spPr bwMode="auto">
            <a:xfrm>
              <a:off x="4618038" y="48244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72" name="Rectangle 101">
              <a:extLst>
                <a:ext uri="{FF2B5EF4-FFF2-40B4-BE49-F238E27FC236}">
                  <a16:creationId xmlns:a16="http://schemas.microsoft.com/office/drawing/2014/main" id="{1A952CAB-D456-4198-85E5-79333BBDE6AC}"/>
                </a:ext>
              </a:extLst>
            </p:cNvPr>
            <p:cNvSpPr>
              <a:spLocks noChangeArrowheads="1"/>
            </p:cNvSpPr>
            <p:nvPr/>
          </p:nvSpPr>
          <p:spPr bwMode="auto">
            <a:xfrm>
              <a:off x="5518150" y="48244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73" name="Rectangle 102">
              <a:extLst>
                <a:ext uri="{FF2B5EF4-FFF2-40B4-BE49-F238E27FC236}">
                  <a16:creationId xmlns:a16="http://schemas.microsoft.com/office/drawing/2014/main" id="{0B58EE8A-83A4-4DEB-9647-003CBB699707}"/>
                </a:ext>
              </a:extLst>
            </p:cNvPr>
            <p:cNvSpPr>
              <a:spLocks noChangeArrowheads="1"/>
            </p:cNvSpPr>
            <p:nvPr/>
          </p:nvSpPr>
          <p:spPr bwMode="auto">
            <a:xfrm>
              <a:off x="6235700"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74" name="Rectangle 103">
              <a:extLst>
                <a:ext uri="{FF2B5EF4-FFF2-40B4-BE49-F238E27FC236}">
                  <a16:creationId xmlns:a16="http://schemas.microsoft.com/office/drawing/2014/main" id="{D1206A3B-6E58-41B6-BF0F-B2D408FCFD50}"/>
                </a:ext>
              </a:extLst>
            </p:cNvPr>
            <p:cNvSpPr>
              <a:spLocks noChangeArrowheads="1"/>
            </p:cNvSpPr>
            <p:nvPr/>
          </p:nvSpPr>
          <p:spPr bwMode="auto">
            <a:xfrm>
              <a:off x="3013075" y="5135563"/>
              <a:ext cx="11113"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75" name="Rectangle 104">
              <a:extLst>
                <a:ext uri="{FF2B5EF4-FFF2-40B4-BE49-F238E27FC236}">
                  <a16:creationId xmlns:a16="http://schemas.microsoft.com/office/drawing/2014/main" id="{20532930-83E0-45E1-9854-B8C2C776084B}"/>
                </a:ext>
              </a:extLst>
            </p:cNvPr>
            <p:cNvSpPr>
              <a:spLocks noChangeArrowheads="1"/>
            </p:cNvSpPr>
            <p:nvPr/>
          </p:nvSpPr>
          <p:spPr bwMode="auto">
            <a:xfrm>
              <a:off x="5657850" y="48244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76" name="Rectangle 105">
              <a:extLst>
                <a:ext uri="{FF2B5EF4-FFF2-40B4-BE49-F238E27FC236}">
                  <a16:creationId xmlns:a16="http://schemas.microsoft.com/office/drawing/2014/main" id="{2E13823E-AC68-433E-A107-7A236F6BF708}"/>
                </a:ext>
              </a:extLst>
            </p:cNvPr>
            <p:cNvSpPr>
              <a:spLocks noChangeArrowheads="1"/>
            </p:cNvSpPr>
            <p:nvPr/>
          </p:nvSpPr>
          <p:spPr bwMode="auto">
            <a:xfrm>
              <a:off x="4129088"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77" name="Rectangle 106">
              <a:extLst>
                <a:ext uri="{FF2B5EF4-FFF2-40B4-BE49-F238E27FC236}">
                  <a16:creationId xmlns:a16="http://schemas.microsoft.com/office/drawing/2014/main" id="{31E7CC24-4204-488D-AA9C-29A7B2B03AA3}"/>
                </a:ext>
              </a:extLst>
            </p:cNvPr>
            <p:cNvSpPr>
              <a:spLocks noChangeArrowheads="1"/>
            </p:cNvSpPr>
            <p:nvPr/>
          </p:nvSpPr>
          <p:spPr bwMode="auto">
            <a:xfrm>
              <a:off x="3335338" y="51292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78" name="Rectangle 107">
              <a:extLst>
                <a:ext uri="{FF2B5EF4-FFF2-40B4-BE49-F238E27FC236}">
                  <a16:creationId xmlns:a16="http://schemas.microsoft.com/office/drawing/2014/main" id="{CC989C4D-1C93-4CBC-93EB-786839CDE263}"/>
                </a:ext>
              </a:extLst>
            </p:cNvPr>
            <p:cNvSpPr>
              <a:spLocks noChangeArrowheads="1"/>
            </p:cNvSpPr>
            <p:nvPr/>
          </p:nvSpPr>
          <p:spPr bwMode="auto">
            <a:xfrm>
              <a:off x="4465638" y="51292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79" name="Rectangle 108">
              <a:extLst>
                <a:ext uri="{FF2B5EF4-FFF2-40B4-BE49-F238E27FC236}">
                  <a16:creationId xmlns:a16="http://schemas.microsoft.com/office/drawing/2014/main" id="{42706DFE-4021-4A6C-8EB6-E061D91BB279}"/>
                </a:ext>
              </a:extLst>
            </p:cNvPr>
            <p:cNvSpPr>
              <a:spLocks noChangeArrowheads="1"/>
            </p:cNvSpPr>
            <p:nvPr/>
          </p:nvSpPr>
          <p:spPr bwMode="auto">
            <a:xfrm>
              <a:off x="5219700"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80" name="Rectangle 109">
              <a:extLst>
                <a:ext uri="{FF2B5EF4-FFF2-40B4-BE49-F238E27FC236}">
                  <a16:creationId xmlns:a16="http://schemas.microsoft.com/office/drawing/2014/main" id="{5675BD54-1491-416E-84C9-852A2BC675BF}"/>
                </a:ext>
              </a:extLst>
            </p:cNvPr>
            <p:cNvSpPr>
              <a:spLocks noChangeArrowheads="1"/>
            </p:cNvSpPr>
            <p:nvPr/>
          </p:nvSpPr>
          <p:spPr bwMode="auto">
            <a:xfrm>
              <a:off x="4618038" y="51292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81" name="Rectangle 110">
              <a:extLst>
                <a:ext uri="{FF2B5EF4-FFF2-40B4-BE49-F238E27FC236}">
                  <a16:creationId xmlns:a16="http://schemas.microsoft.com/office/drawing/2014/main" id="{86AB465B-ABC9-4D90-857C-C66D458C393F}"/>
                </a:ext>
              </a:extLst>
            </p:cNvPr>
            <p:cNvSpPr>
              <a:spLocks noChangeArrowheads="1"/>
            </p:cNvSpPr>
            <p:nvPr/>
          </p:nvSpPr>
          <p:spPr bwMode="auto">
            <a:xfrm>
              <a:off x="5518150" y="51292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82" name="Rectangle 111">
              <a:extLst>
                <a:ext uri="{FF2B5EF4-FFF2-40B4-BE49-F238E27FC236}">
                  <a16:creationId xmlns:a16="http://schemas.microsoft.com/office/drawing/2014/main" id="{1DC66CF3-071D-49CF-A0AE-A6C24B5CB4E3}"/>
                </a:ext>
              </a:extLst>
            </p:cNvPr>
            <p:cNvSpPr>
              <a:spLocks noChangeArrowheads="1"/>
            </p:cNvSpPr>
            <p:nvPr/>
          </p:nvSpPr>
          <p:spPr bwMode="auto">
            <a:xfrm>
              <a:off x="6235700"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83" name="Rectangle 112">
              <a:extLst>
                <a:ext uri="{FF2B5EF4-FFF2-40B4-BE49-F238E27FC236}">
                  <a16:creationId xmlns:a16="http://schemas.microsoft.com/office/drawing/2014/main" id="{95B165CC-FA59-40D4-9871-2655485F7784}"/>
                </a:ext>
              </a:extLst>
            </p:cNvPr>
            <p:cNvSpPr>
              <a:spLocks noChangeArrowheads="1"/>
            </p:cNvSpPr>
            <p:nvPr/>
          </p:nvSpPr>
          <p:spPr bwMode="auto">
            <a:xfrm>
              <a:off x="3038475" y="5473700"/>
              <a:ext cx="3203575"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684" name="Rectangle 113">
              <a:extLst>
                <a:ext uri="{FF2B5EF4-FFF2-40B4-BE49-F238E27FC236}">
                  <a16:creationId xmlns:a16="http://schemas.microsoft.com/office/drawing/2014/main" id="{D23F7D32-7118-4564-A94F-A539CB498116}"/>
                </a:ext>
              </a:extLst>
            </p:cNvPr>
            <p:cNvSpPr>
              <a:spLocks noChangeArrowheads="1"/>
            </p:cNvSpPr>
            <p:nvPr/>
          </p:nvSpPr>
          <p:spPr bwMode="auto">
            <a:xfrm>
              <a:off x="5657850" y="51292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08546" name="Title 1">
            <a:extLst>
              <a:ext uri="{FF2B5EF4-FFF2-40B4-BE49-F238E27FC236}">
                <a16:creationId xmlns:a16="http://schemas.microsoft.com/office/drawing/2014/main" id="{5273C6AB-49F4-4BE3-A00E-2DF2873EE324}"/>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K-maps for Y</a:t>
            </a:r>
            <a:r>
              <a:rPr kumimoji="0" lang="en-US" altLang="en-US" sz="3200" b="1" i="0" u="none" strike="noStrike" kern="120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cs typeface="+mn-cs"/>
              </a:rPr>
              <a:t>2</a:t>
            </a: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 Y</a:t>
            </a:r>
            <a:r>
              <a:rPr kumimoji="0" lang="en-US" altLang="en-US" sz="3200" b="1" i="0" u="none" strike="noStrike" kern="120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cs typeface="+mn-cs"/>
              </a:rPr>
              <a:t>1</a:t>
            </a: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 and Y</a:t>
            </a:r>
            <a:r>
              <a:rPr kumimoji="0" lang="en-US" altLang="en-US" sz="3200" b="1" i="0" u="none" strike="noStrike" kern="120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cs typeface="+mn-cs"/>
              </a:rPr>
              <a:t>0</a:t>
            </a:r>
          </a:p>
        </p:txBody>
      </p:sp>
      <p:grpSp>
        <p:nvGrpSpPr>
          <p:cNvPr id="108547" name="Group 114">
            <a:extLst>
              <a:ext uri="{FF2B5EF4-FFF2-40B4-BE49-F238E27FC236}">
                <a16:creationId xmlns:a16="http://schemas.microsoft.com/office/drawing/2014/main" id="{99C7ADC7-DD9F-4E39-9104-DD380FADD96D}"/>
              </a:ext>
            </a:extLst>
          </p:cNvPr>
          <p:cNvGrpSpPr>
            <a:grpSpLocks/>
          </p:cNvGrpSpPr>
          <p:nvPr/>
        </p:nvGrpSpPr>
        <p:grpSpPr bwMode="auto">
          <a:xfrm>
            <a:off x="5562600" y="2438400"/>
            <a:ext cx="2820988" cy="1806575"/>
            <a:chOff x="2286000" y="881063"/>
            <a:chExt cx="2820987" cy="1806575"/>
          </a:xfrm>
        </p:grpSpPr>
        <p:sp>
          <p:nvSpPr>
            <p:cNvPr id="108548" name="Rectangle 16">
              <a:extLst>
                <a:ext uri="{FF2B5EF4-FFF2-40B4-BE49-F238E27FC236}">
                  <a16:creationId xmlns:a16="http://schemas.microsoft.com/office/drawing/2014/main" id="{A4048873-A870-4EBE-B0DF-28E74DE7F759}"/>
                </a:ext>
              </a:extLst>
            </p:cNvPr>
            <p:cNvSpPr>
              <a:spLocks noChangeArrowheads="1"/>
            </p:cNvSpPr>
            <p:nvPr/>
          </p:nvSpPr>
          <p:spPr bwMode="auto">
            <a:xfrm>
              <a:off x="2924175" y="1604963"/>
              <a:ext cx="1077912" cy="108267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08549" name="Line 17">
              <a:extLst>
                <a:ext uri="{FF2B5EF4-FFF2-40B4-BE49-F238E27FC236}">
                  <a16:creationId xmlns:a16="http://schemas.microsoft.com/office/drawing/2014/main" id="{F7B671EA-EEB2-4279-9F50-B486FD5E7383}"/>
                </a:ext>
              </a:extLst>
            </p:cNvPr>
            <p:cNvSpPr>
              <a:spLocks noChangeShapeType="1"/>
            </p:cNvSpPr>
            <p:nvPr/>
          </p:nvSpPr>
          <p:spPr bwMode="auto">
            <a:xfrm flipH="1">
              <a:off x="2924175" y="2146300"/>
              <a:ext cx="1077912"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50" name="Line 18">
              <a:extLst>
                <a:ext uri="{FF2B5EF4-FFF2-40B4-BE49-F238E27FC236}">
                  <a16:creationId xmlns:a16="http://schemas.microsoft.com/office/drawing/2014/main" id="{64BB57F8-6333-4F06-90E0-FA9829ACF334}"/>
                </a:ext>
              </a:extLst>
            </p:cNvPr>
            <p:cNvSpPr>
              <a:spLocks noChangeShapeType="1"/>
            </p:cNvSpPr>
            <p:nvPr/>
          </p:nvSpPr>
          <p:spPr bwMode="auto">
            <a:xfrm flipV="1">
              <a:off x="3462337" y="1604963"/>
              <a:ext cx="1588" cy="10826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51" name="Line 19">
              <a:extLst>
                <a:ext uri="{FF2B5EF4-FFF2-40B4-BE49-F238E27FC236}">
                  <a16:creationId xmlns:a16="http://schemas.microsoft.com/office/drawing/2014/main" id="{8CA237C0-4C4E-4851-A12A-6726A420C8F1}"/>
                </a:ext>
              </a:extLst>
            </p:cNvPr>
            <p:cNvSpPr>
              <a:spLocks noChangeShapeType="1"/>
            </p:cNvSpPr>
            <p:nvPr/>
          </p:nvSpPr>
          <p:spPr bwMode="auto">
            <a:xfrm>
              <a:off x="2384425" y="1036638"/>
              <a:ext cx="539750" cy="5683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52" name="Rectangle 21">
              <a:extLst>
                <a:ext uri="{FF2B5EF4-FFF2-40B4-BE49-F238E27FC236}">
                  <a16:creationId xmlns:a16="http://schemas.microsoft.com/office/drawing/2014/main" id="{ED0C6609-E928-42D1-8151-B1B7AD71F4FF}"/>
                </a:ext>
              </a:extLst>
            </p:cNvPr>
            <p:cNvSpPr>
              <a:spLocks noChangeArrowheads="1"/>
            </p:cNvSpPr>
            <p:nvPr/>
          </p:nvSpPr>
          <p:spPr bwMode="auto">
            <a:xfrm>
              <a:off x="2549525" y="881063"/>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08553" name="Rectangle 22">
              <a:extLst>
                <a:ext uri="{FF2B5EF4-FFF2-40B4-BE49-F238E27FC236}">
                  <a16:creationId xmlns:a16="http://schemas.microsoft.com/office/drawing/2014/main" id="{B82A13A0-0EF5-4C30-9DAB-B084DF4E7011}"/>
                </a:ext>
              </a:extLst>
            </p:cNvPr>
            <p:cNvSpPr>
              <a:spLocks noChangeArrowheads="1"/>
            </p:cNvSpPr>
            <p:nvPr/>
          </p:nvSpPr>
          <p:spPr bwMode="auto">
            <a:xfrm>
              <a:off x="2662237" y="1003300"/>
              <a:ext cx="120650" cy="258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08554" name="Rectangle 23">
              <a:extLst>
                <a:ext uri="{FF2B5EF4-FFF2-40B4-BE49-F238E27FC236}">
                  <a16:creationId xmlns:a16="http://schemas.microsoft.com/office/drawing/2014/main" id="{8C312BEC-F329-45F9-ADB3-35D9F57BF3F0}"/>
                </a:ext>
              </a:extLst>
            </p:cNvPr>
            <p:cNvSpPr>
              <a:spLocks noChangeArrowheads="1"/>
            </p:cNvSpPr>
            <p:nvPr/>
          </p:nvSpPr>
          <p:spPr bwMode="auto">
            <a:xfrm>
              <a:off x="2784475" y="881063"/>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08555" name="Rectangle 24">
              <a:extLst>
                <a:ext uri="{FF2B5EF4-FFF2-40B4-BE49-F238E27FC236}">
                  <a16:creationId xmlns:a16="http://schemas.microsoft.com/office/drawing/2014/main" id="{A0FAB4E6-2263-4D8D-8EE7-E512986AB5F1}"/>
                </a:ext>
              </a:extLst>
            </p:cNvPr>
            <p:cNvSpPr>
              <a:spLocks noChangeArrowheads="1"/>
            </p:cNvSpPr>
            <p:nvPr/>
          </p:nvSpPr>
          <p:spPr bwMode="auto">
            <a:xfrm>
              <a:off x="2897187" y="1003300"/>
              <a:ext cx="10900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08556" name="Rectangle 25">
              <a:extLst>
                <a:ext uri="{FF2B5EF4-FFF2-40B4-BE49-F238E27FC236}">
                  <a16:creationId xmlns:a16="http://schemas.microsoft.com/office/drawing/2014/main" id="{FAA0E8C3-9866-44EC-B2A5-1E7809FC79EC}"/>
                </a:ext>
              </a:extLst>
            </p:cNvPr>
            <p:cNvSpPr>
              <a:spLocks noChangeArrowheads="1"/>
            </p:cNvSpPr>
            <p:nvPr/>
          </p:nvSpPr>
          <p:spPr bwMode="auto">
            <a:xfrm>
              <a:off x="2286000" y="1143000"/>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08557" name="Rectangle 26">
              <a:extLst>
                <a:ext uri="{FF2B5EF4-FFF2-40B4-BE49-F238E27FC236}">
                  <a16:creationId xmlns:a16="http://schemas.microsoft.com/office/drawing/2014/main" id="{7304BA18-FBBE-4B18-84BF-3964E51B5530}"/>
                </a:ext>
              </a:extLst>
            </p:cNvPr>
            <p:cNvSpPr>
              <a:spLocks noChangeArrowheads="1"/>
            </p:cNvSpPr>
            <p:nvPr/>
          </p:nvSpPr>
          <p:spPr bwMode="auto">
            <a:xfrm>
              <a:off x="2400300" y="1265238"/>
              <a:ext cx="10900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08558" name="Rectangle 27">
              <a:extLst>
                <a:ext uri="{FF2B5EF4-FFF2-40B4-BE49-F238E27FC236}">
                  <a16:creationId xmlns:a16="http://schemas.microsoft.com/office/drawing/2014/main" id="{C480EC7E-0966-4B38-8192-F739D59BE8E2}"/>
                </a:ext>
              </a:extLst>
            </p:cNvPr>
            <p:cNvSpPr>
              <a:spLocks noChangeArrowheads="1"/>
            </p:cNvSpPr>
            <p:nvPr/>
          </p:nvSpPr>
          <p:spPr bwMode="auto">
            <a:xfrm>
              <a:off x="3132137" y="1752600"/>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08559" name="Rectangle 28">
              <a:extLst>
                <a:ext uri="{FF2B5EF4-FFF2-40B4-BE49-F238E27FC236}">
                  <a16:creationId xmlns:a16="http://schemas.microsoft.com/office/drawing/2014/main" id="{C433E720-0D8F-40BA-94BD-35FD22038781}"/>
                </a:ext>
              </a:extLst>
            </p:cNvPr>
            <p:cNvSpPr>
              <a:spLocks noChangeArrowheads="1"/>
            </p:cNvSpPr>
            <p:nvPr/>
          </p:nvSpPr>
          <p:spPr bwMode="auto">
            <a:xfrm>
              <a:off x="3678237" y="1752600"/>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08560" name="Rectangle 29">
              <a:extLst>
                <a:ext uri="{FF2B5EF4-FFF2-40B4-BE49-F238E27FC236}">
                  <a16:creationId xmlns:a16="http://schemas.microsoft.com/office/drawing/2014/main" id="{63862BC8-10D0-4796-BA6F-DB7BA104CED0}"/>
                </a:ext>
              </a:extLst>
            </p:cNvPr>
            <p:cNvSpPr>
              <a:spLocks noChangeArrowheads="1"/>
            </p:cNvSpPr>
            <p:nvPr/>
          </p:nvSpPr>
          <p:spPr bwMode="auto">
            <a:xfrm>
              <a:off x="3132137" y="2300288"/>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08561" name="Rectangle 30">
              <a:extLst>
                <a:ext uri="{FF2B5EF4-FFF2-40B4-BE49-F238E27FC236}">
                  <a16:creationId xmlns:a16="http://schemas.microsoft.com/office/drawing/2014/main" id="{1E64CBAF-25DE-48EF-B1F0-38860D0F0D49}"/>
                </a:ext>
              </a:extLst>
            </p:cNvPr>
            <p:cNvSpPr>
              <a:spLocks noChangeArrowheads="1"/>
            </p:cNvSpPr>
            <p:nvPr/>
          </p:nvSpPr>
          <p:spPr bwMode="auto">
            <a:xfrm>
              <a:off x="4002087" y="1604963"/>
              <a:ext cx="1104900" cy="108267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08562" name="Line 31">
              <a:extLst>
                <a:ext uri="{FF2B5EF4-FFF2-40B4-BE49-F238E27FC236}">
                  <a16:creationId xmlns:a16="http://schemas.microsoft.com/office/drawing/2014/main" id="{49BA7353-A3D3-44F4-8CC6-A3382D4D7DDB}"/>
                </a:ext>
              </a:extLst>
            </p:cNvPr>
            <p:cNvSpPr>
              <a:spLocks noChangeShapeType="1"/>
            </p:cNvSpPr>
            <p:nvPr/>
          </p:nvSpPr>
          <p:spPr bwMode="auto">
            <a:xfrm flipH="1">
              <a:off x="4002087" y="2146300"/>
              <a:ext cx="1104900"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63" name="Line 32">
              <a:extLst>
                <a:ext uri="{FF2B5EF4-FFF2-40B4-BE49-F238E27FC236}">
                  <a16:creationId xmlns:a16="http://schemas.microsoft.com/office/drawing/2014/main" id="{525D5895-A010-407F-8FB8-3E875C2B2ED7}"/>
                </a:ext>
              </a:extLst>
            </p:cNvPr>
            <p:cNvSpPr>
              <a:spLocks noChangeShapeType="1"/>
            </p:cNvSpPr>
            <p:nvPr/>
          </p:nvSpPr>
          <p:spPr bwMode="auto">
            <a:xfrm flipV="1">
              <a:off x="4567237" y="1604963"/>
              <a:ext cx="1588" cy="10826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564" name="Rectangle 33">
              <a:extLst>
                <a:ext uri="{FF2B5EF4-FFF2-40B4-BE49-F238E27FC236}">
                  <a16:creationId xmlns:a16="http://schemas.microsoft.com/office/drawing/2014/main" id="{E3332BEF-173E-4391-8C19-B9982A3647E5}"/>
                </a:ext>
              </a:extLst>
            </p:cNvPr>
            <p:cNvSpPr>
              <a:spLocks noChangeArrowheads="1"/>
            </p:cNvSpPr>
            <p:nvPr/>
          </p:nvSpPr>
          <p:spPr bwMode="auto">
            <a:xfrm>
              <a:off x="3678237" y="2300288"/>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08565" name="Rectangle 34">
              <a:extLst>
                <a:ext uri="{FF2B5EF4-FFF2-40B4-BE49-F238E27FC236}">
                  <a16:creationId xmlns:a16="http://schemas.microsoft.com/office/drawing/2014/main" id="{2FC29608-9F61-4F10-BC6D-13250C5EB32E}"/>
                </a:ext>
              </a:extLst>
            </p:cNvPr>
            <p:cNvSpPr>
              <a:spLocks noChangeArrowheads="1"/>
            </p:cNvSpPr>
            <p:nvPr/>
          </p:nvSpPr>
          <p:spPr bwMode="auto">
            <a:xfrm>
              <a:off x="4225925" y="1752600"/>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08566" name="Rectangle 35">
              <a:extLst>
                <a:ext uri="{FF2B5EF4-FFF2-40B4-BE49-F238E27FC236}">
                  <a16:creationId xmlns:a16="http://schemas.microsoft.com/office/drawing/2014/main" id="{97BD2093-2334-46C4-AA17-987F1156CE50}"/>
                </a:ext>
              </a:extLst>
            </p:cNvPr>
            <p:cNvSpPr>
              <a:spLocks noChangeArrowheads="1"/>
            </p:cNvSpPr>
            <p:nvPr/>
          </p:nvSpPr>
          <p:spPr bwMode="auto">
            <a:xfrm>
              <a:off x="4770437" y="1752600"/>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08567" name="Rectangle 36">
              <a:extLst>
                <a:ext uri="{FF2B5EF4-FFF2-40B4-BE49-F238E27FC236}">
                  <a16:creationId xmlns:a16="http://schemas.microsoft.com/office/drawing/2014/main" id="{2B3A0B47-235C-4263-9231-46AEC89A2DCD}"/>
                </a:ext>
              </a:extLst>
            </p:cNvPr>
            <p:cNvSpPr>
              <a:spLocks noChangeArrowheads="1"/>
            </p:cNvSpPr>
            <p:nvPr/>
          </p:nvSpPr>
          <p:spPr bwMode="auto">
            <a:xfrm>
              <a:off x="4225925" y="2300288"/>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08568" name="Rectangle 41">
              <a:extLst>
                <a:ext uri="{FF2B5EF4-FFF2-40B4-BE49-F238E27FC236}">
                  <a16:creationId xmlns:a16="http://schemas.microsoft.com/office/drawing/2014/main" id="{F752610A-FCDE-49E1-83AF-6E2CC43ED9FC}"/>
                </a:ext>
              </a:extLst>
            </p:cNvPr>
            <p:cNvSpPr>
              <a:spLocks noChangeArrowheads="1"/>
            </p:cNvSpPr>
            <p:nvPr/>
          </p:nvSpPr>
          <p:spPr bwMode="auto">
            <a:xfrm>
              <a:off x="4770437" y="2300288"/>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08569" name="Rectangle 79">
              <a:extLst>
                <a:ext uri="{FF2B5EF4-FFF2-40B4-BE49-F238E27FC236}">
                  <a16:creationId xmlns:a16="http://schemas.microsoft.com/office/drawing/2014/main" id="{29833ACD-2A11-4CA9-A2F7-FE38004D871D}"/>
                </a:ext>
              </a:extLst>
            </p:cNvPr>
            <p:cNvSpPr>
              <a:spLocks noChangeArrowheads="1"/>
            </p:cNvSpPr>
            <p:nvPr/>
          </p:nvSpPr>
          <p:spPr bwMode="auto">
            <a:xfrm>
              <a:off x="30749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08570" name="Rectangle 80">
              <a:extLst>
                <a:ext uri="{FF2B5EF4-FFF2-40B4-BE49-F238E27FC236}">
                  <a16:creationId xmlns:a16="http://schemas.microsoft.com/office/drawing/2014/main" id="{991BC752-9596-455E-BA3D-C5627EBFDBCD}"/>
                </a:ext>
              </a:extLst>
            </p:cNvPr>
            <p:cNvSpPr>
              <a:spLocks noChangeArrowheads="1"/>
            </p:cNvSpPr>
            <p:nvPr/>
          </p:nvSpPr>
          <p:spPr bwMode="auto">
            <a:xfrm>
              <a:off x="36210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08571" name="Rectangle 81">
              <a:extLst>
                <a:ext uri="{FF2B5EF4-FFF2-40B4-BE49-F238E27FC236}">
                  <a16:creationId xmlns:a16="http://schemas.microsoft.com/office/drawing/2014/main" id="{691B64C9-3F6A-41FD-B44B-E092F87F6424}"/>
                </a:ext>
              </a:extLst>
            </p:cNvPr>
            <p:cNvSpPr>
              <a:spLocks noChangeArrowheads="1"/>
            </p:cNvSpPr>
            <p:nvPr/>
          </p:nvSpPr>
          <p:spPr bwMode="auto">
            <a:xfrm>
              <a:off x="41671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08572" name="Rectangle 82">
              <a:extLst>
                <a:ext uri="{FF2B5EF4-FFF2-40B4-BE49-F238E27FC236}">
                  <a16:creationId xmlns:a16="http://schemas.microsoft.com/office/drawing/2014/main" id="{AD28D9DC-381D-4953-8858-83211222E790}"/>
                </a:ext>
              </a:extLst>
            </p:cNvPr>
            <p:cNvSpPr>
              <a:spLocks noChangeArrowheads="1"/>
            </p:cNvSpPr>
            <p:nvPr/>
          </p:nvSpPr>
          <p:spPr bwMode="auto">
            <a:xfrm>
              <a:off x="47132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08573" name="Rectangle 83">
              <a:extLst>
                <a:ext uri="{FF2B5EF4-FFF2-40B4-BE49-F238E27FC236}">
                  <a16:creationId xmlns:a16="http://schemas.microsoft.com/office/drawing/2014/main" id="{CDD9626A-C2E2-467A-B4DA-4ED4D4A414D4}"/>
                </a:ext>
              </a:extLst>
            </p:cNvPr>
            <p:cNvSpPr>
              <a:spLocks noChangeArrowheads="1"/>
            </p:cNvSpPr>
            <p:nvPr/>
          </p:nvSpPr>
          <p:spPr bwMode="auto">
            <a:xfrm>
              <a:off x="2657475" y="1752600"/>
              <a:ext cx="134937"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08574" name="Rectangle 85">
              <a:extLst>
                <a:ext uri="{FF2B5EF4-FFF2-40B4-BE49-F238E27FC236}">
                  <a16:creationId xmlns:a16="http://schemas.microsoft.com/office/drawing/2014/main" id="{AF19F7C6-8AE3-4FBA-A963-6D747BA27F3B}"/>
                </a:ext>
              </a:extLst>
            </p:cNvPr>
            <p:cNvSpPr>
              <a:spLocks noChangeArrowheads="1"/>
            </p:cNvSpPr>
            <p:nvPr/>
          </p:nvSpPr>
          <p:spPr bwMode="auto">
            <a:xfrm>
              <a:off x="2644775" y="2300288"/>
              <a:ext cx="134937"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gr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9569" name="Group 1">
            <a:extLst>
              <a:ext uri="{FF2B5EF4-FFF2-40B4-BE49-F238E27FC236}">
                <a16:creationId xmlns:a16="http://schemas.microsoft.com/office/drawing/2014/main" id="{AD3CDB3F-1844-4FE2-A80B-5139A6DF5C0F}"/>
              </a:ext>
            </a:extLst>
          </p:cNvPr>
          <p:cNvGrpSpPr>
            <a:grpSpLocks/>
          </p:cNvGrpSpPr>
          <p:nvPr/>
        </p:nvGrpSpPr>
        <p:grpSpPr bwMode="auto">
          <a:xfrm>
            <a:off x="879475" y="1666875"/>
            <a:ext cx="3235325" cy="3819525"/>
            <a:chOff x="3013075" y="1666875"/>
            <a:chExt cx="3235325" cy="3819525"/>
          </a:xfrm>
        </p:grpSpPr>
        <p:sp>
          <p:nvSpPr>
            <p:cNvPr id="109601" name="Rectangle 4">
              <a:extLst>
                <a:ext uri="{FF2B5EF4-FFF2-40B4-BE49-F238E27FC236}">
                  <a16:creationId xmlns:a16="http://schemas.microsoft.com/office/drawing/2014/main" id="{6BB04333-AF77-4C04-86DB-767B8AAA8366}"/>
                </a:ext>
              </a:extLst>
            </p:cNvPr>
            <p:cNvSpPr>
              <a:spLocks noChangeArrowheads="1"/>
            </p:cNvSpPr>
            <p:nvPr/>
          </p:nvSpPr>
          <p:spPr bwMode="auto">
            <a:xfrm>
              <a:off x="3038475" y="1666875"/>
              <a:ext cx="3203575"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02" name="Rectangle 5">
              <a:extLst>
                <a:ext uri="{FF2B5EF4-FFF2-40B4-BE49-F238E27FC236}">
                  <a16:creationId xmlns:a16="http://schemas.microsoft.com/office/drawing/2014/main" id="{2BDB765E-BE56-4C09-9CB8-98EF0920D92E}"/>
                </a:ext>
              </a:extLst>
            </p:cNvPr>
            <p:cNvSpPr>
              <a:spLocks noChangeArrowheads="1"/>
            </p:cNvSpPr>
            <p:nvPr/>
          </p:nvSpPr>
          <p:spPr bwMode="auto">
            <a:xfrm>
              <a:off x="3013075" y="1677988"/>
              <a:ext cx="11113"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03" name="Rectangle 6">
              <a:extLst>
                <a:ext uri="{FF2B5EF4-FFF2-40B4-BE49-F238E27FC236}">
                  <a16:creationId xmlns:a16="http://schemas.microsoft.com/office/drawing/2014/main" id="{A5A5A6C0-D945-4FEE-AD55-5FCDB09AB1E5}"/>
                </a:ext>
              </a:extLst>
            </p:cNvPr>
            <p:cNvSpPr>
              <a:spLocks noChangeArrowheads="1"/>
            </p:cNvSpPr>
            <p:nvPr/>
          </p:nvSpPr>
          <p:spPr bwMode="auto">
            <a:xfrm>
              <a:off x="4129088"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04" name="Rectangle 7">
              <a:extLst>
                <a:ext uri="{FF2B5EF4-FFF2-40B4-BE49-F238E27FC236}">
                  <a16:creationId xmlns:a16="http://schemas.microsoft.com/office/drawing/2014/main" id="{4173096E-817E-4E5B-980A-61243CE1CEAC}"/>
                </a:ext>
              </a:extLst>
            </p:cNvPr>
            <p:cNvSpPr>
              <a:spLocks noChangeArrowheads="1"/>
            </p:cNvSpPr>
            <p:nvPr/>
          </p:nvSpPr>
          <p:spPr bwMode="auto">
            <a:xfrm>
              <a:off x="3246438" y="1792288"/>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05" name="Rectangle 8">
              <a:extLst>
                <a:ext uri="{FF2B5EF4-FFF2-40B4-BE49-F238E27FC236}">
                  <a16:creationId xmlns:a16="http://schemas.microsoft.com/office/drawing/2014/main" id="{95DA8209-E39A-4D62-BF56-754DDBCEB081}"/>
                </a:ext>
              </a:extLst>
            </p:cNvPr>
            <p:cNvSpPr>
              <a:spLocks noChangeArrowheads="1"/>
            </p:cNvSpPr>
            <p:nvPr/>
          </p:nvSpPr>
          <p:spPr bwMode="auto">
            <a:xfrm>
              <a:off x="5219700"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06" name="Rectangle 9">
              <a:extLst>
                <a:ext uri="{FF2B5EF4-FFF2-40B4-BE49-F238E27FC236}">
                  <a16:creationId xmlns:a16="http://schemas.microsoft.com/office/drawing/2014/main" id="{692DF5AF-F21C-412E-A5B2-F820E87F606B}"/>
                </a:ext>
              </a:extLst>
            </p:cNvPr>
            <p:cNvSpPr>
              <a:spLocks noChangeArrowheads="1"/>
            </p:cNvSpPr>
            <p:nvPr/>
          </p:nvSpPr>
          <p:spPr bwMode="auto">
            <a:xfrm>
              <a:off x="4440238" y="1792288"/>
              <a:ext cx="4937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07" name="Rectangle 10">
              <a:extLst>
                <a:ext uri="{FF2B5EF4-FFF2-40B4-BE49-F238E27FC236}">
                  <a16:creationId xmlns:a16="http://schemas.microsoft.com/office/drawing/2014/main" id="{01F55E4B-34D6-4BDE-9418-F518FE560DA0}"/>
                </a:ext>
              </a:extLst>
            </p:cNvPr>
            <p:cNvSpPr>
              <a:spLocks noChangeArrowheads="1"/>
            </p:cNvSpPr>
            <p:nvPr/>
          </p:nvSpPr>
          <p:spPr bwMode="auto">
            <a:xfrm>
              <a:off x="6235700"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08" name="Rectangle 11">
              <a:extLst>
                <a:ext uri="{FF2B5EF4-FFF2-40B4-BE49-F238E27FC236}">
                  <a16:creationId xmlns:a16="http://schemas.microsoft.com/office/drawing/2014/main" id="{C5A00120-16E7-4378-9A8B-E3B8549406BF}"/>
                </a:ext>
              </a:extLst>
            </p:cNvPr>
            <p:cNvSpPr>
              <a:spLocks noChangeArrowheads="1"/>
            </p:cNvSpPr>
            <p:nvPr/>
          </p:nvSpPr>
          <p:spPr bwMode="auto">
            <a:xfrm>
              <a:off x="3013075" y="2139950"/>
              <a:ext cx="11113"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09" name="Rectangle 12">
              <a:extLst>
                <a:ext uri="{FF2B5EF4-FFF2-40B4-BE49-F238E27FC236}">
                  <a16:creationId xmlns:a16="http://schemas.microsoft.com/office/drawing/2014/main" id="{B0627B68-74E1-4CA5-9110-4B1458FA2DF6}"/>
                </a:ext>
              </a:extLst>
            </p:cNvPr>
            <p:cNvSpPr>
              <a:spLocks noChangeArrowheads="1"/>
            </p:cNvSpPr>
            <p:nvPr/>
          </p:nvSpPr>
          <p:spPr bwMode="auto">
            <a:xfrm>
              <a:off x="5375275" y="1792288"/>
              <a:ext cx="704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Output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10" name="Rectangle 13">
              <a:extLst>
                <a:ext uri="{FF2B5EF4-FFF2-40B4-BE49-F238E27FC236}">
                  <a16:creationId xmlns:a16="http://schemas.microsoft.com/office/drawing/2014/main" id="{5C2A9B27-62B5-4FD7-B068-F2BBD7115ED4}"/>
                </a:ext>
              </a:extLst>
            </p:cNvPr>
            <p:cNvSpPr>
              <a:spLocks noChangeArrowheads="1"/>
            </p:cNvSpPr>
            <p:nvPr/>
          </p:nvSpPr>
          <p:spPr bwMode="auto">
            <a:xfrm>
              <a:off x="4129088"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11" name="Rectangle 14">
              <a:extLst>
                <a:ext uri="{FF2B5EF4-FFF2-40B4-BE49-F238E27FC236}">
                  <a16:creationId xmlns:a16="http://schemas.microsoft.com/office/drawing/2014/main" id="{7EB49ED3-4C81-4C25-868D-09CD911FE2F4}"/>
                </a:ext>
              </a:extLst>
            </p:cNvPr>
            <p:cNvSpPr>
              <a:spLocks noChangeArrowheads="1"/>
            </p:cNvSpPr>
            <p:nvPr/>
          </p:nvSpPr>
          <p:spPr bwMode="auto">
            <a:xfrm>
              <a:off x="3387725" y="2141538"/>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12" name="Rectangle 15">
              <a:extLst>
                <a:ext uri="{FF2B5EF4-FFF2-40B4-BE49-F238E27FC236}">
                  <a16:creationId xmlns:a16="http://schemas.microsoft.com/office/drawing/2014/main" id="{DE5E3771-32F3-4FF3-ABBF-49DC326FABAE}"/>
                </a:ext>
              </a:extLst>
            </p:cNvPr>
            <p:cNvSpPr>
              <a:spLocks noChangeArrowheads="1"/>
            </p:cNvSpPr>
            <p:nvPr/>
          </p:nvSpPr>
          <p:spPr bwMode="auto">
            <a:xfrm>
              <a:off x="5219700"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13" name="Rectangle 16">
              <a:extLst>
                <a:ext uri="{FF2B5EF4-FFF2-40B4-BE49-F238E27FC236}">
                  <a16:creationId xmlns:a16="http://schemas.microsoft.com/office/drawing/2014/main" id="{2EB78FFD-5335-4B90-9B28-D1B5C587291E}"/>
                </a:ext>
              </a:extLst>
            </p:cNvPr>
            <p:cNvSpPr>
              <a:spLocks noChangeArrowheads="1"/>
            </p:cNvSpPr>
            <p:nvPr/>
          </p:nvSpPr>
          <p:spPr bwMode="auto">
            <a:xfrm>
              <a:off x="6235700"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14" name="Rectangle 17">
              <a:extLst>
                <a:ext uri="{FF2B5EF4-FFF2-40B4-BE49-F238E27FC236}">
                  <a16:creationId xmlns:a16="http://schemas.microsoft.com/office/drawing/2014/main" id="{FA00C82D-254E-46A8-AE6C-075D0A20E1B6}"/>
                </a:ext>
              </a:extLst>
            </p:cNvPr>
            <p:cNvSpPr>
              <a:spLocks noChangeArrowheads="1"/>
            </p:cNvSpPr>
            <p:nvPr/>
          </p:nvSpPr>
          <p:spPr bwMode="auto">
            <a:xfrm>
              <a:off x="3013075" y="2495550"/>
              <a:ext cx="11113"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15" name="Rectangle 18">
              <a:extLst>
                <a:ext uri="{FF2B5EF4-FFF2-40B4-BE49-F238E27FC236}">
                  <a16:creationId xmlns:a16="http://schemas.microsoft.com/office/drawing/2014/main" id="{A2FE8D23-92BF-4578-94DD-81C0413DD78D}"/>
                </a:ext>
              </a:extLst>
            </p:cNvPr>
            <p:cNvSpPr>
              <a:spLocks noChangeArrowheads="1"/>
            </p:cNvSpPr>
            <p:nvPr/>
          </p:nvSpPr>
          <p:spPr bwMode="auto">
            <a:xfrm>
              <a:off x="4452938" y="2141538"/>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16" name="Rectangle 19">
              <a:extLst>
                <a:ext uri="{FF2B5EF4-FFF2-40B4-BE49-F238E27FC236}">
                  <a16:creationId xmlns:a16="http://schemas.microsoft.com/office/drawing/2014/main" id="{7A837910-FDA0-4C17-B8E2-12A07B70B884}"/>
                </a:ext>
              </a:extLst>
            </p:cNvPr>
            <p:cNvSpPr>
              <a:spLocks noChangeArrowheads="1"/>
            </p:cNvSpPr>
            <p:nvPr/>
          </p:nvSpPr>
          <p:spPr bwMode="auto">
            <a:xfrm>
              <a:off x="3262313" y="2490788"/>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17" name="Rectangle 20">
              <a:extLst>
                <a:ext uri="{FF2B5EF4-FFF2-40B4-BE49-F238E27FC236}">
                  <a16:creationId xmlns:a16="http://schemas.microsoft.com/office/drawing/2014/main" id="{30D25FF3-EAAF-4739-AC77-1F5E74663328}"/>
                </a:ext>
              </a:extLst>
            </p:cNvPr>
            <p:cNvSpPr>
              <a:spLocks noChangeArrowheads="1"/>
            </p:cNvSpPr>
            <p:nvPr/>
          </p:nvSpPr>
          <p:spPr bwMode="auto">
            <a:xfrm>
              <a:off x="3387725"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18" name="Rectangle 21">
              <a:extLst>
                <a:ext uri="{FF2B5EF4-FFF2-40B4-BE49-F238E27FC236}">
                  <a16:creationId xmlns:a16="http://schemas.microsoft.com/office/drawing/2014/main" id="{B138B726-7FF6-442E-ABF1-74F7768F6DD4}"/>
                </a:ext>
              </a:extLst>
            </p:cNvPr>
            <p:cNvSpPr>
              <a:spLocks noChangeArrowheads="1"/>
            </p:cNvSpPr>
            <p:nvPr/>
          </p:nvSpPr>
          <p:spPr bwMode="auto">
            <a:xfrm>
              <a:off x="3498850" y="2490788"/>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19" name="Rectangle 22">
              <a:extLst>
                <a:ext uri="{FF2B5EF4-FFF2-40B4-BE49-F238E27FC236}">
                  <a16:creationId xmlns:a16="http://schemas.microsoft.com/office/drawing/2014/main" id="{D625BBE6-526E-4C67-B804-C0CC9FB98639}"/>
                </a:ext>
              </a:extLst>
            </p:cNvPr>
            <p:cNvSpPr>
              <a:spLocks noChangeArrowheads="1"/>
            </p:cNvSpPr>
            <p:nvPr/>
          </p:nvSpPr>
          <p:spPr bwMode="auto">
            <a:xfrm>
              <a:off x="36242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20" name="Rectangle 23">
              <a:extLst>
                <a:ext uri="{FF2B5EF4-FFF2-40B4-BE49-F238E27FC236}">
                  <a16:creationId xmlns:a16="http://schemas.microsoft.com/office/drawing/2014/main" id="{574DC496-0564-4BC1-993F-3F4FBC720F93}"/>
                </a:ext>
              </a:extLst>
            </p:cNvPr>
            <p:cNvSpPr>
              <a:spLocks noChangeArrowheads="1"/>
            </p:cNvSpPr>
            <p:nvPr/>
          </p:nvSpPr>
          <p:spPr bwMode="auto">
            <a:xfrm>
              <a:off x="3738563" y="2490788"/>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21" name="Rectangle 24">
              <a:extLst>
                <a:ext uri="{FF2B5EF4-FFF2-40B4-BE49-F238E27FC236}">
                  <a16:creationId xmlns:a16="http://schemas.microsoft.com/office/drawing/2014/main" id="{9B2617C5-7E20-42DD-8A9E-20323AAD6A5F}"/>
                </a:ext>
              </a:extLst>
            </p:cNvPr>
            <p:cNvSpPr>
              <a:spLocks noChangeArrowheads="1"/>
            </p:cNvSpPr>
            <p:nvPr/>
          </p:nvSpPr>
          <p:spPr bwMode="auto">
            <a:xfrm>
              <a:off x="4129088"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22" name="Rectangle 25">
              <a:extLst>
                <a:ext uri="{FF2B5EF4-FFF2-40B4-BE49-F238E27FC236}">
                  <a16:creationId xmlns:a16="http://schemas.microsoft.com/office/drawing/2014/main" id="{18E052C7-CFC2-4AB1-964A-A18A7073CD39}"/>
                </a:ext>
              </a:extLst>
            </p:cNvPr>
            <p:cNvSpPr>
              <a:spLocks noChangeArrowheads="1"/>
            </p:cNvSpPr>
            <p:nvPr/>
          </p:nvSpPr>
          <p:spPr bwMode="auto">
            <a:xfrm>
              <a:off x="386238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23" name="Rectangle 26">
              <a:extLst>
                <a:ext uri="{FF2B5EF4-FFF2-40B4-BE49-F238E27FC236}">
                  <a16:creationId xmlns:a16="http://schemas.microsoft.com/office/drawing/2014/main" id="{ADF52FE7-5553-44E9-ABA4-8EEB41DE7472}"/>
                </a:ext>
              </a:extLst>
            </p:cNvPr>
            <p:cNvSpPr>
              <a:spLocks noChangeArrowheads="1"/>
            </p:cNvSpPr>
            <p:nvPr/>
          </p:nvSpPr>
          <p:spPr bwMode="auto">
            <a:xfrm>
              <a:off x="4295775" y="2490788"/>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24" name="Rectangle 27">
              <a:extLst>
                <a:ext uri="{FF2B5EF4-FFF2-40B4-BE49-F238E27FC236}">
                  <a16:creationId xmlns:a16="http://schemas.microsoft.com/office/drawing/2014/main" id="{A04F0BA0-68DA-4F2D-B69A-C2299B2C6A79}"/>
                </a:ext>
              </a:extLst>
            </p:cNvPr>
            <p:cNvSpPr>
              <a:spLocks noChangeArrowheads="1"/>
            </p:cNvSpPr>
            <p:nvPr/>
          </p:nvSpPr>
          <p:spPr bwMode="auto">
            <a:xfrm>
              <a:off x="44402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25" name="Rectangle 28">
              <a:extLst>
                <a:ext uri="{FF2B5EF4-FFF2-40B4-BE49-F238E27FC236}">
                  <a16:creationId xmlns:a16="http://schemas.microsoft.com/office/drawing/2014/main" id="{1FCA0C97-C449-40AE-86F2-5A4D699B5377}"/>
                </a:ext>
              </a:extLst>
            </p:cNvPr>
            <p:cNvSpPr>
              <a:spLocks noChangeArrowheads="1"/>
            </p:cNvSpPr>
            <p:nvPr/>
          </p:nvSpPr>
          <p:spPr bwMode="auto">
            <a:xfrm>
              <a:off x="4556125" y="2490788"/>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26" name="Rectangle 29">
              <a:extLst>
                <a:ext uri="{FF2B5EF4-FFF2-40B4-BE49-F238E27FC236}">
                  <a16:creationId xmlns:a16="http://schemas.microsoft.com/office/drawing/2014/main" id="{975FBA13-D681-41E7-8C3F-37948319FD73}"/>
                </a:ext>
              </a:extLst>
            </p:cNvPr>
            <p:cNvSpPr>
              <a:spLocks noChangeArrowheads="1"/>
            </p:cNvSpPr>
            <p:nvPr/>
          </p:nvSpPr>
          <p:spPr bwMode="auto">
            <a:xfrm>
              <a:off x="4702175"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27" name="Rectangle 30">
              <a:extLst>
                <a:ext uri="{FF2B5EF4-FFF2-40B4-BE49-F238E27FC236}">
                  <a16:creationId xmlns:a16="http://schemas.microsoft.com/office/drawing/2014/main" id="{C3753862-E1C9-439C-8FE1-3BEE8876A1D5}"/>
                </a:ext>
              </a:extLst>
            </p:cNvPr>
            <p:cNvSpPr>
              <a:spLocks noChangeArrowheads="1"/>
            </p:cNvSpPr>
            <p:nvPr/>
          </p:nvSpPr>
          <p:spPr bwMode="auto">
            <a:xfrm>
              <a:off x="4814888" y="2490788"/>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28" name="Rectangle 31">
              <a:extLst>
                <a:ext uri="{FF2B5EF4-FFF2-40B4-BE49-F238E27FC236}">
                  <a16:creationId xmlns:a16="http://schemas.microsoft.com/office/drawing/2014/main" id="{0AAAFDF0-1C00-4821-85B0-D9CCED44A2A0}"/>
                </a:ext>
              </a:extLst>
            </p:cNvPr>
            <p:cNvSpPr>
              <a:spLocks noChangeArrowheads="1"/>
            </p:cNvSpPr>
            <p:nvPr/>
          </p:nvSpPr>
          <p:spPr bwMode="auto">
            <a:xfrm>
              <a:off x="5219700"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29" name="Rectangle 32">
              <a:extLst>
                <a:ext uri="{FF2B5EF4-FFF2-40B4-BE49-F238E27FC236}">
                  <a16:creationId xmlns:a16="http://schemas.microsoft.com/office/drawing/2014/main" id="{DA473231-64C4-4E14-9761-EC1FC40991E4}"/>
                </a:ext>
              </a:extLst>
            </p:cNvPr>
            <p:cNvSpPr>
              <a:spLocks noChangeArrowheads="1"/>
            </p:cNvSpPr>
            <p:nvPr/>
          </p:nvSpPr>
          <p:spPr bwMode="auto">
            <a:xfrm>
              <a:off x="49609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30" name="Rectangle 33">
              <a:extLst>
                <a:ext uri="{FF2B5EF4-FFF2-40B4-BE49-F238E27FC236}">
                  <a16:creationId xmlns:a16="http://schemas.microsoft.com/office/drawing/2014/main" id="{1310575C-7570-4B9E-A1E3-3233FB86A6A5}"/>
                </a:ext>
              </a:extLst>
            </p:cNvPr>
            <p:cNvSpPr>
              <a:spLocks noChangeArrowheads="1"/>
            </p:cNvSpPr>
            <p:nvPr/>
          </p:nvSpPr>
          <p:spPr bwMode="auto">
            <a:xfrm>
              <a:off x="5384800"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31" name="Rectangle 34">
              <a:extLst>
                <a:ext uri="{FF2B5EF4-FFF2-40B4-BE49-F238E27FC236}">
                  <a16:creationId xmlns:a16="http://schemas.microsoft.com/office/drawing/2014/main" id="{D6FDFFEC-F427-4716-8231-C9EB15B30159}"/>
                </a:ext>
              </a:extLst>
            </p:cNvPr>
            <p:cNvSpPr>
              <a:spLocks noChangeArrowheads="1"/>
            </p:cNvSpPr>
            <p:nvPr/>
          </p:nvSpPr>
          <p:spPr bwMode="auto">
            <a:xfrm>
              <a:off x="55038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32" name="Rectangle 35">
              <a:extLst>
                <a:ext uri="{FF2B5EF4-FFF2-40B4-BE49-F238E27FC236}">
                  <a16:creationId xmlns:a16="http://schemas.microsoft.com/office/drawing/2014/main" id="{C4FB96B6-7EC8-4DCA-9177-A100FB35A4AB}"/>
                </a:ext>
              </a:extLst>
            </p:cNvPr>
            <p:cNvSpPr>
              <a:spLocks noChangeArrowheads="1"/>
            </p:cNvSpPr>
            <p:nvPr/>
          </p:nvSpPr>
          <p:spPr bwMode="auto">
            <a:xfrm>
              <a:off x="5613400"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33" name="Rectangle 36">
              <a:extLst>
                <a:ext uri="{FF2B5EF4-FFF2-40B4-BE49-F238E27FC236}">
                  <a16:creationId xmlns:a16="http://schemas.microsoft.com/office/drawing/2014/main" id="{48DFE4D9-F530-4A1C-9B03-F48D3E6C758D}"/>
                </a:ext>
              </a:extLst>
            </p:cNvPr>
            <p:cNvSpPr>
              <a:spLocks noChangeArrowheads="1"/>
            </p:cNvSpPr>
            <p:nvPr/>
          </p:nvSpPr>
          <p:spPr bwMode="auto">
            <a:xfrm>
              <a:off x="57324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34" name="Rectangle 37">
              <a:extLst>
                <a:ext uri="{FF2B5EF4-FFF2-40B4-BE49-F238E27FC236}">
                  <a16:creationId xmlns:a16="http://schemas.microsoft.com/office/drawing/2014/main" id="{678EB4B5-BC08-46A1-A483-E0B2940E8EAC}"/>
                </a:ext>
              </a:extLst>
            </p:cNvPr>
            <p:cNvSpPr>
              <a:spLocks noChangeArrowheads="1"/>
            </p:cNvSpPr>
            <p:nvPr/>
          </p:nvSpPr>
          <p:spPr bwMode="auto">
            <a:xfrm>
              <a:off x="5845175"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35" name="Rectangle 38">
              <a:extLst>
                <a:ext uri="{FF2B5EF4-FFF2-40B4-BE49-F238E27FC236}">
                  <a16:creationId xmlns:a16="http://schemas.microsoft.com/office/drawing/2014/main" id="{F3C7F41F-0D60-4263-B419-F236928FF854}"/>
                </a:ext>
              </a:extLst>
            </p:cNvPr>
            <p:cNvSpPr>
              <a:spLocks noChangeArrowheads="1"/>
            </p:cNvSpPr>
            <p:nvPr/>
          </p:nvSpPr>
          <p:spPr bwMode="auto">
            <a:xfrm>
              <a:off x="6235700"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36" name="Rectangle 39">
              <a:extLst>
                <a:ext uri="{FF2B5EF4-FFF2-40B4-BE49-F238E27FC236}">
                  <a16:creationId xmlns:a16="http://schemas.microsoft.com/office/drawing/2014/main" id="{9BC059AF-390D-4A8E-9FA1-2AFB669AC06B}"/>
                </a:ext>
              </a:extLst>
            </p:cNvPr>
            <p:cNvSpPr>
              <a:spLocks noChangeArrowheads="1"/>
            </p:cNvSpPr>
            <p:nvPr/>
          </p:nvSpPr>
          <p:spPr bwMode="auto">
            <a:xfrm>
              <a:off x="3038475" y="2833688"/>
              <a:ext cx="3203575"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37" name="Rectangle 40">
              <a:extLst>
                <a:ext uri="{FF2B5EF4-FFF2-40B4-BE49-F238E27FC236}">
                  <a16:creationId xmlns:a16="http://schemas.microsoft.com/office/drawing/2014/main" id="{5F210EC9-A8DA-457F-97B6-8E2937721558}"/>
                </a:ext>
              </a:extLst>
            </p:cNvPr>
            <p:cNvSpPr>
              <a:spLocks noChangeArrowheads="1"/>
            </p:cNvSpPr>
            <p:nvPr/>
          </p:nvSpPr>
          <p:spPr bwMode="auto">
            <a:xfrm>
              <a:off x="3013075" y="2846388"/>
              <a:ext cx="11113"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38" name="Rectangle 41">
              <a:extLst>
                <a:ext uri="{FF2B5EF4-FFF2-40B4-BE49-F238E27FC236}">
                  <a16:creationId xmlns:a16="http://schemas.microsoft.com/office/drawing/2014/main" id="{667C0F17-BD5E-48C4-9C8E-FBB3163355D7}"/>
                </a:ext>
              </a:extLst>
            </p:cNvPr>
            <p:cNvSpPr>
              <a:spLocks noChangeArrowheads="1"/>
            </p:cNvSpPr>
            <p:nvPr/>
          </p:nvSpPr>
          <p:spPr bwMode="auto">
            <a:xfrm>
              <a:off x="59642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39" name="Rectangle 42">
              <a:extLst>
                <a:ext uri="{FF2B5EF4-FFF2-40B4-BE49-F238E27FC236}">
                  <a16:creationId xmlns:a16="http://schemas.microsoft.com/office/drawing/2014/main" id="{3CD669FC-D0C8-482A-BC6B-FC71C29FB05D}"/>
                </a:ext>
              </a:extLst>
            </p:cNvPr>
            <p:cNvSpPr>
              <a:spLocks noChangeArrowheads="1"/>
            </p:cNvSpPr>
            <p:nvPr/>
          </p:nvSpPr>
          <p:spPr bwMode="auto">
            <a:xfrm>
              <a:off x="4129088"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40" name="Rectangle 43">
              <a:extLst>
                <a:ext uri="{FF2B5EF4-FFF2-40B4-BE49-F238E27FC236}">
                  <a16:creationId xmlns:a16="http://schemas.microsoft.com/office/drawing/2014/main" id="{B27095C7-D11B-470C-B952-D1F5971552FE}"/>
                </a:ext>
              </a:extLst>
            </p:cNvPr>
            <p:cNvSpPr>
              <a:spLocks noChangeArrowheads="1"/>
            </p:cNvSpPr>
            <p:nvPr/>
          </p:nvSpPr>
          <p:spPr bwMode="auto">
            <a:xfrm>
              <a:off x="3335338" y="29575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41" name="Rectangle 44">
              <a:extLst>
                <a:ext uri="{FF2B5EF4-FFF2-40B4-BE49-F238E27FC236}">
                  <a16:creationId xmlns:a16="http://schemas.microsoft.com/office/drawing/2014/main" id="{6C87EFC6-3C60-4D74-9058-3FB9B4B367A5}"/>
                </a:ext>
              </a:extLst>
            </p:cNvPr>
            <p:cNvSpPr>
              <a:spLocks noChangeArrowheads="1"/>
            </p:cNvSpPr>
            <p:nvPr/>
          </p:nvSpPr>
          <p:spPr bwMode="auto">
            <a:xfrm>
              <a:off x="4465638" y="2957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42" name="Rectangle 45">
              <a:extLst>
                <a:ext uri="{FF2B5EF4-FFF2-40B4-BE49-F238E27FC236}">
                  <a16:creationId xmlns:a16="http://schemas.microsoft.com/office/drawing/2014/main" id="{2D2597FD-F0CF-4157-9E2C-23E2581FF7C8}"/>
                </a:ext>
              </a:extLst>
            </p:cNvPr>
            <p:cNvSpPr>
              <a:spLocks noChangeArrowheads="1"/>
            </p:cNvSpPr>
            <p:nvPr/>
          </p:nvSpPr>
          <p:spPr bwMode="auto">
            <a:xfrm>
              <a:off x="5219700"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43" name="Rectangle 46">
              <a:extLst>
                <a:ext uri="{FF2B5EF4-FFF2-40B4-BE49-F238E27FC236}">
                  <a16:creationId xmlns:a16="http://schemas.microsoft.com/office/drawing/2014/main" id="{4232E23D-BBF8-4F04-874F-3609E695F34B}"/>
                </a:ext>
              </a:extLst>
            </p:cNvPr>
            <p:cNvSpPr>
              <a:spLocks noChangeArrowheads="1"/>
            </p:cNvSpPr>
            <p:nvPr/>
          </p:nvSpPr>
          <p:spPr bwMode="auto">
            <a:xfrm>
              <a:off x="4618038" y="29575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44" name="Rectangle 47">
              <a:extLst>
                <a:ext uri="{FF2B5EF4-FFF2-40B4-BE49-F238E27FC236}">
                  <a16:creationId xmlns:a16="http://schemas.microsoft.com/office/drawing/2014/main" id="{76ABC957-F31F-4953-AF7F-289573B8A570}"/>
                </a:ext>
              </a:extLst>
            </p:cNvPr>
            <p:cNvSpPr>
              <a:spLocks noChangeArrowheads="1"/>
            </p:cNvSpPr>
            <p:nvPr/>
          </p:nvSpPr>
          <p:spPr bwMode="auto">
            <a:xfrm>
              <a:off x="5518150" y="2957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45" name="Rectangle 48">
              <a:extLst>
                <a:ext uri="{FF2B5EF4-FFF2-40B4-BE49-F238E27FC236}">
                  <a16:creationId xmlns:a16="http://schemas.microsoft.com/office/drawing/2014/main" id="{DF0FCFAF-8E45-49B2-BA2A-B58D889DB74E}"/>
                </a:ext>
              </a:extLst>
            </p:cNvPr>
            <p:cNvSpPr>
              <a:spLocks noChangeArrowheads="1"/>
            </p:cNvSpPr>
            <p:nvPr/>
          </p:nvSpPr>
          <p:spPr bwMode="auto">
            <a:xfrm>
              <a:off x="6235700"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46" name="Rectangle 49">
              <a:extLst>
                <a:ext uri="{FF2B5EF4-FFF2-40B4-BE49-F238E27FC236}">
                  <a16:creationId xmlns:a16="http://schemas.microsoft.com/office/drawing/2014/main" id="{271FAE56-2E3C-45CE-90D4-FF400E673372}"/>
                </a:ext>
              </a:extLst>
            </p:cNvPr>
            <p:cNvSpPr>
              <a:spLocks noChangeArrowheads="1"/>
            </p:cNvSpPr>
            <p:nvPr/>
          </p:nvSpPr>
          <p:spPr bwMode="auto">
            <a:xfrm>
              <a:off x="3013075" y="3303588"/>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47" name="Rectangle 50">
              <a:extLst>
                <a:ext uri="{FF2B5EF4-FFF2-40B4-BE49-F238E27FC236}">
                  <a16:creationId xmlns:a16="http://schemas.microsoft.com/office/drawing/2014/main" id="{2B620786-4EC2-42FB-AA02-8E388A6B77EC}"/>
                </a:ext>
              </a:extLst>
            </p:cNvPr>
            <p:cNvSpPr>
              <a:spLocks noChangeArrowheads="1"/>
            </p:cNvSpPr>
            <p:nvPr/>
          </p:nvSpPr>
          <p:spPr bwMode="auto">
            <a:xfrm>
              <a:off x="5657850" y="29575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48" name="Rectangle 51">
              <a:extLst>
                <a:ext uri="{FF2B5EF4-FFF2-40B4-BE49-F238E27FC236}">
                  <a16:creationId xmlns:a16="http://schemas.microsoft.com/office/drawing/2014/main" id="{90924F68-6B74-4393-A890-5C66F6D714A4}"/>
                </a:ext>
              </a:extLst>
            </p:cNvPr>
            <p:cNvSpPr>
              <a:spLocks noChangeArrowheads="1"/>
            </p:cNvSpPr>
            <p:nvPr/>
          </p:nvSpPr>
          <p:spPr bwMode="auto">
            <a:xfrm>
              <a:off x="4129088"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49" name="Rectangle 52">
              <a:extLst>
                <a:ext uri="{FF2B5EF4-FFF2-40B4-BE49-F238E27FC236}">
                  <a16:creationId xmlns:a16="http://schemas.microsoft.com/office/drawing/2014/main" id="{5C0B1418-8FB1-4FD9-B13B-0F34527EE89F}"/>
                </a:ext>
              </a:extLst>
            </p:cNvPr>
            <p:cNvSpPr>
              <a:spLocks noChangeArrowheads="1"/>
            </p:cNvSpPr>
            <p:nvPr/>
          </p:nvSpPr>
          <p:spPr bwMode="auto">
            <a:xfrm>
              <a:off x="3335338" y="330676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50" name="Rectangle 53">
              <a:extLst>
                <a:ext uri="{FF2B5EF4-FFF2-40B4-BE49-F238E27FC236}">
                  <a16:creationId xmlns:a16="http://schemas.microsoft.com/office/drawing/2014/main" id="{D845736E-BB77-4CB3-8671-FB1A77089C39}"/>
                </a:ext>
              </a:extLst>
            </p:cNvPr>
            <p:cNvSpPr>
              <a:spLocks noChangeArrowheads="1"/>
            </p:cNvSpPr>
            <p:nvPr/>
          </p:nvSpPr>
          <p:spPr bwMode="auto">
            <a:xfrm>
              <a:off x="4465638" y="33067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51" name="Rectangle 54">
              <a:extLst>
                <a:ext uri="{FF2B5EF4-FFF2-40B4-BE49-F238E27FC236}">
                  <a16:creationId xmlns:a16="http://schemas.microsoft.com/office/drawing/2014/main" id="{83515933-F429-444D-845E-78671A686A62}"/>
                </a:ext>
              </a:extLst>
            </p:cNvPr>
            <p:cNvSpPr>
              <a:spLocks noChangeArrowheads="1"/>
            </p:cNvSpPr>
            <p:nvPr/>
          </p:nvSpPr>
          <p:spPr bwMode="auto">
            <a:xfrm>
              <a:off x="5219700"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52" name="Rectangle 55">
              <a:extLst>
                <a:ext uri="{FF2B5EF4-FFF2-40B4-BE49-F238E27FC236}">
                  <a16:creationId xmlns:a16="http://schemas.microsoft.com/office/drawing/2014/main" id="{9FC8651A-76E4-4FB6-866F-7103C57F5CA8}"/>
                </a:ext>
              </a:extLst>
            </p:cNvPr>
            <p:cNvSpPr>
              <a:spLocks noChangeArrowheads="1"/>
            </p:cNvSpPr>
            <p:nvPr/>
          </p:nvSpPr>
          <p:spPr bwMode="auto">
            <a:xfrm>
              <a:off x="4618038" y="33067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53" name="Rectangle 56">
              <a:extLst>
                <a:ext uri="{FF2B5EF4-FFF2-40B4-BE49-F238E27FC236}">
                  <a16:creationId xmlns:a16="http://schemas.microsoft.com/office/drawing/2014/main" id="{D8008126-8295-4650-94F7-FA9A6D669B62}"/>
                </a:ext>
              </a:extLst>
            </p:cNvPr>
            <p:cNvSpPr>
              <a:spLocks noChangeArrowheads="1"/>
            </p:cNvSpPr>
            <p:nvPr/>
          </p:nvSpPr>
          <p:spPr bwMode="auto">
            <a:xfrm>
              <a:off x="5518150" y="33067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54" name="Rectangle 57">
              <a:extLst>
                <a:ext uri="{FF2B5EF4-FFF2-40B4-BE49-F238E27FC236}">
                  <a16:creationId xmlns:a16="http://schemas.microsoft.com/office/drawing/2014/main" id="{4E9287EF-F11B-4CEE-963A-8B52302FEEE1}"/>
                </a:ext>
              </a:extLst>
            </p:cNvPr>
            <p:cNvSpPr>
              <a:spLocks noChangeArrowheads="1"/>
            </p:cNvSpPr>
            <p:nvPr/>
          </p:nvSpPr>
          <p:spPr bwMode="auto">
            <a:xfrm>
              <a:off x="6235700"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55" name="Rectangle 58">
              <a:extLst>
                <a:ext uri="{FF2B5EF4-FFF2-40B4-BE49-F238E27FC236}">
                  <a16:creationId xmlns:a16="http://schemas.microsoft.com/office/drawing/2014/main" id="{364EE601-C48B-459C-929F-024CB1893FA6}"/>
                </a:ext>
              </a:extLst>
            </p:cNvPr>
            <p:cNvSpPr>
              <a:spLocks noChangeArrowheads="1"/>
            </p:cNvSpPr>
            <p:nvPr/>
          </p:nvSpPr>
          <p:spPr bwMode="auto">
            <a:xfrm>
              <a:off x="3013075" y="3608388"/>
              <a:ext cx="11113"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56" name="Rectangle 59">
              <a:extLst>
                <a:ext uri="{FF2B5EF4-FFF2-40B4-BE49-F238E27FC236}">
                  <a16:creationId xmlns:a16="http://schemas.microsoft.com/office/drawing/2014/main" id="{64323EA6-234B-41FE-AFEA-20CACD2746E8}"/>
                </a:ext>
              </a:extLst>
            </p:cNvPr>
            <p:cNvSpPr>
              <a:spLocks noChangeArrowheads="1"/>
            </p:cNvSpPr>
            <p:nvPr/>
          </p:nvSpPr>
          <p:spPr bwMode="auto">
            <a:xfrm>
              <a:off x="5657850" y="33067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57" name="Rectangle 60">
              <a:extLst>
                <a:ext uri="{FF2B5EF4-FFF2-40B4-BE49-F238E27FC236}">
                  <a16:creationId xmlns:a16="http://schemas.microsoft.com/office/drawing/2014/main" id="{1FAFD2DA-B597-44CC-94CA-D6EBD08FCBB2}"/>
                </a:ext>
              </a:extLst>
            </p:cNvPr>
            <p:cNvSpPr>
              <a:spLocks noChangeArrowheads="1"/>
            </p:cNvSpPr>
            <p:nvPr/>
          </p:nvSpPr>
          <p:spPr bwMode="auto">
            <a:xfrm>
              <a:off x="4129088"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58" name="Rectangle 61">
              <a:extLst>
                <a:ext uri="{FF2B5EF4-FFF2-40B4-BE49-F238E27FC236}">
                  <a16:creationId xmlns:a16="http://schemas.microsoft.com/office/drawing/2014/main" id="{DA938098-F9BC-4D5C-BB92-E78C36AF7991}"/>
                </a:ext>
              </a:extLst>
            </p:cNvPr>
            <p:cNvSpPr>
              <a:spLocks noChangeArrowheads="1"/>
            </p:cNvSpPr>
            <p:nvPr/>
          </p:nvSpPr>
          <p:spPr bwMode="auto">
            <a:xfrm>
              <a:off x="3335338" y="361156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59" name="Rectangle 62">
              <a:extLst>
                <a:ext uri="{FF2B5EF4-FFF2-40B4-BE49-F238E27FC236}">
                  <a16:creationId xmlns:a16="http://schemas.microsoft.com/office/drawing/2014/main" id="{7B3EDB0B-B308-49A6-A087-2342085DA182}"/>
                </a:ext>
              </a:extLst>
            </p:cNvPr>
            <p:cNvSpPr>
              <a:spLocks noChangeArrowheads="1"/>
            </p:cNvSpPr>
            <p:nvPr/>
          </p:nvSpPr>
          <p:spPr bwMode="auto">
            <a:xfrm>
              <a:off x="4465638" y="36115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60" name="Rectangle 63">
              <a:extLst>
                <a:ext uri="{FF2B5EF4-FFF2-40B4-BE49-F238E27FC236}">
                  <a16:creationId xmlns:a16="http://schemas.microsoft.com/office/drawing/2014/main" id="{991C03D6-2BAF-465B-965B-F7A0CBBF04A6}"/>
                </a:ext>
              </a:extLst>
            </p:cNvPr>
            <p:cNvSpPr>
              <a:spLocks noChangeArrowheads="1"/>
            </p:cNvSpPr>
            <p:nvPr/>
          </p:nvSpPr>
          <p:spPr bwMode="auto">
            <a:xfrm>
              <a:off x="5219700"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61" name="Rectangle 64">
              <a:extLst>
                <a:ext uri="{FF2B5EF4-FFF2-40B4-BE49-F238E27FC236}">
                  <a16:creationId xmlns:a16="http://schemas.microsoft.com/office/drawing/2014/main" id="{E29C43E6-993F-4E20-829F-377C4FEE7768}"/>
                </a:ext>
              </a:extLst>
            </p:cNvPr>
            <p:cNvSpPr>
              <a:spLocks noChangeArrowheads="1"/>
            </p:cNvSpPr>
            <p:nvPr/>
          </p:nvSpPr>
          <p:spPr bwMode="auto">
            <a:xfrm>
              <a:off x="4618038" y="36115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62" name="Rectangle 65">
              <a:extLst>
                <a:ext uri="{FF2B5EF4-FFF2-40B4-BE49-F238E27FC236}">
                  <a16:creationId xmlns:a16="http://schemas.microsoft.com/office/drawing/2014/main" id="{F65C23B5-1DA9-44AF-A20C-2F492779763E}"/>
                </a:ext>
              </a:extLst>
            </p:cNvPr>
            <p:cNvSpPr>
              <a:spLocks noChangeArrowheads="1"/>
            </p:cNvSpPr>
            <p:nvPr/>
          </p:nvSpPr>
          <p:spPr bwMode="auto">
            <a:xfrm>
              <a:off x="5518150" y="36115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63" name="Rectangle 66">
              <a:extLst>
                <a:ext uri="{FF2B5EF4-FFF2-40B4-BE49-F238E27FC236}">
                  <a16:creationId xmlns:a16="http://schemas.microsoft.com/office/drawing/2014/main" id="{A871C83F-CC59-43A3-B396-D24396C1804E}"/>
                </a:ext>
              </a:extLst>
            </p:cNvPr>
            <p:cNvSpPr>
              <a:spLocks noChangeArrowheads="1"/>
            </p:cNvSpPr>
            <p:nvPr/>
          </p:nvSpPr>
          <p:spPr bwMode="auto">
            <a:xfrm>
              <a:off x="6235700"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64" name="Rectangle 67">
              <a:extLst>
                <a:ext uri="{FF2B5EF4-FFF2-40B4-BE49-F238E27FC236}">
                  <a16:creationId xmlns:a16="http://schemas.microsoft.com/office/drawing/2014/main" id="{C47A514E-2D42-40F4-87D9-9EFAA37418D1}"/>
                </a:ext>
              </a:extLst>
            </p:cNvPr>
            <p:cNvSpPr>
              <a:spLocks noChangeArrowheads="1"/>
            </p:cNvSpPr>
            <p:nvPr/>
          </p:nvSpPr>
          <p:spPr bwMode="auto">
            <a:xfrm>
              <a:off x="3013075" y="39116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65" name="Rectangle 68">
              <a:extLst>
                <a:ext uri="{FF2B5EF4-FFF2-40B4-BE49-F238E27FC236}">
                  <a16:creationId xmlns:a16="http://schemas.microsoft.com/office/drawing/2014/main" id="{2EC60AD2-7BFB-42E1-8172-46D9DEA23D92}"/>
                </a:ext>
              </a:extLst>
            </p:cNvPr>
            <p:cNvSpPr>
              <a:spLocks noChangeArrowheads="1"/>
            </p:cNvSpPr>
            <p:nvPr/>
          </p:nvSpPr>
          <p:spPr bwMode="auto">
            <a:xfrm>
              <a:off x="5657850" y="36115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66" name="Rectangle 69">
              <a:extLst>
                <a:ext uri="{FF2B5EF4-FFF2-40B4-BE49-F238E27FC236}">
                  <a16:creationId xmlns:a16="http://schemas.microsoft.com/office/drawing/2014/main" id="{891175F6-86DC-41B9-B6D6-EB566FA49133}"/>
                </a:ext>
              </a:extLst>
            </p:cNvPr>
            <p:cNvSpPr>
              <a:spLocks noChangeArrowheads="1"/>
            </p:cNvSpPr>
            <p:nvPr/>
          </p:nvSpPr>
          <p:spPr bwMode="auto">
            <a:xfrm>
              <a:off x="4129088"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67" name="Rectangle 70">
              <a:extLst>
                <a:ext uri="{FF2B5EF4-FFF2-40B4-BE49-F238E27FC236}">
                  <a16:creationId xmlns:a16="http://schemas.microsoft.com/office/drawing/2014/main" id="{59783A50-8637-4266-B385-FD0D12B67C27}"/>
                </a:ext>
              </a:extLst>
            </p:cNvPr>
            <p:cNvSpPr>
              <a:spLocks noChangeArrowheads="1"/>
            </p:cNvSpPr>
            <p:nvPr/>
          </p:nvSpPr>
          <p:spPr bwMode="auto">
            <a:xfrm>
              <a:off x="3335338" y="3914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68" name="Rectangle 71">
              <a:extLst>
                <a:ext uri="{FF2B5EF4-FFF2-40B4-BE49-F238E27FC236}">
                  <a16:creationId xmlns:a16="http://schemas.microsoft.com/office/drawing/2014/main" id="{EDCBE738-0ACF-480A-819E-1867931C34C9}"/>
                </a:ext>
              </a:extLst>
            </p:cNvPr>
            <p:cNvSpPr>
              <a:spLocks noChangeArrowheads="1"/>
            </p:cNvSpPr>
            <p:nvPr/>
          </p:nvSpPr>
          <p:spPr bwMode="auto">
            <a:xfrm>
              <a:off x="4465638" y="39147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69" name="Rectangle 72">
              <a:extLst>
                <a:ext uri="{FF2B5EF4-FFF2-40B4-BE49-F238E27FC236}">
                  <a16:creationId xmlns:a16="http://schemas.microsoft.com/office/drawing/2014/main" id="{0980A680-F8C2-4A61-8BCC-C610254E9D6C}"/>
                </a:ext>
              </a:extLst>
            </p:cNvPr>
            <p:cNvSpPr>
              <a:spLocks noChangeArrowheads="1"/>
            </p:cNvSpPr>
            <p:nvPr/>
          </p:nvSpPr>
          <p:spPr bwMode="auto">
            <a:xfrm>
              <a:off x="5219700"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70" name="Rectangle 73">
              <a:extLst>
                <a:ext uri="{FF2B5EF4-FFF2-40B4-BE49-F238E27FC236}">
                  <a16:creationId xmlns:a16="http://schemas.microsoft.com/office/drawing/2014/main" id="{B1F3AC19-BE9D-48FF-AD36-70F343570642}"/>
                </a:ext>
              </a:extLst>
            </p:cNvPr>
            <p:cNvSpPr>
              <a:spLocks noChangeArrowheads="1"/>
            </p:cNvSpPr>
            <p:nvPr/>
          </p:nvSpPr>
          <p:spPr bwMode="auto">
            <a:xfrm>
              <a:off x="4618038" y="39147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71" name="Rectangle 74">
              <a:extLst>
                <a:ext uri="{FF2B5EF4-FFF2-40B4-BE49-F238E27FC236}">
                  <a16:creationId xmlns:a16="http://schemas.microsoft.com/office/drawing/2014/main" id="{A8D0C8F1-E925-4E0F-9E7F-1C4B07B4F0FB}"/>
                </a:ext>
              </a:extLst>
            </p:cNvPr>
            <p:cNvSpPr>
              <a:spLocks noChangeArrowheads="1"/>
            </p:cNvSpPr>
            <p:nvPr/>
          </p:nvSpPr>
          <p:spPr bwMode="auto">
            <a:xfrm>
              <a:off x="5518150" y="39147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72" name="Rectangle 75">
              <a:extLst>
                <a:ext uri="{FF2B5EF4-FFF2-40B4-BE49-F238E27FC236}">
                  <a16:creationId xmlns:a16="http://schemas.microsoft.com/office/drawing/2014/main" id="{40EFB09E-2232-440F-BDF0-6A8CEB115A9F}"/>
                </a:ext>
              </a:extLst>
            </p:cNvPr>
            <p:cNvSpPr>
              <a:spLocks noChangeArrowheads="1"/>
            </p:cNvSpPr>
            <p:nvPr/>
          </p:nvSpPr>
          <p:spPr bwMode="auto">
            <a:xfrm>
              <a:off x="6235700"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73" name="Rectangle 76">
              <a:extLst>
                <a:ext uri="{FF2B5EF4-FFF2-40B4-BE49-F238E27FC236}">
                  <a16:creationId xmlns:a16="http://schemas.microsoft.com/office/drawing/2014/main" id="{7D7B4CC7-B8B3-4712-8F1E-AF254A44AC20}"/>
                </a:ext>
              </a:extLst>
            </p:cNvPr>
            <p:cNvSpPr>
              <a:spLocks noChangeArrowheads="1"/>
            </p:cNvSpPr>
            <p:nvPr/>
          </p:nvSpPr>
          <p:spPr bwMode="auto">
            <a:xfrm>
              <a:off x="3013075" y="42164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74" name="Rectangle 77">
              <a:extLst>
                <a:ext uri="{FF2B5EF4-FFF2-40B4-BE49-F238E27FC236}">
                  <a16:creationId xmlns:a16="http://schemas.microsoft.com/office/drawing/2014/main" id="{14FA34E4-26F2-478B-A29E-1167961A9237}"/>
                </a:ext>
              </a:extLst>
            </p:cNvPr>
            <p:cNvSpPr>
              <a:spLocks noChangeArrowheads="1"/>
            </p:cNvSpPr>
            <p:nvPr/>
          </p:nvSpPr>
          <p:spPr bwMode="auto">
            <a:xfrm>
              <a:off x="5657850" y="39147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75" name="Rectangle 78">
              <a:extLst>
                <a:ext uri="{FF2B5EF4-FFF2-40B4-BE49-F238E27FC236}">
                  <a16:creationId xmlns:a16="http://schemas.microsoft.com/office/drawing/2014/main" id="{1A35F856-F017-45C6-B517-D7DA33AB1699}"/>
                </a:ext>
              </a:extLst>
            </p:cNvPr>
            <p:cNvSpPr>
              <a:spLocks noChangeArrowheads="1"/>
            </p:cNvSpPr>
            <p:nvPr/>
          </p:nvSpPr>
          <p:spPr bwMode="auto">
            <a:xfrm>
              <a:off x="4129088"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76" name="Rectangle 79">
              <a:extLst>
                <a:ext uri="{FF2B5EF4-FFF2-40B4-BE49-F238E27FC236}">
                  <a16:creationId xmlns:a16="http://schemas.microsoft.com/office/drawing/2014/main" id="{F47C57F5-9CA5-4AA1-A283-EE2698B4F389}"/>
                </a:ext>
              </a:extLst>
            </p:cNvPr>
            <p:cNvSpPr>
              <a:spLocks noChangeArrowheads="1"/>
            </p:cNvSpPr>
            <p:nvPr/>
          </p:nvSpPr>
          <p:spPr bwMode="auto">
            <a:xfrm>
              <a:off x="3335338" y="4219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77" name="Rectangle 80">
              <a:extLst>
                <a:ext uri="{FF2B5EF4-FFF2-40B4-BE49-F238E27FC236}">
                  <a16:creationId xmlns:a16="http://schemas.microsoft.com/office/drawing/2014/main" id="{CD58035F-3F81-415D-A746-9592D516E5CE}"/>
                </a:ext>
              </a:extLst>
            </p:cNvPr>
            <p:cNvSpPr>
              <a:spLocks noChangeArrowheads="1"/>
            </p:cNvSpPr>
            <p:nvPr/>
          </p:nvSpPr>
          <p:spPr bwMode="auto">
            <a:xfrm>
              <a:off x="4465638" y="42195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78" name="Rectangle 81">
              <a:extLst>
                <a:ext uri="{FF2B5EF4-FFF2-40B4-BE49-F238E27FC236}">
                  <a16:creationId xmlns:a16="http://schemas.microsoft.com/office/drawing/2014/main" id="{ACDC159D-73A4-446A-AF16-02D7E5C59D55}"/>
                </a:ext>
              </a:extLst>
            </p:cNvPr>
            <p:cNvSpPr>
              <a:spLocks noChangeArrowheads="1"/>
            </p:cNvSpPr>
            <p:nvPr/>
          </p:nvSpPr>
          <p:spPr bwMode="auto">
            <a:xfrm>
              <a:off x="5219700"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79" name="Rectangle 82">
              <a:extLst>
                <a:ext uri="{FF2B5EF4-FFF2-40B4-BE49-F238E27FC236}">
                  <a16:creationId xmlns:a16="http://schemas.microsoft.com/office/drawing/2014/main" id="{3DAF33B8-E8AB-4AA8-8061-D3ED2E20D677}"/>
                </a:ext>
              </a:extLst>
            </p:cNvPr>
            <p:cNvSpPr>
              <a:spLocks noChangeArrowheads="1"/>
            </p:cNvSpPr>
            <p:nvPr/>
          </p:nvSpPr>
          <p:spPr bwMode="auto">
            <a:xfrm>
              <a:off x="4618038" y="42195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80" name="Rectangle 83">
              <a:extLst>
                <a:ext uri="{FF2B5EF4-FFF2-40B4-BE49-F238E27FC236}">
                  <a16:creationId xmlns:a16="http://schemas.microsoft.com/office/drawing/2014/main" id="{78ADD801-43CB-4D2C-86B9-03C930CAAB00}"/>
                </a:ext>
              </a:extLst>
            </p:cNvPr>
            <p:cNvSpPr>
              <a:spLocks noChangeArrowheads="1"/>
            </p:cNvSpPr>
            <p:nvPr/>
          </p:nvSpPr>
          <p:spPr bwMode="auto">
            <a:xfrm>
              <a:off x="5518150" y="42195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81" name="Rectangle 84">
              <a:extLst>
                <a:ext uri="{FF2B5EF4-FFF2-40B4-BE49-F238E27FC236}">
                  <a16:creationId xmlns:a16="http://schemas.microsoft.com/office/drawing/2014/main" id="{BD78F5CA-A4D3-4983-82B1-80D3373E94AE}"/>
                </a:ext>
              </a:extLst>
            </p:cNvPr>
            <p:cNvSpPr>
              <a:spLocks noChangeArrowheads="1"/>
            </p:cNvSpPr>
            <p:nvPr/>
          </p:nvSpPr>
          <p:spPr bwMode="auto">
            <a:xfrm>
              <a:off x="6235700"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82" name="Rectangle 85">
              <a:extLst>
                <a:ext uri="{FF2B5EF4-FFF2-40B4-BE49-F238E27FC236}">
                  <a16:creationId xmlns:a16="http://schemas.microsoft.com/office/drawing/2014/main" id="{D1DA166F-92E8-4869-8442-9373E16ECFFD}"/>
                </a:ext>
              </a:extLst>
            </p:cNvPr>
            <p:cNvSpPr>
              <a:spLocks noChangeArrowheads="1"/>
            </p:cNvSpPr>
            <p:nvPr/>
          </p:nvSpPr>
          <p:spPr bwMode="auto">
            <a:xfrm>
              <a:off x="3013075" y="45212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83" name="Rectangle 86">
              <a:extLst>
                <a:ext uri="{FF2B5EF4-FFF2-40B4-BE49-F238E27FC236}">
                  <a16:creationId xmlns:a16="http://schemas.microsoft.com/office/drawing/2014/main" id="{5988A51F-C1F9-4D23-8871-EAF55B5F2AB7}"/>
                </a:ext>
              </a:extLst>
            </p:cNvPr>
            <p:cNvSpPr>
              <a:spLocks noChangeArrowheads="1"/>
            </p:cNvSpPr>
            <p:nvPr/>
          </p:nvSpPr>
          <p:spPr bwMode="auto">
            <a:xfrm>
              <a:off x="5657850" y="42195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84" name="Rectangle 87">
              <a:extLst>
                <a:ext uri="{FF2B5EF4-FFF2-40B4-BE49-F238E27FC236}">
                  <a16:creationId xmlns:a16="http://schemas.microsoft.com/office/drawing/2014/main" id="{36C80EAA-1E6F-4E51-A1C3-7C01E0573A1F}"/>
                </a:ext>
              </a:extLst>
            </p:cNvPr>
            <p:cNvSpPr>
              <a:spLocks noChangeArrowheads="1"/>
            </p:cNvSpPr>
            <p:nvPr/>
          </p:nvSpPr>
          <p:spPr bwMode="auto">
            <a:xfrm>
              <a:off x="4129088"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85" name="Rectangle 88">
              <a:extLst>
                <a:ext uri="{FF2B5EF4-FFF2-40B4-BE49-F238E27FC236}">
                  <a16:creationId xmlns:a16="http://schemas.microsoft.com/office/drawing/2014/main" id="{2E9BB87A-1DC7-4AAE-B790-5DBC5D37DAD2}"/>
                </a:ext>
              </a:extLst>
            </p:cNvPr>
            <p:cNvSpPr>
              <a:spLocks noChangeArrowheads="1"/>
            </p:cNvSpPr>
            <p:nvPr/>
          </p:nvSpPr>
          <p:spPr bwMode="auto">
            <a:xfrm>
              <a:off x="3335338" y="4522788"/>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86" name="Rectangle 89">
              <a:extLst>
                <a:ext uri="{FF2B5EF4-FFF2-40B4-BE49-F238E27FC236}">
                  <a16:creationId xmlns:a16="http://schemas.microsoft.com/office/drawing/2014/main" id="{7EF8FF19-38CD-4448-8C05-87CF023B3CCF}"/>
                </a:ext>
              </a:extLst>
            </p:cNvPr>
            <p:cNvSpPr>
              <a:spLocks noChangeArrowheads="1"/>
            </p:cNvSpPr>
            <p:nvPr/>
          </p:nvSpPr>
          <p:spPr bwMode="auto">
            <a:xfrm>
              <a:off x="4465638" y="45227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87" name="Rectangle 90">
              <a:extLst>
                <a:ext uri="{FF2B5EF4-FFF2-40B4-BE49-F238E27FC236}">
                  <a16:creationId xmlns:a16="http://schemas.microsoft.com/office/drawing/2014/main" id="{637907ED-1A47-4232-89D2-DB02CF810D89}"/>
                </a:ext>
              </a:extLst>
            </p:cNvPr>
            <p:cNvSpPr>
              <a:spLocks noChangeArrowheads="1"/>
            </p:cNvSpPr>
            <p:nvPr/>
          </p:nvSpPr>
          <p:spPr bwMode="auto">
            <a:xfrm>
              <a:off x="5219700"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88" name="Rectangle 91">
              <a:extLst>
                <a:ext uri="{FF2B5EF4-FFF2-40B4-BE49-F238E27FC236}">
                  <a16:creationId xmlns:a16="http://schemas.microsoft.com/office/drawing/2014/main" id="{08A35B78-BAD6-4A97-84E7-39F6619CC887}"/>
                </a:ext>
              </a:extLst>
            </p:cNvPr>
            <p:cNvSpPr>
              <a:spLocks noChangeArrowheads="1"/>
            </p:cNvSpPr>
            <p:nvPr/>
          </p:nvSpPr>
          <p:spPr bwMode="auto">
            <a:xfrm>
              <a:off x="4618038" y="4522788"/>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89" name="Rectangle 92">
              <a:extLst>
                <a:ext uri="{FF2B5EF4-FFF2-40B4-BE49-F238E27FC236}">
                  <a16:creationId xmlns:a16="http://schemas.microsoft.com/office/drawing/2014/main" id="{85E6D119-10CE-4719-AD76-D33D5CC692F2}"/>
                </a:ext>
              </a:extLst>
            </p:cNvPr>
            <p:cNvSpPr>
              <a:spLocks noChangeArrowheads="1"/>
            </p:cNvSpPr>
            <p:nvPr/>
          </p:nvSpPr>
          <p:spPr bwMode="auto">
            <a:xfrm>
              <a:off x="5518150" y="45227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90" name="Rectangle 93">
              <a:extLst>
                <a:ext uri="{FF2B5EF4-FFF2-40B4-BE49-F238E27FC236}">
                  <a16:creationId xmlns:a16="http://schemas.microsoft.com/office/drawing/2014/main" id="{2B526EF6-1150-4552-B7CB-DBCF5A3796FC}"/>
                </a:ext>
              </a:extLst>
            </p:cNvPr>
            <p:cNvSpPr>
              <a:spLocks noChangeArrowheads="1"/>
            </p:cNvSpPr>
            <p:nvPr/>
          </p:nvSpPr>
          <p:spPr bwMode="auto">
            <a:xfrm>
              <a:off x="6235700"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91" name="Rectangle 94">
              <a:extLst>
                <a:ext uri="{FF2B5EF4-FFF2-40B4-BE49-F238E27FC236}">
                  <a16:creationId xmlns:a16="http://schemas.microsoft.com/office/drawing/2014/main" id="{E9A823F4-A829-4C28-BD8B-9DB5470920AE}"/>
                </a:ext>
              </a:extLst>
            </p:cNvPr>
            <p:cNvSpPr>
              <a:spLocks noChangeArrowheads="1"/>
            </p:cNvSpPr>
            <p:nvPr/>
          </p:nvSpPr>
          <p:spPr bwMode="auto">
            <a:xfrm>
              <a:off x="3013075" y="48260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92" name="Rectangle 95">
              <a:extLst>
                <a:ext uri="{FF2B5EF4-FFF2-40B4-BE49-F238E27FC236}">
                  <a16:creationId xmlns:a16="http://schemas.microsoft.com/office/drawing/2014/main" id="{C3F10406-885B-40E2-A320-2277DDB91CEA}"/>
                </a:ext>
              </a:extLst>
            </p:cNvPr>
            <p:cNvSpPr>
              <a:spLocks noChangeArrowheads="1"/>
            </p:cNvSpPr>
            <p:nvPr/>
          </p:nvSpPr>
          <p:spPr bwMode="auto">
            <a:xfrm>
              <a:off x="5657850" y="4522788"/>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93" name="Rectangle 96">
              <a:extLst>
                <a:ext uri="{FF2B5EF4-FFF2-40B4-BE49-F238E27FC236}">
                  <a16:creationId xmlns:a16="http://schemas.microsoft.com/office/drawing/2014/main" id="{A2E80A49-3975-498D-BED2-623161557287}"/>
                </a:ext>
              </a:extLst>
            </p:cNvPr>
            <p:cNvSpPr>
              <a:spLocks noChangeArrowheads="1"/>
            </p:cNvSpPr>
            <p:nvPr/>
          </p:nvSpPr>
          <p:spPr bwMode="auto">
            <a:xfrm>
              <a:off x="4129088"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94" name="Rectangle 97">
              <a:extLst>
                <a:ext uri="{FF2B5EF4-FFF2-40B4-BE49-F238E27FC236}">
                  <a16:creationId xmlns:a16="http://schemas.microsoft.com/office/drawing/2014/main" id="{2E66F95C-FD38-4436-AC5A-7AF867BE110B}"/>
                </a:ext>
              </a:extLst>
            </p:cNvPr>
            <p:cNvSpPr>
              <a:spLocks noChangeArrowheads="1"/>
            </p:cNvSpPr>
            <p:nvPr/>
          </p:nvSpPr>
          <p:spPr bwMode="auto">
            <a:xfrm>
              <a:off x="3335338" y="48244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95" name="Rectangle 98">
              <a:extLst>
                <a:ext uri="{FF2B5EF4-FFF2-40B4-BE49-F238E27FC236}">
                  <a16:creationId xmlns:a16="http://schemas.microsoft.com/office/drawing/2014/main" id="{F5363584-365C-403C-B73F-635319C5BF26}"/>
                </a:ext>
              </a:extLst>
            </p:cNvPr>
            <p:cNvSpPr>
              <a:spLocks noChangeArrowheads="1"/>
            </p:cNvSpPr>
            <p:nvPr/>
          </p:nvSpPr>
          <p:spPr bwMode="auto">
            <a:xfrm>
              <a:off x="4465638" y="48244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96" name="Rectangle 99">
              <a:extLst>
                <a:ext uri="{FF2B5EF4-FFF2-40B4-BE49-F238E27FC236}">
                  <a16:creationId xmlns:a16="http://schemas.microsoft.com/office/drawing/2014/main" id="{FFBD8BED-086C-4754-8C39-2E7C485831C8}"/>
                </a:ext>
              </a:extLst>
            </p:cNvPr>
            <p:cNvSpPr>
              <a:spLocks noChangeArrowheads="1"/>
            </p:cNvSpPr>
            <p:nvPr/>
          </p:nvSpPr>
          <p:spPr bwMode="auto">
            <a:xfrm>
              <a:off x="5219700"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97" name="Rectangle 100">
              <a:extLst>
                <a:ext uri="{FF2B5EF4-FFF2-40B4-BE49-F238E27FC236}">
                  <a16:creationId xmlns:a16="http://schemas.microsoft.com/office/drawing/2014/main" id="{26FE5043-5086-452E-8735-C8804DE61A69}"/>
                </a:ext>
              </a:extLst>
            </p:cNvPr>
            <p:cNvSpPr>
              <a:spLocks noChangeArrowheads="1"/>
            </p:cNvSpPr>
            <p:nvPr/>
          </p:nvSpPr>
          <p:spPr bwMode="auto">
            <a:xfrm>
              <a:off x="4618038" y="48244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98" name="Rectangle 101">
              <a:extLst>
                <a:ext uri="{FF2B5EF4-FFF2-40B4-BE49-F238E27FC236}">
                  <a16:creationId xmlns:a16="http://schemas.microsoft.com/office/drawing/2014/main" id="{C8919E89-5C9D-4F70-A8CE-E3084876D5AC}"/>
                </a:ext>
              </a:extLst>
            </p:cNvPr>
            <p:cNvSpPr>
              <a:spLocks noChangeArrowheads="1"/>
            </p:cNvSpPr>
            <p:nvPr/>
          </p:nvSpPr>
          <p:spPr bwMode="auto">
            <a:xfrm>
              <a:off x="5518150" y="48244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99" name="Rectangle 102">
              <a:extLst>
                <a:ext uri="{FF2B5EF4-FFF2-40B4-BE49-F238E27FC236}">
                  <a16:creationId xmlns:a16="http://schemas.microsoft.com/office/drawing/2014/main" id="{4079845A-1759-43B0-BA0B-98FF296114A9}"/>
                </a:ext>
              </a:extLst>
            </p:cNvPr>
            <p:cNvSpPr>
              <a:spLocks noChangeArrowheads="1"/>
            </p:cNvSpPr>
            <p:nvPr/>
          </p:nvSpPr>
          <p:spPr bwMode="auto">
            <a:xfrm>
              <a:off x="6235700"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700" name="Rectangle 103">
              <a:extLst>
                <a:ext uri="{FF2B5EF4-FFF2-40B4-BE49-F238E27FC236}">
                  <a16:creationId xmlns:a16="http://schemas.microsoft.com/office/drawing/2014/main" id="{8B5BAC63-C3EC-4EBF-94B5-D8EEACD489FA}"/>
                </a:ext>
              </a:extLst>
            </p:cNvPr>
            <p:cNvSpPr>
              <a:spLocks noChangeArrowheads="1"/>
            </p:cNvSpPr>
            <p:nvPr/>
          </p:nvSpPr>
          <p:spPr bwMode="auto">
            <a:xfrm>
              <a:off x="3013075" y="5135563"/>
              <a:ext cx="11113"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701" name="Rectangle 104">
              <a:extLst>
                <a:ext uri="{FF2B5EF4-FFF2-40B4-BE49-F238E27FC236}">
                  <a16:creationId xmlns:a16="http://schemas.microsoft.com/office/drawing/2014/main" id="{B3705484-780B-48F6-8FE5-BE65C8E7218A}"/>
                </a:ext>
              </a:extLst>
            </p:cNvPr>
            <p:cNvSpPr>
              <a:spLocks noChangeArrowheads="1"/>
            </p:cNvSpPr>
            <p:nvPr/>
          </p:nvSpPr>
          <p:spPr bwMode="auto">
            <a:xfrm>
              <a:off x="5657850" y="48244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702" name="Rectangle 105">
              <a:extLst>
                <a:ext uri="{FF2B5EF4-FFF2-40B4-BE49-F238E27FC236}">
                  <a16:creationId xmlns:a16="http://schemas.microsoft.com/office/drawing/2014/main" id="{2F3D134E-4177-4DB5-AEF5-A1CB8AF87BE4}"/>
                </a:ext>
              </a:extLst>
            </p:cNvPr>
            <p:cNvSpPr>
              <a:spLocks noChangeArrowheads="1"/>
            </p:cNvSpPr>
            <p:nvPr/>
          </p:nvSpPr>
          <p:spPr bwMode="auto">
            <a:xfrm>
              <a:off x="4129088"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703" name="Rectangle 106">
              <a:extLst>
                <a:ext uri="{FF2B5EF4-FFF2-40B4-BE49-F238E27FC236}">
                  <a16:creationId xmlns:a16="http://schemas.microsoft.com/office/drawing/2014/main" id="{82E2C3CF-9A0E-4D5A-B49F-19ED2F33B832}"/>
                </a:ext>
              </a:extLst>
            </p:cNvPr>
            <p:cNvSpPr>
              <a:spLocks noChangeArrowheads="1"/>
            </p:cNvSpPr>
            <p:nvPr/>
          </p:nvSpPr>
          <p:spPr bwMode="auto">
            <a:xfrm>
              <a:off x="3335338" y="51292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704" name="Rectangle 107">
              <a:extLst>
                <a:ext uri="{FF2B5EF4-FFF2-40B4-BE49-F238E27FC236}">
                  <a16:creationId xmlns:a16="http://schemas.microsoft.com/office/drawing/2014/main" id="{E0A18B37-DCA5-4EEA-90D1-8C8C40EDF87D}"/>
                </a:ext>
              </a:extLst>
            </p:cNvPr>
            <p:cNvSpPr>
              <a:spLocks noChangeArrowheads="1"/>
            </p:cNvSpPr>
            <p:nvPr/>
          </p:nvSpPr>
          <p:spPr bwMode="auto">
            <a:xfrm>
              <a:off x="4465638" y="51292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705" name="Rectangle 108">
              <a:extLst>
                <a:ext uri="{FF2B5EF4-FFF2-40B4-BE49-F238E27FC236}">
                  <a16:creationId xmlns:a16="http://schemas.microsoft.com/office/drawing/2014/main" id="{93A28CEC-4B70-406D-B91C-D27E46FBC7A4}"/>
                </a:ext>
              </a:extLst>
            </p:cNvPr>
            <p:cNvSpPr>
              <a:spLocks noChangeArrowheads="1"/>
            </p:cNvSpPr>
            <p:nvPr/>
          </p:nvSpPr>
          <p:spPr bwMode="auto">
            <a:xfrm>
              <a:off x="5219700"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706" name="Rectangle 109">
              <a:extLst>
                <a:ext uri="{FF2B5EF4-FFF2-40B4-BE49-F238E27FC236}">
                  <a16:creationId xmlns:a16="http://schemas.microsoft.com/office/drawing/2014/main" id="{6F5FB724-5586-4FED-8F7D-CF7952247960}"/>
                </a:ext>
              </a:extLst>
            </p:cNvPr>
            <p:cNvSpPr>
              <a:spLocks noChangeArrowheads="1"/>
            </p:cNvSpPr>
            <p:nvPr/>
          </p:nvSpPr>
          <p:spPr bwMode="auto">
            <a:xfrm>
              <a:off x="4618038" y="51292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707" name="Rectangle 110">
              <a:extLst>
                <a:ext uri="{FF2B5EF4-FFF2-40B4-BE49-F238E27FC236}">
                  <a16:creationId xmlns:a16="http://schemas.microsoft.com/office/drawing/2014/main" id="{2E57905E-1CB8-4B57-9A2D-8C4BC9A1170A}"/>
                </a:ext>
              </a:extLst>
            </p:cNvPr>
            <p:cNvSpPr>
              <a:spLocks noChangeArrowheads="1"/>
            </p:cNvSpPr>
            <p:nvPr/>
          </p:nvSpPr>
          <p:spPr bwMode="auto">
            <a:xfrm>
              <a:off x="5518150" y="51292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708" name="Rectangle 111">
              <a:extLst>
                <a:ext uri="{FF2B5EF4-FFF2-40B4-BE49-F238E27FC236}">
                  <a16:creationId xmlns:a16="http://schemas.microsoft.com/office/drawing/2014/main" id="{B94EB738-FF37-4072-B819-7CA78FDED78C}"/>
                </a:ext>
              </a:extLst>
            </p:cNvPr>
            <p:cNvSpPr>
              <a:spLocks noChangeArrowheads="1"/>
            </p:cNvSpPr>
            <p:nvPr/>
          </p:nvSpPr>
          <p:spPr bwMode="auto">
            <a:xfrm>
              <a:off x="6235700"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709" name="Rectangle 112">
              <a:extLst>
                <a:ext uri="{FF2B5EF4-FFF2-40B4-BE49-F238E27FC236}">
                  <a16:creationId xmlns:a16="http://schemas.microsoft.com/office/drawing/2014/main" id="{90729BF7-AE79-4557-A6FE-D6FFC571E503}"/>
                </a:ext>
              </a:extLst>
            </p:cNvPr>
            <p:cNvSpPr>
              <a:spLocks noChangeArrowheads="1"/>
            </p:cNvSpPr>
            <p:nvPr/>
          </p:nvSpPr>
          <p:spPr bwMode="auto">
            <a:xfrm>
              <a:off x="3038475" y="5473700"/>
              <a:ext cx="3203575"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710" name="Rectangle 113">
              <a:extLst>
                <a:ext uri="{FF2B5EF4-FFF2-40B4-BE49-F238E27FC236}">
                  <a16:creationId xmlns:a16="http://schemas.microsoft.com/office/drawing/2014/main" id="{3900DBF1-BCF4-4154-BC94-3921AA63C1A5}"/>
                </a:ext>
              </a:extLst>
            </p:cNvPr>
            <p:cNvSpPr>
              <a:spLocks noChangeArrowheads="1"/>
            </p:cNvSpPr>
            <p:nvPr/>
          </p:nvSpPr>
          <p:spPr bwMode="auto">
            <a:xfrm>
              <a:off x="5657850" y="51292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09570" name="Title 1">
            <a:extLst>
              <a:ext uri="{FF2B5EF4-FFF2-40B4-BE49-F238E27FC236}">
                <a16:creationId xmlns:a16="http://schemas.microsoft.com/office/drawing/2014/main" id="{451C980A-33F5-4FF2-B861-5315268117DD}"/>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K-maps for Y</a:t>
            </a:r>
            <a:r>
              <a:rPr kumimoji="0" lang="en-US" altLang="en-US" sz="3200" b="1" i="0" u="none" strike="noStrike" kern="120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cs typeface="+mn-cs"/>
              </a:rPr>
              <a:t>2</a:t>
            </a: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 Y</a:t>
            </a:r>
            <a:r>
              <a:rPr kumimoji="0" lang="en-US" altLang="en-US" sz="3200" b="1" i="0" u="none" strike="noStrike" kern="120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cs typeface="+mn-cs"/>
              </a:rPr>
              <a:t>1</a:t>
            </a: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 and Y</a:t>
            </a:r>
            <a:r>
              <a:rPr kumimoji="0" lang="en-US" altLang="en-US" sz="3200" b="1" i="0" u="none" strike="noStrike" kern="120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cs typeface="+mn-cs"/>
              </a:rPr>
              <a:t>0</a:t>
            </a:r>
          </a:p>
        </p:txBody>
      </p:sp>
      <p:grpSp>
        <p:nvGrpSpPr>
          <p:cNvPr id="109571" name="Group 114">
            <a:extLst>
              <a:ext uri="{FF2B5EF4-FFF2-40B4-BE49-F238E27FC236}">
                <a16:creationId xmlns:a16="http://schemas.microsoft.com/office/drawing/2014/main" id="{AD198D3C-9761-4B90-A241-B1567FBE070D}"/>
              </a:ext>
            </a:extLst>
          </p:cNvPr>
          <p:cNvGrpSpPr>
            <a:grpSpLocks/>
          </p:cNvGrpSpPr>
          <p:nvPr/>
        </p:nvGrpSpPr>
        <p:grpSpPr bwMode="auto">
          <a:xfrm>
            <a:off x="5562600" y="2438400"/>
            <a:ext cx="2820988" cy="1806575"/>
            <a:chOff x="2286000" y="881063"/>
            <a:chExt cx="2820987" cy="1806575"/>
          </a:xfrm>
        </p:grpSpPr>
        <p:sp>
          <p:nvSpPr>
            <p:cNvPr id="109574" name="Rectangle 16">
              <a:extLst>
                <a:ext uri="{FF2B5EF4-FFF2-40B4-BE49-F238E27FC236}">
                  <a16:creationId xmlns:a16="http://schemas.microsoft.com/office/drawing/2014/main" id="{5872E9AE-B472-482B-942E-D61E02BE663F}"/>
                </a:ext>
              </a:extLst>
            </p:cNvPr>
            <p:cNvSpPr>
              <a:spLocks noChangeArrowheads="1"/>
            </p:cNvSpPr>
            <p:nvPr/>
          </p:nvSpPr>
          <p:spPr bwMode="auto">
            <a:xfrm>
              <a:off x="2924175" y="1604963"/>
              <a:ext cx="1077912" cy="108267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09575" name="Line 17">
              <a:extLst>
                <a:ext uri="{FF2B5EF4-FFF2-40B4-BE49-F238E27FC236}">
                  <a16:creationId xmlns:a16="http://schemas.microsoft.com/office/drawing/2014/main" id="{420C6D3C-ED23-4F3E-A91E-C09D51EFBCEC}"/>
                </a:ext>
              </a:extLst>
            </p:cNvPr>
            <p:cNvSpPr>
              <a:spLocks noChangeShapeType="1"/>
            </p:cNvSpPr>
            <p:nvPr/>
          </p:nvSpPr>
          <p:spPr bwMode="auto">
            <a:xfrm flipH="1">
              <a:off x="2924175" y="2146300"/>
              <a:ext cx="1077912"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76" name="Line 18">
              <a:extLst>
                <a:ext uri="{FF2B5EF4-FFF2-40B4-BE49-F238E27FC236}">
                  <a16:creationId xmlns:a16="http://schemas.microsoft.com/office/drawing/2014/main" id="{6DADEE68-F378-41A7-B990-7FD0B61C7068}"/>
                </a:ext>
              </a:extLst>
            </p:cNvPr>
            <p:cNvSpPr>
              <a:spLocks noChangeShapeType="1"/>
            </p:cNvSpPr>
            <p:nvPr/>
          </p:nvSpPr>
          <p:spPr bwMode="auto">
            <a:xfrm flipV="1">
              <a:off x="3462337" y="1604963"/>
              <a:ext cx="1588" cy="10826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77" name="Line 19">
              <a:extLst>
                <a:ext uri="{FF2B5EF4-FFF2-40B4-BE49-F238E27FC236}">
                  <a16:creationId xmlns:a16="http://schemas.microsoft.com/office/drawing/2014/main" id="{219D5EA3-45A7-4077-9378-8F28EAFF6598}"/>
                </a:ext>
              </a:extLst>
            </p:cNvPr>
            <p:cNvSpPr>
              <a:spLocks noChangeShapeType="1"/>
            </p:cNvSpPr>
            <p:nvPr/>
          </p:nvSpPr>
          <p:spPr bwMode="auto">
            <a:xfrm>
              <a:off x="2384425" y="1036638"/>
              <a:ext cx="539750" cy="5683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78" name="Rectangle 21">
              <a:extLst>
                <a:ext uri="{FF2B5EF4-FFF2-40B4-BE49-F238E27FC236}">
                  <a16:creationId xmlns:a16="http://schemas.microsoft.com/office/drawing/2014/main" id="{BBA6D276-CC4A-4D2A-B356-E174C9F2346E}"/>
                </a:ext>
              </a:extLst>
            </p:cNvPr>
            <p:cNvSpPr>
              <a:spLocks noChangeArrowheads="1"/>
            </p:cNvSpPr>
            <p:nvPr/>
          </p:nvSpPr>
          <p:spPr bwMode="auto">
            <a:xfrm>
              <a:off x="2549525" y="881063"/>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09579" name="Rectangle 22">
              <a:extLst>
                <a:ext uri="{FF2B5EF4-FFF2-40B4-BE49-F238E27FC236}">
                  <a16:creationId xmlns:a16="http://schemas.microsoft.com/office/drawing/2014/main" id="{2AEE2F3F-A327-4B73-9393-D4ACC7FACDF0}"/>
                </a:ext>
              </a:extLst>
            </p:cNvPr>
            <p:cNvSpPr>
              <a:spLocks noChangeArrowheads="1"/>
            </p:cNvSpPr>
            <p:nvPr/>
          </p:nvSpPr>
          <p:spPr bwMode="auto">
            <a:xfrm>
              <a:off x="2662237" y="1003300"/>
              <a:ext cx="120650" cy="258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09580" name="Rectangle 23">
              <a:extLst>
                <a:ext uri="{FF2B5EF4-FFF2-40B4-BE49-F238E27FC236}">
                  <a16:creationId xmlns:a16="http://schemas.microsoft.com/office/drawing/2014/main" id="{072618A0-FDF8-44F1-A4DA-8F13B9C7E977}"/>
                </a:ext>
              </a:extLst>
            </p:cNvPr>
            <p:cNvSpPr>
              <a:spLocks noChangeArrowheads="1"/>
            </p:cNvSpPr>
            <p:nvPr/>
          </p:nvSpPr>
          <p:spPr bwMode="auto">
            <a:xfrm>
              <a:off x="2784475" y="881063"/>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09581" name="Rectangle 24">
              <a:extLst>
                <a:ext uri="{FF2B5EF4-FFF2-40B4-BE49-F238E27FC236}">
                  <a16:creationId xmlns:a16="http://schemas.microsoft.com/office/drawing/2014/main" id="{AD84893F-8657-43EA-9775-C7A0A78C0770}"/>
                </a:ext>
              </a:extLst>
            </p:cNvPr>
            <p:cNvSpPr>
              <a:spLocks noChangeArrowheads="1"/>
            </p:cNvSpPr>
            <p:nvPr/>
          </p:nvSpPr>
          <p:spPr bwMode="auto">
            <a:xfrm>
              <a:off x="2897187" y="1003300"/>
              <a:ext cx="10900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09582" name="Rectangle 25">
              <a:extLst>
                <a:ext uri="{FF2B5EF4-FFF2-40B4-BE49-F238E27FC236}">
                  <a16:creationId xmlns:a16="http://schemas.microsoft.com/office/drawing/2014/main" id="{466ABF30-D128-499E-BB7B-3007B3B545ED}"/>
                </a:ext>
              </a:extLst>
            </p:cNvPr>
            <p:cNvSpPr>
              <a:spLocks noChangeArrowheads="1"/>
            </p:cNvSpPr>
            <p:nvPr/>
          </p:nvSpPr>
          <p:spPr bwMode="auto">
            <a:xfrm>
              <a:off x="2286000" y="1143000"/>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09583" name="Rectangle 26">
              <a:extLst>
                <a:ext uri="{FF2B5EF4-FFF2-40B4-BE49-F238E27FC236}">
                  <a16:creationId xmlns:a16="http://schemas.microsoft.com/office/drawing/2014/main" id="{130D7BAE-8138-4A3A-81D9-05EB21EF9697}"/>
                </a:ext>
              </a:extLst>
            </p:cNvPr>
            <p:cNvSpPr>
              <a:spLocks noChangeArrowheads="1"/>
            </p:cNvSpPr>
            <p:nvPr/>
          </p:nvSpPr>
          <p:spPr bwMode="auto">
            <a:xfrm>
              <a:off x="2400300" y="1265238"/>
              <a:ext cx="10900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09584" name="Rectangle 27">
              <a:extLst>
                <a:ext uri="{FF2B5EF4-FFF2-40B4-BE49-F238E27FC236}">
                  <a16:creationId xmlns:a16="http://schemas.microsoft.com/office/drawing/2014/main" id="{87C9B775-11BD-4536-9A1F-7827082571F4}"/>
                </a:ext>
              </a:extLst>
            </p:cNvPr>
            <p:cNvSpPr>
              <a:spLocks noChangeArrowheads="1"/>
            </p:cNvSpPr>
            <p:nvPr/>
          </p:nvSpPr>
          <p:spPr bwMode="auto">
            <a:xfrm>
              <a:off x="3132137" y="1752600"/>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09585" name="Rectangle 28">
              <a:extLst>
                <a:ext uri="{FF2B5EF4-FFF2-40B4-BE49-F238E27FC236}">
                  <a16:creationId xmlns:a16="http://schemas.microsoft.com/office/drawing/2014/main" id="{13F45FC1-2F4D-405B-8465-7FEFC569A80D}"/>
                </a:ext>
              </a:extLst>
            </p:cNvPr>
            <p:cNvSpPr>
              <a:spLocks noChangeArrowheads="1"/>
            </p:cNvSpPr>
            <p:nvPr/>
          </p:nvSpPr>
          <p:spPr bwMode="auto">
            <a:xfrm>
              <a:off x="3678237" y="1752600"/>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09586" name="Rectangle 29">
              <a:extLst>
                <a:ext uri="{FF2B5EF4-FFF2-40B4-BE49-F238E27FC236}">
                  <a16:creationId xmlns:a16="http://schemas.microsoft.com/office/drawing/2014/main" id="{70F341D5-D76C-4D20-9ECD-47B379AD1202}"/>
                </a:ext>
              </a:extLst>
            </p:cNvPr>
            <p:cNvSpPr>
              <a:spLocks noChangeArrowheads="1"/>
            </p:cNvSpPr>
            <p:nvPr/>
          </p:nvSpPr>
          <p:spPr bwMode="auto">
            <a:xfrm>
              <a:off x="3132137" y="2300288"/>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09587" name="Rectangle 30">
              <a:extLst>
                <a:ext uri="{FF2B5EF4-FFF2-40B4-BE49-F238E27FC236}">
                  <a16:creationId xmlns:a16="http://schemas.microsoft.com/office/drawing/2014/main" id="{57BBD543-7E71-4F43-A8C3-ABEED08B89F6}"/>
                </a:ext>
              </a:extLst>
            </p:cNvPr>
            <p:cNvSpPr>
              <a:spLocks noChangeArrowheads="1"/>
            </p:cNvSpPr>
            <p:nvPr/>
          </p:nvSpPr>
          <p:spPr bwMode="auto">
            <a:xfrm>
              <a:off x="4002087" y="1604963"/>
              <a:ext cx="1104900" cy="108267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09588" name="Line 31">
              <a:extLst>
                <a:ext uri="{FF2B5EF4-FFF2-40B4-BE49-F238E27FC236}">
                  <a16:creationId xmlns:a16="http://schemas.microsoft.com/office/drawing/2014/main" id="{A7B61D5E-4C15-4E6B-86F3-52F0B345AF86}"/>
                </a:ext>
              </a:extLst>
            </p:cNvPr>
            <p:cNvSpPr>
              <a:spLocks noChangeShapeType="1"/>
            </p:cNvSpPr>
            <p:nvPr/>
          </p:nvSpPr>
          <p:spPr bwMode="auto">
            <a:xfrm flipH="1">
              <a:off x="4002087" y="2146300"/>
              <a:ext cx="1104900"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89" name="Line 32">
              <a:extLst>
                <a:ext uri="{FF2B5EF4-FFF2-40B4-BE49-F238E27FC236}">
                  <a16:creationId xmlns:a16="http://schemas.microsoft.com/office/drawing/2014/main" id="{DB259716-D9C6-4143-A581-93D4E532D942}"/>
                </a:ext>
              </a:extLst>
            </p:cNvPr>
            <p:cNvSpPr>
              <a:spLocks noChangeShapeType="1"/>
            </p:cNvSpPr>
            <p:nvPr/>
          </p:nvSpPr>
          <p:spPr bwMode="auto">
            <a:xfrm flipV="1">
              <a:off x="4567237" y="1604963"/>
              <a:ext cx="1588" cy="10826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90" name="Rectangle 33">
              <a:extLst>
                <a:ext uri="{FF2B5EF4-FFF2-40B4-BE49-F238E27FC236}">
                  <a16:creationId xmlns:a16="http://schemas.microsoft.com/office/drawing/2014/main" id="{068CD35D-5366-40FE-9F2A-ED399C238B71}"/>
                </a:ext>
              </a:extLst>
            </p:cNvPr>
            <p:cNvSpPr>
              <a:spLocks noChangeArrowheads="1"/>
            </p:cNvSpPr>
            <p:nvPr/>
          </p:nvSpPr>
          <p:spPr bwMode="auto">
            <a:xfrm>
              <a:off x="3678237" y="2300288"/>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09591" name="Rectangle 34">
              <a:extLst>
                <a:ext uri="{FF2B5EF4-FFF2-40B4-BE49-F238E27FC236}">
                  <a16:creationId xmlns:a16="http://schemas.microsoft.com/office/drawing/2014/main" id="{AB674845-9EEE-492B-BAB4-56BA770B4474}"/>
                </a:ext>
              </a:extLst>
            </p:cNvPr>
            <p:cNvSpPr>
              <a:spLocks noChangeArrowheads="1"/>
            </p:cNvSpPr>
            <p:nvPr/>
          </p:nvSpPr>
          <p:spPr bwMode="auto">
            <a:xfrm>
              <a:off x="4225925" y="1752600"/>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09592" name="Rectangle 35">
              <a:extLst>
                <a:ext uri="{FF2B5EF4-FFF2-40B4-BE49-F238E27FC236}">
                  <a16:creationId xmlns:a16="http://schemas.microsoft.com/office/drawing/2014/main" id="{42C43BE8-38B2-47AF-91B8-6A8ED4731E81}"/>
                </a:ext>
              </a:extLst>
            </p:cNvPr>
            <p:cNvSpPr>
              <a:spLocks noChangeArrowheads="1"/>
            </p:cNvSpPr>
            <p:nvPr/>
          </p:nvSpPr>
          <p:spPr bwMode="auto">
            <a:xfrm>
              <a:off x="4770437" y="1752600"/>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09593" name="Rectangle 36">
              <a:extLst>
                <a:ext uri="{FF2B5EF4-FFF2-40B4-BE49-F238E27FC236}">
                  <a16:creationId xmlns:a16="http://schemas.microsoft.com/office/drawing/2014/main" id="{2E57FC01-8B0D-43A0-AD87-A430F5715C56}"/>
                </a:ext>
              </a:extLst>
            </p:cNvPr>
            <p:cNvSpPr>
              <a:spLocks noChangeArrowheads="1"/>
            </p:cNvSpPr>
            <p:nvPr/>
          </p:nvSpPr>
          <p:spPr bwMode="auto">
            <a:xfrm>
              <a:off x="4225925" y="2300288"/>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09594" name="Rectangle 41">
              <a:extLst>
                <a:ext uri="{FF2B5EF4-FFF2-40B4-BE49-F238E27FC236}">
                  <a16:creationId xmlns:a16="http://schemas.microsoft.com/office/drawing/2014/main" id="{8263B3E1-32C5-41F2-AF14-60C0FF24B7CC}"/>
                </a:ext>
              </a:extLst>
            </p:cNvPr>
            <p:cNvSpPr>
              <a:spLocks noChangeArrowheads="1"/>
            </p:cNvSpPr>
            <p:nvPr/>
          </p:nvSpPr>
          <p:spPr bwMode="auto">
            <a:xfrm>
              <a:off x="4770437" y="2300288"/>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09595" name="Rectangle 79">
              <a:extLst>
                <a:ext uri="{FF2B5EF4-FFF2-40B4-BE49-F238E27FC236}">
                  <a16:creationId xmlns:a16="http://schemas.microsoft.com/office/drawing/2014/main" id="{EBB85F7E-A493-4AC0-B8E8-6C5361AD007C}"/>
                </a:ext>
              </a:extLst>
            </p:cNvPr>
            <p:cNvSpPr>
              <a:spLocks noChangeArrowheads="1"/>
            </p:cNvSpPr>
            <p:nvPr/>
          </p:nvSpPr>
          <p:spPr bwMode="auto">
            <a:xfrm>
              <a:off x="30749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09596" name="Rectangle 80">
              <a:extLst>
                <a:ext uri="{FF2B5EF4-FFF2-40B4-BE49-F238E27FC236}">
                  <a16:creationId xmlns:a16="http://schemas.microsoft.com/office/drawing/2014/main" id="{0B1A5437-F159-496E-9E54-1CBE69DA0CE4}"/>
                </a:ext>
              </a:extLst>
            </p:cNvPr>
            <p:cNvSpPr>
              <a:spLocks noChangeArrowheads="1"/>
            </p:cNvSpPr>
            <p:nvPr/>
          </p:nvSpPr>
          <p:spPr bwMode="auto">
            <a:xfrm>
              <a:off x="36210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09597" name="Rectangle 81">
              <a:extLst>
                <a:ext uri="{FF2B5EF4-FFF2-40B4-BE49-F238E27FC236}">
                  <a16:creationId xmlns:a16="http://schemas.microsoft.com/office/drawing/2014/main" id="{94751F94-FF50-4B7C-BA6A-A79EF5175AA2}"/>
                </a:ext>
              </a:extLst>
            </p:cNvPr>
            <p:cNvSpPr>
              <a:spLocks noChangeArrowheads="1"/>
            </p:cNvSpPr>
            <p:nvPr/>
          </p:nvSpPr>
          <p:spPr bwMode="auto">
            <a:xfrm>
              <a:off x="41671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09598" name="Rectangle 82">
              <a:extLst>
                <a:ext uri="{FF2B5EF4-FFF2-40B4-BE49-F238E27FC236}">
                  <a16:creationId xmlns:a16="http://schemas.microsoft.com/office/drawing/2014/main" id="{29BD37C4-C8D7-491E-BB2A-044F2976B5A4}"/>
                </a:ext>
              </a:extLst>
            </p:cNvPr>
            <p:cNvSpPr>
              <a:spLocks noChangeArrowheads="1"/>
            </p:cNvSpPr>
            <p:nvPr/>
          </p:nvSpPr>
          <p:spPr bwMode="auto">
            <a:xfrm>
              <a:off x="47132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09599" name="Rectangle 83">
              <a:extLst>
                <a:ext uri="{FF2B5EF4-FFF2-40B4-BE49-F238E27FC236}">
                  <a16:creationId xmlns:a16="http://schemas.microsoft.com/office/drawing/2014/main" id="{9F7E7C75-E6B9-4865-8C86-CC46450D49B9}"/>
                </a:ext>
              </a:extLst>
            </p:cNvPr>
            <p:cNvSpPr>
              <a:spLocks noChangeArrowheads="1"/>
            </p:cNvSpPr>
            <p:nvPr/>
          </p:nvSpPr>
          <p:spPr bwMode="auto">
            <a:xfrm>
              <a:off x="2657475" y="1752600"/>
              <a:ext cx="134937"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09600" name="Rectangle 85">
              <a:extLst>
                <a:ext uri="{FF2B5EF4-FFF2-40B4-BE49-F238E27FC236}">
                  <a16:creationId xmlns:a16="http://schemas.microsoft.com/office/drawing/2014/main" id="{CE445D63-6BB7-4AEB-A02A-AD3950B507E7}"/>
                </a:ext>
              </a:extLst>
            </p:cNvPr>
            <p:cNvSpPr>
              <a:spLocks noChangeArrowheads="1"/>
            </p:cNvSpPr>
            <p:nvPr/>
          </p:nvSpPr>
          <p:spPr bwMode="auto">
            <a:xfrm>
              <a:off x="2644775" y="2300288"/>
              <a:ext cx="134937"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grpSp>
      <p:sp>
        <p:nvSpPr>
          <p:cNvPr id="109572" name="Oval 2">
            <a:extLst>
              <a:ext uri="{FF2B5EF4-FFF2-40B4-BE49-F238E27FC236}">
                <a16:creationId xmlns:a16="http://schemas.microsoft.com/office/drawing/2014/main" id="{57655B8C-8B60-43CA-AC83-6F91DD04BD8D}"/>
              </a:ext>
            </a:extLst>
          </p:cNvPr>
          <p:cNvSpPr>
            <a:spLocks noChangeArrowheads="1"/>
          </p:cNvSpPr>
          <p:nvPr/>
        </p:nvSpPr>
        <p:spPr bwMode="auto">
          <a:xfrm>
            <a:off x="914400" y="2819400"/>
            <a:ext cx="990600" cy="2667000"/>
          </a:xfrm>
          <a:prstGeom prst="ellipse">
            <a:avLst/>
          </a:prstGeom>
          <a:noFill/>
          <a:ln w="254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73" name="TextBox 3">
            <a:extLst>
              <a:ext uri="{FF2B5EF4-FFF2-40B4-BE49-F238E27FC236}">
                <a16:creationId xmlns:a16="http://schemas.microsoft.com/office/drawing/2014/main" id="{FA135E6C-6CD7-4FF9-92B4-A4B2BED0F2D0}"/>
              </a:ext>
            </a:extLst>
          </p:cNvPr>
          <p:cNvSpPr txBox="1">
            <a:spLocks noChangeArrowheads="1"/>
          </p:cNvSpPr>
          <p:nvPr/>
        </p:nvSpPr>
        <p:spPr bwMode="auto">
          <a:xfrm>
            <a:off x="152400" y="5715000"/>
            <a:ext cx="2252663"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Notice that these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are scrambled</a:t>
            </a:r>
          </a:p>
        </p:txBody>
      </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0593" name="Group 1">
            <a:extLst>
              <a:ext uri="{FF2B5EF4-FFF2-40B4-BE49-F238E27FC236}">
                <a16:creationId xmlns:a16="http://schemas.microsoft.com/office/drawing/2014/main" id="{76A5E105-70CF-45CF-8A17-1F2FB02781D2}"/>
              </a:ext>
            </a:extLst>
          </p:cNvPr>
          <p:cNvGrpSpPr>
            <a:grpSpLocks/>
          </p:cNvGrpSpPr>
          <p:nvPr/>
        </p:nvGrpSpPr>
        <p:grpSpPr bwMode="auto">
          <a:xfrm>
            <a:off x="879475" y="1666875"/>
            <a:ext cx="3235325" cy="3819525"/>
            <a:chOff x="3013075" y="1666875"/>
            <a:chExt cx="3235325" cy="3819525"/>
          </a:xfrm>
        </p:grpSpPr>
        <p:sp>
          <p:nvSpPr>
            <p:cNvPr id="110630" name="Rectangle 4">
              <a:extLst>
                <a:ext uri="{FF2B5EF4-FFF2-40B4-BE49-F238E27FC236}">
                  <a16:creationId xmlns:a16="http://schemas.microsoft.com/office/drawing/2014/main" id="{452FBDE2-8DA7-4249-9FED-A8CB97AA9F53}"/>
                </a:ext>
              </a:extLst>
            </p:cNvPr>
            <p:cNvSpPr>
              <a:spLocks noChangeArrowheads="1"/>
            </p:cNvSpPr>
            <p:nvPr/>
          </p:nvSpPr>
          <p:spPr bwMode="auto">
            <a:xfrm>
              <a:off x="3038475" y="1666875"/>
              <a:ext cx="3203575"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31" name="Rectangle 5">
              <a:extLst>
                <a:ext uri="{FF2B5EF4-FFF2-40B4-BE49-F238E27FC236}">
                  <a16:creationId xmlns:a16="http://schemas.microsoft.com/office/drawing/2014/main" id="{5C4707EF-6C5B-4A59-8EFD-C607BD0EBA74}"/>
                </a:ext>
              </a:extLst>
            </p:cNvPr>
            <p:cNvSpPr>
              <a:spLocks noChangeArrowheads="1"/>
            </p:cNvSpPr>
            <p:nvPr/>
          </p:nvSpPr>
          <p:spPr bwMode="auto">
            <a:xfrm>
              <a:off x="3013075" y="1677988"/>
              <a:ext cx="11113"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32" name="Rectangle 6">
              <a:extLst>
                <a:ext uri="{FF2B5EF4-FFF2-40B4-BE49-F238E27FC236}">
                  <a16:creationId xmlns:a16="http://schemas.microsoft.com/office/drawing/2014/main" id="{8DA84C04-A6AB-4A50-9EE0-B57B8440BC42}"/>
                </a:ext>
              </a:extLst>
            </p:cNvPr>
            <p:cNvSpPr>
              <a:spLocks noChangeArrowheads="1"/>
            </p:cNvSpPr>
            <p:nvPr/>
          </p:nvSpPr>
          <p:spPr bwMode="auto">
            <a:xfrm>
              <a:off x="4129088"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33" name="Rectangle 7">
              <a:extLst>
                <a:ext uri="{FF2B5EF4-FFF2-40B4-BE49-F238E27FC236}">
                  <a16:creationId xmlns:a16="http://schemas.microsoft.com/office/drawing/2014/main" id="{CF89BFD0-74EE-4AB8-AB66-F9F7DF95E6BB}"/>
                </a:ext>
              </a:extLst>
            </p:cNvPr>
            <p:cNvSpPr>
              <a:spLocks noChangeArrowheads="1"/>
            </p:cNvSpPr>
            <p:nvPr/>
          </p:nvSpPr>
          <p:spPr bwMode="auto">
            <a:xfrm>
              <a:off x="3246438" y="1792288"/>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34" name="Rectangle 8">
              <a:extLst>
                <a:ext uri="{FF2B5EF4-FFF2-40B4-BE49-F238E27FC236}">
                  <a16:creationId xmlns:a16="http://schemas.microsoft.com/office/drawing/2014/main" id="{879FE6F9-34BE-4D82-8CA7-B2E63CD8B523}"/>
                </a:ext>
              </a:extLst>
            </p:cNvPr>
            <p:cNvSpPr>
              <a:spLocks noChangeArrowheads="1"/>
            </p:cNvSpPr>
            <p:nvPr/>
          </p:nvSpPr>
          <p:spPr bwMode="auto">
            <a:xfrm>
              <a:off x="5219700"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35" name="Rectangle 9">
              <a:extLst>
                <a:ext uri="{FF2B5EF4-FFF2-40B4-BE49-F238E27FC236}">
                  <a16:creationId xmlns:a16="http://schemas.microsoft.com/office/drawing/2014/main" id="{358BFE38-94C4-4C48-85F7-8067DAEFB5C4}"/>
                </a:ext>
              </a:extLst>
            </p:cNvPr>
            <p:cNvSpPr>
              <a:spLocks noChangeArrowheads="1"/>
            </p:cNvSpPr>
            <p:nvPr/>
          </p:nvSpPr>
          <p:spPr bwMode="auto">
            <a:xfrm>
              <a:off x="4440238" y="1792288"/>
              <a:ext cx="4937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36" name="Rectangle 10">
              <a:extLst>
                <a:ext uri="{FF2B5EF4-FFF2-40B4-BE49-F238E27FC236}">
                  <a16:creationId xmlns:a16="http://schemas.microsoft.com/office/drawing/2014/main" id="{8ABA7109-2860-4767-B462-127FF4D44D27}"/>
                </a:ext>
              </a:extLst>
            </p:cNvPr>
            <p:cNvSpPr>
              <a:spLocks noChangeArrowheads="1"/>
            </p:cNvSpPr>
            <p:nvPr/>
          </p:nvSpPr>
          <p:spPr bwMode="auto">
            <a:xfrm>
              <a:off x="6235700"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37" name="Rectangle 11">
              <a:extLst>
                <a:ext uri="{FF2B5EF4-FFF2-40B4-BE49-F238E27FC236}">
                  <a16:creationId xmlns:a16="http://schemas.microsoft.com/office/drawing/2014/main" id="{3A0CB087-78B7-4BAF-AA06-F97ABE50F0EF}"/>
                </a:ext>
              </a:extLst>
            </p:cNvPr>
            <p:cNvSpPr>
              <a:spLocks noChangeArrowheads="1"/>
            </p:cNvSpPr>
            <p:nvPr/>
          </p:nvSpPr>
          <p:spPr bwMode="auto">
            <a:xfrm>
              <a:off x="3013075" y="2139950"/>
              <a:ext cx="11113"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38" name="Rectangle 12">
              <a:extLst>
                <a:ext uri="{FF2B5EF4-FFF2-40B4-BE49-F238E27FC236}">
                  <a16:creationId xmlns:a16="http://schemas.microsoft.com/office/drawing/2014/main" id="{CA7A3273-6DF3-42EA-AF73-79CBBEF250A8}"/>
                </a:ext>
              </a:extLst>
            </p:cNvPr>
            <p:cNvSpPr>
              <a:spLocks noChangeArrowheads="1"/>
            </p:cNvSpPr>
            <p:nvPr/>
          </p:nvSpPr>
          <p:spPr bwMode="auto">
            <a:xfrm>
              <a:off x="5375275" y="1792288"/>
              <a:ext cx="704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Output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39" name="Rectangle 13">
              <a:extLst>
                <a:ext uri="{FF2B5EF4-FFF2-40B4-BE49-F238E27FC236}">
                  <a16:creationId xmlns:a16="http://schemas.microsoft.com/office/drawing/2014/main" id="{46461E77-82AD-4D77-8E2E-00ABDD7FE221}"/>
                </a:ext>
              </a:extLst>
            </p:cNvPr>
            <p:cNvSpPr>
              <a:spLocks noChangeArrowheads="1"/>
            </p:cNvSpPr>
            <p:nvPr/>
          </p:nvSpPr>
          <p:spPr bwMode="auto">
            <a:xfrm>
              <a:off x="4129088"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40" name="Rectangle 14">
              <a:extLst>
                <a:ext uri="{FF2B5EF4-FFF2-40B4-BE49-F238E27FC236}">
                  <a16:creationId xmlns:a16="http://schemas.microsoft.com/office/drawing/2014/main" id="{2F349745-4FC9-47F8-8F76-B162834082F9}"/>
                </a:ext>
              </a:extLst>
            </p:cNvPr>
            <p:cNvSpPr>
              <a:spLocks noChangeArrowheads="1"/>
            </p:cNvSpPr>
            <p:nvPr/>
          </p:nvSpPr>
          <p:spPr bwMode="auto">
            <a:xfrm>
              <a:off x="3387725" y="2141538"/>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41" name="Rectangle 15">
              <a:extLst>
                <a:ext uri="{FF2B5EF4-FFF2-40B4-BE49-F238E27FC236}">
                  <a16:creationId xmlns:a16="http://schemas.microsoft.com/office/drawing/2014/main" id="{446FF10A-CF6E-4C67-BFCA-72D703236751}"/>
                </a:ext>
              </a:extLst>
            </p:cNvPr>
            <p:cNvSpPr>
              <a:spLocks noChangeArrowheads="1"/>
            </p:cNvSpPr>
            <p:nvPr/>
          </p:nvSpPr>
          <p:spPr bwMode="auto">
            <a:xfrm>
              <a:off x="5219700"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42" name="Rectangle 16">
              <a:extLst>
                <a:ext uri="{FF2B5EF4-FFF2-40B4-BE49-F238E27FC236}">
                  <a16:creationId xmlns:a16="http://schemas.microsoft.com/office/drawing/2014/main" id="{B9BDA1BC-BE2E-4620-BF60-7393FED995A1}"/>
                </a:ext>
              </a:extLst>
            </p:cNvPr>
            <p:cNvSpPr>
              <a:spLocks noChangeArrowheads="1"/>
            </p:cNvSpPr>
            <p:nvPr/>
          </p:nvSpPr>
          <p:spPr bwMode="auto">
            <a:xfrm>
              <a:off x="6235700"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43" name="Rectangle 17">
              <a:extLst>
                <a:ext uri="{FF2B5EF4-FFF2-40B4-BE49-F238E27FC236}">
                  <a16:creationId xmlns:a16="http://schemas.microsoft.com/office/drawing/2014/main" id="{027DC820-6DB3-4CB8-A94B-D32EE02C9A66}"/>
                </a:ext>
              </a:extLst>
            </p:cNvPr>
            <p:cNvSpPr>
              <a:spLocks noChangeArrowheads="1"/>
            </p:cNvSpPr>
            <p:nvPr/>
          </p:nvSpPr>
          <p:spPr bwMode="auto">
            <a:xfrm>
              <a:off x="3013075" y="2495550"/>
              <a:ext cx="11113"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44" name="Rectangle 18">
              <a:extLst>
                <a:ext uri="{FF2B5EF4-FFF2-40B4-BE49-F238E27FC236}">
                  <a16:creationId xmlns:a16="http://schemas.microsoft.com/office/drawing/2014/main" id="{31ED79FB-4266-4825-B365-25ED6F473FB0}"/>
                </a:ext>
              </a:extLst>
            </p:cNvPr>
            <p:cNvSpPr>
              <a:spLocks noChangeArrowheads="1"/>
            </p:cNvSpPr>
            <p:nvPr/>
          </p:nvSpPr>
          <p:spPr bwMode="auto">
            <a:xfrm>
              <a:off x="4452938" y="2141538"/>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45" name="Rectangle 19">
              <a:extLst>
                <a:ext uri="{FF2B5EF4-FFF2-40B4-BE49-F238E27FC236}">
                  <a16:creationId xmlns:a16="http://schemas.microsoft.com/office/drawing/2014/main" id="{5BB3728E-8F98-49DA-8AFC-F2C40CD6F0AB}"/>
                </a:ext>
              </a:extLst>
            </p:cNvPr>
            <p:cNvSpPr>
              <a:spLocks noChangeArrowheads="1"/>
            </p:cNvSpPr>
            <p:nvPr/>
          </p:nvSpPr>
          <p:spPr bwMode="auto">
            <a:xfrm>
              <a:off x="3262313" y="2490788"/>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46" name="Rectangle 20">
              <a:extLst>
                <a:ext uri="{FF2B5EF4-FFF2-40B4-BE49-F238E27FC236}">
                  <a16:creationId xmlns:a16="http://schemas.microsoft.com/office/drawing/2014/main" id="{8039AFF1-9EC9-4EB7-AFFE-7B52C2E2D231}"/>
                </a:ext>
              </a:extLst>
            </p:cNvPr>
            <p:cNvSpPr>
              <a:spLocks noChangeArrowheads="1"/>
            </p:cNvSpPr>
            <p:nvPr/>
          </p:nvSpPr>
          <p:spPr bwMode="auto">
            <a:xfrm>
              <a:off x="3387725"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47" name="Rectangle 21">
              <a:extLst>
                <a:ext uri="{FF2B5EF4-FFF2-40B4-BE49-F238E27FC236}">
                  <a16:creationId xmlns:a16="http://schemas.microsoft.com/office/drawing/2014/main" id="{E9F6EF99-E73E-4837-8A1D-016A884243B2}"/>
                </a:ext>
              </a:extLst>
            </p:cNvPr>
            <p:cNvSpPr>
              <a:spLocks noChangeArrowheads="1"/>
            </p:cNvSpPr>
            <p:nvPr/>
          </p:nvSpPr>
          <p:spPr bwMode="auto">
            <a:xfrm>
              <a:off x="3498850" y="2490788"/>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48" name="Rectangle 22">
              <a:extLst>
                <a:ext uri="{FF2B5EF4-FFF2-40B4-BE49-F238E27FC236}">
                  <a16:creationId xmlns:a16="http://schemas.microsoft.com/office/drawing/2014/main" id="{82DD38C9-113A-4D4C-A873-76A58ECA4569}"/>
                </a:ext>
              </a:extLst>
            </p:cNvPr>
            <p:cNvSpPr>
              <a:spLocks noChangeArrowheads="1"/>
            </p:cNvSpPr>
            <p:nvPr/>
          </p:nvSpPr>
          <p:spPr bwMode="auto">
            <a:xfrm>
              <a:off x="36242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49" name="Rectangle 23">
              <a:extLst>
                <a:ext uri="{FF2B5EF4-FFF2-40B4-BE49-F238E27FC236}">
                  <a16:creationId xmlns:a16="http://schemas.microsoft.com/office/drawing/2014/main" id="{4718A737-17CD-4277-83B3-9C61957A59D4}"/>
                </a:ext>
              </a:extLst>
            </p:cNvPr>
            <p:cNvSpPr>
              <a:spLocks noChangeArrowheads="1"/>
            </p:cNvSpPr>
            <p:nvPr/>
          </p:nvSpPr>
          <p:spPr bwMode="auto">
            <a:xfrm>
              <a:off x="3738563" y="2490788"/>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50" name="Rectangle 24">
              <a:extLst>
                <a:ext uri="{FF2B5EF4-FFF2-40B4-BE49-F238E27FC236}">
                  <a16:creationId xmlns:a16="http://schemas.microsoft.com/office/drawing/2014/main" id="{CFC277A1-20B0-4BAB-A5BB-91A4031B5FCC}"/>
                </a:ext>
              </a:extLst>
            </p:cNvPr>
            <p:cNvSpPr>
              <a:spLocks noChangeArrowheads="1"/>
            </p:cNvSpPr>
            <p:nvPr/>
          </p:nvSpPr>
          <p:spPr bwMode="auto">
            <a:xfrm>
              <a:off x="4129088"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51" name="Rectangle 25">
              <a:extLst>
                <a:ext uri="{FF2B5EF4-FFF2-40B4-BE49-F238E27FC236}">
                  <a16:creationId xmlns:a16="http://schemas.microsoft.com/office/drawing/2014/main" id="{125BC425-885C-4D0C-9EB3-3897621E61DB}"/>
                </a:ext>
              </a:extLst>
            </p:cNvPr>
            <p:cNvSpPr>
              <a:spLocks noChangeArrowheads="1"/>
            </p:cNvSpPr>
            <p:nvPr/>
          </p:nvSpPr>
          <p:spPr bwMode="auto">
            <a:xfrm>
              <a:off x="386238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52" name="Rectangle 26">
              <a:extLst>
                <a:ext uri="{FF2B5EF4-FFF2-40B4-BE49-F238E27FC236}">
                  <a16:creationId xmlns:a16="http://schemas.microsoft.com/office/drawing/2014/main" id="{5508EEB7-2E44-4614-9926-C74EB786A346}"/>
                </a:ext>
              </a:extLst>
            </p:cNvPr>
            <p:cNvSpPr>
              <a:spLocks noChangeArrowheads="1"/>
            </p:cNvSpPr>
            <p:nvPr/>
          </p:nvSpPr>
          <p:spPr bwMode="auto">
            <a:xfrm>
              <a:off x="4295775" y="2490788"/>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53" name="Rectangle 27">
              <a:extLst>
                <a:ext uri="{FF2B5EF4-FFF2-40B4-BE49-F238E27FC236}">
                  <a16:creationId xmlns:a16="http://schemas.microsoft.com/office/drawing/2014/main" id="{8200B37F-3BC4-43B2-99D9-77A565B8B517}"/>
                </a:ext>
              </a:extLst>
            </p:cNvPr>
            <p:cNvSpPr>
              <a:spLocks noChangeArrowheads="1"/>
            </p:cNvSpPr>
            <p:nvPr/>
          </p:nvSpPr>
          <p:spPr bwMode="auto">
            <a:xfrm>
              <a:off x="44402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54" name="Rectangle 28">
              <a:extLst>
                <a:ext uri="{FF2B5EF4-FFF2-40B4-BE49-F238E27FC236}">
                  <a16:creationId xmlns:a16="http://schemas.microsoft.com/office/drawing/2014/main" id="{8EFCE2B2-A273-4361-90CA-D17AF123129C}"/>
                </a:ext>
              </a:extLst>
            </p:cNvPr>
            <p:cNvSpPr>
              <a:spLocks noChangeArrowheads="1"/>
            </p:cNvSpPr>
            <p:nvPr/>
          </p:nvSpPr>
          <p:spPr bwMode="auto">
            <a:xfrm>
              <a:off x="4556125" y="2490788"/>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55" name="Rectangle 29">
              <a:extLst>
                <a:ext uri="{FF2B5EF4-FFF2-40B4-BE49-F238E27FC236}">
                  <a16:creationId xmlns:a16="http://schemas.microsoft.com/office/drawing/2014/main" id="{90AA9DE5-1E0F-4FBF-B65F-E6640BEFBD19}"/>
                </a:ext>
              </a:extLst>
            </p:cNvPr>
            <p:cNvSpPr>
              <a:spLocks noChangeArrowheads="1"/>
            </p:cNvSpPr>
            <p:nvPr/>
          </p:nvSpPr>
          <p:spPr bwMode="auto">
            <a:xfrm>
              <a:off x="4702175"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56" name="Rectangle 30">
              <a:extLst>
                <a:ext uri="{FF2B5EF4-FFF2-40B4-BE49-F238E27FC236}">
                  <a16:creationId xmlns:a16="http://schemas.microsoft.com/office/drawing/2014/main" id="{234B7EB9-684C-47F5-807F-B9603ADAD99A}"/>
                </a:ext>
              </a:extLst>
            </p:cNvPr>
            <p:cNvSpPr>
              <a:spLocks noChangeArrowheads="1"/>
            </p:cNvSpPr>
            <p:nvPr/>
          </p:nvSpPr>
          <p:spPr bwMode="auto">
            <a:xfrm>
              <a:off x="4814888" y="2490788"/>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57" name="Rectangle 31">
              <a:extLst>
                <a:ext uri="{FF2B5EF4-FFF2-40B4-BE49-F238E27FC236}">
                  <a16:creationId xmlns:a16="http://schemas.microsoft.com/office/drawing/2014/main" id="{5E3D248F-9B8A-4766-83F6-CBFC39682B45}"/>
                </a:ext>
              </a:extLst>
            </p:cNvPr>
            <p:cNvSpPr>
              <a:spLocks noChangeArrowheads="1"/>
            </p:cNvSpPr>
            <p:nvPr/>
          </p:nvSpPr>
          <p:spPr bwMode="auto">
            <a:xfrm>
              <a:off x="5219700"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58" name="Rectangle 32">
              <a:extLst>
                <a:ext uri="{FF2B5EF4-FFF2-40B4-BE49-F238E27FC236}">
                  <a16:creationId xmlns:a16="http://schemas.microsoft.com/office/drawing/2014/main" id="{59340536-651E-4BC6-92D6-56A1B5C97FC2}"/>
                </a:ext>
              </a:extLst>
            </p:cNvPr>
            <p:cNvSpPr>
              <a:spLocks noChangeArrowheads="1"/>
            </p:cNvSpPr>
            <p:nvPr/>
          </p:nvSpPr>
          <p:spPr bwMode="auto">
            <a:xfrm>
              <a:off x="49609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59" name="Rectangle 33">
              <a:extLst>
                <a:ext uri="{FF2B5EF4-FFF2-40B4-BE49-F238E27FC236}">
                  <a16:creationId xmlns:a16="http://schemas.microsoft.com/office/drawing/2014/main" id="{F4CAAC57-F62E-41C3-9833-A47DB1BF8875}"/>
                </a:ext>
              </a:extLst>
            </p:cNvPr>
            <p:cNvSpPr>
              <a:spLocks noChangeArrowheads="1"/>
            </p:cNvSpPr>
            <p:nvPr/>
          </p:nvSpPr>
          <p:spPr bwMode="auto">
            <a:xfrm>
              <a:off x="5384800"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60" name="Rectangle 34">
              <a:extLst>
                <a:ext uri="{FF2B5EF4-FFF2-40B4-BE49-F238E27FC236}">
                  <a16:creationId xmlns:a16="http://schemas.microsoft.com/office/drawing/2014/main" id="{5C8C1876-E88F-4662-9EC0-7500F8A919BA}"/>
                </a:ext>
              </a:extLst>
            </p:cNvPr>
            <p:cNvSpPr>
              <a:spLocks noChangeArrowheads="1"/>
            </p:cNvSpPr>
            <p:nvPr/>
          </p:nvSpPr>
          <p:spPr bwMode="auto">
            <a:xfrm>
              <a:off x="55038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61" name="Rectangle 35">
              <a:extLst>
                <a:ext uri="{FF2B5EF4-FFF2-40B4-BE49-F238E27FC236}">
                  <a16:creationId xmlns:a16="http://schemas.microsoft.com/office/drawing/2014/main" id="{B11A6F20-4AAD-4808-9230-14CA0B1F954F}"/>
                </a:ext>
              </a:extLst>
            </p:cNvPr>
            <p:cNvSpPr>
              <a:spLocks noChangeArrowheads="1"/>
            </p:cNvSpPr>
            <p:nvPr/>
          </p:nvSpPr>
          <p:spPr bwMode="auto">
            <a:xfrm>
              <a:off x="5613400"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62" name="Rectangle 36">
              <a:extLst>
                <a:ext uri="{FF2B5EF4-FFF2-40B4-BE49-F238E27FC236}">
                  <a16:creationId xmlns:a16="http://schemas.microsoft.com/office/drawing/2014/main" id="{15F155F6-7250-49BF-9BF6-689C9DD6BE77}"/>
                </a:ext>
              </a:extLst>
            </p:cNvPr>
            <p:cNvSpPr>
              <a:spLocks noChangeArrowheads="1"/>
            </p:cNvSpPr>
            <p:nvPr/>
          </p:nvSpPr>
          <p:spPr bwMode="auto">
            <a:xfrm>
              <a:off x="57324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63" name="Rectangle 37">
              <a:extLst>
                <a:ext uri="{FF2B5EF4-FFF2-40B4-BE49-F238E27FC236}">
                  <a16:creationId xmlns:a16="http://schemas.microsoft.com/office/drawing/2014/main" id="{C15CF183-6275-4D97-82F5-72B0273F520F}"/>
                </a:ext>
              </a:extLst>
            </p:cNvPr>
            <p:cNvSpPr>
              <a:spLocks noChangeArrowheads="1"/>
            </p:cNvSpPr>
            <p:nvPr/>
          </p:nvSpPr>
          <p:spPr bwMode="auto">
            <a:xfrm>
              <a:off x="5845175"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64" name="Rectangle 38">
              <a:extLst>
                <a:ext uri="{FF2B5EF4-FFF2-40B4-BE49-F238E27FC236}">
                  <a16:creationId xmlns:a16="http://schemas.microsoft.com/office/drawing/2014/main" id="{F6CF9789-4B35-4526-9E8A-25CAB22638A7}"/>
                </a:ext>
              </a:extLst>
            </p:cNvPr>
            <p:cNvSpPr>
              <a:spLocks noChangeArrowheads="1"/>
            </p:cNvSpPr>
            <p:nvPr/>
          </p:nvSpPr>
          <p:spPr bwMode="auto">
            <a:xfrm>
              <a:off x="6235700"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65" name="Rectangle 39">
              <a:extLst>
                <a:ext uri="{FF2B5EF4-FFF2-40B4-BE49-F238E27FC236}">
                  <a16:creationId xmlns:a16="http://schemas.microsoft.com/office/drawing/2014/main" id="{7F5FB03C-D4A0-4370-A2A5-9E71A1644751}"/>
                </a:ext>
              </a:extLst>
            </p:cNvPr>
            <p:cNvSpPr>
              <a:spLocks noChangeArrowheads="1"/>
            </p:cNvSpPr>
            <p:nvPr/>
          </p:nvSpPr>
          <p:spPr bwMode="auto">
            <a:xfrm>
              <a:off x="3038475" y="2833688"/>
              <a:ext cx="3203575"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66" name="Rectangle 40">
              <a:extLst>
                <a:ext uri="{FF2B5EF4-FFF2-40B4-BE49-F238E27FC236}">
                  <a16:creationId xmlns:a16="http://schemas.microsoft.com/office/drawing/2014/main" id="{2012A8EB-423F-45DE-AFED-A46BABB64550}"/>
                </a:ext>
              </a:extLst>
            </p:cNvPr>
            <p:cNvSpPr>
              <a:spLocks noChangeArrowheads="1"/>
            </p:cNvSpPr>
            <p:nvPr/>
          </p:nvSpPr>
          <p:spPr bwMode="auto">
            <a:xfrm>
              <a:off x="3013075" y="2846388"/>
              <a:ext cx="11113"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67" name="Rectangle 41">
              <a:extLst>
                <a:ext uri="{FF2B5EF4-FFF2-40B4-BE49-F238E27FC236}">
                  <a16:creationId xmlns:a16="http://schemas.microsoft.com/office/drawing/2014/main" id="{05507650-36DD-4224-B355-44DD113487AD}"/>
                </a:ext>
              </a:extLst>
            </p:cNvPr>
            <p:cNvSpPr>
              <a:spLocks noChangeArrowheads="1"/>
            </p:cNvSpPr>
            <p:nvPr/>
          </p:nvSpPr>
          <p:spPr bwMode="auto">
            <a:xfrm>
              <a:off x="59642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68" name="Rectangle 42">
              <a:extLst>
                <a:ext uri="{FF2B5EF4-FFF2-40B4-BE49-F238E27FC236}">
                  <a16:creationId xmlns:a16="http://schemas.microsoft.com/office/drawing/2014/main" id="{C7456DBF-62BF-4C1D-A0D6-5663FCD4A33E}"/>
                </a:ext>
              </a:extLst>
            </p:cNvPr>
            <p:cNvSpPr>
              <a:spLocks noChangeArrowheads="1"/>
            </p:cNvSpPr>
            <p:nvPr/>
          </p:nvSpPr>
          <p:spPr bwMode="auto">
            <a:xfrm>
              <a:off x="4129088"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69" name="Rectangle 43">
              <a:extLst>
                <a:ext uri="{FF2B5EF4-FFF2-40B4-BE49-F238E27FC236}">
                  <a16:creationId xmlns:a16="http://schemas.microsoft.com/office/drawing/2014/main" id="{CED72F60-A300-4E9B-B4F2-E0A638575115}"/>
                </a:ext>
              </a:extLst>
            </p:cNvPr>
            <p:cNvSpPr>
              <a:spLocks noChangeArrowheads="1"/>
            </p:cNvSpPr>
            <p:nvPr/>
          </p:nvSpPr>
          <p:spPr bwMode="auto">
            <a:xfrm>
              <a:off x="3335338" y="29575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70" name="Rectangle 44">
              <a:extLst>
                <a:ext uri="{FF2B5EF4-FFF2-40B4-BE49-F238E27FC236}">
                  <a16:creationId xmlns:a16="http://schemas.microsoft.com/office/drawing/2014/main" id="{3EA0AA2D-FF70-4002-9E53-D942E55C2919}"/>
                </a:ext>
              </a:extLst>
            </p:cNvPr>
            <p:cNvSpPr>
              <a:spLocks noChangeArrowheads="1"/>
            </p:cNvSpPr>
            <p:nvPr/>
          </p:nvSpPr>
          <p:spPr bwMode="auto">
            <a:xfrm>
              <a:off x="4465638" y="2957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71" name="Rectangle 45">
              <a:extLst>
                <a:ext uri="{FF2B5EF4-FFF2-40B4-BE49-F238E27FC236}">
                  <a16:creationId xmlns:a16="http://schemas.microsoft.com/office/drawing/2014/main" id="{F2DD6BD5-699D-4D33-A936-1A6700153E15}"/>
                </a:ext>
              </a:extLst>
            </p:cNvPr>
            <p:cNvSpPr>
              <a:spLocks noChangeArrowheads="1"/>
            </p:cNvSpPr>
            <p:nvPr/>
          </p:nvSpPr>
          <p:spPr bwMode="auto">
            <a:xfrm>
              <a:off x="5219700"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72" name="Rectangle 46">
              <a:extLst>
                <a:ext uri="{FF2B5EF4-FFF2-40B4-BE49-F238E27FC236}">
                  <a16:creationId xmlns:a16="http://schemas.microsoft.com/office/drawing/2014/main" id="{4A24876A-C72F-46A6-B3D0-8BFEC5FB34B3}"/>
                </a:ext>
              </a:extLst>
            </p:cNvPr>
            <p:cNvSpPr>
              <a:spLocks noChangeArrowheads="1"/>
            </p:cNvSpPr>
            <p:nvPr/>
          </p:nvSpPr>
          <p:spPr bwMode="auto">
            <a:xfrm>
              <a:off x="4618038" y="29575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73" name="Rectangle 47">
              <a:extLst>
                <a:ext uri="{FF2B5EF4-FFF2-40B4-BE49-F238E27FC236}">
                  <a16:creationId xmlns:a16="http://schemas.microsoft.com/office/drawing/2014/main" id="{793ACABA-9C81-41F7-9E98-7E0BEFCC32A2}"/>
                </a:ext>
              </a:extLst>
            </p:cNvPr>
            <p:cNvSpPr>
              <a:spLocks noChangeArrowheads="1"/>
            </p:cNvSpPr>
            <p:nvPr/>
          </p:nvSpPr>
          <p:spPr bwMode="auto">
            <a:xfrm>
              <a:off x="5518150" y="2957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74" name="Rectangle 48">
              <a:extLst>
                <a:ext uri="{FF2B5EF4-FFF2-40B4-BE49-F238E27FC236}">
                  <a16:creationId xmlns:a16="http://schemas.microsoft.com/office/drawing/2014/main" id="{8C062CB6-50F7-4A3F-86A5-5CD50A836972}"/>
                </a:ext>
              </a:extLst>
            </p:cNvPr>
            <p:cNvSpPr>
              <a:spLocks noChangeArrowheads="1"/>
            </p:cNvSpPr>
            <p:nvPr/>
          </p:nvSpPr>
          <p:spPr bwMode="auto">
            <a:xfrm>
              <a:off x="6235700"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75" name="Rectangle 49">
              <a:extLst>
                <a:ext uri="{FF2B5EF4-FFF2-40B4-BE49-F238E27FC236}">
                  <a16:creationId xmlns:a16="http://schemas.microsoft.com/office/drawing/2014/main" id="{C45FC4A5-61A7-4FE3-8EC4-641D5B731FB3}"/>
                </a:ext>
              </a:extLst>
            </p:cNvPr>
            <p:cNvSpPr>
              <a:spLocks noChangeArrowheads="1"/>
            </p:cNvSpPr>
            <p:nvPr/>
          </p:nvSpPr>
          <p:spPr bwMode="auto">
            <a:xfrm>
              <a:off x="3013075" y="3303588"/>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76" name="Rectangle 50">
              <a:extLst>
                <a:ext uri="{FF2B5EF4-FFF2-40B4-BE49-F238E27FC236}">
                  <a16:creationId xmlns:a16="http://schemas.microsoft.com/office/drawing/2014/main" id="{8664F675-6A39-4C21-939A-1E0B2D2FEA0D}"/>
                </a:ext>
              </a:extLst>
            </p:cNvPr>
            <p:cNvSpPr>
              <a:spLocks noChangeArrowheads="1"/>
            </p:cNvSpPr>
            <p:nvPr/>
          </p:nvSpPr>
          <p:spPr bwMode="auto">
            <a:xfrm>
              <a:off x="5657850" y="29575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77" name="Rectangle 51">
              <a:extLst>
                <a:ext uri="{FF2B5EF4-FFF2-40B4-BE49-F238E27FC236}">
                  <a16:creationId xmlns:a16="http://schemas.microsoft.com/office/drawing/2014/main" id="{17E308F3-C4F1-4D5D-8CB5-B1B82C0EE803}"/>
                </a:ext>
              </a:extLst>
            </p:cNvPr>
            <p:cNvSpPr>
              <a:spLocks noChangeArrowheads="1"/>
            </p:cNvSpPr>
            <p:nvPr/>
          </p:nvSpPr>
          <p:spPr bwMode="auto">
            <a:xfrm>
              <a:off x="4129088"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78" name="Rectangle 52">
              <a:extLst>
                <a:ext uri="{FF2B5EF4-FFF2-40B4-BE49-F238E27FC236}">
                  <a16:creationId xmlns:a16="http://schemas.microsoft.com/office/drawing/2014/main" id="{3AC633F9-C38D-4945-83E9-4B6E4AB2764C}"/>
                </a:ext>
              </a:extLst>
            </p:cNvPr>
            <p:cNvSpPr>
              <a:spLocks noChangeArrowheads="1"/>
            </p:cNvSpPr>
            <p:nvPr/>
          </p:nvSpPr>
          <p:spPr bwMode="auto">
            <a:xfrm>
              <a:off x="3335338" y="330676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79" name="Rectangle 53">
              <a:extLst>
                <a:ext uri="{FF2B5EF4-FFF2-40B4-BE49-F238E27FC236}">
                  <a16:creationId xmlns:a16="http://schemas.microsoft.com/office/drawing/2014/main" id="{E8C4344D-27C5-4FB1-8AAB-D35FFBB7D101}"/>
                </a:ext>
              </a:extLst>
            </p:cNvPr>
            <p:cNvSpPr>
              <a:spLocks noChangeArrowheads="1"/>
            </p:cNvSpPr>
            <p:nvPr/>
          </p:nvSpPr>
          <p:spPr bwMode="auto">
            <a:xfrm>
              <a:off x="4465638" y="33067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80" name="Rectangle 54">
              <a:extLst>
                <a:ext uri="{FF2B5EF4-FFF2-40B4-BE49-F238E27FC236}">
                  <a16:creationId xmlns:a16="http://schemas.microsoft.com/office/drawing/2014/main" id="{EF9FB6D7-0CDB-4C19-8B22-28F644CFB06A}"/>
                </a:ext>
              </a:extLst>
            </p:cNvPr>
            <p:cNvSpPr>
              <a:spLocks noChangeArrowheads="1"/>
            </p:cNvSpPr>
            <p:nvPr/>
          </p:nvSpPr>
          <p:spPr bwMode="auto">
            <a:xfrm>
              <a:off x="5219700"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81" name="Rectangle 55">
              <a:extLst>
                <a:ext uri="{FF2B5EF4-FFF2-40B4-BE49-F238E27FC236}">
                  <a16:creationId xmlns:a16="http://schemas.microsoft.com/office/drawing/2014/main" id="{B96C8600-23FF-4EA7-9A6E-ADCEC5C3A3A5}"/>
                </a:ext>
              </a:extLst>
            </p:cNvPr>
            <p:cNvSpPr>
              <a:spLocks noChangeArrowheads="1"/>
            </p:cNvSpPr>
            <p:nvPr/>
          </p:nvSpPr>
          <p:spPr bwMode="auto">
            <a:xfrm>
              <a:off x="4618038" y="33067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82" name="Rectangle 56">
              <a:extLst>
                <a:ext uri="{FF2B5EF4-FFF2-40B4-BE49-F238E27FC236}">
                  <a16:creationId xmlns:a16="http://schemas.microsoft.com/office/drawing/2014/main" id="{6D57A244-D2BA-47C9-A700-AFFCA70CADFA}"/>
                </a:ext>
              </a:extLst>
            </p:cNvPr>
            <p:cNvSpPr>
              <a:spLocks noChangeArrowheads="1"/>
            </p:cNvSpPr>
            <p:nvPr/>
          </p:nvSpPr>
          <p:spPr bwMode="auto">
            <a:xfrm>
              <a:off x="5518150" y="33067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83" name="Rectangle 57">
              <a:extLst>
                <a:ext uri="{FF2B5EF4-FFF2-40B4-BE49-F238E27FC236}">
                  <a16:creationId xmlns:a16="http://schemas.microsoft.com/office/drawing/2014/main" id="{7B3D1F32-21A0-479F-A5B8-4B5759F3800C}"/>
                </a:ext>
              </a:extLst>
            </p:cNvPr>
            <p:cNvSpPr>
              <a:spLocks noChangeArrowheads="1"/>
            </p:cNvSpPr>
            <p:nvPr/>
          </p:nvSpPr>
          <p:spPr bwMode="auto">
            <a:xfrm>
              <a:off x="6235700"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84" name="Rectangle 58">
              <a:extLst>
                <a:ext uri="{FF2B5EF4-FFF2-40B4-BE49-F238E27FC236}">
                  <a16:creationId xmlns:a16="http://schemas.microsoft.com/office/drawing/2014/main" id="{7A3B893E-3422-4952-841E-34285D194A7F}"/>
                </a:ext>
              </a:extLst>
            </p:cNvPr>
            <p:cNvSpPr>
              <a:spLocks noChangeArrowheads="1"/>
            </p:cNvSpPr>
            <p:nvPr/>
          </p:nvSpPr>
          <p:spPr bwMode="auto">
            <a:xfrm>
              <a:off x="3013075" y="3608388"/>
              <a:ext cx="11113"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85" name="Rectangle 59">
              <a:extLst>
                <a:ext uri="{FF2B5EF4-FFF2-40B4-BE49-F238E27FC236}">
                  <a16:creationId xmlns:a16="http://schemas.microsoft.com/office/drawing/2014/main" id="{FB1C0BDD-3385-48F1-B6C8-0659EC651DF8}"/>
                </a:ext>
              </a:extLst>
            </p:cNvPr>
            <p:cNvSpPr>
              <a:spLocks noChangeArrowheads="1"/>
            </p:cNvSpPr>
            <p:nvPr/>
          </p:nvSpPr>
          <p:spPr bwMode="auto">
            <a:xfrm>
              <a:off x="5657850" y="33067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86" name="Rectangle 60">
              <a:extLst>
                <a:ext uri="{FF2B5EF4-FFF2-40B4-BE49-F238E27FC236}">
                  <a16:creationId xmlns:a16="http://schemas.microsoft.com/office/drawing/2014/main" id="{DEBA78B7-5444-4857-960E-9545628FC25C}"/>
                </a:ext>
              </a:extLst>
            </p:cNvPr>
            <p:cNvSpPr>
              <a:spLocks noChangeArrowheads="1"/>
            </p:cNvSpPr>
            <p:nvPr/>
          </p:nvSpPr>
          <p:spPr bwMode="auto">
            <a:xfrm>
              <a:off x="4129088"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87" name="Rectangle 61">
              <a:extLst>
                <a:ext uri="{FF2B5EF4-FFF2-40B4-BE49-F238E27FC236}">
                  <a16:creationId xmlns:a16="http://schemas.microsoft.com/office/drawing/2014/main" id="{C5324773-4ED8-46DD-8EA9-EBF5C575CEA6}"/>
                </a:ext>
              </a:extLst>
            </p:cNvPr>
            <p:cNvSpPr>
              <a:spLocks noChangeArrowheads="1"/>
            </p:cNvSpPr>
            <p:nvPr/>
          </p:nvSpPr>
          <p:spPr bwMode="auto">
            <a:xfrm>
              <a:off x="3335338" y="361156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88" name="Rectangle 62">
              <a:extLst>
                <a:ext uri="{FF2B5EF4-FFF2-40B4-BE49-F238E27FC236}">
                  <a16:creationId xmlns:a16="http://schemas.microsoft.com/office/drawing/2014/main" id="{58B904CB-1BD4-46BA-B9AF-4ED1E1BC37B6}"/>
                </a:ext>
              </a:extLst>
            </p:cNvPr>
            <p:cNvSpPr>
              <a:spLocks noChangeArrowheads="1"/>
            </p:cNvSpPr>
            <p:nvPr/>
          </p:nvSpPr>
          <p:spPr bwMode="auto">
            <a:xfrm>
              <a:off x="4465638" y="36115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89" name="Rectangle 63">
              <a:extLst>
                <a:ext uri="{FF2B5EF4-FFF2-40B4-BE49-F238E27FC236}">
                  <a16:creationId xmlns:a16="http://schemas.microsoft.com/office/drawing/2014/main" id="{42792351-5480-4783-951B-317E327ACE49}"/>
                </a:ext>
              </a:extLst>
            </p:cNvPr>
            <p:cNvSpPr>
              <a:spLocks noChangeArrowheads="1"/>
            </p:cNvSpPr>
            <p:nvPr/>
          </p:nvSpPr>
          <p:spPr bwMode="auto">
            <a:xfrm>
              <a:off x="5219700"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90" name="Rectangle 64">
              <a:extLst>
                <a:ext uri="{FF2B5EF4-FFF2-40B4-BE49-F238E27FC236}">
                  <a16:creationId xmlns:a16="http://schemas.microsoft.com/office/drawing/2014/main" id="{C7DA86C3-B58D-41DB-80A9-D29D8B4DE5BB}"/>
                </a:ext>
              </a:extLst>
            </p:cNvPr>
            <p:cNvSpPr>
              <a:spLocks noChangeArrowheads="1"/>
            </p:cNvSpPr>
            <p:nvPr/>
          </p:nvSpPr>
          <p:spPr bwMode="auto">
            <a:xfrm>
              <a:off x="4618038" y="36115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91" name="Rectangle 65">
              <a:extLst>
                <a:ext uri="{FF2B5EF4-FFF2-40B4-BE49-F238E27FC236}">
                  <a16:creationId xmlns:a16="http://schemas.microsoft.com/office/drawing/2014/main" id="{207CDED7-9FBC-4561-9B41-DEBA37162A8F}"/>
                </a:ext>
              </a:extLst>
            </p:cNvPr>
            <p:cNvSpPr>
              <a:spLocks noChangeArrowheads="1"/>
            </p:cNvSpPr>
            <p:nvPr/>
          </p:nvSpPr>
          <p:spPr bwMode="auto">
            <a:xfrm>
              <a:off x="5518150" y="36115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92" name="Rectangle 66">
              <a:extLst>
                <a:ext uri="{FF2B5EF4-FFF2-40B4-BE49-F238E27FC236}">
                  <a16:creationId xmlns:a16="http://schemas.microsoft.com/office/drawing/2014/main" id="{4BDD8911-2A6D-4BA2-BEF0-958173D5EED1}"/>
                </a:ext>
              </a:extLst>
            </p:cNvPr>
            <p:cNvSpPr>
              <a:spLocks noChangeArrowheads="1"/>
            </p:cNvSpPr>
            <p:nvPr/>
          </p:nvSpPr>
          <p:spPr bwMode="auto">
            <a:xfrm>
              <a:off x="6235700"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93" name="Rectangle 67">
              <a:extLst>
                <a:ext uri="{FF2B5EF4-FFF2-40B4-BE49-F238E27FC236}">
                  <a16:creationId xmlns:a16="http://schemas.microsoft.com/office/drawing/2014/main" id="{819E8F70-F245-4416-AAF7-2BF45250FEC4}"/>
                </a:ext>
              </a:extLst>
            </p:cNvPr>
            <p:cNvSpPr>
              <a:spLocks noChangeArrowheads="1"/>
            </p:cNvSpPr>
            <p:nvPr/>
          </p:nvSpPr>
          <p:spPr bwMode="auto">
            <a:xfrm>
              <a:off x="3013075" y="39116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94" name="Rectangle 68">
              <a:extLst>
                <a:ext uri="{FF2B5EF4-FFF2-40B4-BE49-F238E27FC236}">
                  <a16:creationId xmlns:a16="http://schemas.microsoft.com/office/drawing/2014/main" id="{9BB44D66-CD08-4027-9245-76E7E8FB6E7C}"/>
                </a:ext>
              </a:extLst>
            </p:cNvPr>
            <p:cNvSpPr>
              <a:spLocks noChangeArrowheads="1"/>
            </p:cNvSpPr>
            <p:nvPr/>
          </p:nvSpPr>
          <p:spPr bwMode="auto">
            <a:xfrm>
              <a:off x="5657850" y="36115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95" name="Rectangle 69">
              <a:extLst>
                <a:ext uri="{FF2B5EF4-FFF2-40B4-BE49-F238E27FC236}">
                  <a16:creationId xmlns:a16="http://schemas.microsoft.com/office/drawing/2014/main" id="{9E3D0B85-7DFF-4D89-820A-A5BFF100A685}"/>
                </a:ext>
              </a:extLst>
            </p:cNvPr>
            <p:cNvSpPr>
              <a:spLocks noChangeArrowheads="1"/>
            </p:cNvSpPr>
            <p:nvPr/>
          </p:nvSpPr>
          <p:spPr bwMode="auto">
            <a:xfrm>
              <a:off x="4129088"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96" name="Rectangle 70">
              <a:extLst>
                <a:ext uri="{FF2B5EF4-FFF2-40B4-BE49-F238E27FC236}">
                  <a16:creationId xmlns:a16="http://schemas.microsoft.com/office/drawing/2014/main" id="{DFF57786-4E73-4C27-A88D-2A533F0B39FE}"/>
                </a:ext>
              </a:extLst>
            </p:cNvPr>
            <p:cNvSpPr>
              <a:spLocks noChangeArrowheads="1"/>
            </p:cNvSpPr>
            <p:nvPr/>
          </p:nvSpPr>
          <p:spPr bwMode="auto">
            <a:xfrm>
              <a:off x="3335338" y="3914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97" name="Rectangle 71">
              <a:extLst>
                <a:ext uri="{FF2B5EF4-FFF2-40B4-BE49-F238E27FC236}">
                  <a16:creationId xmlns:a16="http://schemas.microsoft.com/office/drawing/2014/main" id="{79D836AF-6601-4AF2-BD32-555CE8205EAC}"/>
                </a:ext>
              </a:extLst>
            </p:cNvPr>
            <p:cNvSpPr>
              <a:spLocks noChangeArrowheads="1"/>
            </p:cNvSpPr>
            <p:nvPr/>
          </p:nvSpPr>
          <p:spPr bwMode="auto">
            <a:xfrm>
              <a:off x="4465638" y="39147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98" name="Rectangle 72">
              <a:extLst>
                <a:ext uri="{FF2B5EF4-FFF2-40B4-BE49-F238E27FC236}">
                  <a16:creationId xmlns:a16="http://schemas.microsoft.com/office/drawing/2014/main" id="{BF771ACC-55C5-4C86-8673-48CE7825885A}"/>
                </a:ext>
              </a:extLst>
            </p:cNvPr>
            <p:cNvSpPr>
              <a:spLocks noChangeArrowheads="1"/>
            </p:cNvSpPr>
            <p:nvPr/>
          </p:nvSpPr>
          <p:spPr bwMode="auto">
            <a:xfrm>
              <a:off x="5219700"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99" name="Rectangle 73">
              <a:extLst>
                <a:ext uri="{FF2B5EF4-FFF2-40B4-BE49-F238E27FC236}">
                  <a16:creationId xmlns:a16="http://schemas.microsoft.com/office/drawing/2014/main" id="{532FE940-22DA-4253-B9D6-6AB7E3427D90}"/>
                </a:ext>
              </a:extLst>
            </p:cNvPr>
            <p:cNvSpPr>
              <a:spLocks noChangeArrowheads="1"/>
            </p:cNvSpPr>
            <p:nvPr/>
          </p:nvSpPr>
          <p:spPr bwMode="auto">
            <a:xfrm>
              <a:off x="4618038" y="39147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700" name="Rectangle 74">
              <a:extLst>
                <a:ext uri="{FF2B5EF4-FFF2-40B4-BE49-F238E27FC236}">
                  <a16:creationId xmlns:a16="http://schemas.microsoft.com/office/drawing/2014/main" id="{FCEBCAB0-71E1-4B4B-A57F-3EACA38EE115}"/>
                </a:ext>
              </a:extLst>
            </p:cNvPr>
            <p:cNvSpPr>
              <a:spLocks noChangeArrowheads="1"/>
            </p:cNvSpPr>
            <p:nvPr/>
          </p:nvSpPr>
          <p:spPr bwMode="auto">
            <a:xfrm>
              <a:off x="5518150" y="39147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701" name="Rectangle 75">
              <a:extLst>
                <a:ext uri="{FF2B5EF4-FFF2-40B4-BE49-F238E27FC236}">
                  <a16:creationId xmlns:a16="http://schemas.microsoft.com/office/drawing/2014/main" id="{2E9FB4E5-ECAF-4564-BD85-CCB636B9A23E}"/>
                </a:ext>
              </a:extLst>
            </p:cNvPr>
            <p:cNvSpPr>
              <a:spLocks noChangeArrowheads="1"/>
            </p:cNvSpPr>
            <p:nvPr/>
          </p:nvSpPr>
          <p:spPr bwMode="auto">
            <a:xfrm>
              <a:off x="6235700"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702" name="Rectangle 76">
              <a:extLst>
                <a:ext uri="{FF2B5EF4-FFF2-40B4-BE49-F238E27FC236}">
                  <a16:creationId xmlns:a16="http://schemas.microsoft.com/office/drawing/2014/main" id="{7AC4FC67-CEA1-42AD-8CDB-A404AE7388B4}"/>
                </a:ext>
              </a:extLst>
            </p:cNvPr>
            <p:cNvSpPr>
              <a:spLocks noChangeArrowheads="1"/>
            </p:cNvSpPr>
            <p:nvPr/>
          </p:nvSpPr>
          <p:spPr bwMode="auto">
            <a:xfrm>
              <a:off x="3013075" y="42164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703" name="Rectangle 77">
              <a:extLst>
                <a:ext uri="{FF2B5EF4-FFF2-40B4-BE49-F238E27FC236}">
                  <a16:creationId xmlns:a16="http://schemas.microsoft.com/office/drawing/2014/main" id="{C3F86AE5-CE43-40C1-9DFA-7E8E35BC7D5A}"/>
                </a:ext>
              </a:extLst>
            </p:cNvPr>
            <p:cNvSpPr>
              <a:spLocks noChangeArrowheads="1"/>
            </p:cNvSpPr>
            <p:nvPr/>
          </p:nvSpPr>
          <p:spPr bwMode="auto">
            <a:xfrm>
              <a:off x="5657850" y="39147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704" name="Rectangle 78">
              <a:extLst>
                <a:ext uri="{FF2B5EF4-FFF2-40B4-BE49-F238E27FC236}">
                  <a16:creationId xmlns:a16="http://schemas.microsoft.com/office/drawing/2014/main" id="{97745140-A56A-4455-B628-60EA770EECF1}"/>
                </a:ext>
              </a:extLst>
            </p:cNvPr>
            <p:cNvSpPr>
              <a:spLocks noChangeArrowheads="1"/>
            </p:cNvSpPr>
            <p:nvPr/>
          </p:nvSpPr>
          <p:spPr bwMode="auto">
            <a:xfrm>
              <a:off x="4129088"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705" name="Rectangle 79">
              <a:extLst>
                <a:ext uri="{FF2B5EF4-FFF2-40B4-BE49-F238E27FC236}">
                  <a16:creationId xmlns:a16="http://schemas.microsoft.com/office/drawing/2014/main" id="{E122E66F-50AF-41CF-854B-9EDDD944B18C}"/>
                </a:ext>
              </a:extLst>
            </p:cNvPr>
            <p:cNvSpPr>
              <a:spLocks noChangeArrowheads="1"/>
            </p:cNvSpPr>
            <p:nvPr/>
          </p:nvSpPr>
          <p:spPr bwMode="auto">
            <a:xfrm>
              <a:off x="3335338" y="4219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706" name="Rectangle 80">
              <a:extLst>
                <a:ext uri="{FF2B5EF4-FFF2-40B4-BE49-F238E27FC236}">
                  <a16:creationId xmlns:a16="http://schemas.microsoft.com/office/drawing/2014/main" id="{710B82FC-9CDE-491D-BF7D-1A1A9A7DC84A}"/>
                </a:ext>
              </a:extLst>
            </p:cNvPr>
            <p:cNvSpPr>
              <a:spLocks noChangeArrowheads="1"/>
            </p:cNvSpPr>
            <p:nvPr/>
          </p:nvSpPr>
          <p:spPr bwMode="auto">
            <a:xfrm>
              <a:off x="4465638" y="42195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707" name="Rectangle 81">
              <a:extLst>
                <a:ext uri="{FF2B5EF4-FFF2-40B4-BE49-F238E27FC236}">
                  <a16:creationId xmlns:a16="http://schemas.microsoft.com/office/drawing/2014/main" id="{FBDC718E-3761-4777-B8E6-4154D6216283}"/>
                </a:ext>
              </a:extLst>
            </p:cNvPr>
            <p:cNvSpPr>
              <a:spLocks noChangeArrowheads="1"/>
            </p:cNvSpPr>
            <p:nvPr/>
          </p:nvSpPr>
          <p:spPr bwMode="auto">
            <a:xfrm>
              <a:off x="5219700"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708" name="Rectangle 82">
              <a:extLst>
                <a:ext uri="{FF2B5EF4-FFF2-40B4-BE49-F238E27FC236}">
                  <a16:creationId xmlns:a16="http://schemas.microsoft.com/office/drawing/2014/main" id="{C9CE992B-E4E0-4002-8A6B-529F5E72EAD9}"/>
                </a:ext>
              </a:extLst>
            </p:cNvPr>
            <p:cNvSpPr>
              <a:spLocks noChangeArrowheads="1"/>
            </p:cNvSpPr>
            <p:nvPr/>
          </p:nvSpPr>
          <p:spPr bwMode="auto">
            <a:xfrm>
              <a:off x="4618038" y="42195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709" name="Rectangle 83">
              <a:extLst>
                <a:ext uri="{FF2B5EF4-FFF2-40B4-BE49-F238E27FC236}">
                  <a16:creationId xmlns:a16="http://schemas.microsoft.com/office/drawing/2014/main" id="{DCB9C2B3-7B40-49DE-810E-5710B7C6A79C}"/>
                </a:ext>
              </a:extLst>
            </p:cNvPr>
            <p:cNvSpPr>
              <a:spLocks noChangeArrowheads="1"/>
            </p:cNvSpPr>
            <p:nvPr/>
          </p:nvSpPr>
          <p:spPr bwMode="auto">
            <a:xfrm>
              <a:off x="5518150" y="42195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710" name="Rectangle 84">
              <a:extLst>
                <a:ext uri="{FF2B5EF4-FFF2-40B4-BE49-F238E27FC236}">
                  <a16:creationId xmlns:a16="http://schemas.microsoft.com/office/drawing/2014/main" id="{89957880-6493-4C37-8B51-DDA74B7DC6CF}"/>
                </a:ext>
              </a:extLst>
            </p:cNvPr>
            <p:cNvSpPr>
              <a:spLocks noChangeArrowheads="1"/>
            </p:cNvSpPr>
            <p:nvPr/>
          </p:nvSpPr>
          <p:spPr bwMode="auto">
            <a:xfrm>
              <a:off x="6235700"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711" name="Rectangle 85">
              <a:extLst>
                <a:ext uri="{FF2B5EF4-FFF2-40B4-BE49-F238E27FC236}">
                  <a16:creationId xmlns:a16="http://schemas.microsoft.com/office/drawing/2014/main" id="{CC3B11CE-D1AB-4037-B070-C6115E65A0DE}"/>
                </a:ext>
              </a:extLst>
            </p:cNvPr>
            <p:cNvSpPr>
              <a:spLocks noChangeArrowheads="1"/>
            </p:cNvSpPr>
            <p:nvPr/>
          </p:nvSpPr>
          <p:spPr bwMode="auto">
            <a:xfrm>
              <a:off x="3013075" y="45212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712" name="Rectangle 86">
              <a:extLst>
                <a:ext uri="{FF2B5EF4-FFF2-40B4-BE49-F238E27FC236}">
                  <a16:creationId xmlns:a16="http://schemas.microsoft.com/office/drawing/2014/main" id="{B907CE8A-9C97-4C45-9E02-869AF57D61CA}"/>
                </a:ext>
              </a:extLst>
            </p:cNvPr>
            <p:cNvSpPr>
              <a:spLocks noChangeArrowheads="1"/>
            </p:cNvSpPr>
            <p:nvPr/>
          </p:nvSpPr>
          <p:spPr bwMode="auto">
            <a:xfrm>
              <a:off x="5657850" y="42195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713" name="Rectangle 87">
              <a:extLst>
                <a:ext uri="{FF2B5EF4-FFF2-40B4-BE49-F238E27FC236}">
                  <a16:creationId xmlns:a16="http://schemas.microsoft.com/office/drawing/2014/main" id="{6570D0F6-2C8B-48A6-AB39-A3DCBC618248}"/>
                </a:ext>
              </a:extLst>
            </p:cNvPr>
            <p:cNvSpPr>
              <a:spLocks noChangeArrowheads="1"/>
            </p:cNvSpPr>
            <p:nvPr/>
          </p:nvSpPr>
          <p:spPr bwMode="auto">
            <a:xfrm>
              <a:off x="4129088"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714" name="Rectangle 88">
              <a:extLst>
                <a:ext uri="{FF2B5EF4-FFF2-40B4-BE49-F238E27FC236}">
                  <a16:creationId xmlns:a16="http://schemas.microsoft.com/office/drawing/2014/main" id="{9D924A52-D7ED-47DE-8A59-28A740321FE0}"/>
                </a:ext>
              </a:extLst>
            </p:cNvPr>
            <p:cNvSpPr>
              <a:spLocks noChangeArrowheads="1"/>
            </p:cNvSpPr>
            <p:nvPr/>
          </p:nvSpPr>
          <p:spPr bwMode="auto">
            <a:xfrm>
              <a:off x="3335338" y="4522788"/>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715" name="Rectangle 89">
              <a:extLst>
                <a:ext uri="{FF2B5EF4-FFF2-40B4-BE49-F238E27FC236}">
                  <a16:creationId xmlns:a16="http://schemas.microsoft.com/office/drawing/2014/main" id="{965EB233-EE63-415A-A86B-63AF8771DDA8}"/>
                </a:ext>
              </a:extLst>
            </p:cNvPr>
            <p:cNvSpPr>
              <a:spLocks noChangeArrowheads="1"/>
            </p:cNvSpPr>
            <p:nvPr/>
          </p:nvSpPr>
          <p:spPr bwMode="auto">
            <a:xfrm>
              <a:off x="4465638" y="45227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716" name="Rectangle 90">
              <a:extLst>
                <a:ext uri="{FF2B5EF4-FFF2-40B4-BE49-F238E27FC236}">
                  <a16:creationId xmlns:a16="http://schemas.microsoft.com/office/drawing/2014/main" id="{9C1A727C-B795-4A22-8263-7C24A5B8F9B7}"/>
                </a:ext>
              </a:extLst>
            </p:cNvPr>
            <p:cNvSpPr>
              <a:spLocks noChangeArrowheads="1"/>
            </p:cNvSpPr>
            <p:nvPr/>
          </p:nvSpPr>
          <p:spPr bwMode="auto">
            <a:xfrm>
              <a:off x="5219700"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717" name="Rectangle 91">
              <a:extLst>
                <a:ext uri="{FF2B5EF4-FFF2-40B4-BE49-F238E27FC236}">
                  <a16:creationId xmlns:a16="http://schemas.microsoft.com/office/drawing/2014/main" id="{04435A44-CB03-4F4F-8C04-D7DBB9F04097}"/>
                </a:ext>
              </a:extLst>
            </p:cNvPr>
            <p:cNvSpPr>
              <a:spLocks noChangeArrowheads="1"/>
            </p:cNvSpPr>
            <p:nvPr/>
          </p:nvSpPr>
          <p:spPr bwMode="auto">
            <a:xfrm>
              <a:off x="4618038" y="4522788"/>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718" name="Rectangle 92">
              <a:extLst>
                <a:ext uri="{FF2B5EF4-FFF2-40B4-BE49-F238E27FC236}">
                  <a16:creationId xmlns:a16="http://schemas.microsoft.com/office/drawing/2014/main" id="{862AB30E-F836-4E30-A13A-0C73370FC89A}"/>
                </a:ext>
              </a:extLst>
            </p:cNvPr>
            <p:cNvSpPr>
              <a:spLocks noChangeArrowheads="1"/>
            </p:cNvSpPr>
            <p:nvPr/>
          </p:nvSpPr>
          <p:spPr bwMode="auto">
            <a:xfrm>
              <a:off x="5518150" y="45227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719" name="Rectangle 93">
              <a:extLst>
                <a:ext uri="{FF2B5EF4-FFF2-40B4-BE49-F238E27FC236}">
                  <a16:creationId xmlns:a16="http://schemas.microsoft.com/office/drawing/2014/main" id="{52332FB8-441D-443D-8750-5E65A9B06DE2}"/>
                </a:ext>
              </a:extLst>
            </p:cNvPr>
            <p:cNvSpPr>
              <a:spLocks noChangeArrowheads="1"/>
            </p:cNvSpPr>
            <p:nvPr/>
          </p:nvSpPr>
          <p:spPr bwMode="auto">
            <a:xfrm>
              <a:off x="6235700"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720" name="Rectangle 94">
              <a:extLst>
                <a:ext uri="{FF2B5EF4-FFF2-40B4-BE49-F238E27FC236}">
                  <a16:creationId xmlns:a16="http://schemas.microsoft.com/office/drawing/2014/main" id="{6C2AB457-092F-4522-952F-DE63002CCC1C}"/>
                </a:ext>
              </a:extLst>
            </p:cNvPr>
            <p:cNvSpPr>
              <a:spLocks noChangeArrowheads="1"/>
            </p:cNvSpPr>
            <p:nvPr/>
          </p:nvSpPr>
          <p:spPr bwMode="auto">
            <a:xfrm>
              <a:off x="3013075" y="48260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721" name="Rectangle 95">
              <a:extLst>
                <a:ext uri="{FF2B5EF4-FFF2-40B4-BE49-F238E27FC236}">
                  <a16:creationId xmlns:a16="http://schemas.microsoft.com/office/drawing/2014/main" id="{64D2CCF4-863F-435A-99CE-1E758AE0B504}"/>
                </a:ext>
              </a:extLst>
            </p:cNvPr>
            <p:cNvSpPr>
              <a:spLocks noChangeArrowheads="1"/>
            </p:cNvSpPr>
            <p:nvPr/>
          </p:nvSpPr>
          <p:spPr bwMode="auto">
            <a:xfrm>
              <a:off x="5657850" y="4522788"/>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722" name="Rectangle 96">
              <a:extLst>
                <a:ext uri="{FF2B5EF4-FFF2-40B4-BE49-F238E27FC236}">
                  <a16:creationId xmlns:a16="http://schemas.microsoft.com/office/drawing/2014/main" id="{09029EA0-169C-462F-BBDE-9D9D1E9C2028}"/>
                </a:ext>
              </a:extLst>
            </p:cNvPr>
            <p:cNvSpPr>
              <a:spLocks noChangeArrowheads="1"/>
            </p:cNvSpPr>
            <p:nvPr/>
          </p:nvSpPr>
          <p:spPr bwMode="auto">
            <a:xfrm>
              <a:off x="4129088"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723" name="Rectangle 97">
              <a:extLst>
                <a:ext uri="{FF2B5EF4-FFF2-40B4-BE49-F238E27FC236}">
                  <a16:creationId xmlns:a16="http://schemas.microsoft.com/office/drawing/2014/main" id="{CE63376D-CE9F-4ED9-9259-3524DB134730}"/>
                </a:ext>
              </a:extLst>
            </p:cNvPr>
            <p:cNvSpPr>
              <a:spLocks noChangeArrowheads="1"/>
            </p:cNvSpPr>
            <p:nvPr/>
          </p:nvSpPr>
          <p:spPr bwMode="auto">
            <a:xfrm>
              <a:off x="3335338" y="48244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724" name="Rectangle 98">
              <a:extLst>
                <a:ext uri="{FF2B5EF4-FFF2-40B4-BE49-F238E27FC236}">
                  <a16:creationId xmlns:a16="http://schemas.microsoft.com/office/drawing/2014/main" id="{0C31AECE-164E-4F09-BE5E-6C626000F418}"/>
                </a:ext>
              </a:extLst>
            </p:cNvPr>
            <p:cNvSpPr>
              <a:spLocks noChangeArrowheads="1"/>
            </p:cNvSpPr>
            <p:nvPr/>
          </p:nvSpPr>
          <p:spPr bwMode="auto">
            <a:xfrm>
              <a:off x="4465638" y="48244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725" name="Rectangle 99">
              <a:extLst>
                <a:ext uri="{FF2B5EF4-FFF2-40B4-BE49-F238E27FC236}">
                  <a16:creationId xmlns:a16="http://schemas.microsoft.com/office/drawing/2014/main" id="{E0584593-500A-409F-A955-39D485F19F77}"/>
                </a:ext>
              </a:extLst>
            </p:cNvPr>
            <p:cNvSpPr>
              <a:spLocks noChangeArrowheads="1"/>
            </p:cNvSpPr>
            <p:nvPr/>
          </p:nvSpPr>
          <p:spPr bwMode="auto">
            <a:xfrm>
              <a:off x="5219700"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726" name="Rectangle 100">
              <a:extLst>
                <a:ext uri="{FF2B5EF4-FFF2-40B4-BE49-F238E27FC236}">
                  <a16:creationId xmlns:a16="http://schemas.microsoft.com/office/drawing/2014/main" id="{A0CFA723-297B-426C-8A88-968F391EED1B}"/>
                </a:ext>
              </a:extLst>
            </p:cNvPr>
            <p:cNvSpPr>
              <a:spLocks noChangeArrowheads="1"/>
            </p:cNvSpPr>
            <p:nvPr/>
          </p:nvSpPr>
          <p:spPr bwMode="auto">
            <a:xfrm>
              <a:off x="4618038" y="48244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727" name="Rectangle 101">
              <a:extLst>
                <a:ext uri="{FF2B5EF4-FFF2-40B4-BE49-F238E27FC236}">
                  <a16:creationId xmlns:a16="http://schemas.microsoft.com/office/drawing/2014/main" id="{0B49F321-EA5C-442A-ACB5-AF1FC20968EE}"/>
                </a:ext>
              </a:extLst>
            </p:cNvPr>
            <p:cNvSpPr>
              <a:spLocks noChangeArrowheads="1"/>
            </p:cNvSpPr>
            <p:nvPr/>
          </p:nvSpPr>
          <p:spPr bwMode="auto">
            <a:xfrm>
              <a:off x="5518150" y="48244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728" name="Rectangle 102">
              <a:extLst>
                <a:ext uri="{FF2B5EF4-FFF2-40B4-BE49-F238E27FC236}">
                  <a16:creationId xmlns:a16="http://schemas.microsoft.com/office/drawing/2014/main" id="{A722D866-AEDF-41E6-8B5E-42239EE7297C}"/>
                </a:ext>
              </a:extLst>
            </p:cNvPr>
            <p:cNvSpPr>
              <a:spLocks noChangeArrowheads="1"/>
            </p:cNvSpPr>
            <p:nvPr/>
          </p:nvSpPr>
          <p:spPr bwMode="auto">
            <a:xfrm>
              <a:off x="6235700"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729" name="Rectangle 103">
              <a:extLst>
                <a:ext uri="{FF2B5EF4-FFF2-40B4-BE49-F238E27FC236}">
                  <a16:creationId xmlns:a16="http://schemas.microsoft.com/office/drawing/2014/main" id="{2530B197-4FFD-4838-BC97-3C4493696AFD}"/>
                </a:ext>
              </a:extLst>
            </p:cNvPr>
            <p:cNvSpPr>
              <a:spLocks noChangeArrowheads="1"/>
            </p:cNvSpPr>
            <p:nvPr/>
          </p:nvSpPr>
          <p:spPr bwMode="auto">
            <a:xfrm>
              <a:off x="3013075" y="5135563"/>
              <a:ext cx="11113"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730" name="Rectangle 104">
              <a:extLst>
                <a:ext uri="{FF2B5EF4-FFF2-40B4-BE49-F238E27FC236}">
                  <a16:creationId xmlns:a16="http://schemas.microsoft.com/office/drawing/2014/main" id="{380CF98B-78A2-439D-AED4-79292338109C}"/>
                </a:ext>
              </a:extLst>
            </p:cNvPr>
            <p:cNvSpPr>
              <a:spLocks noChangeArrowheads="1"/>
            </p:cNvSpPr>
            <p:nvPr/>
          </p:nvSpPr>
          <p:spPr bwMode="auto">
            <a:xfrm>
              <a:off x="5657850" y="48244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731" name="Rectangle 105">
              <a:extLst>
                <a:ext uri="{FF2B5EF4-FFF2-40B4-BE49-F238E27FC236}">
                  <a16:creationId xmlns:a16="http://schemas.microsoft.com/office/drawing/2014/main" id="{290DC2F4-E0DC-4A27-BAFA-D868A33DAAC0}"/>
                </a:ext>
              </a:extLst>
            </p:cNvPr>
            <p:cNvSpPr>
              <a:spLocks noChangeArrowheads="1"/>
            </p:cNvSpPr>
            <p:nvPr/>
          </p:nvSpPr>
          <p:spPr bwMode="auto">
            <a:xfrm>
              <a:off x="4129088"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732" name="Rectangle 106">
              <a:extLst>
                <a:ext uri="{FF2B5EF4-FFF2-40B4-BE49-F238E27FC236}">
                  <a16:creationId xmlns:a16="http://schemas.microsoft.com/office/drawing/2014/main" id="{B1662732-8322-4CDD-821D-89626B8B19EA}"/>
                </a:ext>
              </a:extLst>
            </p:cNvPr>
            <p:cNvSpPr>
              <a:spLocks noChangeArrowheads="1"/>
            </p:cNvSpPr>
            <p:nvPr/>
          </p:nvSpPr>
          <p:spPr bwMode="auto">
            <a:xfrm>
              <a:off x="3335338" y="51292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733" name="Rectangle 107">
              <a:extLst>
                <a:ext uri="{FF2B5EF4-FFF2-40B4-BE49-F238E27FC236}">
                  <a16:creationId xmlns:a16="http://schemas.microsoft.com/office/drawing/2014/main" id="{0984CECA-BB11-44A6-9559-2E8D6583EE58}"/>
                </a:ext>
              </a:extLst>
            </p:cNvPr>
            <p:cNvSpPr>
              <a:spLocks noChangeArrowheads="1"/>
            </p:cNvSpPr>
            <p:nvPr/>
          </p:nvSpPr>
          <p:spPr bwMode="auto">
            <a:xfrm>
              <a:off x="4465638" y="51292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734" name="Rectangle 108">
              <a:extLst>
                <a:ext uri="{FF2B5EF4-FFF2-40B4-BE49-F238E27FC236}">
                  <a16:creationId xmlns:a16="http://schemas.microsoft.com/office/drawing/2014/main" id="{AA85534C-813D-44A3-9B6A-883E83185C31}"/>
                </a:ext>
              </a:extLst>
            </p:cNvPr>
            <p:cNvSpPr>
              <a:spLocks noChangeArrowheads="1"/>
            </p:cNvSpPr>
            <p:nvPr/>
          </p:nvSpPr>
          <p:spPr bwMode="auto">
            <a:xfrm>
              <a:off x="5219700"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735" name="Rectangle 109">
              <a:extLst>
                <a:ext uri="{FF2B5EF4-FFF2-40B4-BE49-F238E27FC236}">
                  <a16:creationId xmlns:a16="http://schemas.microsoft.com/office/drawing/2014/main" id="{9A18BBF9-8104-4611-B5A0-C4FD7C343873}"/>
                </a:ext>
              </a:extLst>
            </p:cNvPr>
            <p:cNvSpPr>
              <a:spLocks noChangeArrowheads="1"/>
            </p:cNvSpPr>
            <p:nvPr/>
          </p:nvSpPr>
          <p:spPr bwMode="auto">
            <a:xfrm>
              <a:off x="4618038" y="51292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736" name="Rectangle 110">
              <a:extLst>
                <a:ext uri="{FF2B5EF4-FFF2-40B4-BE49-F238E27FC236}">
                  <a16:creationId xmlns:a16="http://schemas.microsoft.com/office/drawing/2014/main" id="{82EB5ED5-BC77-4D7B-AC4A-F0BBBAFC2934}"/>
                </a:ext>
              </a:extLst>
            </p:cNvPr>
            <p:cNvSpPr>
              <a:spLocks noChangeArrowheads="1"/>
            </p:cNvSpPr>
            <p:nvPr/>
          </p:nvSpPr>
          <p:spPr bwMode="auto">
            <a:xfrm>
              <a:off x="5518150" y="51292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737" name="Rectangle 111">
              <a:extLst>
                <a:ext uri="{FF2B5EF4-FFF2-40B4-BE49-F238E27FC236}">
                  <a16:creationId xmlns:a16="http://schemas.microsoft.com/office/drawing/2014/main" id="{DA4E8C7C-25AF-4026-84D4-A8B96F4A0599}"/>
                </a:ext>
              </a:extLst>
            </p:cNvPr>
            <p:cNvSpPr>
              <a:spLocks noChangeArrowheads="1"/>
            </p:cNvSpPr>
            <p:nvPr/>
          </p:nvSpPr>
          <p:spPr bwMode="auto">
            <a:xfrm>
              <a:off x="6235700"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738" name="Rectangle 112">
              <a:extLst>
                <a:ext uri="{FF2B5EF4-FFF2-40B4-BE49-F238E27FC236}">
                  <a16:creationId xmlns:a16="http://schemas.microsoft.com/office/drawing/2014/main" id="{BAD4373E-8404-4CC4-B140-799F99412009}"/>
                </a:ext>
              </a:extLst>
            </p:cNvPr>
            <p:cNvSpPr>
              <a:spLocks noChangeArrowheads="1"/>
            </p:cNvSpPr>
            <p:nvPr/>
          </p:nvSpPr>
          <p:spPr bwMode="auto">
            <a:xfrm>
              <a:off x="3038475" y="5473700"/>
              <a:ext cx="3203575"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739" name="Rectangle 113">
              <a:extLst>
                <a:ext uri="{FF2B5EF4-FFF2-40B4-BE49-F238E27FC236}">
                  <a16:creationId xmlns:a16="http://schemas.microsoft.com/office/drawing/2014/main" id="{2C390144-98BF-4CB3-AB8D-C505D3060584}"/>
                </a:ext>
              </a:extLst>
            </p:cNvPr>
            <p:cNvSpPr>
              <a:spLocks noChangeArrowheads="1"/>
            </p:cNvSpPr>
            <p:nvPr/>
          </p:nvSpPr>
          <p:spPr bwMode="auto">
            <a:xfrm>
              <a:off x="5657850" y="51292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0594" name="Title 1">
            <a:extLst>
              <a:ext uri="{FF2B5EF4-FFF2-40B4-BE49-F238E27FC236}">
                <a16:creationId xmlns:a16="http://schemas.microsoft.com/office/drawing/2014/main" id="{9E259CAA-2ACD-4338-9203-2ABD25B0A0CB}"/>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K-maps for Y</a:t>
            </a:r>
            <a:r>
              <a:rPr kumimoji="0" lang="en-US" altLang="en-US" sz="3200" b="1" i="0" u="none" strike="noStrike" kern="120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cs typeface="+mn-cs"/>
              </a:rPr>
              <a:t>2</a:t>
            </a: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 Y</a:t>
            </a:r>
            <a:r>
              <a:rPr kumimoji="0" lang="en-US" altLang="en-US" sz="3200" b="1" i="0" u="none" strike="noStrike" kern="120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cs typeface="+mn-cs"/>
              </a:rPr>
              <a:t>1</a:t>
            </a: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 and Y</a:t>
            </a:r>
            <a:r>
              <a:rPr kumimoji="0" lang="en-US" altLang="en-US" sz="3200" b="1" i="0" u="none" strike="noStrike" kern="120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cs typeface="+mn-cs"/>
              </a:rPr>
              <a:t>0</a:t>
            </a:r>
          </a:p>
        </p:txBody>
      </p:sp>
      <p:grpSp>
        <p:nvGrpSpPr>
          <p:cNvPr id="110595" name="Group 114">
            <a:extLst>
              <a:ext uri="{FF2B5EF4-FFF2-40B4-BE49-F238E27FC236}">
                <a16:creationId xmlns:a16="http://schemas.microsoft.com/office/drawing/2014/main" id="{A5B4AF6A-ADAE-4C47-9B40-61FDF2E44594}"/>
              </a:ext>
            </a:extLst>
          </p:cNvPr>
          <p:cNvGrpSpPr>
            <a:grpSpLocks/>
          </p:cNvGrpSpPr>
          <p:nvPr/>
        </p:nvGrpSpPr>
        <p:grpSpPr bwMode="auto">
          <a:xfrm>
            <a:off x="5562600" y="2438400"/>
            <a:ext cx="2820988" cy="1806575"/>
            <a:chOff x="2286000" y="881063"/>
            <a:chExt cx="2820987" cy="1806575"/>
          </a:xfrm>
        </p:grpSpPr>
        <p:sp>
          <p:nvSpPr>
            <p:cNvPr id="110603" name="Rectangle 16">
              <a:extLst>
                <a:ext uri="{FF2B5EF4-FFF2-40B4-BE49-F238E27FC236}">
                  <a16:creationId xmlns:a16="http://schemas.microsoft.com/office/drawing/2014/main" id="{6BD8EF1A-DCF0-47AD-955A-D3BF528E6013}"/>
                </a:ext>
              </a:extLst>
            </p:cNvPr>
            <p:cNvSpPr>
              <a:spLocks noChangeArrowheads="1"/>
            </p:cNvSpPr>
            <p:nvPr/>
          </p:nvSpPr>
          <p:spPr bwMode="auto">
            <a:xfrm>
              <a:off x="2924175" y="1604963"/>
              <a:ext cx="1077912" cy="108267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0604" name="Line 17">
              <a:extLst>
                <a:ext uri="{FF2B5EF4-FFF2-40B4-BE49-F238E27FC236}">
                  <a16:creationId xmlns:a16="http://schemas.microsoft.com/office/drawing/2014/main" id="{2F06ED54-02A4-456E-BC18-71BEE500A1F6}"/>
                </a:ext>
              </a:extLst>
            </p:cNvPr>
            <p:cNvSpPr>
              <a:spLocks noChangeShapeType="1"/>
            </p:cNvSpPr>
            <p:nvPr/>
          </p:nvSpPr>
          <p:spPr bwMode="auto">
            <a:xfrm flipH="1">
              <a:off x="2924175" y="2146300"/>
              <a:ext cx="1077912"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05" name="Line 18">
              <a:extLst>
                <a:ext uri="{FF2B5EF4-FFF2-40B4-BE49-F238E27FC236}">
                  <a16:creationId xmlns:a16="http://schemas.microsoft.com/office/drawing/2014/main" id="{CFDD6BF9-581C-42BA-9B2A-61EFA4591207}"/>
                </a:ext>
              </a:extLst>
            </p:cNvPr>
            <p:cNvSpPr>
              <a:spLocks noChangeShapeType="1"/>
            </p:cNvSpPr>
            <p:nvPr/>
          </p:nvSpPr>
          <p:spPr bwMode="auto">
            <a:xfrm flipV="1">
              <a:off x="3462337" y="1604963"/>
              <a:ext cx="1588" cy="10826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06" name="Line 19">
              <a:extLst>
                <a:ext uri="{FF2B5EF4-FFF2-40B4-BE49-F238E27FC236}">
                  <a16:creationId xmlns:a16="http://schemas.microsoft.com/office/drawing/2014/main" id="{5A36C00C-2072-42A7-B23E-FFE85892B5D4}"/>
                </a:ext>
              </a:extLst>
            </p:cNvPr>
            <p:cNvSpPr>
              <a:spLocks noChangeShapeType="1"/>
            </p:cNvSpPr>
            <p:nvPr/>
          </p:nvSpPr>
          <p:spPr bwMode="auto">
            <a:xfrm>
              <a:off x="2384425" y="1036638"/>
              <a:ext cx="539750" cy="5683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07" name="Rectangle 21">
              <a:extLst>
                <a:ext uri="{FF2B5EF4-FFF2-40B4-BE49-F238E27FC236}">
                  <a16:creationId xmlns:a16="http://schemas.microsoft.com/office/drawing/2014/main" id="{FA843670-E5F6-4ACA-8E98-BCD1DD3B2DD3}"/>
                </a:ext>
              </a:extLst>
            </p:cNvPr>
            <p:cNvSpPr>
              <a:spLocks noChangeArrowheads="1"/>
            </p:cNvSpPr>
            <p:nvPr/>
          </p:nvSpPr>
          <p:spPr bwMode="auto">
            <a:xfrm>
              <a:off x="2549525" y="881063"/>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0608" name="Rectangle 22">
              <a:extLst>
                <a:ext uri="{FF2B5EF4-FFF2-40B4-BE49-F238E27FC236}">
                  <a16:creationId xmlns:a16="http://schemas.microsoft.com/office/drawing/2014/main" id="{9BAE0AD6-2BC2-4519-A1E8-0B89F8F58994}"/>
                </a:ext>
              </a:extLst>
            </p:cNvPr>
            <p:cNvSpPr>
              <a:spLocks noChangeArrowheads="1"/>
            </p:cNvSpPr>
            <p:nvPr/>
          </p:nvSpPr>
          <p:spPr bwMode="auto">
            <a:xfrm>
              <a:off x="2662237" y="1003300"/>
              <a:ext cx="120650" cy="258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0609" name="Rectangle 23">
              <a:extLst>
                <a:ext uri="{FF2B5EF4-FFF2-40B4-BE49-F238E27FC236}">
                  <a16:creationId xmlns:a16="http://schemas.microsoft.com/office/drawing/2014/main" id="{796B6E23-D410-4B7A-B63C-7902E0EB9421}"/>
                </a:ext>
              </a:extLst>
            </p:cNvPr>
            <p:cNvSpPr>
              <a:spLocks noChangeArrowheads="1"/>
            </p:cNvSpPr>
            <p:nvPr/>
          </p:nvSpPr>
          <p:spPr bwMode="auto">
            <a:xfrm>
              <a:off x="2784475" y="881063"/>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0610" name="Rectangle 24">
              <a:extLst>
                <a:ext uri="{FF2B5EF4-FFF2-40B4-BE49-F238E27FC236}">
                  <a16:creationId xmlns:a16="http://schemas.microsoft.com/office/drawing/2014/main" id="{7AC46F38-0825-4874-89D0-9ECF311A8538}"/>
                </a:ext>
              </a:extLst>
            </p:cNvPr>
            <p:cNvSpPr>
              <a:spLocks noChangeArrowheads="1"/>
            </p:cNvSpPr>
            <p:nvPr/>
          </p:nvSpPr>
          <p:spPr bwMode="auto">
            <a:xfrm>
              <a:off x="2897187" y="1003300"/>
              <a:ext cx="10900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0611" name="Rectangle 25">
              <a:extLst>
                <a:ext uri="{FF2B5EF4-FFF2-40B4-BE49-F238E27FC236}">
                  <a16:creationId xmlns:a16="http://schemas.microsoft.com/office/drawing/2014/main" id="{DCE0F553-F1EB-453A-BE34-12D13A023E48}"/>
                </a:ext>
              </a:extLst>
            </p:cNvPr>
            <p:cNvSpPr>
              <a:spLocks noChangeArrowheads="1"/>
            </p:cNvSpPr>
            <p:nvPr/>
          </p:nvSpPr>
          <p:spPr bwMode="auto">
            <a:xfrm>
              <a:off x="2286000" y="1143000"/>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0612" name="Rectangle 26">
              <a:extLst>
                <a:ext uri="{FF2B5EF4-FFF2-40B4-BE49-F238E27FC236}">
                  <a16:creationId xmlns:a16="http://schemas.microsoft.com/office/drawing/2014/main" id="{AC7794B6-C484-4226-9997-5CA7E725E440}"/>
                </a:ext>
              </a:extLst>
            </p:cNvPr>
            <p:cNvSpPr>
              <a:spLocks noChangeArrowheads="1"/>
            </p:cNvSpPr>
            <p:nvPr/>
          </p:nvSpPr>
          <p:spPr bwMode="auto">
            <a:xfrm>
              <a:off x="2400300" y="1265238"/>
              <a:ext cx="10900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0613" name="Rectangle 27">
              <a:extLst>
                <a:ext uri="{FF2B5EF4-FFF2-40B4-BE49-F238E27FC236}">
                  <a16:creationId xmlns:a16="http://schemas.microsoft.com/office/drawing/2014/main" id="{9D0C548E-526B-4049-9858-0BD8A1511ADA}"/>
                </a:ext>
              </a:extLst>
            </p:cNvPr>
            <p:cNvSpPr>
              <a:spLocks noChangeArrowheads="1"/>
            </p:cNvSpPr>
            <p:nvPr/>
          </p:nvSpPr>
          <p:spPr bwMode="auto">
            <a:xfrm>
              <a:off x="3132137" y="1752600"/>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0614" name="Rectangle 28">
              <a:extLst>
                <a:ext uri="{FF2B5EF4-FFF2-40B4-BE49-F238E27FC236}">
                  <a16:creationId xmlns:a16="http://schemas.microsoft.com/office/drawing/2014/main" id="{8934ADF7-9100-4A92-B8A1-B3D58A580542}"/>
                </a:ext>
              </a:extLst>
            </p:cNvPr>
            <p:cNvSpPr>
              <a:spLocks noChangeArrowheads="1"/>
            </p:cNvSpPr>
            <p:nvPr/>
          </p:nvSpPr>
          <p:spPr bwMode="auto">
            <a:xfrm>
              <a:off x="3678237" y="1752600"/>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0615" name="Rectangle 29">
              <a:extLst>
                <a:ext uri="{FF2B5EF4-FFF2-40B4-BE49-F238E27FC236}">
                  <a16:creationId xmlns:a16="http://schemas.microsoft.com/office/drawing/2014/main" id="{4315BD53-0D9A-4B70-8919-EDC573681FBC}"/>
                </a:ext>
              </a:extLst>
            </p:cNvPr>
            <p:cNvSpPr>
              <a:spLocks noChangeArrowheads="1"/>
            </p:cNvSpPr>
            <p:nvPr/>
          </p:nvSpPr>
          <p:spPr bwMode="auto">
            <a:xfrm>
              <a:off x="3132137" y="2300288"/>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0616" name="Rectangle 30">
              <a:extLst>
                <a:ext uri="{FF2B5EF4-FFF2-40B4-BE49-F238E27FC236}">
                  <a16:creationId xmlns:a16="http://schemas.microsoft.com/office/drawing/2014/main" id="{90107693-14C7-4921-ACAF-74F2353DA8AC}"/>
                </a:ext>
              </a:extLst>
            </p:cNvPr>
            <p:cNvSpPr>
              <a:spLocks noChangeArrowheads="1"/>
            </p:cNvSpPr>
            <p:nvPr/>
          </p:nvSpPr>
          <p:spPr bwMode="auto">
            <a:xfrm>
              <a:off x="4002087" y="1604963"/>
              <a:ext cx="1104900" cy="108267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0617" name="Line 31">
              <a:extLst>
                <a:ext uri="{FF2B5EF4-FFF2-40B4-BE49-F238E27FC236}">
                  <a16:creationId xmlns:a16="http://schemas.microsoft.com/office/drawing/2014/main" id="{2DCE9AE5-0035-4B62-81A4-DC158DAE4894}"/>
                </a:ext>
              </a:extLst>
            </p:cNvPr>
            <p:cNvSpPr>
              <a:spLocks noChangeShapeType="1"/>
            </p:cNvSpPr>
            <p:nvPr/>
          </p:nvSpPr>
          <p:spPr bwMode="auto">
            <a:xfrm flipH="1">
              <a:off x="4002087" y="2146300"/>
              <a:ext cx="1104900"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18" name="Line 32">
              <a:extLst>
                <a:ext uri="{FF2B5EF4-FFF2-40B4-BE49-F238E27FC236}">
                  <a16:creationId xmlns:a16="http://schemas.microsoft.com/office/drawing/2014/main" id="{5A15054E-E395-43D0-B5A0-AC0BA332CC31}"/>
                </a:ext>
              </a:extLst>
            </p:cNvPr>
            <p:cNvSpPr>
              <a:spLocks noChangeShapeType="1"/>
            </p:cNvSpPr>
            <p:nvPr/>
          </p:nvSpPr>
          <p:spPr bwMode="auto">
            <a:xfrm flipV="1">
              <a:off x="4567237" y="1604963"/>
              <a:ext cx="1588" cy="10826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619" name="Rectangle 33">
              <a:extLst>
                <a:ext uri="{FF2B5EF4-FFF2-40B4-BE49-F238E27FC236}">
                  <a16:creationId xmlns:a16="http://schemas.microsoft.com/office/drawing/2014/main" id="{6B658520-91E5-4387-ABEF-A33D89E2772E}"/>
                </a:ext>
              </a:extLst>
            </p:cNvPr>
            <p:cNvSpPr>
              <a:spLocks noChangeArrowheads="1"/>
            </p:cNvSpPr>
            <p:nvPr/>
          </p:nvSpPr>
          <p:spPr bwMode="auto">
            <a:xfrm>
              <a:off x="3678237" y="2300288"/>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0620" name="Rectangle 34">
              <a:extLst>
                <a:ext uri="{FF2B5EF4-FFF2-40B4-BE49-F238E27FC236}">
                  <a16:creationId xmlns:a16="http://schemas.microsoft.com/office/drawing/2014/main" id="{DB17BF7A-88EF-4B5C-9733-736469FE27AB}"/>
                </a:ext>
              </a:extLst>
            </p:cNvPr>
            <p:cNvSpPr>
              <a:spLocks noChangeArrowheads="1"/>
            </p:cNvSpPr>
            <p:nvPr/>
          </p:nvSpPr>
          <p:spPr bwMode="auto">
            <a:xfrm>
              <a:off x="4225925" y="1752600"/>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0621" name="Rectangle 35">
              <a:extLst>
                <a:ext uri="{FF2B5EF4-FFF2-40B4-BE49-F238E27FC236}">
                  <a16:creationId xmlns:a16="http://schemas.microsoft.com/office/drawing/2014/main" id="{20B40C3E-FC87-4561-9C81-4C27EB485CB5}"/>
                </a:ext>
              </a:extLst>
            </p:cNvPr>
            <p:cNvSpPr>
              <a:spLocks noChangeArrowheads="1"/>
            </p:cNvSpPr>
            <p:nvPr/>
          </p:nvSpPr>
          <p:spPr bwMode="auto">
            <a:xfrm>
              <a:off x="4770437" y="1752600"/>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0622" name="Rectangle 36">
              <a:extLst>
                <a:ext uri="{FF2B5EF4-FFF2-40B4-BE49-F238E27FC236}">
                  <a16:creationId xmlns:a16="http://schemas.microsoft.com/office/drawing/2014/main" id="{9BBEDB4C-DCE6-4AAB-8D36-CE2142F9FA0F}"/>
                </a:ext>
              </a:extLst>
            </p:cNvPr>
            <p:cNvSpPr>
              <a:spLocks noChangeArrowheads="1"/>
            </p:cNvSpPr>
            <p:nvPr/>
          </p:nvSpPr>
          <p:spPr bwMode="auto">
            <a:xfrm>
              <a:off x="4225925" y="2300288"/>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0623" name="Rectangle 41">
              <a:extLst>
                <a:ext uri="{FF2B5EF4-FFF2-40B4-BE49-F238E27FC236}">
                  <a16:creationId xmlns:a16="http://schemas.microsoft.com/office/drawing/2014/main" id="{69A7E5E4-48BD-4AF9-851E-42992A1BE58C}"/>
                </a:ext>
              </a:extLst>
            </p:cNvPr>
            <p:cNvSpPr>
              <a:spLocks noChangeArrowheads="1"/>
            </p:cNvSpPr>
            <p:nvPr/>
          </p:nvSpPr>
          <p:spPr bwMode="auto">
            <a:xfrm>
              <a:off x="4770437" y="2300288"/>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0624" name="Rectangle 79">
              <a:extLst>
                <a:ext uri="{FF2B5EF4-FFF2-40B4-BE49-F238E27FC236}">
                  <a16:creationId xmlns:a16="http://schemas.microsoft.com/office/drawing/2014/main" id="{3D0FD482-2629-4011-961B-C8FE6ED215EE}"/>
                </a:ext>
              </a:extLst>
            </p:cNvPr>
            <p:cNvSpPr>
              <a:spLocks noChangeArrowheads="1"/>
            </p:cNvSpPr>
            <p:nvPr/>
          </p:nvSpPr>
          <p:spPr bwMode="auto">
            <a:xfrm>
              <a:off x="30749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0625" name="Rectangle 80">
              <a:extLst>
                <a:ext uri="{FF2B5EF4-FFF2-40B4-BE49-F238E27FC236}">
                  <a16:creationId xmlns:a16="http://schemas.microsoft.com/office/drawing/2014/main" id="{DDF80D13-A449-4750-B41C-8F594A324160}"/>
                </a:ext>
              </a:extLst>
            </p:cNvPr>
            <p:cNvSpPr>
              <a:spLocks noChangeArrowheads="1"/>
            </p:cNvSpPr>
            <p:nvPr/>
          </p:nvSpPr>
          <p:spPr bwMode="auto">
            <a:xfrm>
              <a:off x="36210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0626" name="Rectangle 81">
              <a:extLst>
                <a:ext uri="{FF2B5EF4-FFF2-40B4-BE49-F238E27FC236}">
                  <a16:creationId xmlns:a16="http://schemas.microsoft.com/office/drawing/2014/main" id="{29C7773B-EB49-4BE0-A729-79DD32321541}"/>
                </a:ext>
              </a:extLst>
            </p:cNvPr>
            <p:cNvSpPr>
              <a:spLocks noChangeArrowheads="1"/>
            </p:cNvSpPr>
            <p:nvPr/>
          </p:nvSpPr>
          <p:spPr bwMode="auto">
            <a:xfrm>
              <a:off x="41671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0627" name="Rectangle 82">
              <a:extLst>
                <a:ext uri="{FF2B5EF4-FFF2-40B4-BE49-F238E27FC236}">
                  <a16:creationId xmlns:a16="http://schemas.microsoft.com/office/drawing/2014/main" id="{28010637-4E93-41A4-AA36-7DC5FC9D25CB}"/>
                </a:ext>
              </a:extLst>
            </p:cNvPr>
            <p:cNvSpPr>
              <a:spLocks noChangeArrowheads="1"/>
            </p:cNvSpPr>
            <p:nvPr/>
          </p:nvSpPr>
          <p:spPr bwMode="auto">
            <a:xfrm>
              <a:off x="47132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0628" name="Rectangle 83">
              <a:extLst>
                <a:ext uri="{FF2B5EF4-FFF2-40B4-BE49-F238E27FC236}">
                  <a16:creationId xmlns:a16="http://schemas.microsoft.com/office/drawing/2014/main" id="{55FA7371-15CE-4C32-8074-6AA51CF1F3C8}"/>
                </a:ext>
              </a:extLst>
            </p:cNvPr>
            <p:cNvSpPr>
              <a:spLocks noChangeArrowheads="1"/>
            </p:cNvSpPr>
            <p:nvPr/>
          </p:nvSpPr>
          <p:spPr bwMode="auto">
            <a:xfrm>
              <a:off x="2657475" y="1752600"/>
              <a:ext cx="134937"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0629" name="Rectangle 85">
              <a:extLst>
                <a:ext uri="{FF2B5EF4-FFF2-40B4-BE49-F238E27FC236}">
                  <a16:creationId xmlns:a16="http://schemas.microsoft.com/office/drawing/2014/main" id="{ED226C1B-7193-43E3-9F35-2031EA437F41}"/>
                </a:ext>
              </a:extLst>
            </p:cNvPr>
            <p:cNvSpPr>
              <a:spLocks noChangeArrowheads="1"/>
            </p:cNvSpPr>
            <p:nvPr/>
          </p:nvSpPr>
          <p:spPr bwMode="auto">
            <a:xfrm>
              <a:off x="2644775" y="2300288"/>
              <a:ext cx="134937"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grpSp>
      <p:sp>
        <p:nvSpPr>
          <p:cNvPr id="110596" name="Oval 2">
            <a:extLst>
              <a:ext uri="{FF2B5EF4-FFF2-40B4-BE49-F238E27FC236}">
                <a16:creationId xmlns:a16="http://schemas.microsoft.com/office/drawing/2014/main" id="{CE182161-F13D-463D-8691-043C70C791BD}"/>
              </a:ext>
            </a:extLst>
          </p:cNvPr>
          <p:cNvSpPr>
            <a:spLocks noChangeArrowheads="1"/>
          </p:cNvSpPr>
          <p:nvPr/>
        </p:nvSpPr>
        <p:spPr bwMode="auto">
          <a:xfrm>
            <a:off x="1016000" y="5151438"/>
            <a:ext cx="736600" cy="304800"/>
          </a:xfrm>
          <a:prstGeom prst="ellipse">
            <a:avLst/>
          </a:prstGeom>
          <a:noFill/>
          <a:ln w="254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597" name="TextBox 3">
            <a:extLst>
              <a:ext uri="{FF2B5EF4-FFF2-40B4-BE49-F238E27FC236}">
                <a16:creationId xmlns:a16="http://schemas.microsoft.com/office/drawing/2014/main" id="{4575AE30-5338-417F-8D7F-BC35E2EFB81B}"/>
              </a:ext>
            </a:extLst>
          </p:cNvPr>
          <p:cNvSpPr txBox="1">
            <a:spLocks noChangeArrowheads="1"/>
          </p:cNvSpPr>
          <p:nvPr/>
        </p:nvSpPr>
        <p:spPr bwMode="auto">
          <a:xfrm>
            <a:off x="152400" y="5715000"/>
            <a:ext cx="2252663"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Notice that these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are scrambled</a:t>
            </a:r>
          </a:p>
        </p:txBody>
      </p:sp>
      <p:cxnSp>
        <p:nvCxnSpPr>
          <p:cNvPr id="110598" name="Straight Arrow Connector 143">
            <a:extLst>
              <a:ext uri="{FF2B5EF4-FFF2-40B4-BE49-F238E27FC236}">
                <a16:creationId xmlns:a16="http://schemas.microsoft.com/office/drawing/2014/main" id="{7757AA72-7E28-4F10-A956-4AF1FC3541CC}"/>
              </a:ext>
            </a:extLst>
          </p:cNvPr>
          <p:cNvCxnSpPr>
            <a:cxnSpLocks noChangeShapeType="1"/>
          </p:cNvCxnSpPr>
          <p:nvPr/>
        </p:nvCxnSpPr>
        <p:spPr bwMode="auto">
          <a:xfrm flipV="1">
            <a:off x="1752600" y="4038600"/>
            <a:ext cx="5867400" cy="1236663"/>
          </a:xfrm>
          <a:prstGeom prst="straightConnector1">
            <a:avLst/>
          </a:prstGeom>
          <a:noFill/>
          <a:ln w="25400">
            <a:solidFill>
              <a:srgbClr val="FF0000"/>
            </a:solidFill>
            <a:round/>
            <a:headEnd/>
            <a:tailEnd type="arrow" w="med" len="med"/>
          </a:ln>
          <a:extLst>
            <a:ext uri="{909E8E84-426E-40DD-AFC4-6F175D3DCCD1}">
              <a14:hiddenFill xmlns:a14="http://schemas.microsoft.com/office/drawing/2010/main">
                <a:noFill/>
              </a14:hiddenFill>
            </a:ext>
          </a:extLst>
        </p:spPr>
      </p:cxnSp>
      <p:sp>
        <p:nvSpPr>
          <p:cNvPr id="110599" name="Oval 145">
            <a:extLst>
              <a:ext uri="{FF2B5EF4-FFF2-40B4-BE49-F238E27FC236}">
                <a16:creationId xmlns:a16="http://schemas.microsoft.com/office/drawing/2014/main" id="{E34FF838-66D9-457E-A1B9-045B13F6CC94}"/>
              </a:ext>
            </a:extLst>
          </p:cNvPr>
          <p:cNvSpPr>
            <a:spLocks noChangeArrowheads="1"/>
          </p:cNvSpPr>
          <p:nvPr/>
        </p:nvSpPr>
        <p:spPr bwMode="auto">
          <a:xfrm>
            <a:off x="1025525" y="3322638"/>
            <a:ext cx="736600" cy="304800"/>
          </a:xfrm>
          <a:prstGeom prst="ellipse">
            <a:avLst/>
          </a:prstGeom>
          <a:noFill/>
          <a:ln w="254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110600" name="Straight Arrow Connector 146">
            <a:extLst>
              <a:ext uri="{FF2B5EF4-FFF2-40B4-BE49-F238E27FC236}">
                <a16:creationId xmlns:a16="http://schemas.microsoft.com/office/drawing/2014/main" id="{1FEFC971-672C-42E4-836D-8A345EAE64C7}"/>
              </a:ext>
            </a:extLst>
          </p:cNvPr>
          <p:cNvCxnSpPr>
            <a:cxnSpLocks noChangeShapeType="1"/>
            <a:endCxn id="110615" idx="3"/>
          </p:cNvCxnSpPr>
          <p:nvPr/>
        </p:nvCxnSpPr>
        <p:spPr bwMode="auto">
          <a:xfrm>
            <a:off x="1752600" y="3446463"/>
            <a:ext cx="4656138" cy="595312"/>
          </a:xfrm>
          <a:prstGeom prst="straightConnector1">
            <a:avLst/>
          </a:prstGeom>
          <a:noFill/>
          <a:ln w="25400">
            <a:solidFill>
              <a:srgbClr val="FF0000"/>
            </a:solidFill>
            <a:round/>
            <a:headEnd/>
            <a:tailEnd type="arrow" w="med" len="med"/>
          </a:ln>
          <a:extLst>
            <a:ext uri="{909E8E84-426E-40DD-AFC4-6F175D3DCCD1}">
              <a14:hiddenFill xmlns:a14="http://schemas.microsoft.com/office/drawing/2010/main">
                <a:noFill/>
              </a14:hiddenFill>
            </a:ext>
          </a:extLst>
        </p:spPr>
      </p:cxnSp>
      <p:sp>
        <p:nvSpPr>
          <p:cNvPr id="110601" name="Oval 148">
            <a:extLst>
              <a:ext uri="{FF2B5EF4-FFF2-40B4-BE49-F238E27FC236}">
                <a16:creationId xmlns:a16="http://schemas.microsoft.com/office/drawing/2014/main" id="{302760F9-FF54-45D1-8CF4-01CAB6DDB54A}"/>
              </a:ext>
            </a:extLst>
          </p:cNvPr>
          <p:cNvSpPr>
            <a:spLocks noChangeArrowheads="1"/>
          </p:cNvSpPr>
          <p:nvPr/>
        </p:nvSpPr>
        <p:spPr bwMode="auto">
          <a:xfrm>
            <a:off x="1025525" y="4237038"/>
            <a:ext cx="736600" cy="304800"/>
          </a:xfrm>
          <a:prstGeom prst="ellipse">
            <a:avLst/>
          </a:prstGeom>
          <a:noFill/>
          <a:ln w="254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110602" name="Straight Arrow Connector 149">
            <a:extLst>
              <a:ext uri="{FF2B5EF4-FFF2-40B4-BE49-F238E27FC236}">
                <a16:creationId xmlns:a16="http://schemas.microsoft.com/office/drawing/2014/main" id="{9D9466D5-09E9-4CD0-BB6F-3AAB88C576DF}"/>
              </a:ext>
            </a:extLst>
          </p:cNvPr>
          <p:cNvCxnSpPr>
            <a:cxnSpLocks noChangeShapeType="1"/>
          </p:cNvCxnSpPr>
          <p:nvPr/>
        </p:nvCxnSpPr>
        <p:spPr bwMode="auto">
          <a:xfrm flipV="1">
            <a:off x="1752600" y="3429000"/>
            <a:ext cx="5257800" cy="931863"/>
          </a:xfrm>
          <a:prstGeom prst="straightConnector1">
            <a:avLst/>
          </a:prstGeom>
          <a:noFill/>
          <a:ln w="25400">
            <a:solidFill>
              <a:srgbClr val="FF0000"/>
            </a:solidFill>
            <a:round/>
            <a:headEnd/>
            <a:tailEnd type="arrow" w="med" len="med"/>
          </a:ln>
          <a:extLst>
            <a:ext uri="{909E8E84-426E-40DD-AFC4-6F175D3DCCD1}">
              <a14:hiddenFill xmlns:a14="http://schemas.microsoft.com/office/drawing/2010/main">
                <a:noFill/>
              </a14:hiddenFill>
            </a:ext>
          </a:extLst>
        </p:spPr>
      </p:cxn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1617" name="Group 1">
            <a:extLst>
              <a:ext uri="{FF2B5EF4-FFF2-40B4-BE49-F238E27FC236}">
                <a16:creationId xmlns:a16="http://schemas.microsoft.com/office/drawing/2014/main" id="{9B49C740-9BF9-4BB3-902A-924794F79077}"/>
              </a:ext>
            </a:extLst>
          </p:cNvPr>
          <p:cNvGrpSpPr>
            <a:grpSpLocks/>
          </p:cNvGrpSpPr>
          <p:nvPr/>
        </p:nvGrpSpPr>
        <p:grpSpPr bwMode="auto">
          <a:xfrm>
            <a:off x="879475" y="1666875"/>
            <a:ext cx="3235325" cy="3819525"/>
            <a:chOff x="3013075" y="1666875"/>
            <a:chExt cx="3235325" cy="3819525"/>
          </a:xfrm>
        </p:grpSpPr>
        <p:sp>
          <p:nvSpPr>
            <p:cNvPr id="111647" name="Rectangle 4">
              <a:extLst>
                <a:ext uri="{FF2B5EF4-FFF2-40B4-BE49-F238E27FC236}">
                  <a16:creationId xmlns:a16="http://schemas.microsoft.com/office/drawing/2014/main" id="{C1EE04DA-42DE-48B1-B3AB-E6523806948A}"/>
                </a:ext>
              </a:extLst>
            </p:cNvPr>
            <p:cNvSpPr>
              <a:spLocks noChangeArrowheads="1"/>
            </p:cNvSpPr>
            <p:nvPr/>
          </p:nvSpPr>
          <p:spPr bwMode="auto">
            <a:xfrm>
              <a:off x="3038475" y="1666875"/>
              <a:ext cx="3203575"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48" name="Rectangle 5">
              <a:extLst>
                <a:ext uri="{FF2B5EF4-FFF2-40B4-BE49-F238E27FC236}">
                  <a16:creationId xmlns:a16="http://schemas.microsoft.com/office/drawing/2014/main" id="{AE65D06C-ED70-474D-88A9-D306CF6CEEB4}"/>
                </a:ext>
              </a:extLst>
            </p:cNvPr>
            <p:cNvSpPr>
              <a:spLocks noChangeArrowheads="1"/>
            </p:cNvSpPr>
            <p:nvPr/>
          </p:nvSpPr>
          <p:spPr bwMode="auto">
            <a:xfrm>
              <a:off x="3013075" y="1677988"/>
              <a:ext cx="11113"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49" name="Rectangle 6">
              <a:extLst>
                <a:ext uri="{FF2B5EF4-FFF2-40B4-BE49-F238E27FC236}">
                  <a16:creationId xmlns:a16="http://schemas.microsoft.com/office/drawing/2014/main" id="{C0C8CE8C-E978-471C-8C76-E4B901764736}"/>
                </a:ext>
              </a:extLst>
            </p:cNvPr>
            <p:cNvSpPr>
              <a:spLocks noChangeArrowheads="1"/>
            </p:cNvSpPr>
            <p:nvPr/>
          </p:nvSpPr>
          <p:spPr bwMode="auto">
            <a:xfrm>
              <a:off x="4129088"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50" name="Rectangle 7">
              <a:extLst>
                <a:ext uri="{FF2B5EF4-FFF2-40B4-BE49-F238E27FC236}">
                  <a16:creationId xmlns:a16="http://schemas.microsoft.com/office/drawing/2014/main" id="{C1787AFB-A3F7-4CD7-A2F3-1CF2EA51BF54}"/>
                </a:ext>
              </a:extLst>
            </p:cNvPr>
            <p:cNvSpPr>
              <a:spLocks noChangeArrowheads="1"/>
            </p:cNvSpPr>
            <p:nvPr/>
          </p:nvSpPr>
          <p:spPr bwMode="auto">
            <a:xfrm>
              <a:off x="3246438" y="1792288"/>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51" name="Rectangle 8">
              <a:extLst>
                <a:ext uri="{FF2B5EF4-FFF2-40B4-BE49-F238E27FC236}">
                  <a16:creationId xmlns:a16="http://schemas.microsoft.com/office/drawing/2014/main" id="{E7DE8C79-8D9F-46EF-9219-294309089675}"/>
                </a:ext>
              </a:extLst>
            </p:cNvPr>
            <p:cNvSpPr>
              <a:spLocks noChangeArrowheads="1"/>
            </p:cNvSpPr>
            <p:nvPr/>
          </p:nvSpPr>
          <p:spPr bwMode="auto">
            <a:xfrm>
              <a:off x="5219700"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52" name="Rectangle 9">
              <a:extLst>
                <a:ext uri="{FF2B5EF4-FFF2-40B4-BE49-F238E27FC236}">
                  <a16:creationId xmlns:a16="http://schemas.microsoft.com/office/drawing/2014/main" id="{5B48056F-E0DE-4EEE-A9CA-2EB995BE1E59}"/>
                </a:ext>
              </a:extLst>
            </p:cNvPr>
            <p:cNvSpPr>
              <a:spLocks noChangeArrowheads="1"/>
            </p:cNvSpPr>
            <p:nvPr/>
          </p:nvSpPr>
          <p:spPr bwMode="auto">
            <a:xfrm>
              <a:off x="4440238" y="1792288"/>
              <a:ext cx="4937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53" name="Rectangle 10">
              <a:extLst>
                <a:ext uri="{FF2B5EF4-FFF2-40B4-BE49-F238E27FC236}">
                  <a16:creationId xmlns:a16="http://schemas.microsoft.com/office/drawing/2014/main" id="{19E76F15-AB8F-4C5C-A5E5-AFF423A7122E}"/>
                </a:ext>
              </a:extLst>
            </p:cNvPr>
            <p:cNvSpPr>
              <a:spLocks noChangeArrowheads="1"/>
            </p:cNvSpPr>
            <p:nvPr/>
          </p:nvSpPr>
          <p:spPr bwMode="auto">
            <a:xfrm>
              <a:off x="6235700"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54" name="Rectangle 11">
              <a:extLst>
                <a:ext uri="{FF2B5EF4-FFF2-40B4-BE49-F238E27FC236}">
                  <a16:creationId xmlns:a16="http://schemas.microsoft.com/office/drawing/2014/main" id="{AF955D0F-F9F0-4AA2-9C61-FC9A44267D80}"/>
                </a:ext>
              </a:extLst>
            </p:cNvPr>
            <p:cNvSpPr>
              <a:spLocks noChangeArrowheads="1"/>
            </p:cNvSpPr>
            <p:nvPr/>
          </p:nvSpPr>
          <p:spPr bwMode="auto">
            <a:xfrm>
              <a:off x="3013075" y="2139950"/>
              <a:ext cx="11113"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55" name="Rectangle 12">
              <a:extLst>
                <a:ext uri="{FF2B5EF4-FFF2-40B4-BE49-F238E27FC236}">
                  <a16:creationId xmlns:a16="http://schemas.microsoft.com/office/drawing/2014/main" id="{6158B144-090F-47D6-B28F-5A0AE18EDFE8}"/>
                </a:ext>
              </a:extLst>
            </p:cNvPr>
            <p:cNvSpPr>
              <a:spLocks noChangeArrowheads="1"/>
            </p:cNvSpPr>
            <p:nvPr/>
          </p:nvSpPr>
          <p:spPr bwMode="auto">
            <a:xfrm>
              <a:off x="5375275" y="1792288"/>
              <a:ext cx="704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Output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56" name="Rectangle 13">
              <a:extLst>
                <a:ext uri="{FF2B5EF4-FFF2-40B4-BE49-F238E27FC236}">
                  <a16:creationId xmlns:a16="http://schemas.microsoft.com/office/drawing/2014/main" id="{5E1AECBA-8A38-4B0C-8641-ABB8C2C4E303}"/>
                </a:ext>
              </a:extLst>
            </p:cNvPr>
            <p:cNvSpPr>
              <a:spLocks noChangeArrowheads="1"/>
            </p:cNvSpPr>
            <p:nvPr/>
          </p:nvSpPr>
          <p:spPr bwMode="auto">
            <a:xfrm>
              <a:off x="4129088"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57" name="Rectangle 14">
              <a:extLst>
                <a:ext uri="{FF2B5EF4-FFF2-40B4-BE49-F238E27FC236}">
                  <a16:creationId xmlns:a16="http://schemas.microsoft.com/office/drawing/2014/main" id="{47C26B2E-7163-4F52-9E10-E85836407F51}"/>
                </a:ext>
              </a:extLst>
            </p:cNvPr>
            <p:cNvSpPr>
              <a:spLocks noChangeArrowheads="1"/>
            </p:cNvSpPr>
            <p:nvPr/>
          </p:nvSpPr>
          <p:spPr bwMode="auto">
            <a:xfrm>
              <a:off x="3387725" y="2141538"/>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58" name="Rectangle 15">
              <a:extLst>
                <a:ext uri="{FF2B5EF4-FFF2-40B4-BE49-F238E27FC236}">
                  <a16:creationId xmlns:a16="http://schemas.microsoft.com/office/drawing/2014/main" id="{5ACFF7BA-9911-494E-9510-69C3FC56DCAC}"/>
                </a:ext>
              </a:extLst>
            </p:cNvPr>
            <p:cNvSpPr>
              <a:spLocks noChangeArrowheads="1"/>
            </p:cNvSpPr>
            <p:nvPr/>
          </p:nvSpPr>
          <p:spPr bwMode="auto">
            <a:xfrm>
              <a:off x="5219700"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59" name="Rectangle 16">
              <a:extLst>
                <a:ext uri="{FF2B5EF4-FFF2-40B4-BE49-F238E27FC236}">
                  <a16:creationId xmlns:a16="http://schemas.microsoft.com/office/drawing/2014/main" id="{4EED99F9-0E03-474F-8EC0-0991E8E02D44}"/>
                </a:ext>
              </a:extLst>
            </p:cNvPr>
            <p:cNvSpPr>
              <a:spLocks noChangeArrowheads="1"/>
            </p:cNvSpPr>
            <p:nvPr/>
          </p:nvSpPr>
          <p:spPr bwMode="auto">
            <a:xfrm>
              <a:off x="6235700"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60" name="Rectangle 17">
              <a:extLst>
                <a:ext uri="{FF2B5EF4-FFF2-40B4-BE49-F238E27FC236}">
                  <a16:creationId xmlns:a16="http://schemas.microsoft.com/office/drawing/2014/main" id="{528F73D2-FBA0-45D6-899E-BE6697300241}"/>
                </a:ext>
              </a:extLst>
            </p:cNvPr>
            <p:cNvSpPr>
              <a:spLocks noChangeArrowheads="1"/>
            </p:cNvSpPr>
            <p:nvPr/>
          </p:nvSpPr>
          <p:spPr bwMode="auto">
            <a:xfrm>
              <a:off x="3013075" y="2495550"/>
              <a:ext cx="11113"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61" name="Rectangle 18">
              <a:extLst>
                <a:ext uri="{FF2B5EF4-FFF2-40B4-BE49-F238E27FC236}">
                  <a16:creationId xmlns:a16="http://schemas.microsoft.com/office/drawing/2014/main" id="{770B7A74-B05B-4EC0-9347-5B7570E33852}"/>
                </a:ext>
              </a:extLst>
            </p:cNvPr>
            <p:cNvSpPr>
              <a:spLocks noChangeArrowheads="1"/>
            </p:cNvSpPr>
            <p:nvPr/>
          </p:nvSpPr>
          <p:spPr bwMode="auto">
            <a:xfrm>
              <a:off x="4452938" y="2141538"/>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62" name="Rectangle 19">
              <a:extLst>
                <a:ext uri="{FF2B5EF4-FFF2-40B4-BE49-F238E27FC236}">
                  <a16:creationId xmlns:a16="http://schemas.microsoft.com/office/drawing/2014/main" id="{81DF7A2F-3463-4C95-A165-262B28A35573}"/>
                </a:ext>
              </a:extLst>
            </p:cNvPr>
            <p:cNvSpPr>
              <a:spLocks noChangeArrowheads="1"/>
            </p:cNvSpPr>
            <p:nvPr/>
          </p:nvSpPr>
          <p:spPr bwMode="auto">
            <a:xfrm>
              <a:off x="3262313" y="2490788"/>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63" name="Rectangle 20">
              <a:extLst>
                <a:ext uri="{FF2B5EF4-FFF2-40B4-BE49-F238E27FC236}">
                  <a16:creationId xmlns:a16="http://schemas.microsoft.com/office/drawing/2014/main" id="{C2818524-1A02-4FEC-A771-63EB690014DF}"/>
                </a:ext>
              </a:extLst>
            </p:cNvPr>
            <p:cNvSpPr>
              <a:spLocks noChangeArrowheads="1"/>
            </p:cNvSpPr>
            <p:nvPr/>
          </p:nvSpPr>
          <p:spPr bwMode="auto">
            <a:xfrm>
              <a:off x="3387725"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64" name="Rectangle 21">
              <a:extLst>
                <a:ext uri="{FF2B5EF4-FFF2-40B4-BE49-F238E27FC236}">
                  <a16:creationId xmlns:a16="http://schemas.microsoft.com/office/drawing/2014/main" id="{870307C5-53F8-415B-B733-345EB034F6B5}"/>
                </a:ext>
              </a:extLst>
            </p:cNvPr>
            <p:cNvSpPr>
              <a:spLocks noChangeArrowheads="1"/>
            </p:cNvSpPr>
            <p:nvPr/>
          </p:nvSpPr>
          <p:spPr bwMode="auto">
            <a:xfrm>
              <a:off x="3498850" y="2490788"/>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65" name="Rectangle 22">
              <a:extLst>
                <a:ext uri="{FF2B5EF4-FFF2-40B4-BE49-F238E27FC236}">
                  <a16:creationId xmlns:a16="http://schemas.microsoft.com/office/drawing/2014/main" id="{531BBAE7-1930-44DA-8013-935ED0FEE781}"/>
                </a:ext>
              </a:extLst>
            </p:cNvPr>
            <p:cNvSpPr>
              <a:spLocks noChangeArrowheads="1"/>
            </p:cNvSpPr>
            <p:nvPr/>
          </p:nvSpPr>
          <p:spPr bwMode="auto">
            <a:xfrm>
              <a:off x="36242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66" name="Rectangle 23">
              <a:extLst>
                <a:ext uri="{FF2B5EF4-FFF2-40B4-BE49-F238E27FC236}">
                  <a16:creationId xmlns:a16="http://schemas.microsoft.com/office/drawing/2014/main" id="{0A3C28C1-3649-4A86-918C-EEA2AB833BBF}"/>
                </a:ext>
              </a:extLst>
            </p:cNvPr>
            <p:cNvSpPr>
              <a:spLocks noChangeArrowheads="1"/>
            </p:cNvSpPr>
            <p:nvPr/>
          </p:nvSpPr>
          <p:spPr bwMode="auto">
            <a:xfrm>
              <a:off x="3738563" y="2490788"/>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67" name="Rectangle 24">
              <a:extLst>
                <a:ext uri="{FF2B5EF4-FFF2-40B4-BE49-F238E27FC236}">
                  <a16:creationId xmlns:a16="http://schemas.microsoft.com/office/drawing/2014/main" id="{7B63B7E6-C55D-42DE-BF21-3CC0B11E1B74}"/>
                </a:ext>
              </a:extLst>
            </p:cNvPr>
            <p:cNvSpPr>
              <a:spLocks noChangeArrowheads="1"/>
            </p:cNvSpPr>
            <p:nvPr/>
          </p:nvSpPr>
          <p:spPr bwMode="auto">
            <a:xfrm>
              <a:off x="4129088"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68" name="Rectangle 25">
              <a:extLst>
                <a:ext uri="{FF2B5EF4-FFF2-40B4-BE49-F238E27FC236}">
                  <a16:creationId xmlns:a16="http://schemas.microsoft.com/office/drawing/2014/main" id="{7D8D22B8-6258-4667-B70A-665C17FB0357}"/>
                </a:ext>
              </a:extLst>
            </p:cNvPr>
            <p:cNvSpPr>
              <a:spLocks noChangeArrowheads="1"/>
            </p:cNvSpPr>
            <p:nvPr/>
          </p:nvSpPr>
          <p:spPr bwMode="auto">
            <a:xfrm>
              <a:off x="386238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69" name="Rectangle 26">
              <a:extLst>
                <a:ext uri="{FF2B5EF4-FFF2-40B4-BE49-F238E27FC236}">
                  <a16:creationId xmlns:a16="http://schemas.microsoft.com/office/drawing/2014/main" id="{530D394B-789C-4829-AE9B-B59A18C06963}"/>
                </a:ext>
              </a:extLst>
            </p:cNvPr>
            <p:cNvSpPr>
              <a:spLocks noChangeArrowheads="1"/>
            </p:cNvSpPr>
            <p:nvPr/>
          </p:nvSpPr>
          <p:spPr bwMode="auto">
            <a:xfrm>
              <a:off x="4295775" y="2490788"/>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70" name="Rectangle 27">
              <a:extLst>
                <a:ext uri="{FF2B5EF4-FFF2-40B4-BE49-F238E27FC236}">
                  <a16:creationId xmlns:a16="http://schemas.microsoft.com/office/drawing/2014/main" id="{9F8FC5C0-AB7A-4009-8F34-5A6ABF3FCBFC}"/>
                </a:ext>
              </a:extLst>
            </p:cNvPr>
            <p:cNvSpPr>
              <a:spLocks noChangeArrowheads="1"/>
            </p:cNvSpPr>
            <p:nvPr/>
          </p:nvSpPr>
          <p:spPr bwMode="auto">
            <a:xfrm>
              <a:off x="44402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71" name="Rectangle 28">
              <a:extLst>
                <a:ext uri="{FF2B5EF4-FFF2-40B4-BE49-F238E27FC236}">
                  <a16:creationId xmlns:a16="http://schemas.microsoft.com/office/drawing/2014/main" id="{440B9975-5AE2-40B2-A894-9362154E07DB}"/>
                </a:ext>
              </a:extLst>
            </p:cNvPr>
            <p:cNvSpPr>
              <a:spLocks noChangeArrowheads="1"/>
            </p:cNvSpPr>
            <p:nvPr/>
          </p:nvSpPr>
          <p:spPr bwMode="auto">
            <a:xfrm>
              <a:off x="4556125" y="2490788"/>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72" name="Rectangle 29">
              <a:extLst>
                <a:ext uri="{FF2B5EF4-FFF2-40B4-BE49-F238E27FC236}">
                  <a16:creationId xmlns:a16="http://schemas.microsoft.com/office/drawing/2014/main" id="{75675BBF-9226-4C1D-8C1A-D249FBFF02EF}"/>
                </a:ext>
              </a:extLst>
            </p:cNvPr>
            <p:cNvSpPr>
              <a:spLocks noChangeArrowheads="1"/>
            </p:cNvSpPr>
            <p:nvPr/>
          </p:nvSpPr>
          <p:spPr bwMode="auto">
            <a:xfrm>
              <a:off x="4702175"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73" name="Rectangle 30">
              <a:extLst>
                <a:ext uri="{FF2B5EF4-FFF2-40B4-BE49-F238E27FC236}">
                  <a16:creationId xmlns:a16="http://schemas.microsoft.com/office/drawing/2014/main" id="{0C60BA33-5072-4011-8D9A-BB1E2AA846B0}"/>
                </a:ext>
              </a:extLst>
            </p:cNvPr>
            <p:cNvSpPr>
              <a:spLocks noChangeArrowheads="1"/>
            </p:cNvSpPr>
            <p:nvPr/>
          </p:nvSpPr>
          <p:spPr bwMode="auto">
            <a:xfrm>
              <a:off x="4814888" y="2490788"/>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74" name="Rectangle 31">
              <a:extLst>
                <a:ext uri="{FF2B5EF4-FFF2-40B4-BE49-F238E27FC236}">
                  <a16:creationId xmlns:a16="http://schemas.microsoft.com/office/drawing/2014/main" id="{DD3F6E51-7876-4B71-983D-0D5C92F3F3AF}"/>
                </a:ext>
              </a:extLst>
            </p:cNvPr>
            <p:cNvSpPr>
              <a:spLocks noChangeArrowheads="1"/>
            </p:cNvSpPr>
            <p:nvPr/>
          </p:nvSpPr>
          <p:spPr bwMode="auto">
            <a:xfrm>
              <a:off x="5219700"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75" name="Rectangle 32">
              <a:extLst>
                <a:ext uri="{FF2B5EF4-FFF2-40B4-BE49-F238E27FC236}">
                  <a16:creationId xmlns:a16="http://schemas.microsoft.com/office/drawing/2014/main" id="{87177769-8C8D-4466-ABC4-BE492C5777AE}"/>
                </a:ext>
              </a:extLst>
            </p:cNvPr>
            <p:cNvSpPr>
              <a:spLocks noChangeArrowheads="1"/>
            </p:cNvSpPr>
            <p:nvPr/>
          </p:nvSpPr>
          <p:spPr bwMode="auto">
            <a:xfrm>
              <a:off x="49609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76" name="Rectangle 33">
              <a:extLst>
                <a:ext uri="{FF2B5EF4-FFF2-40B4-BE49-F238E27FC236}">
                  <a16:creationId xmlns:a16="http://schemas.microsoft.com/office/drawing/2014/main" id="{5E196C86-0A73-40F1-9B6D-A42EF26BF037}"/>
                </a:ext>
              </a:extLst>
            </p:cNvPr>
            <p:cNvSpPr>
              <a:spLocks noChangeArrowheads="1"/>
            </p:cNvSpPr>
            <p:nvPr/>
          </p:nvSpPr>
          <p:spPr bwMode="auto">
            <a:xfrm>
              <a:off x="5384800"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77" name="Rectangle 34">
              <a:extLst>
                <a:ext uri="{FF2B5EF4-FFF2-40B4-BE49-F238E27FC236}">
                  <a16:creationId xmlns:a16="http://schemas.microsoft.com/office/drawing/2014/main" id="{65C996F7-4643-428D-A4D1-A915E06E40D2}"/>
                </a:ext>
              </a:extLst>
            </p:cNvPr>
            <p:cNvSpPr>
              <a:spLocks noChangeArrowheads="1"/>
            </p:cNvSpPr>
            <p:nvPr/>
          </p:nvSpPr>
          <p:spPr bwMode="auto">
            <a:xfrm>
              <a:off x="55038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78" name="Rectangle 35">
              <a:extLst>
                <a:ext uri="{FF2B5EF4-FFF2-40B4-BE49-F238E27FC236}">
                  <a16:creationId xmlns:a16="http://schemas.microsoft.com/office/drawing/2014/main" id="{67B00780-D4AF-4C51-8D02-3CA44DE8EC5B}"/>
                </a:ext>
              </a:extLst>
            </p:cNvPr>
            <p:cNvSpPr>
              <a:spLocks noChangeArrowheads="1"/>
            </p:cNvSpPr>
            <p:nvPr/>
          </p:nvSpPr>
          <p:spPr bwMode="auto">
            <a:xfrm>
              <a:off x="5613400"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79" name="Rectangle 36">
              <a:extLst>
                <a:ext uri="{FF2B5EF4-FFF2-40B4-BE49-F238E27FC236}">
                  <a16:creationId xmlns:a16="http://schemas.microsoft.com/office/drawing/2014/main" id="{49A4DF34-60B0-41F8-92B0-E16AF7EAB054}"/>
                </a:ext>
              </a:extLst>
            </p:cNvPr>
            <p:cNvSpPr>
              <a:spLocks noChangeArrowheads="1"/>
            </p:cNvSpPr>
            <p:nvPr/>
          </p:nvSpPr>
          <p:spPr bwMode="auto">
            <a:xfrm>
              <a:off x="57324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80" name="Rectangle 37">
              <a:extLst>
                <a:ext uri="{FF2B5EF4-FFF2-40B4-BE49-F238E27FC236}">
                  <a16:creationId xmlns:a16="http://schemas.microsoft.com/office/drawing/2014/main" id="{E102E797-9F4F-479C-A29C-D79735EC1104}"/>
                </a:ext>
              </a:extLst>
            </p:cNvPr>
            <p:cNvSpPr>
              <a:spLocks noChangeArrowheads="1"/>
            </p:cNvSpPr>
            <p:nvPr/>
          </p:nvSpPr>
          <p:spPr bwMode="auto">
            <a:xfrm>
              <a:off x="5845175"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81" name="Rectangle 38">
              <a:extLst>
                <a:ext uri="{FF2B5EF4-FFF2-40B4-BE49-F238E27FC236}">
                  <a16:creationId xmlns:a16="http://schemas.microsoft.com/office/drawing/2014/main" id="{E8AB8D39-A107-4552-AF47-848BBBAD3387}"/>
                </a:ext>
              </a:extLst>
            </p:cNvPr>
            <p:cNvSpPr>
              <a:spLocks noChangeArrowheads="1"/>
            </p:cNvSpPr>
            <p:nvPr/>
          </p:nvSpPr>
          <p:spPr bwMode="auto">
            <a:xfrm>
              <a:off x="6235700"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82" name="Rectangle 39">
              <a:extLst>
                <a:ext uri="{FF2B5EF4-FFF2-40B4-BE49-F238E27FC236}">
                  <a16:creationId xmlns:a16="http://schemas.microsoft.com/office/drawing/2014/main" id="{5277A3DE-D4C9-49AF-B940-B7707959D3E8}"/>
                </a:ext>
              </a:extLst>
            </p:cNvPr>
            <p:cNvSpPr>
              <a:spLocks noChangeArrowheads="1"/>
            </p:cNvSpPr>
            <p:nvPr/>
          </p:nvSpPr>
          <p:spPr bwMode="auto">
            <a:xfrm>
              <a:off x="3038475" y="2833688"/>
              <a:ext cx="3203575"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83" name="Rectangle 40">
              <a:extLst>
                <a:ext uri="{FF2B5EF4-FFF2-40B4-BE49-F238E27FC236}">
                  <a16:creationId xmlns:a16="http://schemas.microsoft.com/office/drawing/2014/main" id="{6F1E9BA9-99CE-4380-8204-25AA0488A4EB}"/>
                </a:ext>
              </a:extLst>
            </p:cNvPr>
            <p:cNvSpPr>
              <a:spLocks noChangeArrowheads="1"/>
            </p:cNvSpPr>
            <p:nvPr/>
          </p:nvSpPr>
          <p:spPr bwMode="auto">
            <a:xfrm>
              <a:off x="3013075" y="2846388"/>
              <a:ext cx="11113"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84" name="Rectangle 41">
              <a:extLst>
                <a:ext uri="{FF2B5EF4-FFF2-40B4-BE49-F238E27FC236}">
                  <a16:creationId xmlns:a16="http://schemas.microsoft.com/office/drawing/2014/main" id="{58D2A52C-0A60-41F8-B5FA-C3FB46E2921F}"/>
                </a:ext>
              </a:extLst>
            </p:cNvPr>
            <p:cNvSpPr>
              <a:spLocks noChangeArrowheads="1"/>
            </p:cNvSpPr>
            <p:nvPr/>
          </p:nvSpPr>
          <p:spPr bwMode="auto">
            <a:xfrm>
              <a:off x="59642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85" name="Rectangle 42">
              <a:extLst>
                <a:ext uri="{FF2B5EF4-FFF2-40B4-BE49-F238E27FC236}">
                  <a16:creationId xmlns:a16="http://schemas.microsoft.com/office/drawing/2014/main" id="{DF2D8F8D-2F38-4967-8860-B9F451FCEAB4}"/>
                </a:ext>
              </a:extLst>
            </p:cNvPr>
            <p:cNvSpPr>
              <a:spLocks noChangeArrowheads="1"/>
            </p:cNvSpPr>
            <p:nvPr/>
          </p:nvSpPr>
          <p:spPr bwMode="auto">
            <a:xfrm>
              <a:off x="4129088"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86" name="Rectangle 43">
              <a:extLst>
                <a:ext uri="{FF2B5EF4-FFF2-40B4-BE49-F238E27FC236}">
                  <a16:creationId xmlns:a16="http://schemas.microsoft.com/office/drawing/2014/main" id="{1A98CCB5-7640-4C6B-8C00-92B606FCA90F}"/>
                </a:ext>
              </a:extLst>
            </p:cNvPr>
            <p:cNvSpPr>
              <a:spLocks noChangeArrowheads="1"/>
            </p:cNvSpPr>
            <p:nvPr/>
          </p:nvSpPr>
          <p:spPr bwMode="auto">
            <a:xfrm>
              <a:off x="3335338" y="29575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87" name="Rectangle 44">
              <a:extLst>
                <a:ext uri="{FF2B5EF4-FFF2-40B4-BE49-F238E27FC236}">
                  <a16:creationId xmlns:a16="http://schemas.microsoft.com/office/drawing/2014/main" id="{BF3A5C91-4DA9-4819-8566-1339FA47386B}"/>
                </a:ext>
              </a:extLst>
            </p:cNvPr>
            <p:cNvSpPr>
              <a:spLocks noChangeArrowheads="1"/>
            </p:cNvSpPr>
            <p:nvPr/>
          </p:nvSpPr>
          <p:spPr bwMode="auto">
            <a:xfrm>
              <a:off x="4465638" y="2957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88" name="Rectangle 45">
              <a:extLst>
                <a:ext uri="{FF2B5EF4-FFF2-40B4-BE49-F238E27FC236}">
                  <a16:creationId xmlns:a16="http://schemas.microsoft.com/office/drawing/2014/main" id="{AADAA157-3C93-4F1D-9CBD-2CCB0F6BB41F}"/>
                </a:ext>
              </a:extLst>
            </p:cNvPr>
            <p:cNvSpPr>
              <a:spLocks noChangeArrowheads="1"/>
            </p:cNvSpPr>
            <p:nvPr/>
          </p:nvSpPr>
          <p:spPr bwMode="auto">
            <a:xfrm>
              <a:off x="5219700"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89" name="Rectangle 46">
              <a:extLst>
                <a:ext uri="{FF2B5EF4-FFF2-40B4-BE49-F238E27FC236}">
                  <a16:creationId xmlns:a16="http://schemas.microsoft.com/office/drawing/2014/main" id="{125E303F-6CD9-4267-9D46-4771DAAA0FBD}"/>
                </a:ext>
              </a:extLst>
            </p:cNvPr>
            <p:cNvSpPr>
              <a:spLocks noChangeArrowheads="1"/>
            </p:cNvSpPr>
            <p:nvPr/>
          </p:nvSpPr>
          <p:spPr bwMode="auto">
            <a:xfrm>
              <a:off x="4618038" y="29575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90" name="Rectangle 47">
              <a:extLst>
                <a:ext uri="{FF2B5EF4-FFF2-40B4-BE49-F238E27FC236}">
                  <a16:creationId xmlns:a16="http://schemas.microsoft.com/office/drawing/2014/main" id="{10279874-2204-4C79-A1B9-20BE96C5B904}"/>
                </a:ext>
              </a:extLst>
            </p:cNvPr>
            <p:cNvSpPr>
              <a:spLocks noChangeArrowheads="1"/>
            </p:cNvSpPr>
            <p:nvPr/>
          </p:nvSpPr>
          <p:spPr bwMode="auto">
            <a:xfrm>
              <a:off x="5518150" y="2957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91" name="Rectangle 48">
              <a:extLst>
                <a:ext uri="{FF2B5EF4-FFF2-40B4-BE49-F238E27FC236}">
                  <a16:creationId xmlns:a16="http://schemas.microsoft.com/office/drawing/2014/main" id="{E3204469-5CF0-487E-888C-236F669FEC75}"/>
                </a:ext>
              </a:extLst>
            </p:cNvPr>
            <p:cNvSpPr>
              <a:spLocks noChangeArrowheads="1"/>
            </p:cNvSpPr>
            <p:nvPr/>
          </p:nvSpPr>
          <p:spPr bwMode="auto">
            <a:xfrm>
              <a:off x="6235700"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92" name="Rectangle 49">
              <a:extLst>
                <a:ext uri="{FF2B5EF4-FFF2-40B4-BE49-F238E27FC236}">
                  <a16:creationId xmlns:a16="http://schemas.microsoft.com/office/drawing/2014/main" id="{E32B57CB-B96A-447C-A314-EA12A643AEF1}"/>
                </a:ext>
              </a:extLst>
            </p:cNvPr>
            <p:cNvSpPr>
              <a:spLocks noChangeArrowheads="1"/>
            </p:cNvSpPr>
            <p:nvPr/>
          </p:nvSpPr>
          <p:spPr bwMode="auto">
            <a:xfrm>
              <a:off x="3013075" y="3303588"/>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93" name="Rectangle 50">
              <a:extLst>
                <a:ext uri="{FF2B5EF4-FFF2-40B4-BE49-F238E27FC236}">
                  <a16:creationId xmlns:a16="http://schemas.microsoft.com/office/drawing/2014/main" id="{B41A7F21-BD98-4E91-8AC9-0BF8D8A4DBE3}"/>
                </a:ext>
              </a:extLst>
            </p:cNvPr>
            <p:cNvSpPr>
              <a:spLocks noChangeArrowheads="1"/>
            </p:cNvSpPr>
            <p:nvPr/>
          </p:nvSpPr>
          <p:spPr bwMode="auto">
            <a:xfrm>
              <a:off x="5657850" y="29575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94" name="Rectangle 51">
              <a:extLst>
                <a:ext uri="{FF2B5EF4-FFF2-40B4-BE49-F238E27FC236}">
                  <a16:creationId xmlns:a16="http://schemas.microsoft.com/office/drawing/2014/main" id="{7EFCF786-F695-4F8E-901D-8C4B84251DC1}"/>
                </a:ext>
              </a:extLst>
            </p:cNvPr>
            <p:cNvSpPr>
              <a:spLocks noChangeArrowheads="1"/>
            </p:cNvSpPr>
            <p:nvPr/>
          </p:nvSpPr>
          <p:spPr bwMode="auto">
            <a:xfrm>
              <a:off x="4129088"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95" name="Rectangle 52">
              <a:extLst>
                <a:ext uri="{FF2B5EF4-FFF2-40B4-BE49-F238E27FC236}">
                  <a16:creationId xmlns:a16="http://schemas.microsoft.com/office/drawing/2014/main" id="{A2EC15CE-5315-4585-A16C-127B7B76E855}"/>
                </a:ext>
              </a:extLst>
            </p:cNvPr>
            <p:cNvSpPr>
              <a:spLocks noChangeArrowheads="1"/>
            </p:cNvSpPr>
            <p:nvPr/>
          </p:nvSpPr>
          <p:spPr bwMode="auto">
            <a:xfrm>
              <a:off x="3335338" y="330676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96" name="Rectangle 53">
              <a:extLst>
                <a:ext uri="{FF2B5EF4-FFF2-40B4-BE49-F238E27FC236}">
                  <a16:creationId xmlns:a16="http://schemas.microsoft.com/office/drawing/2014/main" id="{2E505D86-A85F-483A-8A05-39F445FA4619}"/>
                </a:ext>
              </a:extLst>
            </p:cNvPr>
            <p:cNvSpPr>
              <a:spLocks noChangeArrowheads="1"/>
            </p:cNvSpPr>
            <p:nvPr/>
          </p:nvSpPr>
          <p:spPr bwMode="auto">
            <a:xfrm>
              <a:off x="4465638" y="33067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97" name="Rectangle 54">
              <a:extLst>
                <a:ext uri="{FF2B5EF4-FFF2-40B4-BE49-F238E27FC236}">
                  <a16:creationId xmlns:a16="http://schemas.microsoft.com/office/drawing/2014/main" id="{DCFDC396-1303-4890-B36C-5BF85566BF00}"/>
                </a:ext>
              </a:extLst>
            </p:cNvPr>
            <p:cNvSpPr>
              <a:spLocks noChangeArrowheads="1"/>
            </p:cNvSpPr>
            <p:nvPr/>
          </p:nvSpPr>
          <p:spPr bwMode="auto">
            <a:xfrm>
              <a:off x="5219700"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98" name="Rectangle 55">
              <a:extLst>
                <a:ext uri="{FF2B5EF4-FFF2-40B4-BE49-F238E27FC236}">
                  <a16:creationId xmlns:a16="http://schemas.microsoft.com/office/drawing/2014/main" id="{580E2F34-7B18-43FB-B4F1-0576D1D949E5}"/>
                </a:ext>
              </a:extLst>
            </p:cNvPr>
            <p:cNvSpPr>
              <a:spLocks noChangeArrowheads="1"/>
            </p:cNvSpPr>
            <p:nvPr/>
          </p:nvSpPr>
          <p:spPr bwMode="auto">
            <a:xfrm>
              <a:off x="4618038" y="33067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99" name="Rectangle 56">
              <a:extLst>
                <a:ext uri="{FF2B5EF4-FFF2-40B4-BE49-F238E27FC236}">
                  <a16:creationId xmlns:a16="http://schemas.microsoft.com/office/drawing/2014/main" id="{2682806C-C55B-4A38-9038-DC8034B2E626}"/>
                </a:ext>
              </a:extLst>
            </p:cNvPr>
            <p:cNvSpPr>
              <a:spLocks noChangeArrowheads="1"/>
            </p:cNvSpPr>
            <p:nvPr/>
          </p:nvSpPr>
          <p:spPr bwMode="auto">
            <a:xfrm>
              <a:off x="5518150" y="33067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00" name="Rectangle 57">
              <a:extLst>
                <a:ext uri="{FF2B5EF4-FFF2-40B4-BE49-F238E27FC236}">
                  <a16:creationId xmlns:a16="http://schemas.microsoft.com/office/drawing/2014/main" id="{F7D8D446-00F8-4BF0-AA9A-7143A587C54A}"/>
                </a:ext>
              </a:extLst>
            </p:cNvPr>
            <p:cNvSpPr>
              <a:spLocks noChangeArrowheads="1"/>
            </p:cNvSpPr>
            <p:nvPr/>
          </p:nvSpPr>
          <p:spPr bwMode="auto">
            <a:xfrm>
              <a:off x="6235700"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01" name="Rectangle 58">
              <a:extLst>
                <a:ext uri="{FF2B5EF4-FFF2-40B4-BE49-F238E27FC236}">
                  <a16:creationId xmlns:a16="http://schemas.microsoft.com/office/drawing/2014/main" id="{D5940201-6AC3-4603-A733-09F9B4A198BA}"/>
                </a:ext>
              </a:extLst>
            </p:cNvPr>
            <p:cNvSpPr>
              <a:spLocks noChangeArrowheads="1"/>
            </p:cNvSpPr>
            <p:nvPr/>
          </p:nvSpPr>
          <p:spPr bwMode="auto">
            <a:xfrm>
              <a:off x="3013075" y="3608388"/>
              <a:ext cx="11113"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02" name="Rectangle 59">
              <a:extLst>
                <a:ext uri="{FF2B5EF4-FFF2-40B4-BE49-F238E27FC236}">
                  <a16:creationId xmlns:a16="http://schemas.microsoft.com/office/drawing/2014/main" id="{73CBA8E8-9C3F-4E01-AFD0-4ABA1EF19D3C}"/>
                </a:ext>
              </a:extLst>
            </p:cNvPr>
            <p:cNvSpPr>
              <a:spLocks noChangeArrowheads="1"/>
            </p:cNvSpPr>
            <p:nvPr/>
          </p:nvSpPr>
          <p:spPr bwMode="auto">
            <a:xfrm>
              <a:off x="5657850" y="33067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03" name="Rectangle 60">
              <a:extLst>
                <a:ext uri="{FF2B5EF4-FFF2-40B4-BE49-F238E27FC236}">
                  <a16:creationId xmlns:a16="http://schemas.microsoft.com/office/drawing/2014/main" id="{55E6ED46-084E-4F06-A372-A4700EDFD658}"/>
                </a:ext>
              </a:extLst>
            </p:cNvPr>
            <p:cNvSpPr>
              <a:spLocks noChangeArrowheads="1"/>
            </p:cNvSpPr>
            <p:nvPr/>
          </p:nvSpPr>
          <p:spPr bwMode="auto">
            <a:xfrm>
              <a:off x="4129088"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04" name="Rectangle 61">
              <a:extLst>
                <a:ext uri="{FF2B5EF4-FFF2-40B4-BE49-F238E27FC236}">
                  <a16:creationId xmlns:a16="http://schemas.microsoft.com/office/drawing/2014/main" id="{523884FE-ACA3-4F38-B2E7-F4F1153E0753}"/>
                </a:ext>
              </a:extLst>
            </p:cNvPr>
            <p:cNvSpPr>
              <a:spLocks noChangeArrowheads="1"/>
            </p:cNvSpPr>
            <p:nvPr/>
          </p:nvSpPr>
          <p:spPr bwMode="auto">
            <a:xfrm>
              <a:off x="3335338" y="361156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05" name="Rectangle 62">
              <a:extLst>
                <a:ext uri="{FF2B5EF4-FFF2-40B4-BE49-F238E27FC236}">
                  <a16:creationId xmlns:a16="http://schemas.microsoft.com/office/drawing/2014/main" id="{BE38D7B6-1C54-4D3F-92E5-68470EC84FBB}"/>
                </a:ext>
              </a:extLst>
            </p:cNvPr>
            <p:cNvSpPr>
              <a:spLocks noChangeArrowheads="1"/>
            </p:cNvSpPr>
            <p:nvPr/>
          </p:nvSpPr>
          <p:spPr bwMode="auto">
            <a:xfrm>
              <a:off x="4465638" y="36115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06" name="Rectangle 63">
              <a:extLst>
                <a:ext uri="{FF2B5EF4-FFF2-40B4-BE49-F238E27FC236}">
                  <a16:creationId xmlns:a16="http://schemas.microsoft.com/office/drawing/2014/main" id="{EF44A270-5A4E-43FB-BC54-3CAC19D4473A}"/>
                </a:ext>
              </a:extLst>
            </p:cNvPr>
            <p:cNvSpPr>
              <a:spLocks noChangeArrowheads="1"/>
            </p:cNvSpPr>
            <p:nvPr/>
          </p:nvSpPr>
          <p:spPr bwMode="auto">
            <a:xfrm>
              <a:off x="5219700"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07" name="Rectangle 64">
              <a:extLst>
                <a:ext uri="{FF2B5EF4-FFF2-40B4-BE49-F238E27FC236}">
                  <a16:creationId xmlns:a16="http://schemas.microsoft.com/office/drawing/2014/main" id="{3C3FDB2F-BB97-49BD-AA25-90ECA8F8AE69}"/>
                </a:ext>
              </a:extLst>
            </p:cNvPr>
            <p:cNvSpPr>
              <a:spLocks noChangeArrowheads="1"/>
            </p:cNvSpPr>
            <p:nvPr/>
          </p:nvSpPr>
          <p:spPr bwMode="auto">
            <a:xfrm>
              <a:off x="4618038" y="36115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08" name="Rectangle 65">
              <a:extLst>
                <a:ext uri="{FF2B5EF4-FFF2-40B4-BE49-F238E27FC236}">
                  <a16:creationId xmlns:a16="http://schemas.microsoft.com/office/drawing/2014/main" id="{00B01D4D-51D9-4A14-A731-D519181F3079}"/>
                </a:ext>
              </a:extLst>
            </p:cNvPr>
            <p:cNvSpPr>
              <a:spLocks noChangeArrowheads="1"/>
            </p:cNvSpPr>
            <p:nvPr/>
          </p:nvSpPr>
          <p:spPr bwMode="auto">
            <a:xfrm>
              <a:off x="5518150" y="36115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09" name="Rectangle 66">
              <a:extLst>
                <a:ext uri="{FF2B5EF4-FFF2-40B4-BE49-F238E27FC236}">
                  <a16:creationId xmlns:a16="http://schemas.microsoft.com/office/drawing/2014/main" id="{5EB0FD07-5AD5-453E-99A9-4900A326F5A4}"/>
                </a:ext>
              </a:extLst>
            </p:cNvPr>
            <p:cNvSpPr>
              <a:spLocks noChangeArrowheads="1"/>
            </p:cNvSpPr>
            <p:nvPr/>
          </p:nvSpPr>
          <p:spPr bwMode="auto">
            <a:xfrm>
              <a:off x="6235700"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10" name="Rectangle 67">
              <a:extLst>
                <a:ext uri="{FF2B5EF4-FFF2-40B4-BE49-F238E27FC236}">
                  <a16:creationId xmlns:a16="http://schemas.microsoft.com/office/drawing/2014/main" id="{90027E1A-0E7C-41B7-A4B3-781606FAB5C5}"/>
                </a:ext>
              </a:extLst>
            </p:cNvPr>
            <p:cNvSpPr>
              <a:spLocks noChangeArrowheads="1"/>
            </p:cNvSpPr>
            <p:nvPr/>
          </p:nvSpPr>
          <p:spPr bwMode="auto">
            <a:xfrm>
              <a:off x="3013075" y="39116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11" name="Rectangle 68">
              <a:extLst>
                <a:ext uri="{FF2B5EF4-FFF2-40B4-BE49-F238E27FC236}">
                  <a16:creationId xmlns:a16="http://schemas.microsoft.com/office/drawing/2014/main" id="{4E42C5E5-BAFD-4FF7-85AD-89AE54E74673}"/>
                </a:ext>
              </a:extLst>
            </p:cNvPr>
            <p:cNvSpPr>
              <a:spLocks noChangeArrowheads="1"/>
            </p:cNvSpPr>
            <p:nvPr/>
          </p:nvSpPr>
          <p:spPr bwMode="auto">
            <a:xfrm>
              <a:off x="5657850" y="36115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12" name="Rectangle 69">
              <a:extLst>
                <a:ext uri="{FF2B5EF4-FFF2-40B4-BE49-F238E27FC236}">
                  <a16:creationId xmlns:a16="http://schemas.microsoft.com/office/drawing/2014/main" id="{E2D933A4-1E53-4CEF-A035-40305306C52A}"/>
                </a:ext>
              </a:extLst>
            </p:cNvPr>
            <p:cNvSpPr>
              <a:spLocks noChangeArrowheads="1"/>
            </p:cNvSpPr>
            <p:nvPr/>
          </p:nvSpPr>
          <p:spPr bwMode="auto">
            <a:xfrm>
              <a:off x="4129088"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13" name="Rectangle 70">
              <a:extLst>
                <a:ext uri="{FF2B5EF4-FFF2-40B4-BE49-F238E27FC236}">
                  <a16:creationId xmlns:a16="http://schemas.microsoft.com/office/drawing/2014/main" id="{0B84C924-9691-4A15-B08A-19677C9B57D6}"/>
                </a:ext>
              </a:extLst>
            </p:cNvPr>
            <p:cNvSpPr>
              <a:spLocks noChangeArrowheads="1"/>
            </p:cNvSpPr>
            <p:nvPr/>
          </p:nvSpPr>
          <p:spPr bwMode="auto">
            <a:xfrm>
              <a:off x="3335338" y="3914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14" name="Rectangle 71">
              <a:extLst>
                <a:ext uri="{FF2B5EF4-FFF2-40B4-BE49-F238E27FC236}">
                  <a16:creationId xmlns:a16="http://schemas.microsoft.com/office/drawing/2014/main" id="{4665F391-C575-4547-867C-FDD270EC8D2C}"/>
                </a:ext>
              </a:extLst>
            </p:cNvPr>
            <p:cNvSpPr>
              <a:spLocks noChangeArrowheads="1"/>
            </p:cNvSpPr>
            <p:nvPr/>
          </p:nvSpPr>
          <p:spPr bwMode="auto">
            <a:xfrm>
              <a:off x="4465638" y="39147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15" name="Rectangle 72">
              <a:extLst>
                <a:ext uri="{FF2B5EF4-FFF2-40B4-BE49-F238E27FC236}">
                  <a16:creationId xmlns:a16="http://schemas.microsoft.com/office/drawing/2014/main" id="{A6FA63F2-BBEB-4B85-8BF0-A6B90418E3B3}"/>
                </a:ext>
              </a:extLst>
            </p:cNvPr>
            <p:cNvSpPr>
              <a:spLocks noChangeArrowheads="1"/>
            </p:cNvSpPr>
            <p:nvPr/>
          </p:nvSpPr>
          <p:spPr bwMode="auto">
            <a:xfrm>
              <a:off x="5219700"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16" name="Rectangle 73">
              <a:extLst>
                <a:ext uri="{FF2B5EF4-FFF2-40B4-BE49-F238E27FC236}">
                  <a16:creationId xmlns:a16="http://schemas.microsoft.com/office/drawing/2014/main" id="{EAF300F7-3978-4C0E-9ABC-875ED42D68ED}"/>
                </a:ext>
              </a:extLst>
            </p:cNvPr>
            <p:cNvSpPr>
              <a:spLocks noChangeArrowheads="1"/>
            </p:cNvSpPr>
            <p:nvPr/>
          </p:nvSpPr>
          <p:spPr bwMode="auto">
            <a:xfrm>
              <a:off x="4618038" y="39147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17" name="Rectangle 74">
              <a:extLst>
                <a:ext uri="{FF2B5EF4-FFF2-40B4-BE49-F238E27FC236}">
                  <a16:creationId xmlns:a16="http://schemas.microsoft.com/office/drawing/2014/main" id="{3B2539D4-4984-4AD8-A046-46FBEDFFF0FA}"/>
                </a:ext>
              </a:extLst>
            </p:cNvPr>
            <p:cNvSpPr>
              <a:spLocks noChangeArrowheads="1"/>
            </p:cNvSpPr>
            <p:nvPr/>
          </p:nvSpPr>
          <p:spPr bwMode="auto">
            <a:xfrm>
              <a:off x="5518150" y="39147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18" name="Rectangle 75">
              <a:extLst>
                <a:ext uri="{FF2B5EF4-FFF2-40B4-BE49-F238E27FC236}">
                  <a16:creationId xmlns:a16="http://schemas.microsoft.com/office/drawing/2014/main" id="{31348A42-0FB3-4EB9-98CC-512932F9F142}"/>
                </a:ext>
              </a:extLst>
            </p:cNvPr>
            <p:cNvSpPr>
              <a:spLocks noChangeArrowheads="1"/>
            </p:cNvSpPr>
            <p:nvPr/>
          </p:nvSpPr>
          <p:spPr bwMode="auto">
            <a:xfrm>
              <a:off x="6235700"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19" name="Rectangle 76">
              <a:extLst>
                <a:ext uri="{FF2B5EF4-FFF2-40B4-BE49-F238E27FC236}">
                  <a16:creationId xmlns:a16="http://schemas.microsoft.com/office/drawing/2014/main" id="{9249AEF2-BBA0-42FF-96BF-02D4F125B256}"/>
                </a:ext>
              </a:extLst>
            </p:cNvPr>
            <p:cNvSpPr>
              <a:spLocks noChangeArrowheads="1"/>
            </p:cNvSpPr>
            <p:nvPr/>
          </p:nvSpPr>
          <p:spPr bwMode="auto">
            <a:xfrm>
              <a:off x="3013075" y="42164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20" name="Rectangle 77">
              <a:extLst>
                <a:ext uri="{FF2B5EF4-FFF2-40B4-BE49-F238E27FC236}">
                  <a16:creationId xmlns:a16="http://schemas.microsoft.com/office/drawing/2014/main" id="{CD094EE5-F0E7-4C78-8AA2-0AB2676F84D3}"/>
                </a:ext>
              </a:extLst>
            </p:cNvPr>
            <p:cNvSpPr>
              <a:spLocks noChangeArrowheads="1"/>
            </p:cNvSpPr>
            <p:nvPr/>
          </p:nvSpPr>
          <p:spPr bwMode="auto">
            <a:xfrm>
              <a:off x="5657850" y="39147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21" name="Rectangle 78">
              <a:extLst>
                <a:ext uri="{FF2B5EF4-FFF2-40B4-BE49-F238E27FC236}">
                  <a16:creationId xmlns:a16="http://schemas.microsoft.com/office/drawing/2014/main" id="{5DC47FC1-CCA6-4139-AACE-B8B3113E10E5}"/>
                </a:ext>
              </a:extLst>
            </p:cNvPr>
            <p:cNvSpPr>
              <a:spLocks noChangeArrowheads="1"/>
            </p:cNvSpPr>
            <p:nvPr/>
          </p:nvSpPr>
          <p:spPr bwMode="auto">
            <a:xfrm>
              <a:off x="4129088"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22" name="Rectangle 79">
              <a:extLst>
                <a:ext uri="{FF2B5EF4-FFF2-40B4-BE49-F238E27FC236}">
                  <a16:creationId xmlns:a16="http://schemas.microsoft.com/office/drawing/2014/main" id="{243CE1CB-BEA9-4E00-93D9-EB4B5BABE044}"/>
                </a:ext>
              </a:extLst>
            </p:cNvPr>
            <p:cNvSpPr>
              <a:spLocks noChangeArrowheads="1"/>
            </p:cNvSpPr>
            <p:nvPr/>
          </p:nvSpPr>
          <p:spPr bwMode="auto">
            <a:xfrm>
              <a:off x="3335338" y="4219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23" name="Rectangle 80">
              <a:extLst>
                <a:ext uri="{FF2B5EF4-FFF2-40B4-BE49-F238E27FC236}">
                  <a16:creationId xmlns:a16="http://schemas.microsoft.com/office/drawing/2014/main" id="{3DB88F33-8B56-4D52-9985-672056F00610}"/>
                </a:ext>
              </a:extLst>
            </p:cNvPr>
            <p:cNvSpPr>
              <a:spLocks noChangeArrowheads="1"/>
            </p:cNvSpPr>
            <p:nvPr/>
          </p:nvSpPr>
          <p:spPr bwMode="auto">
            <a:xfrm>
              <a:off x="4465638" y="42195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24" name="Rectangle 81">
              <a:extLst>
                <a:ext uri="{FF2B5EF4-FFF2-40B4-BE49-F238E27FC236}">
                  <a16:creationId xmlns:a16="http://schemas.microsoft.com/office/drawing/2014/main" id="{78BAAE0C-F1E0-4FF5-BD1A-6693DF82B4D0}"/>
                </a:ext>
              </a:extLst>
            </p:cNvPr>
            <p:cNvSpPr>
              <a:spLocks noChangeArrowheads="1"/>
            </p:cNvSpPr>
            <p:nvPr/>
          </p:nvSpPr>
          <p:spPr bwMode="auto">
            <a:xfrm>
              <a:off x="5219700"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25" name="Rectangle 82">
              <a:extLst>
                <a:ext uri="{FF2B5EF4-FFF2-40B4-BE49-F238E27FC236}">
                  <a16:creationId xmlns:a16="http://schemas.microsoft.com/office/drawing/2014/main" id="{D272ACBB-8D11-443C-9757-6D03E2C8065D}"/>
                </a:ext>
              </a:extLst>
            </p:cNvPr>
            <p:cNvSpPr>
              <a:spLocks noChangeArrowheads="1"/>
            </p:cNvSpPr>
            <p:nvPr/>
          </p:nvSpPr>
          <p:spPr bwMode="auto">
            <a:xfrm>
              <a:off x="4618038" y="42195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26" name="Rectangle 83">
              <a:extLst>
                <a:ext uri="{FF2B5EF4-FFF2-40B4-BE49-F238E27FC236}">
                  <a16:creationId xmlns:a16="http://schemas.microsoft.com/office/drawing/2014/main" id="{5E539813-DF72-4FC0-8505-432D5A79D96D}"/>
                </a:ext>
              </a:extLst>
            </p:cNvPr>
            <p:cNvSpPr>
              <a:spLocks noChangeArrowheads="1"/>
            </p:cNvSpPr>
            <p:nvPr/>
          </p:nvSpPr>
          <p:spPr bwMode="auto">
            <a:xfrm>
              <a:off x="5518150" y="42195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27" name="Rectangle 84">
              <a:extLst>
                <a:ext uri="{FF2B5EF4-FFF2-40B4-BE49-F238E27FC236}">
                  <a16:creationId xmlns:a16="http://schemas.microsoft.com/office/drawing/2014/main" id="{2A30F010-1FBE-4195-B0E5-31E61BA89EDC}"/>
                </a:ext>
              </a:extLst>
            </p:cNvPr>
            <p:cNvSpPr>
              <a:spLocks noChangeArrowheads="1"/>
            </p:cNvSpPr>
            <p:nvPr/>
          </p:nvSpPr>
          <p:spPr bwMode="auto">
            <a:xfrm>
              <a:off x="6235700"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28" name="Rectangle 85">
              <a:extLst>
                <a:ext uri="{FF2B5EF4-FFF2-40B4-BE49-F238E27FC236}">
                  <a16:creationId xmlns:a16="http://schemas.microsoft.com/office/drawing/2014/main" id="{6BD06623-F4EA-4496-A790-FD385265A9CB}"/>
                </a:ext>
              </a:extLst>
            </p:cNvPr>
            <p:cNvSpPr>
              <a:spLocks noChangeArrowheads="1"/>
            </p:cNvSpPr>
            <p:nvPr/>
          </p:nvSpPr>
          <p:spPr bwMode="auto">
            <a:xfrm>
              <a:off x="3013075" y="45212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29" name="Rectangle 86">
              <a:extLst>
                <a:ext uri="{FF2B5EF4-FFF2-40B4-BE49-F238E27FC236}">
                  <a16:creationId xmlns:a16="http://schemas.microsoft.com/office/drawing/2014/main" id="{AE4F39D0-589F-4C63-A0B6-5D52420FEAA3}"/>
                </a:ext>
              </a:extLst>
            </p:cNvPr>
            <p:cNvSpPr>
              <a:spLocks noChangeArrowheads="1"/>
            </p:cNvSpPr>
            <p:nvPr/>
          </p:nvSpPr>
          <p:spPr bwMode="auto">
            <a:xfrm>
              <a:off x="5657850" y="42195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30" name="Rectangle 87">
              <a:extLst>
                <a:ext uri="{FF2B5EF4-FFF2-40B4-BE49-F238E27FC236}">
                  <a16:creationId xmlns:a16="http://schemas.microsoft.com/office/drawing/2014/main" id="{F1684753-C887-4A28-967F-7C70E059076F}"/>
                </a:ext>
              </a:extLst>
            </p:cNvPr>
            <p:cNvSpPr>
              <a:spLocks noChangeArrowheads="1"/>
            </p:cNvSpPr>
            <p:nvPr/>
          </p:nvSpPr>
          <p:spPr bwMode="auto">
            <a:xfrm>
              <a:off x="4129088"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31" name="Rectangle 88">
              <a:extLst>
                <a:ext uri="{FF2B5EF4-FFF2-40B4-BE49-F238E27FC236}">
                  <a16:creationId xmlns:a16="http://schemas.microsoft.com/office/drawing/2014/main" id="{0720D5EC-9071-4D4B-A4E3-43E5C6BEE8BA}"/>
                </a:ext>
              </a:extLst>
            </p:cNvPr>
            <p:cNvSpPr>
              <a:spLocks noChangeArrowheads="1"/>
            </p:cNvSpPr>
            <p:nvPr/>
          </p:nvSpPr>
          <p:spPr bwMode="auto">
            <a:xfrm>
              <a:off x="3335338" y="4522788"/>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32" name="Rectangle 89">
              <a:extLst>
                <a:ext uri="{FF2B5EF4-FFF2-40B4-BE49-F238E27FC236}">
                  <a16:creationId xmlns:a16="http://schemas.microsoft.com/office/drawing/2014/main" id="{01EC1EC4-1F06-4FF4-A299-BB8C5B13E23A}"/>
                </a:ext>
              </a:extLst>
            </p:cNvPr>
            <p:cNvSpPr>
              <a:spLocks noChangeArrowheads="1"/>
            </p:cNvSpPr>
            <p:nvPr/>
          </p:nvSpPr>
          <p:spPr bwMode="auto">
            <a:xfrm>
              <a:off x="4465638" y="45227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33" name="Rectangle 90">
              <a:extLst>
                <a:ext uri="{FF2B5EF4-FFF2-40B4-BE49-F238E27FC236}">
                  <a16:creationId xmlns:a16="http://schemas.microsoft.com/office/drawing/2014/main" id="{9CF7D22A-10DA-4436-AFA2-80BE430EB2BB}"/>
                </a:ext>
              </a:extLst>
            </p:cNvPr>
            <p:cNvSpPr>
              <a:spLocks noChangeArrowheads="1"/>
            </p:cNvSpPr>
            <p:nvPr/>
          </p:nvSpPr>
          <p:spPr bwMode="auto">
            <a:xfrm>
              <a:off x="5219700"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34" name="Rectangle 91">
              <a:extLst>
                <a:ext uri="{FF2B5EF4-FFF2-40B4-BE49-F238E27FC236}">
                  <a16:creationId xmlns:a16="http://schemas.microsoft.com/office/drawing/2014/main" id="{C5CF7C88-BA58-4094-B179-4E7CDF3E1CA2}"/>
                </a:ext>
              </a:extLst>
            </p:cNvPr>
            <p:cNvSpPr>
              <a:spLocks noChangeArrowheads="1"/>
            </p:cNvSpPr>
            <p:nvPr/>
          </p:nvSpPr>
          <p:spPr bwMode="auto">
            <a:xfrm>
              <a:off x="4618038" y="4522788"/>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35" name="Rectangle 92">
              <a:extLst>
                <a:ext uri="{FF2B5EF4-FFF2-40B4-BE49-F238E27FC236}">
                  <a16:creationId xmlns:a16="http://schemas.microsoft.com/office/drawing/2014/main" id="{DAF18EE5-3A59-4111-9C4B-208C9540964A}"/>
                </a:ext>
              </a:extLst>
            </p:cNvPr>
            <p:cNvSpPr>
              <a:spLocks noChangeArrowheads="1"/>
            </p:cNvSpPr>
            <p:nvPr/>
          </p:nvSpPr>
          <p:spPr bwMode="auto">
            <a:xfrm>
              <a:off x="5518150" y="45227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36" name="Rectangle 93">
              <a:extLst>
                <a:ext uri="{FF2B5EF4-FFF2-40B4-BE49-F238E27FC236}">
                  <a16:creationId xmlns:a16="http://schemas.microsoft.com/office/drawing/2014/main" id="{FBA3E6E7-0B4E-4E7B-9246-512134B6186F}"/>
                </a:ext>
              </a:extLst>
            </p:cNvPr>
            <p:cNvSpPr>
              <a:spLocks noChangeArrowheads="1"/>
            </p:cNvSpPr>
            <p:nvPr/>
          </p:nvSpPr>
          <p:spPr bwMode="auto">
            <a:xfrm>
              <a:off x="6235700"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37" name="Rectangle 94">
              <a:extLst>
                <a:ext uri="{FF2B5EF4-FFF2-40B4-BE49-F238E27FC236}">
                  <a16:creationId xmlns:a16="http://schemas.microsoft.com/office/drawing/2014/main" id="{62C55472-BAAA-40E3-957F-0CA47F6F633A}"/>
                </a:ext>
              </a:extLst>
            </p:cNvPr>
            <p:cNvSpPr>
              <a:spLocks noChangeArrowheads="1"/>
            </p:cNvSpPr>
            <p:nvPr/>
          </p:nvSpPr>
          <p:spPr bwMode="auto">
            <a:xfrm>
              <a:off x="3013075" y="48260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38" name="Rectangle 95">
              <a:extLst>
                <a:ext uri="{FF2B5EF4-FFF2-40B4-BE49-F238E27FC236}">
                  <a16:creationId xmlns:a16="http://schemas.microsoft.com/office/drawing/2014/main" id="{9E4C2CF6-53E1-42CC-9C02-171E17720E9B}"/>
                </a:ext>
              </a:extLst>
            </p:cNvPr>
            <p:cNvSpPr>
              <a:spLocks noChangeArrowheads="1"/>
            </p:cNvSpPr>
            <p:nvPr/>
          </p:nvSpPr>
          <p:spPr bwMode="auto">
            <a:xfrm>
              <a:off x="5657850" y="4522788"/>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39" name="Rectangle 96">
              <a:extLst>
                <a:ext uri="{FF2B5EF4-FFF2-40B4-BE49-F238E27FC236}">
                  <a16:creationId xmlns:a16="http://schemas.microsoft.com/office/drawing/2014/main" id="{2392F52B-E72B-426E-B0D7-B6857F2298FE}"/>
                </a:ext>
              </a:extLst>
            </p:cNvPr>
            <p:cNvSpPr>
              <a:spLocks noChangeArrowheads="1"/>
            </p:cNvSpPr>
            <p:nvPr/>
          </p:nvSpPr>
          <p:spPr bwMode="auto">
            <a:xfrm>
              <a:off x="4129088"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40" name="Rectangle 97">
              <a:extLst>
                <a:ext uri="{FF2B5EF4-FFF2-40B4-BE49-F238E27FC236}">
                  <a16:creationId xmlns:a16="http://schemas.microsoft.com/office/drawing/2014/main" id="{95015C69-56B8-497B-B0B0-4B12A7A50C8A}"/>
                </a:ext>
              </a:extLst>
            </p:cNvPr>
            <p:cNvSpPr>
              <a:spLocks noChangeArrowheads="1"/>
            </p:cNvSpPr>
            <p:nvPr/>
          </p:nvSpPr>
          <p:spPr bwMode="auto">
            <a:xfrm>
              <a:off x="3335338" y="48244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41" name="Rectangle 98">
              <a:extLst>
                <a:ext uri="{FF2B5EF4-FFF2-40B4-BE49-F238E27FC236}">
                  <a16:creationId xmlns:a16="http://schemas.microsoft.com/office/drawing/2014/main" id="{AB6C918F-8462-4B96-AD2B-1ED5E8972CC5}"/>
                </a:ext>
              </a:extLst>
            </p:cNvPr>
            <p:cNvSpPr>
              <a:spLocks noChangeArrowheads="1"/>
            </p:cNvSpPr>
            <p:nvPr/>
          </p:nvSpPr>
          <p:spPr bwMode="auto">
            <a:xfrm>
              <a:off x="4465638" y="48244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42" name="Rectangle 99">
              <a:extLst>
                <a:ext uri="{FF2B5EF4-FFF2-40B4-BE49-F238E27FC236}">
                  <a16:creationId xmlns:a16="http://schemas.microsoft.com/office/drawing/2014/main" id="{AB27D51D-5841-4442-8DBE-A7A59B92341D}"/>
                </a:ext>
              </a:extLst>
            </p:cNvPr>
            <p:cNvSpPr>
              <a:spLocks noChangeArrowheads="1"/>
            </p:cNvSpPr>
            <p:nvPr/>
          </p:nvSpPr>
          <p:spPr bwMode="auto">
            <a:xfrm>
              <a:off x="5219700"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43" name="Rectangle 100">
              <a:extLst>
                <a:ext uri="{FF2B5EF4-FFF2-40B4-BE49-F238E27FC236}">
                  <a16:creationId xmlns:a16="http://schemas.microsoft.com/office/drawing/2014/main" id="{AFA176DB-5370-4A8E-98A4-AAC39B40B433}"/>
                </a:ext>
              </a:extLst>
            </p:cNvPr>
            <p:cNvSpPr>
              <a:spLocks noChangeArrowheads="1"/>
            </p:cNvSpPr>
            <p:nvPr/>
          </p:nvSpPr>
          <p:spPr bwMode="auto">
            <a:xfrm>
              <a:off x="4618038" y="48244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44" name="Rectangle 101">
              <a:extLst>
                <a:ext uri="{FF2B5EF4-FFF2-40B4-BE49-F238E27FC236}">
                  <a16:creationId xmlns:a16="http://schemas.microsoft.com/office/drawing/2014/main" id="{DB5F8DE0-C700-4361-8EE8-D66A8F56312B}"/>
                </a:ext>
              </a:extLst>
            </p:cNvPr>
            <p:cNvSpPr>
              <a:spLocks noChangeArrowheads="1"/>
            </p:cNvSpPr>
            <p:nvPr/>
          </p:nvSpPr>
          <p:spPr bwMode="auto">
            <a:xfrm>
              <a:off x="5518150" y="48244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45" name="Rectangle 102">
              <a:extLst>
                <a:ext uri="{FF2B5EF4-FFF2-40B4-BE49-F238E27FC236}">
                  <a16:creationId xmlns:a16="http://schemas.microsoft.com/office/drawing/2014/main" id="{4DE0A2FD-A0C2-4DFE-AD6B-FFBA3933BF82}"/>
                </a:ext>
              </a:extLst>
            </p:cNvPr>
            <p:cNvSpPr>
              <a:spLocks noChangeArrowheads="1"/>
            </p:cNvSpPr>
            <p:nvPr/>
          </p:nvSpPr>
          <p:spPr bwMode="auto">
            <a:xfrm>
              <a:off x="6235700"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46" name="Rectangle 103">
              <a:extLst>
                <a:ext uri="{FF2B5EF4-FFF2-40B4-BE49-F238E27FC236}">
                  <a16:creationId xmlns:a16="http://schemas.microsoft.com/office/drawing/2014/main" id="{257C5F74-FB8E-4855-98E7-25A58CA7EDC2}"/>
                </a:ext>
              </a:extLst>
            </p:cNvPr>
            <p:cNvSpPr>
              <a:spLocks noChangeArrowheads="1"/>
            </p:cNvSpPr>
            <p:nvPr/>
          </p:nvSpPr>
          <p:spPr bwMode="auto">
            <a:xfrm>
              <a:off x="3013075" y="5135563"/>
              <a:ext cx="11113"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47" name="Rectangle 104">
              <a:extLst>
                <a:ext uri="{FF2B5EF4-FFF2-40B4-BE49-F238E27FC236}">
                  <a16:creationId xmlns:a16="http://schemas.microsoft.com/office/drawing/2014/main" id="{B18C5252-85C7-4F7D-8A81-69BAA9F388A8}"/>
                </a:ext>
              </a:extLst>
            </p:cNvPr>
            <p:cNvSpPr>
              <a:spLocks noChangeArrowheads="1"/>
            </p:cNvSpPr>
            <p:nvPr/>
          </p:nvSpPr>
          <p:spPr bwMode="auto">
            <a:xfrm>
              <a:off x="5657850" y="48244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48" name="Rectangle 105">
              <a:extLst>
                <a:ext uri="{FF2B5EF4-FFF2-40B4-BE49-F238E27FC236}">
                  <a16:creationId xmlns:a16="http://schemas.microsoft.com/office/drawing/2014/main" id="{1EE843B4-0DFE-4D8C-BE4E-8275084F37C7}"/>
                </a:ext>
              </a:extLst>
            </p:cNvPr>
            <p:cNvSpPr>
              <a:spLocks noChangeArrowheads="1"/>
            </p:cNvSpPr>
            <p:nvPr/>
          </p:nvSpPr>
          <p:spPr bwMode="auto">
            <a:xfrm>
              <a:off x="4129088"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49" name="Rectangle 106">
              <a:extLst>
                <a:ext uri="{FF2B5EF4-FFF2-40B4-BE49-F238E27FC236}">
                  <a16:creationId xmlns:a16="http://schemas.microsoft.com/office/drawing/2014/main" id="{BCD6F79D-84DB-4AFD-BEAD-B77CC99FDF3E}"/>
                </a:ext>
              </a:extLst>
            </p:cNvPr>
            <p:cNvSpPr>
              <a:spLocks noChangeArrowheads="1"/>
            </p:cNvSpPr>
            <p:nvPr/>
          </p:nvSpPr>
          <p:spPr bwMode="auto">
            <a:xfrm>
              <a:off x="3335338" y="51292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50" name="Rectangle 107">
              <a:extLst>
                <a:ext uri="{FF2B5EF4-FFF2-40B4-BE49-F238E27FC236}">
                  <a16:creationId xmlns:a16="http://schemas.microsoft.com/office/drawing/2014/main" id="{E49C852B-F6D9-48B4-8332-232921917A21}"/>
                </a:ext>
              </a:extLst>
            </p:cNvPr>
            <p:cNvSpPr>
              <a:spLocks noChangeArrowheads="1"/>
            </p:cNvSpPr>
            <p:nvPr/>
          </p:nvSpPr>
          <p:spPr bwMode="auto">
            <a:xfrm>
              <a:off x="4465638" y="51292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51" name="Rectangle 108">
              <a:extLst>
                <a:ext uri="{FF2B5EF4-FFF2-40B4-BE49-F238E27FC236}">
                  <a16:creationId xmlns:a16="http://schemas.microsoft.com/office/drawing/2014/main" id="{E586E4CF-DA01-4F1F-B6B5-89AA66965084}"/>
                </a:ext>
              </a:extLst>
            </p:cNvPr>
            <p:cNvSpPr>
              <a:spLocks noChangeArrowheads="1"/>
            </p:cNvSpPr>
            <p:nvPr/>
          </p:nvSpPr>
          <p:spPr bwMode="auto">
            <a:xfrm>
              <a:off x="5219700"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52" name="Rectangle 109">
              <a:extLst>
                <a:ext uri="{FF2B5EF4-FFF2-40B4-BE49-F238E27FC236}">
                  <a16:creationId xmlns:a16="http://schemas.microsoft.com/office/drawing/2014/main" id="{B1A4E59A-E5A9-45D7-9E2F-53114FFB60B3}"/>
                </a:ext>
              </a:extLst>
            </p:cNvPr>
            <p:cNvSpPr>
              <a:spLocks noChangeArrowheads="1"/>
            </p:cNvSpPr>
            <p:nvPr/>
          </p:nvSpPr>
          <p:spPr bwMode="auto">
            <a:xfrm>
              <a:off x="4618038" y="51292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53" name="Rectangle 110">
              <a:extLst>
                <a:ext uri="{FF2B5EF4-FFF2-40B4-BE49-F238E27FC236}">
                  <a16:creationId xmlns:a16="http://schemas.microsoft.com/office/drawing/2014/main" id="{5329F21B-6DFA-4E2B-9954-E5C500B93A66}"/>
                </a:ext>
              </a:extLst>
            </p:cNvPr>
            <p:cNvSpPr>
              <a:spLocks noChangeArrowheads="1"/>
            </p:cNvSpPr>
            <p:nvPr/>
          </p:nvSpPr>
          <p:spPr bwMode="auto">
            <a:xfrm>
              <a:off x="5518150" y="51292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54" name="Rectangle 111">
              <a:extLst>
                <a:ext uri="{FF2B5EF4-FFF2-40B4-BE49-F238E27FC236}">
                  <a16:creationId xmlns:a16="http://schemas.microsoft.com/office/drawing/2014/main" id="{6AADF9ED-B8FB-49B1-8D99-93900048AC75}"/>
                </a:ext>
              </a:extLst>
            </p:cNvPr>
            <p:cNvSpPr>
              <a:spLocks noChangeArrowheads="1"/>
            </p:cNvSpPr>
            <p:nvPr/>
          </p:nvSpPr>
          <p:spPr bwMode="auto">
            <a:xfrm>
              <a:off x="6235700"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55" name="Rectangle 112">
              <a:extLst>
                <a:ext uri="{FF2B5EF4-FFF2-40B4-BE49-F238E27FC236}">
                  <a16:creationId xmlns:a16="http://schemas.microsoft.com/office/drawing/2014/main" id="{12FB8335-1AB1-477E-9E10-EBC8F36AC78E}"/>
                </a:ext>
              </a:extLst>
            </p:cNvPr>
            <p:cNvSpPr>
              <a:spLocks noChangeArrowheads="1"/>
            </p:cNvSpPr>
            <p:nvPr/>
          </p:nvSpPr>
          <p:spPr bwMode="auto">
            <a:xfrm>
              <a:off x="3038475" y="5473700"/>
              <a:ext cx="3203575"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756" name="Rectangle 113">
              <a:extLst>
                <a:ext uri="{FF2B5EF4-FFF2-40B4-BE49-F238E27FC236}">
                  <a16:creationId xmlns:a16="http://schemas.microsoft.com/office/drawing/2014/main" id="{349AFCC4-F67E-4F8C-BF40-4E8DA11E5048}"/>
                </a:ext>
              </a:extLst>
            </p:cNvPr>
            <p:cNvSpPr>
              <a:spLocks noChangeArrowheads="1"/>
            </p:cNvSpPr>
            <p:nvPr/>
          </p:nvSpPr>
          <p:spPr bwMode="auto">
            <a:xfrm>
              <a:off x="5657850" y="51292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1618" name="Title 1">
            <a:extLst>
              <a:ext uri="{FF2B5EF4-FFF2-40B4-BE49-F238E27FC236}">
                <a16:creationId xmlns:a16="http://schemas.microsoft.com/office/drawing/2014/main" id="{99298681-4F54-4444-B7C4-33B65BA63DEA}"/>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K-map for Y</a:t>
            </a:r>
            <a:r>
              <a:rPr kumimoji="0" lang="en-US" altLang="en-US" sz="3200" b="1" i="0" u="none" strike="noStrike" kern="120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cs typeface="+mn-cs"/>
              </a:rPr>
              <a:t>2</a:t>
            </a:r>
          </a:p>
        </p:txBody>
      </p:sp>
      <p:grpSp>
        <p:nvGrpSpPr>
          <p:cNvPr id="111619" name="Group 114">
            <a:extLst>
              <a:ext uri="{FF2B5EF4-FFF2-40B4-BE49-F238E27FC236}">
                <a16:creationId xmlns:a16="http://schemas.microsoft.com/office/drawing/2014/main" id="{AEFA011D-9707-49E0-8BD6-D88225C3390A}"/>
              </a:ext>
            </a:extLst>
          </p:cNvPr>
          <p:cNvGrpSpPr>
            <a:grpSpLocks/>
          </p:cNvGrpSpPr>
          <p:nvPr/>
        </p:nvGrpSpPr>
        <p:grpSpPr bwMode="auto">
          <a:xfrm>
            <a:off x="5562600" y="2438400"/>
            <a:ext cx="2820988" cy="1806575"/>
            <a:chOff x="2286000" y="881063"/>
            <a:chExt cx="2820987" cy="1806575"/>
          </a:xfrm>
        </p:grpSpPr>
        <p:sp>
          <p:nvSpPr>
            <p:cNvPr id="111620" name="Rectangle 16">
              <a:extLst>
                <a:ext uri="{FF2B5EF4-FFF2-40B4-BE49-F238E27FC236}">
                  <a16:creationId xmlns:a16="http://schemas.microsoft.com/office/drawing/2014/main" id="{AE916C68-F7ED-4D26-A823-055BF203614B}"/>
                </a:ext>
              </a:extLst>
            </p:cNvPr>
            <p:cNvSpPr>
              <a:spLocks noChangeArrowheads="1"/>
            </p:cNvSpPr>
            <p:nvPr/>
          </p:nvSpPr>
          <p:spPr bwMode="auto">
            <a:xfrm>
              <a:off x="2924175" y="1604963"/>
              <a:ext cx="1077912" cy="108267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1621" name="Line 17">
              <a:extLst>
                <a:ext uri="{FF2B5EF4-FFF2-40B4-BE49-F238E27FC236}">
                  <a16:creationId xmlns:a16="http://schemas.microsoft.com/office/drawing/2014/main" id="{07DBE295-9F7E-470E-9D31-318266498780}"/>
                </a:ext>
              </a:extLst>
            </p:cNvPr>
            <p:cNvSpPr>
              <a:spLocks noChangeShapeType="1"/>
            </p:cNvSpPr>
            <p:nvPr/>
          </p:nvSpPr>
          <p:spPr bwMode="auto">
            <a:xfrm flipH="1">
              <a:off x="2924175" y="2146300"/>
              <a:ext cx="1077912"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22" name="Line 18">
              <a:extLst>
                <a:ext uri="{FF2B5EF4-FFF2-40B4-BE49-F238E27FC236}">
                  <a16:creationId xmlns:a16="http://schemas.microsoft.com/office/drawing/2014/main" id="{0AA1BD64-7E48-40E9-AE78-C695303FF69E}"/>
                </a:ext>
              </a:extLst>
            </p:cNvPr>
            <p:cNvSpPr>
              <a:spLocks noChangeShapeType="1"/>
            </p:cNvSpPr>
            <p:nvPr/>
          </p:nvSpPr>
          <p:spPr bwMode="auto">
            <a:xfrm flipV="1">
              <a:off x="3462337" y="1604963"/>
              <a:ext cx="1588" cy="10826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23" name="Line 19">
              <a:extLst>
                <a:ext uri="{FF2B5EF4-FFF2-40B4-BE49-F238E27FC236}">
                  <a16:creationId xmlns:a16="http://schemas.microsoft.com/office/drawing/2014/main" id="{7A009FF6-AF7F-49DC-AE93-4D69165E60B3}"/>
                </a:ext>
              </a:extLst>
            </p:cNvPr>
            <p:cNvSpPr>
              <a:spLocks noChangeShapeType="1"/>
            </p:cNvSpPr>
            <p:nvPr/>
          </p:nvSpPr>
          <p:spPr bwMode="auto">
            <a:xfrm>
              <a:off x="2384425" y="1036638"/>
              <a:ext cx="539750" cy="5683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24" name="Rectangle 21">
              <a:extLst>
                <a:ext uri="{FF2B5EF4-FFF2-40B4-BE49-F238E27FC236}">
                  <a16:creationId xmlns:a16="http://schemas.microsoft.com/office/drawing/2014/main" id="{A5158CD5-9E58-4F5E-96E8-1B1ED0B06292}"/>
                </a:ext>
              </a:extLst>
            </p:cNvPr>
            <p:cNvSpPr>
              <a:spLocks noChangeArrowheads="1"/>
            </p:cNvSpPr>
            <p:nvPr/>
          </p:nvSpPr>
          <p:spPr bwMode="auto">
            <a:xfrm>
              <a:off x="2549525" y="881063"/>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1625" name="Rectangle 22">
              <a:extLst>
                <a:ext uri="{FF2B5EF4-FFF2-40B4-BE49-F238E27FC236}">
                  <a16:creationId xmlns:a16="http://schemas.microsoft.com/office/drawing/2014/main" id="{BC4CF5E5-7236-4988-8C31-3B6172924124}"/>
                </a:ext>
              </a:extLst>
            </p:cNvPr>
            <p:cNvSpPr>
              <a:spLocks noChangeArrowheads="1"/>
            </p:cNvSpPr>
            <p:nvPr/>
          </p:nvSpPr>
          <p:spPr bwMode="auto">
            <a:xfrm>
              <a:off x="2662237" y="1003300"/>
              <a:ext cx="120650" cy="258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1626" name="Rectangle 23">
              <a:extLst>
                <a:ext uri="{FF2B5EF4-FFF2-40B4-BE49-F238E27FC236}">
                  <a16:creationId xmlns:a16="http://schemas.microsoft.com/office/drawing/2014/main" id="{BA2E1A4A-DFC5-478B-BE0C-D9DE6DBA8CDF}"/>
                </a:ext>
              </a:extLst>
            </p:cNvPr>
            <p:cNvSpPr>
              <a:spLocks noChangeArrowheads="1"/>
            </p:cNvSpPr>
            <p:nvPr/>
          </p:nvSpPr>
          <p:spPr bwMode="auto">
            <a:xfrm>
              <a:off x="2784475" y="881063"/>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1627" name="Rectangle 24">
              <a:extLst>
                <a:ext uri="{FF2B5EF4-FFF2-40B4-BE49-F238E27FC236}">
                  <a16:creationId xmlns:a16="http://schemas.microsoft.com/office/drawing/2014/main" id="{59BB9528-4346-4D56-A297-E6EF158514D4}"/>
                </a:ext>
              </a:extLst>
            </p:cNvPr>
            <p:cNvSpPr>
              <a:spLocks noChangeArrowheads="1"/>
            </p:cNvSpPr>
            <p:nvPr/>
          </p:nvSpPr>
          <p:spPr bwMode="auto">
            <a:xfrm>
              <a:off x="2897187" y="1003300"/>
              <a:ext cx="10900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1628" name="Rectangle 25">
              <a:extLst>
                <a:ext uri="{FF2B5EF4-FFF2-40B4-BE49-F238E27FC236}">
                  <a16:creationId xmlns:a16="http://schemas.microsoft.com/office/drawing/2014/main" id="{38381F86-A6CA-4A69-BBD3-C094DCF44633}"/>
                </a:ext>
              </a:extLst>
            </p:cNvPr>
            <p:cNvSpPr>
              <a:spLocks noChangeArrowheads="1"/>
            </p:cNvSpPr>
            <p:nvPr/>
          </p:nvSpPr>
          <p:spPr bwMode="auto">
            <a:xfrm>
              <a:off x="2286000" y="1143000"/>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1629" name="Rectangle 26">
              <a:extLst>
                <a:ext uri="{FF2B5EF4-FFF2-40B4-BE49-F238E27FC236}">
                  <a16:creationId xmlns:a16="http://schemas.microsoft.com/office/drawing/2014/main" id="{87E2C5D3-B125-4258-82C7-8B0BBD8BA791}"/>
                </a:ext>
              </a:extLst>
            </p:cNvPr>
            <p:cNvSpPr>
              <a:spLocks noChangeArrowheads="1"/>
            </p:cNvSpPr>
            <p:nvPr/>
          </p:nvSpPr>
          <p:spPr bwMode="auto">
            <a:xfrm>
              <a:off x="2400300" y="1265238"/>
              <a:ext cx="10900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1630" name="Rectangle 27">
              <a:extLst>
                <a:ext uri="{FF2B5EF4-FFF2-40B4-BE49-F238E27FC236}">
                  <a16:creationId xmlns:a16="http://schemas.microsoft.com/office/drawing/2014/main" id="{E135342D-7CDD-48DD-AFE4-2EBA662885A2}"/>
                </a:ext>
              </a:extLst>
            </p:cNvPr>
            <p:cNvSpPr>
              <a:spLocks noChangeArrowheads="1"/>
            </p:cNvSpPr>
            <p:nvPr/>
          </p:nvSpPr>
          <p:spPr bwMode="auto">
            <a:xfrm>
              <a:off x="3132137" y="1752600"/>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1631" name="Rectangle 28">
              <a:extLst>
                <a:ext uri="{FF2B5EF4-FFF2-40B4-BE49-F238E27FC236}">
                  <a16:creationId xmlns:a16="http://schemas.microsoft.com/office/drawing/2014/main" id="{5E4FDB03-FEDC-4EE1-81AE-A2692F3A553A}"/>
                </a:ext>
              </a:extLst>
            </p:cNvPr>
            <p:cNvSpPr>
              <a:spLocks noChangeArrowheads="1"/>
            </p:cNvSpPr>
            <p:nvPr/>
          </p:nvSpPr>
          <p:spPr bwMode="auto">
            <a:xfrm>
              <a:off x="3678237" y="1752600"/>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1632" name="Rectangle 29">
              <a:extLst>
                <a:ext uri="{FF2B5EF4-FFF2-40B4-BE49-F238E27FC236}">
                  <a16:creationId xmlns:a16="http://schemas.microsoft.com/office/drawing/2014/main" id="{C0592A8B-3E64-4068-ACB5-57D1EB0F1BA0}"/>
                </a:ext>
              </a:extLst>
            </p:cNvPr>
            <p:cNvSpPr>
              <a:spLocks noChangeArrowheads="1"/>
            </p:cNvSpPr>
            <p:nvPr/>
          </p:nvSpPr>
          <p:spPr bwMode="auto">
            <a:xfrm>
              <a:off x="3132137" y="2300288"/>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1633" name="Rectangle 30">
              <a:extLst>
                <a:ext uri="{FF2B5EF4-FFF2-40B4-BE49-F238E27FC236}">
                  <a16:creationId xmlns:a16="http://schemas.microsoft.com/office/drawing/2014/main" id="{14745DC9-FD6E-4D78-9432-E82283B65FB1}"/>
                </a:ext>
              </a:extLst>
            </p:cNvPr>
            <p:cNvSpPr>
              <a:spLocks noChangeArrowheads="1"/>
            </p:cNvSpPr>
            <p:nvPr/>
          </p:nvSpPr>
          <p:spPr bwMode="auto">
            <a:xfrm>
              <a:off x="4002087" y="1604963"/>
              <a:ext cx="1104900" cy="108267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1634" name="Line 31">
              <a:extLst>
                <a:ext uri="{FF2B5EF4-FFF2-40B4-BE49-F238E27FC236}">
                  <a16:creationId xmlns:a16="http://schemas.microsoft.com/office/drawing/2014/main" id="{91752A46-66BC-4FE0-A726-D287A1D5B82A}"/>
                </a:ext>
              </a:extLst>
            </p:cNvPr>
            <p:cNvSpPr>
              <a:spLocks noChangeShapeType="1"/>
            </p:cNvSpPr>
            <p:nvPr/>
          </p:nvSpPr>
          <p:spPr bwMode="auto">
            <a:xfrm flipH="1">
              <a:off x="4002087" y="2146300"/>
              <a:ext cx="1104900"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35" name="Line 32">
              <a:extLst>
                <a:ext uri="{FF2B5EF4-FFF2-40B4-BE49-F238E27FC236}">
                  <a16:creationId xmlns:a16="http://schemas.microsoft.com/office/drawing/2014/main" id="{EECF1069-E3C7-4452-8E1F-68B19B9E91BF}"/>
                </a:ext>
              </a:extLst>
            </p:cNvPr>
            <p:cNvSpPr>
              <a:spLocks noChangeShapeType="1"/>
            </p:cNvSpPr>
            <p:nvPr/>
          </p:nvSpPr>
          <p:spPr bwMode="auto">
            <a:xfrm flipV="1">
              <a:off x="4567237" y="1604963"/>
              <a:ext cx="1588" cy="10826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636" name="Rectangle 33">
              <a:extLst>
                <a:ext uri="{FF2B5EF4-FFF2-40B4-BE49-F238E27FC236}">
                  <a16:creationId xmlns:a16="http://schemas.microsoft.com/office/drawing/2014/main" id="{5FAA5586-70CD-4F12-A635-FC98B293DF48}"/>
                </a:ext>
              </a:extLst>
            </p:cNvPr>
            <p:cNvSpPr>
              <a:spLocks noChangeArrowheads="1"/>
            </p:cNvSpPr>
            <p:nvPr/>
          </p:nvSpPr>
          <p:spPr bwMode="auto">
            <a:xfrm>
              <a:off x="3678237" y="2300288"/>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1637" name="Rectangle 34">
              <a:extLst>
                <a:ext uri="{FF2B5EF4-FFF2-40B4-BE49-F238E27FC236}">
                  <a16:creationId xmlns:a16="http://schemas.microsoft.com/office/drawing/2014/main" id="{078793F5-CB64-4969-B89F-CA7BE5D14232}"/>
                </a:ext>
              </a:extLst>
            </p:cNvPr>
            <p:cNvSpPr>
              <a:spLocks noChangeArrowheads="1"/>
            </p:cNvSpPr>
            <p:nvPr/>
          </p:nvSpPr>
          <p:spPr bwMode="auto">
            <a:xfrm>
              <a:off x="4225925" y="1752600"/>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1638" name="Rectangle 35">
              <a:extLst>
                <a:ext uri="{FF2B5EF4-FFF2-40B4-BE49-F238E27FC236}">
                  <a16:creationId xmlns:a16="http://schemas.microsoft.com/office/drawing/2014/main" id="{7627CEDA-57B2-4CC4-BFBF-51BA0A1BB81C}"/>
                </a:ext>
              </a:extLst>
            </p:cNvPr>
            <p:cNvSpPr>
              <a:spLocks noChangeArrowheads="1"/>
            </p:cNvSpPr>
            <p:nvPr/>
          </p:nvSpPr>
          <p:spPr bwMode="auto">
            <a:xfrm>
              <a:off x="4770437" y="1752600"/>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1639" name="Rectangle 36">
              <a:extLst>
                <a:ext uri="{FF2B5EF4-FFF2-40B4-BE49-F238E27FC236}">
                  <a16:creationId xmlns:a16="http://schemas.microsoft.com/office/drawing/2014/main" id="{DE1862B9-3E5C-4DA4-8E58-3ACB3C8F09B5}"/>
                </a:ext>
              </a:extLst>
            </p:cNvPr>
            <p:cNvSpPr>
              <a:spLocks noChangeArrowheads="1"/>
            </p:cNvSpPr>
            <p:nvPr/>
          </p:nvSpPr>
          <p:spPr bwMode="auto">
            <a:xfrm>
              <a:off x="4225925" y="2300288"/>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1640" name="Rectangle 41">
              <a:extLst>
                <a:ext uri="{FF2B5EF4-FFF2-40B4-BE49-F238E27FC236}">
                  <a16:creationId xmlns:a16="http://schemas.microsoft.com/office/drawing/2014/main" id="{9C44EF51-3C9E-4467-8A02-C57D1C45D3D4}"/>
                </a:ext>
              </a:extLst>
            </p:cNvPr>
            <p:cNvSpPr>
              <a:spLocks noChangeArrowheads="1"/>
            </p:cNvSpPr>
            <p:nvPr/>
          </p:nvSpPr>
          <p:spPr bwMode="auto">
            <a:xfrm>
              <a:off x="4770437" y="2300288"/>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1641" name="Rectangle 79">
              <a:extLst>
                <a:ext uri="{FF2B5EF4-FFF2-40B4-BE49-F238E27FC236}">
                  <a16:creationId xmlns:a16="http://schemas.microsoft.com/office/drawing/2014/main" id="{0C658AAE-E42C-4D80-A4B2-56CEF3AA7FFF}"/>
                </a:ext>
              </a:extLst>
            </p:cNvPr>
            <p:cNvSpPr>
              <a:spLocks noChangeArrowheads="1"/>
            </p:cNvSpPr>
            <p:nvPr/>
          </p:nvSpPr>
          <p:spPr bwMode="auto">
            <a:xfrm>
              <a:off x="30749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1642" name="Rectangle 80">
              <a:extLst>
                <a:ext uri="{FF2B5EF4-FFF2-40B4-BE49-F238E27FC236}">
                  <a16:creationId xmlns:a16="http://schemas.microsoft.com/office/drawing/2014/main" id="{59627F51-2957-4068-9662-E41750D131F8}"/>
                </a:ext>
              </a:extLst>
            </p:cNvPr>
            <p:cNvSpPr>
              <a:spLocks noChangeArrowheads="1"/>
            </p:cNvSpPr>
            <p:nvPr/>
          </p:nvSpPr>
          <p:spPr bwMode="auto">
            <a:xfrm>
              <a:off x="36210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1643" name="Rectangle 81">
              <a:extLst>
                <a:ext uri="{FF2B5EF4-FFF2-40B4-BE49-F238E27FC236}">
                  <a16:creationId xmlns:a16="http://schemas.microsoft.com/office/drawing/2014/main" id="{ADCCE5D4-6D23-47DE-A7CC-40FE12643A85}"/>
                </a:ext>
              </a:extLst>
            </p:cNvPr>
            <p:cNvSpPr>
              <a:spLocks noChangeArrowheads="1"/>
            </p:cNvSpPr>
            <p:nvPr/>
          </p:nvSpPr>
          <p:spPr bwMode="auto">
            <a:xfrm>
              <a:off x="41671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1644" name="Rectangle 82">
              <a:extLst>
                <a:ext uri="{FF2B5EF4-FFF2-40B4-BE49-F238E27FC236}">
                  <a16:creationId xmlns:a16="http://schemas.microsoft.com/office/drawing/2014/main" id="{418CB30A-C38C-4D18-904E-0A1B8B1FB568}"/>
                </a:ext>
              </a:extLst>
            </p:cNvPr>
            <p:cNvSpPr>
              <a:spLocks noChangeArrowheads="1"/>
            </p:cNvSpPr>
            <p:nvPr/>
          </p:nvSpPr>
          <p:spPr bwMode="auto">
            <a:xfrm>
              <a:off x="47132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1645" name="Rectangle 83">
              <a:extLst>
                <a:ext uri="{FF2B5EF4-FFF2-40B4-BE49-F238E27FC236}">
                  <a16:creationId xmlns:a16="http://schemas.microsoft.com/office/drawing/2014/main" id="{7C70B141-B274-42C4-BDB4-6A8652771200}"/>
                </a:ext>
              </a:extLst>
            </p:cNvPr>
            <p:cNvSpPr>
              <a:spLocks noChangeArrowheads="1"/>
            </p:cNvSpPr>
            <p:nvPr/>
          </p:nvSpPr>
          <p:spPr bwMode="auto">
            <a:xfrm>
              <a:off x="2657475" y="1752600"/>
              <a:ext cx="134937"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1646" name="Rectangle 85">
              <a:extLst>
                <a:ext uri="{FF2B5EF4-FFF2-40B4-BE49-F238E27FC236}">
                  <a16:creationId xmlns:a16="http://schemas.microsoft.com/office/drawing/2014/main" id="{758735CF-5974-44F4-9507-C0BE780BEC1B}"/>
                </a:ext>
              </a:extLst>
            </p:cNvPr>
            <p:cNvSpPr>
              <a:spLocks noChangeArrowheads="1"/>
            </p:cNvSpPr>
            <p:nvPr/>
          </p:nvSpPr>
          <p:spPr bwMode="auto">
            <a:xfrm>
              <a:off x="2644775" y="2300288"/>
              <a:ext cx="134937"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gr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2641" name="Group 1">
            <a:extLst>
              <a:ext uri="{FF2B5EF4-FFF2-40B4-BE49-F238E27FC236}">
                <a16:creationId xmlns:a16="http://schemas.microsoft.com/office/drawing/2014/main" id="{3E12A387-56B1-45BB-A3A1-878E763D539B}"/>
              </a:ext>
            </a:extLst>
          </p:cNvPr>
          <p:cNvGrpSpPr>
            <a:grpSpLocks/>
          </p:cNvGrpSpPr>
          <p:nvPr/>
        </p:nvGrpSpPr>
        <p:grpSpPr bwMode="auto">
          <a:xfrm>
            <a:off x="879475" y="1666875"/>
            <a:ext cx="3235325" cy="3819525"/>
            <a:chOff x="3013075" y="1666875"/>
            <a:chExt cx="3235325" cy="3819525"/>
          </a:xfrm>
        </p:grpSpPr>
        <p:sp>
          <p:nvSpPr>
            <p:cNvPr id="112672" name="Rectangle 4">
              <a:extLst>
                <a:ext uri="{FF2B5EF4-FFF2-40B4-BE49-F238E27FC236}">
                  <a16:creationId xmlns:a16="http://schemas.microsoft.com/office/drawing/2014/main" id="{D5A1410F-3161-448E-838C-C4345277BC9B}"/>
                </a:ext>
              </a:extLst>
            </p:cNvPr>
            <p:cNvSpPr>
              <a:spLocks noChangeArrowheads="1"/>
            </p:cNvSpPr>
            <p:nvPr/>
          </p:nvSpPr>
          <p:spPr bwMode="auto">
            <a:xfrm>
              <a:off x="3038475" y="1666875"/>
              <a:ext cx="3203575"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73" name="Rectangle 5">
              <a:extLst>
                <a:ext uri="{FF2B5EF4-FFF2-40B4-BE49-F238E27FC236}">
                  <a16:creationId xmlns:a16="http://schemas.microsoft.com/office/drawing/2014/main" id="{FECD43EF-6285-4F22-B402-D9496ED64C39}"/>
                </a:ext>
              </a:extLst>
            </p:cNvPr>
            <p:cNvSpPr>
              <a:spLocks noChangeArrowheads="1"/>
            </p:cNvSpPr>
            <p:nvPr/>
          </p:nvSpPr>
          <p:spPr bwMode="auto">
            <a:xfrm>
              <a:off x="3013075" y="1677988"/>
              <a:ext cx="11113"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74" name="Rectangle 6">
              <a:extLst>
                <a:ext uri="{FF2B5EF4-FFF2-40B4-BE49-F238E27FC236}">
                  <a16:creationId xmlns:a16="http://schemas.microsoft.com/office/drawing/2014/main" id="{4679EF31-F8C8-4EEB-BB27-58F5F30FD2F4}"/>
                </a:ext>
              </a:extLst>
            </p:cNvPr>
            <p:cNvSpPr>
              <a:spLocks noChangeArrowheads="1"/>
            </p:cNvSpPr>
            <p:nvPr/>
          </p:nvSpPr>
          <p:spPr bwMode="auto">
            <a:xfrm>
              <a:off x="4129088"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75" name="Rectangle 7">
              <a:extLst>
                <a:ext uri="{FF2B5EF4-FFF2-40B4-BE49-F238E27FC236}">
                  <a16:creationId xmlns:a16="http://schemas.microsoft.com/office/drawing/2014/main" id="{29E169A1-491E-4DEA-9764-726EAB4CF139}"/>
                </a:ext>
              </a:extLst>
            </p:cNvPr>
            <p:cNvSpPr>
              <a:spLocks noChangeArrowheads="1"/>
            </p:cNvSpPr>
            <p:nvPr/>
          </p:nvSpPr>
          <p:spPr bwMode="auto">
            <a:xfrm>
              <a:off x="3246438" y="1792288"/>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76" name="Rectangle 8">
              <a:extLst>
                <a:ext uri="{FF2B5EF4-FFF2-40B4-BE49-F238E27FC236}">
                  <a16:creationId xmlns:a16="http://schemas.microsoft.com/office/drawing/2014/main" id="{CE15D68D-8E00-4D91-9A65-4CA873478757}"/>
                </a:ext>
              </a:extLst>
            </p:cNvPr>
            <p:cNvSpPr>
              <a:spLocks noChangeArrowheads="1"/>
            </p:cNvSpPr>
            <p:nvPr/>
          </p:nvSpPr>
          <p:spPr bwMode="auto">
            <a:xfrm>
              <a:off x="5219700"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77" name="Rectangle 9">
              <a:extLst>
                <a:ext uri="{FF2B5EF4-FFF2-40B4-BE49-F238E27FC236}">
                  <a16:creationId xmlns:a16="http://schemas.microsoft.com/office/drawing/2014/main" id="{C895D627-55FC-402D-81D0-48A08B2A3A54}"/>
                </a:ext>
              </a:extLst>
            </p:cNvPr>
            <p:cNvSpPr>
              <a:spLocks noChangeArrowheads="1"/>
            </p:cNvSpPr>
            <p:nvPr/>
          </p:nvSpPr>
          <p:spPr bwMode="auto">
            <a:xfrm>
              <a:off x="4440238" y="1792288"/>
              <a:ext cx="4937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78" name="Rectangle 10">
              <a:extLst>
                <a:ext uri="{FF2B5EF4-FFF2-40B4-BE49-F238E27FC236}">
                  <a16:creationId xmlns:a16="http://schemas.microsoft.com/office/drawing/2014/main" id="{D7E03D37-CAA1-48D5-857A-E6844EEF751A}"/>
                </a:ext>
              </a:extLst>
            </p:cNvPr>
            <p:cNvSpPr>
              <a:spLocks noChangeArrowheads="1"/>
            </p:cNvSpPr>
            <p:nvPr/>
          </p:nvSpPr>
          <p:spPr bwMode="auto">
            <a:xfrm>
              <a:off x="6235700"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79" name="Rectangle 11">
              <a:extLst>
                <a:ext uri="{FF2B5EF4-FFF2-40B4-BE49-F238E27FC236}">
                  <a16:creationId xmlns:a16="http://schemas.microsoft.com/office/drawing/2014/main" id="{A251A13A-2DC8-4BC8-80CB-BBB00F384EE0}"/>
                </a:ext>
              </a:extLst>
            </p:cNvPr>
            <p:cNvSpPr>
              <a:spLocks noChangeArrowheads="1"/>
            </p:cNvSpPr>
            <p:nvPr/>
          </p:nvSpPr>
          <p:spPr bwMode="auto">
            <a:xfrm>
              <a:off x="3013075" y="2139950"/>
              <a:ext cx="11113"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80" name="Rectangle 12">
              <a:extLst>
                <a:ext uri="{FF2B5EF4-FFF2-40B4-BE49-F238E27FC236}">
                  <a16:creationId xmlns:a16="http://schemas.microsoft.com/office/drawing/2014/main" id="{A1F0090E-041A-4402-B08C-C70487A742B6}"/>
                </a:ext>
              </a:extLst>
            </p:cNvPr>
            <p:cNvSpPr>
              <a:spLocks noChangeArrowheads="1"/>
            </p:cNvSpPr>
            <p:nvPr/>
          </p:nvSpPr>
          <p:spPr bwMode="auto">
            <a:xfrm>
              <a:off x="5375275" y="1792288"/>
              <a:ext cx="704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Output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81" name="Rectangle 13">
              <a:extLst>
                <a:ext uri="{FF2B5EF4-FFF2-40B4-BE49-F238E27FC236}">
                  <a16:creationId xmlns:a16="http://schemas.microsoft.com/office/drawing/2014/main" id="{2AB64DC0-ACC1-4D97-824B-1B8B8F9BC3DC}"/>
                </a:ext>
              </a:extLst>
            </p:cNvPr>
            <p:cNvSpPr>
              <a:spLocks noChangeArrowheads="1"/>
            </p:cNvSpPr>
            <p:nvPr/>
          </p:nvSpPr>
          <p:spPr bwMode="auto">
            <a:xfrm>
              <a:off x="4129088"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82" name="Rectangle 14">
              <a:extLst>
                <a:ext uri="{FF2B5EF4-FFF2-40B4-BE49-F238E27FC236}">
                  <a16:creationId xmlns:a16="http://schemas.microsoft.com/office/drawing/2014/main" id="{4E56F4C4-127A-4AD8-9A1E-A94BCE36BB1E}"/>
                </a:ext>
              </a:extLst>
            </p:cNvPr>
            <p:cNvSpPr>
              <a:spLocks noChangeArrowheads="1"/>
            </p:cNvSpPr>
            <p:nvPr/>
          </p:nvSpPr>
          <p:spPr bwMode="auto">
            <a:xfrm>
              <a:off x="3387725" y="2141538"/>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83" name="Rectangle 15">
              <a:extLst>
                <a:ext uri="{FF2B5EF4-FFF2-40B4-BE49-F238E27FC236}">
                  <a16:creationId xmlns:a16="http://schemas.microsoft.com/office/drawing/2014/main" id="{B8FD08BA-B139-43C5-BB9E-812670EE8C5C}"/>
                </a:ext>
              </a:extLst>
            </p:cNvPr>
            <p:cNvSpPr>
              <a:spLocks noChangeArrowheads="1"/>
            </p:cNvSpPr>
            <p:nvPr/>
          </p:nvSpPr>
          <p:spPr bwMode="auto">
            <a:xfrm>
              <a:off x="5219700"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84" name="Rectangle 16">
              <a:extLst>
                <a:ext uri="{FF2B5EF4-FFF2-40B4-BE49-F238E27FC236}">
                  <a16:creationId xmlns:a16="http://schemas.microsoft.com/office/drawing/2014/main" id="{E2B2951E-584F-46D6-A443-D11BCD69C250}"/>
                </a:ext>
              </a:extLst>
            </p:cNvPr>
            <p:cNvSpPr>
              <a:spLocks noChangeArrowheads="1"/>
            </p:cNvSpPr>
            <p:nvPr/>
          </p:nvSpPr>
          <p:spPr bwMode="auto">
            <a:xfrm>
              <a:off x="6235700"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85" name="Rectangle 17">
              <a:extLst>
                <a:ext uri="{FF2B5EF4-FFF2-40B4-BE49-F238E27FC236}">
                  <a16:creationId xmlns:a16="http://schemas.microsoft.com/office/drawing/2014/main" id="{1C473911-514D-4F45-87DF-283BEF202DCC}"/>
                </a:ext>
              </a:extLst>
            </p:cNvPr>
            <p:cNvSpPr>
              <a:spLocks noChangeArrowheads="1"/>
            </p:cNvSpPr>
            <p:nvPr/>
          </p:nvSpPr>
          <p:spPr bwMode="auto">
            <a:xfrm>
              <a:off x="3013075" y="2495550"/>
              <a:ext cx="11113"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86" name="Rectangle 18">
              <a:extLst>
                <a:ext uri="{FF2B5EF4-FFF2-40B4-BE49-F238E27FC236}">
                  <a16:creationId xmlns:a16="http://schemas.microsoft.com/office/drawing/2014/main" id="{D5FEAA21-7FB9-46F8-A675-569BC90ABE51}"/>
                </a:ext>
              </a:extLst>
            </p:cNvPr>
            <p:cNvSpPr>
              <a:spLocks noChangeArrowheads="1"/>
            </p:cNvSpPr>
            <p:nvPr/>
          </p:nvSpPr>
          <p:spPr bwMode="auto">
            <a:xfrm>
              <a:off x="4452938" y="2141538"/>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87" name="Rectangle 19">
              <a:extLst>
                <a:ext uri="{FF2B5EF4-FFF2-40B4-BE49-F238E27FC236}">
                  <a16:creationId xmlns:a16="http://schemas.microsoft.com/office/drawing/2014/main" id="{5EE85A11-AAD0-44AA-B9E5-55085A4CCFD6}"/>
                </a:ext>
              </a:extLst>
            </p:cNvPr>
            <p:cNvSpPr>
              <a:spLocks noChangeArrowheads="1"/>
            </p:cNvSpPr>
            <p:nvPr/>
          </p:nvSpPr>
          <p:spPr bwMode="auto">
            <a:xfrm>
              <a:off x="3262313" y="2490788"/>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88" name="Rectangle 20">
              <a:extLst>
                <a:ext uri="{FF2B5EF4-FFF2-40B4-BE49-F238E27FC236}">
                  <a16:creationId xmlns:a16="http://schemas.microsoft.com/office/drawing/2014/main" id="{6B05A0FC-BF24-4B2F-9D00-A16EE6CC764E}"/>
                </a:ext>
              </a:extLst>
            </p:cNvPr>
            <p:cNvSpPr>
              <a:spLocks noChangeArrowheads="1"/>
            </p:cNvSpPr>
            <p:nvPr/>
          </p:nvSpPr>
          <p:spPr bwMode="auto">
            <a:xfrm>
              <a:off x="3387725"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89" name="Rectangle 21">
              <a:extLst>
                <a:ext uri="{FF2B5EF4-FFF2-40B4-BE49-F238E27FC236}">
                  <a16:creationId xmlns:a16="http://schemas.microsoft.com/office/drawing/2014/main" id="{BC8339D3-4637-4903-A97A-CFA20609C2B9}"/>
                </a:ext>
              </a:extLst>
            </p:cNvPr>
            <p:cNvSpPr>
              <a:spLocks noChangeArrowheads="1"/>
            </p:cNvSpPr>
            <p:nvPr/>
          </p:nvSpPr>
          <p:spPr bwMode="auto">
            <a:xfrm>
              <a:off x="3498850" y="2490788"/>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90" name="Rectangle 22">
              <a:extLst>
                <a:ext uri="{FF2B5EF4-FFF2-40B4-BE49-F238E27FC236}">
                  <a16:creationId xmlns:a16="http://schemas.microsoft.com/office/drawing/2014/main" id="{F4DBA90F-1AE0-4BC3-869E-BE8994175458}"/>
                </a:ext>
              </a:extLst>
            </p:cNvPr>
            <p:cNvSpPr>
              <a:spLocks noChangeArrowheads="1"/>
            </p:cNvSpPr>
            <p:nvPr/>
          </p:nvSpPr>
          <p:spPr bwMode="auto">
            <a:xfrm>
              <a:off x="36242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91" name="Rectangle 23">
              <a:extLst>
                <a:ext uri="{FF2B5EF4-FFF2-40B4-BE49-F238E27FC236}">
                  <a16:creationId xmlns:a16="http://schemas.microsoft.com/office/drawing/2014/main" id="{21B7250E-DBF4-4C19-9491-F3C556E3E75E}"/>
                </a:ext>
              </a:extLst>
            </p:cNvPr>
            <p:cNvSpPr>
              <a:spLocks noChangeArrowheads="1"/>
            </p:cNvSpPr>
            <p:nvPr/>
          </p:nvSpPr>
          <p:spPr bwMode="auto">
            <a:xfrm>
              <a:off x="3738563" y="2490788"/>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92" name="Rectangle 24">
              <a:extLst>
                <a:ext uri="{FF2B5EF4-FFF2-40B4-BE49-F238E27FC236}">
                  <a16:creationId xmlns:a16="http://schemas.microsoft.com/office/drawing/2014/main" id="{A4D584A5-FBA9-4B6B-A095-4218FE4F75FD}"/>
                </a:ext>
              </a:extLst>
            </p:cNvPr>
            <p:cNvSpPr>
              <a:spLocks noChangeArrowheads="1"/>
            </p:cNvSpPr>
            <p:nvPr/>
          </p:nvSpPr>
          <p:spPr bwMode="auto">
            <a:xfrm>
              <a:off x="4129088"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93" name="Rectangle 25">
              <a:extLst>
                <a:ext uri="{FF2B5EF4-FFF2-40B4-BE49-F238E27FC236}">
                  <a16:creationId xmlns:a16="http://schemas.microsoft.com/office/drawing/2014/main" id="{C6FC2559-11DD-4755-96BC-7A4B765A5F84}"/>
                </a:ext>
              </a:extLst>
            </p:cNvPr>
            <p:cNvSpPr>
              <a:spLocks noChangeArrowheads="1"/>
            </p:cNvSpPr>
            <p:nvPr/>
          </p:nvSpPr>
          <p:spPr bwMode="auto">
            <a:xfrm>
              <a:off x="386238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94" name="Rectangle 26">
              <a:extLst>
                <a:ext uri="{FF2B5EF4-FFF2-40B4-BE49-F238E27FC236}">
                  <a16:creationId xmlns:a16="http://schemas.microsoft.com/office/drawing/2014/main" id="{C8EC0F63-9A3C-4829-92C8-0D3CA7AC3D4A}"/>
                </a:ext>
              </a:extLst>
            </p:cNvPr>
            <p:cNvSpPr>
              <a:spLocks noChangeArrowheads="1"/>
            </p:cNvSpPr>
            <p:nvPr/>
          </p:nvSpPr>
          <p:spPr bwMode="auto">
            <a:xfrm>
              <a:off x="4295775" y="2490788"/>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95" name="Rectangle 27">
              <a:extLst>
                <a:ext uri="{FF2B5EF4-FFF2-40B4-BE49-F238E27FC236}">
                  <a16:creationId xmlns:a16="http://schemas.microsoft.com/office/drawing/2014/main" id="{A9DC6ACF-AB43-43F9-984B-3BDB4B854DF3}"/>
                </a:ext>
              </a:extLst>
            </p:cNvPr>
            <p:cNvSpPr>
              <a:spLocks noChangeArrowheads="1"/>
            </p:cNvSpPr>
            <p:nvPr/>
          </p:nvSpPr>
          <p:spPr bwMode="auto">
            <a:xfrm>
              <a:off x="44402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96" name="Rectangle 28">
              <a:extLst>
                <a:ext uri="{FF2B5EF4-FFF2-40B4-BE49-F238E27FC236}">
                  <a16:creationId xmlns:a16="http://schemas.microsoft.com/office/drawing/2014/main" id="{96C5C14B-79EB-42A9-9724-0B09034EA780}"/>
                </a:ext>
              </a:extLst>
            </p:cNvPr>
            <p:cNvSpPr>
              <a:spLocks noChangeArrowheads="1"/>
            </p:cNvSpPr>
            <p:nvPr/>
          </p:nvSpPr>
          <p:spPr bwMode="auto">
            <a:xfrm>
              <a:off x="4556125" y="2490788"/>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97" name="Rectangle 29">
              <a:extLst>
                <a:ext uri="{FF2B5EF4-FFF2-40B4-BE49-F238E27FC236}">
                  <a16:creationId xmlns:a16="http://schemas.microsoft.com/office/drawing/2014/main" id="{158C328B-BB3D-4BC2-91E2-60E7502A5592}"/>
                </a:ext>
              </a:extLst>
            </p:cNvPr>
            <p:cNvSpPr>
              <a:spLocks noChangeArrowheads="1"/>
            </p:cNvSpPr>
            <p:nvPr/>
          </p:nvSpPr>
          <p:spPr bwMode="auto">
            <a:xfrm>
              <a:off x="4702175"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98" name="Rectangle 30">
              <a:extLst>
                <a:ext uri="{FF2B5EF4-FFF2-40B4-BE49-F238E27FC236}">
                  <a16:creationId xmlns:a16="http://schemas.microsoft.com/office/drawing/2014/main" id="{0152B184-EBE0-49DB-89BD-62FC580C962A}"/>
                </a:ext>
              </a:extLst>
            </p:cNvPr>
            <p:cNvSpPr>
              <a:spLocks noChangeArrowheads="1"/>
            </p:cNvSpPr>
            <p:nvPr/>
          </p:nvSpPr>
          <p:spPr bwMode="auto">
            <a:xfrm>
              <a:off x="4814888" y="2490788"/>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99" name="Rectangle 31">
              <a:extLst>
                <a:ext uri="{FF2B5EF4-FFF2-40B4-BE49-F238E27FC236}">
                  <a16:creationId xmlns:a16="http://schemas.microsoft.com/office/drawing/2014/main" id="{8ED07710-1454-4910-BFA5-30B43A0B6D53}"/>
                </a:ext>
              </a:extLst>
            </p:cNvPr>
            <p:cNvSpPr>
              <a:spLocks noChangeArrowheads="1"/>
            </p:cNvSpPr>
            <p:nvPr/>
          </p:nvSpPr>
          <p:spPr bwMode="auto">
            <a:xfrm>
              <a:off x="5219700"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00" name="Rectangle 32">
              <a:extLst>
                <a:ext uri="{FF2B5EF4-FFF2-40B4-BE49-F238E27FC236}">
                  <a16:creationId xmlns:a16="http://schemas.microsoft.com/office/drawing/2014/main" id="{B0D42857-6405-4627-AB0D-52B269E2A7DD}"/>
                </a:ext>
              </a:extLst>
            </p:cNvPr>
            <p:cNvSpPr>
              <a:spLocks noChangeArrowheads="1"/>
            </p:cNvSpPr>
            <p:nvPr/>
          </p:nvSpPr>
          <p:spPr bwMode="auto">
            <a:xfrm>
              <a:off x="49609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01" name="Rectangle 33">
              <a:extLst>
                <a:ext uri="{FF2B5EF4-FFF2-40B4-BE49-F238E27FC236}">
                  <a16:creationId xmlns:a16="http://schemas.microsoft.com/office/drawing/2014/main" id="{62982CF5-784D-4136-AD13-C82025A4FC6F}"/>
                </a:ext>
              </a:extLst>
            </p:cNvPr>
            <p:cNvSpPr>
              <a:spLocks noChangeArrowheads="1"/>
            </p:cNvSpPr>
            <p:nvPr/>
          </p:nvSpPr>
          <p:spPr bwMode="auto">
            <a:xfrm>
              <a:off x="5384800"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02" name="Rectangle 34">
              <a:extLst>
                <a:ext uri="{FF2B5EF4-FFF2-40B4-BE49-F238E27FC236}">
                  <a16:creationId xmlns:a16="http://schemas.microsoft.com/office/drawing/2014/main" id="{CA742CDB-5CC7-4E46-87A2-8D71685F1CA0}"/>
                </a:ext>
              </a:extLst>
            </p:cNvPr>
            <p:cNvSpPr>
              <a:spLocks noChangeArrowheads="1"/>
            </p:cNvSpPr>
            <p:nvPr/>
          </p:nvSpPr>
          <p:spPr bwMode="auto">
            <a:xfrm>
              <a:off x="55038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03" name="Rectangle 35">
              <a:extLst>
                <a:ext uri="{FF2B5EF4-FFF2-40B4-BE49-F238E27FC236}">
                  <a16:creationId xmlns:a16="http://schemas.microsoft.com/office/drawing/2014/main" id="{8130D544-08D1-4241-AE7A-DD1AA87AAA8B}"/>
                </a:ext>
              </a:extLst>
            </p:cNvPr>
            <p:cNvSpPr>
              <a:spLocks noChangeArrowheads="1"/>
            </p:cNvSpPr>
            <p:nvPr/>
          </p:nvSpPr>
          <p:spPr bwMode="auto">
            <a:xfrm>
              <a:off x="5613400"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04" name="Rectangle 36">
              <a:extLst>
                <a:ext uri="{FF2B5EF4-FFF2-40B4-BE49-F238E27FC236}">
                  <a16:creationId xmlns:a16="http://schemas.microsoft.com/office/drawing/2014/main" id="{449198D9-C678-4A63-85B9-5FE361CB91B9}"/>
                </a:ext>
              </a:extLst>
            </p:cNvPr>
            <p:cNvSpPr>
              <a:spLocks noChangeArrowheads="1"/>
            </p:cNvSpPr>
            <p:nvPr/>
          </p:nvSpPr>
          <p:spPr bwMode="auto">
            <a:xfrm>
              <a:off x="57324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05" name="Rectangle 37">
              <a:extLst>
                <a:ext uri="{FF2B5EF4-FFF2-40B4-BE49-F238E27FC236}">
                  <a16:creationId xmlns:a16="http://schemas.microsoft.com/office/drawing/2014/main" id="{2DB282F6-1754-458D-BC62-2797EC29A413}"/>
                </a:ext>
              </a:extLst>
            </p:cNvPr>
            <p:cNvSpPr>
              <a:spLocks noChangeArrowheads="1"/>
            </p:cNvSpPr>
            <p:nvPr/>
          </p:nvSpPr>
          <p:spPr bwMode="auto">
            <a:xfrm>
              <a:off x="5845175"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06" name="Rectangle 38">
              <a:extLst>
                <a:ext uri="{FF2B5EF4-FFF2-40B4-BE49-F238E27FC236}">
                  <a16:creationId xmlns:a16="http://schemas.microsoft.com/office/drawing/2014/main" id="{6AB42916-5D44-4480-843D-526D1CEE71DD}"/>
                </a:ext>
              </a:extLst>
            </p:cNvPr>
            <p:cNvSpPr>
              <a:spLocks noChangeArrowheads="1"/>
            </p:cNvSpPr>
            <p:nvPr/>
          </p:nvSpPr>
          <p:spPr bwMode="auto">
            <a:xfrm>
              <a:off x="6235700"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07" name="Rectangle 39">
              <a:extLst>
                <a:ext uri="{FF2B5EF4-FFF2-40B4-BE49-F238E27FC236}">
                  <a16:creationId xmlns:a16="http://schemas.microsoft.com/office/drawing/2014/main" id="{0815AB89-4058-43B0-BA18-583200DFB1D4}"/>
                </a:ext>
              </a:extLst>
            </p:cNvPr>
            <p:cNvSpPr>
              <a:spLocks noChangeArrowheads="1"/>
            </p:cNvSpPr>
            <p:nvPr/>
          </p:nvSpPr>
          <p:spPr bwMode="auto">
            <a:xfrm>
              <a:off x="3038475" y="2833688"/>
              <a:ext cx="3203575"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08" name="Rectangle 40">
              <a:extLst>
                <a:ext uri="{FF2B5EF4-FFF2-40B4-BE49-F238E27FC236}">
                  <a16:creationId xmlns:a16="http://schemas.microsoft.com/office/drawing/2014/main" id="{7F82832F-6631-4A66-A384-A14B3AB9F4A2}"/>
                </a:ext>
              </a:extLst>
            </p:cNvPr>
            <p:cNvSpPr>
              <a:spLocks noChangeArrowheads="1"/>
            </p:cNvSpPr>
            <p:nvPr/>
          </p:nvSpPr>
          <p:spPr bwMode="auto">
            <a:xfrm>
              <a:off x="3013075" y="2846388"/>
              <a:ext cx="11113"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09" name="Rectangle 41">
              <a:extLst>
                <a:ext uri="{FF2B5EF4-FFF2-40B4-BE49-F238E27FC236}">
                  <a16:creationId xmlns:a16="http://schemas.microsoft.com/office/drawing/2014/main" id="{EBB84101-898D-48D7-8A22-948706768CED}"/>
                </a:ext>
              </a:extLst>
            </p:cNvPr>
            <p:cNvSpPr>
              <a:spLocks noChangeArrowheads="1"/>
            </p:cNvSpPr>
            <p:nvPr/>
          </p:nvSpPr>
          <p:spPr bwMode="auto">
            <a:xfrm>
              <a:off x="59642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10" name="Rectangle 42">
              <a:extLst>
                <a:ext uri="{FF2B5EF4-FFF2-40B4-BE49-F238E27FC236}">
                  <a16:creationId xmlns:a16="http://schemas.microsoft.com/office/drawing/2014/main" id="{D266A4C6-C08F-4036-8807-BFC38367996B}"/>
                </a:ext>
              </a:extLst>
            </p:cNvPr>
            <p:cNvSpPr>
              <a:spLocks noChangeArrowheads="1"/>
            </p:cNvSpPr>
            <p:nvPr/>
          </p:nvSpPr>
          <p:spPr bwMode="auto">
            <a:xfrm>
              <a:off x="4129088"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11" name="Rectangle 43">
              <a:extLst>
                <a:ext uri="{FF2B5EF4-FFF2-40B4-BE49-F238E27FC236}">
                  <a16:creationId xmlns:a16="http://schemas.microsoft.com/office/drawing/2014/main" id="{2F4ECB11-E42D-402B-9D65-E1B4080AE7CC}"/>
                </a:ext>
              </a:extLst>
            </p:cNvPr>
            <p:cNvSpPr>
              <a:spLocks noChangeArrowheads="1"/>
            </p:cNvSpPr>
            <p:nvPr/>
          </p:nvSpPr>
          <p:spPr bwMode="auto">
            <a:xfrm>
              <a:off x="3335338" y="29575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12" name="Rectangle 44">
              <a:extLst>
                <a:ext uri="{FF2B5EF4-FFF2-40B4-BE49-F238E27FC236}">
                  <a16:creationId xmlns:a16="http://schemas.microsoft.com/office/drawing/2014/main" id="{17B94CB0-7938-4B43-913E-1051B7FB92C8}"/>
                </a:ext>
              </a:extLst>
            </p:cNvPr>
            <p:cNvSpPr>
              <a:spLocks noChangeArrowheads="1"/>
            </p:cNvSpPr>
            <p:nvPr/>
          </p:nvSpPr>
          <p:spPr bwMode="auto">
            <a:xfrm>
              <a:off x="4465638" y="2957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13" name="Rectangle 45">
              <a:extLst>
                <a:ext uri="{FF2B5EF4-FFF2-40B4-BE49-F238E27FC236}">
                  <a16:creationId xmlns:a16="http://schemas.microsoft.com/office/drawing/2014/main" id="{150A66D5-008B-46B5-8DED-257AF9EB7577}"/>
                </a:ext>
              </a:extLst>
            </p:cNvPr>
            <p:cNvSpPr>
              <a:spLocks noChangeArrowheads="1"/>
            </p:cNvSpPr>
            <p:nvPr/>
          </p:nvSpPr>
          <p:spPr bwMode="auto">
            <a:xfrm>
              <a:off x="5219700"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14" name="Rectangle 46">
              <a:extLst>
                <a:ext uri="{FF2B5EF4-FFF2-40B4-BE49-F238E27FC236}">
                  <a16:creationId xmlns:a16="http://schemas.microsoft.com/office/drawing/2014/main" id="{D9E7B8B6-077D-4AAE-AE67-3560EA3B1356}"/>
                </a:ext>
              </a:extLst>
            </p:cNvPr>
            <p:cNvSpPr>
              <a:spLocks noChangeArrowheads="1"/>
            </p:cNvSpPr>
            <p:nvPr/>
          </p:nvSpPr>
          <p:spPr bwMode="auto">
            <a:xfrm>
              <a:off x="4618038" y="29575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15" name="Rectangle 47">
              <a:extLst>
                <a:ext uri="{FF2B5EF4-FFF2-40B4-BE49-F238E27FC236}">
                  <a16:creationId xmlns:a16="http://schemas.microsoft.com/office/drawing/2014/main" id="{83E89DC8-DAE1-4F9D-B673-2ADAAD51434A}"/>
                </a:ext>
              </a:extLst>
            </p:cNvPr>
            <p:cNvSpPr>
              <a:spLocks noChangeArrowheads="1"/>
            </p:cNvSpPr>
            <p:nvPr/>
          </p:nvSpPr>
          <p:spPr bwMode="auto">
            <a:xfrm>
              <a:off x="5518150" y="2957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16" name="Rectangle 48">
              <a:extLst>
                <a:ext uri="{FF2B5EF4-FFF2-40B4-BE49-F238E27FC236}">
                  <a16:creationId xmlns:a16="http://schemas.microsoft.com/office/drawing/2014/main" id="{D99E3B26-733D-4AEA-8A35-B6F42E7C3706}"/>
                </a:ext>
              </a:extLst>
            </p:cNvPr>
            <p:cNvSpPr>
              <a:spLocks noChangeArrowheads="1"/>
            </p:cNvSpPr>
            <p:nvPr/>
          </p:nvSpPr>
          <p:spPr bwMode="auto">
            <a:xfrm>
              <a:off x="6235700"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17" name="Rectangle 49">
              <a:extLst>
                <a:ext uri="{FF2B5EF4-FFF2-40B4-BE49-F238E27FC236}">
                  <a16:creationId xmlns:a16="http://schemas.microsoft.com/office/drawing/2014/main" id="{97EC0593-B690-47BB-9F95-A8A2AD5655EB}"/>
                </a:ext>
              </a:extLst>
            </p:cNvPr>
            <p:cNvSpPr>
              <a:spLocks noChangeArrowheads="1"/>
            </p:cNvSpPr>
            <p:nvPr/>
          </p:nvSpPr>
          <p:spPr bwMode="auto">
            <a:xfrm>
              <a:off x="3013075" y="3303588"/>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18" name="Rectangle 50">
              <a:extLst>
                <a:ext uri="{FF2B5EF4-FFF2-40B4-BE49-F238E27FC236}">
                  <a16:creationId xmlns:a16="http://schemas.microsoft.com/office/drawing/2014/main" id="{A21F2541-F082-4C8C-A867-0C18BC0AD2E7}"/>
                </a:ext>
              </a:extLst>
            </p:cNvPr>
            <p:cNvSpPr>
              <a:spLocks noChangeArrowheads="1"/>
            </p:cNvSpPr>
            <p:nvPr/>
          </p:nvSpPr>
          <p:spPr bwMode="auto">
            <a:xfrm>
              <a:off x="5657850" y="29575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19" name="Rectangle 51">
              <a:extLst>
                <a:ext uri="{FF2B5EF4-FFF2-40B4-BE49-F238E27FC236}">
                  <a16:creationId xmlns:a16="http://schemas.microsoft.com/office/drawing/2014/main" id="{7ABF202B-BF2D-4B51-8CC2-6CBDC30E6845}"/>
                </a:ext>
              </a:extLst>
            </p:cNvPr>
            <p:cNvSpPr>
              <a:spLocks noChangeArrowheads="1"/>
            </p:cNvSpPr>
            <p:nvPr/>
          </p:nvSpPr>
          <p:spPr bwMode="auto">
            <a:xfrm>
              <a:off x="4129088"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20" name="Rectangle 52">
              <a:extLst>
                <a:ext uri="{FF2B5EF4-FFF2-40B4-BE49-F238E27FC236}">
                  <a16:creationId xmlns:a16="http://schemas.microsoft.com/office/drawing/2014/main" id="{B7C87B5D-5B29-4E7B-817B-8DF95A4A45AE}"/>
                </a:ext>
              </a:extLst>
            </p:cNvPr>
            <p:cNvSpPr>
              <a:spLocks noChangeArrowheads="1"/>
            </p:cNvSpPr>
            <p:nvPr/>
          </p:nvSpPr>
          <p:spPr bwMode="auto">
            <a:xfrm>
              <a:off x="3335338" y="330676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21" name="Rectangle 53">
              <a:extLst>
                <a:ext uri="{FF2B5EF4-FFF2-40B4-BE49-F238E27FC236}">
                  <a16:creationId xmlns:a16="http://schemas.microsoft.com/office/drawing/2014/main" id="{BA6295A0-AB32-42A1-91BE-090986E4AEEE}"/>
                </a:ext>
              </a:extLst>
            </p:cNvPr>
            <p:cNvSpPr>
              <a:spLocks noChangeArrowheads="1"/>
            </p:cNvSpPr>
            <p:nvPr/>
          </p:nvSpPr>
          <p:spPr bwMode="auto">
            <a:xfrm>
              <a:off x="4465638" y="33067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22" name="Rectangle 54">
              <a:extLst>
                <a:ext uri="{FF2B5EF4-FFF2-40B4-BE49-F238E27FC236}">
                  <a16:creationId xmlns:a16="http://schemas.microsoft.com/office/drawing/2014/main" id="{9267722D-5E4E-4D47-833B-BE018CA1F81C}"/>
                </a:ext>
              </a:extLst>
            </p:cNvPr>
            <p:cNvSpPr>
              <a:spLocks noChangeArrowheads="1"/>
            </p:cNvSpPr>
            <p:nvPr/>
          </p:nvSpPr>
          <p:spPr bwMode="auto">
            <a:xfrm>
              <a:off x="5219700"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23" name="Rectangle 55">
              <a:extLst>
                <a:ext uri="{FF2B5EF4-FFF2-40B4-BE49-F238E27FC236}">
                  <a16:creationId xmlns:a16="http://schemas.microsoft.com/office/drawing/2014/main" id="{B6B4C56E-FF53-4161-855A-5ACABD1DCA27}"/>
                </a:ext>
              </a:extLst>
            </p:cNvPr>
            <p:cNvSpPr>
              <a:spLocks noChangeArrowheads="1"/>
            </p:cNvSpPr>
            <p:nvPr/>
          </p:nvSpPr>
          <p:spPr bwMode="auto">
            <a:xfrm>
              <a:off x="4618038" y="33067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24" name="Rectangle 56">
              <a:extLst>
                <a:ext uri="{FF2B5EF4-FFF2-40B4-BE49-F238E27FC236}">
                  <a16:creationId xmlns:a16="http://schemas.microsoft.com/office/drawing/2014/main" id="{A89358A7-A25F-4D3C-8B3B-2B7EC0D71E0C}"/>
                </a:ext>
              </a:extLst>
            </p:cNvPr>
            <p:cNvSpPr>
              <a:spLocks noChangeArrowheads="1"/>
            </p:cNvSpPr>
            <p:nvPr/>
          </p:nvSpPr>
          <p:spPr bwMode="auto">
            <a:xfrm>
              <a:off x="5518150" y="33067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25" name="Rectangle 57">
              <a:extLst>
                <a:ext uri="{FF2B5EF4-FFF2-40B4-BE49-F238E27FC236}">
                  <a16:creationId xmlns:a16="http://schemas.microsoft.com/office/drawing/2014/main" id="{F45D9E17-38EC-4C88-801D-A673D5691C4D}"/>
                </a:ext>
              </a:extLst>
            </p:cNvPr>
            <p:cNvSpPr>
              <a:spLocks noChangeArrowheads="1"/>
            </p:cNvSpPr>
            <p:nvPr/>
          </p:nvSpPr>
          <p:spPr bwMode="auto">
            <a:xfrm>
              <a:off x="6235700"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26" name="Rectangle 58">
              <a:extLst>
                <a:ext uri="{FF2B5EF4-FFF2-40B4-BE49-F238E27FC236}">
                  <a16:creationId xmlns:a16="http://schemas.microsoft.com/office/drawing/2014/main" id="{9CAFDC56-BD45-4EB1-9DA6-C611A572987A}"/>
                </a:ext>
              </a:extLst>
            </p:cNvPr>
            <p:cNvSpPr>
              <a:spLocks noChangeArrowheads="1"/>
            </p:cNvSpPr>
            <p:nvPr/>
          </p:nvSpPr>
          <p:spPr bwMode="auto">
            <a:xfrm>
              <a:off x="3013075" y="3608388"/>
              <a:ext cx="11113"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27" name="Rectangle 59">
              <a:extLst>
                <a:ext uri="{FF2B5EF4-FFF2-40B4-BE49-F238E27FC236}">
                  <a16:creationId xmlns:a16="http://schemas.microsoft.com/office/drawing/2014/main" id="{A49D221D-B24E-400D-8D75-5972A876E042}"/>
                </a:ext>
              </a:extLst>
            </p:cNvPr>
            <p:cNvSpPr>
              <a:spLocks noChangeArrowheads="1"/>
            </p:cNvSpPr>
            <p:nvPr/>
          </p:nvSpPr>
          <p:spPr bwMode="auto">
            <a:xfrm>
              <a:off x="5657850" y="33067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28" name="Rectangle 60">
              <a:extLst>
                <a:ext uri="{FF2B5EF4-FFF2-40B4-BE49-F238E27FC236}">
                  <a16:creationId xmlns:a16="http://schemas.microsoft.com/office/drawing/2014/main" id="{E00A4A27-2547-48E6-B05D-11BF0E5538C8}"/>
                </a:ext>
              </a:extLst>
            </p:cNvPr>
            <p:cNvSpPr>
              <a:spLocks noChangeArrowheads="1"/>
            </p:cNvSpPr>
            <p:nvPr/>
          </p:nvSpPr>
          <p:spPr bwMode="auto">
            <a:xfrm>
              <a:off x="4129088"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29" name="Rectangle 61">
              <a:extLst>
                <a:ext uri="{FF2B5EF4-FFF2-40B4-BE49-F238E27FC236}">
                  <a16:creationId xmlns:a16="http://schemas.microsoft.com/office/drawing/2014/main" id="{D7E15D3E-E4E2-4181-A4FC-68D97690DBD6}"/>
                </a:ext>
              </a:extLst>
            </p:cNvPr>
            <p:cNvSpPr>
              <a:spLocks noChangeArrowheads="1"/>
            </p:cNvSpPr>
            <p:nvPr/>
          </p:nvSpPr>
          <p:spPr bwMode="auto">
            <a:xfrm>
              <a:off x="3335338" y="361156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30" name="Rectangle 62">
              <a:extLst>
                <a:ext uri="{FF2B5EF4-FFF2-40B4-BE49-F238E27FC236}">
                  <a16:creationId xmlns:a16="http://schemas.microsoft.com/office/drawing/2014/main" id="{3C00FED5-BA42-47E2-8F6B-900FA9C96CA8}"/>
                </a:ext>
              </a:extLst>
            </p:cNvPr>
            <p:cNvSpPr>
              <a:spLocks noChangeArrowheads="1"/>
            </p:cNvSpPr>
            <p:nvPr/>
          </p:nvSpPr>
          <p:spPr bwMode="auto">
            <a:xfrm>
              <a:off x="4465638" y="36115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31" name="Rectangle 63">
              <a:extLst>
                <a:ext uri="{FF2B5EF4-FFF2-40B4-BE49-F238E27FC236}">
                  <a16:creationId xmlns:a16="http://schemas.microsoft.com/office/drawing/2014/main" id="{F2E20F07-61B8-4738-A0D2-AF8EF6CF5808}"/>
                </a:ext>
              </a:extLst>
            </p:cNvPr>
            <p:cNvSpPr>
              <a:spLocks noChangeArrowheads="1"/>
            </p:cNvSpPr>
            <p:nvPr/>
          </p:nvSpPr>
          <p:spPr bwMode="auto">
            <a:xfrm>
              <a:off x="5219700"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32" name="Rectangle 64">
              <a:extLst>
                <a:ext uri="{FF2B5EF4-FFF2-40B4-BE49-F238E27FC236}">
                  <a16:creationId xmlns:a16="http://schemas.microsoft.com/office/drawing/2014/main" id="{9D3D8E66-A100-478A-B8B7-2307C753A34D}"/>
                </a:ext>
              </a:extLst>
            </p:cNvPr>
            <p:cNvSpPr>
              <a:spLocks noChangeArrowheads="1"/>
            </p:cNvSpPr>
            <p:nvPr/>
          </p:nvSpPr>
          <p:spPr bwMode="auto">
            <a:xfrm>
              <a:off x="4618038" y="36115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33" name="Rectangle 65">
              <a:extLst>
                <a:ext uri="{FF2B5EF4-FFF2-40B4-BE49-F238E27FC236}">
                  <a16:creationId xmlns:a16="http://schemas.microsoft.com/office/drawing/2014/main" id="{13CA4D8D-3DDB-4933-AEC2-28E799571DD7}"/>
                </a:ext>
              </a:extLst>
            </p:cNvPr>
            <p:cNvSpPr>
              <a:spLocks noChangeArrowheads="1"/>
            </p:cNvSpPr>
            <p:nvPr/>
          </p:nvSpPr>
          <p:spPr bwMode="auto">
            <a:xfrm>
              <a:off x="5518150" y="36115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34" name="Rectangle 66">
              <a:extLst>
                <a:ext uri="{FF2B5EF4-FFF2-40B4-BE49-F238E27FC236}">
                  <a16:creationId xmlns:a16="http://schemas.microsoft.com/office/drawing/2014/main" id="{A7339385-B194-448D-8DDD-8922D62A1D4C}"/>
                </a:ext>
              </a:extLst>
            </p:cNvPr>
            <p:cNvSpPr>
              <a:spLocks noChangeArrowheads="1"/>
            </p:cNvSpPr>
            <p:nvPr/>
          </p:nvSpPr>
          <p:spPr bwMode="auto">
            <a:xfrm>
              <a:off x="6235700"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35" name="Rectangle 67">
              <a:extLst>
                <a:ext uri="{FF2B5EF4-FFF2-40B4-BE49-F238E27FC236}">
                  <a16:creationId xmlns:a16="http://schemas.microsoft.com/office/drawing/2014/main" id="{9FDB07B6-6850-407F-8952-DAA4BAFF11F1}"/>
                </a:ext>
              </a:extLst>
            </p:cNvPr>
            <p:cNvSpPr>
              <a:spLocks noChangeArrowheads="1"/>
            </p:cNvSpPr>
            <p:nvPr/>
          </p:nvSpPr>
          <p:spPr bwMode="auto">
            <a:xfrm>
              <a:off x="3013075" y="39116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36" name="Rectangle 68">
              <a:extLst>
                <a:ext uri="{FF2B5EF4-FFF2-40B4-BE49-F238E27FC236}">
                  <a16:creationId xmlns:a16="http://schemas.microsoft.com/office/drawing/2014/main" id="{29C5F09C-2E70-4D7F-8BA4-CAA5B5822962}"/>
                </a:ext>
              </a:extLst>
            </p:cNvPr>
            <p:cNvSpPr>
              <a:spLocks noChangeArrowheads="1"/>
            </p:cNvSpPr>
            <p:nvPr/>
          </p:nvSpPr>
          <p:spPr bwMode="auto">
            <a:xfrm>
              <a:off x="5657850" y="36115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37" name="Rectangle 69">
              <a:extLst>
                <a:ext uri="{FF2B5EF4-FFF2-40B4-BE49-F238E27FC236}">
                  <a16:creationId xmlns:a16="http://schemas.microsoft.com/office/drawing/2014/main" id="{006B9B5C-618E-4CA6-AC40-3FFD3696A525}"/>
                </a:ext>
              </a:extLst>
            </p:cNvPr>
            <p:cNvSpPr>
              <a:spLocks noChangeArrowheads="1"/>
            </p:cNvSpPr>
            <p:nvPr/>
          </p:nvSpPr>
          <p:spPr bwMode="auto">
            <a:xfrm>
              <a:off x="4129088"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38" name="Rectangle 70">
              <a:extLst>
                <a:ext uri="{FF2B5EF4-FFF2-40B4-BE49-F238E27FC236}">
                  <a16:creationId xmlns:a16="http://schemas.microsoft.com/office/drawing/2014/main" id="{69A2B2C9-905D-4BB5-B74E-BF54F0B043D3}"/>
                </a:ext>
              </a:extLst>
            </p:cNvPr>
            <p:cNvSpPr>
              <a:spLocks noChangeArrowheads="1"/>
            </p:cNvSpPr>
            <p:nvPr/>
          </p:nvSpPr>
          <p:spPr bwMode="auto">
            <a:xfrm>
              <a:off x="3335338" y="3914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39" name="Rectangle 71">
              <a:extLst>
                <a:ext uri="{FF2B5EF4-FFF2-40B4-BE49-F238E27FC236}">
                  <a16:creationId xmlns:a16="http://schemas.microsoft.com/office/drawing/2014/main" id="{11EFCA41-C09A-4321-89FE-A2848C331E67}"/>
                </a:ext>
              </a:extLst>
            </p:cNvPr>
            <p:cNvSpPr>
              <a:spLocks noChangeArrowheads="1"/>
            </p:cNvSpPr>
            <p:nvPr/>
          </p:nvSpPr>
          <p:spPr bwMode="auto">
            <a:xfrm>
              <a:off x="4465638" y="39147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40" name="Rectangle 72">
              <a:extLst>
                <a:ext uri="{FF2B5EF4-FFF2-40B4-BE49-F238E27FC236}">
                  <a16:creationId xmlns:a16="http://schemas.microsoft.com/office/drawing/2014/main" id="{9DDFFD2F-C7E6-4F26-8421-DFD755400FE8}"/>
                </a:ext>
              </a:extLst>
            </p:cNvPr>
            <p:cNvSpPr>
              <a:spLocks noChangeArrowheads="1"/>
            </p:cNvSpPr>
            <p:nvPr/>
          </p:nvSpPr>
          <p:spPr bwMode="auto">
            <a:xfrm>
              <a:off x="5219700"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41" name="Rectangle 73">
              <a:extLst>
                <a:ext uri="{FF2B5EF4-FFF2-40B4-BE49-F238E27FC236}">
                  <a16:creationId xmlns:a16="http://schemas.microsoft.com/office/drawing/2014/main" id="{60D05A38-8829-44A7-B468-538702FFA183}"/>
                </a:ext>
              </a:extLst>
            </p:cNvPr>
            <p:cNvSpPr>
              <a:spLocks noChangeArrowheads="1"/>
            </p:cNvSpPr>
            <p:nvPr/>
          </p:nvSpPr>
          <p:spPr bwMode="auto">
            <a:xfrm>
              <a:off x="4618038" y="39147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42" name="Rectangle 74">
              <a:extLst>
                <a:ext uri="{FF2B5EF4-FFF2-40B4-BE49-F238E27FC236}">
                  <a16:creationId xmlns:a16="http://schemas.microsoft.com/office/drawing/2014/main" id="{ECD8F53F-4C7C-4522-9DDA-C0B2EE96E0F7}"/>
                </a:ext>
              </a:extLst>
            </p:cNvPr>
            <p:cNvSpPr>
              <a:spLocks noChangeArrowheads="1"/>
            </p:cNvSpPr>
            <p:nvPr/>
          </p:nvSpPr>
          <p:spPr bwMode="auto">
            <a:xfrm>
              <a:off x="5518150" y="39147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43" name="Rectangle 75">
              <a:extLst>
                <a:ext uri="{FF2B5EF4-FFF2-40B4-BE49-F238E27FC236}">
                  <a16:creationId xmlns:a16="http://schemas.microsoft.com/office/drawing/2014/main" id="{8EEA4BF3-DD48-40E7-BF94-092328F3590C}"/>
                </a:ext>
              </a:extLst>
            </p:cNvPr>
            <p:cNvSpPr>
              <a:spLocks noChangeArrowheads="1"/>
            </p:cNvSpPr>
            <p:nvPr/>
          </p:nvSpPr>
          <p:spPr bwMode="auto">
            <a:xfrm>
              <a:off x="6235700"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44" name="Rectangle 76">
              <a:extLst>
                <a:ext uri="{FF2B5EF4-FFF2-40B4-BE49-F238E27FC236}">
                  <a16:creationId xmlns:a16="http://schemas.microsoft.com/office/drawing/2014/main" id="{C8BEBB3F-291B-4A7E-A13D-77555064EFC7}"/>
                </a:ext>
              </a:extLst>
            </p:cNvPr>
            <p:cNvSpPr>
              <a:spLocks noChangeArrowheads="1"/>
            </p:cNvSpPr>
            <p:nvPr/>
          </p:nvSpPr>
          <p:spPr bwMode="auto">
            <a:xfrm>
              <a:off x="3013075" y="42164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45" name="Rectangle 77">
              <a:extLst>
                <a:ext uri="{FF2B5EF4-FFF2-40B4-BE49-F238E27FC236}">
                  <a16:creationId xmlns:a16="http://schemas.microsoft.com/office/drawing/2014/main" id="{A49F70B6-7C77-4EDF-B7AA-E8EBEC4CCA06}"/>
                </a:ext>
              </a:extLst>
            </p:cNvPr>
            <p:cNvSpPr>
              <a:spLocks noChangeArrowheads="1"/>
            </p:cNvSpPr>
            <p:nvPr/>
          </p:nvSpPr>
          <p:spPr bwMode="auto">
            <a:xfrm>
              <a:off x="5657850" y="39147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46" name="Rectangle 78">
              <a:extLst>
                <a:ext uri="{FF2B5EF4-FFF2-40B4-BE49-F238E27FC236}">
                  <a16:creationId xmlns:a16="http://schemas.microsoft.com/office/drawing/2014/main" id="{8D9BCBC7-1D20-4B54-8476-24C847A22C3D}"/>
                </a:ext>
              </a:extLst>
            </p:cNvPr>
            <p:cNvSpPr>
              <a:spLocks noChangeArrowheads="1"/>
            </p:cNvSpPr>
            <p:nvPr/>
          </p:nvSpPr>
          <p:spPr bwMode="auto">
            <a:xfrm>
              <a:off x="4129088"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47" name="Rectangle 79">
              <a:extLst>
                <a:ext uri="{FF2B5EF4-FFF2-40B4-BE49-F238E27FC236}">
                  <a16:creationId xmlns:a16="http://schemas.microsoft.com/office/drawing/2014/main" id="{2049694B-B901-4117-9EC9-FF03F36AE27A}"/>
                </a:ext>
              </a:extLst>
            </p:cNvPr>
            <p:cNvSpPr>
              <a:spLocks noChangeArrowheads="1"/>
            </p:cNvSpPr>
            <p:nvPr/>
          </p:nvSpPr>
          <p:spPr bwMode="auto">
            <a:xfrm>
              <a:off x="3335338" y="4219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48" name="Rectangle 80">
              <a:extLst>
                <a:ext uri="{FF2B5EF4-FFF2-40B4-BE49-F238E27FC236}">
                  <a16:creationId xmlns:a16="http://schemas.microsoft.com/office/drawing/2014/main" id="{309C3B23-FF04-4E6C-9FE5-648F91243EB3}"/>
                </a:ext>
              </a:extLst>
            </p:cNvPr>
            <p:cNvSpPr>
              <a:spLocks noChangeArrowheads="1"/>
            </p:cNvSpPr>
            <p:nvPr/>
          </p:nvSpPr>
          <p:spPr bwMode="auto">
            <a:xfrm>
              <a:off x="4465638" y="42195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49" name="Rectangle 81">
              <a:extLst>
                <a:ext uri="{FF2B5EF4-FFF2-40B4-BE49-F238E27FC236}">
                  <a16:creationId xmlns:a16="http://schemas.microsoft.com/office/drawing/2014/main" id="{104A75CA-3EE1-4AD0-887A-CB44033A016E}"/>
                </a:ext>
              </a:extLst>
            </p:cNvPr>
            <p:cNvSpPr>
              <a:spLocks noChangeArrowheads="1"/>
            </p:cNvSpPr>
            <p:nvPr/>
          </p:nvSpPr>
          <p:spPr bwMode="auto">
            <a:xfrm>
              <a:off x="5219700"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50" name="Rectangle 82">
              <a:extLst>
                <a:ext uri="{FF2B5EF4-FFF2-40B4-BE49-F238E27FC236}">
                  <a16:creationId xmlns:a16="http://schemas.microsoft.com/office/drawing/2014/main" id="{724AA2D7-4EA6-4E5B-AD95-0E97F0F47DB4}"/>
                </a:ext>
              </a:extLst>
            </p:cNvPr>
            <p:cNvSpPr>
              <a:spLocks noChangeArrowheads="1"/>
            </p:cNvSpPr>
            <p:nvPr/>
          </p:nvSpPr>
          <p:spPr bwMode="auto">
            <a:xfrm>
              <a:off x="4618038" y="42195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51" name="Rectangle 83">
              <a:extLst>
                <a:ext uri="{FF2B5EF4-FFF2-40B4-BE49-F238E27FC236}">
                  <a16:creationId xmlns:a16="http://schemas.microsoft.com/office/drawing/2014/main" id="{D52DC029-6CBA-40A5-8F63-98EB014775FE}"/>
                </a:ext>
              </a:extLst>
            </p:cNvPr>
            <p:cNvSpPr>
              <a:spLocks noChangeArrowheads="1"/>
            </p:cNvSpPr>
            <p:nvPr/>
          </p:nvSpPr>
          <p:spPr bwMode="auto">
            <a:xfrm>
              <a:off x="5518150" y="42195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52" name="Rectangle 84">
              <a:extLst>
                <a:ext uri="{FF2B5EF4-FFF2-40B4-BE49-F238E27FC236}">
                  <a16:creationId xmlns:a16="http://schemas.microsoft.com/office/drawing/2014/main" id="{E7C8C10E-1941-4BF8-8F26-44E7996C7067}"/>
                </a:ext>
              </a:extLst>
            </p:cNvPr>
            <p:cNvSpPr>
              <a:spLocks noChangeArrowheads="1"/>
            </p:cNvSpPr>
            <p:nvPr/>
          </p:nvSpPr>
          <p:spPr bwMode="auto">
            <a:xfrm>
              <a:off x="6235700"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53" name="Rectangle 85">
              <a:extLst>
                <a:ext uri="{FF2B5EF4-FFF2-40B4-BE49-F238E27FC236}">
                  <a16:creationId xmlns:a16="http://schemas.microsoft.com/office/drawing/2014/main" id="{19095827-AF89-42F0-867D-519826F924E9}"/>
                </a:ext>
              </a:extLst>
            </p:cNvPr>
            <p:cNvSpPr>
              <a:spLocks noChangeArrowheads="1"/>
            </p:cNvSpPr>
            <p:nvPr/>
          </p:nvSpPr>
          <p:spPr bwMode="auto">
            <a:xfrm>
              <a:off x="3013075" y="45212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54" name="Rectangle 86">
              <a:extLst>
                <a:ext uri="{FF2B5EF4-FFF2-40B4-BE49-F238E27FC236}">
                  <a16:creationId xmlns:a16="http://schemas.microsoft.com/office/drawing/2014/main" id="{7BE53D38-7DA1-44AD-A1F4-0AB1FD4A5948}"/>
                </a:ext>
              </a:extLst>
            </p:cNvPr>
            <p:cNvSpPr>
              <a:spLocks noChangeArrowheads="1"/>
            </p:cNvSpPr>
            <p:nvPr/>
          </p:nvSpPr>
          <p:spPr bwMode="auto">
            <a:xfrm>
              <a:off x="5657850" y="42195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55" name="Rectangle 87">
              <a:extLst>
                <a:ext uri="{FF2B5EF4-FFF2-40B4-BE49-F238E27FC236}">
                  <a16:creationId xmlns:a16="http://schemas.microsoft.com/office/drawing/2014/main" id="{38D5F458-D644-4554-9058-1C854EE68C87}"/>
                </a:ext>
              </a:extLst>
            </p:cNvPr>
            <p:cNvSpPr>
              <a:spLocks noChangeArrowheads="1"/>
            </p:cNvSpPr>
            <p:nvPr/>
          </p:nvSpPr>
          <p:spPr bwMode="auto">
            <a:xfrm>
              <a:off x="4129088"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56" name="Rectangle 88">
              <a:extLst>
                <a:ext uri="{FF2B5EF4-FFF2-40B4-BE49-F238E27FC236}">
                  <a16:creationId xmlns:a16="http://schemas.microsoft.com/office/drawing/2014/main" id="{CB1D0403-3331-47D9-95B9-C450336047C9}"/>
                </a:ext>
              </a:extLst>
            </p:cNvPr>
            <p:cNvSpPr>
              <a:spLocks noChangeArrowheads="1"/>
            </p:cNvSpPr>
            <p:nvPr/>
          </p:nvSpPr>
          <p:spPr bwMode="auto">
            <a:xfrm>
              <a:off x="3335338" y="4522788"/>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57" name="Rectangle 89">
              <a:extLst>
                <a:ext uri="{FF2B5EF4-FFF2-40B4-BE49-F238E27FC236}">
                  <a16:creationId xmlns:a16="http://schemas.microsoft.com/office/drawing/2014/main" id="{D1A4890F-2AA9-49EE-883B-31BF18F8E41F}"/>
                </a:ext>
              </a:extLst>
            </p:cNvPr>
            <p:cNvSpPr>
              <a:spLocks noChangeArrowheads="1"/>
            </p:cNvSpPr>
            <p:nvPr/>
          </p:nvSpPr>
          <p:spPr bwMode="auto">
            <a:xfrm>
              <a:off x="4465638" y="45227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58" name="Rectangle 90">
              <a:extLst>
                <a:ext uri="{FF2B5EF4-FFF2-40B4-BE49-F238E27FC236}">
                  <a16:creationId xmlns:a16="http://schemas.microsoft.com/office/drawing/2014/main" id="{14CBB608-6832-4F93-9894-B9E044D69221}"/>
                </a:ext>
              </a:extLst>
            </p:cNvPr>
            <p:cNvSpPr>
              <a:spLocks noChangeArrowheads="1"/>
            </p:cNvSpPr>
            <p:nvPr/>
          </p:nvSpPr>
          <p:spPr bwMode="auto">
            <a:xfrm>
              <a:off x="5219700"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59" name="Rectangle 91">
              <a:extLst>
                <a:ext uri="{FF2B5EF4-FFF2-40B4-BE49-F238E27FC236}">
                  <a16:creationId xmlns:a16="http://schemas.microsoft.com/office/drawing/2014/main" id="{9B95E3F8-52F2-4FDD-990E-72C47C67FB0B}"/>
                </a:ext>
              </a:extLst>
            </p:cNvPr>
            <p:cNvSpPr>
              <a:spLocks noChangeArrowheads="1"/>
            </p:cNvSpPr>
            <p:nvPr/>
          </p:nvSpPr>
          <p:spPr bwMode="auto">
            <a:xfrm>
              <a:off x="4618038" y="4522788"/>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60" name="Rectangle 92">
              <a:extLst>
                <a:ext uri="{FF2B5EF4-FFF2-40B4-BE49-F238E27FC236}">
                  <a16:creationId xmlns:a16="http://schemas.microsoft.com/office/drawing/2014/main" id="{CF949AAE-DAED-459A-8153-4235A9371284}"/>
                </a:ext>
              </a:extLst>
            </p:cNvPr>
            <p:cNvSpPr>
              <a:spLocks noChangeArrowheads="1"/>
            </p:cNvSpPr>
            <p:nvPr/>
          </p:nvSpPr>
          <p:spPr bwMode="auto">
            <a:xfrm>
              <a:off x="5518150" y="45227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61" name="Rectangle 93">
              <a:extLst>
                <a:ext uri="{FF2B5EF4-FFF2-40B4-BE49-F238E27FC236}">
                  <a16:creationId xmlns:a16="http://schemas.microsoft.com/office/drawing/2014/main" id="{0C4D5176-3683-4BA5-93F4-57DDBDD68044}"/>
                </a:ext>
              </a:extLst>
            </p:cNvPr>
            <p:cNvSpPr>
              <a:spLocks noChangeArrowheads="1"/>
            </p:cNvSpPr>
            <p:nvPr/>
          </p:nvSpPr>
          <p:spPr bwMode="auto">
            <a:xfrm>
              <a:off x="6235700"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62" name="Rectangle 94">
              <a:extLst>
                <a:ext uri="{FF2B5EF4-FFF2-40B4-BE49-F238E27FC236}">
                  <a16:creationId xmlns:a16="http://schemas.microsoft.com/office/drawing/2014/main" id="{CADCE3D3-D712-40F9-AE9C-8A424FA938A2}"/>
                </a:ext>
              </a:extLst>
            </p:cNvPr>
            <p:cNvSpPr>
              <a:spLocks noChangeArrowheads="1"/>
            </p:cNvSpPr>
            <p:nvPr/>
          </p:nvSpPr>
          <p:spPr bwMode="auto">
            <a:xfrm>
              <a:off x="3013075" y="48260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63" name="Rectangle 95">
              <a:extLst>
                <a:ext uri="{FF2B5EF4-FFF2-40B4-BE49-F238E27FC236}">
                  <a16:creationId xmlns:a16="http://schemas.microsoft.com/office/drawing/2014/main" id="{B7C57FC3-4AE2-4EB8-A1A0-416E97B8B10D}"/>
                </a:ext>
              </a:extLst>
            </p:cNvPr>
            <p:cNvSpPr>
              <a:spLocks noChangeArrowheads="1"/>
            </p:cNvSpPr>
            <p:nvPr/>
          </p:nvSpPr>
          <p:spPr bwMode="auto">
            <a:xfrm>
              <a:off x="5657850" y="4522788"/>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64" name="Rectangle 96">
              <a:extLst>
                <a:ext uri="{FF2B5EF4-FFF2-40B4-BE49-F238E27FC236}">
                  <a16:creationId xmlns:a16="http://schemas.microsoft.com/office/drawing/2014/main" id="{B11CF226-64C6-485F-B676-31F3DFCCFB12}"/>
                </a:ext>
              </a:extLst>
            </p:cNvPr>
            <p:cNvSpPr>
              <a:spLocks noChangeArrowheads="1"/>
            </p:cNvSpPr>
            <p:nvPr/>
          </p:nvSpPr>
          <p:spPr bwMode="auto">
            <a:xfrm>
              <a:off x="4129088"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65" name="Rectangle 97">
              <a:extLst>
                <a:ext uri="{FF2B5EF4-FFF2-40B4-BE49-F238E27FC236}">
                  <a16:creationId xmlns:a16="http://schemas.microsoft.com/office/drawing/2014/main" id="{A0F1EC0B-1CBA-474E-91B9-866A631CD9F7}"/>
                </a:ext>
              </a:extLst>
            </p:cNvPr>
            <p:cNvSpPr>
              <a:spLocks noChangeArrowheads="1"/>
            </p:cNvSpPr>
            <p:nvPr/>
          </p:nvSpPr>
          <p:spPr bwMode="auto">
            <a:xfrm>
              <a:off x="3335338" y="48244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66" name="Rectangle 98">
              <a:extLst>
                <a:ext uri="{FF2B5EF4-FFF2-40B4-BE49-F238E27FC236}">
                  <a16:creationId xmlns:a16="http://schemas.microsoft.com/office/drawing/2014/main" id="{61882CE8-AFF6-403C-A59D-8A30ED055F27}"/>
                </a:ext>
              </a:extLst>
            </p:cNvPr>
            <p:cNvSpPr>
              <a:spLocks noChangeArrowheads="1"/>
            </p:cNvSpPr>
            <p:nvPr/>
          </p:nvSpPr>
          <p:spPr bwMode="auto">
            <a:xfrm>
              <a:off x="4465638" y="48244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67" name="Rectangle 99">
              <a:extLst>
                <a:ext uri="{FF2B5EF4-FFF2-40B4-BE49-F238E27FC236}">
                  <a16:creationId xmlns:a16="http://schemas.microsoft.com/office/drawing/2014/main" id="{E22DC186-AD6C-4402-8F34-A442A830BC99}"/>
                </a:ext>
              </a:extLst>
            </p:cNvPr>
            <p:cNvSpPr>
              <a:spLocks noChangeArrowheads="1"/>
            </p:cNvSpPr>
            <p:nvPr/>
          </p:nvSpPr>
          <p:spPr bwMode="auto">
            <a:xfrm>
              <a:off x="5219700"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68" name="Rectangle 100">
              <a:extLst>
                <a:ext uri="{FF2B5EF4-FFF2-40B4-BE49-F238E27FC236}">
                  <a16:creationId xmlns:a16="http://schemas.microsoft.com/office/drawing/2014/main" id="{B557E8CD-C5C2-4439-80C5-2798C3ED31F5}"/>
                </a:ext>
              </a:extLst>
            </p:cNvPr>
            <p:cNvSpPr>
              <a:spLocks noChangeArrowheads="1"/>
            </p:cNvSpPr>
            <p:nvPr/>
          </p:nvSpPr>
          <p:spPr bwMode="auto">
            <a:xfrm>
              <a:off x="4618038" y="48244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69" name="Rectangle 101">
              <a:extLst>
                <a:ext uri="{FF2B5EF4-FFF2-40B4-BE49-F238E27FC236}">
                  <a16:creationId xmlns:a16="http://schemas.microsoft.com/office/drawing/2014/main" id="{837B254C-FBB3-4B1B-8045-4371B56A07DF}"/>
                </a:ext>
              </a:extLst>
            </p:cNvPr>
            <p:cNvSpPr>
              <a:spLocks noChangeArrowheads="1"/>
            </p:cNvSpPr>
            <p:nvPr/>
          </p:nvSpPr>
          <p:spPr bwMode="auto">
            <a:xfrm>
              <a:off x="5518150" y="48244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70" name="Rectangle 102">
              <a:extLst>
                <a:ext uri="{FF2B5EF4-FFF2-40B4-BE49-F238E27FC236}">
                  <a16:creationId xmlns:a16="http://schemas.microsoft.com/office/drawing/2014/main" id="{C867313D-32A4-4CC2-AD57-45AE1B405AB6}"/>
                </a:ext>
              </a:extLst>
            </p:cNvPr>
            <p:cNvSpPr>
              <a:spLocks noChangeArrowheads="1"/>
            </p:cNvSpPr>
            <p:nvPr/>
          </p:nvSpPr>
          <p:spPr bwMode="auto">
            <a:xfrm>
              <a:off x="6235700"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71" name="Rectangle 103">
              <a:extLst>
                <a:ext uri="{FF2B5EF4-FFF2-40B4-BE49-F238E27FC236}">
                  <a16:creationId xmlns:a16="http://schemas.microsoft.com/office/drawing/2014/main" id="{C5369908-4377-4225-9CEB-49BBDDB472D2}"/>
                </a:ext>
              </a:extLst>
            </p:cNvPr>
            <p:cNvSpPr>
              <a:spLocks noChangeArrowheads="1"/>
            </p:cNvSpPr>
            <p:nvPr/>
          </p:nvSpPr>
          <p:spPr bwMode="auto">
            <a:xfrm>
              <a:off x="3013075" y="5135563"/>
              <a:ext cx="11113"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72" name="Rectangle 104">
              <a:extLst>
                <a:ext uri="{FF2B5EF4-FFF2-40B4-BE49-F238E27FC236}">
                  <a16:creationId xmlns:a16="http://schemas.microsoft.com/office/drawing/2014/main" id="{CC1FE8E9-BB25-403D-A4B3-4E0127E9B470}"/>
                </a:ext>
              </a:extLst>
            </p:cNvPr>
            <p:cNvSpPr>
              <a:spLocks noChangeArrowheads="1"/>
            </p:cNvSpPr>
            <p:nvPr/>
          </p:nvSpPr>
          <p:spPr bwMode="auto">
            <a:xfrm>
              <a:off x="5657850" y="48244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73" name="Rectangle 105">
              <a:extLst>
                <a:ext uri="{FF2B5EF4-FFF2-40B4-BE49-F238E27FC236}">
                  <a16:creationId xmlns:a16="http://schemas.microsoft.com/office/drawing/2014/main" id="{F16DA4BE-16B3-47A8-B949-AB8B9BAD3ED3}"/>
                </a:ext>
              </a:extLst>
            </p:cNvPr>
            <p:cNvSpPr>
              <a:spLocks noChangeArrowheads="1"/>
            </p:cNvSpPr>
            <p:nvPr/>
          </p:nvSpPr>
          <p:spPr bwMode="auto">
            <a:xfrm>
              <a:off x="4129088"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74" name="Rectangle 106">
              <a:extLst>
                <a:ext uri="{FF2B5EF4-FFF2-40B4-BE49-F238E27FC236}">
                  <a16:creationId xmlns:a16="http://schemas.microsoft.com/office/drawing/2014/main" id="{F0B3E784-1BAF-4408-ACF9-92D09AB2BD4A}"/>
                </a:ext>
              </a:extLst>
            </p:cNvPr>
            <p:cNvSpPr>
              <a:spLocks noChangeArrowheads="1"/>
            </p:cNvSpPr>
            <p:nvPr/>
          </p:nvSpPr>
          <p:spPr bwMode="auto">
            <a:xfrm>
              <a:off x="3335338" y="51292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75" name="Rectangle 107">
              <a:extLst>
                <a:ext uri="{FF2B5EF4-FFF2-40B4-BE49-F238E27FC236}">
                  <a16:creationId xmlns:a16="http://schemas.microsoft.com/office/drawing/2014/main" id="{FEBD2161-50E3-4248-A045-F19EE9F624C6}"/>
                </a:ext>
              </a:extLst>
            </p:cNvPr>
            <p:cNvSpPr>
              <a:spLocks noChangeArrowheads="1"/>
            </p:cNvSpPr>
            <p:nvPr/>
          </p:nvSpPr>
          <p:spPr bwMode="auto">
            <a:xfrm>
              <a:off x="4465638" y="51292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76" name="Rectangle 108">
              <a:extLst>
                <a:ext uri="{FF2B5EF4-FFF2-40B4-BE49-F238E27FC236}">
                  <a16:creationId xmlns:a16="http://schemas.microsoft.com/office/drawing/2014/main" id="{1819BB34-4682-4E24-8C9E-6DA3BF4A18DE}"/>
                </a:ext>
              </a:extLst>
            </p:cNvPr>
            <p:cNvSpPr>
              <a:spLocks noChangeArrowheads="1"/>
            </p:cNvSpPr>
            <p:nvPr/>
          </p:nvSpPr>
          <p:spPr bwMode="auto">
            <a:xfrm>
              <a:off x="5219700"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77" name="Rectangle 109">
              <a:extLst>
                <a:ext uri="{FF2B5EF4-FFF2-40B4-BE49-F238E27FC236}">
                  <a16:creationId xmlns:a16="http://schemas.microsoft.com/office/drawing/2014/main" id="{CF3F533A-C1C2-4C06-ADAC-B2156A8D64DA}"/>
                </a:ext>
              </a:extLst>
            </p:cNvPr>
            <p:cNvSpPr>
              <a:spLocks noChangeArrowheads="1"/>
            </p:cNvSpPr>
            <p:nvPr/>
          </p:nvSpPr>
          <p:spPr bwMode="auto">
            <a:xfrm>
              <a:off x="4618038" y="51292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78" name="Rectangle 110">
              <a:extLst>
                <a:ext uri="{FF2B5EF4-FFF2-40B4-BE49-F238E27FC236}">
                  <a16:creationId xmlns:a16="http://schemas.microsoft.com/office/drawing/2014/main" id="{DADAFA1D-F00E-4415-8253-44E86C6A962D}"/>
                </a:ext>
              </a:extLst>
            </p:cNvPr>
            <p:cNvSpPr>
              <a:spLocks noChangeArrowheads="1"/>
            </p:cNvSpPr>
            <p:nvPr/>
          </p:nvSpPr>
          <p:spPr bwMode="auto">
            <a:xfrm>
              <a:off x="5518150" y="51292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79" name="Rectangle 111">
              <a:extLst>
                <a:ext uri="{FF2B5EF4-FFF2-40B4-BE49-F238E27FC236}">
                  <a16:creationId xmlns:a16="http://schemas.microsoft.com/office/drawing/2014/main" id="{4F75221D-BAD6-47C7-ABF3-DAFA83534436}"/>
                </a:ext>
              </a:extLst>
            </p:cNvPr>
            <p:cNvSpPr>
              <a:spLocks noChangeArrowheads="1"/>
            </p:cNvSpPr>
            <p:nvPr/>
          </p:nvSpPr>
          <p:spPr bwMode="auto">
            <a:xfrm>
              <a:off x="6235700"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80" name="Rectangle 112">
              <a:extLst>
                <a:ext uri="{FF2B5EF4-FFF2-40B4-BE49-F238E27FC236}">
                  <a16:creationId xmlns:a16="http://schemas.microsoft.com/office/drawing/2014/main" id="{85ABBEF8-88DC-47F6-A899-D2AD1565813F}"/>
                </a:ext>
              </a:extLst>
            </p:cNvPr>
            <p:cNvSpPr>
              <a:spLocks noChangeArrowheads="1"/>
            </p:cNvSpPr>
            <p:nvPr/>
          </p:nvSpPr>
          <p:spPr bwMode="auto">
            <a:xfrm>
              <a:off x="3038475" y="5473700"/>
              <a:ext cx="3203575"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781" name="Rectangle 113">
              <a:extLst>
                <a:ext uri="{FF2B5EF4-FFF2-40B4-BE49-F238E27FC236}">
                  <a16:creationId xmlns:a16="http://schemas.microsoft.com/office/drawing/2014/main" id="{688B4D07-0D0A-4FB0-ABF0-6CB08CA25185}"/>
                </a:ext>
              </a:extLst>
            </p:cNvPr>
            <p:cNvSpPr>
              <a:spLocks noChangeArrowheads="1"/>
            </p:cNvSpPr>
            <p:nvPr/>
          </p:nvSpPr>
          <p:spPr bwMode="auto">
            <a:xfrm>
              <a:off x="5657850" y="51292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2642" name="Title 1">
            <a:extLst>
              <a:ext uri="{FF2B5EF4-FFF2-40B4-BE49-F238E27FC236}">
                <a16:creationId xmlns:a16="http://schemas.microsoft.com/office/drawing/2014/main" id="{4D97F557-5EEB-4EC8-946D-3D230ECF6D56}"/>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K-map for Y</a:t>
            </a:r>
            <a:r>
              <a:rPr kumimoji="0" lang="en-US" altLang="en-US" sz="3200" b="1" i="0" u="none" strike="noStrike" kern="120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cs typeface="+mn-cs"/>
              </a:rPr>
              <a:t>2</a:t>
            </a:r>
          </a:p>
        </p:txBody>
      </p:sp>
      <p:grpSp>
        <p:nvGrpSpPr>
          <p:cNvPr id="112643" name="Group 114">
            <a:extLst>
              <a:ext uri="{FF2B5EF4-FFF2-40B4-BE49-F238E27FC236}">
                <a16:creationId xmlns:a16="http://schemas.microsoft.com/office/drawing/2014/main" id="{BE5D75DD-A23D-4B23-831D-5C901B6CFF65}"/>
              </a:ext>
            </a:extLst>
          </p:cNvPr>
          <p:cNvGrpSpPr>
            <a:grpSpLocks/>
          </p:cNvGrpSpPr>
          <p:nvPr/>
        </p:nvGrpSpPr>
        <p:grpSpPr bwMode="auto">
          <a:xfrm>
            <a:off x="5562600" y="2438400"/>
            <a:ext cx="2820988" cy="1806575"/>
            <a:chOff x="2286000" y="881063"/>
            <a:chExt cx="2820987" cy="1806575"/>
          </a:xfrm>
        </p:grpSpPr>
        <p:sp>
          <p:nvSpPr>
            <p:cNvPr id="112645" name="Rectangle 16">
              <a:extLst>
                <a:ext uri="{FF2B5EF4-FFF2-40B4-BE49-F238E27FC236}">
                  <a16:creationId xmlns:a16="http://schemas.microsoft.com/office/drawing/2014/main" id="{747FC5F8-C84E-4E57-8508-B198D98851EE}"/>
                </a:ext>
              </a:extLst>
            </p:cNvPr>
            <p:cNvSpPr>
              <a:spLocks noChangeArrowheads="1"/>
            </p:cNvSpPr>
            <p:nvPr/>
          </p:nvSpPr>
          <p:spPr bwMode="auto">
            <a:xfrm>
              <a:off x="2924175" y="1604963"/>
              <a:ext cx="1077912" cy="108267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2646" name="Line 17">
              <a:extLst>
                <a:ext uri="{FF2B5EF4-FFF2-40B4-BE49-F238E27FC236}">
                  <a16:creationId xmlns:a16="http://schemas.microsoft.com/office/drawing/2014/main" id="{0B172BD5-4DBE-4B06-8A94-B91CCA6A797B}"/>
                </a:ext>
              </a:extLst>
            </p:cNvPr>
            <p:cNvSpPr>
              <a:spLocks noChangeShapeType="1"/>
            </p:cNvSpPr>
            <p:nvPr/>
          </p:nvSpPr>
          <p:spPr bwMode="auto">
            <a:xfrm flipH="1">
              <a:off x="2924175" y="2146300"/>
              <a:ext cx="1077912"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47" name="Line 18">
              <a:extLst>
                <a:ext uri="{FF2B5EF4-FFF2-40B4-BE49-F238E27FC236}">
                  <a16:creationId xmlns:a16="http://schemas.microsoft.com/office/drawing/2014/main" id="{28C9444E-C359-45E3-BA6D-8110D85B6BCB}"/>
                </a:ext>
              </a:extLst>
            </p:cNvPr>
            <p:cNvSpPr>
              <a:spLocks noChangeShapeType="1"/>
            </p:cNvSpPr>
            <p:nvPr/>
          </p:nvSpPr>
          <p:spPr bwMode="auto">
            <a:xfrm flipV="1">
              <a:off x="3462337" y="1604963"/>
              <a:ext cx="1588" cy="10826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48" name="Line 19">
              <a:extLst>
                <a:ext uri="{FF2B5EF4-FFF2-40B4-BE49-F238E27FC236}">
                  <a16:creationId xmlns:a16="http://schemas.microsoft.com/office/drawing/2014/main" id="{CBB2AE98-E49A-48CE-88E5-1F5DCB95CDEE}"/>
                </a:ext>
              </a:extLst>
            </p:cNvPr>
            <p:cNvSpPr>
              <a:spLocks noChangeShapeType="1"/>
            </p:cNvSpPr>
            <p:nvPr/>
          </p:nvSpPr>
          <p:spPr bwMode="auto">
            <a:xfrm>
              <a:off x="2384425" y="1036638"/>
              <a:ext cx="539750" cy="5683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49" name="Rectangle 21">
              <a:extLst>
                <a:ext uri="{FF2B5EF4-FFF2-40B4-BE49-F238E27FC236}">
                  <a16:creationId xmlns:a16="http://schemas.microsoft.com/office/drawing/2014/main" id="{BD832818-B051-44E4-9271-BDA0E0639B5E}"/>
                </a:ext>
              </a:extLst>
            </p:cNvPr>
            <p:cNvSpPr>
              <a:spLocks noChangeArrowheads="1"/>
            </p:cNvSpPr>
            <p:nvPr/>
          </p:nvSpPr>
          <p:spPr bwMode="auto">
            <a:xfrm>
              <a:off x="2549525" y="881063"/>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2650" name="Rectangle 22">
              <a:extLst>
                <a:ext uri="{FF2B5EF4-FFF2-40B4-BE49-F238E27FC236}">
                  <a16:creationId xmlns:a16="http://schemas.microsoft.com/office/drawing/2014/main" id="{D096504D-0F02-42B8-B564-630CE27E4A99}"/>
                </a:ext>
              </a:extLst>
            </p:cNvPr>
            <p:cNvSpPr>
              <a:spLocks noChangeArrowheads="1"/>
            </p:cNvSpPr>
            <p:nvPr/>
          </p:nvSpPr>
          <p:spPr bwMode="auto">
            <a:xfrm>
              <a:off x="2662237" y="1003300"/>
              <a:ext cx="120650" cy="258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2651" name="Rectangle 23">
              <a:extLst>
                <a:ext uri="{FF2B5EF4-FFF2-40B4-BE49-F238E27FC236}">
                  <a16:creationId xmlns:a16="http://schemas.microsoft.com/office/drawing/2014/main" id="{1F4F8A57-743B-4DD0-94F6-CA190DA67381}"/>
                </a:ext>
              </a:extLst>
            </p:cNvPr>
            <p:cNvSpPr>
              <a:spLocks noChangeArrowheads="1"/>
            </p:cNvSpPr>
            <p:nvPr/>
          </p:nvSpPr>
          <p:spPr bwMode="auto">
            <a:xfrm>
              <a:off x="2784475" y="881063"/>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2652" name="Rectangle 24">
              <a:extLst>
                <a:ext uri="{FF2B5EF4-FFF2-40B4-BE49-F238E27FC236}">
                  <a16:creationId xmlns:a16="http://schemas.microsoft.com/office/drawing/2014/main" id="{114AADE9-2EFF-457F-8349-DD757D32D0E9}"/>
                </a:ext>
              </a:extLst>
            </p:cNvPr>
            <p:cNvSpPr>
              <a:spLocks noChangeArrowheads="1"/>
            </p:cNvSpPr>
            <p:nvPr/>
          </p:nvSpPr>
          <p:spPr bwMode="auto">
            <a:xfrm>
              <a:off x="2897187" y="1003300"/>
              <a:ext cx="10900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2653" name="Rectangle 25">
              <a:extLst>
                <a:ext uri="{FF2B5EF4-FFF2-40B4-BE49-F238E27FC236}">
                  <a16:creationId xmlns:a16="http://schemas.microsoft.com/office/drawing/2014/main" id="{FD5BFC66-D86F-4891-8BCD-F0785DB6BEE0}"/>
                </a:ext>
              </a:extLst>
            </p:cNvPr>
            <p:cNvSpPr>
              <a:spLocks noChangeArrowheads="1"/>
            </p:cNvSpPr>
            <p:nvPr/>
          </p:nvSpPr>
          <p:spPr bwMode="auto">
            <a:xfrm>
              <a:off x="2286000" y="1143000"/>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2654" name="Rectangle 26">
              <a:extLst>
                <a:ext uri="{FF2B5EF4-FFF2-40B4-BE49-F238E27FC236}">
                  <a16:creationId xmlns:a16="http://schemas.microsoft.com/office/drawing/2014/main" id="{19537221-FFF7-48F9-A3BA-7432B7E5D48D}"/>
                </a:ext>
              </a:extLst>
            </p:cNvPr>
            <p:cNvSpPr>
              <a:spLocks noChangeArrowheads="1"/>
            </p:cNvSpPr>
            <p:nvPr/>
          </p:nvSpPr>
          <p:spPr bwMode="auto">
            <a:xfrm>
              <a:off x="2400300" y="1265238"/>
              <a:ext cx="10900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2655" name="Rectangle 27">
              <a:extLst>
                <a:ext uri="{FF2B5EF4-FFF2-40B4-BE49-F238E27FC236}">
                  <a16:creationId xmlns:a16="http://schemas.microsoft.com/office/drawing/2014/main" id="{47C10004-1A26-473E-AE5B-634CD16132E9}"/>
                </a:ext>
              </a:extLst>
            </p:cNvPr>
            <p:cNvSpPr>
              <a:spLocks noChangeArrowheads="1"/>
            </p:cNvSpPr>
            <p:nvPr/>
          </p:nvSpPr>
          <p:spPr bwMode="auto">
            <a:xfrm>
              <a:off x="3132137" y="1752600"/>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2656" name="Rectangle 28">
              <a:extLst>
                <a:ext uri="{FF2B5EF4-FFF2-40B4-BE49-F238E27FC236}">
                  <a16:creationId xmlns:a16="http://schemas.microsoft.com/office/drawing/2014/main" id="{870D0808-0EB8-4953-8063-5FF897252962}"/>
                </a:ext>
              </a:extLst>
            </p:cNvPr>
            <p:cNvSpPr>
              <a:spLocks noChangeArrowheads="1"/>
            </p:cNvSpPr>
            <p:nvPr/>
          </p:nvSpPr>
          <p:spPr bwMode="auto">
            <a:xfrm>
              <a:off x="3678237" y="1752600"/>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2657" name="Rectangle 29">
              <a:extLst>
                <a:ext uri="{FF2B5EF4-FFF2-40B4-BE49-F238E27FC236}">
                  <a16:creationId xmlns:a16="http://schemas.microsoft.com/office/drawing/2014/main" id="{96C2F00D-5796-4BCD-8859-A21D56EE5F51}"/>
                </a:ext>
              </a:extLst>
            </p:cNvPr>
            <p:cNvSpPr>
              <a:spLocks noChangeArrowheads="1"/>
            </p:cNvSpPr>
            <p:nvPr/>
          </p:nvSpPr>
          <p:spPr bwMode="auto">
            <a:xfrm>
              <a:off x="3132137" y="2300288"/>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2658" name="Rectangle 30">
              <a:extLst>
                <a:ext uri="{FF2B5EF4-FFF2-40B4-BE49-F238E27FC236}">
                  <a16:creationId xmlns:a16="http://schemas.microsoft.com/office/drawing/2014/main" id="{D21DC010-EDF4-46A3-88C5-0AF2CC541B2E}"/>
                </a:ext>
              </a:extLst>
            </p:cNvPr>
            <p:cNvSpPr>
              <a:spLocks noChangeArrowheads="1"/>
            </p:cNvSpPr>
            <p:nvPr/>
          </p:nvSpPr>
          <p:spPr bwMode="auto">
            <a:xfrm>
              <a:off x="4002087" y="1604963"/>
              <a:ext cx="1104900" cy="108267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2659" name="Line 31">
              <a:extLst>
                <a:ext uri="{FF2B5EF4-FFF2-40B4-BE49-F238E27FC236}">
                  <a16:creationId xmlns:a16="http://schemas.microsoft.com/office/drawing/2014/main" id="{EC944BAE-C115-4774-BD02-C018B4EA2674}"/>
                </a:ext>
              </a:extLst>
            </p:cNvPr>
            <p:cNvSpPr>
              <a:spLocks noChangeShapeType="1"/>
            </p:cNvSpPr>
            <p:nvPr/>
          </p:nvSpPr>
          <p:spPr bwMode="auto">
            <a:xfrm flipH="1">
              <a:off x="4002087" y="2146300"/>
              <a:ext cx="1104900"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60" name="Line 32">
              <a:extLst>
                <a:ext uri="{FF2B5EF4-FFF2-40B4-BE49-F238E27FC236}">
                  <a16:creationId xmlns:a16="http://schemas.microsoft.com/office/drawing/2014/main" id="{57A7B2B1-87E6-442E-BAEE-DC0D5B5EC361}"/>
                </a:ext>
              </a:extLst>
            </p:cNvPr>
            <p:cNvSpPr>
              <a:spLocks noChangeShapeType="1"/>
            </p:cNvSpPr>
            <p:nvPr/>
          </p:nvSpPr>
          <p:spPr bwMode="auto">
            <a:xfrm flipV="1">
              <a:off x="4567237" y="1604963"/>
              <a:ext cx="1588" cy="10826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661" name="Rectangle 33">
              <a:extLst>
                <a:ext uri="{FF2B5EF4-FFF2-40B4-BE49-F238E27FC236}">
                  <a16:creationId xmlns:a16="http://schemas.microsoft.com/office/drawing/2014/main" id="{50A0F138-283B-48A6-BB1C-064286EB897D}"/>
                </a:ext>
              </a:extLst>
            </p:cNvPr>
            <p:cNvSpPr>
              <a:spLocks noChangeArrowheads="1"/>
            </p:cNvSpPr>
            <p:nvPr/>
          </p:nvSpPr>
          <p:spPr bwMode="auto">
            <a:xfrm>
              <a:off x="3678237" y="2300288"/>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2662" name="Rectangle 34">
              <a:extLst>
                <a:ext uri="{FF2B5EF4-FFF2-40B4-BE49-F238E27FC236}">
                  <a16:creationId xmlns:a16="http://schemas.microsoft.com/office/drawing/2014/main" id="{71E3E81C-A92F-457B-B098-4E62E40D53CC}"/>
                </a:ext>
              </a:extLst>
            </p:cNvPr>
            <p:cNvSpPr>
              <a:spLocks noChangeArrowheads="1"/>
            </p:cNvSpPr>
            <p:nvPr/>
          </p:nvSpPr>
          <p:spPr bwMode="auto">
            <a:xfrm>
              <a:off x="4225925" y="1752600"/>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2663" name="Rectangle 35">
              <a:extLst>
                <a:ext uri="{FF2B5EF4-FFF2-40B4-BE49-F238E27FC236}">
                  <a16:creationId xmlns:a16="http://schemas.microsoft.com/office/drawing/2014/main" id="{391BC5AE-A537-4831-A167-86FC3400999A}"/>
                </a:ext>
              </a:extLst>
            </p:cNvPr>
            <p:cNvSpPr>
              <a:spLocks noChangeArrowheads="1"/>
            </p:cNvSpPr>
            <p:nvPr/>
          </p:nvSpPr>
          <p:spPr bwMode="auto">
            <a:xfrm>
              <a:off x="4770437" y="1752600"/>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2664" name="Rectangle 36">
              <a:extLst>
                <a:ext uri="{FF2B5EF4-FFF2-40B4-BE49-F238E27FC236}">
                  <a16:creationId xmlns:a16="http://schemas.microsoft.com/office/drawing/2014/main" id="{E5A69CBE-0BB4-4480-A102-86FE3E898CEE}"/>
                </a:ext>
              </a:extLst>
            </p:cNvPr>
            <p:cNvSpPr>
              <a:spLocks noChangeArrowheads="1"/>
            </p:cNvSpPr>
            <p:nvPr/>
          </p:nvSpPr>
          <p:spPr bwMode="auto">
            <a:xfrm>
              <a:off x="4225925" y="2300288"/>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2665" name="Rectangle 41">
              <a:extLst>
                <a:ext uri="{FF2B5EF4-FFF2-40B4-BE49-F238E27FC236}">
                  <a16:creationId xmlns:a16="http://schemas.microsoft.com/office/drawing/2014/main" id="{9AF8F047-2830-48B3-AF44-7671E9FBC77A}"/>
                </a:ext>
              </a:extLst>
            </p:cNvPr>
            <p:cNvSpPr>
              <a:spLocks noChangeArrowheads="1"/>
            </p:cNvSpPr>
            <p:nvPr/>
          </p:nvSpPr>
          <p:spPr bwMode="auto">
            <a:xfrm>
              <a:off x="4770437" y="2300288"/>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2666" name="Rectangle 79">
              <a:extLst>
                <a:ext uri="{FF2B5EF4-FFF2-40B4-BE49-F238E27FC236}">
                  <a16:creationId xmlns:a16="http://schemas.microsoft.com/office/drawing/2014/main" id="{5B6B6F81-193E-42E3-8EF3-736A18040705}"/>
                </a:ext>
              </a:extLst>
            </p:cNvPr>
            <p:cNvSpPr>
              <a:spLocks noChangeArrowheads="1"/>
            </p:cNvSpPr>
            <p:nvPr/>
          </p:nvSpPr>
          <p:spPr bwMode="auto">
            <a:xfrm>
              <a:off x="30749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2667" name="Rectangle 80">
              <a:extLst>
                <a:ext uri="{FF2B5EF4-FFF2-40B4-BE49-F238E27FC236}">
                  <a16:creationId xmlns:a16="http://schemas.microsoft.com/office/drawing/2014/main" id="{EAB1F40C-6C03-42D2-B34D-D8F9F5EC648E}"/>
                </a:ext>
              </a:extLst>
            </p:cNvPr>
            <p:cNvSpPr>
              <a:spLocks noChangeArrowheads="1"/>
            </p:cNvSpPr>
            <p:nvPr/>
          </p:nvSpPr>
          <p:spPr bwMode="auto">
            <a:xfrm>
              <a:off x="36210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2668" name="Rectangle 81">
              <a:extLst>
                <a:ext uri="{FF2B5EF4-FFF2-40B4-BE49-F238E27FC236}">
                  <a16:creationId xmlns:a16="http://schemas.microsoft.com/office/drawing/2014/main" id="{7519850C-98CF-43CC-A790-AB99636BD2AA}"/>
                </a:ext>
              </a:extLst>
            </p:cNvPr>
            <p:cNvSpPr>
              <a:spLocks noChangeArrowheads="1"/>
            </p:cNvSpPr>
            <p:nvPr/>
          </p:nvSpPr>
          <p:spPr bwMode="auto">
            <a:xfrm>
              <a:off x="41671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2669" name="Rectangle 82">
              <a:extLst>
                <a:ext uri="{FF2B5EF4-FFF2-40B4-BE49-F238E27FC236}">
                  <a16:creationId xmlns:a16="http://schemas.microsoft.com/office/drawing/2014/main" id="{E5E77B22-633F-4F91-9821-AEDB17B3607D}"/>
                </a:ext>
              </a:extLst>
            </p:cNvPr>
            <p:cNvSpPr>
              <a:spLocks noChangeArrowheads="1"/>
            </p:cNvSpPr>
            <p:nvPr/>
          </p:nvSpPr>
          <p:spPr bwMode="auto">
            <a:xfrm>
              <a:off x="47132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2670" name="Rectangle 83">
              <a:extLst>
                <a:ext uri="{FF2B5EF4-FFF2-40B4-BE49-F238E27FC236}">
                  <a16:creationId xmlns:a16="http://schemas.microsoft.com/office/drawing/2014/main" id="{3FA3773D-3D57-4636-A48B-0540055A8C63}"/>
                </a:ext>
              </a:extLst>
            </p:cNvPr>
            <p:cNvSpPr>
              <a:spLocks noChangeArrowheads="1"/>
            </p:cNvSpPr>
            <p:nvPr/>
          </p:nvSpPr>
          <p:spPr bwMode="auto">
            <a:xfrm>
              <a:off x="2657475" y="1752600"/>
              <a:ext cx="134937"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2671" name="Rectangle 85">
              <a:extLst>
                <a:ext uri="{FF2B5EF4-FFF2-40B4-BE49-F238E27FC236}">
                  <a16:creationId xmlns:a16="http://schemas.microsoft.com/office/drawing/2014/main" id="{4A60A0CB-9F20-4435-A44D-63CCD9B0ADD0}"/>
                </a:ext>
              </a:extLst>
            </p:cNvPr>
            <p:cNvSpPr>
              <a:spLocks noChangeArrowheads="1"/>
            </p:cNvSpPr>
            <p:nvPr/>
          </p:nvSpPr>
          <p:spPr bwMode="auto">
            <a:xfrm>
              <a:off x="2644775" y="2300288"/>
              <a:ext cx="134937"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grpSp>
      <p:sp>
        <p:nvSpPr>
          <p:cNvPr id="112644" name="Rectangle 142">
            <a:extLst>
              <a:ext uri="{FF2B5EF4-FFF2-40B4-BE49-F238E27FC236}">
                <a16:creationId xmlns:a16="http://schemas.microsoft.com/office/drawing/2014/main" id="{B2FE57AF-0CAE-429B-A7C0-2922D5C22CAE}"/>
              </a:ext>
            </a:extLst>
          </p:cNvPr>
          <p:cNvSpPr>
            <a:spLocks noChangeArrowheads="1"/>
          </p:cNvSpPr>
          <p:nvPr/>
        </p:nvSpPr>
        <p:spPr bwMode="auto">
          <a:xfrm>
            <a:off x="2286000" y="3001963"/>
            <a:ext cx="173038" cy="2403475"/>
          </a:xfrm>
          <a:prstGeom prst="rect">
            <a:avLst/>
          </a:prstGeom>
          <a:solidFill>
            <a:srgbClr val="FF0000">
              <a:alpha val="36078"/>
            </a:srgbClr>
          </a:solidFill>
          <a:ln w="9525">
            <a:solidFill>
              <a:srgbClr val="FF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3665" name="Group 1">
            <a:extLst>
              <a:ext uri="{FF2B5EF4-FFF2-40B4-BE49-F238E27FC236}">
                <a16:creationId xmlns:a16="http://schemas.microsoft.com/office/drawing/2014/main" id="{E77A29BA-A7DA-444F-8AE7-A16F55FB69D6}"/>
              </a:ext>
            </a:extLst>
          </p:cNvPr>
          <p:cNvGrpSpPr>
            <a:grpSpLocks/>
          </p:cNvGrpSpPr>
          <p:nvPr/>
        </p:nvGrpSpPr>
        <p:grpSpPr bwMode="auto">
          <a:xfrm>
            <a:off x="879475" y="1666875"/>
            <a:ext cx="3235325" cy="3819525"/>
            <a:chOff x="3013075" y="1666875"/>
            <a:chExt cx="3235325" cy="3819525"/>
          </a:xfrm>
        </p:grpSpPr>
        <p:sp>
          <p:nvSpPr>
            <p:cNvPr id="113697" name="Rectangle 4">
              <a:extLst>
                <a:ext uri="{FF2B5EF4-FFF2-40B4-BE49-F238E27FC236}">
                  <a16:creationId xmlns:a16="http://schemas.microsoft.com/office/drawing/2014/main" id="{9785E4DA-1A33-4458-800C-99C877522AE0}"/>
                </a:ext>
              </a:extLst>
            </p:cNvPr>
            <p:cNvSpPr>
              <a:spLocks noChangeArrowheads="1"/>
            </p:cNvSpPr>
            <p:nvPr/>
          </p:nvSpPr>
          <p:spPr bwMode="auto">
            <a:xfrm>
              <a:off x="3038475" y="1666875"/>
              <a:ext cx="3203575"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698" name="Rectangle 5">
              <a:extLst>
                <a:ext uri="{FF2B5EF4-FFF2-40B4-BE49-F238E27FC236}">
                  <a16:creationId xmlns:a16="http://schemas.microsoft.com/office/drawing/2014/main" id="{28E38C61-2C25-4DFD-93C5-CB7DBE7011B0}"/>
                </a:ext>
              </a:extLst>
            </p:cNvPr>
            <p:cNvSpPr>
              <a:spLocks noChangeArrowheads="1"/>
            </p:cNvSpPr>
            <p:nvPr/>
          </p:nvSpPr>
          <p:spPr bwMode="auto">
            <a:xfrm>
              <a:off x="3013075" y="1677988"/>
              <a:ext cx="11113"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699" name="Rectangle 6">
              <a:extLst>
                <a:ext uri="{FF2B5EF4-FFF2-40B4-BE49-F238E27FC236}">
                  <a16:creationId xmlns:a16="http://schemas.microsoft.com/office/drawing/2014/main" id="{BA16F736-2113-4084-BCCA-C5F52A16F42B}"/>
                </a:ext>
              </a:extLst>
            </p:cNvPr>
            <p:cNvSpPr>
              <a:spLocks noChangeArrowheads="1"/>
            </p:cNvSpPr>
            <p:nvPr/>
          </p:nvSpPr>
          <p:spPr bwMode="auto">
            <a:xfrm>
              <a:off x="4129088"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00" name="Rectangle 7">
              <a:extLst>
                <a:ext uri="{FF2B5EF4-FFF2-40B4-BE49-F238E27FC236}">
                  <a16:creationId xmlns:a16="http://schemas.microsoft.com/office/drawing/2014/main" id="{2975761A-DB84-4B33-82C2-7ABE1821C158}"/>
                </a:ext>
              </a:extLst>
            </p:cNvPr>
            <p:cNvSpPr>
              <a:spLocks noChangeArrowheads="1"/>
            </p:cNvSpPr>
            <p:nvPr/>
          </p:nvSpPr>
          <p:spPr bwMode="auto">
            <a:xfrm>
              <a:off x="3246438" y="1792288"/>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01" name="Rectangle 8">
              <a:extLst>
                <a:ext uri="{FF2B5EF4-FFF2-40B4-BE49-F238E27FC236}">
                  <a16:creationId xmlns:a16="http://schemas.microsoft.com/office/drawing/2014/main" id="{2B535235-3EB2-4041-8F07-7CD73AE773F2}"/>
                </a:ext>
              </a:extLst>
            </p:cNvPr>
            <p:cNvSpPr>
              <a:spLocks noChangeArrowheads="1"/>
            </p:cNvSpPr>
            <p:nvPr/>
          </p:nvSpPr>
          <p:spPr bwMode="auto">
            <a:xfrm>
              <a:off x="5219700"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02" name="Rectangle 9">
              <a:extLst>
                <a:ext uri="{FF2B5EF4-FFF2-40B4-BE49-F238E27FC236}">
                  <a16:creationId xmlns:a16="http://schemas.microsoft.com/office/drawing/2014/main" id="{DE06E167-1B30-484C-B330-37E70CAC641F}"/>
                </a:ext>
              </a:extLst>
            </p:cNvPr>
            <p:cNvSpPr>
              <a:spLocks noChangeArrowheads="1"/>
            </p:cNvSpPr>
            <p:nvPr/>
          </p:nvSpPr>
          <p:spPr bwMode="auto">
            <a:xfrm>
              <a:off x="4440238" y="1792288"/>
              <a:ext cx="4937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03" name="Rectangle 10">
              <a:extLst>
                <a:ext uri="{FF2B5EF4-FFF2-40B4-BE49-F238E27FC236}">
                  <a16:creationId xmlns:a16="http://schemas.microsoft.com/office/drawing/2014/main" id="{89312571-8684-4638-BB48-577F0435C486}"/>
                </a:ext>
              </a:extLst>
            </p:cNvPr>
            <p:cNvSpPr>
              <a:spLocks noChangeArrowheads="1"/>
            </p:cNvSpPr>
            <p:nvPr/>
          </p:nvSpPr>
          <p:spPr bwMode="auto">
            <a:xfrm>
              <a:off x="6235700"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04" name="Rectangle 11">
              <a:extLst>
                <a:ext uri="{FF2B5EF4-FFF2-40B4-BE49-F238E27FC236}">
                  <a16:creationId xmlns:a16="http://schemas.microsoft.com/office/drawing/2014/main" id="{9151B717-112E-4686-8A91-CBF9DB41870D}"/>
                </a:ext>
              </a:extLst>
            </p:cNvPr>
            <p:cNvSpPr>
              <a:spLocks noChangeArrowheads="1"/>
            </p:cNvSpPr>
            <p:nvPr/>
          </p:nvSpPr>
          <p:spPr bwMode="auto">
            <a:xfrm>
              <a:off x="3013075" y="2139950"/>
              <a:ext cx="11113"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05" name="Rectangle 12">
              <a:extLst>
                <a:ext uri="{FF2B5EF4-FFF2-40B4-BE49-F238E27FC236}">
                  <a16:creationId xmlns:a16="http://schemas.microsoft.com/office/drawing/2014/main" id="{97D31A58-617B-4938-8345-B322C7409FEF}"/>
                </a:ext>
              </a:extLst>
            </p:cNvPr>
            <p:cNvSpPr>
              <a:spLocks noChangeArrowheads="1"/>
            </p:cNvSpPr>
            <p:nvPr/>
          </p:nvSpPr>
          <p:spPr bwMode="auto">
            <a:xfrm>
              <a:off x="5375275" y="1792288"/>
              <a:ext cx="704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Output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06" name="Rectangle 13">
              <a:extLst>
                <a:ext uri="{FF2B5EF4-FFF2-40B4-BE49-F238E27FC236}">
                  <a16:creationId xmlns:a16="http://schemas.microsoft.com/office/drawing/2014/main" id="{D8A190B3-CD4F-4B81-97ED-B2819BCB4C93}"/>
                </a:ext>
              </a:extLst>
            </p:cNvPr>
            <p:cNvSpPr>
              <a:spLocks noChangeArrowheads="1"/>
            </p:cNvSpPr>
            <p:nvPr/>
          </p:nvSpPr>
          <p:spPr bwMode="auto">
            <a:xfrm>
              <a:off x="4129088"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07" name="Rectangle 14">
              <a:extLst>
                <a:ext uri="{FF2B5EF4-FFF2-40B4-BE49-F238E27FC236}">
                  <a16:creationId xmlns:a16="http://schemas.microsoft.com/office/drawing/2014/main" id="{5CCD56E5-38C8-4FD9-9776-16A885D91FBD}"/>
                </a:ext>
              </a:extLst>
            </p:cNvPr>
            <p:cNvSpPr>
              <a:spLocks noChangeArrowheads="1"/>
            </p:cNvSpPr>
            <p:nvPr/>
          </p:nvSpPr>
          <p:spPr bwMode="auto">
            <a:xfrm>
              <a:off x="3387725" y="2141538"/>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08" name="Rectangle 15">
              <a:extLst>
                <a:ext uri="{FF2B5EF4-FFF2-40B4-BE49-F238E27FC236}">
                  <a16:creationId xmlns:a16="http://schemas.microsoft.com/office/drawing/2014/main" id="{2DCF0CC7-3957-44DF-A014-52C5E468007A}"/>
                </a:ext>
              </a:extLst>
            </p:cNvPr>
            <p:cNvSpPr>
              <a:spLocks noChangeArrowheads="1"/>
            </p:cNvSpPr>
            <p:nvPr/>
          </p:nvSpPr>
          <p:spPr bwMode="auto">
            <a:xfrm>
              <a:off x="5219700"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09" name="Rectangle 16">
              <a:extLst>
                <a:ext uri="{FF2B5EF4-FFF2-40B4-BE49-F238E27FC236}">
                  <a16:creationId xmlns:a16="http://schemas.microsoft.com/office/drawing/2014/main" id="{B88931EC-E8BB-465F-B2CB-7E273E35ABD6}"/>
                </a:ext>
              </a:extLst>
            </p:cNvPr>
            <p:cNvSpPr>
              <a:spLocks noChangeArrowheads="1"/>
            </p:cNvSpPr>
            <p:nvPr/>
          </p:nvSpPr>
          <p:spPr bwMode="auto">
            <a:xfrm>
              <a:off x="6235700"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10" name="Rectangle 17">
              <a:extLst>
                <a:ext uri="{FF2B5EF4-FFF2-40B4-BE49-F238E27FC236}">
                  <a16:creationId xmlns:a16="http://schemas.microsoft.com/office/drawing/2014/main" id="{E5DA4812-2A5F-43BF-85FB-D2B27381D213}"/>
                </a:ext>
              </a:extLst>
            </p:cNvPr>
            <p:cNvSpPr>
              <a:spLocks noChangeArrowheads="1"/>
            </p:cNvSpPr>
            <p:nvPr/>
          </p:nvSpPr>
          <p:spPr bwMode="auto">
            <a:xfrm>
              <a:off x="3013075" y="2495550"/>
              <a:ext cx="11113"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11" name="Rectangle 18">
              <a:extLst>
                <a:ext uri="{FF2B5EF4-FFF2-40B4-BE49-F238E27FC236}">
                  <a16:creationId xmlns:a16="http://schemas.microsoft.com/office/drawing/2014/main" id="{BCF9F014-22C0-4474-9C4B-293AD22D515A}"/>
                </a:ext>
              </a:extLst>
            </p:cNvPr>
            <p:cNvSpPr>
              <a:spLocks noChangeArrowheads="1"/>
            </p:cNvSpPr>
            <p:nvPr/>
          </p:nvSpPr>
          <p:spPr bwMode="auto">
            <a:xfrm>
              <a:off x="4452938" y="2141538"/>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12" name="Rectangle 19">
              <a:extLst>
                <a:ext uri="{FF2B5EF4-FFF2-40B4-BE49-F238E27FC236}">
                  <a16:creationId xmlns:a16="http://schemas.microsoft.com/office/drawing/2014/main" id="{2810A9DC-76A6-47D7-9C70-2E42DA519D16}"/>
                </a:ext>
              </a:extLst>
            </p:cNvPr>
            <p:cNvSpPr>
              <a:spLocks noChangeArrowheads="1"/>
            </p:cNvSpPr>
            <p:nvPr/>
          </p:nvSpPr>
          <p:spPr bwMode="auto">
            <a:xfrm>
              <a:off x="3262313" y="2490788"/>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13" name="Rectangle 20">
              <a:extLst>
                <a:ext uri="{FF2B5EF4-FFF2-40B4-BE49-F238E27FC236}">
                  <a16:creationId xmlns:a16="http://schemas.microsoft.com/office/drawing/2014/main" id="{1F9163ED-F897-4B4B-B828-9F06DD56DCC4}"/>
                </a:ext>
              </a:extLst>
            </p:cNvPr>
            <p:cNvSpPr>
              <a:spLocks noChangeArrowheads="1"/>
            </p:cNvSpPr>
            <p:nvPr/>
          </p:nvSpPr>
          <p:spPr bwMode="auto">
            <a:xfrm>
              <a:off x="3387725"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14" name="Rectangle 21">
              <a:extLst>
                <a:ext uri="{FF2B5EF4-FFF2-40B4-BE49-F238E27FC236}">
                  <a16:creationId xmlns:a16="http://schemas.microsoft.com/office/drawing/2014/main" id="{4BDE5267-E389-453B-A2ED-3A5C2E6CC22C}"/>
                </a:ext>
              </a:extLst>
            </p:cNvPr>
            <p:cNvSpPr>
              <a:spLocks noChangeArrowheads="1"/>
            </p:cNvSpPr>
            <p:nvPr/>
          </p:nvSpPr>
          <p:spPr bwMode="auto">
            <a:xfrm>
              <a:off x="3498850" y="2490788"/>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15" name="Rectangle 22">
              <a:extLst>
                <a:ext uri="{FF2B5EF4-FFF2-40B4-BE49-F238E27FC236}">
                  <a16:creationId xmlns:a16="http://schemas.microsoft.com/office/drawing/2014/main" id="{681205B3-DB7E-462B-B7C7-3020DFC169FB}"/>
                </a:ext>
              </a:extLst>
            </p:cNvPr>
            <p:cNvSpPr>
              <a:spLocks noChangeArrowheads="1"/>
            </p:cNvSpPr>
            <p:nvPr/>
          </p:nvSpPr>
          <p:spPr bwMode="auto">
            <a:xfrm>
              <a:off x="36242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16" name="Rectangle 23">
              <a:extLst>
                <a:ext uri="{FF2B5EF4-FFF2-40B4-BE49-F238E27FC236}">
                  <a16:creationId xmlns:a16="http://schemas.microsoft.com/office/drawing/2014/main" id="{5BA6F296-ADFD-4E7D-975B-93A6F4A4F056}"/>
                </a:ext>
              </a:extLst>
            </p:cNvPr>
            <p:cNvSpPr>
              <a:spLocks noChangeArrowheads="1"/>
            </p:cNvSpPr>
            <p:nvPr/>
          </p:nvSpPr>
          <p:spPr bwMode="auto">
            <a:xfrm>
              <a:off x="3738563" y="2490788"/>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17" name="Rectangle 24">
              <a:extLst>
                <a:ext uri="{FF2B5EF4-FFF2-40B4-BE49-F238E27FC236}">
                  <a16:creationId xmlns:a16="http://schemas.microsoft.com/office/drawing/2014/main" id="{9AA6BBE1-EA9D-4613-B9BD-F4F5F2FA5791}"/>
                </a:ext>
              </a:extLst>
            </p:cNvPr>
            <p:cNvSpPr>
              <a:spLocks noChangeArrowheads="1"/>
            </p:cNvSpPr>
            <p:nvPr/>
          </p:nvSpPr>
          <p:spPr bwMode="auto">
            <a:xfrm>
              <a:off x="4129088"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18" name="Rectangle 25">
              <a:extLst>
                <a:ext uri="{FF2B5EF4-FFF2-40B4-BE49-F238E27FC236}">
                  <a16:creationId xmlns:a16="http://schemas.microsoft.com/office/drawing/2014/main" id="{11419582-A021-4C21-BDEB-24534BB490C1}"/>
                </a:ext>
              </a:extLst>
            </p:cNvPr>
            <p:cNvSpPr>
              <a:spLocks noChangeArrowheads="1"/>
            </p:cNvSpPr>
            <p:nvPr/>
          </p:nvSpPr>
          <p:spPr bwMode="auto">
            <a:xfrm>
              <a:off x="386238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19" name="Rectangle 26">
              <a:extLst>
                <a:ext uri="{FF2B5EF4-FFF2-40B4-BE49-F238E27FC236}">
                  <a16:creationId xmlns:a16="http://schemas.microsoft.com/office/drawing/2014/main" id="{3DABB51B-631B-4338-BE4E-7601E5B649C4}"/>
                </a:ext>
              </a:extLst>
            </p:cNvPr>
            <p:cNvSpPr>
              <a:spLocks noChangeArrowheads="1"/>
            </p:cNvSpPr>
            <p:nvPr/>
          </p:nvSpPr>
          <p:spPr bwMode="auto">
            <a:xfrm>
              <a:off x="4295775" y="2490788"/>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20" name="Rectangle 27">
              <a:extLst>
                <a:ext uri="{FF2B5EF4-FFF2-40B4-BE49-F238E27FC236}">
                  <a16:creationId xmlns:a16="http://schemas.microsoft.com/office/drawing/2014/main" id="{97A09F49-6D32-4B59-8DC1-7ADE963586D7}"/>
                </a:ext>
              </a:extLst>
            </p:cNvPr>
            <p:cNvSpPr>
              <a:spLocks noChangeArrowheads="1"/>
            </p:cNvSpPr>
            <p:nvPr/>
          </p:nvSpPr>
          <p:spPr bwMode="auto">
            <a:xfrm>
              <a:off x="44402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21" name="Rectangle 28">
              <a:extLst>
                <a:ext uri="{FF2B5EF4-FFF2-40B4-BE49-F238E27FC236}">
                  <a16:creationId xmlns:a16="http://schemas.microsoft.com/office/drawing/2014/main" id="{3C2A556F-0DC7-44E9-A396-F54475394B2B}"/>
                </a:ext>
              </a:extLst>
            </p:cNvPr>
            <p:cNvSpPr>
              <a:spLocks noChangeArrowheads="1"/>
            </p:cNvSpPr>
            <p:nvPr/>
          </p:nvSpPr>
          <p:spPr bwMode="auto">
            <a:xfrm>
              <a:off x="4556125" y="2490788"/>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22" name="Rectangle 29">
              <a:extLst>
                <a:ext uri="{FF2B5EF4-FFF2-40B4-BE49-F238E27FC236}">
                  <a16:creationId xmlns:a16="http://schemas.microsoft.com/office/drawing/2014/main" id="{B733B874-A9DC-4E99-A195-A955EBA38A9B}"/>
                </a:ext>
              </a:extLst>
            </p:cNvPr>
            <p:cNvSpPr>
              <a:spLocks noChangeArrowheads="1"/>
            </p:cNvSpPr>
            <p:nvPr/>
          </p:nvSpPr>
          <p:spPr bwMode="auto">
            <a:xfrm>
              <a:off x="4702175"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23" name="Rectangle 30">
              <a:extLst>
                <a:ext uri="{FF2B5EF4-FFF2-40B4-BE49-F238E27FC236}">
                  <a16:creationId xmlns:a16="http://schemas.microsoft.com/office/drawing/2014/main" id="{8A7E231B-249E-43A8-914E-009EFC581AB3}"/>
                </a:ext>
              </a:extLst>
            </p:cNvPr>
            <p:cNvSpPr>
              <a:spLocks noChangeArrowheads="1"/>
            </p:cNvSpPr>
            <p:nvPr/>
          </p:nvSpPr>
          <p:spPr bwMode="auto">
            <a:xfrm>
              <a:off x="4814888" y="2490788"/>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24" name="Rectangle 31">
              <a:extLst>
                <a:ext uri="{FF2B5EF4-FFF2-40B4-BE49-F238E27FC236}">
                  <a16:creationId xmlns:a16="http://schemas.microsoft.com/office/drawing/2014/main" id="{93396247-871C-4F1A-9F31-2C45B5177BB0}"/>
                </a:ext>
              </a:extLst>
            </p:cNvPr>
            <p:cNvSpPr>
              <a:spLocks noChangeArrowheads="1"/>
            </p:cNvSpPr>
            <p:nvPr/>
          </p:nvSpPr>
          <p:spPr bwMode="auto">
            <a:xfrm>
              <a:off x="5219700"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25" name="Rectangle 32">
              <a:extLst>
                <a:ext uri="{FF2B5EF4-FFF2-40B4-BE49-F238E27FC236}">
                  <a16:creationId xmlns:a16="http://schemas.microsoft.com/office/drawing/2014/main" id="{AB2AF1E2-4852-4F01-AF85-044B4AFF7D2A}"/>
                </a:ext>
              </a:extLst>
            </p:cNvPr>
            <p:cNvSpPr>
              <a:spLocks noChangeArrowheads="1"/>
            </p:cNvSpPr>
            <p:nvPr/>
          </p:nvSpPr>
          <p:spPr bwMode="auto">
            <a:xfrm>
              <a:off x="49609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26" name="Rectangle 33">
              <a:extLst>
                <a:ext uri="{FF2B5EF4-FFF2-40B4-BE49-F238E27FC236}">
                  <a16:creationId xmlns:a16="http://schemas.microsoft.com/office/drawing/2014/main" id="{C664FF03-D21B-4003-B218-E8C29748C073}"/>
                </a:ext>
              </a:extLst>
            </p:cNvPr>
            <p:cNvSpPr>
              <a:spLocks noChangeArrowheads="1"/>
            </p:cNvSpPr>
            <p:nvPr/>
          </p:nvSpPr>
          <p:spPr bwMode="auto">
            <a:xfrm>
              <a:off x="5384800"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27" name="Rectangle 34">
              <a:extLst>
                <a:ext uri="{FF2B5EF4-FFF2-40B4-BE49-F238E27FC236}">
                  <a16:creationId xmlns:a16="http://schemas.microsoft.com/office/drawing/2014/main" id="{E111DF4F-9E12-49EF-8998-169BEED743BE}"/>
                </a:ext>
              </a:extLst>
            </p:cNvPr>
            <p:cNvSpPr>
              <a:spLocks noChangeArrowheads="1"/>
            </p:cNvSpPr>
            <p:nvPr/>
          </p:nvSpPr>
          <p:spPr bwMode="auto">
            <a:xfrm>
              <a:off x="55038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28" name="Rectangle 35">
              <a:extLst>
                <a:ext uri="{FF2B5EF4-FFF2-40B4-BE49-F238E27FC236}">
                  <a16:creationId xmlns:a16="http://schemas.microsoft.com/office/drawing/2014/main" id="{A4C0C9D5-C288-4901-8BB4-2BBA665CB1B8}"/>
                </a:ext>
              </a:extLst>
            </p:cNvPr>
            <p:cNvSpPr>
              <a:spLocks noChangeArrowheads="1"/>
            </p:cNvSpPr>
            <p:nvPr/>
          </p:nvSpPr>
          <p:spPr bwMode="auto">
            <a:xfrm>
              <a:off x="5613400"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29" name="Rectangle 36">
              <a:extLst>
                <a:ext uri="{FF2B5EF4-FFF2-40B4-BE49-F238E27FC236}">
                  <a16:creationId xmlns:a16="http://schemas.microsoft.com/office/drawing/2014/main" id="{E659609C-ED39-4A12-A704-7336C45A9398}"/>
                </a:ext>
              </a:extLst>
            </p:cNvPr>
            <p:cNvSpPr>
              <a:spLocks noChangeArrowheads="1"/>
            </p:cNvSpPr>
            <p:nvPr/>
          </p:nvSpPr>
          <p:spPr bwMode="auto">
            <a:xfrm>
              <a:off x="57324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30" name="Rectangle 37">
              <a:extLst>
                <a:ext uri="{FF2B5EF4-FFF2-40B4-BE49-F238E27FC236}">
                  <a16:creationId xmlns:a16="http://schemas.microsoft.com/office/drawing/2014/main" id="{F8813DBD-3A53-4F17-920F-7736CAF409DD}"/>
                </a:ext>
              </a:extLst>
            </p:cNvPr>
            <p:cNvSpPr>
              <a:spLocks noChangeArrowheads="1"/>
            </p:cNvSpPr>
            <p:nvPr/>
          </p:nvSpPr>
          <p:spPr bwMode="auto">
            <a:xfrm>
              <a:off x="5845175"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31" name="Rectangle 38">
              <a:extLst>
                <a:ext uri="{FF2B5EF4-FFF2-40B4-BE49-F238E27FC236}">
                  <a16:creationId xmlns:a16="http://schemas.microsoft.com/office/drawing/2014/main" id="{3C0BE658-A2DF-411A-AD73-D813A560AABB}"/>
                </a:ext>
              </a:extLst>
            </p:cNvPr>
            <p:cNvSpPr>
              <a:spLocks noChangeArrowheads="1"/>
            </p:cNvSpPr>
            <p:nvPr/>
          </p:nvSpPr>
          <p:spPr bwMode="auto">
            <a:xfrm>
              <a:off x="6235700"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32" name="Rectangle 39">
              <a:extLst>
                <a:ext uri="{FF2B5EF4-FFF2-40B4-BE49-F238E27FC236}">
                  <a16:creationId xmlns:a16="http://schemas.microsoft.com/office/drawing/2014/main" id="{5631D952-68C5-47C8-A49B-A5820431DBAB}"/>
                </a:ext>
              </a:extLst>
            </p:cNvPr>
            <p:cNvSpPr>
              <a:spLocks noChangeArrowheads="1"/>
            </p:cNvSpPr>
            <p:nvPr/>
          </p:nvSpPr>
          <p:spPr bwMode="auto">
            <a:xfrm>
              <a:off x="3038475" y="2833688"/>
              <a:ext cx="3203575"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33" name="Rectangle 40">
              <a:extLst>
                <a:ext uri="{FF2B5EF4-FFF2-40B4-BE49-F238E27FC236}">
                  <a16:creationId xmlns:a16="http://schemas.microsoft.com/office/drawing/2014/main" id="{36FD7731-9ECE-4955-B232-BB06D20FA619}"/>
                </a:ext>
              </a:extLst>
            </p:cNvPr>
            <p:cNvSpPr>
              <a:spLocks noChangeArrowheads="1"/>
            </p:cNvSpPr>
            <p:nvPr/>
          </p:nvSpPr>
          <p:spPr bwMode="auto">
            <a:xfrm>
              <a:off x="3013075" y="2846388"/>
              <a:ext cx="11113"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34" name="Rectangle 41">
              <a:extLst>
                <a:ext uri="{FF2B5EF4-FFF2-40B4-BE49-F238E27FC236}">
                  <a16:creationId xmlns:a16="http://schemas.microsoft.com/office/drawing/2014/main" id="{D7DC5C4E-BCB2-44B9-AE73-1D512BE956E3}"/>
                </a:ext>
              </a:extLst>
            </p:cNvPr>
            <p:cNvSpPr>
              <a:spLocks noChangeArrowheads="1"/>
            </p:cNvSpPr>
            <p:nvPr/>
          </p:nvSpPr>
          <p:spPr bwMode="auto">
            <a:xfrm>
              <a:off x="59642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35" name="Rectangle 42">
              <a:extLst>
                <a:ext uri="{FF2B5EF4-FFF2-40B4-BE49-F238E27FC236}">
                  <a16:creationId xmlns:a16="http://schemas.microsoft.com/office/drawing/2014/main" id="{517055E3-6DE1-401F-A6C9-CB5AD4B25DC6}"/>
                </a:ext>
              </a:extLst>
            </p:cNvPr>
            <p:cNvSpPr>
              <a:spLocks noChangeArrowheads="1"/>
            </p:cNvSpPr>
            <p:nvPr/>
          </p:nvSpPr>
          <p:spPr bwMode="auto">
            <a:xfrm>
              <a:off x="4129088"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36" name="Rectangle 43">
              <a:extLst>
                <a:ext uri="{FF2B5EF4-FFF2-40B4-BE49-F238E27FC236}">
                  <a16:creationId xmlns:a16="http://schemas.microsoft.com/office/drawing/2014/main" id="{4D6B210B-4757-480D-810A-B2E6C22BD249}"/>
                </a:ext>
              </a:extLst>
            </p:cNvPr>
            <p:cNvSpPr>
              <a:spLocks noChangeArrowheads="1"/>
            </p:cNvSpPr>
            <p:nvPr/>
          </p:nvSpPr>
          <p:spPr bwMode="auto">
            <a:xfrm>
              <a:off x="3335338" y="29575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37" name="Rectangle 44">
              <a:extLst>
                <a:ext uri="{FF2B5EF4-FFF2-40B4-BE49-F238E27FC236}">
                  <a16:creationId xmlns:a16="http://schemas.microsoft.com/office/drawing/2014/main" id="{286D5F45-BA60-46CA-B6F5-0E99AD897B2C}"/>
                </a:ext>
              </a:extLst>
            </p:cNvPr>
            <p:cNvSpPr>
              <a:spLocks noChangeArrowheads="1"/>
            </p:cNvSpPr>
            <p:nvPr/>
          </p:nvSpPr>
          <p:spPr bwMode="auto">
            <a:xfrm>
              <a:off x="4465638" y="2957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38" name="Rectangle 45">
              <a:extLst>
                <a:ext uri="{FF2B5EF4-FFF2-40B4-BE49-F238E27FC236}">
                  <a16:creationId xmlns:a16="http://schemas.microsoft.com/office/drawing/2014/main" id="{2255532D-373B-4871-A90D-54E0BB94F6FC}"/>
                </a:ext>
              </a:extLst>
            </p:cNvPr>
            <p:cNvSpPr>
              <a:spLocks noChangeArrowheads="1"/>
            </p:cNvSpPr>
            <p:nvPr/>
          </p:nvSpPr>
          <p:spPr bwMode="auto">
            <a:xfrm>
              <a:off x="5219700"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39" name="Rectangle 46">
              <a:extLst>
                <a:ext uri="{FF2B5EF4-FFF2-40B4-BE49-F238E27FC236}">
                  <a16:creationId xmlns:a16="http://schemas.microsoft.com/office/drawing/2014/main" id="{A77C920C-36DE-49BF-B9C0-262CE2973906}"/>
                </a:ext>
              </a:extLst>
            </p:cNvPr>
            <p:cNvSpPr>
              <a:spLocks noChangeArrowheads="1"/>
            </p:cNvSpPr>
            <p:nvPr/>
          </p:nvSpPr>
          <p:spPr bwMode="auto">
            <a:xfrm>
              <a:off x="4618038" y="29575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40" name="Rectangle 47">
              <a:extLst>
                <a:ext uri="{FF2B5EF4-FFF2-40B4-BE49-F238E27FC236}">
                  <a16:creationId xmlns:a16="http://schemas.microsoft.com/office/drawing/2014/main" id="{2E9D5E1C-C085-4B08-BE5A-2BED29CB9498}"/>
                </a:ext>
              </a:extLst>
            </p:cNvPr>
            <p:cNvSpPr>
              <a:spLocks noChangeArrowheads="1"/>
            </p:cNvSpPr>
            <p:nvPr/>
          </p:nvSpPr>
          <p:spPr bwMode="auto">
            <a:xfrm>
              <a:off x="5518150" y="2957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41" name="Rectangle 48">
              <a:extLst>
                <a:ext uri="{FF2B5EF4-FFF2-40B4-BE49-F238E27FC236}">
                  <a16:creationId xmlns:a16="http://schemas.microsoft.com/office/drawing/2014/main" id="{35E51CDB-FA65-482E-B0E1-BFFA2F0F620A}"/>
                </a:ext>
              </a:extLst>
            </p:cNvPr>
            <p:cNvSpPr>
              <a:spLocks noChangeArrowheads="1"/>
            </p:cNvSpPr>
            <p:nvPr/>
          </p:nvSpPr>
          <p:spPr bwMode="auto">
            <a:xfrm>
              <a:off x="6235700"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42" name="Rectangle 49">
              <a:extLst>
                <a:ext uri="{FF2B5EF4-FFF2-40B4-BE49-F238E27FC236}">
                  <a16:creationId xmlns:a16="http://schemas.microsoft.com/office/drawing/2014/main" id="{5C6821BE-58C4-47F4-B5A3-385C10F6C624}"/>
                </a:ext>
              </a:extLst>
            </p:cNvPr>
            <p:cNvSpPr>
              <a:spLocks noChangeArrowheads="1"/>
            </p:cNvSpPr>
            <p:nvPr/>
          </p:nvSpPr>
          <p:spPr bwMode="auto">
            <a:xfrm>
              <a:off x="3013075" y="3303588"/>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43" name="Rectangle 50">
              <a:extLst>
                <a:ext uri="{FF2B5EF4-FFF2-40B4-BE49-F238E27FC236}">
                  <a16:creationId xmlns:a16="http://schemas.microsoft.com/office/drawing/2014/main" id="{5CFA8105-A610-493E-8C04-CC4592B32969}"/>
                </a:ext>
              </a:extLst>
            </p:cNvPr>
            <p:cNvSpPr>
              <a:spLocks noChangeArrowheads="1"/>
            </p:cNvSpPr>
            <p:nvPr/>
          </p:nvSpPr>
          <p:spPr bwMode="auto">
            <a:xfrm>
              <a:off x="5657850" y="29575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44" name="Rectangle 51">
              <a:extLst>
                <a:ext uri="{FF2B5EF4-FFF2-40B4-BE49-F238E27FC236}">
                  <a16:creationId xmlns:a16="http://schemas.microsoft.com/office/drawing/2014/main" id="{581FCD6A-0C9F-4ABF-800E-1CFC6A724070}"/>
                </a:ext>
              </a:extLst>
            </p:cNvPr>
            <p:cNvSpPr>
              <a:spLocks noChangeArrowheads="1"/>
            </p:cNvSpPr>
            <p:nvPr/>
          </p:nvSpPr>
          <p:spPr bwMode="auto">
            <a:xfrm>
              <a:off x="4129088"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45" name="Rectangle 52">
              <a:extLst>
                <a:ext uri="{FF2B5EF4-FFF2-40B4-BE49-F238E27FC236}">
                  <a16:creationId xmlns:a16="http://schemas.microsoft.com/office/drawing/2014/main" id="{207EFFBD-2C78-4058-A45A-D3CAF15631EF}"/>
                </a:ext>
              </a:extLst>
            </p:cNvPr>
            <p:cNvSpPr>
              <a:spLocks noChangeArrowheads="1"/>
            </p:cNvSpPr>
            <p:nvPr/>
          </p:nvSpPr>
          <p:spPr bwMode="auto">
            <a:xfrm>
              <a:off x="3335338" y="330676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46" name="Rectangle 53">
              <a:extLst>
                <a:ext uri="{FF2B5EF4-FFF2-40B4-BE49-F238E27FC236}">
                  <a16:creationId xmlns:a16="http://schemas.microsoft.com/office/drawing/2014/main" id="{EB2225E6-BDC8-4F9A-8892-FE548F26690E}"/>
                </a:ext>
              </a:extLst>
            </p:cNvPr>
            <p:cNvSpPr>
              <a:spLocks noChangeArrowheads="1"/>
            </p:cNvSpPr>
            <p:nvPr/>
          </p:nvSpPr>
          <p:spPr bwMode="auto">
            <a:xfrm>
              <a:off x="4465638" y="33067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47" name="Rectangle 54">
              <a:extLst>
                <a:ext uri="{FF2B5EF4-FFF2-40B4-BE49-F238E27FC236}">
                  <a16:creationId xmlns:a16="http://schemas.microsoft.com/office/drawing/2014/main" id="{66756433-6E24-4276-A4F1-5AAE6DC3ED1C}"/>
                </a:ext>
              </a:extLst>
            </p:cNvPr>
            <p:cNvSpPr>
              <a:spLocks noChangeArrowheads="1"/>
            </p:cNvSpPr>
            <p:nvPr/>
          </p:nvSpPr>
          <p:spPr bwMode="auto">
            <a:xfrm>
              <a:off x="5219700"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48" name="Rectangle 55">
              <a:extLst>
                <a:ext uri="{FF2B5EF4-FFF2-40B4-BE49-F238E27FC236}">
                  <a16:creationId xmlns:a16="http://schemas.microsoft.com/office/drawing/2014/main" id="{CE5CEA5A-14C7-437B-8BAC-27CCF9FF3678}"/>
                </a:ext>
              </a:extLst>
            </p:cNvPr>
            <p:cNvSpPr>
              <a:spLocks noChangeArrowheads="1"/>
            </p:cNvSpPr>
            <p:nvPr/>
          </p:nvSpPr>
          <p:spPr bwMode="auto">
            <a:xfrm>
              <a:off x="4618038" y="33067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49" name="Rectangle 56">
              <a:extLst>
                <a:ext uri="{FF2B5EF4-FFF2-40B4-BE49-F238E27FC236}">
                  <a16:creationId xmlns:a16="http://schemas.microsoft.com/office/drawing/2014/main" id="{E5F85BC2-61D0-479B-9A02-B1086B25E505}"/>
                </a:ext>
              </a:extLst>
            </p:cNvPr>
            <p:cNvSpPr>
              <a:spLocks noChangeArrowheads="1"/>
            </p:cNvSpPr>
            <p:nvPr/>
          </p:nvSpPr>
          <p:spPr bwMode="auto">
            <a:xfrm>
              <a:off x="5518150" y="33067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50" name="Rectangle 57">
              <a:extLst>
                <a:ext uri="{FF2B5EF4-FFF2-40B4-BE49-F238E27FC236}">
                  <a16:creationId xmlns:a16="http://schemas.microsoft.com/office/drawing/2014/main" id="{70464C27-0E07-442C-9918-3C795C9DA8B1}"/>
                </a:ext>
              </a:extLst>
            </p:cNvPr>
            <p:cNvSpPr>
              <a:spLocks noChangeArrowheads="1"/>
            </p:cNvSpPr>
            <p:nvPr/>
          </p:nvSpPr>
          <p:spPr bwMode="auto">
            <a:xfrm>
              <a:off x="6235700"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51" name="Rectangle 58">
              <a:extLst>
                <a:ext uri="{FF2B5EF4-FFF2-40B4-BE49-F238E27FC236}">
                  <a16:creationId xmlns:a16="http://schemas.microsoft.com/office/drawing/2014/main" id="{3D387E14-2159-4D7C-AE0A-3280F38570DF}"/>
                </a:ext>
              </a:extLst>
            </p:cNvPr>
            <p:cNvSpPr>
              <a:spLocks noChangeArrowheads="1"/>
            </p:cNvSpPr>
            <p:nvPr/>
          </p:nvSpPr>
          <p:spPr bwMode="auto">
            <a:xfrm>
              <a:off x="3013075" y="3608388"/>
              <a:ext cx="11113"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52" name="Rectangle 59">
              <a:extLst>
                <a:ext uri="{FF2B5EF4-FFF2-40B4-BE49-F238E27FC236}">
                  <a16:creationId xmlns:a16="http://schemas.microsoft.com/office/drawing/2014/main" id="{3CF58953-DADB-44EF-9555-2D49F151F066}"/>
                </a:ext>
              </a:extLst>
            </p:cNvPr>
            <p:cNvSpPr>
              <a:spLocks noChangeArrowheads="1"/>
            </p:cNvSpPr>
            <p:nvPr/>
          </p:nvSpPr>
          <p:spPr bwMode="auto">
            <a:xfrm>
              <a:off x="5657850" y="33067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53" name="Rectangle 60">
              <a:extLst>
                <a:ext uri="{FF2B5EF4-FFF2-40B4-BE49-F238E27FC236}">
                  <a16:creationId xmlns:a16="http://schemas.microsoft.com/office/drawing/2014/main" id="{FC35C0B9-1322-4D6B-A8A8-1FB779283937}"/>
                </a:ext>
              </a:extLst>
            </p:cNvPr>
            <p:cNvSpPr>
              <a:spLocks noChangeArrowheads="1"/>
            </p:cNvSpPr>
            <p:nvPr/>
          </p:nvSpPr>
          <p:spPr bwMode="auto">
            <a:xfrm>
              <a:off x="4129088"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54" name="Rectangle 61">
              <a:extLst>
                <a:ext uri="{FF2B5EF4-FFF2-40B4-BE49-F238E27FC236}">
                  <a16:creationId xmlns:a16="http://schemas.microsoft.com/office/drawing/2014/main" id="{13952368-A8C5-42F5-9B88-0A7A0F252082}"/>
                </a:ext>
              </a:extLst>
            </p:cNvPr>
            <p:cNvSpPr>
              <a:spLocks noChangeArrowheads="1"/>
            </p:cNvSpPr>
            <p:nvPr/>
          </p:nvSpPr>
          <p:spPr bwMode="auto">
            <a:xfrm>
              <a:off x="3335338" y="361156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55" name="Rectangle 62">
              <a:extLst>
                <a:ext uri="{FF2B5EF4-FFF2-40B4-BE49-F238E27FC236}">
                  <a16:creationId xmlns:a16="http://schemas.microsoft.com/office/drawing/2014/main" id="{47487347-8EC5-4883-A304-15BFD19FED77}"/>
                </a:ext>
              </a:extLst>
            </p:cNvPr>
            <p:cNvSpPr>
              <a:spLocks noChangeArrowheads="1"/>
            </p:cNvSpPr>
            <p:nvPr/>
          </p:nvSpPr>
          <p:spPr bwMode="auto">
            <a:xfrm>
              <a:off x="4465638" y="36115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56" name="Rectangle 63">
              <a:extLst>
                <a:ext uri="{FF2B5EF4-FFF2-40B4-BE49-F238E27FC236}">
                  <a16:creationId xmlns:a16="http://schemas.microsoft.com/office/drawing/2014/main" id="{BBB6DF4E-F48D-4DCC-8069-4B4C1168AB35}"/>
                </a:ext>
              </a:extLst>
            </p:cNvPr>
            <p:cNvSpPr>
              <a:spLocks noChangeArrowheads="1"/>
            </p:cNvSpPr>
            <p:nvPr/>
          </p:nvSpPr>
          <p:spPr bwMode="auto">
            <a:xfrm>
              <a:off x="5219700"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57" name="Rectangle 64">
              <a:extLst>
                <a:ext uri="{FF2B5EF4-FFF2-40B4-BE49-F238E27FC236}">
                  <a16:creationId xmlns:a16="http://schemas.microsoft.com/office/drawing/2014/main" id="{88B52CC5-8045-4054-9CED-1DDF0AB6F3DE}"/>
                </a:ext>
              </a:extLst>
            </p:cNvPr>
            <p:cNvSpPr>
              <a:spLocks noChangeArrowheads="1"/>
            </p:cNvSpPr>
            <p:nvPr/>
          </p:nvSpPr>
          <p:spPr bwMode="auto">
            <a:xfrm>
              <a:off x="4618038" y="36115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58" name="Rectangle 65">
              <a:extLst>
                <a:ext uri="{FF2B5EF4-FFF2-40B4-BE49-F238E27FC236}">
                  <a16:creationId xmlns:a16="http://schemas.microsoft.com/office/drawing/2014/main" id="{50F6A0FE-E5D1-4CA7-B69B-434A81F318D6}"/>
                </a:ext>
              </a:extLst>
            </p:cNvPr>
            <p:cNvSpPr>
              <a:spLocks noChangeArrowheads="1"/>
            </p:cNvSpPr>
            <p:nvPr/>
          </p:nvSpPr>
          <p:spPr bwMode="auto">
            <a:xfrm>
              <a:off x="5518150" y="36115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59" name="Rectangle 66">
              <a:extLst>
                <a:ext uri="{FF2B5EF4-FFF2-40B4-BE49-F238E27FC236}">
                  <a16:creationId xmlns:a16="http://schemas.microsoft.com/office/drawing/2014/main" id="{574EEDA8-C702-458F-8B67-932ADBA2E57E}"/>
                </a:ext>
              </a:extLst>
            </p:cNvPr>
            <p:cNvSpPr>
              <a:spLocks noChangeArrowheads="1"/>
            </p:cNvSpPr>
            <p:nvPr/>
          </p:nvSpPr>
          <p:spPr bwMode="auto">
            <a:xfrm>
              <a:off x="6235700"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60" name="Rectangle 67">
              <a:extLst>
                <a:ext uri="{FF2B5EF4-FFF2-40B4-BE49-F238E27FC236}">
                  <a16:creationId xmlns:a16="http://schemas.microsoft.com/office/drawing/2014/main" id="{025E9CA7-87E9-47D9-BE39-F7F6467CE413}"/>
                </a:ext>
              </a:extLst>
            </p:cNvPr>
            <p:cNvSpPr>
              <a:spLocks noChangeArrowheads="1"/>
            </p:cNvSpPr>
            <p:nvPr/>
          </p:nvSpPr>
          <p:spPr bwMode="auto">
            <a:xfrm>
              <a:off x="3013075" y="39116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61" name="Rectangle 68">
              <a:extLst>
                <a:ext uri="{FF2B5EF4-FFF2-40B4-BE49-F238E27FC236}">
                  <a16:creationId xmlns:a16="http://schemas.microsoft.com/office/drawing/2014/main" id="{EC7181F1-3116-4439-B528-733A8514E61D}"/>
                </a:ext>
              </a:extLst>
            </p:cNvPr>
            <p:cNvSpPr>
              <a:spLocks noChangeArrowheads="1"/>
            </p:cNvSpPr>
            <p:nvPr/>
          </p:nvSpPr>
          <p:spPr bwMode="auto">
            <a:xfrm>
              <a:off x="5657850" y="36115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62" name="Rectangle 69">
              <a:extLst>
                <a:ext uri="{FF2B5EF4-FFF2-40B4-BE49-F238E27FC236}">
                  <a16:creationId xmlns:a16="http://schemas.microsoft.com/office/drawing/2014/main" id="{2C0946A7-CED9-496C-8F96-67558057EBDA}"/>
                </a:ext>
              </a:extLst>
            </p:cNvPr>
            <p:cNvSpPr>
              <a:spLocks noChangeArrowheads="1"/>
            </p:cNvSpPr>
            <p:nvPr/>
          </p:nvSpPr>
          <p:spPr bwMode="auto">
            <a:xfrm>
              <a:off x="4129088"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63" name="Rectangle 70">
              <a:extLst>
                <a:ext uri="{FF2B5EF4-FFF2-40B4-BE49-F238E27FC236}">
                  <a16:creationId xmlns:a16="http://schemas.microsoft.com/office/drawing/2014/main" id="{4B9E787E-39D6-4C01-92A4-09755137F6AA}"/>
                </a:ext>
              </a:extLst>
            </p:cNvPr>
            <p:cNvSpPr>
              <a:spLocks noChangeArrowheads="1"/>
            </p:cNvSpPr>
            <p:nvPr/>
          </p:nvSpPr>
          <p:spPr bwMode="auto">
            <a:xfrm>
              <a:off x="3335338" y="3914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64" name="Rectangle 71">
              <a:extLst>
                <a:ext uri="{FF2B5EF4-FFF2-40B4-BE49-F238E27FC236}">
                  <a16:creationId xmlns:a16="http://schemas.microsoft.com/office/drawing/2014/main" id="{78800A4C-A1CF-4B88-83B6-D056CE02B1F0}"/>
                </a:ext>
              </a:extLst>
            </p:cNvPr>
            <p:cNvSpPr>
              <a:spLocks noChangeArrowheads="1"/>
            </p:cNvSpPr>
            <p:nvPr/>
          </p:nvSpPr>
          <p:spPr bwMode="auto">
            <a:xfrm>
              <a:off x="4465638" y="39147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65" name="Rectangle 72">
              <a:extLst>
                <a:ext uri="{FF2B5EF4-FFF2-40B4-BE49-F238E27FC236}">
                  <a16:creationId xmlns:a16="http://schemas.microsoft.com/office/drawing/2014/main" id="{4AA22440-9325-4AA0-87E4-B685FE4AAAF9}"/>
                </a:ext>
              </a:extLst>
            </p:cNvPr>
            <p:cNvSpPr>
              <a:spLocks noChangeArrowheads="1"/>
            </p:cNvSpPr>
            <p:nvPr/>
          </p:nvSpPr>
          <p:spPr bwMode="auto">
            <a:xfrm>
              <a:off x="5219700"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66" name="Rectangle 73">
              <a:extLst>
                <a:ext uri="{FF2B5EF4-FFF2-40B4-BE49-F238E27FC236}">
                  <a16:creationId xmlns:a16="http://schemas.microsoft.com/office/drawing/2014/main" id="{B247D71D-8F91-49CB-B9D4-174A91D15371}"/>
                </a:ext>
              </a:extLst>
            </p:cNvPr>
            <p:cNvSpPr>
              <a:spLocks noChangeArrowheads="1"/>
            </p:cNvSpPr>
            <p:nvPr/>
          </p:nvSpPr>
          <p:spPr bwMode="auto">
            <a:xfrm>
              <a:off x="4618038" y="39147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67" name="Rectangle 74">
              <a:extLst>
                <a:ext uri="{FF2B5EF4-FFF2-40B4-BE49-F238E27FC236}">
                  <a16:creationId xmlns:a16="http://schemas.microsoft.com/office/drawing/2014/main" id="{D81123AE-5F7D-4162-8943-14FD0B271B2F}"/>
                </a:ext>
              </a:extLst>
            </p:cNvPr>
            <p:cNvSpPr>
              <a:spLocks noChangeArrowheads="1"/>
            </p:cNvSpPr>
            <p:nvPr/>
          </p:nvSpPr>
          <p:spPr bwMode="auto">
            <a:xfrm>
              <a:off x="5518150" y="39147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68" name="Rectangle 75">
              <a:extLst>
                <a:ext uri="{FF2B5EF4-FFF2-40B4-BE49-F238E27FC236}">
                  <a16:creationId xmlns:a16="http://schemas.microsoft.com/office/drawing/2014/main" id="{6E1E0459-18DA-41AB-8A6F-8408352F5504}"/>
                </a:ext>
              </a:extLst>
            </p:cNvPr>
            <p:cNvSpPr>
              <a:spLocks noChangeArrowheads="1"/>
            </p:cNvSpPr>
            <p:nvPr/>
          </p:nvSpPr>
          <p:spPr bwMode="auto">
            <a:xfrm>
              <a:off x="6235700"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69" name="Rectangle 76">
              <a:extLst>
                <a:ext uri="{FF2B5EF4-FFF2-40B4-BE49-F238E27FC236}">
                  <a16:creationId xmlns:a16="http://schemas.microsoft.com/office/drawing/2014/main" id="{63548648-D164-4003-AF3A-44DC63E98E72}"/>
                </a:ext>
              </a:extLst>
            </p:cNvPr>
            <p:cNvSpPr>
              <a:spLocks noChangeArrowheads="1"/>
            </p:cNvSpPr>
            <p:nvPr/>
          </p:nvSpPr>
          <p:spPr bwMode="auto">
            <a:xfrm>
              <a:off x="3013075" y="42164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70" name="Rectangle 77">
              <a:extLst>
                <a:ext uri="{FF2B5EF4-FFF2-40B4-BE49-F238E27FC236}">
                  <a16:creationId xmlns:a16="http://schemas.microsoft.com/office/drawing/2014/main" id="{8B8848B7-364A-440E-ACC0-AA7572560005}"/>
                </a:ext>
              </a:extLst>
            </p:cNvPr>
            <p:cNvSpPr>
              <a:spLocks noChangeArrowheads="1"/>
            </p:cNvSpPr>
            <p:nvPr/>
          </p:nvSpPr>
          <p:spPr bwMode="auto">
            <a:xfrm>
              <a:off x="5657850" y="39147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71" name="Rectangle 78">
              <a:extLst>
                <a:ext uri="{FF2B5EF4-FFF2-40B4-BE49-F238E27FC236}">
                  <a16:creationId xmlns:a16="http://schemas.microsoft.com/office/drawing/2014/main" id="{F92465D5-8FE3-4E59-97F4-543A54427046}"/>
                </a:ext>
              </a:extLst>
            </p:cNvPr>
            <p:cNvSpPr>
              <a:spLocks noChangeArrowheads="1"/>
            </p:cNvSpPr>
            <p:nvPr/>
          </p:nvSpPr>
          <p:spPr bwMode="auto">
            <a:xfrm>
              <a:off x="4129088"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72" name="Rectangle 79">
              <a:extLst>
                <a:ext uri="{FF2B5EF4-FFF2-40B4-BE49-F238E27FC236}">
                  <a16:creationId xmlns:a16="http://schemas.microsoft.com/office/drawing/2014/main" id="{736B2768-A3E5-411D-89BD-41E416A81025}"/>
                </a:ext>
              </a:extLst>
            </p:cNvPr>
            <p:cNvSpPr>
              <a:spLocks noChangeArrowheads="1"/>
            </p:cNvSpPr>
            <p:nvPr/>
          </p:nvSpPr>
          <p:spPr bwMode="auto">
            <a:xfrm>
              <a:off x="3335338" y="4219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73" name="Rectangle 80">
              <a:extLst>
                <a:ext uri="{FF2B5EF4-FFF2-40B4-BE49-F238E27FC236}">
                  <a16:creationId xmlns:a16="http://schemas.microsoft.com/office/drawing/2014/main" id="{1D477566-4ADC-452D-8A7D-3538ED1BD2BB}"/>
                </a:ext>
              </a:extLst>
            </p:cNvPr>
            <p:cNvSpPr>
              <a:spLocks noChangeArrowheads="1"/>
            </p:cNvSpPr>
            <p:nvPr/>
          </p:nvSpPr>
          <p:spPr bwMode="auto">
            <a:xfrm>
              <a:off x="4465638" y="42195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74" name="Rectangle 81">
              <a:extLst>
                <a:ext uri="{FF2B5EF4-FFF2-40B4-BE49-F238E27FC236}">
                  <a16:creationId xmlns:a16="http://schemas.microsoft.com/office/drawing/2014/main" id="{1B20F49F-EC8F-44D0-B30F-43B1FD85DD5C}"/>
                </a:ext>
              </a:extLst>
            </p:cNvPr>
            <p:cNvSpPr>
              <a:spLocks noChangeArrowheads="1"/>
            </p:cNvSpPr>
            <p:nvPr/>
          </p:nvSpPr>
          <p:spPr bwMode="auto">
            <a:xfrm>
              <a:off x="5219700"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75" name="Rectangle 82">
              <a:extLst>
                <a:ext uri="{FF2B5EF4-FFF2-40B4-BE49-F238E27FC236}">
                  <a16:creationId xmlns:a16="http://schemas.microsoft.com/office/drawing/2014/main" id="{490E4D63-D70D-4F24-A328-9DE042EDDDC5}"/>
                </a:ext>
              </a:extLst>
            </p:cNvPr>
            <p:cNvSpPr>
              <a:spLocks noChangeArrowheads="1"/>
            </p:cNvSpPr>
            <p:nvPr/>
          </p:nvSpPr>
          <p:spPr bwMode="auto">
            <a:xfrm>
              <a:off x="4618038" y="42195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76" name="Rectangle 83">
              <a:extLst>
                <a:ext uri="{FF2B5EF4-FFF2-40B4-BE49-F238E27FC236}">
                  <a16:creationId xmlns:a16="http://schemas.microsoft.com/office/drawing/2014/main" id="{B0F705A1-0EF2-438A-A95C-B38B63A9F0AF}"/>
                </a:ext>
              </a:extLst>
            </p:cNvPr>
            <p:cNvSpPr>
              <a:spLocks noChangeArrowheads="1"/>
            </p:cNvSpPr>
            <p:nvPr/>
          </p:nvSpPr>
          <p:spPr bwMode="auto">
            <a:xfrm>
              <a:off x="5518150" y="42195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77" name="Rectangle 84">
              <a:extLst>
                <a:ext uri="{FF2B5EF4-FFF2-40B4-BE49-F238E27FC236}">
                  <a16:creationId xmlns:a16="http://schemas.microsoft.com/office/drawing/2014/main" id="{5B4FA2B7-0237-418C-BFA7-817813D7AF59}"/>
                </a:ext>
              </a:extLst>
            </p:cNvPr>
            <p:cNvSpPr>
              <a:spLocks noChangeArrowheads="1"/>
            </p:cNvSpPr>
            <p:nvPr/>
          </p:nvSpPr>
          <p:spPr bwMode="auto">
            <a:xfrm>
              <a:off x="6235700"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78" name="Rectangle 85">
              <a:extLst>
                <a:ext uri="{FF2B5EF4-FFF2-40B4-BE49-F238E27FC236}">
                  <a16:creationId xmlns:a16="http://schemas.microsoft.com/office/drawing/2014/main" id="{33EAEA65-238D-4815-8B36-8DDBAF140075}"/>
                </a:ext>
              </a:extLst>
            </p:cNvPr>
            <p:cNvSpPr>
              <a:spLocks noChangeArrowheads="1"/>
            </p:cNvSpPr>
            <p:nvPr/>
          </p:nvSpPr>
          <p:spPr bwMode="auto">
            <a:xfrm>
              <a:off x="3013075" y="45212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79" name="Rectangle 86">
              <a:extLst>
                <a:ext uri="{FF2B5EF4-FFF2-40B4-BE49-F238E27FC236}">
                  <a16:creationId xmlns:a16="http://schemas.microsoft.com/office/drawing/2014/main" id="{B9579825-5820-4E92-8E3A-01B97A719648}"/>
                </a:ext>
              </a:extLst>
            </p:cNvPr>
            <p:cNvSpPr>
              <a:spLocks noChangeArrowheads="1"/>
            </p:cNvSpPr>
            <p:nvPr/>
          </p:nvSpPr>
          <p:spPr bwMode="auto">
            <a:xfrm>
              <a:off x="5657850" y="42195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80" name="Rectangle 87">
              <a:extLst>
                <a:ext uri="{FF2B5EF4-FFF2-40B4-BE49-F238E27FC236}">
                  <a16:creationId xmlns:a16="http://schemas.microsoft.com/office/drawing/2014/main" id="{D01AC8A8-FEE9-4063-B359-DD239DE4D583}"/>
                </a:ext>
              </a:extLst>
            </p:cNvPr>
            <p:cNvSpPr>
              <a:spLocks noChangeArrowheads="1"/>
            </p:cNvSpPr>
            <p:nvPr/>
          </p:nvSpPr>
          <p:spPr bwMode="auto">
            <a:xfrm>
              <a:off x="4129088"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81" name="Rectangle 88">
              <a:extLst>
                <a:ext uri="{FF2B5EF4-FFF2-40B4-BE49-F238E27FC236}">
                  <a16:creationId xmlns:a16="http://schemas.microsoft.com/office/drawing/2014/main" id="{5F2C82F5-0E0C-4B0E-A233-C5CAE083FE8A}"/>
                </a:ext>
              </a:extLst>
            </p:cNvPr>
            <p:cNvSpPr>
              <a:spLocks noChangeArrowheads="1"/>
            </p:cNvSpPr>
            <p:nvPr/>
          </p:nvSpPr>
          <p:spPr bwMode="auto">
            <a:xfrm>
              <a:off x="3335338" y="4522788"/>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82" name="Rectangle 89">
              <a:extLst>
                <a:ext uri="{FF2B5EF4-FFF2-40B4-BE49-F238E27FC236}">
                  <a16:creationId xmlns:a16="http://schemas.microsoft.com/office/drawing/2014/main" id="{D4813ACD-5496-4EB8-934A-D7C25E911B97}"/>
                </a:ext>
              </a:extLst>
            </p:cNvPr>
            <p:cNvSpPr>
              <a:spLocks noChangeArrowheads="1"/>
            </p:cNvSpPr>
            <p:nvPr/>
          </p:nvSpPr>
          <p:spPr bwMode="auto">
            <a:xfrm>
              <a:off x="4465638" y="45227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83" name="Rectangle 90">
              <a:extLst>
                <a:ext uri="{FF2B5EF4-FFF2-40B4-BE49-F238E27FC236}">
                  <a16:creationId xmlns:a16="http://schemas.microsoft.com/office/drawing/2014/main" id="{AAE3D2FC-D468-45E9-A248-C8DDB5216BAD}"/>
                </a:ext>
              </a:extLst>
            </p:cNvPr>
            <p:cNvSpPr>
              <a:spLocks noChangeArrowheads="1"/>
            </p:cNvSpPr>
            <p:nvPr/>
          </p:nvSpPr>
          <p:spPr bwMode="auto">
            <a:xfrm>
              <a:off x="5219700"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84" name="Rectangle 91">
              <a:extLst>
                <a:ext uri="{FF2B5EF4-FFF2-40B4-BE49-F238E27FC236}">
                  <a16:creationId xmlns:a16="http://schemas.microsoft.com/office/drawing/2014/main" id="{3FCE2EB8-FAD0-4A2D-A1E2-4E51F380F27D}"/>
                </a:ext>
              </a:extLst>
            </p:cNvPr>
            <p:cNvSpPr>
              <a:spLocks noChangeArrowheads="1"/>
            </p:cNvSpPr>
            <p:nvPr/>
          </p:nvSpPr>
          <p:spPr bwMode="auto">
            <a:xfrm>
              <a:off x="4618038" y="4522788"/>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85" name="Rectangle 92">
              <a:extLst>
                <a:ext uri="{FF2B5EF4-FFF2-40B4-BE49-F238E27FC236}">
                  <a16:creationId xmlns:a16="http://schemas.microsoft.com/office/drawing/2014/main" id="{F4AD3274-A11D-4E62-A5E6-1C20E2EEFB50}"/>
                </a:ext>
              </a:extLst>
            </p:cNvPr>
            <p:cNvSpPr>
              <a:spLocks noChangeArrowheads="1"/>
            </p:cNvSpPr>
            <p:nvPr/>
          </p:nvSpPr>
          <p:spPr bwMode="auto">
            <a:xfrm>
              <a:off x="5518150" y="45227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86" name="Rectangle 93">
              <a:extLst>
                <a:ext uri="{FF2B5EF4-FFF2-40B4-BE49-F238E27FC236}">
                  <a16:creationId xmlns:a16="http://schemas.microsoft.com/office/drawing/2014/main" id="{33E113F5-7E5A-4AB3-B642-7A098FA5E12D}"/>
                </a:ext>
              </a:extLst>
            </p:cNvPr>
            <p:cNvSpPr>
              <a:spLocks noChangeArrowheads="1"/>
            </p:cNvSpPr>
            <p:nvPr/>
          </p:nvSpPr>
          <p:spPr bwMode="auto">
            <a:xfrm>
              <a:off x="6235700"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87" name="Rectangle 94">
              <a:extLst>
                <a:ext uri="{FF2B5EF4-FFF2-40B4-BE49-F238E27FC236}">
                  <a16:creationId xmlns:a16="http://schemas.microsoft.com/office/drawing/2014/main" id="{79368466-11FC-4FCA-91D0-C1E6439BE757}"/>
                </a:ext>
              </a:extLst>
            </p:cNvPr>
            <p:cNvSpPr>
              <a:spLocks noChangeArrowheads="1"/>
            </p:cNvSpPr>
            <p:nvPr/>
          </p:nvSpPr>
          <p:spPr bwMode="auto">
            <a:xfrm>
              <a:off x="3013075" y="48260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88" name="Rectangle 95">
              <a:extLst>
                <a:ext uri="{FF2B5EF4-FFF2-40B4-BE49-F238E27FC236}">
                  <a16:creationId xmlns:a16="http://schemas.microsoft.com/office/drawing/2014/main" id="{245455EA-7596-41FA-B92A-0D415315D800}"/>
                </a:ext>
              </a:extLst>
            </p:cNvPr>
            <p:cNvSpPr>
              <a:spLocks noChangeArrowheads="1"/>
            </p:cNvSpPr>
            <p:nvPr/>
          </p:nvSpPr>
          <p:spPr bwMode="auto">
            <a:xfrm>
              <a:off x="5657850" y="4522788"/>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89" name="Rectangle 96">
              <a:extLst>
                <a:ext uri="{FF2B5EF4-FFF2-40B4-BE49-F238E27FC236}">
                  <a16:creationId xmlns:a16="http://schemas.microsoft.com/office/drawing/2014/main" id="{A3BB35FC-670B-45BC-9AD6-F13322227A74}"/>
                </a:ext>
              </a:extLst>
            </p:cNvPr>
            <p:cNvSpPr>
              <a:spLocks noChangeArrowheads="1"/>
            </p:cNvSpPr>
            <p:nvPr/>
          </p:nvSpPr>
          <p:spPr bwMode="auto">
            <a:xfrm>
              <a:off x="4129088"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90" name="Rectangle 97">
              <a:extLst>
                <a:ext uri="{FF2B5EF4-FFF2-40B4-BE49-F238E27FC236}">
                  <a16:creationId xmlns:a16="http://schemas.microsoft.com/office/drawing/2014/main" id="{79B9DF03-4F79-4645-A2A0-D35F9CCE8CE5}"/>
                </a:ext>
              </a:extLst>
            </p:cNvPr>
            <p:cNvSpPr>
              <a:spLocks noChangeArrowheads="1"/>
            </p:cNvSpPr>
            <p:nvPr/>
          </p:nvSpPr>
          <p:spPr bwMode="auto">
            <a:xfrm>
              <a:off x="3335338" y="48244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91" name="Rectangle 98">
              <a:extLst>
                <a:ext uri="{FF2B5EF4-FFF2-40B4-BE49-F238E27FC236}">
                  <a16:creationId xmlns:a16="http://schemas.microsoft.com/office/drawing/2014/main" id="{94C6476D-F224-4BA9-B169-57EC6BF00A5C}"/>
                </a:ext>
              </a:extLst>
            </p:cNvPr>
            <p:cNvSpPr>
              <a:spLocks noChangeArrowheads="1"/>
            </p:cNvSpPr>
            <p:nvPr/>
          </p:nvSpPr>
          <p:spPr bwMode="auto">
            <a:xfrm>
              <a:off x="4465638" y="48244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92" name="Rectangle 99">
              <a:extLst>
                <a:ext uri="{FF2B5EF4-FFF2-40B4-BE49-F238E27FC236}">
                  <a16:creationId xmlns:a16="http://schemas.microsoft.com/office/drawing/2014/main" id="{64AA535C-94AC-4541-BFD8-9B85AC658E4D}"/>
                </a:ext>
              </a:extLst>
            </p:cNvPr>
            <p:cNvSpPr>
              <a:spLocks noChangeArrowheads="1"/>
            </p:cNvSpPr>
            <p:nvPr/>
          </p:nvSpPr>
          <p:spPr bwMode="auto">
            <a:xfrm>
              <a:off x="5219700"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93" name="Rectangle 100">
              <a:extLst>
                <a:ext uri="{FF2B5EF4-FFF2-40B4-BE49-F238E27FC236}">
                  <a16:creationId xmlns:a16="http://schemas.microsoft.com/office/drawing/2014/main" id="{E0AE4084-D093-4257-8273-F3FC36B676C0}"/>
                </a:ext>
              </a:extLst>
            </p:cNvPr>
            <p:cNvSpPr>
              <a:spLocks noChangeArrowheads="1"/>
            </p:cNvSpPr>
            <p:nvPr/>
          </p:nvSpPr>
          <p:spPr bwMode="auto">
            <a:xfrm>
              <a:off x="4618038" y="48244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94" name="Rectangle 101">
              <a:extLst>
                <a:ext uri="{FF2B5EF4-FFF2-40B4-BE49-F238E27FC236}">
                  <a16:creationId xmlns:a16="http://schemas.microsoft.com/office/drawing/2014/main" id="{79F6CACC-4C91-4ECA-AED3-4DAF7A814E32}"/>
                </a:ext>
              </a:extLst>
            </p:cNvPr>
            <p:cNvSpPr>
              <a:spLocks noChangeArrowheads="1"/>
            </p:cNvSpPr>
            <p:nvPr/>
          </p:nvSpPr>
          <p:spPr bwMode="auto">
            <a:xfrm>
              <a:off x="5518150" y="48244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95" name="Rectangle 102">
              <a:extLst>
                <a:ext uri="{FF2B5EF4-FFF2-40B4-BE49-F238E27FC236}">
                  <a16:creationId xmlns:a16="http://schemas.microsoft.com/office/drawing/2014/main" id="{495EAA69-99DB-40F4-8EF6-108E7EA38F9C}"/>
                </a:ext>
              </a:extLst>
            </p:cNvPr>
            <p:cNvSpPr>
              <a:spLocks noChangeArrowheads="1"/>
            </p:cNvSpPr>
            <p:nvPr/>
          </p:nvSpPr>
          <p:spPr bwMode="auto">
            <a:xfrm>
              <a:off x="6235700"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96" name="Rectangle 103">
              <a:extLst>
                <a:ext uri="{FF2B5EF4-FFF2-40B4-BE49-F238E27FC236}">
                  <a16:creationId xmlns:a16="http://schemas.microsoft.com/office/drawing/2014/main" id="{2A1CB33C-79CA-4CD4-A03E-1E3E428072A0}"/>
                </a:ext>
              </a:extLst>
            </p:cNvPr>
            <p:cNvSpPr>
              <a:spLocks noChangeArrowheads="1"/>
            </p:cNvSpPr>
            <p:nvPr/>
          </p:nvSpPr>
          <p:spPr bwMode="auto">
            <a:xfrm>
              <a:off x="3013075" y="5135563"/>
              <a:ext cx="11113"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97" name="Rectangle 104">
              <a:extLst>
                <a:ext uri="{FF2B5EF4-FFF2-40B4-BE49-F238E27FC236}">
                  <a16:creationId xmlns:a16="http://schemas.microsoft.com/office/drawing/2014/main" id="{38E5C554-ED4E-4DD5-8FC2-486DCC925CC5}"/>
                </a:ext>
              </a:extLst>
            </p:cNvPr>
            <p:cNvSpPr>
              <a:spLocks noChangeArrowheads="1"/>
            </p:cNvSpPr>
            <p:nvPr/>
          </p:nvSpPr>
          <p:spPr bwMode="auto">
            <a:xfrm>
              <a:off x="5657850" y="48244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98" name="Rectangle 105">
              <a:extLst>
                <a:ext uri="{FF2B5EF4-FFF2-40B4-BE49-F238E27FC236}">
                  <a16:creationId xmlns:a16="http://schemas.microsoft.com/office/drawing/2014/main" id="{A33457E5-8278-419C-8A2E-C1D260B1ADDA}"/>
                </a:ext>
              </a:extLst>
            </p:cNvPr>
            <p:cNvSpPr>
              <a:spLocks noChangeArrowheads="1"/>
            </p:cNvSpPr>
            <p:nvPr/>
          </p:nvSpPr>
          <p:spPr bwMode="auto">
            <a:xfrm>
              <a:off x="4129088"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799" name="Rectangle 106">
              <a:extLst>
                <a:ext uri="{FF2B5EF4-FFF2-40B4-BE49-F238E27FC236}">
                  <a16:creationId xmlns:a16="http://schemas.microsoft.com/office/drawing/2014/main" id="{B8CDC53B-32E4-49AB-90D6-C2E2A32D2EE4}"/>
                </a:ext>
              </a:extLst>
            </p:cNvPr>
            <p:cNvSpPr>
              <a:spLocks noChangeArrowheads="1"/>
            </p:cNvSpPr>
            <p:nvPr/>
          </p:nvSpPr>
          <p:spPr bwMode="auto">
            <a:xfrm>
              <a:off x="3335338" y="51292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800" name="Rectangle 107">
              <a:extLst>
                <a:ext uri="{FF2B5EF4-FFF2-40B4-BE49-F238E27FC236}">
                  <a16:creationId xmlns:a16="http://schemas.microsoft.com/office/drawing/2014/main" id="{81C573D8-4361-408D-A124-B6F7B6F19348}"/>
                </a:ext>
              </a:extLst>
            </p:cNvPr>
            <p:cNvSpPr>
              <a:spLocks noChangeArrowheads="1"/>
            </p:cNvSpPr>
            <p:nvPr/>
          </p:nvSpPr>
          <p:spPr bwMode="auto">
            <a:xfrm>
              <a:off x="4465638" y="51292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801" name="Rectangle 108">
              <a:extLst>
                <a:ext uri="{FF2B5EF4-FFF2-40B4-BE49-F238E27FC236}">
                  <a16:creationId xmlns:a16="http://schemas.microsoft.com/office/drawing/2014/main" id="{B2B37924-23F3-46BE-849A-1C18944DF19B}"/>
                </a:ext>
              </a:extLst>
            </p:cNvPr>
            <p:cNvSpPr>
              <a:spLocks noChangeArrowheads="1"/>
            </p:cNvSpPr>
            <p:nvPr/>
          </p:nvSpPr>
          <p:spPr bwMode="auto">
            <a:xfrm>
              <a:off x="5219700"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802" name="Rectangle 109">
              <a:extLst>
                <a:ext uri="{FF2B5EF4-FFF2-40B4-BE49-F238E27FC236}">
                  <a16:creationId xmlns:a16="http://schemas.microsoft.com/office/drawing/2014/main" id="{881EBD3B-7A32-4345-8D4B-88C5C7E44FBF}"/>
                </a:ext>
              </a:extLst>
            </p:cNvPr>
            <p:cNvSpPr>
              <a:spLocks noChangeArrowheads="1"/>
            </p:cNvSpPr>
            <p:nvPr/>
          </p:nvSpPr>
          <p:spPr bwMode="auto">
            <a:xfrm>
              <a:off x="4618038" y="51292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803" name="Rectangle 110">
              <a:extLst>
                <a:ext uri="{FF2B5EF4-FFF2-40B4-BE49-F238E27FC236}">
                  <a16:creationId xmlns:a16="http://schemas.microsoft.com/office/drawing/2014/main" id="{6E0E4A84-8F2E-479D-AFD8-8B4B9C837ECC}"/>
                </a:ext>
              </a:extLst>
            </p:cNvPr>
            <p:cNvSpPr>
              <a:spLocks noChangeArrowheads="1"/>
            </p:cNvSpPr>
            <p:nvPr/>
          </p:nvSpPr>
          <p:spPr bwMode="auto">
            <a:xfrm>
              <a:off x="5518150" y="51292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804" name="Rectangle 111">
              <a:extLst>
                <a:ext uri="{FF2B5EF4-FFF2-40B4-BE49-F238E27FC236}">
                  <a16:creationId xmlns:a16="http://schemas.microsoft.com/office/drawing/2014/main" id="{FF6E2E04-9661-4616-817E-684110043A40}"/>
                </a:ext>
              </a:extLst>
            </p:cNvPr>
            <p:cNvSpPr>
              <a:spLocks noChangeArrowheads="1"/>
            </p:cNvSpPr>
            <p:nvPr/>
          </p:nvSpPr>
          <p:spPr bwMode="auto">
            <a:xfrm>
              <a:off x="6235700"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805" name="Rectangle 112">
              <a:extLst>
                <a:ext uri="{FF2B5EF4-FFF2-40B4-BE49-F238E27FC236}">
                  <a16:creationId xmlns:a16="http://schemas.microsoft.com/office/drawing/2014/main" id="{F34AD9B7-19B5-4E5C-94AC-8161F8009885}"/>
                </a:ext>
              </a:extLst>
            </p:cNvPr>
            <p:cNvSpPr>
              <a:spLocks noChangeArrowheads="1"/>
            </p:cNvSpPr>
            <p:nvPr/>
          </p:nvSpPr>
          <p:spPr bwMode="auto">
            <a:xfrm>
              <a:off x="3038475" y="5473700"/>
              <a:ext cx="3203575"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806" name="Rectangle 113">
              <a:extLst>
                <a:ext uri="{FF2B5EF4-FFF2-40B4-BE49-F238E27FC236}">
                  <a16:creationId xmlns:a16="http://schemas.microsoft.com/office/drawing/2014/main" id="{6AEF73F1-597A-4A41-8FE8-B8F649085868}"/>
                </a:ext>
              </a:extLst>
            </p:cNvPr>
            <p:cNvSpPr>
              <a:spLocks noChangeArrowheads="1"/>
            </p:cNvSpPr>
            <p:nvPr/>
          </p:nvSpPr>
          <p:spPr bwMode="auto">
            <a:xfrm>
              <a:off x="5657850" y="51292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3666" name="Title 1">
            <a:extLst>
              <a:ext uri="{FF2B5EF4-FFF2-40B4-BE49-F238E27FC236}">
                <a16:creationId xmlns:a16="http://schemas.microsoft.com/office/drawing/2014/main" id="{1E667980-E47F-4270-BFCC-9F120F819ACB}"/>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K-map for Y</a:t>
            </a:r>
            <a:r>
              <a:rPr kumimoji="0" lang="en-US" altLang="en-US" sz="3200" b="1" i="0" u="none" strike="noStrike" kern="120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cs typeface="+mn-cs"/>
              </a:rPr>
              <a:t>2</a:t>
            </a:r>
          </a:p>
        </p:txBody>
      </p:sp>
      <p:sp>
        <p:nvSpPr>
          <p:cNvPr id="113667" name="Rectangle 142">
            <a:extLst>
              <a:ext uri="{FF2B5EF4-FFF2-40B4-BE49-F238E27FC236}">
                <a16:creationId xmlns:a16="http://schemas.microsoft.com/office/drawing/2014/main" id="{F207489D-F269-4830-8319-51D37CA01008}"/>
              </a:ext>
            </a:extLst>
          </p:cNvPr>
          <p:cNvSpPr>
            <a:spLocks noChangeArrowheads="1"/>
          </p:cNvSpPr>
          <p:nvPr/>
        </p:nvSpPr>
        <p:spPr bwMode="auto">
          <a:xfrm>
            <a:off x="2286000" y="3001963"/>
            <a:ext cx="173038" cy="2403475"/>
          </a:xfrm>
          <a:prstGeom prst="rect">
            <a:avLst/>
          </a:prstGeom>
          <a:solidFill>
            <a:srgbClr val="FF0000">
              <a:alpha val="36078"/>
            </a:srgbClr>
          </a:solidFill>
          <a:ln w="9525">
            <a:solidFill>
              <a:srgbClr val="FF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3668" name="Group 2">
            <a:extLst>
              <a:ext uri="{FF2B5EF4-FFF2-40B4-BE49-F238E27FC236}">
                <a16:creationId xmlns:a16="http://schemas.microsoft.com/office/drawing/2014/main" id="{AE381B11-199C-4994-837F-6CE379A375B2}"/>
              </a:ext>
            </a:extLst>
          </p:cNvPr>
          <p:cNvGrpSpPr>
            <a:grpSpLocks/>
          </p:cNvGrpSpPr>
          <p:nvPr/>
        </p:nvGrpSpPr>
        <p:grpSpPr bwMode="auto">
          <a:xfrm>
            <a:off x="5562600" y="2438400"/>
            <a:ext cx="2820988" cy="1806575"/>
            <a:chOff x="5562600" y="2438400"/>
            <a:chExt cx="2820988" cy="1806575"/>
          </a:xfrm>
        </p:grpSpPr>
        <p:sp>
          <p:nvSpPr>
            <p:cNvPr id="113669" name="Rectangle 16">
              <a:extLst>
                <a:ext uri="{FF2B5EF4-FFF2-40B4-BE49-F238E27FC236}">
                  <a16:creationId xmlns:a16="http://schemas.microsoft.com/office/drawing/2014/main" id="{3066AA96-B87D-4750-A0B6-5EAA99D925BD}"/>
                </a:ext>
              </a:extLst>
            </p:cNvPr>
            <p:cNvSpPr>
              <a:spLocks noChangeArrowheads="1"/>
            </p:cNvSpPr>
            <p:nvPr/>
          </p:nvSpPr>
          <p:spPr bwMode="auto">
            <a:xfrm>
              <a:off x="6200775" y="3162300"/>
              <a:ext cx="1077912" cy="108267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3670" name="Line 17">
              <a:extLst>
                <a:ext uri="{FF2B5EF4-FFF2-40B4-BE49-F238E27FC236}">
                  <a16:creationId xmlns:a16="http://schemas.microsoft.com/office/drawing/2014/main" id="{44B9EF75-EFA1-4EFB-8CC6-929385CA7A1C}"/>
                </a:ext>
              </a:extLst>
            </p:cNvPr>
            <p:cNvSpPr>
              <a:spLocks noChangeShapeType="1"/>
            </p:cNvSpPr>
            <p:nvPr/>
          </p:nvSpPr>
          <p:spPr bwMode="auto">
            <a:xfrm flipH="1">
              <a:off x="6200775" y="3703637"/>
              <a:ext cx="1077912"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671" name="Line 18">
              <a:extLst>
                <a:ext uri="{FF2B5EF4-FFF2-40B4-BE49-F238E27FC236}">
                  <a16:creationId xmlns:a16="http://schemas.microsoft.com/office/drawing/2014/main" id="{AAA28064-E5CD-44F4-ABC5-8C64237A998F}"/>
                </a:ext>
              </a:extLst>
            </p:cNvPr>
            <p:cNvSpPr>
              <a:spLocks noChangeShapeType="1"/>
            </p:cNvSpPr>
            <p:nvPr/>
          </p:nvSpPr>
          <p:spPr bwMode="auto">
            <a:xfrm flipV="1">
              <a:off x="6738937" y="3162300"/>
              <a:ext cx="1588" cy="10826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672" name="Line 19">
              <a:extLst>
                <a:ext uri="{FF2B5EF4-FFF2-40B4-BE49-F238E27FC236}">
                  <a16:creationId xmlns:a16="http://schemas.microsoft.com/office/drawing/2014/main" id="{496210C6-79EF-481A-AE94-2D6793E6AB68}"/>
                </a:ext>
              </a:extLst>
            </p:cNvPr>
            <p:cNvSpPr>
              <a:spLocks noChangeShapeType="1"/>
            </p:cNvSpPr>
            <p:nvPr/>
          </p:nvSpPr>
          <p:spPr bwMode="auto">
            <a:xfrm>
              <a:off x="5661025" y="2593975"/>
              <a:ext cx="539750" cy="5683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673" name="Rectangle 21">
              <a:extLst>
                <a:ext uri="{FF2B5EF4-FFF2-40B4-BE49-F238E27FC236}">
                  <a16:creationId xmlns:a16="http://schemas.microsoft.com/office/drawing/2014/main" id="{876AEDEB-193D-4BA2-B97C-21D3C81DBEA3}"/>
                </a:ext>
              </a:extLst>
            </p:cNvPr>
            <p:cNvSpPr>
              <a:spLocks noChangeArrowheads="1"/>
            </p:cNvSpPr>
            <p:nvPr/>
          </p:nvSpPr>
          <p:spPr bwMode="auto">
            <a:xfrm>
              <a:off x="5826125" y="2438400"/>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3674" name="Rectangle 22">
              <a:extLst>
                <a:ext uri="{FF2B5EF4-FFF2-40B4-BE49-F238E27FC236}">
                  <a16:creationId xmlns:a16="http://schemas.microsoft.com/office/drawing/2014/main" id="{EE15203A-DA13-4BB3-A180-B8CA876EB6F9}"/>
                </a:ext>
              </a:extLst>
            </p:cNvPr>
            <p:cNvSpPr>
              <a:spLocks noChangeArrowheads="1"/>
            </p:cNvSpPr>
            <p:nvPr/>
          </p:nvSpPr>
          <p:spPr bwMode="auto">
            <a:xfrm>
              <a:off x="5938837" y="2560637"/>
              <a:ext cx="120650" cy="258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3675" name="Rectangle 23">
              <a:extLst>
                <a:ext uri="{FF2B5EF4-FFF2-40B4-BE49-F238E27FC236}">
                  <a16:creationId xmlns:a16="http://schemas.microsoft.com/office/drawing/2014/main" id="{F628709B-6EFF-4421-9169-86075C3BE282}"/>
                </a:ext>
              </a:extLst>
            </p:cNvPr>
            <p:cNvSpPr>
              <a:spLocks noChangeArrowheads="1"/>
            </p:cNvSpPr>
            <p:nvPr/>
          </p:nvSpPr>
          <p:spPr bwMode="auto">
            <a:xfrm>
              <a:off x="6061075" y="2438400"/>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3676" name="Rectangle 24">
              <a:extLst>
                <a:ext uri="{FF2B5EF4-FFF2-40B4-BE49-F238E27FC236}">
                  <a16:creationId xmlns:a16="http://schemas.microsoft.com/office/drawing/2014/main" id="{B22E88D7-D2BE-4995-BC86-71C067AA17A6}"/>
                </a:ext>
              </a:extLst>
            </p:cNvPr>
            <p:cNvSpPr>
              <a:spLocks noChangeArrowheads="1"/>
            </p:cNvSpPr>
            <p:nvPr/>
          </p:nvSpPr>
          <p:spPr bwMode="auto">
            <a:xfrm>
              <a:off x="6173787" y="2560637"/>
              <a:ext cx="10900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3677" name="Rectangle 25">
              <a:extLst>
                <a:ext uri="{FF2B5EF4-FFF2-40B4-BE49-F238E27FC236}">
                  <a16:creationId xmlns:a16="http://schemas.microsoft.com/office/drawing/2014/main" id="{72C00D4A-5E91-46C7-8B10-E4726CC6456C}"/>
                </a:ext>
              </a:extLst>
            </p:cNvPr>
            <p:cNvSpPr>
              <a:spLocks noChangeArrowheads="1"/>
            </p:cNvSpPr>
            <p:nvPr/>
          </p:nvSpPr>
          <p:spPr bwMode="auto">
            <a:xfrm>
              <a:off x="5562600" y="2700337"/>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3678" name="Rectangle 26">
              <a:extLst>
                <a:ext uri="{FF2B5EF4-FFF2-40B4-BE49-F238E27FC236}">
                  <a16:creationId xmlns:a16="http://schemas.microsoft.com/office/drawing/2014/main" id="{78F0C957-BABE-4BC0-93F2-E75EAB412BDD}"/>
                </a:ext>
              </a:extLst>
            </p:cNvPr>
            <p:cNvSpPr>
              <a:spLocks noChangeArrowheads="1"/>
            </p:cNvSpPr>
            <p:nvPr/>
          </p:nvSpPr>
          <p:spPr bwMode="auto">
            <a:xfrm>
              <a:off x="5676900" y="2822575"/>
              <a:ext cx="10900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3679" name="Rectangle 27">
              <a:extLst>
                <a:ext uri="{FF2B5EF4-FFF2-40B4-BE49-F238E27FC236}">
                  <a16:creationId xmlns:a16="http://schemas.microsoft.com/office/drawing/2014/main" id="{E9963A1B-CBFB-42B2-93D9-AB3D5A2D1FA9}"/>
                </a:ext>
              </a:extLst>
            </p:cNvPr>
            <p:cNvSpPr>
              <a:spLocks noChangeArrowheads="1"/>
            </p:cNvSpPr>
            <p:nvPr/>
          </p:nvSpPr>
          <p:spPr bwMode="auto">
            <a:xfrm>
              <a:off x="6408737" y="3309937"/>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3680" name="Rectangle 28">
              <a:extLst>
                <a:ext uri="{FF2B5EF4-FFF2-40B4-BE49-F238E27FC236}">
                  <a16:creationId xmlns:a16="http://schemas.microsoft.com/office/drawing/2014/main" id="{3860B76E-5EB5-4656-B1CB-5DDFCAEB4A3E}"/>
                </a:ext>
              </a:extLst>
            </p:cNvPr>
            <p:cNvSpPr>
              <a:spLocks noChangeArrowheads="1"/>
            </p:cNvSpPr>
            <p:nvPr/>
          </p:nvSpPr>
          <p:spPr bwMode="auto">
            <a:xfrm>
              <a:off x="6954837" y="3309937"/>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3681" name="Rectangle 29">
              <a:extLst>
                <a:ext uri="{FF2B5EF4-FFF2-40B4-BE49-F238E27FC236}">
                  <a16:creationId xmlns:a16="http://schemas.microsoft.com/office/drawing/2014/main" id="{059E36C7-064F-4214-BCFC-10B4CEC2D7E3}"/>
                </a:ext>
              </a:extLst>
            </p:cNvPr>
            <p:cNvSpPr>
              <a:spLocks noChangeArrowheads="1"/>
            </p:cNvSpPr>
            <p:nvPr/>
          </p:nvSpPr>
          <p:spPr bwMode="auto">
            <a:xfrm>
              <a:off x="6408737" y="3857625"/>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3682" name="Rectangle 30">
              <a:extLst>
                <a:ext uri="{FF2B5EF4-FFF2-40B4-BE49-F238E27FC236}">
                  <a16:creationId xmlns:a16="http://schemas.microsoft.com/office/drawing/2014/main" id="{6864839E-5183-4548-AF67-8D14448D9D8F}"/>
                </a:ext>
              </a:extLst>
            </p:cNvPr>
            <p:cNvSpPr>
              <a:spLocks noChangeArrowheads="1"/>
            </p:cNvSpPr>
            <p:nvPr/>
          </p:nvSpPr>
          <p:spPr bwMode="auto">
            <a:xfrm>
              <a:off x="7278688" y="3162300"/>
              <a:ext cx="1104900" cy="108267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3683" name="Line 31">
              <a:extLst>
                <a:ext uri="{FF2B5EF4-FFF2-40B4-BE49-F238E27FC236}">
                  <a16:creationId xmlns:a16="http://schemas.microsoft.com/office/drawing/2014/main" id="{B386D195-20EE-4E71-9973-A2C84303E96B}"/>
                </a:ext>
              </a:extLst>
            </p:cNvPr>
            <p:cNvSpPr>
              <a:spLocks noChangeShapeType="1"/>
            </p:cNvSpPr>
            <p:nvPr/>
          </p:nvSpPr>
          <p:spPr bwMode="auto">
            <a:xfrm flipH="1">
              <a:off x="7278688" y="3703637"/>
              <a:ext cx="1104900"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684" name="Line 32">
              <a:extLst>
                <a:ext uri="{FF2B5EF4-FFF2-40B4-BE49-F238E27FC236}">
                  <a16:creationId xmlns:a16="http://schemas.microsoft.com/office/drawing/2014/main" id="{10B5B7CA-E3A7-4754-BD43-091DBEF0D5C7}"/>
                </a:ext>
              </a:extLst>
            </p:cNvPr>
            <p:cNvSpPr>
              <a:spLocks noChangeShapeType="1"/>
            </p:cNvSpPr>
            <p:nvPr/>
          </p:nvSpPr>
          <p:spPr bwMode="auto">
            <a:xfrm flipV="1">
              <a:off x="7843838" y="3162300"/>
              <a:ext cx="1588" cy="10826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685" name="Rectangle 33">
              <a:extLst>
                <a:ext uri="{FF2B5EF4-FFF2-40B4-BE49-F238E27FC236}">
                  <a16:creationId xmlns:a16="http://schemas.microsoft.com/office/drawing/2014/main" id="{4D2CF061-C062-43DA-A940-79A6D97394D2}"/>
                </a:ext>
              </a:extLst>
            </p:cNvPr>
            <p:cNvSpPr>
              <a:spLocks noChangeArrowheads="1"/>
            </p:cNvSpPr>
            <p:nvPr/>
          </p:nvSpPr>
          <p:spPr bwMode="auto">
            <a:xfrm>
              <a:off x="6954837" y="3857625"/>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3686" name="Rectangle 34">
              <a:extLst>
                <a:ext uri="{FF2B5EF4-FFF2-40B4-BE49-F238E27FC236}">
                  <a16:creationId xmlns:a16="http://schemas.microsoft.com/office/drawing/2014/main" id="{93A2A927-3B73-45C5-9733-05E81716F82D}"/>
                </a:ext>
              </a:extLst>
            </p:cNvPr>
            <p:cNvSpPr>
              <a:spLocks noChangeArrowheads="1"/>
            </p:cNvSpPr>
            <p:nvPr/>
          </p:nvSpPr>
          <p:spPr bwMode="auto">
            <a:xfrm>
              <a:off x="7502526" y="3309937"/>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3687" name="Rectangle 35">
              <a:extLst>
                <a:ext uri="{FF2B5EF4-FFF2-40B4-BE49-F238E27FC236}">
                  <a16:creationId xmlns:a16="http://schemas.microsoft.com/office/drawing/2014/main" id="{894D68E4-5A73-49EB-BC41-0B20DD8529D6}"/>
                </a:ext>
              </a:extLst>
            </p:cNvPr>
            <p:cNvSpPr>
              <a:spLocks noChangeArrowheads="1"/>
            </p:cNvSpPr>
            <p:nvPr/>
          </p:nvSpPr>
          <p:spPr bwMode="auto">
            <a:xfrm>
              <a:off x="8047038" y="3309937"/>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3688" name="Rectangle 36">
              <a:extLst>
                <a:ext uri="{FF2B5EF4-FFF2-40B4-BE49-F238E27FC236}">
                  <a16:creationId xmlns:a16="http://schemas.microsoft.com/office/drawing/2014/main" id="{1152B1FA-1EE8-4E85-8DB3-B815012B4F1A}"/>
                </a:ext>
              </a:extLst>
            </p:cNvPr>
            <p:cNvSpPr>
              <a:spLocks noChangeArrowheads="1"/>
            </p:cNvSpPr>
            <p:nvPr/>
          </p:nvSpPr>
          <p:spPr bwMode="auto">
            <a:xfrm>
              <a:off x="7502526" y="3857625"/>
              <a:ext cx="134937"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3689" name="Rectangle 41">
              <a:extLst>
                <a:ext uri="{FF2B5EF4-FFF2-40B4-BE49-F238E27FC236}">
                  <a16:creationId xmlns:a16="http://schemas.microsoft.com/office/drawing/2014/main" id="{11322805-1D4D-412E-AA16-0DBBFE622FF4}"/>
                </a:ext>
              </a:extLst>
            </p:cNvPr>
            <p:cNvSpPr>
              <a:spLocks noChangeArrowheads="1"/>
            </p:cNvSpPr>
            <p:nvPr/>
          </p:nvSpPr>
          <p:spPr bwMode="auto">
            <a:xfrm>
              <a:off x="8047038" y="3857625"/>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3690" name="Rectangle 79">
              <a:extLst>
                <a:ext uri="{FF2B5EF4-FFF2-40B4-BE49-F238E27FC236}">
                  <a16:creationId xmlns:a16="http://schemas.microsoft.com/office/drawing/2014/main" id="{29A6F392-72D8-4843-8633-A913F38EE44E}"/>
                </a:ext>
              </a:extLst>
            </p:cNvPr>
            <p:cNvSpPr>
              <a:spLocks noChangeArrowheads="1"/>
            </p:cNvSpPr>
            <p:nvPr/>
          </p:nvSpPr>
          <p:spPr bwMode="auto">
            <a:xfrm>
              <a:off x="6351587" y="2852737"/>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3691" name="Rectangle 80">
              <a:extLst>
                <a:ext uri="{FF2B5EF4-FFF2-40B4-BE49-F238E27FC236}">
                  <a16:creationId xmlns:a16="http://schemas.microsoft.com/office/drawing/2014/main" id="{61DB20A8-EAAE-4F46-895E-A4D2FEBB9D72}"/>
                </a:ext>
              </a:extLst>
            </p:cNvPr>
            <p:cNvSpPr>
              <a:spLocks noChangeArrowheads="1"/>
            </p:cNvSpPr>
            <p:nvPr/>
          </p:nvSpPr>
          <p:spPr bwMode="auto">
            <a:xfrm>
              <a:off x="6897687" y="2852737"/>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3692" name="Rectangle 81">
              <a:extLst>
                <a:ext uri="{FF2B5EF4-FFF2-40B4-BE49-F238E27FC236}">
                  <a16:creationId xmlns:a16="http://schemas.microsoft.com/office/drawing/2014/main" id="{3124ABC2-5C29-4920-B8C4-F7E10A452F9B}"/>
                </a:ext>
              </a:extLst>
            </p:cNvPr>
            <p:cNvSpPr>
              <a:spLocks noChangeArrowheads="1"/>
            </p:cNvSpPr>
            <p:nvPr/>
          </p:nvSpPr>
          <p:spPr bwMode="auto">
            <a:xfrm>
              <a:off x="7443788" y="2852737"/>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3693" name="Rectangle 82">
              <a:extLst>
                <a:ext uri="{FF2B5EF4-FFF2-40B4-BE49-F238E27FC236}">
                  <a16:creationId xmlns:a16="http://schemas.microsoft.com/office/drawing/2014/main" id="{10DE74BE-36CC-4746-9AAF-6695185D6D08}"/>
                </a:ext>
              </a:extLst>
            </p:cNvPr>
            <p:cNvSpPr>
              <a:spLocks noChangeArrowheads="1"/>
            </p:cNvSpPr>
            <p:nvPr/>
          </p:nvSpPr>
          <p:spPr bwMode="auto">
            <a:xfrm>
              <a:off x="7989888" y="2852737"/>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3694" name="Rectangle 83">
              <a:extLst>
                <a:ext uri="{FF2B5EF4-FFF2-40B4-BE49-F238E27FC236}">
                  <a16:creationId xmlns:a16="http://schemas.microsoft.com/office/drawing/2014/main" id="{848285B7-2619-4EE6-9BDF-341CAD55745E}"/>
                </a:ext>
              </a:extLst>
            </p:cNvPr>
            <p:cNvSpPr>
              <a:spLocks noChangeArrowheads="1"/>
            </p:cNvSpPr>
            <p:nvPr/>
          </p:nvSpPr>
          <p:spPr bwMode="auto">
            <a:xfrm>
              <a:off x="5934075" y="3309937"/>
              <a:ext cx="134937"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3695" name="Rectangle 85">
              <a:extLst>
                <a:ext uri="{FF2B5EF4-FFF2-40B4-BE49-F238E27FC236}">
                  <a16:creationId xmlns:a16="http://schemas.microsoft.com/office/drawing/2014/main" id="{94E29153-E9CF-48C8-B0E5-73917E71E451}"/>
                </a:ext>
              </a:extLst>
            </p:cNvPr>
            <p:cNvSpPr>
              <a:spLocks noChangeArrowheads="1"/>
            </p:cNvSpPr>
            <p:nvPr/>
          </p:nvSpPr>
          <p:spPr bwMode="auto">
            <a:xfrm>
              <a:off x="5921375" y="3857625"/>
              <a:ext cx="134937"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3696" name="Rectangle 34">
              <a:extLst>
                <a:ext uri="{FF2B5EF4-FFF2-40B4-BE49-F238E27FC236}">
                  <a16:creationId xmlns:a16="http://schemas.microsoft.com/office/drawing/2014/main" id="{B3968A6D-E98C-4A55-A91F-DDB87AD1A573}"/>
                </a:ext>
              </a:extLst>
            </p:cNvPr>
            <p:cNvSpPr>
              <a:spLocks noChangeArrowheads="1"/>
            </p:cNvSpPr>
            <p:nvPr/>
          </p:nvSpPr>
          <p:spPr bwMode="auto">
            <a:xfrm>
              <a:off x="6964772" y="3307080"/>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gr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4689" name="Group 1">
            <a:extLst>
              <a:ext uri="{FF2B5EF4-FFF2-40B4-BE49-F238E27FC236}">
                <a16:creationId xmlns:a16="http://schemas.microsoft.com/office/drawing/2014/main" id="{2324D0E1-CF10-4DDC-8D97-C8F843C70628}"/>
              </a:ext>
            </a:extLst>
          </p:cNvPr>
          <p:cNvGrpSpPr>
            <a:grpSpLocks/>
          </p:cNvGrpSpPr>
          <p:nvPr/>
        </p:nvGrpSpPr>
        <p:grpSpPr bwMode="auto">
          <a:xfrm>
            <a:off x="879475" y="1666875"/>
            <a:ext cx="3235325" cy="3819525"/>
            <a:chOff x="3013075" y="1666875"/>
            <a:chExt cx="3235325" cy="3819525"/>
          </a:xfrm>
        </p:grpSpPr>
        <p:sp>
          <p:nvSpPr>
            <p:cNvPr id="114725" name="Rectangle 4">
              <a:extLst>
                <a:ext uri="{FF2B5EF4-FFF2-40B4-BE49-F238E27FC236}">
                  <a16:creationId xmlns:a16="http://schemas.microsoft.com/office/drawing/2014/main" id="{B953A0E5-C712-4468-B29A-7DB79B7E4D0E}"/>
                </a:ext>
              </a:extLst>
            </p:cNvPr>
            <p:cNvSpPr>
              <a:spLocks noChangeArrowheads="1"/>
            </p:cNvSpPr>
            <p:nvPr/>
          </p:nvSpPr>
          <p:spPr bwMode="auto">
            <a:xfrm>
              <a:off x="3038475" y="1666875"/>
              <a:ext cx="3203575"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26" name="Rectangle 5">
              <a:extLst>
                <a:ext uri="{FF2B5EF4-FFF2-40B4-BE49-F238E27FC236}">
                  <a16:creationId xmlns:a16="http://schemas.microsoft.com/office/drawing/2014/main" id="{DA0352FF-C58E-4FAD-9ECB-0A4237C90522}"/>
                </a:ext>
              </a:extLst>
            </p:cNvPr>
            <p:cNvSpPr>
              <a:spLocks noChangeArrowheads="1"/>
            </p:cNvSpPr>
            <p:nvPr/>
          </p:nvSpPr>
          <p:spPr bwMode="auto">
            <a:xfrm>
              <a:off x="3013075" y="1677988"/>
              <a:ext cx="11113"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27" name="Rectangle 6">
              <a:extLst>
                <a:ext uri="{FF2B5EF4-FFF2-40B4-BE49-F238E27FC236}">
                  <a16:creationId xmlns:a16="http://schemas.microsoft.com/office/drawing/2014/main" id="{809145E2-85C0-40F9-9C71-103DBC768EEE}"/>
                </a:ext>
              </a:extLst>
            </p:cNvPr>
            <p:cNvSpPr>
              <a:spLocks noChangeArrowheads="1"/>
            </p:cNvSpPr>
            <p:nvPr/>
          </p:nvSpPr>
          <p:spPr bwMode="auto">
            <a:xfrm>
              <a:off x="4129088"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28" name="Rectangle 7">
              <a:extLst>
                <a:ext uri="{FF2B5EF4-FFF2-40B4-BE49-F238E27FC236}">
                  <a16:creationId xmlns:a16="http://schemas.microsoft.com/office/drawing/2014/main" id="{A70C2A66-DCAA-4E39-8B0C-DD6F332537EF}"/>
                </a:ext>
              </a:extLst>
            </p:cNvPr>
            <p:cNvSpPr>
              <a:spLocks noChangeArrowheads="1"/>
            </p:cNvSpPr>
            <p:nvPr/>
          </p:nvSpPr>
          <p:spPr bwMode="auto">
            <a:xfrm>
              <a:off x="3246438" y="1792288"/>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29" name="Rectangle 8">
              <a:extLst>
                <a:ext uri="{FF2B5EF4-FFF2-40B4-BE49-F238E27FC236}">
                  <a16:creationId xmlns:a16="http://schemas.microsoft.com/office/drawing/2014/main" id="{C4A09677-1D87-449F-846F-B9F0BE7EAF55}"/>
                </a:ext>
              </a:extLst>
            </p:cNvPr>
            <p:cNvSpPr>
              <a:spLocks noChangeArrowheads="1"/>
            </p:cNvSpPr>
            <p:nvPr/>
          </p:nvSpPr>
          <p:spPr bwMode="auto">
            <a:xfrm>
              <a:off x="5219700"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30" name="Rectangle 9">
              <a:extLst>
                <a:ext uri="{FF2B5EF4-FFF2-40B4-BE49-F238E27FC236}">
                  <a16:creationId xmlns:a16="http://schemas.microsoft.com/office/drawing/2014/main" id="{B0C0C184-E76F-4598-8F6C-F820FCF301AC}"/>
                </a:ext>
              </a:extLst>
            </p:cNvPr>
            <p:cNvSpPr>
              <a:spLocks noChangeArrowheads="1"/>
            </p:cNvSpPr>
            <p:nvPr/>
          </p:nvSpPr>
          <p:spPr bwMode="auto">
            <a:xfrm>
              <a:off x="4440238" y="1792288"/>
              <a:ext cx="4937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31" name="Rectangle 10">
              <a:extLst>
                <a:ext uri="{FF2B5EF4-FFF2-40B4-BE49-F238E27FC236}">
                  <a16:creationId xmlns:a16="http://schemas.microsoft.com/office/drawing/2014/main" id="{950902B0-815C-450F-861E-1D7024D85A36}"/>
                </a:ext>
              </a:extLst>
            </p:cNvPr>
            <p:cNvSpPr>
              <a:spLocks noChangeArrowheads="1"/>
            </p:cNvSpPr>
            <p:nvPr/>
          </p:nvSpPr>
          <p:spPr bwMode="auto">
            <a:xfrm>
              <a:off x="6235700"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32" name="Rectangle 11">
              <a:extLst>
                <a:ext uri="{FF2B5EF4-FFF2-40B4-BE49-F238E27FC236}">
                  <a16:creationId xmlns:a16="http://schemas.microsoft.com/office/drawing/2014/main" id="{7F71FFE8-8F21-4AF7-B7FD-E64133C3C482}"/>
                </a:ext>
              </a:extLst>
            </p:cNvPr>
            <p:cNvSpPr>
              <a:spLocks noChangeArrowheads="1"/>
            </p:cNvSpPr>
            <p:nvPr/>
          </p:nvSpPr>
          <p:spPr bwMode="auto">
            <a:xfrm>
              <a:off x="3013075" y="2139950"/>
              <a:ext cx="11113"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33" name="Rectangle 12">
              <a:extLst>
                <a:ext uri="{FF2B5EF4-FFF2-40B4-BE49-F238E27FC236}">
                  <a16:creationId xmlns:a16="http://schemas.microsoft.com/office/drawing/2014/main" id="{2FCC8699-0E15-4558-8CA3-60D701B95C30}"/>
                </a:ext>
              </a:extLst>
            </p:cNvPr>
            <p:cNvSpPr>
              <a:spLocks noChangeArrowheads="1"/>
            </p:cNvSpPr>
            <p:nvPr/>
          </p:nvSpPr>
          <p:spPr bwMode="auto">
            <a:xfrm>
              <a:off x="5375275" y="1792288"/>
              <a:ext cx="704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Output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34" name="Rectangle 13">
              <a:extLst>
                <a:ext uri="{FF2B5EF4-FFF2-40B4-BE49-F238E27FC236}">
                  <a16:creationId xmlns:a16="http://schemas.microsoft.com/office/drawing/2014/main" id="{CCE823BF-B4A4-4C08-8A6E-D6152EF49549}"/>
                </a:ext>
              </a:extLst>
            </p:cNvPr>
            <p:cNvSpPr>
              <a:spLocks noChangeArrowheads="1"/>
            </p:cNvSpPr>
            <p:nvPr/>
          </p:nvSpPr>
          <p:spPr bwMode="auto">
            <a:xfrm>
              <a:off x="4129088"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35" name="Rectangle 14">
              <a:extLst>
                <a:ext uri="{FF2B5EF4-FFF2-40B4-BE49-F238E27FC236}">
                  <a16:creationId xmlns:a16="http://schemas.microsoft.com/office/drawing/2014/main" id="{E7F1EE3A-CFDD-414C-93EC-C0A076A7239C}"/>
                </a:ext>
              </a:extLst>
            </p:cNvPr>
            <p:cNvSpPr>
              <a:spLocks noChangeArrowheads="1"/>
            </p:cNvSpPr>
            <p:nvPr/>
          </p:nvSpPr>
          <p:spPr bwMode="auto">
            <a:xfrm>
              <a:off x="3387725" y="2141538"/>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36" name="Rectangle 15">
              <a:extLst>
                <a:ext uri="{FF2B5EF4-FFF2-40B4-BE49-F238E27FC236}">
                  <a16:creationId xmlns:a16="http://schemas.microsoft.com/office/drawing/2014/main" id="{9BB8073F-E055-45DA-B0B6-BA6EAF203294}"/>
                </a:ext>
              </a:extLst>
            </p:cNvPr>
            <p:cNvSpPr>
              <a:spLocks noChangeArrowheads="1"/>
            </p:cNvSpPr>
            <p:nvPr/>
          </p:nvSpPr>
          <p:spPr bwMode="auto">
            <a:xfrm>
              <a:off x="5219700"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37" name="Rectangle 16">
              <a:extLst>
                <a:ext uri="{FF2B5EF4-FFF2-40B4-BE49-F238E27FC236}">
                  <a16:creationId xmlns:a16="http://schemas.microsoft.com/office/drawing/2014/main" id="{19054A50-7A03-485B-ADD6-5308DD1834E0}"/>
                </a:ext>
              </a:extLst>
            </p:cNvPr>
            <p:cNvSpPr>
              <a:spLocks noChangeArrowheads="1"/>
            </p:cNvSpPr>
            <p:nvPr/>
          </p:nvSpPr>
          <p:spPr bwMode="auto">
            <a:xfrm>
              <a:off x="6235700"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38" name="Rectangle 17">
              <a:extLst>
                <a:ext uri="{FF2B5EF4-FFF2-40B4-BE49-F238E27FC236}">
                  <a16:creationId xmlns:a16="http://schemas.microsoft.com/office/drawing/2014/main" id="{D805FCBB-6DEE-4DF1-BF22-0163CFA9F93D}"/>
                </a:ext>
              </a:extLst>
            </p:cNvPr>
            <p:cNvSpPr>
              <a:spLocks noChangeArrowheads="1"/>
            </p:cNvSpPr>
            <p:nvPr/>
          </p:nvSpPr>
          <p:spPr bwMode="auto">
            <a:xfrm>
              <a:off x="3013075" y="2495550"/>
              <a:ext cx="11113"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39" name="Rectangle 18">
              <a:extLst>
                <a:ext uri="{FF2B5EF4-FFF2-40B4-BE49-F238E27FC236}">
                  <a16:creationId xmlns:a16="http://schemas.microsoft.com/office/drawing/2014/main" id="{46A1EC01-1BFC-4B00-9791-155F98FE7901}"/>
                </a:ext>
              </a:extLst>
            </p:cNvPr>
            <p:cNvSpPr>
              <a:spLocks noChangeArrowheads="1"/>
            </p:cNvSpPr>
            <p:nvPr/>
          </p:nvSpPr>
          <p:spPr bwMode="auto">
            <a:xfrm>
              <a:off x="4452938" y="2141538"/>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40" name="Rectangle 19">
              <a:extLst>
                <a:ext uri="{FF2B5EF4-FFF2-40B4-BE49-F238E27FC236}">
                  <a16:creationId xmlns:a16="http://schemas.microsoft.com/office/drawing/2014/main" id="{37052D24-E2A4-49DD-A752-28E2B2A01627}"/>
                </a:ext>
              </a:extLst>
            </p:cNvPr>
            <p:cNvSpPr>
              <a:spLocks noChangeArrowheads="1"/>
            </p:cNvSpPr>
            <p:nvPr/>
          </p:nvSpPr>
          <p:spPr bwMode="auto">
            <a:xfrm>
              <a:off x="3262313" y="2490788"/>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41" name="Rectangle 20">
              <a:extLst>
                <a:ext uri="{FF2B5EF4-FFF2-40B4-BE49-F238E27FC236}">
                  <a16:creationId xmlns:a16="http://schemas.microsoft.com/office/drawing/2014/main" id="{43EA2270-44BF-47CE-97FE-7F3316A9D9B1}"/>
                </a:ext>
              </a:extLst>
            </p:cNvPr>
            <p:cNvSpPr>
              <a:spLocks noChangeArrowheads="1"/>
            </p:cNvSpPr>
            <p:nvPr/>
          </p:nvSpPr>
          <p:spPr bwMode="auto">
            <a:xfrm>
              <a:off x="3387725"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42" name="Rectangle 21">
              <a:extLst>
                <a:ext uri="{FF2B5EF4-FFF2-40B4-BE49-F238E27FC236}">
                  <a16:creationId xmlns:a16="http://schemas.microsoft.com/office/drawing/2014/main" id="{9BA7EF08-C867-4D93-871A-D5F699845572}"/>
                </a:ext>
              </a:extLst>
            </p:cNvPr>
            <p:cNvSpPr>
              <a:spLocks noChangeArrowheads="1"/>
            </p:cNvSpPr>
            <p:nvPr/>
          </p:nvSpPr>
          <p:spPr bwMode="auto">
            <a:xfrm>
              <a:off x="3498850" y="2490788"/>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43" name="Rectangle 22">
              <a:extLst>
                <a:ext uri="{FF2B5EF4-FFF2-40B4-BE49-F238E27FC236}">
                  <a16:creationId xmlns:a16="http://schemas.microsoft.com/office/drawing/2014/main" id="{458D6958-F770-4F75-B6AC-AADE54BDC778}"/>
                </a:ext>
              </a:extLst>
            </p:cNvPr>
            <p:cNvSpPr>
              <a:spLocks noChangeArrowheads="1"/>
            </p:cNvSpPr>
            <p:nvPr/>
          </p:nvSpPr>
          <p:spPr bwMode="auto">
            <a:xfrm>
              <a:off x="36242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44" name="Rectangle 23">
              <a:extLst>
                <a:ext uri="{FF2B5EF4-FFF2-40B4-BE49-F238E27FC236}">
                  <a16:creationId xmlns:a16="http://schemas.microsoft.com/office/drawing/2014/main" id="{256D22C9-B531-4A54-8A58-1627A1A892D3}"/>
                </a:ext>
              </a:extLst>
            </p:cNvPr>
            <p:cNvSpPr>
              <a:spLocks noChangeArrowheads="1"/>
            </p:cNvSpPr>
            <p:nvPr/>
          </p:nvSpPr>
          <p:spPr bwMode="auto">
            <a:xfrm>
              <a:off x="3738563" y="2490788"/>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45" name="Rectangle 24">
              <a:extLst>
                <a:ext uri="{FF2B5EF4-FFF2-40B4-BE49-F238E27FC236}">
                  <a16:creationId xmlns:a16="http://schemas.microsoft.com/office/drawing/2014/main" id="{CE86D6C0-F49D-40B4-ACCA-8B0775800345}"/>
                </a:ext>
              </a:extLst>
            </p:cNvPr>
            <p:cNvSpPr>
              <a:spLocks noChangeArrowheads="1"/>
            </p:cNvSpPr>
            <p:nvPr/>
          </p:nvSpPr>
          <p:spPr bwMode="auto">
            <a:xfrm>
              <a:off x="4129088"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46" name="Rectangle 25">
              <a:extLst>
                <a:ext uri="{FF2B5EF4-FFF2-40B4-BE49-F238E27FC236}">
                  <a16:creationId xmlns:a16="http://schemas.microsoft.com/office/drawing/2014/main" id="{A0361C38-078E-4F66-ADB5-A5C98107DEF7}"/>
                </a:ext>
              </a:extLst>
            </p:cNvPr>
            <p:cNvSpPr>
              <a:spLocks noChangeArrowheads="1"/>
            </p:cNvSpPr>
            <p:nvPr/>
          </p:nvSpPr>
          <p:spPr bwMode="auto">
            <a:xfrm>
              <a:off x="386238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47" name="Rectangle 26">
              <a:extLst>
                <a:ext uri="{FF2B5EF4-FFF2-40B4-BE49-F238E27FC236}">
                  <a16:creationId xmlns:a16="http://schemas.microsoft.com/office/drawing/2014/main" id="{F15BBF23-E00C-44F8-ACBD-ACBD44DB1C03}"/>
                </a:ext>
              </a:extLst>
            </p:cNvPr>
            <p:cNvSpPr>
              <a:spLocks noChangeArrowheads="1"/>
            </p:cNvSpPr>
            <p:nvPr/>
          </p:nvSpPr>
          <p:spPr bwMode="auto">
            <a:xfrm>
              <a:off x="4295775" y="2490788"/>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48" name="Rectangle 27">
              <a:extLst>
                <a:ext uri="{FF2B5EF4-FFF2-40B4-BE49-F238E27FC236}">
                  <a16:creationId xmlns:a16="http://schemas.microsoft.com/office/drawing/2014/main" id="{4AC1C9BC-35FC-4D07-B618-4EF1BFA19D06}"/>
                </a:ext>
              </a:extLst>
            </p:cNvPr>
            <p:cNvSpPr>
              <a:spLocks noChangeArrowheads="1"/>
            </p:cNvSpPr>
            <p:nvPr/>
          </p:nvSpPr>
          <p:spPr bwMode="auto">
            <a:xfrm>
              <a:off x="44402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49" name="Rectangle 28">
              <a:extLst>
                <a:ext uri="{FF2B5EF4-FFF2-40B4-BE49-F238E27FC236}">
                  <a16:creationId xmlns:a16="http://schemas.microsoft.com/office/drawing/2014/main" id="{380A5350-E3CF-40BB-ADF8-42F934136F9D}"/>
                </a:ext>
              </a:extLst>
            </p:cNvPr>
            <p:cNvSpPr>
              <a:spLocks noChangeArrowheads="1"/>
            </p:cNvSpPr>
            <p:nvPr/>
          </p:nvSpPr>
          <p:spPr bwMode="auto">
            <a:xfrm>
              <a:off x="4556125" y="2490788"/>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50" name="Rectangle 29">
              <a:extLst>
                <a:ext uri="{FF2B5EF4-FFF2-40B4-BE49-F238E27FC236}">
                  <a16:creationId xmlns:a16="http://schemas.microsoft.com/office/drawing/2014/main" id="{6C4B4AA4-1569-4938-A574-FFD6C29C8AEF}"/>
                </a:ext>
              </a:extLst>
            </p:cNvPr>
            <p:cNvSpPr>
              <a:spLocks noChangeArrowheads="1"/>
            </p:cNvSpPr>
            <p:nvPr/>
          </p:nvSpPr>
          <p:spPr bwMode="auto">
            <a:xfrm>
              <a:off x="4702175"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51" name="Rectangle 30">
              <a:extLst>
                <a:ext uri="{FF2B5EF4-FFF2-40B4-BE49-F238E27FC236}">
                  <a16:creationId xmlns:a16="http://schemas.microsoft.com/office/drawing/2014/main" id="{F6AE0C38-F2BA-4ACE-85E4-A913618E9499}"/>
                </a:ext>
              </a:extLst>
            </p:cNvPr>
            <p:cNvSpPr>
              <a:spLocks noChangeArrowheads="1"/>
            </p:cNvSpPr>
            <p:nvPr/>
          </p:nvSpPr>
          <p:spPr bwMode="auto">
            <a:xfrm>
              <a:off x="4814888" y="2490788"/>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52" name="Rectangle 31">
              <a:extLst>
                <a:ext uri="{FF2B5EF4-FFF2-40B4-BE49-F238E27FC236}">
                  <a16:creationId xmlns:a16="http://schemas.microsoft.com/office/drawing/2014/main" id="{F3E6C210-B077-4B5C-ACE7-932D7C830050}"/>
                </a:ext>
              </a:extLst>
            </p:cNvPr>
            <p:cNvSpPr>
              <a:spLocks noChangeArrowheads="1"/>
            </p:cNvSpPr>
            <p:nvPr/>
          </p:nvSpPr>
          <p:spPr bwMode="auto">
            <a:xfrm>
              <a:off x="5219700"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53" name="Rectangle 32">
              <a:extLst>
                <a:ext uri="{FF2B5EF4-FFF2-40B4-BE49-F238E27FC236}">
                  <a16:creationId xmlns:a16="http://schemas.microsoft.com/office/drawing/2014/main" id="{4FD07F8B-B1E2-41C4-92C7-5C25C44F58D6}"/>
                </a:ext>
              </a:extLst>
            </p:cNvPr>
            <p:cNvSpPr>
              <a:spLocks noChangeArrowheads="1"/>
            </p:cNvSpPr>
            <p:nvPr/>
          </p:nvSpPr>
          <p:spPr bwMode="auto">
            <a:xfrm>
              <a:off x="49609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54" name="Rectangle 33">
              <a:extLst>
                <a:ext uri="{FF2B5EF4-FFF2-40B4-BE49-F238E27FC236}">
                  <a16:creationId xmlns:a16="http://schemas.microsoft.com/office/drawing/2014/main" id="{40137B6B-FA0F-4194-B636-376C753A9A92}"/>
                </a:ext>
              </a:extLst>
            </p:cNvPr>
            <p:cNvSpPr>
              <a:spLocks noChangeArrowheads="1"/>
            </p:cNvSpPr>
            <p:nvPr/>
          </p:nvSpPr>
          <p:spPr bwMode="auto">
            <a:xfrm>
              <a:off x="5384800"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55" name="Rectangle 34">
              <a:extLst>
                <a:ext uri="{FF2B5EF4-FFF2-40B4-BE49-F238E27FC236}">
                  <a16:creationId xmlns:a16="http://schemas.microsoft.com/office/drawing/2014/main" id="{8AE4C50D-7516-4753-A67B-B900F1F2F45F}"/>
                </a:ext>
              </a:extLst>
            </p:cNvPr>
            <p:cNvSpPr>
              <a:spLocks noChangeArrowheads="1"/>
            </p:cNvSpPr>
            <p:nvPr/>
          </p:nvSpPr>
          <p:spPr bwMode="auto">
            <a:xfrm>
              <a:off x="55038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56" name="Rectangle 35">
              <a:extLst>
                <a:ext uri="{FF2B5EF4-FFF2-40B4-BE49-F238E27FC236}">
                  <a16:creationId xmlns:a16="http://schemas.microsoft.com/office/drawing/2014/main" id="{FD54FD26-8315-4B36-BCF6-5DEC529E7B4B}"/>
                </a:ext>
              </a:extLst>
            </p:cNvPr>
            <p:cNvSpPr>
              <a:spLocks noChangeArrowheads="1"/>
            </p:cNvSpPr>
            <p:nvPr/>
          </p:nvSpPr>
          <p:spPr bwMode="auto">
            <a:xfrm>
              <a:off x="5613400"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57" name="Rectangle 36">
              <a:extLst>
                <a:ext uri="{FF2B5EF4-FFF2-40B4-BE49-F238E27FC236}">
                  <a16:creationId xmlns:a16="http://schemas.microsoft.com/office/drawing/2014/main" id="{B9814CAB-82E2-4140-ABE6-6FE36971D36B}"/>
                </a:ext>
              </a:extLst>
            </p:cNvPr>
            <p:cNvSpPr>
              <a:spLocks noChangeArrowheads="1"/>
            </p:cNvSpPr>
            <p:nvPr/>
          </p:nvSpPr>
          <p:spPr bwMode="auto">
            <a:xfrm>
              <a:off x="57324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58" name="Rectangle 37">
              <a:extLst>
                <a:ext uri="{FF2B5EF4-FFF2-40B4-BE49-F238E27FC236}">
                  <a16:creationId xmlns:a16="http://schemas.microsoft.com/office/drawing/2014/main" id="{AD9F3510-42F1-4616-AF5F-F69391053A8B}"/>
                </a:ext>
              </a:extLst>
            </p:cNvPr>
            <p:cNvSpPr>
              <a:spLocks noChangeArrowheads="1"/>
            </p:cNvSpPr>
            <p:nvPr/>
          </p:nvSpPr>
          <p:spPr bwMode="auto">
            <a:xfrm>
              <a:off x="5845175"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59" name="Rectangle 38">
              <a:extLst>
                <a:ext uri="{FF2B5EF4-FFF2-40B4-BE49-F238E27FC236}">
                  <a16:creationId xmlns:a16="http://schemas.microsoft.com/office/drawing/2014/main" id="{7A67B27B-37AF-495F-AA0D-31B932C320E9}"/>
                </a:ext>
              </a:extLst>
            </p:cNvPr>
            <p:cNvSpPr>
              <a:spLocks noChangeArrowheads="1"/>
            </p:cNvSpPr>
            <p:nvPr/>
          </p:nvSpPr>
          <p:spPr bwMode="auto">
            <a:xfrm>
              <a:off x="6235700"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60" name="Rectangle 39">
              <a:extLst>
                <a:ext uri="{FF2B5EF4-FFF2-40B4-BE49-F238E27FC236}">
                  <a16:creationId xmlns:a16="http://schemas.microsoft.com/office/drawing/2014/main" id="{C875447C-E519-4AF2-B56A-16B9EF9FE140}"/>
                </a:ext>
              </a:extLst>
            </p:cNvPr>
            <p:cNvSpPr>
              <a:spLocks noChangeArrowheads="1"/>
            </p:cNvSpPr>
            <p:nvPr/>
          </p:nvSpPr>
          <p:spPr bwMode="auto">
            <a:xfrm>
              <a:off x="3038475" y="2833688"/>
              <a:ext cx="3203575"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61" name="Rectangle 40">
              <a:extLst>
                <a:ext uri="{FF2B5EF4-FFF2-40B4-BE49-F238E27FC236}">
                  <a16:creationId xmlns:a16="http://schemas.microsoft.com/office/drawing/2014/main" id="{77ABCC58-A40E-41DB-991B-5F2C629D9C34}"/>
                </a:ext>
              </a:extLst>
            </p:cNvPr>
            <p:cNvSpPr>
              <a:spLocks noChangeArrowheads="1"/>
            </p:cNvSpPr>
            <p:nvPr/>
          </p:nvSpPr>
          <p:spPr bwMode="auto">
            <a:xfrm>
              <a:off x="3013075" y="2846388"/>
              <a:ext cx="11113"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62" name="Rectangle 41">
              <a:extLst>
                <a:ext uri="{FF2B5EF4-FFF2-40B4-BE49-F238E27FC236}">
                  <a16:creationId xmlns:a16="http://schemas.microsoft.com/office/drawing/2014/main" id="{641A90A0-8580-441C-B695-D00526825DEB}"/>
                </a:ext>
              </a:extLst>
            </p:cNvPr>
            <p:cNvSpPr>
              <a:spLocks noChangeArrowheads="1"/>
            </p:cNvSpPr>
            <p:nvPr/>
          </p:nvSpPr>
          <p:spPr bwMode="auto">
            <a:xfrm>
              <a:off x="59642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63" name="Rectangle 42">
              <a:extLst>
                <a:ext uri="{FF2B5EF4-FFF2-40B4-BE49-F238E27FC236}">
                  <a16:creationId xmlns:a16="http://schemas.microsoft.com/office/drawing/2014/main" id="{27FF699A-CBCD-44F1-A8C5-FB49F9E5E162}"/>
                </a:ext>
              </a:extLst>
            </p:cNvPr>
            <p:cNvSpPr>
              <a:spLocks noChangeArrowheads="1"/>
            </p:cNvSpPr>
            <p:nvPr/>
          </p:nvSpPr>
          <p:spPr bwMode="auto">
            <a:xfrm>
              <a:off x="4129088"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64" name="Rectangle 43">
              <a:extLst>
                <a:ext uri="{FF2B5EF4-FFF2-40B4-BE49-F238E27FC236}">
                  <a16:creationId xmlns:a16="http://schemas.microsoft.com/office/drawing/2014/main" id="{B6F60956-C83A-4A4E-872F-69AA4C767E25}"/>
                </a:ext>
              </a:extLst>
            </p:cNvPr>
            <p:cNvSpPr>
              <a:spLocks noChangeArrowheads="1"/>
            </p:cNvSpPr>
            <p:nvPr/>
          </p:nvSpPr>
          <p:spPr bwMode="auto">
            <a:xfrm>
              <a:off x="3335338" y="29575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65" name="Rectangle 44">
              <a:extLst>
                <a:ext uri="{FF2B5EF4-FFF2-40B4-BE49-F238E27FC236}">
                  <a16:creationId xmlns:a16="http://schemas.microsoft.com/office/drawing/2014/main" id="{3FC40B8E-B0EC-4FFE-A734-81E0113AFA8C}"/>
                </a:ext>
              </a:extLst>
            </p:cNvPr>
            <p:cNvSpPr>
              <a:spLocks noChangeArrowheads="1"/>
            </p:cNvSpPr>
            <p:nvPr/>
          </p:nvSpPr>
          <p:spPr bwMode="auto">
            <a:xfrm>
              <a:off x="4465638" y="2957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66" name="Rectangle 45">
              <a:extLst>
                <a:ext uri="{FF2B5EF4-FFF2-40B4-BE49-F238E27FC236}">
                  <a16:creationId xmlns:a16="http://schemas.microsoft.com/office/drawing/2014/main" id="{750396AA-BB2C-424D-8AC1-EE427ECF9CC8}"/>
                </a:ext>
              </a:extLst>
            </p:cNvPr>
            <p:cNvSpPr>
              <a:spLocks noChangeArrowheads="1"/>
            </p:cNvSpPr>
            <p:nvPr/>
          </p:nvSpPr>
          <p:spPr bwMode="auto">
            <a:xfrm>
              <a:off x="5219700"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67" name="Rectangle 46">
              <a:extLst>
                <a:ext uri="{FF2B5EF4-FFF2-40B4-BE49-F238E27FC236}">
                  <a16:creationId xmlns:a16="http://schemas.microsoft.com/office/drawing/2014/main" id="{F2C247E3-0DA3-4A5C-9454-3593A3EF79BE}"/>
                </a:ext>
              </a:extLst>
            </p:cNvPr>
            <p:cNvSpPr>
              <a:spLocks noChangeArrowheads="1"/>
            </p:cNvSpPr>
            <p:nvPr/>
          </p:nvSpPr>
          <p:spPr bwMode="auto">
            <a:xfrm>
              <a:off x="4618038" y="29575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68" name="Rectangle 47">
              <a:extLst>
                <a:ext uri="{FF2B5EF4-FFF2-40B4-BE49-F238E27FC236}">
                  <a16:creationId xmlns:a16="http://schemas.microsoft.com/office/drawing/2014/main" id="{9FC98D1E-80BB-449B-B714-B61A3B1E6E87}"/>
                </a:ext>
              </a:extLst>
            </p:cNvPr>
            <p:cNvSpPr>
              <a:spLocks noChangeArrowheads="1"/>
            </p:cNvSpPr>
            <p:nvPr/>
          </p:nvSpPr>
          <p:spPr bwMode="auto">
            <a:xfrm>
              <a:off x="5518150" y="2957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69" name="Rectangle 48">
              <a:extLst>
                <a:ext uri="{FF2B5EF4-FFF2-40B4-BE49-F238E27FC236}">
                  <a16:creationId xmlns:a16="http://schemas.microsoft.com/office/drawing/2014/main" id="{75327FA7-543D-42DB-B582-7E293C266EDC}"/>
                </a:ext>
              </a:extLst>
            </p:cNvPr>
            <p:cNvSpPr>
              <a:spLocks noChangeArrowheads="1"/>
            </p:cNvSpPr>
            <p:nvPr/>
          </p:nvSpPr>
          <p:spPr bwMode="auto">
            <a:xfrm>
              <a:off x="6235700"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70" name="Rectangle 49">
              <a:extLst>
                <a:ext uri="{FF2B5EF4-FFF2-40B4-BE49-F238E27FC236}">
                  <a16:creationId xmlns:a16="http://schemas.microsoft.com/office/drawing/2014/main" id="{E902BCAB-3895-495C-82D0-2449C7043344}"/>
                </a:ext>
              </a:extLst>
            </p:cNvPr>
            <p:cNvSpPr>
              <a:spLocks noChangeArrowheads="1"/>
            </p:cNvSpPr>
            <p:nvPr/>
          </p:nvSpPr>
          <p:spPr bwMode="auto">
            <a:xfrm>
              <a:off x="3013075" y="3303588"/>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71" name="Rectangle 50">
              <a:extLst>
                <a:ext uri="{FF2B5EF4-FFF2-40B4-BE49-F238E27FC236}">
                  <a16:creationId xmlns:a16="http://schemas.microsoft.com/office/drawing/2014/main" id="{FED52D91-95DE-4B4E-A07B-BA78766152C8}"/>
                </a:ext>
              </a:extLst>
            </p:cNvPr>
            <p:cNvSpPr>
              <a:spLocks noChangeArrowheads="1"/>
            </p:cNvSpPr>
            <p:nvPr/>
          </p:nvSpPr>
          <p:spPr bwMode="auto">
            <a:xfrm>
              <a:off x="5657850" y="29575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72" name="Rectangle 51">
              <a:extLst>
                <a:ext uri="{FF2B5EF4-FFF2-40B4-BE49-F238E27FC236}">
                  <a16:creationId xmlns:a16="http://schemas.microsoft.com/office/drawing/2014/main" id="{0C2B38F5-2F3B-4872-84D8-03A5987F30CF}"/>
                </a:ext>
              </a:extLst>
            </p:cNvPr>
            <p:cNvSpPr>
              <a:spLocks noChangeArrowheads="1"/>
            </p:cNvSpPr>
            <p:nvPr/>
          </p:nvSpPr>
          <p:spPr bwMode="auto">
            <a:xfrm>
              <a:off x="4129088"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73" name="Rectangle 52">
              <a:extLst>
                <a:ext uri="{FF2B5EF4-FFF2-40B4-BE49-F238E27FC236}">
                  <a16:creationId xmlns:a16="http://schemas.microsoft.com/office/drawing/2014/main" id="{39D8F1E3-BAD6-4587-A70A-31557ADF9FCB}"/>
                </a:ext>
              </a:extLst>
            </p:cNvPr>
            <p:cNvSpPr>
              <a:spLocks noChangeArrowheads="1"/>
            </p:cNvSpPr>
            <p:nvPr/>
          </p:nvSpPr>
          <p:spPr bwMode="auto">
            <a:xfrm>
              <a:off x="3335338" y="330676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74" name="Rectangle 53">
              <a:extLst>
                <a:ext uri="{FF2B5EF4-FFF2-40B4-BE49-F238E27FC236}">
                  <a16:creationId xmlns:a16="http://schemas.microsoft.com/office/drawing/2014/main" id="{71DF297E-1A89-472A-BDC2-368C21E19EC6}"/>
                </a:ext>
              </a:extLst>
            </p:cNvPr>
            <p:cNvSpPr>
              <a:spLocks noChangeArrowheads="1"/>
            </p:cNvSpPr>
            <p:nvPr/>
          </p:nvSpPr>
          <p:spPr bwMode="auto">
            <a:xfrm>
              <a:off x="4465638" y="33067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75" name="Rectangle 54">
              <a:extLst>
                <a:ext uri="{FF2B5EF4-FFF2-40B4-BE49-F238E27FC236}">
                  <a16:creationId xmlns:a16="http://schemas.microsoft.com/office/drawing/2014/main" id="{CE4CDE35-AF12-4267-AA01-992F348FBC88}"/>
                </a:ext>
              </a:extLst>
            </p:cNvPr>
            <p:cNvSpPr>
              <a:spLocks noChangeArrowheads="1"/>
            </p:cNvSpPr>
            <p:nvPr/>
          </p:nvSpPr>
          <p:spPr bwMode="auto">
            <a:xfrm>
              <a:off x="5219700"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76" name="Rectangle 55">
              <a:extLst>
                <a:ext uri="{FF2B5EF4-FFF2-40B4-BE49-F238E27FC236}">
                  <a16:creationId xmlns:a16="http://schemas.microsoft.com/office/drawing/2014/main" id="{0006C883-A329-43D8-801F-959BA3670B8F}"/>
                </a:ext>
              </a:extLst>
            </p:cNvPr>
            <p:cNvSpPr>
              <a:spLocks noChangeArrowheads="1"/>
            </p:cNvSpPr>
            <p:nvPr/>
          </p:nvSpPr>
          <p:spPr bwMode="auto">
            <a:xfrm>
              <a:off x="4618038" y="33067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77" name="Rectangle 56">
              <a:extLst>
                <a:ext uri="{FF2B5EF4-FFF2-40B4-BE49-F238E27FC236}">
                  <a16:creationId xmlns:a16="http://schemas.microsoft.com/office/drawing/2014/main" id="{B24C4F8B-3D0E-4F06-BF9C-D1B22642F731}"/>
                </a:ext>
              </a:extLst>
            </p:cNvPr>
            <p:cNvSpPr>
              <a:spLocks noChangeArrowheads="1"/>
            </p:cNvSpPr>
            <p:nvPr/>
          </p:nvSpPr>
          <p:spPr bwMode="auto">
            <a:xfrm>
              <a:off x="5518150" y="33067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78" name="Rectangle 57">
              <a:extLst>
                <a:ext uri="{FF2B5EF4-FFF2-40B4-BE49-F238E27FC236}">
                  <a16:creationId xmlns:a16="http://schemas.microsoft.com/office/drawing/2014/main" id="{AD1A9338-E85C-45D5-B5A5-FE38E6377ED4}"/>
                </a:ext>
              </a:extLst>
            </p:cNvPr>
            <p:cNvSpPr>
              <a:spLocks noChangeArrowheads="1"/>
            </p:cNvSpPr>
            <p:nvPr/>
          </p:nvSpPr>
          <p:spPr bwMode="auto">
            <a:xfrm>
              <a:off x="6235700"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79" name="Rectangle 58">
              <a:extLst>
                <a:ext uri="{FF2B5EF4-FFF2-40B4-BE49-F238E27FC236}">
                  <a16:creationId xmlns:a16="http://schemas.microsoft.com/office/drawing/2014/main" id="{F179A13B-7574-45FF-9CB3-079DC284CBB5}"/>
                </a:ext>
              </a:extLst>
            </p:cNvPr>
            <p:cNvSpPr>
              <a:spLocks noChangeArrowheads="1"/>
            </p:cNvSpPr>
            <p:nvPr/>
          </p:nvSpPr>
          <p:spPr bwMode="auto">
            <a:xfrm>
              <a:off x="3013075" y="3608388"/>
              <a:ext cx="11113"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80" name="Rectangle 59">
              <a:extLst>
                <a:ext uri="{FF2B5EF4-FFF2-40B4-BE49-F238E27FC236}">
                  <a16:creationId xmlns:a16="http://schemas.microsoft.com/office/drawing/2014/main" id="{7BF00896-1E44-492E-A75D-745F9A4F9C87}"/>
                </a:ext>
              </a:extLst>
            </p:cNvPr>
            <p:cNvSpPr>
              <a:spLocks noChangeArrowheads="1"/>
            </p:cNvSpPr>
            <p:nvPr/>
          </p:nvSpPr>
          <p:spPr bwMode="auto">
            <a:xfrm>
              <a:off x="5657850" y="33067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81" name="Rectangle 60">
              <a:extLst>
                <a:ext uri="{FF2B5EF4-FFF2-40B4-BE49-F238E27FC236}">
                  <a16:creationId xmlns:a16="http://schemas.microsoft.com/office/drawing/2014/main" id="{FF8DCFAB-8A5B-4A53-84C6-530E0675BF63}"/>
                </a:ext>
              </a:extLst>
            </p:cNvPr>
            <p:cNvSpPr>
              <a:spLocks noChangeArrowheads="1"/>
            </p:cNvSpPr>
            <p:nvPr/>
          </p:nvSpPr>
          <p:spPr bwMode="auto">
            <a:xfrm>
              <a:off x="4129088"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82" name="Rectangle 61">
              <a:extLst>
                <a:ext uri="{FF2B5EF4-FFF2-40B4-BE49-F238E27FC236}">
                  <a16:creationId xmlns:a16="http://schemas.microsoft.com/office/drawing/2014/main" id="{5DEEB9C1-43FE-4B65-BF0A-2496CB483811}"/>
                </a:ext>
              </a:extLst>
            </p:cNvPr>
            <p:cNvSpPr>
              <a:spLocks noChangeArrowheads="1"/>
            </p:cNvSpPr>
            <p:nvPr/>
          </p:nvSpPr>
          <p:spPr bwMode="auto">
            <a:xfrm>
              <a:off x="3335338" y="361156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83" name="Rectangle 62">
              <a:extLst>
                <a:ext uri="{FF2B5EF4-FFF2-40B4-BE49-F238E27FC236}">
                  <a16:creationId xmlns:a16="http://schemas.microsoft.com/office/drawing/2014/main" id="{67DBF768-19CB-4DBD-8FA4-577187645789}"/>
                </a:ext>
              </a:extLst>
            </p:cNvPr>
            <p:cNvSpPr>
              <a:spLocks noChangeArrowheads="1"/>
            </p:cNvSpPr>
            <p:nvPr/>
          </p:nvSpPr>
          <p:spPr bwMode="auto">
            <a:xfrm>
              <a:off x="4465638" y="36115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84" name="Rectangle 63">
              <a:extLst>
                <a:ext uri="{FF2B5EF4-FFF2-40B4-BE49-F238E27FC236}">
                  <a16:creationId xmlns:a16="http://schemas.microsoft.com/office/drawing/2014/main" id="{166B3098-8783-43B5-80B7-994C69B419D9}"/>
                </a:ext>
              </a:extLst>
            </p:cNvPr>
            <p:cNvSpPr>
              <a:spLocks noChangeArrowheads="1"/>
            </p:cNvSpPr>
            <p:nvPr/>
          </p:nvSpPr>
          <p:spPr bwMode="auto">
            <a:xfrm>
              <a:off x="5219700"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85" name="Rectangle 64">
              <a:extLst>
                <a:ext uri="{FF2B5EF4-FFF2-40B4-BE49-F238E27FC236}">
                  <a16:creationId xmlns:a16="http://schemas.microsoft.com/office/drawing/2014/main" id="{B376A628-6C41-4355-8635-5314AD528432}"/>
                </a:ext>
              </a:extLst>
            </p:cNvPr>
            <p:cNvSpPr>
              <a:spLocks noChangeArrowheads="1"/>
            </p:cNvSpPr>
            <p:nvPr/>
          </p:nvSpPr>
          <p:spPr bwMode="auto">
            <a:xfrm>
              <a:off x="4618038" y="36115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86" name="Rectangle 65">
              <a:extLst>
                <a:ext uri="{FF2B5EF4-FFF2-40B4-BE49-F238E27FC236}">
                  <a16:creationId xmlns:a16="http://schemas.microsoft.com/office/drawing/2014/main" id="{669844CA-87C4-473C-A732-7D1D5C3A8658}"/>
                </a:ext>
              </a:extLst>
            </p:cNvPr>
            <p:cNvSpPr>
              <a:spLocks noChangeArrowheads="1"/>
            </p:cNvSpPr>
            <p:nvPr/>
          </p:nvSpPr>
          <p:spPr bwMode="auto">
            <a:xfrm>
              <a:off x="5518150" y="36115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87" name="Rectangle 66">
              <a:extLst>
                <a:ext uri="{FF2B5EF4-FFF2-40B4-BE49-F238E27FC236}">
                  <a16:creationId xmlns:a16="http://schemas.microsoft.com/office/drawing/2014/main" id="{E377DE02-03AA-44FA-8EEE-3B595050DBAD}"/>
                </a:ext>
              </a:extLst>
            </p:cNvPr>
            <p:cNvSpPr>
              <a:spLocks noChangeArrowheads="1"/>
            </p:cNvSpPr>
            <p:nvPr/>
          </p:nvSpPr>
          <p:spPr bwMode="auto">
            <a:xfrm>
              <a:off x="6235700"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88" name="Rectangle 67">
              <a:extLst>
                <a:ext uri="{FF2B5EF4-FFF2-40B4-BE49-F238E27FC236}">
                  <a16:creationId xmlns:a16="http://schemas.microsoft.com/office/drawing/2014/main" id="{3EB9B713-9705-4D0E-BCAB-C05F94500580}"/>
                </a:ext>
              </a:extLst>
            </p:cNvPr>
            <p:cNvSpPr>
              <a:spLocks noChangeArrowheads="1"/>
            </p:cNvSpPr>
            <p:nvPr/>
          </p:nvSpPr>
          <p:spPr bwMode="auto">
            <a:xfrm>
              <a:off x="3013075" y="39116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89" name="Rectangle 68">
              <a:extLst>
                <a:ext uri="{FF2B5EF4-FFF2-40B4-BE49-F238E27FC236}">
                  <a16:creationId xmlns:a16="http://schemas.microsoft.com/office/drawing/2014/main" id="{508223A3-A010-41B0-9DD3-4D517A505CB3}"/>
                </a:ext>
              </a:extLst>
            </p:cNvPr>
            <p:cNvSpPr>
              <a:spLocks noChangeArrowheads="1"/>
            </p:cNvSpPr>
            <p:nvPr/>
          </p:nvSpPr>
          <p:spPr bwMode="auto">
            <a:xfrm>
              <a:off x="5657850" y="36115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90" name="Rectangle 69">
              <a:extLst>
                <a:ext uri="{FF2B5EF4-FFF2-40B4-BE49-F238E27FC236}">
                  <a16:creationId xmlns:a16="http://schemas.microsoft.com/office/drawing/2014/main" id="{5AC2D25E-F7A5-4AA0-AAF4-FE8397A6CB53}"/>
                </a:ext>
              </a:extLst>
            </p:cNvPr>
            <p:cNvSpPr>
              <a:spLocks noChangeArrowheads="1"/>
            </p:cNvSpPr>
            <p:nvPr/>
          </p:nvSpPr>
          <p:spPr bwMode="auto">
            <a:xfrm>
              <a:off x="4129088"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91" name="Rectangle 70">
              <a:extLst>
                <a:ext uri="{FF2B5EF4-FFF2-40B4-BE49-F238E27FC236}">
                  <a16:creationId xmlns:a16="http://schemas.microsoft.com/office/drawing/2014/main" id="{A44D51AE-950D-49C2-8E90-843C59649B98}"/>
                </a:ext>
              </a:extLst>
            </p:cNvPr>
            <p:cNvSpPr>
              <a:spLocks noChangeArrowheads="1"/>
            </p:cNvSpPr>
            <p:nvPr/>
          </p:nvSpPr>
          <p:spPr bwMode="auto">
            <a:xfrm>
              <a:off x="3335338" y="3914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92" name="Rectangle 71">
              <a:extLst>
                <a:ext uri="{FF2B5EF4-FFF2-40B4-BE49-F238E27FC236}">
                  <a16:creationId xmlns:a16="http://schemas.microsoft.com/office/drawing/2014/main" id="{836D49C8-D678-4AF6-B228-C46D3417C1ED}"/>
                </a:ext>
              </a:extLst>
            </p:cNvPr>
            <p:cNvSpPr>
              <a:spLocks noChangeArrowheads="1"/>
            </p:cNvSpPr>
            <p:nvPr/>
          </p:nvSpPr>
          <p:spPr bwMode="auto">
            <a:xfrm>
              <a:off x="4465638" y="39147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93" name="Rectangle 72">
              <a:extLst>
                <a:ext uri="{FF2B5EF4-FFF2-40B4-BE49-F238E27FC236}">
                  <a16:creationId xmlns:a16="http://schemas.microsoft.com/office/drawing/2014/main" id="{6228D4B5-36B5-4D94-9CA7-A7C2FC0EF3A5}"/>
                </a:ext>
              </a:extLst>
            </p:cNvPr>
            <p:cNvSpPr>
              <a:spLocks noChangeArrowheads="1"/>
            </p:cNvSpPr>
            <p:nvPr/>
          </p:nvSpPr>
          <p:spPr bwMode="auto">
            <a:xfrm>
              <a:off x="5219700"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94" name="Rectangle 73">
              <a:extLst>
                <a:ext uri="{FF2B5EF4-FFF2-40B4-BE49-F238E27FC236}">
                  <a16:creationId xmlns:a16="http://schemas.microsoft.com/office/drawing/2014/main" id="{C2713F44-D0B9-42C1-A125-3435078B70B2}"/>
                </a:ext>
              </a:extLst>
            </p:cNvPr>
            <p:cNvSpPr>
              <a:spLocks noChangeArrowheads="1"/>
            </p:cNvSpPr>
            <p:nvPr/>
          </p:nvSpPr>
          <p:spPr bwMode="auto">
            <a:xfrm>
              <a:off x="4618038" y="39147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95" name="Rectangle 74">
              <a:extLst>
                <a:ext uri="{FF2B5EF4-FFF2-40B4-BE49-F238E27FC236}">
                  <a16:creationId xmlns:a16="http://schemas.microsoft.com/office/drawing/2014/main" id="{95B32323-AB48-4598-A27A-D3682B42B8FB}"/>
                </a:ext>
              </a:extLst>
            </p:cNvPr>
            <p:cNvSpPr>
              <a:spLocks noChangeArrowheads="1"/>
            </p:cNvSpPr>
            <p:nvPr/>
          </p:nvSpPr>
          <p:spPr bwMode="auto">
            <a:xfrm>
              <a:off x="5518150" y="39147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96" name="Rectangle 75">
              <a:extLst>
                <a:ext uri="{FF2B5EF4-FFF2-40B4-BE49-F238E27FC236}">
                  <a16:creationId xmlns:a16="http://schemas.microsoft.com/office/drawing/2014/main" id="{3D8993A7-C306-4C57-86AA-55AB04BAE4F2}"/>
                </a:ext>
              </a:extLst>
            </p:cNvPr>
            <p:cNvSpPr>
              <a:spLocks noChangeArrowheads="1"/>
            </p:cNvSpPr>
            <p:nvPr/>
          </p:nvSpPr>
          <p:spPr bwMode="auto">
            <a:xfrm>
              <a:off x="6235700"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97" name="Rectangle 76">
              <a:extLst>
                <a:ext uri="{FF2B5EF4-FFF2-40B4-BE49-F238E27FC236}">
                  <a16:creationId xmlns:a16="http://schemas.microsoft.com/office/drawing/2014/main" id="{3A57D7A5-048E-4FC9-AE8B-1D4B08C3FB1C}"/>
                </a:ext>
              </a:extLst>
            </p:cNvPr>
            <p:cNvSpPr>
              <a:spLocks noChangeArrowheads="1"/>
            </p:cNvSpPr>
            <p:nvPr/>
          </p:nvSpPr>
          <p:spPr bwMode="auto">
            <a:xfrm>
              <a:off x="3013075" y="42164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98" name="Rectangle 77">
              <a:extLst>
                <a:ext uri="{FF2B5EF4-FFF2-40B4-BE49-F238E27FC236}">
                  <a16:creationId xmlns:a16="http://schemas.microsoft.com/office/drawing/2014/main" id="{7B1AEBBD-0EDA-449B-8B5A-31C79AE715EC}"/>
                </a:ext>
              </a:extLst>
            </p:cNvPr>
            <p:cNvSpPr>
              <a:spLocks noChangeArrowheads="1"/>
            </p:cNvSpPr>
            <p:nvPr/>
          </p:nvSpPr>
          <p:spPr bwMode="auto">
            <a:xfrm>
              <a:off x="5657850" y="39147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99" name="Rectangle 78">
              <a:extLst>
                <a:ext uri="{FF2B5EF4-FFF2-40B4-BE49-F238E27FC236}">
                  <a16:creationId xmlns:a16="http://schemas.microsoft.com/office/drawing/2014/main" id="{651E5913-0580-4F39-93BB-17DABA1F3B13}"/>
                </a:ext>
              </a:extLst>
            </p:cNvPr>
            <p:cNvSpPr>
              <a:spLocks noChangeArrowheads="1"/>
            </p:cNvSpPr>
            <p:nvPr/>
          </p:nvSpPr>
          <p:spPr bwMode="auto">
            <a:xfrm>
              <a:off x="4129088"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00" name="Rectangle 79">
              <a:extLst>
                <a:ext uri="{FF2B5EF4-FFF2-40B4-BE49-F238E27FC236}">
                  <a16:creationId xmlns:a16="http://schemas.microsoft.com/office/drawing/2014/main" id="{9376D36B-8EC5-4EF3-BBFC-1DC46990C337}"/>
                </a:ext>
              </a:extLst>
            </p:cNvPr>
            <p:cNvSpPr>
              <a:spLocks noChangeArrowheads="1"/>
            </p:cNvSpPr>
            <p:nvPr/>
          </p:nvSpPr>
          <p:spPr bwMode="auto">
            <a:xfrm>
              <a:off x="3335338" y="4219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01" name="Rectangle 80">
              <a:extLst>
                <a:ext uri="{FF2B5EF4-FFF2-40B4-BE49-F238E27FC236}">
                  <a16:creationId xmlns:a16="http://schemas.microsoft.com/office/drawing/2014/main" id="{1F99DE34-8C43-46A0-BA18-9661F8720DB5}"/>
                </a:ext>
              </a:extLst>
            </p:cNvPr>
            <p:cNvSpPr>
              <a:spLocks noChangeArrowheads="1"/>
            </p:cNvSpPr>
            <p:nvPr/>
          </p:nvSpPr>
          <p:spPr bwMode="auto">
            <a:xfrm>
              <a:off x="4465638" y="42195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02" name="Rectangle 81">
              <a:extLst>
                <a:ext uri="{FF2B5EF4-FFF2-40B4-BE49-F238E27FC236}">
                  <a16:creationId xmlns:a16="http://schemas.microsoft.com/office/drawing/2014/main" id="{86E3F9F0-081F-4BD4-B04A-7CD0DEADFCE0}"/>
                </a:ext>
              </a:extLst>
            </p:cNvPr>
            <p:cNvSpPr>
              <a:spLocks noChangeArrowheads="1"/>
            </p:cNvSpPr>
            <p:nvPr/>
          </p:nvSpPr>
          <p:spPr bwMode="auto">
            <a:xfrm>
              <a:off x="5219700"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03" name="Rectangle 82">
              <a:extLst>
                <a:ext uri="{FF2B5EF4-FFF2-40B4-BE49-F238E27FC236}">
                  <a16:creationId xmlns:a16="http://schemas.microsoft.com/office/drawing/2014/main" id="{02D73B34-905B-415D-A156-1E14967028A4}"/>
                </a:ext>
              </a:extLst>
            </p:cNvPr>
            <p:cNvSpPr>
              <a:spLocks noChangeArrowheads="1"/>
            </p:cNvSpPr>
            <p:nvPr/>
          </p:nvSpPr>
          <p:spPr bwMode="auto">
            <a:xfrm>
              <a:off x="4618038" y="42195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04" name="Rectangle 83">
              <a:extLst>
                <a:ext uri="{FF2B5EF4-FFF2-40B4-BE49-F238E27FC236}">
                  <a16:creationId xmlns:a16="http://schemas.microsoft.com/office/drawing/2014/main" id="{0D9B817A-475A-4835-B74A-073C808015FD}"/>
                </a:ext>
              </a:extLst>
            </p:cNvPr>
            <p:cNvSpPr>
              <a:spLocks noChangeArrowheads="1"/>
            </p:cNvSpPr>
            <p:nvPr/>
          </p:nvSpPr>
          <p:spPr bwMode="auto">
            <a:xfrm>
              <a:off x="5518150" y="42195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05" name="Rectangle 84">
              <a:extLst>
                <a:ext uri="{FF2B5EF4-FFF2-40B4-BE49-F238E27FC236}">
                  <a16:creationId xmlns:a16="http://schemas.microsoft.com/office/drawing/2014/main" id="{D9F20422-E467-4429-9549-6813A22D509B}"/>
                </a:ext>
              </a:extLst>
            </p:cNvPr>
            <p:cNvSpPr>
              <a:spLocks noChangeArrowheads="1"/>
            </p:cNvSpPr>
            <p:nvPr/>
          </p:nvSpPr>
          <p:spPr bwMode="auto">
            <a:xfrm>
              <a:off x="6235700"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06" name="Rectangle 85">
              <a:extLst>
                <a:ext uri="{FF2B5EF4-FFF2-40B4-BE49-F238E27FC236}">
                  <a16:creationId xmlns:a16="http://schemas.microsoft.com/office/drawing/2014/main" id="{723CCDCD-3FAF-436E-922B-CC9D0578E29D}"/>
                </a:ext>
              </a:extLst>
            </p:cNvPr>
            <p:cNvSpPr>
              <a:spLocks noChangeArrowheads="1"/>
            </p:cNvSpPr>
            <p:nvPr/>
          </p:nvSpPr>
          <p:spPr bwMode="auto">
            <a:xfrm>
              <a:off x="3013075" y="45212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07" name="Rectangle 86">
              <a:extLst>
                <a:ext uri="{FF2B5EF4-FFF2-40B4-BE49-F238E27FC236}">
                  <a16:creationId xmlns:a16="http://schemas.microsoft.com/office/drawing/2014/main" id="{74B39710-C888-4841-96BB-BBD558FE64A0}"/>
                </a:ext>
              </a:extLst>
            </p:cNvPr>
            <p:cNvSpPr>
              <a:spLocks noChangeArrowheads="1"/>
            </p:cNvSpPr>
            <p:nvPr/>
          </p:nvSpPr>
          <p:spPr bwMode="auto">
            <a:xfrm>
              <a:off x="5657850" y="42195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08" name="Rectangle 87">
              <a:extLst>
                <a:ext uri="{FF2B5EF4-FFF2-40B4-BE49-F238E27FC236}">
                  <a16:creationId xmlns:a16="http://schemas.microsoft.com/office/drawing/2014/main" id="{38EA23F4-9757-48EC-9378-686DC4D42F85}"/>
                </a:ext>
              </a:extLst>
            </p:cNvPr>
            <p:cNvSpPr>
              <a:spLocks noChangeArrowheads="1"/>
            </p:cNvSpPr>
            <p:nvPr/>
          </p:nvSpPr>
          <p:spPr bwMode="auto">
            <a:xfrm>
              <a:off x="4129088"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09" name="Rectangle 88">
              <a:extLst>
                <a:ext uri="{FF2B5EF4-FFF2-40B4-BE49-F238E27FC236}">
                  <a16:creationId xmlns:a16="http://schemas.microsoft.com/office/drawing/2014/main" id="{7888426C-19CA-4BE4-9AAC-322AD11D87E6}"/>
                </a:ext>
              </a:extLst>
            </p:cNvPr>
            <p:cNvSpPr>
              <a:spLocks noChangeArrowheads="1"/>
            </p:cNvSpPr>
            <p:nvPr/>
          </p:nvSpPr>
          <p:spPr bwMode="auto">
            <a:xfrm>
              <a:off x="3335338" y="4522788"/>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10" name="Rectangle 89">
              <a:extLst>
                <a:ext uri="{FF2B5EF4-FFF2-40B4-BE49-F238E27FC236}">
                  <a16:creationId xmlns:a16="http://schemas.microsoft.com/office/drawing/2014/main" id="{7B407B85-C63B-4674-ADC7-4C646A32DD0A}"/>
                </a:ext>
              </a:extLst>
            </p:cNvPr>
            <p:cNvSpPr>
              <a:spLocks noChangeArrowheads="1"/>
            </p:cNvSpPr>
            <p:nvPr/>
          </p:nvSpPr>
          <p:spPr bwMode="auto">
            <a:xfrm>
              <a:off x="4465638" y="45227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11" name="Rectangle 90">
              <a:extLst>
                <a:ext uri="{FF2B5EF4-FFF2-40B4-BE49-F238E27FC236}">
                  <a16:creationId xmlns:a16="http://schemas.microsoft.com/office/drawing/2014/main" id="{BA5484A0-BE98-417B-8BD1-5142FD78C753}"/>
                </a:ext>
              </a:extLst>
            </p:cNvPr>
            <p:cNvSpPr>
              <a:spLocks noChangeArrowheads="1"/>
            </p:cNvSpPr>
            <p:nvPr/>
          </p:nvSpPr>
          <p:spPr bwMode="auto">
            <a:xfrm>
              <a:off x="5219700"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12" name="Rectangle 91">
              <a:extLst>
                <a:ext uri="{FF2B5EF4-FFF2-40B4-BE49-F238E27FC236}">
                  <a16:creationId xmlns:a16="http://schemas.microsoft.com/office/drawing/2014/main" id="{20EA99A8-85F8-4575-9F0B-29A2AB24023A}"/>
                </a:ext>
              </a:extLst>
            </p:cNvPr>
            <p:cNvSpPr>
              <a:spLocks noChangeArrowheads="1"/>
            </p:cNvSpPr>
            <p:nvPr/>
          </p:nvSpPr>
          <p:spPr bwMode="auto">
            <a:xfrm>
              <a:off x="4618038" y="4522788"/>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13" name="Rectangle 92">
              <a:extLst>
                <a:ext uri="{FF2B5EF4-FFF2-40B4-BE49-F238E27FC236}">
                  <a16:creationId xmlns:a16="http://schemas.microsoft.com/office/drawing/2014/main" id="{DF073E7E-E1C7-489E-88C4-AC06ADD2D0D9}"/>
                </a:ext>
              </a:extLst>
            </p:cNvPr>
            <p:cNvSpPr>
              <a:spLocks noChangeArrowheads="1"/>
            </p:cNvSpPr>
            <p:nvPr/>
          </p:nvSpPr>
          <p:spPr bwMode="auto">
            <a:xfrm>
              <a:off x="5518150" y="45227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14" name="Rectangle 93">
              <a:extLst>
                <a:ext uri="{FF2B5EF4-FFF2-40B4-BE49-F238E27FC236}">
                  <a16:creationId xmlns:a16="http://schemas.microsoft.com/office/drawing/2014/main" id="{5C231E9E-02EA-4553-BA0B-01E3BC9A6A5F}"/>
                </a:ext>
              </a:extLst>
            </p:cNvPr>
            <p:cNvSpPr>
              <a:spLocks noChangeArrowheads="1"/>
            </p:cNvSpPr>
            <p:nvPr/>
          </p:nvSpPr>
          <p:spPr bwMode="auto">
            <a:xfrm>
              <a:off x="6235700"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15" name="Rectangle 94">
              <a:extLst>
                <a:ext uri="{FF2B5EF4-FFF2-40B4-BE49-F238E27FC236}">
                  <a16:creationId xmlns:a16="http://schemas.microsoft.com/office/drawing/2014/main" id="{91D6D2B5-F3FD-45D5-9C7C-56822CA24E5B}"/>
                </a:ext>
              </a:extLst>
            </p:cNvPr>
            <p:cNvSpPr>
              <a:spLocks noChangeArrowheads="1"/>
            </p:cNvSpPr>
            <p:nvPr/>
          </p:nvSpPr>
          <p:spPr bwMode="auto">
            <a:xfrm>
              <a:off x="3013075" y="48260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16" name="Rectangle 95">
              <a:extLst>
                <a:ext uri="{FF2B5EF4-FFF2-40B4-BE49-F238E27FC236}">
                  <a16:creationId xmlns:a16="http://schemas.microsoft.com/office/drawing/2014/main" id="{2A21E548-3E50-4D11-A3D3-B003A1703CE6}"/>
                </a:ext>
              </a:extLst>
            </p:cNvPr>
            <p:cNvSpPr>
              <a:spLocks noChangeArrowheads="1"/>
            </p:cNvSpPr>
            <p:nvPr/>
          </p:nvSpPr>
          <p:spPr bwMode="auto">
            <a:xfrm>
              <a:off x="5657850" y="4522788"/>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17" name="Rectangle 96">
              <a:extLst>
                <a:ext uri="{FF2B5EF4-FFF2-40B4-BE49-F238E27FC236}">
                  <a16:creationId xmlns:a16="http://schemas.microsoft.com/office/drawing/2014/main" id="{D88A8BA1-ECFB-4823-BE48-43742F29435E}"/>
                </a:ext>
              </a:extLst>
            </p:cNvPr>
            <p:cNvSpPr>
              <a:spLocks noChangeArrowheads="1"/>
            </p:cNvSpPr>
            <p:nvPr/>
          </p:nvSpPr>
          <p:spPr bwMode="auto">
            <a:xfrm>
              <a:off x="4129088"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18" name="Rectangle 97">
              <a:extLst>
                <a:ext uri="{FF2B5EF4-FFF2-40B4-BE49-F238E27FC236}">
                  <a16:creationId xmlns:a16="http://schemas.microsoft.com/office/drawing/2014/main" id="{7FA711E7-8346-453F-B337-0B6B38F90752}"/>
                </a:ext>
              </a:extLst>
            </p:cNvPr>
            <p:cNvSpPr>
              <a:spLocks noChangeArrowheads="1"/>
            </p:cNvSpPr>
            <p:nvPr/>
          </p:nvSpPr>
          <p:spPr bwMode="auto">
            <a:xfrm>
              <a:off x="3335338" y="48244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19" name="Rectangle 98">
              <a:extLst>
                <a:ext uri="{FF2B5EF4-FFF2-40B4-BE49-F238E27FC236}">
                  <a16:creationId xmlns:a16="http://schemas.microsoft.com/office/drawing/2014/main" id="{A868E3E1-9B07-465F-B4A5-1F9DDAD0A903}"/>
                </a:ext>
              </a:extLst>
            </p:cNvPr>
            <p:cNvSpPr>
              <a:spLocks noChangeArrowheads="1"/>
            </p:cNvSpPr>
            <p:nvPr/>
          </p:nvSpPr>
          <p:spPr bwMode="auto">
            <a:xfrm>
              <a:off x="4465638" y="48244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20" name="Rectangle 99">
              <a:extLst>
                <a:ext uri="{FF2B5EF4-FFF2-40B4-BE49-F238E27FC236}">
                  <a16:creationId xmlns:a16="http://schemas.microsoft.com/office/drawing/2014/main" id="{AE8B1D75-21D2-4FB3-B7D3-D527D51AE125}"/>
                </a:ext>
              </a:extLst>
            </p:cNvPr>
            <p:cNvSpPr>
              <a:spLocks noChangeArrowheads="1"/>
            </p:cNvSpPr>
            <p:nvPr/>
          </p:nvSpPr>
          <p:spPr bwMode="auto">
            <a:xfrm>
              <a:off x="5219700"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21" name="Rectangle 100">
              <a:extLst>
                <a:ext uri="{FF2B5EF4-FFF2-40B4-BE49-F238E27FC236}">
                  <a16:creationId xmlns:a16="http://schemas.microsoft.com/office/drawing/2014/main" id="{A87594A3-814A-49E2-9C18-45BC43091AF6}"/>
                </a:ext>
              </a:extLst>
            </p:cNvPr>
            <p:cNvSpPr>
              <a:spLocks noChangeArrowheads="1"/>
            </p:cNvSpPr>
            <p:nvPr/>
          </p:nvSpPr>
          <p:spPr bwMode="auto">
            <a:xfrm>
              <a:off x="4618038" y="48244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22" name="Rectangle 101">
              <a:extLst>
                <a:ext uri="{FF2B5EF4-FFF2-40B4-BE49-F238E27FC236}">
                  <a16:creationId xmlns:a16="http://schemas.microsoft.com/office/drawing/2014/main" id="{F2F8AE97-9CD5-46C3-998A-B6B646995530}"/>
                </a:ext>
              </a:extLst>
            </p:cNvPr>
            <p:cNvSpPr>
              <a:spLocks noChangeArrowheads="1"/>
            </p:cNvSpPr>
            <p:nvPr/>
          </p:nvSpPr>
          <p:spPr bwMode="auto">
            <a:xfrm>
              <a:off x="5518150" y="48244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23" name="Rectangle 102">
              <a:extLst>
                <a:ext uri="{FF2B5EF4-FFF2-40B4-BE49-F238E27FC236}">
                  <a16:creationId xmlns:a16="http://schemas.microsoft.com/office/drawing/2014/main" id="{B181BE67-81EF-42EC-859A-61E8E2C0EA60}"/>
                </a:ext>
              </a:extLst>
            </p:cNvPr>
            <p:cNvSpPr>
              <a:spLocks noChangeArrowheads="1"/>
            </p:cNvSpPr>
            <p:nvPr/>
          </p:nvSpPr>
          <p:spPr bwMode="auto">
            <a:xfrm>
              <a:off x="6235700"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24" name="Rectangle 103">
              <a:extLst>
                <a:ext uri="{FF2B5EF4-FFF2-40B4-BE49-F238E27FC236}">
                  <a16:creationId xmlns:a16="http://schemas.microsoft.com/office/drawing/2014/main" id="{3D715098-D970-44F5-969F-475B6B163792}"/>
                </a:ext>
              </a:extLst>
            </p:cNvPr>
            <p:cNvSpPr>
              <a:spLocks noChangeArrowheads="1"/>
            </p:cNvSpPr>
            <p:nvPr/>
          </p:nvSpPr>
          <p:spPr bwMode="auto">
            <a:xfrm>
              <a:off x="3013075" y="5135563"/>
              <a:ext cx="11113"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25" name="Rectangle 104">
              <a:extLst>
                <a:ext uri="{FF2B5EF4-FFF2-40B4-BE49-F238E27FC236}">
                  <a16:creationId xmlns:a16="http://schemas.microsoft.com/office/drawing/2014/main" id="{5BCC2AAA-0B41-4636-926D-101F2583688C}"/>
                </a:ext>
              </a:extLst>
            </p:cNvPr>
            <p:cNvSpPr>
              <a:spLocks noChangeArrowheads="1"/>
            </p:cNvSpPr>
            <p:nvPr/>
          </p:nvSpPr>
          <p:spPr bwMode="auto">
            <a:xfrm>
              <a:off x="5657850" y="48244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26" name="Rectangle 105">
              <a:extLst>
                <a:ext uri="{FF2B5EF4-FFF2-40B4-BE49-F238E27FC236}">
                  <a16:creationId xmlns:a16="http://schemas.microsoft.com/office/drawing/2014/main" id="{37D3093B-FB65-4556-B756-FC6762BADBAC}"/>
                </a:ext>
              </a:extLst>
            </p:cNvPr>
            <p:cNvSpPr>
              <a:spLocks noChangeArrowheads="1"/>
            </p:cNvSpPr>
            <p:nvPr/>
          </p:nvSpPr>
          <p:spPr bwMode="auto">
            <a:xfrm>
              <a:off x="4129088"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27" name="Rectangle 106">
              <a:extLst>
                <a:ext uri="{FF2B5EF4-FFF2-40B4-BE49-F238E27FC236}">
                  <a16:creationId xmlns:a16="http://schemas.microsoft.com/office/drawing/2014/main" id="{8AEDB978-2439-4449-BADB-F7E342DA287D}"/>
                </a:ext>
              </a:extLst>
            </p:cNvPr>
            <p:cNvSpPr>
              <a:spLocks noChangeArrowheads="1"/>
            </p:cNvSpPr>
            <p:nvPr/>
          </p:nvSpPr>
          <p:spPr bwMode="auto">
            <a:xfrm>
              <a:off x="3335338" y="51292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28" name="Rectangle 107">
              <a:extLst>
                <a:ext uri="{FF2B5EF4-FFF2-40B4-BE49-F238E27FC236}">
                  <a16:creationId xmlns:a16="http://schemas.microsoft.com/office/drawing/2014/main" id="{562F54DC-8900-40A4-8AC8-F09FDA83AEE0}"/>
                </a:ext>
              </a:extLst>
            </p:cNvPr>
            <p:cNvSpPr>
              <a:spLocks noChangeArrowheads="1"/>
            </p:cNvSpPr>
            <p:nvPr/>
          </p:nvSpPr>
          <p:spPr bwMode="auto">
            <a:xfrm>
              <a:off x="4465638" y="51292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29" name="Rectangle 108">
              <a:extLst>
                <a:ext uri="{FF2B5EF4-FFF2-40B4-BE49-F238E27FC236}">
                  <a16:creationId xmlns:a16="http://schemas.microsoft.com/office/drawing/2014/main" id="{02CB687B-6E6B-49E9-A973-56A8842AB351}"/>
                </a:ext>
              </a:extLst>
            </p:cNvPr>
            <p:cNvSpPr>
              <a:spLocks noChangeArrowheads="1"/>
            </p:cNvSpPr>
            <p:nvPr/>
          </p:nvSpPr>
          <p:spPr bwMode="auto">
            <a:xfrm>
              <a:off x="5219700"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30" name="Rectangle 109">
              <a:extLst>
                <a:ext uri="{FF2B5EF4-FFF2-40B4-BE49-F238E27FC236}">
                  <a16:creationId xmlns:a16="http://schemas.microsoft.com/office/drawing/2014/main" id="{A43D6D87-9AE5-425A-A809-C30BA88938D9}"/>
                </a:ext>
              </a:extLst>
            </p:cNvPr>
            <p:cNvSpPr>
              <a:spLocks noChangeArrowheads="1"/>
            </p:cNvSpPr>
            <p:nvPr/>
          </p:nvSpPr>
          <p:spPr bwMode="auto">
            <a:xfrm>
              <a:off x="4618038" y="51292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31" name="Rectangle 110">
              <a:extLst>
                <a:ext uri="{FF2B5EF4-FFF2-40B4-BE49-F238E27FC236}">
                  <a16:creationId xmlns:a16="http://schemas.microsoft.com/office/drawing/2014/main" id="{F19F9371-BE04-46AF-910B-35A4DD8CBDAC}"/>
                </a:ext>
              </a:extLst>
            </p:cNvPr>
            <p:cNvSpPr>
              <a:spLocks noChangeArrowheads="1"/>
            </p:cNvSpPr>
            <p:nvPr/>
          </p:nvSpPr>
          <p:spPr bwMode="auto">
            <a:xfrm>
              <a:off x="5518150" y="51292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32" name="Rectangle 111">
              <a:extLst>
                <a:ext uri="{FF2B5EF4-FFF2-40B4-BE49-F238E27FC236}">
                  <a16:creationId xmlns:a16="http://schemas.microsoft.com/office/drawing/2014/main" id="{AC0A3FBB-75F1-4B98-94FA-72D28692A944}"/>
                </a:ext>
              </a:extLst>
            </p:cNvPr>
            <p:cNvSpPr>
              <a:spLocks noChangeArrowheads="1"/>
            </p:cNvSpPr>
            <p:nvPr/>
          </p:nvSpPr>
          <p:spPr bwMode="auto">
            <a:xfrm>
              <a:off x="6235700"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33" name="Rectangle 112">
              <a:extLst>
                <a:ext uri="{FF2B5EF4-FFF2-40B4-BE49-F238E27FC236}">
                  <a16:creationId xmlns:a16="http://schemas.microsoft.com/office/drawing/2014/main" id="{0C2A4FFC-8AD2-417D-AF1C-1DD06E9FD690}"/>
                </a:ext>
              </a:extLst>
            </p:cNvPr>
            <p:cNvSpPr>
              <a:spLocks noChangeArrowheads="1"/>
            </p:cNvSpPr>
            <p:nvPr/>
          </p:nvSpPr>
          <p:spPr bwMode="auto">
            <a:xfrm>
              <a:off x="3038475" y="5473700"/>
              <a:ext cx="3203575"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834" name="Rectangle 113">
              <a:extLst>
                <a:ext uri="{FF2B5EF4-FFF2-40B4-BE49-F238E27FC236}">
                  <a16:creationId xmlns:a16="http://schemas.microsoft.com/office/drawing/2014/main" id="{9C95F0F4-F5E0-4343-BEFE-9C7114B8E74C}"/>
                </a:ext>
              </a:extLst>
            </p:cNvPr>
            <p:cNvSpPr>
              <a:spLocks noChangeArrowheads="1"/>
            </p:cNvSpPr>
            <p:nvPr/>
          </p:nvSpPr>
          <p:spPr bwMode="auto">
            <a:xfrm>
              <a:off x="5657850" y="51292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4690" name="Title 1">
            <a:extLst>
              <a:ext uri="{FF2B5EF4-FFF2-40B4-BE49-F238E27FC236}">
                <a16:creationId xmlns:a16="http://schemas.microsoft.com/office/drawing/2014/main" id="{2AA28BC0-4916-42CA-8514-4237756BB368}"/>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K-map for Y</a:t>
            </a:r>
            <a:r>
              <a:rPr kumimoji="0" lang="en-US" altLang="en-US" sz="3200" b="1" i="0" u="none" strike="noStrike" kern="120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cs typeface="+mn-cs"/>
              </a:rPr>
              <a:t>2</a:t>
            </a:r>
          </a:p>
        </p:txBody>
      </p:sp>
      <p:sp>
        <p:nvSpPr>
          <p:cNvPr id="114691" name="Rectangle 142">
            <a:extLst>
              <a:ext uri="{FF2B5EF4-FFF2-40B4-BE49-F238E27FC236}">
                <a16:creationId xmlns:a16="http://schemas.microsoft.com/office/drawing/2014/main" id="{EB03FC43-D53C-4F5E-BB2A-81CD77A89BB2}"/>
              </a:ext>
            </a:extLst>
          </p:cNvPr>
          <p:cNvSpPr>
            <a:spLocks noChangeArrowheads="1"/>
          </p:cNvSpPr>
          <p:nvPr/>
        </p:nvSpPr>
        <p:spPr bwMode="auto">
          <a:xfrm>
            <a:off x="2286000" y="3001963"/>
            <a:ext cx="173038" cy="2403475"/>
          </a:xfrm>
          <a:prstGeom prst="rect">
            <a:avLst/>
          </a:prstGeom>
          <a:solidFill>
            <a:srgbClr val="FF0000">
              <a:alpha val="36078"/>
            </a:srgbClr>
          </a:solidFill>
          <a:ln w="9525">
            <a:solidFill>
              <a:srgbClr val="FF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4692" name="Group 2">
            <a:extLst>
              <a:ext uri="{FF2B5EF4-FFF2-40B4-BE49-F238E27FC236}">
                <a16:creationId xmlns:a16="http://schemas.microsoft.com/office/drawing/2014/main" id="{DAE22A7F-C3A0-4A3B-9B7F-44057F146786}"/>
              </a:ext>
            </a:extLst>
          </p:cNvPr>
          <p:cNvGrpSpPr>
            <a:grpSpLocks/>
          </p:cNvGrpSpPr>
          <p:nvPr/>
        </p:nvGrpSpPr>
        <p:grpSpPr bwMode="auto">
          <a:xfrm>
            <a:off x="5562600" y="2438400"/>
            <a:ext cx="2820988" cy="1806575"/>
            <a:chOff x="5562600" y="2438400"/>
            <a:chExt cx="2820988" cy="1806575"/>
          </a:xfrm>
        </p:grpSpPr>
        <p:sp>
          <p:nvSpPr>
            <p:cNvPr id="114697" name="Rectangle 16">
              <a:extLst>
                <a:ext uri="{FF2B5EF4-FFF2-40B4-BE49-F238E27FC236}">
                  <a16:creationId xmlns:a16="http://schemas.microsoft.com/office/drawing/2014/main" id="{CF8D3257-E65B-47BE-9BCA-F15A39634FB9}"/>
                </a:ext>
              </a:extLst>
            </p:cNvPr>
            <p:cNvSpPr>
              <a:spLocks noChangeArrowheads="1"/>
            </p:cNvSpPr>
            <p:nvPr/>
          </p:nvSpPr>
          <p:spPr bwMode="auto">
            <a:xfrm>
              <a:off x="6200775" y="3162300"/>
              <a:ext cx="1077912" cy="108267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4698" name="Line 17">
              <a:extLst>
                <a:ext uri="{FF2B5EF4-FFF2-40B4-BE49-F238E27FC236}">
                  <a16:creationId xmlns:a16="http://schemas.microsoft.com/office/drawing/2014/main" id="{0380169E-FEE8-4828-BD73-3E753A637EAC}"/>
                </a:ext>
              </a:extLst>
            </p:cNvPr>
            <p:cNvSpPr>
              <a:spLocks noChangeShapeType="1"/>
            </p:cNvSpPr>
            <p:nvPr/>
          </p:nvSpPr>
          <p:spPr bwMode="auto">
            <a:xfrm flipH="1">
              <a:off x="6200775" y="3703637"/>
              <a:ext cx="1077912"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699" name="Line 18">
              <a:extLst>
                <a:ext uri="{FF2B5EF4-FFF2-40B4-BE49-F238E27FC236}">
                  <a16:creationId xmlns:a16="http://schemas.microsoft.com/office/drawing/2014/main" id="{55E8A992-1521-4AB9-BE76-CF44788A64A9}"/>
                </a:ext>
              </a:extLst>
            </p:cNvPr>
            <p:cNvSpPr>
              <a:spLocks noChangeShapeType="1"/>
            </p:cNvSpPr>
            <p:nvPr/>
          </p:nvSpPr>
          <p:spPr bwMode="auto">
            <a:xfrm flipV="1">
              <a:off x="6738937" y="3162300"/>
              <a:ext cx="1588" cy="10826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00" name="Line 19">
              <a:extLst>
                <a:ext uri="{FF2B5EF4-FFF2-40B4-BE49-F238E27FC236}">
                  <a16:creationId xmlns:a16="http://schemas.microsoft.com/office/drawing/2014/main" id="{20C0C80C-9A1E-43ED-BFBE-D82B82CBC223}"/>
                </a:ext>
              </a:extLst>
            </p:cNvPr>
            <p:cNvSpPr>
              <a:spLocks noChangeShapeType="1"/>
            </p:cNvSpPr>
            <p:nvPr/>
          </p:nvSpPr>
          <p:spPr bwMode="auto">
            <a:xfrm>
              <a:off x="5661025" y="2593975"/>
              <a:ext cx="539750" cy="5683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01" name="Rectangle 21">
              <a:extLst>
                <a:ext uri="{FF2B5EF4-FFF2-40B4-BE49-F238E27FC236}">
                  <a16:creationId xmlns:a16="http://schemas.microsoft.com/office/drawing/2014/main" id="{882E62A5-EC42-4BB6-9A6F-2B77493167E4}"/>
                </a:ext>
              </a:extLst>
            </p:cNvPr>
            <p:cNvSpPr>
              <a:spLocks noChangeArrowheads="1"/>
            </p:cNvSpPr>
            <p:nvPr/>
          </p:nvSpPr>
          <p:spPr bwMode="auto">
            <a:xfrm>
              <a:off x="5826125" y="2438400"/>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4702" name="Rectangle 22">
              <a:extLst>
                <a:ext uri="{FF2B5EF4-FFF2-40B4-BE49-F238E27FC236}">
                  <a16:creationId xmlns:a16="http://schemas.microsoft.com/office/drawing/2014/main" id="{0FDFDB3A-6E15-4B63-B21E-7FC747EFB85D}"/>
                </a:ext>
              </a:extLst>
            </p:cNvPr>
            <p:cNvSpPr>
              <a:spLocks noChangeArrowheads="1"/>
            </p:cNvSpPr>
            <p:nvPr/>
          </p:nvSpPr>
          <p:spPr bwMode="auto">
            <a:xfrm>
              <a:off x="5938837" y="2560637"/>
              <a:ext cx="120650" cy="258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4703" name="Rectangle 23">
              <a:extLst>
                <a:ext uri="{FF2B5EF4-FFF2-40B4-BE49-F238E27FC236}">
                  <a16:creationId xmlns:a16="http://schemas.microsoft.com/office/drawing/2014/main" id="{918540D5-5EE1-419D-B919-2D77992056A0}"/>
                </a:ext>
              </a:extLst>
            </p:cNvPr>
            <p:cNvSpPr>
              <a:spLocks noChangeArrowheads="1"/>
            </p:cNvSpPr>
            <p:nvPr/>
          </p:nvSpPr>
          <p:spPr bwMode="auto">
            <a:xfrm>
              <a:off x="6061075" y="2438400"/>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4704" name="Rectangle 24">
              <a:extLst>
                <a:ext uri="{FF2B5EF4-FFF2-40B4-BE49-F238E27FC236}">
                  <a16:creationId xmlns:a16="http://schemas.microsoft.com/office/drawing/2014/main" id="{B7823EEE-1262-4C8E-B96A-6DD08355F732}"/>
                </a:ext>
              </a:extLst>
            </p:cNvPr>
            <p:cNvSpPr>
              <a:spLocks noChangeArrowheads="1"/>
            </p:cNvSpPr>
            <p:nvPr/>
          </p:nvSpPr>
          <p:spPr bwMode="auto">
            <a:xfrm>
              <a:off x="6173787" y="2560637"/>
              <a:ext cx="10900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4705" name="Rectangle 25">
              <a:extLst>
                <a:ext uri="{FF2B5EF4-FFF2-40B4-BE49-F238E27FC236}">
                  <a16:creationId xmlns:a16="http://schemas.microsoft.com/office/drawing/2014/main" id="{C0205626-A894-450B-8326-107A84242CCB}"/>
                </a:ext>
              </a:extLst>
            </p:cNvPr>
            <p:cNvSpPr>
              <a:spLocks noChangeArrowheads="1"/>
            </p:cNvSpPr>
            <p:nvPr/>
          </p:nvSpPr>
          <p:spPr bwMode="auto">
            <a:xfrm>
              <a:off x="5562600" y="2700337"/>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4706" name="Rectangle 26">
              <a:extLst>
                <a:ext uri="{FF2B5EF4-FFF2-40B4-BE49-F238E27FC236}">
                  <a16:creationId xmlns:a16="http://schemas.microsoft.com/office/drawing/2014/main" id="{4C9EB0FA-B7C0-4374-95CB-C56D9303B950}"/>
                </a:ext>
              </a:extLst>
            </p:cNvPr>
            <p:cNvSpPr>
              <a:spLocks noChangeArrowheads="1"/>
            </p:cNvSpPr>
            <p:nvPr/>
          </p:nvSpPr>
          <p:spPr bwMode="auto">
            <a:xfrm>
              <a:off x="5676900" y="2822575"/>
              <a:ext cx="10900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4707" name="Rectangle 27">
              <a:extLst>
                <a:ext uri="{FF2B5EF4-FFF2-40B4-BE49-F238E27FC236}">
                  <a16:creationId xmlns:a16="http://schemas.microsoft.com/office/drawing/2014/main" id="{ED030740-6500-4CA3-B7A7-30B1A608BBE3}"/>
                </a:ext>
              </a:extLst>
            </p:cNvPr>
            <p:cNvSpPr>
              <a:spLocks noChangeArrowheads="1"/>
            </p:cNvSpPr>
            <p:nvPr/>
          </p:nvSpPr>
          <p:spPr bwMode="auto">
            <a:xfrm>
              <a:off x="6408737" y="3309937"/>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4708" name="Rectangle 28">
              <a:extLst>
                <a:ext uri="{FF2B5EF4-FFF2-40B4-BE49-F238E27FC236}">
                  <a16:creationId xmlns:a16="http://schemas.microsoft.com/office/drawing/2014/main" id="{A7FE829E-EEAD-4B60-A9F7-63AD344E75D7}"/>
                </a:ext>
              </a:extLst>
            </p:cNvPr>
            <p:cNvSpPr>
              <a:spLocks noChangeArrowheads="1"/>
            </p:cNvSpPr>
            <p:nvPr/>
          </p:nvSpPr>
          <p:spPr bwMode="auto">
            <a:xfrm>
              <a:off x="6954837" y="3309937"/>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4709" name="Rectangle 29">
              <a:extLst>
                <a:ext uri="{FF2B5EF4-FFF2-40B4-BE49-F238E27FC236}">
                  <a16:creationId xmlns:a16="http://schemas.microsoft.com/office/drawing/2014/main" id="{D549AAD8-4E35-41DD-BD4F-9FC81C16F1FF}"/>
                </a:ext>
              </a:extLst>
            </p:cNvPr>
            <p:cNvSpPr>
              <a:spLocks noChangeArrowheads="1"/>
            </p:cNvSpPr>
            <p:nvPr/>
          </p:nvSpPr>
          <p:spPr bwMode="auto">
            <a:xfrm>
              <a:off x="6408737" y="3857625"/>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4710" name="Rectangle 30">
              <a:extLst>
                <a:ext uri="{FF2B5EF4-FFF2-40B4-BE49-F238E27FC236}">
                  <a16:creationId xmlns:a16="http://schemas.microsoft.com/office/drawing/2014/main" id="{2BDA26C3-6271-4AD7-A8F0-EFFA30E1E963}"/>
                </a:ext>
              </a:extLst>
            </p:cNvPr>
            <p:cNvSpPr>
              <a:spLocks noChangeArrowheads="1"/>
            </p:cNvSpPr>
            <p:nvPr/>
          </p:nvSpPr>
          <p:spPr bwMode="auto">
            <a:xfrm>
              <a:off x="7278688" y="3162300"/>
              <a:ext cx="1104900" cy="108267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4711" name="Line 31">
              <a:extLst>
                <a:ext uri="{FF2B5EF4-FFF2-40B4-BE49-F238E27FC236}">
                  <a16:creationId xmlns:a16="http://schemas.microsoft.com/office/drawing/2014/main" id="{9EED4173-79C3-409E-8911-EAFC3A485A79}"/>
                </a:ext>
              </a:extLst>
            </p:cNvPr>
            <p:cNvSpPr>
              <a:spLocks noChangeShapeType="1"/>
            </p:cNvSpPr>
            <p:nvPr/>
          </p:nvSpPr>
          <p:spPr bwMode="auto">
            <a:xfrm flipH="1">
              <a:off x="7278688" y="3703637"/>
              <a:ext cx="1104900"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12" name="Line 32">
              <a:extLst>
                <a:ext uri="{FF2B5EF4-FFF2-40B4-BE49-F238E27FC236}">
                  <a16:creationId xmlns:a16="http://schemas.microsoft.com/office/drawing/2014/main" id="{607E3560-8461-4896-9F2A-B5BC0D31F54D}"/>
                </a:ext>
              </a:extLst>
            </p:cNvPr>
            <p:cNvSpPr>
              <a:spLocks noChangeShapeType="1"/>
            </p:cNvSpPr>
            <p:nvPr/>
          </p:nvSpPr>
          <p:spPr bwMode="auto">
            <a:xfrm flipV="1">
              <a:off x="7843838" y="3162300"/>
              <a:ext cx="1588" cy="10826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713" name="Rectangle 33">
              <a:extLst>
                <a:ext uri="{FF2B5EF4-FFF2-40B4-BE49-F238E27FC236}">
                  <a16:creationId xmlns:a16="http://schemas.microsoft.com/office/drawing/2014/main" id="{92317B40-7276-4197-A03D-9EF53483E6AE}"/>
                </a:ext>
              </a:extLst>
            </p:cNvPr>
            <p:cNvSpPr>
              <a:spLocks noChangeArrowheads="1"/>
            </p:cNvSpPr>
            <p:nvPr/>
          </p:nvSpPr>
          <p:spPr bwMode="auto">
            <a:xfrm>
              <a:off x="6954837" y="3857625"/>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4714" name="Rectangle 34">
              <a:extLst>
                <a:ext uri="{FF2B5EF4-FFF2-40B4-BE49-F238E27FC236}">
                  <a16:creationId xmlns:a16="http://schemas.microsoft.com/office/drawing/2014/main" id="{1C736811-84C5-404C-8C8A-C4A46C4CF285}"/>
                </a:ext>
              </a:extLst>
            </p:cNvPr>
            <p:cNvSpPr>
              <a:spLocks noChangeArrowheads="1"/>
            </p:cNvSpPr>
            <p:nvPr/>
          </p:nvSpPr>
          <p:spPr bwMode="auto">
            <a:xfrm>
              <a:off x="7502526" y="3309937"/>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4715" name="Rectangle 35">
              <a:extLst>
                <a:ext uri="{FF2B5EF4-FFF2-40B4-BE49-F238E27FC236}">
                  <a16:creationId xmlns:a16="http://schemas.microsoft.com/office/drawing/2014/main" id="{A9C591C9-2B5A-412F-863B-06151ABC1739}"/>
                </a:ext>
              </a:extLst>
            </p:cNvPr>
            <p:cNvSpPr>
              <a:spLocks noChangeArrowheads="1"/>
            </p:cNvSpPr>
            <p:nvPr/>
          </p:nvSpPr>
          <p:spPr bwMode="auto">
            <a:xfrm>
              <a:off x="8047038" y="3309937"/>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4716" name="Rectangle 36">
              <a:extLst>
                <a:ext uri="{FF2B5EF4-FFF2-40B4-BE49-F238E27FC236}">
                  <a16:creationId xmlns:a16="http://schemas.microsoft.com/office/drawing/2014/main" id="{4C0E4BFB-C71D-4038-9581-77EC8CE9E824}"/>
                </a:ext>
              </a:extLst>
            </p:cNvPr>
            <p:cNvSpPr>
              <a:spLocks noChangeArrowheads="1"/>
            </p:cNvSpPr>
            <p:nvPr/>
          </p:nvSpPr>
          <p:spPr bwMode="auto">
            <a:xfrm>
              <a:off x="7502526" y="3857625"/>
              <a:ext cx="134937"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4717" name="Rectangle 41">
              <a:extLst>
                <a:ext uri="{FF2B5EF4-FFF2-40B4-BE49-F238E27FC236}">
                  <a16:creationId xmlns:a16="http://schemas.microsoft.com/office/drawing/2014/main" id="{AE56D3A7-5E03-45F3-9D5C-2A35989E653A}"/>
                </a:ext>
              </a:extLst>
            </p:cNvPr>
            <p:cNvSpPr>
              <a:spLocks noChangeArrowheads="1"/>
            </p:cNvSpPr>
            <p:nvPr/>
          </p:nvSpPr>
          <p:spPr bwMode="auto">
            <a:xfrm>
              <a:off x="8047038" y="3857625"/>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4718" name="Rectangle 79">
              <a:extLst>
                <a:ext uri="{FF2B5EF4-FFF2-40B4-BE49-F238E27FC236}">
                  <a16:creationId xmlns:a16="http://schemas.microsoft.com/office/drawing/2014/main" id="{8C70CB4C-4EBF-4635-A6C5-40F209AC43DB}"/>
                </a:ext>
              </a:extLst>
            </p:cNvPr>
            <p:cNvSpPr>
              <a:spLocks noChangeArrowheads="1"/>
            </p:cNvSpPr>
            <p:nvPr/>
          </p:nvSpPr>
          <p:spPr bwMode="auto">
            <a:xfrm>
              <a:off x="6351587" y="2852737"/>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4719" name="Rectangle 80">
              <a:extLst>
                <a:ext uri="{FF2B5EF4-FFF2-40B4-BE49-F238E27FC236}">
                  <a16:creationId xmlns:a16="http://schemas.microsoft.com/office/drawing/2014/main" id="{A77EF474-D3C1-4434-AF95-7EE3601E372F}"/>
                </a:ext>
              </a:extLst>
            </p:cNvPr>
            <p:cNvSpPr>
              <a:spLocks noChangeArrowheads="1"/>
            </p:cNvSpPr>
            <p:nvPr/>
          </p:nvSpPr>
          <p:spPr bwMode="auto">
            <a:xfrm>
              <a:off x="6897687" y="2852737"/>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4720" name="Rectangle 81">
              <a:extLst>
                <a:ext uri="{FF2B5EF4-FFF2-40B4-BE49-F238E27FC236}">
                  <a16:creationId xmlns:a16="http://schemas.microsoft.com/office/drawing/2014/main" id="{082091A9-DFB9-4291-B971-73668B4AA449}"/>
                </a:ext>
              </a:extLst>
            </p:cNvPr>
            <p:cNvSpPr>
              <a:spLocks noChangeArrowheads="1"/>
            </p:cNvSpPr>
            <p:nvPr/>
          </p:nvSpPr>
          <p:spPr bwMode="auto">
            <a:xfrm>
              <a:off x="7443788" y="2852737"/>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4721" name="Rectangle 82">
              <a:extLst>
                <a:ext uri="{FF2B5EF4-FFF2-40B4-BE49-F238E27FC236}">
                  <a16:creationId xmlns:a16="http://schemas.microsoft.com/office/drawing/2014/main" id="{A533621A-13AD-4806-B1B8-71D1C8B0A2F2}"/>
                </a:ext>
              </a:extLst>
            </p:cNvPr>
            <p:cNvSpPr>
              <a:spLocks noChangeArrowheads="1"/>
            </p:cNvSpPr>
            <p:nvPr/>
          </p:nvSpPr>
          <p:spPr bwMode="auto">
            <a:xfrm>
              <a:off x="7989888" y="2852737"/>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4722" name="Rectangle 83">
              <a:extLst>
                <a:ext uri="{FF2B5EF4-FFF2-40B4-BE49-F238E27FC236}">
                  <a16:creationId xmlns:a16="http://schemas.microsoft.com/office/drawing/2014/main" id="{D7245197-CE4D-4301-94B9-CA3224F88958}"/>
                </a:ext>
              </a:extLst>
            </p:cNvPr>
            <p:cNvSpPr>
              <a:spLocks noChangeArrowheads="1"/>
            </p:cNvSpPr>
            <p:nvPr/>
          </p:nvSpPr>
          <p:spPr bwMode="auto">
            <a:xfrm>
              <a:off x="5934075" y="3309937"/>
              <a:ext cx="134937"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4723" name="Rectangle 85">
              <a:extLst>
                <a:ext uri="{FF2B5EF4-FFF2-40B4-BE49-F238E27FC236}">
                  <a16:creationId xmlns:a16="http://schemas.microsoft.com/office/drawing/2014/main" id="{2FBC3F7A-3B76-4910-8D67-F916BE7E5808}"/>
                </a:ext>
              </a:extLst>
            </p:cNvPr>
            <p:cNvSpPr>
              <a:spLocks noChangeArrowheads="1"/>
            </p:cNvSpPr>
            <p:nvPr/>
          </p:nvSpPr>
          <p:spPr bwMode="auto">
            <a:xfrm>
              <a:off x="5921375" y="3857625"/>
              <a:ext cx="134937"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4724" name="Rectangle 34">
              <a:extLst>
                <a:ext uri="{FF2B5EF4-FFF2-40B4-BE49-F238E27FC236}">
                  <a16:creationId xmlns:a16="http://schemas.microsoft.com/office/drawing/2014/main" id="{51A52DD8-5C13-459A-836B-E5B63FFD72BF}"/>
                </a:ext>
              </a:extLst>
            </p:cNvPr>
            <p:cNvSpPr>
              <a:spLocks noChangeArrowheads="1"/>
            </p:cNvSpPr>
            <p:nvPr/>
          </p:nvSpPr>
          <p:spPr bwMode="auto">
            <a:xfrm>
              <a:off x="6964772" y="3307080"/>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grpSp>
      <p:sp>
        <p:nvSpPr>
          <p:cNvPr id="114693" name="Freeform 6">
            <a:extLst>
              <a:ext uri="{FF2B5EF4-FFF2-40B4-BE49-F238E27FC236}">
                <a16:creationId xmlns:a16="http://schemas.microsoft.com/office/drawing/2014/main" id="{2A22EC7F-E599-4F10-A757-E2DC09D14A74}"/>
              </a:ext>
            </a:extLst>
          </p:cNvPr>
          <p:cNvSpPr>
            <a:spLocks/>
          </p:cNvSpPr>
          <p:nvPr/>
        </p:nvSpPr>
        <p:spPr bwMode="auto">
          <a:xfrm>
            <a:off x="6235700" y="3251200"/>
            <a:ext cx="2074863" cy="385763"/>
          </a:xfrm>
          <a:custGeom>
            <a:avLst/>
            <a:gdLst>
              <a:gd name="T0" fmla="*/ 0 w 2763"/>
              <a:gd name="T1" fmla="*/ 2147483646 h 486"/>
              <a:gd name="T2" fmla="*/ 2147483646 w 2763"/>
              <a:gd name="T3" fmla="*/ 2147483646 h 486"/>
              <a:gd name="T4" fmla="*/ 2147483646 w 2763"/>
              <a:gd name="T5" fmla="*/ 2147483646 h 486"/>
              <a:gd name="T6" fmla="*/ 2147483646 w 2763"/>
              <a:gd name="T7" fmla="*/ 2147483646 h 486"/>
              <a:gd name="T8" fmla="*/ 2147483646 w 2763"/>
              <a:gd name="T9" fmla="*/ 2147483646 h 486"/>
              <a:gd name="T10" fmla="*/ 2147483646 w 2763"/>
              <a:gd name="T11" fmla="*/ 2147483646 h 486"/>
              <a:gd name="T12" fmla="*/ 2147483646 w 2763"/>
              <a:gd name="T13" fmla="*/ 2147483646 h 486"/>
              <a:gd name="T14" fmla="*/ 2147483646 w 2763"/>
              <a:gd name="T15" fmla="*/ 2147483646 h 486"/>
              <a:gd name="T16" fmla="*/ 2147483646 w 2763"/>
              <a:gd name="T17" fmla="*/ 2147483646 h 486"/>
              <a:gd name="T18" fmla="*/ 2147483646 w 2763"/>
              <a:gd name="T19" fmla="*/ 2147483646 h 486"/>
              <a:gd name="T20" fmla="*/ 2147483646 w 2763"/>
              <a:gd name="T21" fmla="*/ 2147483646 h 486"/>
              <a:gd name="T22" fmla="*/ 2147483646 w 2763"/>
              <a:gd name="T23" fmla="*/ 0 h 486"/>
              <a:gd name="T24" fmla="*/ 2147483646 w 2763"/>
              <a:gd name="T25" fmla="*/ 2147483646 h 486"/>
              <a:gd name="T26" fmla="*/ 2147483646 w 2763"/>
              <a:gd name="T27" fmla="*/ 2147483646 h 486"/>
              <a:gd name="T28" fmla="*/ 2147483646 w 2763"/>
              <a:gd name="T29" fmla="*/ 2147483646 h 486"/>
              <a:gd name="T30" fmla="*/ 2147483646 w 2763"/>
              <a:gd name="T31" fmla="*/ 2147483646 h 486"/>
              <a:gd name="T32" fmla="*/ 2147483646 w 2763"/>
              <a:gd name="T33" fmla="*/ 2147483646 h 486"/>
              <a:gd name="T34" fmla="*/ 2147483646 w 2763"/>
              <a:gd name="T35" fmla="*/ 2147483646 h 486"/>
              <a:gd name="T36" fmla="*/ 2147483646 w 2763"/>
              <a:gd name="T37" fmla="*/ 2147483646 h 486"/>
              <a:gd name="T38" fmla="*/ 2147483646 w 2763"/>
              <a:gd name="T39" fmla="*/ 2147483646 h 486"/>
              <a:gd name="T40" fmla="*/ 2147483646 w 2763"/>
              <a:gd name="T41" fmla="*/ 2147483646 h 486"/>
              <a:gd name="T42" fmla="*/ 2147483646 w 2763"/>
              <a:gd name="T43" fmla="*/ 2147483646 h 486"/>
              <a:gd name="T44" fmla="*/ 2147483646 w 2763"/>
              <a:gd name="T45" fmla="*/ 2147483646 h 486"/>
              <a:gd name="T46" fmla="*/ 2147483646 w 2763"/>
              <a:gd name="T47" fmla="*/ 2147483646 h 486"/>
              <a:gd name="T48" fmla="*/ 2147483646 w 2763"/>
              <a:gd name="T49" fmla="*/ 2147483646 h 486"/>
              <a:gd name="T50" fmla="*/ 2147483646 w 2763"/>
              <a:gd name="T51" fmla="*/ 2147483646 h 486"/>
              <a:gd name="T52" fmla="*/ 2147483646 w 2763"/>
              <a:gd name="T53" fmla="*/ 2147483646 h 486"/>
              <a:gd name="T54" fmla="*/ 2147483646 w 2763"/>
              <a:gd name="T55" fmla="*/ 2147483646 h 486"/>
              <a:gd name="T56" fmla="*/ 2147483646 w 2763"/>
              <a:gd name="T57" fmla="*/ 2147483646 h 486"/>
              <a:gd name="T58" fmla="*/ 2147483646 w 2763"/>
              <a:gd name="T59" fmla="*/ 2147483646 h 486"/>
              <a:gd name="T60" fmla="*/ 2147483646 w 2763"/>
              <a:gd name="T61" fmla="*/ 2147483646 h 486"/>
              <a:gd name="T62" fmla="*/ 2147483646 w 2763"/>
              <a:gd name="T63" fmla="*/ 2147483646 h 486"/>
              <a:gd name="T64" fmla="*/ 2147483646 w 2763"/>
              <a:gd name="T65" fmla="*/ 2147483646 h 486"/>
              <a:gd name="T66" fmla="*/ 2147483646 w 2763"/>
              <a:gd name="T67" fmla="*/ 2147483646 h 486"/>
              <a:gd name="T68" fmla="*/ 2147483646 w 2763"/>
              <a:gd name="T69" fmla="*/ 2147483646 h 486"/>
              <a:gd name="T70" fmla="*/ 2147483646 w 2763"/>
              <a:gd name="T71" fmla="*/ 2147483646 h 486"/>
              <a:gd name="T72" fmla="*/ 2147483646 w 2763"/>
              <a:gd name="T73" fmla="*/ 2147483646 h 486"/>
              <a:gd name="T74" fmla="*/ 2147483646 w 2763"/>
              <a:gd name="T75" fmla="*/ 2147483646 h 486"/>
              <a:gd name="T76" fmla="*/ 2147483646 w 2763"/>
              <a:gd name="T77" fmla="*/ 2147483646 h 486"/>
              <a:gd name="T78" fmla="*/ 2147483646 w 2763"/>
              <a:gd name="T79" fmla="*/ 2147483646 h 486"/>
              <a:gd name="T80" fmla="*/ 2147483646 w 2763"/>
              <a:gd name="T81" fmla="*/ 2147483646 h 486"/>
              <a:gd name="T82" fmla="*/ 2147483646 w 2763"/>
              <a:gd name="T83" fmla="*/ 2147483646 h 486"/>
              <a:gd name="T84" fmla="*/ 2147483646 w 2763"/>
              <a:gd name="T85" fmla="*/ 2147483646 h 486"/>
              <a:gd name="T86" fmla="*/ 2147483646 w 2763"/>
              <a:gd name="T87" fmla="*/ 2147483646 h 486"/>
              <a:gd name="T88" fmla="*/ 2147483646 w 2763"/>
              <a:gd name="T89" fmla="*/ 2147483646 h 486"/>
              <a:gd name="T90" fmla="*/ 2147483646 w 2763"/>
              <a:gd name="T91" fmla="*/ 2147483646 h 486"/>
              <a:gd name="T92" fmla="*/ 2147483646 w 2763"/>
              <a:gd name="T93" fmla="*/ 2147483646 h 486"/>
              <a:gd name="T94" fmla="*/ 2147483646 w 2763"/>
              <a:gd name="T95" fmla="*/ 2147483646 h 486"/>
              <a:gd name="T96" fmla="*/ 2147483646 w 2763"/>
              <a:gd name="T97" fmla="*/ 2147483646 h 486"/>
              <a:gd name="T98" fmla="*/ 2147483646 w 2763"/>
              <a:gd name="T99" fmla="*/ 2147483646 h 486"/>
              <a:gd name="T100" fmla="*/ 2147483646 w 2763"/>
              <a:gd name="T101" fmla="*/ 2147483646 h 486"/>
              <a:gd name="T102" fmla="*/ 2147483646 w 2763"/>
              <a:gd name="T103" fmla="*/ 2147483646 h 486"/>
              <a:gd name="T104" fmla="*/ 2147483646 w 2763"/>
              <a:gd name="T105" fmla="*/ 2147483646 h 486"/>
              <a:gd name="T106" fmla="*/ 2147483646 w 2763"/>
              <a:gd name="T107" fmla="*/ 2147483646 h 486"/>
              <a:gd name="T108" fmla="*/ 2147483646 w 2763"/>
              <a:gd name="T109" fmla="*/ 2147483646 h 486"/>
              <a:gd name="T110" fmla="*/ 0 w 2763"/>
              <a:gd name="T111" fmla="*/ 2147483646 h 48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763" h="486">
                <a:moveTo>
                  <a:pt x="0" y="235"/>
                </a:moveTo>
                <a:lnTo>
                  <a:pt x="0" y="252"/>
                </a:lnTo>
                <a:lnTo>
                  <a:pt x="0" y="239"/>
                </a:lnTo>
                <a:lnTo>
                  <a:pt x="2" y="226"/>
                </a:lnTo>
                <a:lnTo>
                  <a:pt x="4" y="215"/>
                </a:lnTo>
                <a:lnTo>
                  <a:pt x="5" y="202"/>
                </a:lnTo>
                <a:lnTo>
                  <a:pt x="9" y="189"/>
                </a:lnTo>
                <a:lnTo>
                  <a:pt x="11" y="177"/>
                </a:lnTo>
                <a:lnTo>
                  <a:pt x="15" y="166"/>
                </a:lnTo>
                <a:lnTo>
                  <a:pt x="20" y="155"/>
                </a:lnTo>
                <a:lnTo>
                  <a:pt x="26" y="144"/>
                </a:lnTo>
                <a:lnTo>
                  <a:pt x="32" y="133"/>
                </a:lnTo>
                <a:lnTo>
                  <a:pt x="37" y="121"/>
                </a:lnTo>
                <a:lnTo>
                  <a:pt x="43" y="112"/>
                </a:lnTo>
                <a:lnTo>
                  <a:pt x="50" y="103"/>
                </a:lnTo>
                <a:lnTo>
                  <a:pt x="58" y="91"/>
                </a:lnTo>
                <a:lnTo>
                  <a:pt x="65" y="84"/>
                </a:lnTo>
                <a:lnTo>
                  <a:pt x="74" y="75"/>
                </a:lnTo>
                <a:lnTo>
                  <a:pt x="82" y="65"/>
                </a:lnTo>
                <a:lnTo>
                  <a:pt x="91" y="58"/>
                </a:lnTo>
                <a:lnTo>
                  <a:pt x="101" y="50"/>
                </a:lnTo>
                <a:lnTo>
                  <a:pt x="112" y="43"/>
                </a:lnTo>
                <a:lnTo>
                  <a:pt x="121" y="37"/>
                </a:lnTo>
                <a:lnTo>
                  <a:pt x="132" y="32"/>
                </a:lnTo>
                <a:lnTo>
                  <a:pt x="144" y="26"/>
                </a:lnTo>
                <a:lnTo>
                  <a:pt x="153" y="21"/>
                </a:lnTo>
                <a:lnTo>
                  <a:pt x="166" y="17"/>
                </a:lnTo>
                <a:lnTo>
                  <a:pt x="177" y="11"/>
                </a:lnTo>
                <a:lnTo>
                  <a:pt x="188" y="9"/>
                </a:lnTo>
                <a:lnTo>
                  <a:pt x="201" y="6"/>
                </a:lnTo>
                <a:lnTo>
                  <a:pt x="213" y="4"/>
                </a:lnTo>
                <a:lnTo>
                  <a:pt x="226" y="2"/>
                </a:lnTo>
                <a:lnTo>
                  <a:pt x="239" y="2"/>
                </a:lnTo>
                <a:lnTo>
                  <a:pt x="252" y="0"/>
                </a:lnTo>
                <a:lnTo>
                  <a:pt x="2512" y="0"/>
                </a:lnTo>
                <a:lnTo>
                  <a:pt x="2525" y="2"/>
                </a:lnTo>
                <a:lnTo>
                  <a:pt x="2537" y="2"/>
                </a:lnTo>
                <a:lnTo>
                  <a:pt x="2550" y="4"/>
                </a:lnTo>
                <a:lnTo>
                  <a:pt x="2563" y="6"/>
                </a:lnTo>
                <a:lnTo>
                  <a:pt x="2574" y="9"/>
                </a:lnTo>
                <a:lnTo>
                  <a:pt x="2587" y="11"/>
                </a:lnTo>
                <a:lnTo>
                  <a:pt x="2598" y="17"/>
                </a:lnTo>
                <a:lnTo>
                  <a:pt x="2609" y="21"/>
                </a:lnTo>
                <a:lnTo>
                  <a:pt x="2621" y="26"/>
                </a:lnTo>
                <a:lnTo>
                  <a:pt x="2632" y="32"/>
                </a:lnTo>
                <a:lnTo>
                  <a:pt x="2641" y="37"/>
                </a:lnTo>
                <a:lnTo>
                  <a:pt x="2652" y="43"/>
                </a:lnTo>
                <a:lnTo>
                  <a:pt x="2662" y="50"/>
                </a:lnTo>
                <a:lnTo>
                  <a:pt x="2671" y="58"/>
                </a:lnTo>
                <a:lnTo>
                  <a:pt x="2680" y="65"/>
                </a:lnTo>
                <a:lnTo>
                  <a:pt x="2690" y="75"/>
                </a:lnTo>
                <a:lnTo>
                  <a:pt x="2697" y="84"/>
                </a:lnTo>
                <a:lnTo>
                  <a:pt x="2707" y="91"/>
                </a:lnTo>
                <a:lnTo>
                  <a:pt x="2714" y="103"/>
                </a:lnTo>
                <a:lnTo>
                  <a:pt x="2720" y="112"/>
                </a:lnTo>
                <a:lnTo>
                  <a:pt x="2727" y="121"/>
                </a:lnTo>
                <a:lnTo>
                  <a:pt x="2733" y="133"/>
                </a:lnTo>
                <a:lnTo>
                  <a:pt x="2738" y="144"/>
                </a:lnTo>
                <a:lnTo>
                  <a:pt x="2744" y="155"/>
                </a:lnTo>
                <a:lnTo>
                  <a:pt x="2748" y="166"/>
                </a:lnTo>
                <a:lnTo>
                  <a:pt x="2751" y="177"/>
                </a:lnTo>
                <a:lnTo>
                  <a:pt x="2755" y="189"/>
                </a:lnTo>
                <a:lnTo>
                  <a:pt x="2759" y="202"/>
                </a:lnTo>
                <a:lnTo>
                  <a:pt x="2761" y="215"/>
                </a:lnTo>
                <a:lnTo>
                  <a:pt x="2763" y="226"/>
                </a:lnTo>
                <a:lnTo>
                  <a:pt x="2763" y="239"/>
                </a:lnTo>
                <a:lnTo>
                  <a:pt x="2763" y="252"/>
                </a:lnTo>
                <a:lnTo>
                  <a:pt x="2763" y="235"/>
                </a:lnTo>
                <a:lnTo>
                  <a:pt x="2763" y="248"/>
                </a:lnTo>
                <a:lnTo>
                  <a:pt x="2763" y="261"/>
                </a:lnTo>
                <a:lnTo>
                  <a:pt x="2761" y="273"/>
                </a:lnTo>
                <a:lnTo>
                  <a:pt x="2759" y="286"/>
                </a:lnTo>
                <a:lnTo>
                  <a:pt x="2755" y="297"/>
                </a:lnTo>
                <a:lnTo>
                  <a:pt x="2751" y="310"/>
                </a:lnTo>
                <a:lnTo>
                  <a:pt x="2748" y="321"/>
                </a:lnTo>
                <a:lnTo>
                  <a:pt x="2744" y="332"/>
                </a:lnTo>
                <a:lnTo>
                  <a:pt x="2738" y="344"/>
                </a:lnTo>
                <a:lnTo>
                  <a:pt x="2733" y="355"/>
                </a:lnTo>
                <a:lnTo>
                  <a:pt x="2727" y="366"/>
                </a:lnTo>
                <a:lnTo>
                  <a:pt x="2720" y="375"/>
                </a:lnTo>
                <a:lnTo>
                  <a:pt x="2714" y="385"/>
                </a:lnTo>
                <a:lnTo>
                  <a:pt x="2707" y="394"/>
                </a:lnTo>
                <a:lnTo>
                  <a:pt x="2697" y="403"/>
                </a:lnTo>
                <a:lnTo>
                  <a:pt x="2690" y="413"/>
                </a:lnTo>
                <a:lnTo>
                  <a:pt x="2680" y="420"/>
                </a:lnTo>
                <a:lnTo>
                  <a:pt x="2671" y="429"/>
                </a:lnTo>
                <a:lnTo>
                  <a:pt x="2662" y="437"/>
                </a:lnTo>
                <a:lnTo>
                  <a:pt x="2652" y="443"/>
                </a:lnTo>
                <a:lnTo>
                  <a:pt x="2641" y="450"/>
                </a:lnTo>
                <a:lnTo>
                  <a:pt x="2632" y="456"/>
                </a:lnTo>
                <a:lnTo>
                  <a:pt x="2621" y="461"/>
                </a:lnTo>
                <a:lnTo>
                  <a:pt x="2609" y="467"/>
                </a:lnTo>
                <a:lnTo>
                  <a:pt x="2598" y="471"/>
                </a:lnTo>
                <a:lnTo>
                  <a:pt x="2587" y="474"/>
                </a:lnTo>
                <a:lnTo>
                  <a:pt x="2574" y="478"/>
                </a:lnTo>
                <a:lnTo>
                  <a:pt x="2563" y="482"/>
                </a:lnTo>
                <a:lnTo>
                  <a:pt x="2550" y="484"/>
                </a:lnTo>
                <a:lnTo>
                  <a:pt x="2537" y="486"/>
                </a:lnTo>
                <a:lnTo>
                  <a:pt x="2525" y="486"/>
                </a:lnTo>
                <a:lnTo>
                  <a:pt x="2512" y="486"/>
                </a:lnTo>
                <a:lnTo>
                  <a:pt x="252" y="486"/>
                </a:lnTo>
                <a:lnTo>
                  <a:pt x="239" y="486"/>
                </a:lnTo>
                <a:lnTo>
                  <a:pt x="226" y="486"/>
                </a:lnTo>
                <a:lnTo>
                  <a:pt x="213" y="484"/>
                </a:lnTo>
                <a:lnTo>
                  <a:pt x="201" y="482"/>
                </a:lnTo>
                <a:lnTo>
                  <a:pt x="188" y="478"/>
                </a:lnTo>
                <a:lnTo>
                  <a:pt x="177" y="474"/>
                </a:lnTo>
                <a:lnTo>
                  <a:pt x="166" y="471"/>
                </a:lnTo>
                <a:lnTo>
                  <a:pt x="153" y="467"/>
                </a:lnTo>
                <a:lnTo>
                  <a:pt x="144" y="461"/>
                </a:lnTo>
                <a:lnTo>
                  <a:pt x="132" y="456"/>
                </a:lnTo>
                <a:lnTo>
                  <a:pt x="121" y="450"/>
                </a:lnTo>
                <a:lnTo>
                  <a:pt x="112" y="443"/>
                </a:lnTo>
                <a:lnTo>
                  <a:pt x="101" y="437"/>
                </a:lnTo>
                <a:lnTo>
                  <a:pt x="91" y="429"/>
                </a:lnTo>
                <a:lnTo>
                  <a:pt x="82" y="420"/>
                </a:lnTo>
                <a:lnTo>
                  <a:pt x="74" y="413"/>
                </a:lnTo>
                <a:lnTo>
                  <a:pt x="65" y="403"/>
                </a:lnTo>
                <a:lnTo>
                  <a:pt x="58" y="394"/>
                </a:lnTo>
                <a:lnTo>
                  <a:pt x="50" y="385"/>
                </a:lnTo>
                <a:lnTo>
                  <a:pt x="43" y="375"/>
                </a:lnTo>
                <a:lnTo>
                  <a:pt x="37" y="366"/>
                </a:lnTo>
                <a:lnTo>
                  <a:pt x="32" y="355"/>
                </a:lnTo>
                <a:lnTo>
                  <a:pt x="26" y="344"/>
                </a:lnTo>
                <a:lnTo>
                  <a:pt x="20" y="332"/>
                </a:lnTo>
                <a:lnTo>
                  <a:pt x="15" y="321"/>
                </a:lnTo>
                <a:lnTo>
                  <a:pt x="11" y="310"/>
                </a:lnTo>
                <a:lnTo>
                  <a:pt x="9" y="297"/>
                </a:lnTo>
                <a:lnTo>
                  <a:pt x="5" y="286"/>
                </a:lnTo>
                <a:lnTo>
                  <a:pt x="4" y="273"/>
                </a:lnTo>
                <a:lnTo>
                  <a:pt x="2" y="261"/>
                </a:lnTo>
                <a:lnTo>
                  <a:pt x="0" y="248"/>
                </a:lnTo>
                <a:lnTo>
                  <a:pt x="0" y="235"/>
                </a:lnTo>
                <a:close/>
              </a:path>
            </a:pathLst>
          </a:custGeom>
          <a:noFill/>
          <a:ln w="28575" cmpd="sng">
            <a:solidFill>
              <a:srgbClr val="1EFFE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4694" name="Group 145">
            <a:extLst>
              <a:ext uri="{FF2B5EF4-FFF2-40B4-BE49-F238E27FC236}">
                <a16:creationId xmlns:a16="http://schemas.microsoft.com/office/drawing/2014/main" id="{43068485-F7D8-40EB-A8F1-301C7F350AC6}"/>
              </a:ext>
            </a:extLst>
          </p:cNvPr>
          <p:cNvGrpSpPr>
            <a:grpSpLocks/>
          </p:cNvGrpSpPr>
          <p:nvPr/>
        </p:nvGrpSpPr>
        <p:grpSpPr bwMode="auto">
          <a:xfrm>
            <a:off x="6705600" y="4648200"/>
            <a:ext cx="1000125" cy="461963"/>
            <a:chOff x="6629400" y="4800600"/>
            <a:chExt cx="999425" cy="461665"/>
          </a:xfrm>
        </p:grpSpPr>
        <p:sp>
          <p:nvSpPr>
            <p:cNvPr id="114695" name="TextBox 146">
              <a:extLst>
                <a:ext uri="{FF2B5EF4-FFF2-40B4-BE49-F238E27FC236}">
                  <a16:creationId xmlns:a16="http://schemas.microsoft.com/office/drawing/2014/main" id="{8718D51D-E46F-4DF3-AAD9-E932FC8110CC}"/>
                </a:ext>
              </a:extLst>
            </p:cNvPr>
            <p:cNvSpPr txBox="1">
              <a:spLocks noChangeArrowheads="1"/>
            </p:cNvSpPr>
            <p:nvPr/>
          </p:nvSpPr>
          <p:spPr bwMode="auto">
            <a:xfrm>
              <a:off x="6629400" y="4800600"/>
              <a:ext cx="99942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2</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y</a:t>
              </a:r>
              <a:r>
                <a:rPr kumimoji="0" lang="en-US" altLang="en-US" sz="20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2</a:t>
              </a:r>
              <a:endPar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114696" name="Straight Connector 147">
              <a:extLst>
                <a:ext uri="{FF2B5EF4-FFF2-40B4-BE49-F238E27FC236}">
                  <a16:creationId xmlns:a16="http://schemas.microsoft.com/office/drawing/2014/main" id="{1F489CF6-B7FE-465B-A804-0434E92E6D18}"/>
                </a:ext>
              </a:extLst>
            </p:cNvPr>
            <p:cNvCxnSpPr>
              <a:cxnSpLocks noChangeShapeType="1"/>
            </p:cNvCxnSpPr>
            <p:nvPr/>
          </p:nvCxnSpPr>
          <p:spPr bwMode="auto">
            <a:xfrm>
              <a:off x="7268715" y="4906894"/>
              <a:ext cx="230026"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cxnSp>
      </p:gr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5713" name="Group 1">
            <a:extLst>
              <a:ext uri="{FF2B5EF4-FFF2-40B4-BE49-F238E27FC236}">
                <a16:creationId xmlns:a16="http://schemas.microsoft.com/office/drawing/2014/main" id="{E1B0B668-832B-45A5-AB19-46AAC8F14B89}"/>
              </a:ext>
            </a:extLst>
          </p:cNvPr>
          <p:cNvGrpSpPr>
            <a:grpSpLocks/>
          </p:cNvGrpSpPr>
          <p:nvPr/>
        </p:nvGrpSpPr>
        <p:grpSpPr bwMode="auto">
          <a:xfrm>
            <a:off x="879475" y="1666875"/>
            <a:ext cx="3235325" cy="3819525"/>
            <a:chOff x="3013075" y="1666875"/>
            <a:chExt cx="3235325" cy="3819525"/>
          </a:xfrm>
        </p:grpSpPr>
        <p:sp>
          <p:nvSpPr>
            <p:cNvPr id="115743" name="Rectangle 4">
              <a:extLst>
                <a:ext uri="{FF2B5EF4-FFF2-40B4-BE49-F238E27FC236}">
                  <a16:creationId xmlns:a16="http://schemas.microsoft.com/office/drawing/2014/main" id="{947C3EC5-6C42-4048-858B-A4BC02A69E16}"/>
                </a:ext>
              </a:extLst>
            </p:cNvPr>
            <p:cNvSpPr>
              <a:spLocks noChangeArrowheads="1"/>
            </p:cNvSpPr>
            <p:nvPr/>
          </p:nvSpPr>
          <p:spPr bwMode="auto">
            <a:xfrm>
              <a:off x="3038475" y="1666875"/>
              <a:ext cx="3203575"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44" name="Rectangle 5">
              <a:extLst>
                <a:ext uri="{FF2B5EF4-FFF2-40B4-BE49-F238E27FC236}">
                  <a16:creationId xmlns:a16="http://schemas.microsoft.com/office/drawing/2014/main" id="{24EEEC6A-601D-4142-9C3D-A87D244BD6CB}"/>
                </a:ext>
              </a:extLst>
            </p:cNvPr>
            <p:cNvSpPr>
              <a:spLocks noChangeArrowheads="1"/>
            </p:cNvSpPr>
            <p:nvPr/>
          </p:nvSpPr>
          <p:spPr bwMode="auto">
            <a:xfrm>
              <a:off x="3013075" y="1677988"/>
              <a:ext cx="11113"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45" name="Rectangle 6">
              <a:extLst>
                <a:ext uri="{FF2B5EF4-FFF2-40B4-BE49-F238E27FC236}">
                  <a16:creationId xmlns:a16="http://schemas.microsoft.com/office/drawing/2014/main" id="{43EC12AF-957E-4C0B-9F3D-616C327B16F6}"/>
                </a:ext>
              </a:extLst>
            </p:cNvPr>
            <p:cNvSpPr>
              <a:spLocks noChangeArrowheads="1"/>
            </p:cNvSpPr>
            <p:nvPr/>
          </p:nvSpPr>
          <p:spPr bwMode="auto">
            <a:xfrm>
              <a:off x="4129088"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46" name="Rectangle 7">
              <a:extLst>
                <a:ext uri="{FF2B5EF4-FFF2-40B4-BE49-F238E27FC236}">
                  <a16:creationId xmlns:a16="http://schemas.microsoft.com/office/drawing/2014/main" id="{3080F613-2136-4B6B-A7FC-4E66D5D0A984}"/>
                </a:ext>
              </a:extLst>
            </p:cNvPr>
            <p:cNvSpPr>
              <a:spLocks noChangeArrowheads="1"/>
            </p:cNvSpPr>
            <p:nvPr/>
          </p:nvSpPr>
          <p:spPr bwMode="auto">
            <a:xfrm>
              <a:off x="3246438" y="1792288"/>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47" name="Rectangle 8">
              <a:extLst>
                <a:ext uri="{FF2B5EF4-FFF2-40B4-BE49-F238E27FC236}">
                  <a16:creationId xmlns:a16="http://schemas.microsoft.com/office/drawing/2014/main" id="{70A9CFFA-0B99-4EC4-A67C-2E235557E73B}"/>
                </a:ext>
              </a:extLst>
            </p:cNvPr>
            <p:cNvSpPr>
              <a:spLocks noChangeArrowheads="1"/>
            </p:cNvSpPr>
            <p:nvPr/>
          </p:nvSpPr>
          <p:spPr bwMode="auto">
            <a:xfrm>
              <a:off x="5219700"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48" name="Rectangle 9">
              <a:extLst>
                <a:ext uri="{FF2B5EF4-FFF2-40B4-BE49-F238E27FC236}">
                  <a16:creationId xmlns:a16="http://schemas.microsoft.com/office/drawing/2014/main" id="{AEECA734-F202-4473-9A31-A70AE45CC010}"/>
                </a:ext>
              </a:extLst>
            </p:cNvPr>
            <p:cNvSpPr>
              <a:spLocks noChangeArrowheads="1"/>
            </p:cNvSpPr>
            <p:nvPr/>
          </p:nvSpPr>
          <p:spPr bwMode="auto">
            <a:xfrm>
              <a:off x="4440238" y="1792288"/>
              <a:ext cx="4937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49" name="Rectangle 10">
              <a:extLst>
                <a:ext uri="{FF2B5EF4-FFF2-40B4-BE49-F238E27FC236}">
                  <a16:creationId xmlns:a16="http://schemas.microsoft.com/office/drawing/2014/main" id="{BC406B7F-E414-45A0-97A8-873929789D9E}"/>
                </a:ext>
              </a:extLst>
            </p:cNvPr>
            <p:cNvSpPr>
              <a:spLocks noChangeArrowheads="1"/>
            </p:cNvSpPr>
            <p:nvPr/>
          </p:nvSpPr>
          <p:spPr bwMode="auto">
            <a:xfrm>
              <a:off x="6235700"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50" name="Rectangle 11">
              <a:extLst>
                <a:ext uri="{FF2B5EF4-FFF2-40B4-BE49-F238E27FC236}">
                  <a16:creationId xmlns:a16="http://schemas.microsoft.com/office/drawing/2014/main" id="{BF64B307-95E2-4A87-A534-B01215C61E71}"/>
                </a:ext>
              </a:extLst>
            </p:cNvPr>
            <p:cNvSpPr>
              <a:spLocks noChangeArrowheads="1"/>
            </p:cNvSpPr>
            <p:nvPr/>
          </p:nvSpPr>
          <p:spPr bwMode="auto">
            <a:xfrm>
              <a:off x="3013075" y="2139950"/>
              <a:ext cx="11113"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51" name="Rectangle 12">
              <a:extLst>
                <a:ext uri="{FF2B5EF4-FFF2-40B4-BE49-F238E27FC236}">
                  <a16:creationId xmlns:a16="http://schemas.microsoft.com/office/drawing/2014/main" id="{4F5935E6-B341-47F3-8242-3A251824417D}"/>
                </a:ext>
              </a:extLst>
            </p:cNvPr>
            <p:cNvSpPr>
              <a:spLocks noChangeArrowheads="1"/>
            </p:cNvSpPr>
            <p:nvPr/>
          </p:nvSpPr>
          <p:spPr bwMode="auto">
            <a:xfrm>
              <a:off x="5375275" y="1792288"/>
              <a:ext cx="704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Output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52" name="Rectangle 13">
              <a:extLst>
                <a:ext uri="{FF2B5EF4-FFF2-40B4-BE49-F238E27FC236}">
                  <a16:creationId xmlns:a16="http://schemas.microsoft.com/office/drawing/2014/main" id="{DD848831-C261-40B8-822A-37802246453B}"/>
                </a:ext>
              </a:extLst>
            </p:cNvPr>
            <p:cNvSpPr>
              <a:spLocks noChangeArrowheads="1"/>
            </p:cNvSpPr>
            <p:nvPr/>
          </p:nvSpPr>
          <p:spPr bwMode="auto">
            <a:xfrm>
              <a:off x="4129088"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53" name="Rectangle 14">
              <a:extLst>
                <a:ext uri="{FF2B5EF4-FFF2-40B4-BE49-F238E27FC236}">
                  <a16:creationId xmlns:a16="http://schemas.microsoft.com/office/drawing/2014/main" id="{229FF17A-A80B-478C-89D8-E6618FF56A78}"/>
                </a:ext>
              </a:extLst>
            </p:cNvPr>
            <p:cNvSpPr>
              <a:spLocks noChangeArrowheads="1"/>
            </p:cNvSpPr>
            <p:nvPr/>
          </p:nvSpPr>
          <p:spPr bwMode="auto">
            <a:xfrm>
              <a:off x="3387725" y="2141538"/>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54" name="Rectangle 15">
              <a:extLst>
                <a:ext uri="{FF2B5EF4-FFF2-40B4-BE49-F238E27FC236}">
                  <a16:creationId xmlns:a16="http://schemas.microsoft.com/office/drawing/2014/main" id="{A23CEA0C-DC6A-4602-9A8B-8CB7C05BED7F}"/>
                </a:ext>
              </a:extLst>
            </p:cNvPr>
            <p:cNvSpPr>
              <a:spLocks noChangeArrowheads="1"/>
            </p:cNvSpPr>
            <p:nvPr/>
          </p:nvSpPr>
          <p:spPr bwMode="auto">
            <a:xfrm>
              <a:off x="5219700"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55" name="Rectangle 16">
              <a:extLst>
                <a:ext uri="{FF2B5EF4-FFF2-40B4-BE49-F238E27FC236}">
                  <a16:creationId xmlns:a16="http://schemas.microsoft.com/office/drawing/2014/main" id="{DC9316E9-7A02-46A5-B3DB-8E2B9B6C2DDE}"/>
                </a:ext>
              </a:extLst>
            </p:cNvPr>
            <p:cNvSpPr>
              <a:spLocks noChangeArrowheads="1"/>
            </p:cNvSpPr>
            <p:nvPr/>
          </p:nvSpPr>
          <p:spPr bwMode="auto">
            <a:xfrm>
              <a:off x="6235700"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56" name="Rectangle 17">
              <a:extLst>
                <a:ext uri="{FF2B5EF4-FFF2-40B4-BE49-F238E27FC236}">
                  <a16:creationId xmlns:a16="http://schemas.microsoft.com/office/drawing/2014/main" id="{A94C77A7-67E4-4A19-BEC9-DF7F00A2DBAC}"/>
                </a:ext>
              </a:extLst>
            </p:cNvPr>
            <p:cNvSpPr>
              <a:spLocks noChangeArrowheads="1"/>
            </p:cNvSpPr>
            <p:nvPr/>
          </p:nvSpPr>
          <p:spPr bwMode="auto">
            <a:xfrm>
              <a:off x="3013075" y="2495550"/>
              <a:ext cx="11113"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57" name="Rectangle 18">
              <a:extLst>
                <a:ext uri="{FF2B5EF4-FFF2-40B4-BE49-F238E27FC236}">
                  <a16:creationId xmlns:a16="http://schemas.microsoft.com/office/drawing/2014/main" id="{DCB2B6A6-5896-48A7-A070-914B6AE837DE}"/>
                </a:ext>
              </a:extLst>
            </p:cNvPr>
            <p:cNvSpPr>
              <a:spLocks noChangeArrowheads="1"/>
            </p:cNvSpPr>
            <p:nvPr/>
          </p:nvSpPr>
          <p:spPr bwMode="auto">
            <a:xfrm>
              <a:off x="4452938" y="2141538"/>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58" name="Rectangle 19">
              <a:extLst>
                <a:ext uri="{FF2B5EF4-FFF2-40B4-BE49-F238E27FC236}">
                  <a16:creationId xmlns:a16="http://schemas.microsoft.com/office/drawing/2014/main" id="{2EF1402B-3C65-4B4D-B94A-1D03E0471CA1}"/>
                </a:ext>
              </a:extLst>
            </p:cNvPr>
            <p:cNvSpPr>
              <a:spLocks noChangeArrowheads="1"/>
            </p:cNvSpPr>
            <p:nvPr/>
          </p:nvSpPr>
          <p:spPr bwMode="auto">
            <a:xfrm>
              <a:off x="3262313" y="2490788"/>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59" name="Rectangle 20">
              <a:extLst>
                <a:ext uri="{FF2B5EF4-FFF2-40B4-BE49-F238E27FC236}">
                  <a16:creationId xmlns:a16="http://schemas.microsoft.com/office/drawing/2014/main" id="{E596280D-49B4-429C-A2F7-6E298673C221}"/>
                </a:ext>
              </a:extLst>
            </p:cNvPr>
            <p:cNvSpPr>
              <a:spLocks noChangeArrowheads="1"/>
            </p:cNvSpPr>
            <p:nvPr/>
          </p:nvSpPr>
          <p:spPr bwMode="auto">
            <a:xfrm>
              <a:off x="3387725"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60" name="Rectangle 21">
              <a:extLst>
                <a:ext uri="{FF2B5EF4-FFF2-40B4-BE49-F238E27FC236}">
                  <a16:creationId xmlns:a16="http://schemas.microsoft.com/office/drawing/2014/main" id="{D46F29FC-A56A-4840-A584-5663D5BA747C}"/>
                </a:ext>
              </a:extLst>
            </p:cNvPr>
            <p:cNvSpPr>
              <a:spLocks noChangeArrowheads="1"/>
            </p:cNvSpPr>
            <p:nvPr/>
          </p:nvSpPr>
          <p:spPr bwMode="auto">
            <a:xfrm>
              <a:off x="3498850" y="2490788"/>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61" name="Rectangle 22">
              <a:extLst>
                <a:ext uri="{FF2B5EF4-FFF2-40B4-BE49-F238E27FC236}">
                  <a16:creationId xmlns:a16="http://schemas.microsoft.com/office/drawing/2014/main" id="{1F6EBBBA-FBE5-4371-921D-A288F6D56428}"/>
                </a:ext>
              </a:extLst>
            </p:cNvPr>
            <p:cNvSpPr>
              <a:spLocks noChangeArrowheads="1"/>
            </p:cNvSpPr>
            <p:nvPr/>
          </p:nvSpPr>
          <p:spPr bwMode="auto">
            <a:xfrm>
              <a:off x="36242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62" name="Rectangle 23">
              <a:extLst>
                <a:ext uri="{FF2B5EF4-FFF2-40B4-BE49-F238E27FC236}">
                  <a16:creationId xmlns:a16="http://schemas.microsoft.com/office/drawing/2014/main" id="{059CE85E-4681-4383-9F2B-A105F0F6E352}"/>
                </a:ext>
              </a:extLst>
            </p:cNvPr>
            <p:cNvSpPr>
              <a:spLocks noChangeArrowheads="1"/>
            </p:cNvSpPr>
            <p:nvPr/>
          </p:nvSpPr>
          <p:spPr bwMode="auto">
            <a:xfrm>
              <a:off x="3738563" y="2490788"/>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63" name="Rectangle 24">
              <a:extLst>
                <a:ext uri="{FF2B5EF4-FFF2-40B4-BE49-F238E27FC236}">
                  <a16:creationId xmlns:a16="http://schemas.microsoft.com/office/drawing/2014/main" id="{B245E791-1E41-402F-A264-600BF2609FA4}"/>
                </a:ext>
              </a:extLst>
            </p:cNvPr>
            <p:cNvSpPr>
              <a:spLocks noChangeArrowheads="1"/>
            </p:cNvSpPr>
            <p:nvPr/>
          </p:nvSpPr>
          <p:spPr bwMode="auto">
            <a:xfrm>
              <a:off x="4129088"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64" name="Rectangle 25">
              <a:extLst>
                <a:ext uri="{FF2B5EF4-FFF2-40B4-BE49-F238E27FC236}">
                  <a16:creationId xmlns:a16="http://schemas.microsoft.com/office/drawing/2014/main" id="{39BA29FB-8095-4057-9189-EE45311BEAC7}"/>
                </a:ext>
              </a:extLst>
            </p:cNvPr>
            <p:cNvSpPr>
              <a:spLocks noChangeArrowheads="1"/>
            </p:cNvSpPr>
            <p:nvPr/>
          </p:nvSpPr>
          <p:spPr bwMode="auto">
            <a:xfrm>
              <a:off x="386238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65" name="Rectangle 26">
              <a:extLst>
                <a:ext uri="{FF2B5EF4-FFF2-40B4-BE49-F238E27FC236}">
                  <a16:creationId xmlns:a16="http://schemas.microsoft.com/office/drawing/2014/main" id="{7FB6AE21-C197-470A-A7B5-F683E7FD7D35}"/>
                </a:ext>
              </a:extLst>
            </p:cNvPr>
            <p:cNvSpPr>
              <a:spLocks noChangeArrowheads="1"/>
            </p:cNvSpPr>
            <p:nvPr/>
          </p:nvSpPr>
          <p:spPr bwMode="auto">
            <a:xfrm>
              <a:off x="4295775" y="2490788"/>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66" name="Rectangle 27">
              <a:extLst>
                <a:ext uri="{FF2B5EF4-FFF2-40B4-BE49-F238E27FC236}">
                  <a16:creationId xmlns:a16="http://schemas.microsoft.com/office/drawing/2014/main" id="{C999045D-F323-4A8A-9631-7F9993D08F38}"/>
                </a:ext>
              </a:extLst>
            </p:cNvPr>
            <p:cNvSpPr>
              <a:spLocks noChangeArrowheads="1"/>
            </p:cNvSpPr>
            <p:nvPr/>
          </p:nvSpPr>
          <p:spPr bwMode="auto">
            <a:xfrm>
              <a:off x="44402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67" name="Rectangle 28">
              <a:extLst>
                <a:ext uri="{FF2B5EF4-FFF2-40B4-BE49-F238E27FC236}">
                  <a16:creationId xmlns:a16="http://schemas.microsoft.com/office/drawing/2014/main" id="{A290D08D-83C6-4782-BBBB-9D29752B8AB2}"/>
                </a:ext>
              </a:extLst>
            </p:cNvPr>
            <p:cNvSpPr>
              <a:spLocks noChangeArrowheads="1"/>
            </p:cNvSpPr>
            <p:nvPr/>
          </p:nvSpPr>
          <p:spPr bwMode="auto">
            <a:xfrm>
              <a:off x="4556125" y="2490788"/>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68" name="Rectangle 29">
              <a:extLst>
                <a:ext uri="{FF2B5EF4-FFF2-40B4-BE49-F238E27FC236}">
                  <a16:creationId xmlns:a16="http://schemas.microsoft.com/office/drawing/2014/main" id="{0ECD8961-E172-4255-BFC0-2A4C34526791}"/>
                </a:ext>
              </a:extLst>
            </p:cNvPr>
            <p:cNvSpPr>
              <a:spLocks noChangeArrowheads="1"/>
            </p:cNvSpPr>
            <p:nvPr/>
          </p:nvSpPr>
          <p:spPr bwMode="auto">
            <a:xfrm>
              <a:off x="4702175"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69" name="Rectangle 30">
              <a:extLst>
                <a:ext uri="{FF2B5EF4-FFF2-40B4-BE49-F238E27FC236}">
                  <a16:creationId xmlns:a16="http://schemas.microsoft.com/office/drawing/2014/main" id="{A003B438-39C0-4CAD-B51C-9EC0F71DF65E}"/>
                </a:ext>
              </a:extLst>
            </p:cNvPr>
            <p:cNvSpPr>
              <a:spLocks noChangeArrowheads="1"/>
            </p:cNvSpPr>
            <p:nvPr/>
          </p:nvSpPr>
          <p:spPr bwMode="auto">
            <a:xfrm>
              <a:off x="4814888" y="2490788"/>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70" name="Rectangle 31">
              <a:extLst>
                <a:ext uri="{FF2B5EF4-FFF2-40B4-BE49-F238E27FC236}">
                  <a16:creationId xmlns:a16="http://schemas.microsoft.com/office/drawing/2014/main" id="{724347AC-0430-4852-9D23-3DA573AB419C}"/>
                </a:ext>
              </a:extLst>
            </p:cNvPr>
            <p:cNvSpPr>
              <a:spLocks noChangeArrowheads="1"/>
            </p:cNvSpPr>
            <p:nvPr/>
          </p:nvSpPr>
          <p:spPr bwMode="auto">
            <a:xfrm>
              <a:off x="5219700"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71" name="Rectangle 32">
              <a:extLst>
                <a:ext uri="{FF2B5EF4-FFF2-40B4-BE49-F238E27FC236}">
                  <a16:creationId xmlns:a16="http://schemas.microsoft.com/office/drawing/2014/main" id="{121E9C0F-C0F9-450E-BAF3-12C1640FDF81}"/>
                </a:ext>
              </a:extLst>
            </p:cNvPr>
            <p:cNvSpPr>
              <a:spLocks noChangeArrowheads="1"/>
            </p:cNvSpPr>
            <p:nvPr/>
          </p:nvSpPr>
          <p:spPr bwMode="auto">
            <a:xfrm>
              <a:off x="49609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72" name="Rectangle 33">
              <a:extLst>
                <a:ext uri="{FF2B5EF4-FFF2-40B4-BE49-F238E27FC236}">
                  <a16:creationId xmlns:a16="http://schemas.microsoft.com/office/drawing/2014/main" id="{9CD93871-6B4F-4987-BD7D-AD39AB8B3D53}"/>
                </a:ext>
              </a:extLst>
            </p:cNvPr>
            <p:cNvSpPr>
              <a:spLocks noChangeArrowheads="1"/>
            </p:cNvSpPr>
            <p:nvPr/>
          </p:nvSpPr>
          <p:spPr bwMode="auto">
            <a:xfrm>
              <a:off x="5384800"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73" name="Rectangle 34">
              <a:extLst>
                <a:ext uri="{FF2B5EF4-FFF2-40B4-BE49-F238E27FC236}">
                  <a16:creationId xmlns:a16="http://schemas.microsoft.com/office/drawing/2014/main" id="{DD450B39-A12B-4402-98FA-D54FE6E69E06}"/>
                </a:ext>
              </a:extLst>
            </p:cNvPr>
            <p:cNvSpPr>
              <a:spLocks noChangeArrowheads="1"/>
            </p:cNvSpPr>
            <p:nvPr/>
          </p:nvSpPr>
          <p:spPr bwMode="auto">
            <a:xfrm>
              <a:off x="55038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74" name="Rectangle 35">
              <a:extLst>
                <a:ext uri="{FF2B5EF4-FFF2-40B4-BE49-F238E27FC236}">
                  <a16:creationId xmlns:a16="http://schemas.microsoft.com/office/drawing/2014/main" id="{171734F6-815B-4461-80BE-D97EF0B0CAF8}"/>
                </a:ext>
              </a:extLst>
            </p:cNvPr>
            <p:cNvSpPr>
              <a:spLocks noChangeArrowheads="1"/>
            </p:cNvSpPr>
            <p:nvPr/>
          </p:nvSpPr>
          <p:spPr bwMode="auto">
            <a:xfrm>
              <a:off x="5613400"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75" name="Rectangle 36">
              <a:extLst>
                <a:ext uri="{FF2B5EF4-FFF2-40B4-BE49-F238E27FC236}">
                  <a16:creationId xmlns:a16="http://schemas.microsoft.com/office/drawing/2014/main" id="{E16D5E43-3BAE-4A50-A8FF-FC749AB59E51}"/>
                </a:ext>
              </a:extLst>
            </p:cNvPr>
            <p:cNvSpPr>
              <a:spLocks noChangeArrowheads="1"/>
            </p:cNvSpPr>
            <p:nvPr/>
          </p:nvSpPr>
          <p:spPr bwMode="auto">
            <a:xfrm>
              <a:off x="57324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76" name="Rectangle 37">
              <a:extLst>
                <a:ext uri="{FF2B5EF4-FFF2-40B4-BE49-F238E27FC236}">
                  <a16:creationId xmlns:a16="http://schemas.microsoft.com/office/drawing/2014/main" id="{804D2141-3149-47C6-9B05-1A07106F1F08}"/>
                </a:ext>
              </a:extLst>
            </p:cNvPr>
            <p:cNvSpPr>
              <a:spLocks noChangeArrowheads="1"/>
            </p:cNvSpPr>
            <p:nvPr/>
          </p:nvSpPr>
          <p:spPr bwMode="auto">
            <a:xfrm>
              <a:off x="5845175"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77" name="Rectangle 38">
              <a:extLst>
                <a:ext uri="{FF2B5EF4-FFF2-40B4-BE49-F238E27FC236}">
                  <a16:creationId xmlns:a16="http://schemas.microsoft.com/office/drawing/2014/main" id="{9576B357-2EEB-4A3B-93A6-698E88D6A826}"/>
                </a:ext>
              </a:extLst>
            </p:cNvPr>
            <p:cNvSpPr>
              <a:spLocks noChangeArrowheads="1"/>
            </p:cNvSpPr>
            <p:nvPr/>
          </p:nvSpPr>
          <p:spPr bwMode="auto">
            <a:xfrm>
              <a:off x="6235700"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78" name="Rectangle 39">
              <a:extLst>
                <a:ext uri="{FF2B5EF4-FFF2-40B4-BE49-F238E27FC236}">
                  <a16:creationId xmlns:a16="http://schemas.microsoft.com/office/drawing/2014/main" id="{E3EE4ED0-F848-4403-80FB-AEEF06535425}"/>
                </a:ext>
              </a:extLst>
            </p:cNvPr>
            <p:cNvSpPr>
              <a:spLocks noChangeArrowheads="1"/>
            </p:cNvSpPr>
            <p:nvPr/>
          </p:nvSpPr>
          <p:spPr bwMode="auto">
            <a:xfrm>
              <a:off x="3038475" y="2833688"/>
              <a:ext cx="3203575"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79" name="Rectangle 40">
              <a:extLst>
                <a:ext uri="{FF2B5EF4-FFF2-40B4-BE49-F238E27FC236}">
                  <a16:creationId xmlns:a16="http://schemas.microsoft.com/office/drawing/2014/main" id="{B3CE9C98-2D31-4F9A-AB9E-1504B443A108}"/>
                </a:ext>
              </a:extLst>
            </p:cNvPr>
            <p:cNvSpPr>
              <a:spLocks noChangeArrowheads="1"/>
            </p:cNvSpPr>
            <p:nvPr/>
          </p:nvSpPr>
          <p:spPr bwMode="auto">
            <a:xfrm>
              <a:off x="3013075" y="2846388"/>
              <a:ext cx="11113"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80" name="Rectangle 41">
              <a:extLst>
                <a:ext uri="{FF2B5EF4-FFF2-40B4-BE49-F238E27FC236}">
                  <a16:creationId xmlns:a16="http://schemas.microsoft.com/office/drawing/2014/main" id="{4C92D108-3FC8-474D-8AF5-B414857BD363}"/>
                </a:ext>
              </a:extLst>
            </p:cNvPr>
            <p:cNvSpPr>
              <a:spLocks noChangeArrowheads="1"/>
            </p:cNvSpPr>
            <p:nvPr/>
          </p:nvSpPr>
          <p:spPr bwMode="auto">
            <a:xfrm>
              <a:off x="59642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81" name="Rectangle 42">
              <a:extLst>
                <a:ext uri="{FF2B5EF4-FFF2-40B4-BE49-F238E27FC236}">
                  <a16:creationId xmlns:a16="http://schemas.microsoft.com/office/drawing/2014/main" id="{EF6F688E-AD6A-4AB8-ABD2-816173FB532C}"/>
                </a:ext>
              </a:extLst>
            </p:cNvPr>
            <p:cNvSpPr>
              <a:spLocks noChangeArrowheads="1"/>
            </p:cNvSpPr>
            <p:nvPr/>
          </p:nvSpPr>
          <p:spPr bwMode="auto">
            <a:xfrm>
              <a:off x="4129088"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82" name="Rectangle 43">
              <a:extLst>
                <a:ext uri="{FF2B5EF4-FFF2-40B4-BE49-F238E27FC236}">
                  <a16:creationId xmlns:a16="http://schemas.microsoft.com/office/drawing/2014/main" id="{9BD0088C-D1E2-4D3E-868D-AFB0BD419A36}"/>
                </a:ext>
              </a:extLst>
            </p:cNvPr>
            <p:cNvSpPr>
              <a:spLocks noChangeArrowheads="1"/>
            </p:cNvSpPr>
            <p:nvPr/>
          </p:nvSpPr>
          <p:spPr bwMode="auto">
            <a:xfrm>
              <a:off x="3335338" y="29575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83" name="Rectangle 44">
              <a:extLst>
                <a:ext uri="{FF2B5EF4-FFF2-40B4-BE49-F238E27FC236}">
                  <a16:creationId xmlns:a16="http://schemas.microsoft.com/office/drawing/2014/main" id="{EB4F5864-B08F-42AA-B999-DF3B091C8C32}"/>
                </a:ext>
              </a:extLst>
            </p:cNvPr>
            <p:cNvSpPr>
              <a:spLocks noChangeArrowheads="1"/>
            </p:cNvSpPr>
            <p:nvPr/>
          </p:nvSpPr>
          <p:spPr bwMode="auto">
            <a:xfrm>
              <a:off x="4465638" y="2957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84" name="Rectangle 45">
              <a:extLst>
                <a:ext uri="{FF2B5EF4-FFF2-40B4-BE49-F238E27FC236}">
                  <a16:creationId xmlns:a16="http://schemas.microsoft.com/office/drawing/2014/main" id="{D9B9CE66-2132-4AFF-8A5A-FC90FA7F5D78}"/>
                </a:ext>
              </a:extLst>
            </p:cNvPr>
            <p:cNvSpPr>
              <a:spLocks noChangeArrowheads="1"/>
            </p:cNvSpPr>
            <p:nvPr/>
          </p:nvSpPr>
          <p:spPr bwMode="auto">
            <a:xfrm>
              <a:off x="5219700"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85" name="Rectangle 46">
              <a:extLst>
                <a:ext uri="{FF2B5EF4-FFF2-40B4-BE49-F238E27FC236}">
                  <a16:creationId xmlns:a16="http://schemas.microsoft.com/office/drawing/2014/main" id="{FCCCF5A7-4662-4158-AFC8-10349051F225}"/>
                </a:ext>
              </a:extLst>
            </p:cNvPr>
            <p:cNvSpPr>
              <a:spLocks noChangeArrowheads="1"/>
            </p:cNvSpPr>
            <p:nvPr/>
          </p:nvSpPr>
          <p:spPr bwMode="auto">
            <a:xfrm>
              <a:off x="4618038" y="29575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86" name="Rectangle 47">
              <a:extLst>
                <a:ext uri="{FF2B5EF4-FFF2-40B4-BE49-F238E27FC236}">
                  <a16:creationId xmlns:a16="http://schemas.microsoft.com/office/drawing/2014/main" id="{EBB0B381-4576-4B28-9E8F-EA9FB5AA7B4A}"/>
                </a:ext>
              </a:extLst>
            </p:cNvPr>
            <p:cNvSpPr>
              <a:spLocks noChangeArrowheads="1"/>
            </p:cNvSpPr>
            <p:nvPr/>
          </p:nvSpPr>
          <p:spPr bwMode="auto">
            <a:xfrm>
              <a:off x="5518150" y="2957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87" name="Rectangle 48">
              <a:extLst>
                <a:ext uri="{FF2B5EF4-FFF2-40B4-BE49-F238E27FC236}">
                  <a16:creationId xmlns:a16="http://schemas.microsoft.com/office/drawing/2014/main" id="{C4D9C98D-F0DF-4949-9ACC-645683B0A2C5}"/>
                </a:ext>
              </a:extLst>
            </p:cNvPr>
            <p:cNvSpPr>
              <a:spLocks noChangeArrowheads="1"/>
            </p:cNvSpPr>
            <p:nvPr/>
          </p:nvSpPr>
          <p:spPr bwMode="auto">
            <a:xfrm>
              <a:off x="6235700"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88" name="Rectangle 49">
              <a:extLst>
                <a:ext uri="{FF2B5EF4-FFF2-40B4-BE49-F238E27FC236}">
                  <a16:creationId xmlns:a16="http://schemas.microsoft.com/office/drawing/2014/main" id="{38CDE065-FCC7-4BE7-BE38-005A90D5FB51}"/>
                </a:ext>
              </a:extLst>
            </p:cNvPr>
            <p:cNvSpPr>
              <a:spLocks noChangeArrowheads="1"/>
            </p:cNvSpPr>
            <p:nvPr/>
          </p:nvSpPr>
          <p:spPr bwMode="auto">
            <a:xfrm>
              <a:off x="3013075" y="3303588"/>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89" name="Rectangle 50">
              <a:extLst>
                <a:ext uri="{FF2B5EF4-FFF2-40B4-BE49-F238E27FC236}">
                  <a16:creationId xmlns:a16="http://schemas.microsoft.com/office/drawing/2014/main" id="{CA2607EB-174B-4C11-B879-6BAE935D7C66}"/>
                </a:ext>
              </a:extLst>
            </p:cNvPr>
            <p:cNvSpPr>
              <a:spLocks noChangeArrowheads="1"/>
            </p:cNvSpPr>
            <p:nvPr/>
          </p:nvSpPr>
          <p:spPr bwMode="auto">
            <a:xfrm>
              <a:off x="5657850" y="29575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90" name="Rectangle 51">
              <a:extLst>
                <a:ext uri="{FF2B5EF4-FFF2-40B4-BE49-F238E27FC236}">
                  <a16:creationId xmlns:a16="http://schemas.microsoft.com/office/drawing/2014/main" id="{DAE5FB4C-EE7A-4941-BB82-709C082323A1}"/>
                </a:ext>
              </a:extLst>
            </p:cNvPr>
            <p:cNvSpPr>
              <a:spLocks noChangeArrowheads="1"/>
            </p:cNvSpPr>
            <p:nvPr/>
          </p:nvSpPr>
          <p:spPr bwMode="auto">
            <a:xfrm>
              <a:off x="4129088"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91" name="Rectangle 52">
              <a:extLst>
                <a:ext uri="{FF2B5EF4-FFF2-40B4-BE49-F238E27FC236}">
                  <a16:creationId xmlns:a16="http://schemas.microsoft.com/office/drawing/2014/main" id="{7E347D50-9934-49A1-B471-1EA92C7A3140}"/>
                </a:ext>
              </a:extLst>
            </p:cNvPr>
            <p:cNvSpPr>
              <a:spLocks noChangeArrowheads="1"/>
            </p:cNvSpPr>
            <p:nvPr/>
          </p:nvSpPr>
          <p:spPr bwMode="auto">
            <a:xfrm>
              <a:off x="3335338" y="330676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92" name="Rectangle 53">
              <a:extLst>
                <a:ext uri="{FF2B5EF4-FFF2-40B4-BE49-F238E27FC236}">
                  <a16:creationId xmlns:a16="http://schemas.microsoft.com/office/drawing/2014/main" id="{D941A177-29B8-4A2F-9401-327B1BCE8120}"/>
                </a:ext>
              </a:extLst>
            </p:cNvPr>
            <p:cNvSpPr>
              <a:spLocks noChangeArrowheads="1"/>
            </p:cNvSpPr>
            <p:nvPr/>
          </p:nvSpPr>
          <p:spPr bwMode="auto">
            <a:xfrm>
              <a:off x="4465638" y="33067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93" name="Rectangle 54">
              <a:extLst>
                <a:ext uri="{FF2B5EF4-FFF2-40B4-BE49-F238E27FC236}">
                  <a16:creationId xmlns:a16="http://schemas.microsoft.com/office/drawing/2014/main" id="{938D5DDC-7B00-4BB1-A5A4-6FC1EA1ADACC}"/>
                </a:ext>
              </a:extLst>
            </p:cNvPr>
            <p:cNvSpPr>
              <a:spLocks noChangeArrowheads="1"/>
            </p:cNvSpPr>
            <p:nvPr/>
          </p:nvSpPr>
          <p:spPr bwMode="auto">
            <a:xfrm>
              <a:off x="5219700"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94" name="Rectangle 55">
              <a:extLst>
                <a:ext uri="{FF2B5EF4-FFF2-40B4-BE49-F238E27FC236}">
                  <a16:creationId xmlns:a16="http://schemas.microsoft.com/office/drawing/2014/main" id="{35EBE171-7A76-4E04-B128-13144E2F2366}"/>
                </a:ext>
              </a:extLst>
            </p:cNvPr>
            <p:cNvSpPr>
              <a:spLocks noChangeArrowheads="1"/>
            </p:cNvSpPr>
            <p:nvPr/>
          </p:nvSpPr>
          <p:spPr bwMode="auto">
            <a:xfrm>
              <a:off x="4618038" y="33067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95" name="Rectangle 56">
              <a:extLst>
                <a:ext uri="{FF2B5EF4-FFF2-40B4-BE49-F238E27FC236}">
                  <a16:creationId xmlns:a16="http://schemas.microsoft.com/office/drawing/2014/main" id="{103F5BAB-1E06-4A83-9490-AB3328898184}"/>
                </a:ext>
              </a:extLst>
            </p:cNvPr>
            <p:cNvSpPr>
              <a:spLocks noChangeArrowheads="1"/>
            </p:cNvSpPr>
            <p:nvPr/>
          </p:nvSpPr>
          <p:spPr bwMode="auto">
            <a:xfrm>
              <a:off x="5518150" y="33067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96" name="Rectangle 57">
              <a:extLst>
                <a:ext uri="{FF2B5EF4-FFF2-40B4-BE49-F238E27FC236}">
                  <a16:creationId xmlns:a16="http://schemas.microsoft.com/office/drawing/2014/main" id="{2FAEA796-1546-42FF-93DB-28B7C6E3BC20}"/>
                </a:ext>
              </a:extLst>
            </p:cNvPr>
            <p:cNvSpPr>
              <a:spLocks noChangeArrowheads="1"/>
            </p:cNvSpPr>
            <p:nvPr/>
          </p:nvSpPr>
          <p:spPr bwMode="auto">
            <a:xfrm>
              <a:off x="6235700"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97" name="Rectangle 58">
              <a:extLst>
                <a:ext uri="{FF2B5EF4-FFF2-40B4-BE49-F238E27FC236}">
                  <a16:creationId xmlns:a16="http://schemas.microsoft.com/office/drawing/2014/main" id="{3E9F5780-2643-4360-A2A8-1520CBEB8CF7}"/>
                </a:ext>
              </a:extLst>
            </p:cNvPr>
            <p:cNvSpPr>
              <a:spLocks noChangeArrowheads="1"/>
            </p:cNvSpPr>
            <p:nvPr/>
          </p:nvSpPr>
          <p:spPr bwMode="auto">
            <a:xfrm>
              <a:off x="3013075" y="3608388"/>
              <a:ext cx="11113"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98" name="Rectangle 59">
              <a:extLst>
                <a:ext uri="{FF2B5EF4-FFF2-40B4-BE49-F238E27FC236}">
                  <a16:creationId xmlns:a16="http://schemas.microsoft.com/office/drawing/2014/main" id="{1FD0AA3E-4DFA-4A3C-A0A3-21E0EE3720C4}"/>
                </a:ext>
              </a:extLst>
            </p:cNvPr>
            <p:cNvSpPr>
              <a:spLocks noChangeArrowheads="1"/>
            </p:cNvSpPr>
            <p:nvPr/>
          </p:nvSpPr>
          <p:spPr bwMode="auto">
            <a:xfrm>
              <a:off x="5657850" y="33067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99" name="Rectangle 60">
              <a:extLst>
                <a:ext uri="{FF2B5EF4-FFF2-40B4-BE49-F238E27FC236}">
                  <a16:creationId xmlns:a16="http://schemas.microsoft.com/office/drawing/2014/main" id="{A440B7C4-3CC6-4E11-B299-6431D61440CD}"/>
                </a:ext>
              </a:extLst>
            </p:cNvPr>
            <p:cNvSpPr>
              <a:spLocks noChangeArrowheads="1"/>
            </p:cNvSpPr>
            <p:nvPr/>
          </p:nvSpPr>
          <p:spPr bwMode="auto">
            <a:xfrm>
              <a:off x="4129088"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00" name="Rectangle 61">
              <a:extLst>
                <a:ext uri="{FF2B5EF4-FFF2-40B4-BE49-F238E27FC236}">
                  <a16:creationId xmlns:a16="http://schemas.microsoft.com/office/drawing/2014/main" id="{6E8B95BC-615E-4C21-82D8-7154A0C9C3E7}"/>
                </a:ext>
              </a:extLst>
            </p:cNvPr>
            <p:cNvSpPr>
              <a:spLocks noChangeArrowheads="1"/>
            </p:cNvSpPr>
            <p:nvPr/>
          </p:nvSpPr>
          <p:spPr bwMode="auto">
            <a:xfrm>
              <a:off x="3335338" y="361156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01" name="Rectangle 62">
              <a:extLst>
                <a:ext uri="{FF2B5EF4-FFF2-40B4-BE49-F238E27FC236}">
                  <a16:creationId xmlns:a16="http://schemas.microsoft.com/office/drawing/2014/main" id="{25A01B56-5789-4F52-99A8-273F62F57696}"/>
                </a:ext>
              </a:extLst>
            </p:cNvPr>
            <p:cNvSpPr>
              <a:spLocks noChangeArrowheads="1"/>
            </p:cNvSpPr>
            <p:nvPr/>
          </p:nvSpPr>
          <p:spPr bwMode="auto">
            <a:xfrm>
              <a:off x="4465638" y="36115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02" name="Rectangle 63">
              <a:extLst>
                <a:ext uri="{FF2B5EF4-FFF2-40B4-BE49-F238E27FC236}">
                  <a16:creationId xmlns:a16="http://schemas.microsoft.com/office/drawing/2014/main" id="{6286A7F7-D4CD-4474-8B2B-0366D5E5A98C}"/>
                </a:ext>
              </a:extLst>
            </p:cNvPr>
            <p:cNvSpPr>
              <a:spLocks noChangeArrowheads="1"/>
            </p:cNvSpPr>
            <p:nvPr/>
          </p:nvSpPr>
          <p:spPr bwMode="auto">
            <a:xfrm>
              <a:off x="5219700"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03" name="Rectangle 64">
              <a:extLst>
                <a:ext uri="{FF2B5EF4-FFF2-40B4-BE49-F238E27FC236}">
                  <a16:creationId xmlns:a16="http://schemas.microsoft.com/office/drawing/2014/main" id="{78D7785A-B6D9-4E6A-ADB8-00A59F3FD687}"/>
                </a:ext>
              </a:extLst>
            </p:cNvPr>
            <p:cNvSpPr>
              <a:spLocks noChangeArrowheads="1"/>
            </p:cNvSpPr>
            <p:nvPr/>
          </p:nvSpPr>
          <p:spPr bwMode="auto">
            <a:xfrm>
              <a:off x="4618038" y="36115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04" name="Rectangle 65">
              <a:extLst>
                <a:ext uri="{FF2B5EF4-FFF2-40B4-BE49-F238E27FC236}">
                  <a16:creationId xmlns:a16="http://schemas.microsoft.com/office/drawing/2014/main" id="{39F28413-173C-41AD-8B91-691C1C969FC3}"/>
                </a:ext>
              </a:extLst>
            </p:cNvPr>
            <p:cNvSpPr>
              <a:spLocks noChangeArrowheads="1"/>
            </p:cNvSpPr>
            <p:nvPr/>
          </p:nvSpPr>
          <p:spPr bwMode="auto">
            <a:xfrm>
              <a:off x="5518150" y="36115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05" name="Rectangle 66">
              <a:extLst>
                <a:ext uri="{FF2B5EF4-FFF2-40B4-BE49-F238E27FC236}">
                  <a16:creationId xmlns:a16="http://schemas.microsoft.com/office/drawing/2014/main" id="{1DF03690-55FF-4B1B-9906-8F05390D4DBB}"/>
                </a:ext>
              </a:extLst>
            </p:cNvPr>
            <p:cNvSpPr>
              <a:spLocks noChangeArrowheads="1"/>
            </p:cNvSpPr>
            <p:nvPr/>
          </p:nvSpPr>
          <p:spPr bwMode="auto">
            <a:xfrm>
              <a:off x="6235700"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06" name="Rectangle 67">
              <a:extLst>
                <a:ext uri="{FF2B5EF4-FFF2-40B4-BE49-F238E27FC236}">
                  <a16:creationId xmlns:a16="http://schemas.microsoft.com/office/drawing/2014/main" id="{62189C67-4D30-4367-A48C-BC6C92FAF97C}"/>
                </a:ext>
              </a:extLst>
            </p:cNvPr>
            <p:cNvSpPr>
              <a:spLocks noChangeArrowheads="1"/>
            </p:cNvSpPr>
            <p:nvPr/>
          </p:nvSpPr>
          <p:spPr bwMode="auto">
            <a:xfrm>
              <a:off x="3013075" y="39116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07" name="Rectangle 68">
              <a:extLst>
                <a:ext uri="{FF2B5EF4-FFF2-40B4-BE49-F238E27FC236}">
                  <a16:creationId xmlns:a16="http://schemas.microsoft.com/office/drawing/2014/main" id="{DBAD842E-5324-4F5F-A789-112BFFB5548F}"/>
                </a:ext>
              </a:extLst>
            </p:cNvPr>
            <p:cNvSpPr>
              <a:spLocks noChangeArrowheads="1"/>
            </p:cNvSpPr>
            <p:nvPr/>
          </p:nvSpPr>
          <p:spPr bwMode="auto">
            <a:xfrm>
              <a:off x="5657850" y="36115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08" name="Rectangle 69">
              <a:extLst>
                <a:ext uri="{FF2B5EF4-FFF2-40B4-BE49-F238E27FC236}">
                  <a16:creationId xmlns:a16="http://schemas.microsoft.com/office/drawing/2014/main" id="{0CC8990C-6AE6-4934-9C30-36EF7688A6CA}"/>
                </a:ext>
              </a:extLst>
            </p:cNvPr>
            <p:cNvSpPr>
              <a:spLocks noChangeArrowheads="1"/>
            </p:cNvSpPr>
            <p:nvPr/>
          </p:nvSpPr>
          <p:spPr bwMode="auto">
            <a:xfrm>
              <a:off x="4129088"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09" name="Rectangle 70">
              <a:extLst>
                <a:ext uri="{FF2B5EF4-FFF2-40B4-BE49-F238E27FC236}">
                  <a16:creationId xmlns:a16="http://schemas.microsoft.com/office/drawing/2014/main" id="{42178F8A-3F4D-4A8A-93A1-159DB893A808}"/>
                </a:ext>
              </a:extLst>
            </p:cNvPr>
            <p:cNvSpPr>
              <a:spLocks noChangeArrowheads="1"/>
            </p:cNvSpPr>
            <p:nvPr/>
          </p:nvSpPr>
          <p:spPr bwMode="auto">
            <a:xfrm>
              <a:off x="3335338" y="3914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10" name="Rectangle 71">
              <a:extLst>
                <a:ext uri="{FF2B5EF4-FFF2-40B4-BE49-F238E27FC236}">
                  <a16:creationId xmlns:a16="http://schemas.microsoft.com/office/drawing/2014/main" id="{0ED1504E-AE3A-43C7-9236-472CC48B8C97}"/>
                </a:ext>
              </a:extLst>
            </p:cNvPr>
            <p:cNvSpPr>
              <a:spLocks noChangeArrowheads="1"/>
            </p:cNvSpPr>
            <p:nvPr/>
          </p:nvSpPr>
          <p:spPr bwMode="auto">
            <a:xfrm>
              <a:off x="4465638" y="39147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11" name="Rectangle 72">
              <a:extLst>
                <a:ext uri="{FF2B5EF4-FFF2-40B4-BE49-F238E27FC236}">
                  <a16:creationId xmlns:a16="http://schemas.microsoft.com/office/drawing/2014/main" id="{8429445E-3A8F-4E48-BD28-A0E4F4BE27C7}"/>
                </a:ext>
              </a:extLst>
            </p:cNvPr>
            <p:cNvSpPr>
              <a:spLocks noChangeArrowheads="1"/>
            </p:cNvSpPr>
            <p:nvPr/>
          </p:nvSpPr>
          <p:spPr bwMode="auto">
            <a:xfrm>
              <a:off x="5219700"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12" name="Rectangle 73">
              <a:extLst>
                <a:ext uri="{FF2B5EF4-FFF2-40B4-BE49-F238E27FC236}">
                  <a16:creationId xmlns:a16="http://schemas.microsoft.com/office/drawing/2014/main" id="{4E926E08-0E82-4F24-A6C7-8BEF7C3A3E03}"/>
                </a:ext>
              </a:extLst>
            </p:cNvPr>
            <p:cNvSpPr>
              <a:spLocks noChangeArrowheads="1"/>
            </p:cNvSpPr>
            <p:nvPr/>
          </p:nvSpPr>
          <p:spPr bwMode="auto">
            <a:xfrm>
              <a:off x="4618038" y="39147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13" name="Rectangle 74">
              <a:extLst>
                <a:ext uri="{FF2B5EF4-FFF2-40B4-BE49-F238E27FC236}">
                  <a16:creationId xmlns:a16="http://schemas.microsoft.com/office/drawing/2014/main" id="{06C63E2E-9626-45F8-8D21-9A76246A0542}"/>
                </a:ext>
              </a:extLst>
            </p:cNvPr>
            <p:cNvSpPr>
              <a:spLocks noChangeArrowheads="1"/>
            </p:cNvSpPr>
            <p:nvPr/>
          </p:nvSpPr>
          <p:spPr bwMode="auto">
            <a:xfrm>
              <a:off x="5518150" y="39147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14" name="Rectangle 75">
              <a:extLst>
                <a:ext uri="{FF2B5EF4-FFF2-40B4-BE49-F238E27FC236}">
                  <a16:creationId xmlns:a16="http://schemas.microsoft.com/office/drawing/2014/main" id="{8E8DE2B5-7FA4-4C6D-9E96-178C29BF6F29}"/>
                </a:ext>
              </a:extLst>
            </p:cNvPr>
            <p:cNvSpPr>
              <a:spLocks noChangeArrowheads="1"/>
            </p:cNvSpPr>
            <p:nvPr/>
          </p:nvSpPr>
          <p:spPr bwMode="auto">
            <a:xfrm>
              <a:off x="6235700"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15" name="Rectangle 76">
              <a:extLst>
                <a:ext uri="{FF2B5EF4-FFF2-40B4-BE49-F238E27FC236}">
                  <a16:creationId xmlns:a16="http://schemas.microsoft.com/office/drawing/2014/main" id="{CF25A63B-E8B5-4B88-A775-9E6C4D26E798}"/>
                </a:ext>
              </a:extLst>
            </p:cNvPr>
            <p:cNvSpPr>
              <a:spLocks noChangeArrowheads="1"/>
            </p:cNvSpPr>
            <p:nvPr/>
          </p:nvSpPr>
          <p:spPr bwMode="auto">
            <a:xfrm>
              <a:off x="3013075" y="42164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16" name="Rectangle 77">
              <a:extLst>
                <a:ext uri="{FF2B5EF4-FFF2-40B4-BE49-F238E27FC236}">
                  <a16:creationId xmlns:a16="http://schemas.microsoft.com/office/drawing/2014/main" id="{52A1D3F9-0AFD-4683-9005-548C131F1EC1}"/>
                </a:ext>
              </a:extLst>
            </p:cNvPr>
            <p:cNvSpPr>
              <a:spLocks noChangeArrowheads="1"/>
            </p:cNvSpPr>
            <p:nvPr/>
          </p:nvSpPr>
          <p:spPr bwMode="auto">
            <a:xfrm>
              <a:off x="5657850" y="39147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17" name="Rectangle 78">
              <a:extLst>
                <a:ext uri="{FF2B5EF4-FFF2-40B4-BE49-F238E27FC236}">
                  <a16:creationId xmlns:a16="http://schemas.microsoft.com/office/drawing/2014/main" id="{B5B48C25-1FD7-4A96-B10F-31F8DB74D969}"/>
                </a:ext>
              </a:extLst>
            </p:cNvPr>
            <p:cNvSpPr>
              <a:spLocks noChangeArrowheads="1"/>
            </p:cNvSpPr>
            <p:nvPr/>
          </p:nvSpPr>
          <p:spPr bwMode="auto">
            <a:xfrm>
              <a:off x="4129088"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18" name="Rectangle 79">
              <a:extLst>
                <a:ext uri="{FF2B5EF4-FFF2-40B4-BE49-F238E27FC236}">
                  <a16:creationId xmlns:a16="http://schemas.microsoft.com/office/drawing/2014/main" id="{5F6A5B07-5317-4BB3-99A9-ACC676EADDAE}"/>
                </a:ext>
              </a:extLst>
            </p:cNvPr>
            <p:cNvSpPr>
              <a:spLocks noChangeArrowheads="1"/>
            </p:cNvSpPr>
            <p:nvPr/>
          </p:nvSpPr>
          <p:spPr bwMode="auto">
            <a:xfrm>
              <a:off x="3335338" y="4219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19" name="Rectangle 80">
              <a:extLst>
                <a:ext uri="{FF2B5EF4-FFF2-40B4-BE49-F238E27FC236}">
                  <a16:creationId xmlns:a16="http://schemas.microsoft.com/office/drawing/2014/main" id="{1A7CE956-7718-4EA1-8498-00C6FF9D7BC5}"/>
                </a:ext>
              </a:extLst>
            </p:cNvPr>
            <p:cNvSpPr>
              <a:spLocks noChangeArrowheads="1"/>
            </p:cNvSpPr>
            <p:nvPr/>
          </p:nvSpPr>
          <p:spPr bwMode="auto">
            <a:xfrm>
              <a:off x="4465638" y="42195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20" name="Rectangle 81">
              <a:extLst>
                <a:ext uri="{FF2B5EF4-FFF2-40B4-BE49-F238E27FC236}">
                  <a16:creationId xmlns:a16="http://schemas.microsoft.com/office/drawing/2014/main" id="{4742F08A-15B4-4FE8-836B-A143A7D2448B}"/>
                </a:ext>
              </a:extLst>
            </p:cNvPr>
            <p:cNvSpPr>
              <a:spLocks noChangeArrowheads="1"/>
            </p:cNvSpPr>
            <p:nvPr/>
          </p:nvSpPr>
          <p:spPr bwMode="auto">
            <a:xfrm>
              <a:off x="5219700"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21" name="Rectangle 82">
              <a:extLst>
                <a:ext uri="{FF2B5EF4-FFF2-40B4-BE49-F238E27FC236}">
                  <a16:creationId xmlns:a16="http://schemas.microsoft.com/office/drawing/2014/main" id="{63813D41-8C77-458A-9CA8-55AFD85D79E4}"/>
                </a:ext>
              </a:extLst>
            </p:cNvPr>
            <p:cNvSpPr>
              <a:spLocks noChangeArrowheads="1"/>
            </p:cNvSpPr>
            <p:nvPr/>
          </p:nvSpPr>
          <p:spPr bwMode="auto">
            <a:xfrm>
              <a:off x="4618038" y="42195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22" name="Rectangle 83">
              <a:extLst>
                <a:ext uri="{FF2B5EF4-FFF2-40B4-BE49-F238E27FC236}">
                  <a16:creationId xmlns:a16="http://schemas.microsoft.com/office/drawing/2014/main" id="{03555EB1-9287-4D92-90E4-827667510955}"/>
                </a:ext>
              </a:extLst>
            </p:cNvPr>
            <p:cNvSpPr>
              <a:spLocks noChangeArrowheads="1"/>
            </p:cNvSpPr>
            <p:nvPr/>
          </p:nvSpPr>
          <p:spPr bwMode="auto">
            <a:xfrm>
              <a:off x="5518150" y="42195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23" name="Rectangle 84">
              <a:extLst>
                <a:ext uri="{FF2B5EF4-FFF2-40B4-BE49-F238E27FC236}">
                  <a16:creationId xmlns:a16="http://schemas.microsoft.com/office/drawing/2014/main" id="{64AE4114-A0CD-4DF6-A538-7E9FB8E4C1A5}"/>
                </a:ext>
              </a:extLst>
            </p:cNvPr>
            <p:cNvSpPr>
              <a:spLocks noChangeArrowheads="1"/>
            </p:cNvSpPr>
            <p:nvPr/>
          </p:nvSpPr>
          <p:spPr bwMode="auto">
            <a:xfrm>
              <a:off x="6235700"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24" name="Rectangle 85">
              <a:extLst>
                <a:ext uri="{FF2B5EF4-FFF2-40B4-BE49-F238E27FC236}">
                  <a16:creationId xmlns:a16="http://schemas.microsoft.com/office/drawing/2014/main" id="{0E1C159B-6DF5-4654-8C6E-6C7BD1996CB8}"/>
                </a:ext>
              </a:extLst>
            </p:cNvPr>
            <p:cNvSpPr>
              <a:spLocks noChangeArrowheads="1"/>
            </p:cNvSpPr>
            <p:nvPr/>
          </p:nvSpPr>
          <p:spPr bwMode="auto">
            <a:xfrm>
              <a:off x="3013075" y="45212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25" name="Rectangle 86">
              <a:extLst>
                <a:ext uri="{FF2B5EF4-FFF2-40B4-BE49-F238E27FC236}">
                  <a16:creationId xmlns:a16="http://schemas.microsoft.com/office/drawing/2014/main" id="{96067238-92D8-4E1B-A8CD-6429A73AF557}"/>
                </a:ext>
              </a:extLst>
            </p:cNvPr>
            <p:cNvSpPr>
              <a:spLocks noChangeArrowheads="1"/>
            </p:cNvSpPr>
            <p:nvPr/>
          </p:nvSpPr>
          <p:spPr bwMode="auto">
            <a:xfrm>
              <a:off x="5657850" y="42195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26" name="Rectangle 87">
              <a:extLst>
                <a:ext uri="{FF2B5EF4-FFF2-40B4-BE49-F238E27FC236}">
                  <a16:creationId xmlns:a16="http://schemas.microsoft.com/office/drawing/2014/main" id="{E651A3A0-0317-4B94-BCFF-A1640559345C}"/>
                </a:ext>
              </a:extLst>
            </p:cNvPr>
            <p:cNvSpPr>
              <a:spLocks noChangeArrowheads="1"/>
            </p:cNvSpPr>
            <p:nvPr/>
          </p:nvSpPr>
          <p:spPr bwMode="auto">
            <a:xfrm>
              <a:off x="4129088"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27" name="Rectangle 88">
              <a:extLst>
                <a:ext uri="{FF2B5EF4-FFF2-40B4-BE49-F238E27FC236}">
                  <a16:creationId xmlns:a16="http://schemas.microsoft.com/office/drawing/2014/main" id="{D8E8663F-8D3E-4630-AE5F-FC43F98BC991}"/>
                </a:ext>
              </a:extLst>
            </p:cNvPr>
            <p:cNvSpPr>
              <a:spLocks noChangeArrowheads="1"/>
            </p:cNvSpPr>
            <p:nvPr/>
          </p:nvSpPr>
          <p:spPr bwMode="auto">
            <a:xfrm>
              <a:off x="3335338" y="4522788"/>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28" name="Rectangle 89">
              <a:extLst>
                <a:ext uri="{FF2B5EF4-FFF2-40B4-BE49-F238E27FC236}">
                  <a16:creationId xmlns:a16="http://schemas.microsoft.com/office/drawing/2014/main" id="{5DE7A06C-527A-42AF-A558-206C56387E89}"/>
                </a:ext>
              </a:extLst>
            </p:cNvPr>
            <p:cNvSpPr>
              <a:spLocks noChangeArrowheads="1"/>
            </p:cNvSpPr>
            <p:nvPr/>
          </p:nvSpPr>
          <p:spPr bwMode="auto">
            <a:xfrm>
              <a:off x="4465638" y="45227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29" name="Rectangle 90">
              <a:extLst>
                <a:ext uri="{FF2B5EF4-FFF2-40B4-BE49-F238E27FC236}">
                  <a16:creationId xmlns:a16="http://schemas.microsoft.com/office/drawing/2014/main" id="{DBB3D77B-E782-49F5-A844-76A609B0668D}"/>
                </a:ext>
              </a:extLst>
            </p:cNvPr>
            <p:cNvSpPr>
              <a:spLocks noChangeArrowheads="1"/>
            </p:cNvSpPr>
            <p:nvPr/>
          </p:nvSpPr>
          <p:spPr bwMode="auto">
            <a:xfrm>
              <a:off x="5219700"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30" name="Rectangle 91">
              <a:extLst>
                <a:ext uri="{FF2B5EF4-FFF2-40B4-BE49-F238E27FC236}">
                  <a16:creationId xmlns:a16="http://schemas.microsoft.com/office/drawing/2014/main" id="{B8C6530F-D766-45E9-B6D7-E439BA397EB3}"/>
                </a:ext>
              </a:extLst>
            </p:cNvPr>
            <p:cNvSpPr>
              <a:spLocks noChangeArrowheads="1"/>
            </p:cNvSpPr>
            <p:nvPr/>
          </p:nvSpPr>
          <p:spPr bwMode="auto">
            <a:xfrm>
              <a:off x="4618038" y="4522788"/>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31" name="Rectangle 92">
              <a:extLst>
                <a:ext uri="{FF2B5EF4-FFF2-40B4-BE49-F238E27FC236}">
                  <a16:creationId xmlns:a16="http://schemas.microsoft.com/office/drawing/2014/main" id="{57DF423B-A2D7-4229-AB10-9B43AB8968D2}"/>
                </a:ext>
              </a:extLst>
            </p:cNvPr>
            <p:cNvSpPr>
              <a:spLocks noChangeArrowheads="1"/>
            </p:cNvSpPr>
            <p:nvPr/>
          </p:nvSpPr>
          <p:spPr bwMode="auto">
            <a:xfrm>
              <a:off x="5518150" y="45227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32" name="Rectangle 93">
              <a:extLst>
                <a:ext uri="{FF2B5EF4-FFF2-40B4-BE49-F238E27FC236}">
                  <a16:creationId xmlns:a16="http://schemas.microsoft.com/office/drawing/2014/main" id="{D37D3EA7-326B-419F-8851-0E6AFDBB3C95}"/>
                </a:ext>
              </a:extLst>
            </p:cNvPr>
            <p:cNvSpPr>
              <a:spLocks noChangeArrowheads="1"/>
            </p:cNvSpPr>
            <p:nvPr/>
          </p:nvSpPr>
          <p:spPr bwMode="auto">
            <a:xfrm>
              <a:off x="6235700"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33" name="Rectangle 94">
              <a:extLst>
                <a:ext uri="{FF2B5EF4-FFF2-40B4-BE49-F238E27FC236}">
                  <a16:creationId xmlns:a16="http://schemas.microsoft.com/office/drawing/2014/main" id="{D74B3A8D-B37E-4044-84C9-6A1BC4CA8016}"/>
                </a:ext>
              </a:extLst>
            </p:cNvPr>
            <p:cNvSpPr>
              <a:spLocks noChangeArrowheads="1"/>
            </p:cNvSpPr>
            <p:nvPr/>
          </p:nvSpPr>
          <p:spPr bwMode="auto">
            <a:xfrm>
              <a:off x="3013075" y="48260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34" name="Rectangle 95">
              <a:extLst>
                <a:ext uri="{FF2B5EF4-FFF2-40B4-BE49-F238E27FC236}">
                  <a16:creationId xmlns:a16="http://schemas.microsoft.com/office/drawing/2014/main" id="{A56E5C37-C6A0-4E70-B0A1-5F66A4DDE299}"/>
                </a:ext>
              </a:extLst>
            </p:cNvPr>
            <p:cNvSpPr>
              <a:spLocks noChangeArrowheads="1"/>
            </p:cNvSpPr>
            <p:nvPr/>
          </p:nvSpPr>
          <p:spPr bwMode="auto">
            <a:xfrm>
              <a:off x="5657850" y="4522788"/>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35" name="Rectangle 96">
              <a:extLst>
                <a:ext uri="{FF2B5EF4-FFF2-40B4-BE49-F238E27FC236}">
                  <a16:creationId xmlns:a16="http://schemas.microsoft.com/office/drawing/2014/main" id="{C9E16B90-6DD5-4E57-92FF-8282B4EE2420}"/>
                </a:ext>
              </a:extLst>
            </p:cNvPr>
            <p:cNvSpPr>
              <a:spLocks noChangeArrowheads="1"/>
            </p:cNvSpPr>
            <p:nvPr/>
          </p:nvSpPr>
          <p:spPr bwMode="auto">
            <a:xfrm>
              <a:off x="4129088"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36" name="Rectangle 97">
              <a:extLst>
                <a:ext uri="{FF2B5EF4-FFF2-40B4-BE49-F238E27FC236}">
                  <a16:creationId xmlns:a16="http://schemas.microsoft.com/office/drawing/2014/main" id="{4BF687D3-3479-4123-81A4-E986285B2CFC}"/>
                </a:ext>
              </a:extLst>
            </p:cNvPr>
            <p:cNvSpPr>
              <a:spLocks noChangeArrowheads="1"/>
            </p:cNvSpPr>
            <p:nvPr/>
          </p:nvSpPr>
          <p:spPr bwMode="auto">
            <a:xfrm>
              <a:off x="3335338" y="48244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37" name="Rectangle 98">
              <a:extLst>
                <a:ext uri="{FF2B5EF4-FFF2-40B4-BE49-F238E27FC236}">
                  <a16:creationId xmlns:a16="http://schemas.microsoft.com/office/drawing/2014/main" id="{0A9FDB06-F038-499B-A481-3B90043E27CE}"/>
                </a:ext>
              </a:extLst>
            </p:cNvPr>
            <p:cNvSpPr>
              <a:spLocks noChangeArrowheads="1"/>
            </p:cNvSpPr>
            <p:nvPr/>
          </p:nvSpPr>
          <p:spPr bwMode="auto">
            <a:xfrm>
              <a:off x="4465638" y="48244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38" name="Rectangle 99">
              <a:extLst>
                <a:ext uri="{FF2B5EF4-FFF2-40B4-BE49-F238E27FC236}">
                  <a16:creationId xmlns:a16="http://schemas.microsoft.com/office/drawing/2014/main" id="{5B0E8068-0A38-4D0C-9BE5-3BD5C3AB6FE1}"/>
                </a:ext>
              </a:extLst>
            </p:cNvPr>
            <p:cNvSpPr>
              <a:spLocks noChangeArrowheads="1"/>
            </p:cNvSpPr>
            <p:nvPr/>
          </p:nvSpPr>
          <p:spPr bwMode="auto">
            <a:xfrm>
              <a:off x="5219700"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39" name="Rectangle 100">
              <a:extLst>
                <a:ext uri="{FF2B5EF4-FFF2-40B4-BE49-F238E27FC236}">
                  <a16:creationId xmlns:a16="http://schemas.microsoft.com/office/drawing/2014/main" id="{4ECC18F8-A28A-4E65-89BE-C4B333D48EF9}"/>
                </a:ext>
              </a:extLst>
            </p:cNvPr>
            <p:cNvSpPr>
              <a:spLocks noChangeArrowheads="1"/>
            </p:cNvSpPr>
            <p:nvPr/>
          </p:nvSpPr>
          <p:spPr bwMode="auto">
            <a:xfrm>
              <a:off x="4618038" y="48244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40" name="Rectangle 101">
              <a:extLst>
                <a:ext uri="{FF2B5EF4-FFF2-40B4-BE49-F238E27FC236}">
                  <a16:creationId xmlns:a16="http://schemas.microsoft.com/office/drawing/2014/main" id="{ABBCEE00-FEA1-4128-8881-7E6B6C28C8CC}"/>
                </a:ext>
              </a:extLst>
            </p:cNvPr>
            <p:cNvSpPr>
              <a:spLocks noChangeArrowheads="1"/>
            </p:cNvSpPr>
            <p:nvPr/>
          </p:nvSpPr>
          <p:spPr bwMode="auto">
            <a:xfrm>
              <a:off x="5518150" y="48244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41" name="Rectangle 102">
              <a:extLst>
                <a:ext uri="{FF2B5EF4-FFF2-40B4-BE49-F238E27FC236}">
                  <a16:creationId xmlns:a16="http://schemas.microsoft.com/office/drawing/2014/main" id="{11E8DFE9-DB36-49E4-B2FB-985BDC62F747}"/>
                </a:ext>
              </a:extLst>
            </p:cNvPr>
            <p:cNvSpPr>
              <a:spLocks noChangeArrowheads="1"/>
            </p:cNvSpPr>
            <p:nvPr/>
          </p:nvSpPr>
          <p:spPr bwMode="auto">
            <a:xfrm>
              <a:off x="6235700"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42" name="Rectangle 103">
              <a:extLst>
                <a:ext uri="{FF2B5EF4-FFF2-40B4-BE49-F238E27FC236}">
                  <a16:creationId xmlns:a16="http://schemas.microsoft.com/office/drawing/2014/main" id="{F157DE12-974E-4893-88F9-E7E00FA3BDC3}"/>
                </a:ext>
              </a:extLst>
            </p:cNvPr>
            <p:cNvSpPr>
              <a:spLocks noChangeArrowheads="1"/>
            </p:cNvSpPr>
            <p:nvPr/>
          </p:nvSpPr>
          <p:spPr bwMode="auto">
            <a:xfrm>
              <a:off x="3013075" y="5135563"/>
              <a:ext cx="11113"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43" name="Rectangle 104">
              <a:extLst>
                <a:ext uri="{FF2B5EF4-FFF2-40B4-BE49-F238E27FC236}">
                  <a16:creationId xmlns:a16="http://schemas.microsoft.com/office/drawing/2014/main" id="{B3EAFF70-95B1-4CC8-AA32-8BEE5AF1D8C3}"/>
                </a:ext>
              </a:extLst>
            </p:cNvPr>
            <p:cNvSpPr>
              <a:spLocks noChangeArrowheads="1"/>
            </p:cNvSpPr>
            <p:nvPr/>
          </p:nvSpPr>
          <p:spPr bwMode="auto">
            <a:xfrm>
              <a:off x="5657850" y="48244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44" name="Rectangle 105">
              <a:extLst>
                <a:ext uri="{FF2B5EF4-FFF2-40B4-BE49-F238E27FC236}">
                  <a16:creationId xmlns:a16="http://schemas.microsoft.com/office/drawing/2014/main" id="{66310786-E88F-41E3-82C2-B207C2795252}"/>
                </a:ext>
              </a:extLst>
            </p:cNvPr>
            <p:cNvSpPr>
              <a:spLocks noChangeArrowheads="1"/>
            </p:cNvSpPr>
            <p:nvPr/>
          </p:nvSpPr>
          <p:spPr bwMode="auto">
            <a:xfrm>
              <a:off x="4129088"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45" name="Rectangle 106">
              <a:extLst>
                <a:ext uri="{FF2B5EF4-FFF2-40B4-BE49-F238E27FC236}">
                  <a16:creationId xmlns:a16="http://schemas.microsoft.com/office/drawing/2014/main" id="{8B2B1383-E415-45CC-B7AA-D57AFFF602AB}"/>
                </a:ext>
              </a:extLst>
            </p:cNvPr>
            <p:cNvSpPr>
              <a:spLocks noChangeArrowheads="1"/>
            </p:cNvSpPr>
            <p:nvPr/>
          </p:nvSpPr>
          <p:spPr bwMode="auto">
            <a:xfrm>
              <a:off x="3335338" y="51292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46" name="Rectangle 107">
              <a:extLst>
                <a:ext uri="{FF2B5EF4-FFF2-40B4-BE49-F238E27FC236}">
                  <a16:creationId xmlns:a16="http://schemas.microsoft.com/office/drawing/2014/main" id="{0BB9D8FD-612F-42DF-91C9-CA1F6B79BB4F}"/>
                </a:ext>
              </a:extLst>
            </p:cNvPr>
            <p:cNvSpPr>
              <a:spLocks noChangeArrowheads="1"/>
            </p:cNvSpPr>
            <p:nvPr/>
          </p:nvSpPr>
          <p:spPr bwMode="auto">
            <a:xfrm>
              <a:off x="4465638" y="51292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47" name="Rectangle 108">
              <a:extLst>
                <a:ext uri="{FF2B5EF4-FFF2-40B4-BE49-F238E27FC236}">
                  <a16:creationId xmlns:a16="http://schemas.microsoft.com/office/drawing/2014/main" id="{8064FFDF-CD9A-471D-9A07-7DDEDECAF2D6}"/>
                </a:ext>
              </a:extLst>
            </p:cNvPr>
            <p:cNvSpPr>
              <a:spLocks noChangeArrowheads="1"/>
            </p:cNvSpPr>
            <p:nvPr/>
          </p:nvSpPr>
          <p:spPr bwMode="auto">
            <a:xfrm>
              <a:off x="5219700"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48" name="Rectangle 109">
              <a:extLst>
                <a:ext uri="{FF2B5EF4-FFF2-40B4-BE49-F238E27FC236}">
                  <a16:creationId xmlns:a16="http://schemas.microsoft.com/office/drawing/2014/main" id="{B20BF8E1-C23D-46FF-B773-A045322CCC08}"/>
                </a:ext>
              </a:extLst>
            </p:cNvPr>
            <p:cNvSpPr>
              <a:spLocks noChangeArrowheads="1"/>
            </p:cNvSpPr>
            <p:nvPr/>
          </p:nvSpPr>
          <p:spPr bwMode="auto">
            <a:xfrm>
              <a:off x="4618038" y="51292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49" name="Rectangle 110">
              <a:extLst>
                <a:ext uri="{FF2B5EF4-FFF2-40B4-BE49-F238E27FC236}">
                  <a16:creationId xmlns:a16="http://schemas.microsoft.com/office/drawing/2014/main" id="{C86A7AAF-7C49-4853-9B64-E88B94477448}"/>
                </a:ext>
              </a:extLst>
            </p:cNvPr>
            <p:cNvSpPr>
              <a:spLocks noChangeArrowheads="1"/>
            </p:cNvSpPr>
            <p:nvPr/>
          </p:nvSpPr>
          <p:spPr bwMode="auto">
            <a:xfrm>
              <a:off x="5518150" y="51292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50" name="Rectangle 111">
              <a:extLst>
                <a:ext uri="{FF2B5EF4-FFF2-40B4-BE49-F238E27FC236}">
                  <a16:creationId xmlns:a16="http://schemas.microsoft.com/office/drawing/2014/main" id="{B1FF01F6-B130-47F5-A323-FFE8D132BD13}"/>
                </a:ext>
              </a:extLst>
            </p:cNvPr>
            <p:cNvSpPr>
              <a:spLocks noChangeArrowheads="1"/>
            </p:cNvSpPr>
            <p:nvPr/>
          </p:nvSpPr>
          <p:spPr bwMode="auto">
            <a:xfrm>
              <a:off x="6235700"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51" name="Rectangle 112">
              <a:extLst>
                <a:ext uri="{FF2B5EF4-FFF2-40B4-BE49-F238E27FC236}">
                  <a16:creationId xmlns:a16="http://schemas.microsoft.com/office/drawing/2014/main" id="{19A43A7F-A62E-45B9-8B39-4668318A93E5}"/>
                </a:ext>
              </a:extLst>
            </p:cNvPr>
            <p:cNvSpPr>
              <a:spLocks noChangeArrowheads="1"/>
            </p:cNvSpPr>
            <p:nvPr/>
          </p:nvSpPr>
          <p:spPr bwMode="auto">
            <a:xfrm>
              <a:off x="3038475" y="5473700"/>
              <a:ext cx="3203575"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852" name="Rectangle 113">
              <a:extLst>
                <a:ext uri="{FF2B5EF4-FFF2-40B4-BE49-F238E27FC236}">
                  <a16:creationId xmlns:a16="http://schemas.microsoft.com/office/drawing/2014/main" id="{61C44B53-81A0-4C27-B98D-CE1DDB0B8FC7}"/>
                </a:ext>
              </a:extLst>
            </p:cNvPr>
            <p:cNvSpPr>
              <a:spLocks noChangeArrowheads="1"/>
            </p:cNvSpPr>
            <p:nvPr/>
          </p:nvSpPr>
          <p:spPr bwMode="auto">
            <a:xfrm>
              <a:off x="5657850" y="51292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5714" name="Title 1">
            <a:extLst>
              <a:ext uri="{FF2B5EF4-FFF2-40B4-BE49-F238E27FC236}">
                <a16:creationId xmlns:a16="http://schemas.microsoft.com/office/drawing/2014/main" id="{D1704478-FC04-43D0-8B9F-8333982B3864}"/>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K-map for Y</a:t>
            </a:r>
            <a:r>
              <a:rPr kumimoji="0" lang="en-US" altLang="en-US" sz="3200" b="1" i="0" u="none" strike="noStrike" kern="120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cs typeface="+mn-cs"/>
              </a:rPr>
              <a:t>1</a:t>
            </a:r>
          </a:p>
        </p:txBody>
      </p:sp>
      <p:grpSp>
        <p:nvGrpSpPr>
          <p:cNvPr id="115715" name="Group 114">
            <a:extLst>
              <a:ext uri="{FF2B5EF4-FFF2-40B4-BE49-F238E27FC236}">
                <a16:creationId xmlns:a16="http://schemas.microsoft.com/office/drawing/2014/main" id="{A3FD5009-490C-4BA2-AB8A-B3A8B56FB094}"/>
              </a:ext>
            </a:extLst>
          </p:cNvPr>
          <p:cNvGrpSpPr>
            <a:grpSpLocks/>
          </p:cNvGrpSpPr>
          <p:nvPr/>
        </p:nvGrpSpPr>
        <p:grpSpPr bwMode="auto">
          <a:xfrm>
            <a:off x="5562600" y="2438400"/>
            <a:ext cx="2820988" cy="1806575"/>
            <a:chOff x="2286000" y="881063"/>
            <a:chExt cx="2820987" cy="1806575"/>
          </a:xfrm>
        </p:grpSpPr>
        <p:sp>
          <p:nvSpPr>
            <p:cNvPr id="115716" name="Rectangle 16">
              <a:extLst>
                <a:ext uri="{FF2B5EF4-FFF2-40B4-BE49-F238E27FC236}">
                  <a16:creationId xmlns:a16="http://schemas.microsoft.com/office/drawing/2014/main" id="{6BFF32C1-716F-4B2C-A7FA-40ACAEC851A1}"/>
                </a:ext>
              </a:extLst>
            </p:cNvPr>
            <p:cNvSpPr>
              <a:spLocks noChangeArrowheads="1"/>
            </p:cNvSpPr>
            <p:nvPr/>
          </p:nvSpPr>
          <p:spPr bwMode="auto">
            <a:xfrm>
              <a:off x="2924175" y="1604963"/>
              <a:ext cx="1077912" cy="108267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5717" name="Line 17">
              <a:extLst>
                <a:ext uri="{FF2B5EF4-FFF2-40B4-BE49-F238E27FC236}">
                  <a16:creationId xmlns:a16="http://schemas.microsoft.com/office/drawing/2014/main" id="{3C7752F8-EB0E-4E82-B17F-C33FCE9D79B2}"/>
                </a:ext>
              </a:extLst>
            </p:cNvPr>
            <p:cNvSpPr>
              <a:spLocks noChangeShapeType="1"/>
            </p:cNvSpPr>
            <p:nvPr/>
          </p:nvSpPr>
          <p:spPr bwMode="auto">
            <a:xfrm flipH="1">
              <a:off x="2924175" y="2146300"/>
              <a:ext cx="1077912"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18" name="Line 18">
              <a:extLst>
                <a:ext uri="{FF2B5EF4-FFF2-40B4-BE49-F238E27FC236}">
                  <a16:creationId xmlns:a16="http://schemas.microsoft.com/office/drawing/2014/main" id="{58C06FEF-A53D-4B0B-82FD-808952A1F5A9}"/>
                </a:ext>
              </a:extLst>
            </p:cNvPr>
            <p:cNvSpPr>
              <a:spLocks noChangeShapeType="1"/>
            </p:cNvSpPr>
            <p:nvPr/>
          </p:nvSpPr>
          <p:spPr bwMode="auto">
            <a:xfrm flipV="1">
              <a:off x="3462337" y="1604963"/>
              <a:ext cx="1588" cy="10826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19" name="Line 19">
              <a:extLst>
                <a:ext uri="{FF2B5EF4-FFF2-40B4-BE49-F238E27FC236}">
                  <a16:creationId xmlns:a16="http://schemas.microsoft.com/office/drawing/2014/main" id="{1DA41997-FA1A-4147-90A9-75A323D9286D}"/>
                </a:ext>
              </a:extLst>
            </p:cNvPr>
            <p:cNvSpPr>
              <a:spLocks noChangeShapeType="1"/>
            </p:cNvSpPr>
            <p:nvPr/>
          </p:nvSpPr>
          <p:spPr bwMode="auto">
            <a:xfrm>
              <a:off x="2384425" y="1036638"/>
              <a:ext cx="539750" cy="5683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20" name="Rectangle 21">
              <a:extLst>
                <a:ext uri="{FF2B5EF4-FFF2-40B4-BE49-F238E27FC236}">
                  <a16:creationId xmlns:a16="http://schemas.microsoft.com/office/drawing/2014/main" id="{46BD14B7-7C48-4D02-A5C8-D3C5A8CD6611}"/>
                </a:ext>
              </a:extLst>
            </p:cNvPr>
            <p:cNvSpPr>
              <a:spLocks noChangeArrowheads="1"/>
            </p:cNvSpPr>
            <p:nvPr/>
          </p:nvSpPr>
          <p:spPr bwMode="auto">
            <a:xfrm>
              <a:off x="2549525" y="881063"/>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5721" name="Rectangle 22">
              <a:extLst>
                <a:ext uri="{FF2B5EF4-FFF2-40B4-BE49-F238E27FC236}">
                  <a16:creationId xmlns:a16="http://schemas.microsoft.com/office/drawing/2014/main" id="{ACA6F89A-2B4D-4E99-B78A-1F29244F53AF}"/>
                </a:ext>
              </a:extLst>
            </p:cNvPr>
            <p:cNvSpPr>
              <a:spLocks noChangeArrowheads="1"/>
            </p:cNvSpPr>
            <p:nvPr/>
          </p:nvSpPr>
          <p:spPr bwMode="auto">
            <a:xfrm>
              <a:off x="2662237" y="1003300"/>
              <a:ext cx="120650" cy="258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5722" name="Rectangle 23">
              <a:extLst>
                <a:ext uri="{FF2B5EF4-FFF2-40B4-BE49-F238E27FC236}">
                  <a16:creationId xmlns:a16="http://schemas.microsoft.com/office/drawing/2014/main" id="{5BC858FD-9D09-4D86-B328-9914CA778F35}"/>
                </a:ext>
              </a:extLst>
            </p:cNvPr>
            <p:cNvSpPr>
              <a:spLocks noChangeArrowheads="1"/>
            </p:cNvSpPr>
            <p:nvPr/>
          </p:nvSpPr>
          <p:spPr bwMode="auto">
            <a:xfrm>
              <a:off x="2784475" y="881063"/>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5723" name="Rectangle 24">
              <a:extLst>
                <a:ext uri="{FF2B5EF4-FFF2-40B4-BE49-F238E27FC236}">
                  <a16:creationId xmlns:a16="http://schemas.microsoft.com/office/drawing/2014/main" id="{0333F8A9-8CEF-4E44-A03A-B53DC64138C4}"/>
                </a:ext>
              </a:extLst>
            </p:cNvPr>
            <p:cNvSpPr>
              <a:spLocks noChangeArrowheads="1"/>
            </p:cNvSpPr>
            <p:nvPr/>
          </p:nvSpPr>
          <p:spPr bwMode="auto">
            <a:xfrm>
              <a:off x="2897187" y="1003300"/>
              <a:ext cx="10900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5724" name="Rectangle 25">
              <a:extLst>
                <a:ext uri="{FF2B5EF4-FFF2-40B4-BE49-F238E27FC236}">
                  <a16:creationId xmlns:a16="http://schemas.microsoft.com/office/drawing/2014/main" id="{A9E2B203-1846-473D-A0B4-C1A078E0FC5B}"/>
                </a:ext>
              </a:extLst>
            </p:cNvPr>
            <p:cNvSpPr>
              <a:spLocks noChangeArrowheads="1"/>
            </p:cNvSpPr>
            <p:nvPr/>
          </p:nvSpPr>
          <p:spPr bwMode="auto">
            <a:xfrm>
              <a:off x="2286000" y="1143000"/>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5725" name="Rectangle 26">
              <a:extLst>
                <a:ext uri="{FF2B5EF4-FFF2-40B4-BE49-F238E27FC236}">
                  <a16:creationId xmlns:a16="http://schemas.microsoft.com/office/drawing/2014/main" id="{A1DAA878-D3F1-434E-8BC5-E6E95440900A}"/>
                </a:ext>
              </a:extLst>
            </p:cNvPr>
            <p:cNvSpPr>
              <a:spLocks noChangeArrowheads="1"/>
            </p:cNvSpPr>
            <p:nvPr/>
          </p:nvSpPr>
          <p:spPr bwMode="auto">
            <a:xfrm>
              <a:off x="2400300" y="1265238"/>
              <a:ext cx="10900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5726" name="Rectangle 27">
              <a:extLst>
                <a:ext uri="{FF2B5EF4-FFF2-40B4-BE49-F238E27FC236}">
                  <a16:creationId xmlns:a16="http://schemas.microsoft.com/office/drawing/2014/main" id="{8E076B28-6CD8-460B-AB0D-4F7571C3D1A0}"/>
                </a:ext>
              </a:extLst>
            </p:cNvPr>
            <p:cNvSpPr>
              <a:spLocks noChangeArrowheads="1"/>
            </p:cNvSpPr>
            <p:nvPr/>
          </p:nvSpPr>
          <p:spPr bwMode="auto">
            <a:xfrm>
              <a:off x="3132137" y="1752600"/>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5727" name="Rectangle 28">
              <a:extLst>
                <a:ext uri="{FF2B5EF4-FFF2-40B4-BE49-F238E27FC236}">
                  <a16:creationId xmlns:a16="http://schemas.microsoft.com/office/drawing/2014/main" id="{19644B12-E3BA-4B50-B876-8C38970DF1F2}"/>
                </a:ext>
              </a:extLst>
            </p:cNvPr>
            <p:cNvSpPr>
              <a:spLocks noChangeArrowheads="1"/>
            </p:cNvSpPr>
            <p:nvPr/>
          </p:nvSpPr>
          <p:spPr bwMode="auto">
            <a:xfrm>
              <a:off x="3678237" y="1752600"/>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5728" name="Rectangle 29">
              <a:extLst>
                <a:ext uri="{FF2B5EF4-FFF2-40B4-BE49-F238E27FC236}">
                  <a16:creationId xmlns:a16="http://schemas.microsoft.com/office/drawing/2014/main" id="{2166DD6B-B727-40BF-B40B-6D94E82872BE}"/>
                </a:ext>
              </a:extLst>
            </p:cNvPr>
            <p:cNvSpPr>
              <a:spLocks noChangeArrowheads="1"/>
            </p:cNvSpPr>
            <p:nvPr/>
          </p:nvSpPr>
          <p:spPr bwMode="auto">
            <a:xfrm>
              <a:off x="3132137" y="2300288"/>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5729" name="Rectangle 30">
              <a:extLst>
                <a:ext uri="{FF2B5EF4-FFF2-40B4-BE49-F238E27FC236}">
                  <a16:creationId xmlns:a16="http://schemas.microsoft.com/office/drawing/2014/main" id="{BAE930FD-1246-4DA7-9ABA-90E3EED522D8}"/>
                </a:ext>
              </a:extLst>
            </p:cNvPr>
            <p:cNvSpPr>
              <a:spLocks noChangeArrowheads="1"/>
            </p:cNvSpPr>
            <p:nvPr/>
          </p:nvSpPr>
          <p:spPr bwMode="auto">
            <a:xfrm>
              <a:off x="4002087" y="1604963"/>
              <a:ext cx="1104900" cy="108267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5730" name="Line 31">
              <a:extLst>
                <a:ext uri="{FF2B5EF4-FFF2-40B4-BE49-F238E27FC236}">
                  <a16:creationId xmlns:a16="http://schemas.microsoft.com/office/drawing/2014/main" id="{BB9D4C3D-BE20-4005-AD19-D42CC522B237}"/>
                </a:ext>
              </a:extLst>
            </p:cNvPr>
            <p:cNvSpPr>
              <a:spLocks noChangeShapeType="1"/>
            </p:cNvSpPr>
            <p:nvPr/>
          </p:nvSpPr>
          <p:spPr bwMode="auto">
            <a:xfrm flipH="1">
              <a:off x="4002087" y="2146300"/>
              <a:ext cx="1104900"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31" name="Line 32">
              <a:extLst>
                <a:ext uri="{FF2B5EF4-FFF2-40B4-BE49-F238E27FC236}">
                  <a16:creationId xmlns:a16="http://schemas.microsoft.com/office/drawing/2014/main" id="{2918E9A0-6DB7-42A2-9135-4DBFB1AF2F11}"/>
                </a:ext>
              </a:extLst>
            </p:cNvPr>
            <p:cNvSpPr>
              <a:spLocks noChangeShapeType="1"/>
            </p:cNvSpPr>
            <p:nvPr/>
          </p:nvSpPr>
          <p:spPr bwMode="auto">
            <a:xfrm flipV="1">
              <a:off x="4567237" y="1604963"/>
              <a:ext cx="1588" cy="10826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732" name="Rectangle 33">
              <a:extLst>
                <a:ext uri="{FF2B5EF4-FFF2-40B4-BE49-F238E27FC236}">
                  <a16:creationId xmlns:a16="http://schemas.microsoft.com/office/drawing/2014/main" id="{11C08D31-EA9E-4578-953B-82DAF19CFA4A}"/>
                </a:ext>
              </a:extLst>
            </p:cNvPr>
            <p:cNvSpPr>
              <a:spLocks noChangeArrowheads="1"/>
            </p:cNvSpPr>
            <p:nvPr/>
          </p:nvSpPr>
          <p:spPr bwMode="auto">
            <a:xfrm>
              <a:off x="3678237" y="2300288"/>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5733" name="Rectangle 34">
              <a:extLst>
                <a:ext uri="{FF2B5EF4-FFF2-40B4-BE49-F238E27FC236}">
                  <a16:creationId xmlns:a16="http://schemas.microsoft.com/office/drawing/2014/main" id="{D0EDE004-ADF2-4271-AB23-FA797806D872}"/>
                </a:ext>
              </a:extLst>
            </p:cNvPr>
            <p:cNvSpPr>
              <a:spLocks noChangeArrowheads="1"/>
            </p:cNvSpPr>
            <p:nvPr/>
          </p:nvSpPr>
          <p:spPr bwMode="auto">
            <a:xfrm>
              <a:off x="4225925" y="1752600"/>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5734" name="Rectangle 35">
              <a:extLst>
                <a:ext uri="{FF2B5EF4-FFF2-40B4-BE49-F238E27FC236}">
                  <a16:creationId xmlns:a16="http://schemas.microsoft.com/office/drawing/2014/main" id="{B6BA15C8-4B7E-4310-8310-D8680100172C}"/>
                </a:ext>
              </a:extLst>
            </p:cNvPr>
            <p:cNvSpPr>
              <a:spLocks noChangeArrowheads="1"/>
            </p:cNvSpPr>
            <p:nvPr/>
          </p:nvSpPr>
          <p:spPr bwMode="auto">
            <a:xfrm>
              <a:off x="4770437" y="1752600"/>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5735" name="Rectangle 36">
              <a:extLst>
                <a:ext uri="{FF2B5EF4-FFF2-40B4-BE49-F238E27FC236}">
                  <a16:creationId xmlns:a16="http://schemas.microsoft.com/office/drawing/2014/main" id="{9E0445D1-1F86-489C-B9EA-A92650CEDD6F}"/>
                </a:ext>
              </a:extLst>
            </p:cNvPr>
            <p:cNvSpPr>
              <a:spLocks noChangeArrowheads="1"/>
            </p:cNvSpPr>
            <p:nvPr/>
          </p:nvSpPr>
          <p:spPr bwMode="auto">
            <a:xfrm>
              <a:off x="4225925" y="2300288"/>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5736" name="Rectangle 41">
              <a:extLst>
                <a:ext uri="{FF2B5EF4-FFF2-40B4-BE49-F238E27FC236}">
                  <a16:creationId xmlns:a16="http://schemas.microsoft.com/office/drawing/2014/main" id="{E0F377B7-CF8D-4176-AA2E-8731A791A89F}"/>
                </a:ext>
              </a:extLst>
            </p:cNvPr>
            <p:cNvSpPr>
              <a:spLocks noChangeArrowheads="1"/>
            </p:cNvSpPr>
            <p:nvPr/>
          </p:nvSpPr>
          <p:spPr bwMode="auto">
            <a:xfrm>
              <a:off x="4770437" y="2300288"/>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5737" name="Rectangle 79">
              <a:extLst>
                <a:ext uri="{FF2B5EF4-FFF2-40B4-BE49-F238E27FC236}">
                  <a16:creationId xmlns:a16="http://schemas.microsoft.com/office/drawing/2014/main" id="{85A3E74E-3DF9-44AF-9463-CEBE76D0DAF4}"/>
                </a:ext>
              </a:extLst>
            </p:cNvPr>
            <p:cNvSpPr>
              <a:spLocks noChangeArrowheads="1"/>
            </p:cNvSpPr>
            <p:nvPr/>
          </p:nvSpPr>
          <p:spPr bwMode="auto">
            <a:xfrm>
              <a:off x="30749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5738" name="Rectangle 80">
              <a:extLst>
                <a:ext uri="{FF2B5EF4-FFF2-40B4-BE49-F238E27FC236}">
                  <a16:creationId xmlns:a16="http://schemas.microsoft.com/office/drawing/2014/main" id="{3F7FDCCF-7C1C-4012-A4ED-495B02CC5E67}"/>
                </a:ext>
              </a:extLst>
            </p:cNvPr>
            <p:cNvSpPr>
              <a:spLocks noChangeArrowheads="1"/>
            </p:cNvSpPr>
            <p:nvPr/>
          </p:nvSpPr>
          <p:spPr bwMode="auto">
            <a:xfrm>
              <a:off x="36210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5739" name="Rectangle 81">
              <a:extLst>
                <a:ext uri="{FF2B5EF4-FFF2-40B4-BE49-F238E27FC236}">
                  <a16:creationId xmlns:a16="http://schemas.microsoft.com/office/drawing/2014/main" id="{91DD8675-546B-48D5-ACF0-11462BC5C871}"/>
                </a:ext>
              </a:extLst>
            </p:cNvPr>
            <p:cNvSpPr>
              <a:spLocks noChangeArrowheads="1"/>
            </p:cNvSpPr>
            <p:nvPr/>
          </p:nvSpPr>
          <p:spPr bwMode="auto">
            <a:xfrm>
              <a:off x="41671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5740" name="Rectangle 82">
              <a:extLst>
                <a:ext uri="{FF2B5EF4-FFF2-40B4-BE49-F238E27FC236}">
                  <a16:creationId xmlns:a16="http://schemas.microsoft.com/office/drawing/2014/main" id="{7CCF3F2B-7625-4306-9CC6-A47107916950}"/>
                </a:ext>
              </a:extLst>
            </p:cNvPr>
            <p:cNvSpPr>
              <a:spLocks noChangeArrowheads="1"/>
            </p:cNvSpPr>
            <p:nvPr/>
          </p:nvSpPr>
          <p:spPr bwMode="auto">
            <a:xfrm>
              <a:off x="47132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5741" name="Rectangle 83">
              <a:extLst>
                <a:ext uri="{FF2B5EF4-FFF2-40B4-BE49-F238E27FC236}">
                  <a16:creationId xmlns:a16="http://schemas.microsoft.com/office/drawing/2014/main" id="{5EB2833A-BE53-4581-ADEC-FC5B8C98E984}"/>
                </a:ext>
              </a:extLst>
            </p:cNvPr>
            <p:cNvSpPr>
              <a:spLocks noChangeArrowheads="1"/>
            </p:cNvSpPr>
            <p:nvPr/>
          </p:nvSpPr>
          <p:spPr bwMode="auto">
            <a:xfrm>
              <a:off x="2657475" y="1752600"/>
              <a:ext cx="134937"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5742" name="Rectangle 85">
              <a:extLst>
                <a:ext uri="{FF2B5EF4-FFF2-40B4-BE49-F238E27FC236}">
                  <a16:creationId xmlns:a16="http://schemas.microsoft.com/office/drawing/2014/main" id="{D05EE77D-D28A-4A9F-B983-BE66D85DD233}"/>
                </a:ext>
              </a:extLst>
            </p:cNvPr>
            <p:cNvSpPr>
              <a:spLocks noChangeArrowheads="1"/>
            </p:cNvSpPr>
            <p:nvPr/>
          </p:nvSpPr>
          <p:spPr bwMode="auto">
            <a:xfrm>
              <a:off x="2644775" y="2300288"/>
              <a:ext cx="134937"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gr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6737" name="Group 1">
            <a:extLst>
              <a:ext uri="{FF2B5EF4-FFF2-40B4-BE49-F238E27FC236}">
                <a16:creationId xmlns:a16="http://schemas.microsoft.com/office/drawing/2014/main" id="{B7EBDF9C-2A52-49AE-B9CF-3DE88A568395}"/>
              </a:ext>
            </a:extLst>
          </p:cNvPr>
          <p:cNvGrpSpPr>
            <a:grpSpLocks/>
          </p:cNvGrpSpPr>
          <p:nvPr/>
        </p:nvGrpSpPr>
        <p:grpSpPr bwMode="auto">
          <a:xfrm>
            <a:off x="879475" y="1666875"/>
            <a:ext cx="3235325" cy="3819525"/>
            <a:chOff x="3013075" y="1666875"/>
            <a:chExt cx="3235325" cy="3819525"/>
          </a:xfrm>
        </p:grpSpPr>
        <p:sp>
          <p:nvSpPr>
            <p:cNvPr id="116768" name="Rectangle 4">
              <a:extLst>
                <a:ext uri="{FF2B5EF4-FFF2-40B4-BE49-F238E27FC236}">
                  <a16:creationId xmlns:a16="http://schemas.microsoft.com/office/drawing/2014/main" id="{871D10F0-B331-4BC1-8421-3FE810ACF2CD}"/>
                </a:ext>
              </a:extLst>
            </p:cNvPr>
            <p:cNvSpPr>
              <a:spLocks noChangeArrowheads="1"/>
            </p:cNvSpPr>
            <p:nvPr/>
          </p:nvSpPr>
          <p:spPr bwMode="auto">
            <a:xfrm>
              <a:off x="3038475" y="1666875"/>
              <a:ext cx="3203575"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69" name="Rectangle 5">
              <a:extLst>
                <a:ext uri="{FF2B5EF4-FFF2-40B4-BE49-F238E27FC236}">
                  <a16:creationId xmlns:a16="http://schemas.microsoft.com/office/drawing/2014/main" id="{3DB3B808-7F90-4CC2-B8CD-BD8431AEE2D2}"/>
                </a:ext>
              </a:extLst>
            </p:cNvPr>
            <p:cNvSpPr>
              <a:spLocks noChangeArrowheads="1"/>
            </p:cNvSpPr>
            <p:nvPr/>
          </p:nvSpPr>
          <p:spPr bwMode="auto">
            <a:xfrm>
              <a:off x="3013075" y="1677988"/>
              <a:ext cx="11113"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70" name="Rectangle 6">
              <a:extLst>
                <a:ext uri="{FF2B5EF4-FFF2-40B4-BE49-F238E27FC236}">
                  <a16:creationId xmlns:a16="http://schemas.microsoft.com/office/drawing/2014/main" id="{00499862-AC57-4CF8-AAB3-61605A0D0F92}"/>
                </a:ext>
              </a:extLst>
            </p:cNvPr>
            <p:cNvSpPr>
              <a:spLocks noChangeArrowheads="1"/>
            </p:cNvSpPr>
            <p:nvPr/>
          </p:nvSpPr>
          <p:spPr bwMode="auto">
            <a:xfrm>
              <a:off x="4129088"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71" name="Rectangle 7">
              <a:extLst>
                <a:ext uri="{FF2B5EF4-FFF2-40B4-BE49-F238E27FC236}">
                  <a16:creationId xmlns:a16="http://schemas.microsoft.com/office/drawing/2014/main" id="{5ACEB4AD-0950-47A4-84F7-888FA850FA98}"/>
                </a:ext>
              </a:extLst>
            </p:cNvPr>
            <p:cNvSpPr>
              <a:spLocks noChangeArrowheads="1"/>
            </p:cNvSpPr>
            <p:nvPr/>
          </p:nvSpPr>
          <p:spPr bwMode="auto">
            <a:xfrm>
              <a:off x="3246438" y="1792288"/>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72" name="Rectangle 8">
              <a:extLst>
                <a:ext uri="{FF2B5EF4-FFF2-40B4-BE49-F238E27FC236}">
                  <a16:creationId xmlns:a16="http://schemas.microsoft.com/office/drawing/2014/main" id="{7416F475-20A0-4D26-BFD9-3730E88F037D}"/>
                </a:ext>
              </a:extLst>
            </p:cNvPr>
            <p:cNvSpPr>
              <a:spLocks noChangeArrowheads="1"/>
            </p:cNvSpPr>
            <p:nvPr/>
          </p:nvSpPr>
          <p:spPr bwMode="auto">
            <a:xfrm>
              <a:off x="5219700"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73" name="Rectangle 9">
              <a:extLst>
                <a:ext uri="{FF2B5EF4-FFF2-40B4-BE49-F238E27FC236}">
                  <a16:creationId xmlns:a16="http://schemas.microsoft.com/office/drawing/2014/main" id="{2C218661-3009-446C-A381-4FD48D87FDB3}"/>
                </a:ext>
              </a:extLst>
            </p:cNvPr>
            <p:cNvSpPr>
              <a:spLocks noChangeArrowheads="1"/>
            </p:cNvSpPr>
            <p:nvPr/>
          </p:nvSpPr>
          <p:spPr bwMode="auto">
            <a:xfrm>
              <a:off x="4440238" y="1792288"/>
              <a:ext cx="4937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74" name="Rectangle 10">
              <a:extLst>
                <a:ext uri="{FF2B5EF4-FFF2-40B4-BE49-F238E27FC236}">
                  <a16:creationId xmlns:a16="http://schemas.microsoft.com/office/drawing/2014/main" id="{6E422AE3-5833-4BF1-BF15-8994066DB3CA}"/>
                </a:ext>
              </a:extLst>
            </p:cNvPr>
            <p:cNvSpPr>
              <a:spLocks noChangeArrowheads="1"/>
            </p:cNvSpPr>
            <p:nvPr/>
          </p:nvSpPr>
          <p:spPr bwMode="auto">
            <a:xfrm>
              <a:off x="6235700"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75" name="Rectangle 11">
              <a:extLst>
                <a:ext uri="{FF2B5EF4-FFF2-40B4-BE49-F238E27FC236}">
                  <a16:creationId xmlns:a16="http://schemas.microsoft.com/office/drawing/2014/main" id="{BC70BFCE-5084-4772-B3D6-D8ECF521CCA5}"/>
                </a:ext>
              </a:extLst>
            </p:cNvPr>
            <p:cNvSpPr>
              <a:spLocks noChangeArrowheads="1"/>
            </p:cNvSpPr>
            <p:nvPr/>
          </p:nvSpPr>
          <p:spPr bwMode="auto">
            <a:xfrm>
              <a:off x="3013075" y="2139950"/>
              <a:ext cx="11113"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76" name="Rectangle 12">
              <a:extLst>
                <a:ext uri="{FF2B5EF4-FFF2-40B4-BE49-F238E27FC236}">
                  <a16:creationId xmlns:a16="http://schemas.microsoft.com/office/drawing/2014/main" id="{E4BDD9F9-79DE-485B-BA27-0127B97323A5}"/>
                </a:ext>
              </a:extLst>
            </p:cNvPr>
            <p:cNvSpPr>
              <a:spLocks noChangeArrowheads="1"/>
            </p:cNvSpPr>
            <p:nvPr/>
          </p:nvSpPr>
          <p:spPr bwMode="auto">
            <a:xfrm>
              <a:off x="5375275" y="1792288"/>
              <a:ext cx="704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Output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77" name="Rectangle 13">
              <a:extLst>
                <a:ext uri="{FF2B5EF4-FFF2-40B4-BE49-F238E27FC236}">
                  <a16:creationId xmlns:a16="http://schemas.microsoft.com/office/drawing/2014/main" id="{3EE1F4D9-EA35-4D7D-97DD-807F4F371626}"/>
                </a:ext>
              </a:extLst>
            </p:cNvPr>
            <p:cNvSpPr>
              <a:spLocks noChangeArrowheads="1"/>
            </p:cNvSpPr>
            <p:nvPr/>
          </p:nvSpPr>
          <p:spPr bwMode="auto">
            <a:xfrm>
              <a:off x="4129088"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78" name="Rectangle 14">
              <a:extLst>
                <a:ext uri="{FF2B5EF4-FFF2-40B4-BE49-F238E27FC236}">
                  <a16:creationId xmlns:a16="http://schemas.microsoft.com/office/drawing/2014/main" id="{BAF7443A-3013-4B27-B7FA-F5816A36E303}"/>
                </a:ext>
              </a:extLst>
            </p:cNvPr>
            <p:cNvSpPr>
              <a:spLocks noChangeArrowheads="1"/>
            </p:cNvSpPr>
            <p:nvPr/>
          </p:nvSpPr>
          <p:spPr bwMode="auto">
            <a:xfrm>
              <a:off x="3387725" y="2141538"/>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79" name="Rectangle 15">
              <a:extLst>
                <a:ext uri="{FF2B5EF4-FFF2-40B4-BE49-F238E27FC236}">
                  <a16:creationId xmlns:a16="http://schemas.microsoft.com/office/drawing/2014/main" id="{6A053606-3637-4571-9A4D-9451DA15B83C}"/>
                </a:ext>
              </a:extLst>
            </p:cNvPr>
            <p:cNvSpPr>
              <a:spLocks noChangeArrowheads="1"/>
            </p:cNvSpPr>
            <p:nvPr/>
          </p:nvSpPr>
          <p:spPr bwMode="auto">
            <a:xfrm>
              <a:off x="5219700"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80" name="Rectangle 16">
              <a:extLst>
                <a:ext uri="{FF2B5EF4-FFF2-40B4-BE49-F238E27FC236}">
                  <a16:creationId xmlns:a16="http://schemas.microsoft.com/office/drawing/2014/main" id="{8CDFBC15-5728-4CA5-B118-DD7BD906B9D8}"/>
                </a:ext>
              </a:extLst>
            </p:cNvPr>
            <p:cNvSpPr>
              <a:spLocks noChangeArrowheads="1"/>
            </p:cNvSpPr>
            <p:nvPr/>
          </p:nvSpPr>
          <p:spPr bwMode="auto">
            <a:xfrm>
              <a:off x="6235700"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81" name="Rectangle 17">
              <a:extLst>
                <a:ext uri="{FF2B5EF4-FFF2-40B4-BE49-F238E27FC236}">
                  <a16:creationId xmlns:a16="http://schemas.microsoft.com/office/drawing/2014/main" id="{C85DFD3C-E4B5-4EEC-B22A-04E5B6065B8F}"/>
                </a:ext>
              </a:extLst>
            </p:cNvPr>
            <p:cNvSpPr>
              <a:spLocks noChangeArrowheads="1"/>
            </p:cNvSpPr>
            <p:nvPr/>
          </p:nvSpPr>
          <p:spPr bwMode="auto">
            <a:xfrm>
              <a:off x="3013075" y="2495550"/>
              <a:ext cx="11113"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82" name="Rectangle 18">
              <a:extLst>
                <a:ext uri="{FF2B5EF4-FFF2-40B4-BE49-F238E27FC236}">
                  <a16:creationId xmlns:a16="http://schemas.microsoft.com/office/drawing/2014/main" id="{152301E5-E2EF-4047-9268-E10B53F7DACC}"/>
                </a:ext>
              </a:extLst>
            </p:cNvPr>
            <p:cNvSpPr>
              <a:spLocks noChangeArrowheads="1"/>
            </p:cNvSpPr>
            <p:nvPr/>
          </p:nvSpPr>
          <p:spPr bwMode="auto">
            <a:xfrm>
              <a:off x="4452938" y="2141538"/>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83" name="Rectangle 19">
              <a:extLst>
                <a:ext uri="{FF2B5EF4-FFF2-40B4-BE49-F238E27FC236}">
                  <a16:creationId xmlns:a16="http://schemas.microsoft.com/office/drawing/2014/main" id="{D335E470-FBA7-4D2B-BCD6-337BEC298CC1}"/>
                </a:ext>
              </a:extLst>
            </p:cNvPr>
            <p:cNvSpPr>
              <a:spLocks noChangeArrowheads="1"/>
            </p:cNvSpPr>
            <p:nvPr/>
          </p:nvSpPr>
          <p:spPr bwMode="auto">
            <a:xfrm>
              <a:off x="3262313" y="2490788"/>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84" name="Rectangle 20">
              <a:extLst>
                <a:ext uri="{FF2B5EF4-FFF2-40B4-BE49-F238E27FC236}">
                  <a16:creationId xmlns:a16="http://schemas.microsoft.com/office/drawing/2014/main" id="{25BB1150-221D-408E-A1E9-CB9ECDCD19F0}"/>
                </a:ext>
              </a:extLst>
            </p:cNvPr>
            <p:cNvSpPr>
              <a:spLocks noChangeArrowheads="1"/>
            </p:cNvSpPr>
            <p:nvPr/>
          </p:nvSpPr>
          <p:spPr bwMode="auto">
            <a:xfrm>
              <a:off x="3387725"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85" name="Rectangle 21">
              <a:extLst>
                <a:ext uri="{FF2B5EF4-FFF2-40B4-BE49-F238E27FC236}">
                  <a16:creationId xmlns:a16="http://schemas.microsoft.com/office/drawing/2014/main" id="{3B55A3A4-EEEF-4A36-9DA4-945FA3E90913}"/>
                </a:ext>
              </a:extLst>
            </p:cNvPr>
            <p:cNvSpPr>
              <a:spLocks noChangeArrowheads="1"/>
            </p:cNvSpPr>
            <p:nvPr/>
          </p:nvSpPr>
          <p:spPr bwMode="auto">
            <a:xfrm>
              <a:off x="3498850" y="2490788"/>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86" name="Rectangle 22">
              <a:extLst>
                <a:ext uri="{FF2B5EF4-FFF2-40B4-BE49-F238E27FC236}">
                  <a16:creationId xmlns:a16="http://schemas.microsoft.com/office/drawing/2014/main" id="{3FFC04DE-DF24-4134-8078-907F92A9B9E4}"/>
                </a:ext>
              </a:extLst>
            </p:cNvPr>
            <p:cNvSpPr>
              <a:spLocks noChangeArrowheads="1"/>
            </p:cNvSpPr>
            <p:nvPr/>
          </p:nvSpPr>
          <p:spPr bwMode="auto">
            <a:xfrm>
              <a:off x="36242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87" name="Rectangle 23">
              <a:extLst>
                <a:ext uri="{FF2B5EF4-FFF2-40B4-BE49-F238E27FC236}">
                  <a16:creationId xmlns:a16="http://schemas.microsoft.com/office/drawing/2014/main" id="{E732EA7C-2E31-4026-A56E-3C1CEA6C754A}"/>
                </a:ext>
              </a:extLst>
            </p:cNvPr>
            <p:cNvSpPr>
              <a:spLocks noChangeArrowheads="1"/>
            </p:cNvSpPr>
            <p:nvPr/>
          </p:nvSpPr>
          <p:spPr bwMode="auto">
            <a:xfrm>
              <a:off x="3738563" y="2490788"/>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88" name="Rectangle 24">
              <a:extLst>
                <a:ext uri="{FF2B5EF4-FFF2-40B4-BE49-F238E27FC236}">
                  <a16:creationId xmlns:a16="http://schemas.microsoft.com/office/drawing/2014/main" id="{64B14812-DE02-4683-B8BC-326EBC7E53F2}"/>
                </a:ext>
              </a:extLst>
            </p:cNvPr>
            <p:cNvSpPr>
              <a:spLocks noChangeArrowheads="1"/>
            </p:cNvSpPr>
            <p:nvPr/>
          </p:nvSpPr>
          <p:spPr bwMode="auto">
            <a:xfrm>
              <a:off x="4129088"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89" name="Rectangle 25">
              <a:extLst>
                <a:ext uri="{FF2B5EF4-FFF2-40B4-BE49-F238E27FC236}">
                  <a16:creationId xmlns:a16="http://schemas.microsoft.com/office/drawing/2014/main" id="{2C967509-B2E6-45DB-A800-246E3A937F58}"/>
                </a:ext>
              </a:extLst>
            </p:cNvPr>
            <p:cNvSpPr>
              <a:spLocks noChangeArrowheads="1"/>
            </p:cNvSpPr>
            <p:nvPr/>
          </p:nvSpPr>
          <p:spPr bwMode="auto">
            <a:xfrm>
              <a:off x="386238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90" name="Rectangle 26">
              <a:extLst>
                <a:ext uri="{FF2B5EF4-FFF2-40B4-BE49-F238E27FC236}">
                  <a16:creationId xmlns:a16="http://schemas.microsoft.com/office/drawing/2014/main" id="{D41E8FF2-AF3E-41FA-AA2E-E02C022B970F}"/>
                </a:ext>
              </a:extLst>
            </p:cNvPr>
            <p:cNvSpPr>
              <a:spLocks noChangeArrowheads="1"/>
            </p:cNvSpPr>
            <p:nvPr/>
          </p:nvSpPr>
          <p:spPr bwMode="auto">
            <a:xfrm>
              <a:off x="4295775" y="2490788"/>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91" name="Rectangle 27">
              <a:extLst>
                <a:ext uri="{FF2B5EF4-FFF2-40B4-BE49-F238E27FC236}">
                  <a16:creationId xmlns:a16="http://schemas.microsoft.com/office/drawing/2014/main" id="{5594CD4A-0A92-4204-B2E4-0996BBBEE9AC}"/>
                </a:ext>
              </a:extLst>
            </p:cNvPr>
            <p:cNvSpPr>
              <a:spLocks noChangeArrowheads="1"/>
            </p:cNvSpPr>
            <p:nvPr/>
          </p:nvSpPr>
          <p:spPr bwMode="auto">
            <a:xfrm>
              <a:off x="44402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92" name="Rectangle 28">
              <a:extLst>
                <a:ext uri="{FF2B5EF4-FFF2-40B4-BE49-F238E27FC236}">
                  <a16:creationId xmlns:a16="http://schemas.microsoft.com/office/drawing/2014/main" id="{E19FEDF7-4556-47A9-91F8-785E6CB66185}"/>
                </a:ext>
              </a:extLst>
            </p:cNvPr>
            <p:cNvSpPr>
              <a:spLocks noChangeArrowheads="1"/>
            </p:cNvSpPr>
            <p:nvPr/>
          </p:nvSpPr>
          <p:spPr bwMode="auto">
            <a:xfrm>
              <a:off x="4556125" y="2490788"/>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93" name="Rectangle 29">
              <a:extLst>
                <a:ext uri="{FF2B5EF4-FFF2-40B4-BE49-F238E27FC236}">
                  <a16:creationId xmlns:a16="http://schemas.microsoft.com/office/drawing/2014/main" id="{D6906989-6F75-447C-AAC2-0582F020A430}"/>
                </a:ext>
              </a:extLst>
            </p:cNvPr>
            <p:cNvSpPr>
              <a:spLocks noChangeArrowheads="1"/>
            </p:cNvSpPr>
            <p:nvPr/>
          </p:nvSpPr>
          <p:spPr bwMode="auto">
            <a:xfrm>
              <a:off x="4702175"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94" name="Rectangle 30">
              <a:extLst>
                <a:ext uri="{FF2B5EF4-FFF2-40B4-BE49-F238E27FC236}">
                  <a16:creationId xmlns:a16="http://schemas.microsoft.com/office/drawing/2014/main" id="{CBECC679-8B39-4406-8D75-A8C2A8AED76A}"/>
                </a:ext>
              </a:extLst>
            </p:cNvPr>
            <p:cNvSpPr>
              <a:spLocks noChangeArrowheads="1"/>
            </p:cNvSpPr>
            <p:nvPr/>
          </p:nvSpPr>
          <p:spPr bwMode="auto">
            <a:xfrm>
              <a:off x="4814888" y="2490788"/>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95" name="Rectangle 31">
              <a:extLst>
                <a:ext uri="{FF2B5EF4-FFF2-40B4-BE49-F238E27FC236}">
                  <a16:creationId xmlns:a16="http://schemas.microsoft.com/office/drawing/2014/main" id="{A85EE759-A89C-41CF-88FE-DE792E8E56C4}"/>
                </a:ext>
              </a:extLst>
            </p:cNvPr>
            <p:cNvSpPr>
              <a:spLocks noChangeArrowheads="1"/>
            </p:cNvSpPr>
            <p:nvPr/>
          </p:nvSpPr>
          <p:spPr bwMode="auto">
            <a:xfrm>
              <a:off x="5219700"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96" name="Rectangle 32">
              <a:extLst>
                <a:ext uri="{FF2B5EF4-FFF2-40B4-BE49-F238E27FC236}">
                  <a16:creationId xmlns:a16="http://schemas.microsoft.com/office/drawing/2014/main" id="{8374E5C0-0D6A-44A3-BE37-1C9B3B74D5F7}"/>
                </a:ext>
              </a:extLst>
            </p:cNvPr>
            <p:cNvSpPr>
              <a:spLocks noChangeArrowheads="1"/>
            </p:cNvSpPr>
            <p:nvPr/>
          </p:nvSpPr>
          <p:spPr bwMode="auto">
            <a:xfrm>
              <a:off x="49609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97" name="Rectangle 33">
              <a:extLst>
                <a:ext uri="{FF2B5EF4-FFF2-40B4-BE49-F238E27FC236}">
                  <a16:creationId xmlns:a16="http://schemas.microsoft.com/office/drawing/2014/main" id="{991FFC33-4757-45D0-9DCA-43E9930BE6BA}"/>
                </a:ext>
              </a:extLst>
            </p:cNvPr>
            <p:cNvSpPr>
              <a:spLocks noChangeArrowheads="1"/>
            </p:cNvSpPr>
            <p:nvPr/>
          </p:nvSpPr>
          <p:spPr bwMode="auto">
            <a:xfrm>
              <a:off x="5384800"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98" name="Rectangle 34">
              <a:extLst>
                <a:ext uri="{FF2B5EF4-FFF2-40B4-BE49-F238E27FC236}">
                  <a16:creationId xmlns:a16="http://schemas.microsoft.com/office/drawing/2014/main" id="{8B7158B0-A8A0-4633-B489-9FECBBBF1E9B}"/>
                </a:ext>
              </a:extLst>
            </p:cNvPr>
            <p:cNvSpPr>
              <a:spLocks noChangeArrowheads="1"/>
            </p:cNvSpPr>
            <p:nvPr/>
          </p:nvSpPr>
          <p:spPr bwMode="auto">
            <a:xfrm>
              <a:off x="55038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99" name="Rectangle 35">
              <a:extLst>
                <a:ext uri="{FF2B5EF4-FFF2-40B4-BE49-F238E27FC236}">
                  <a16:creationId xmlns:a16="http://schemas.microsoft.com/office/drawing/2014/main" id="{76C8CF0F-6915-494A-A573-44E9064F01E8}"/>
                </a:ext>
              </a:extLst>
            </p:cNvPr>
            <p:cNvSpPr>
              <a:spLocks noChangeArrowheads="1"/>
            </p:cNvSpPr>
            <p:nvPr/>
          </p:nvSpPr>
          <p:spPr bwMode="auto">
            <a:xfrm>
              <a:off x="5613400"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00" name="Rectangle 36">
              <a:extLst>
                <a:ext uri="{FF2B5EF4-FFF2-40B4-BE49-F238E27FC236}">
                  <a16:creationId xmlns:a16="http://schemas.microsoft.com/office/drawing/2014/main" id="{A7E90DF2-B343-4AA9-9FC5-E915D74B5A4B}"/>
                </a:ext>
              </a:extLst>
            </p:cNvPr>
            <p:cNvSpPr>
              <a:spLocks noChangeArrowheads="1"/>
            </p:cNvSpPr>
            <p:nvPr/>
          </p:nvSpPr>
          <p:spPr bwMode="auto">
            <a:xfrm>
              <a:off x="57324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01" name="Rectangle 37">
              <a:extLst>
                <a:ext uri="{FF2B5EF4-FFF2-40B4-BE49-F238E27FC236}">
                  <a16:creationId xmlns:a16="http://schemas.microsoft.com/office/drawing/2014/main" id="{5E9E4E70-6EF5-45F4-82CF-E159A44176FC}"/>
                </a:ext>
              </a:extLst>
            </p:cNvPr>
            <p:cNvSpPr>
              <a:spLocks noChangeArrowheads="1"/>
            </p:cNvSpPr>
            <p:nvPr/>
          </p:nvSpPr>
          <p:spPr bwMode="auto">
            <a:xfrm>
              <a:off x="5845175"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02" name="Rectangle 38">
              <a:extLst>
                <a:ext uri="{FF2B5EF4-FFF2-40B4-BE49-F238E27FC236}">
                  <a16:creationId xmlns:a16="http://schemas.microsoft.com/office/drawing/2014/main" id="{2F7A3EF0-608F-49B1-B8B8-43760555B69F}"/>
                </a:ext>
              </a:extLst>
            </p:cNvPr>
            <p:cNvSpPr>
              <a:spLocks noChangeArrowheads="1"/>
            </p:cNvSpPr>
            <p:nvPr/>
          </p:nvSpPr>
          <p:spPr bwMode="auto">
            <a:xfrm>
              <a:off x="6235700"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03" name="Rectangle 39">
              <a:extLst>
                <a:ext uri="{FF2B5EF4-FFF2-40B4-BE49-F238E27FC236}">
                  <a16:creationId xmlns:a16="http://schemas.microsoft.com/office/drawing/2014/main" id="{BB762E8C-05AF-41FB-A183-F72D42EAD9C3}"/>
                </a:ext>
              </a:extLst>
            </p:cNvPr>
            <p:cNvSpPr>
              <a:spLocks noChangeArrowheads="1"/>
            </p:cNvSpPr>
            <p:nvPr/>
          </p:nvSpPr>
          <p:spPr bwMode="auto">
            <a:xfrm>
              <a:off x="3038475" y="2833688"/>
              <a:ext cx="3203575"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04" name="Rectangle 40">
              <a:extLst>
                <a:ext uri="{FF2B5EF4-FFF2-40B4-BE49-F238E27FC236}">
                  <a16:creationId xmlns:a16="http://schemas.microsoft.com/office/drawing/2014/main" id="{8C7EB819-62D6-4253-9BB2-79ABB2BCF209}"/>
                </a:ext>
              </a:extLst>
            </p:cNvPr>
            <p:cNvSpPr>
              <a:spLocks noChangeArrowheads="1"/>
            </p:cNvSpPr>
            <p:nvPr/>
          </p:nvSpPr>
          <p:spPr bwMode="auto">
            <a:xfrm>
              <a:off x="3013075" y="2846388"/>
              <a:ext cx="11113"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05" name="Rectangle 41">
              <a:extLst>
                <a:ext uri="{FF2B5EF4-FFF2-40B4-BE49-F238E27FC236}">
                  <a16:creationId xmlns:a16="http://schemas.microsoft.com/office/drawing/2014/main" id="{09BFBF55-E769-4000-9545-F4722A3C3038}"/>
                </a:ext>
              </a:extLst>
            </p:cNvPr>
            <p:cNvSpPr>
              <a:spLocks noChangeArrowheads="1"/>
            </p:cNvSpPr>
            <p:nvPr/>
          </p:nvSpPr>
          <p:spPr bwMode="auto">
            <a:xfrm>
              <a:off x="59642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06" name="Rectangle 42">
              <a:extLst>
                <a:ext uri="{FF2B5EF4-FFF2-40B4-BE49-F238E27FC236}">
                  <a16:creationId xmlns:a16="http://schemas.microsoft.com/office/drawing/2014/main" id="{A6BAC37E-9A31-4710-9E89-3641D337A44A}"/>
                </a:ext>
              </a:extLst>
            </p:cNvPr>
            <p:cNvSpPr>
              <a:spLocks noChangeArrowheads="1"/>
            </p:cNvSpPr>
            <p:nvPr/>
          </p:nvSpPr>
          <p:spPr bwMode="auto">
            <a:xfrm>
              <a:off x="4129088"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07" name="Rectangle 43">
              <a:extLst>
                <a:ext uri="{FF2B5EF4-FFF2-40B4-BE49-F238E27FC236}">
                  <a16:creationId xmlns:a16="http://schemas.microsoft.com/office/drawing/2014/main" id="{A6CAEDF3-2E5A-46A4-9D50-7A6F030985BF}"/>
                </a:ext>
              </a:extLst>
            </p:cNvPr>
            <p:cNvSpPr>
              <a:spLocks noChangeArrowheads="1"/>
            </p:cNvSpPr>
            <p:nvPr/>
          </p:nvSpPr>
          <p:spPr bwMode="auto">
            <a:xfrm>
              <a:off x="3335338" y="29575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08" name="Rectangle 44">
              <a:extLst>
                <a:ext uri="{FF2B5EF4-FFF2-40B4-BE49-F238E27FC236}">
                  <a16:creationId xmlns:a16="http://schemas.microsoft.com/office/drawing/2014/main" id="{38AF1540-E6A2-492C-BA4C-AE260DB032C5}"/>
                </a:ext>
              </a:extLst>
            </p:cNvPr>
            <p:cNvSpPr>
              <a:spLocks noChangeArrowheads="1"/>
            </p:cNvSpPr>
            <p:nvPr/>
          </p:nvSpPr>
          <p:spPr bwMode="auto">
            <a:xfrm>
              <a:off x="4465638" y="2957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09" name="Rectangle 45">
              <a:extLst>
                <a:ext uri="{FF2B5EF4-FFF2-40B4-BE49-F238E27FC236}">
                  <a16:creationId xmlns:a16="http://schemas.microsoft.com/office/drawing/2014/main" id="{748EFBBA-3D4C-45AA-9DC5-E5B6D8EE2484}"/>
                </a:ext>
              </a:extLst>
            </p:cNvPr>
            <p:cNvSpPr>
              <a:spLocks noChangeArrowheads="1"/>
            </p:cNvSpPr>
            <p:nvPr/>
          </p:nvSpPr>
          <p:spPr bwMode="auto">
            <a:xfrm>
              <a:off x="5219700"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10" name="Rectangle 46">
              <a:extLst>
                <a:ext uri="{FF2B5EF4-FFF2-40B4-BE49-F238E27FC236}">
                  <a16:creationId xmlns:a16="http://schemas.microsoft.com/office/drawing/2014/main" id="{4E0095F7-E136-43B7-983F-1E235E167744}"/>
                </a:ext>
              </a:extLst>
            </p:cNvPr>
            <p:cNvSpPr>
              <a:spLocks noChangeArrowheads="1"/>
            </p:cNvSpPr>
            <p:nvPr/>
          </p:nvSpPr>
          <p:spPr bwMode="auto">
            <a:xfrm>
              <a:off x="4618038" y="29575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11" name="Rectangle 47">
              <a:extLst>
                <a:ext uri="{FF2B5EF4-FFF2-40B4-BE49-F238E27FC236}">
                  <a16:creationId xmlns:a16="http://schemas.microsoft.com/office/drawing/2014/main" id="{81421819-B371-4A83-8AC2-25E8CE9F22D6}"/>
                </a:ext>
              </a:extLst>
            </p:cNvPr>
            <p:cNvSpPr>
              <a:spLocks noChangeArrowheads="1"/>
            </p:cNvSpPr>
            <p:nvPr/>
          </p:nvSpPr>
          <p:spPr bwMode="auto">
            <a:xfrm>
              <a:off x="5518150" y="2957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12" name="Rectangle 48">
              <a:extLst>
                <a:ext uri="{FF2B5EF4-FFF2-40B4-BE49-F238E27FC236}">
                  <a16:creationId xmlns:a16="http://schemas.microsoft.com/office/drawing/2014/main" id="{E8DFD556-C9FE-4AAA-BB27-E08512524B92}"/>
                </a:ext>
              </a:extLst>
            </p:cNvPr>
            <p:cNvSpPr>
              <a:spLocks noChangeArrowheads="1"/>
            </p:cNvSpPr>
            <p:nvPr/>
          </p:nvSpPr>
          <p:spPr bwMode="auto">
            <a:xfrm>
              <a:off x="6235700"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13" name="Rectangle 49">
              <a:extLst>
                <a:ext uri="{FF2B5EF4-FFF2-40B4-BE49-F238E27FC236}">
                  <a16:creationId xmlns:a16="http://schemas.microsoft.com/office/drawing/2014/main" id="{3500D249-1264-4FAE-AEC3-50A077C7CC2A}"/>
                </a:ext>
              </a:extLst>
            </p:cNvPr>
            <p:cNvSpPr>
              <a:spLocks noChangeArrowheads="1"/>
            </p:cNvSpPr>
            <p:nvPr/>
          </p:nvSpPr>
          <p:spPr bwMode="auto">
            <a:xfrm>
              <a:off x="3013075" y="3303588"/>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14" name="Rectangle 50">
              <a:extLst>
                <a:ext uri="{FF2B5EF4-FFF2-40B4-BE49-F238E27FC236}">
                  <a16:creationId xmlns:a16="http://schemas.microsoft.com/office/drawing/2014/main" id="{0BACC315-F856-43A9-A887-9C2775825D76}"/>
                </a:ext>
              </a:extLst>
            </p:cNvPr>
            <p:cNvSpPr>
              <a:spLocks noChangeArrowheads="1"/>
            </p:cNvSpPr>
            <p:nvPr/>
          </p:nvSpPr>
          <p:spPr bwMode="auto">
            <a:xfrm>
              <a:off x="5657850" y="29575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15" name="Rectangle 51">
              <a:extLst>
                <a:ext uri="{FF2B5EF4-FFF2-40B4-BE49-F238E27FC236}">
                  <a16:creationId xmlns:a16="http://schemas.microsoft.com/office/drawing/2014/main" id="{F2784808-6544-49C7-BA5A-DA356B7FCDA3}"/>
                </a:ext>
              </a:extLst>
            </p:cNvPr>
            <p:cNvSpPr>
              <a:spLocks noChangeArrowheads="1"/>
            </p:cNvSpPr>
            <p:nvPr/>
          </p:nvSpPr>
          <p:spPr bwMode="auto">
            <a:xfrm>
              <a:off x="4129088"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16" name="Rectangle 52">
              <a:extLst>
                <a:ext uri="{FF2B5EF4-FFF2-40B4-BE49-F238E27FC236}">
                  <a16:creationId xmlns:a16="http://schemas.microsoft.com/office/drawing/2014/main" id="{E9092FC4-7E8A-4670-AF13-B0EE010BB859}"/>
                </a:ext>
              </a:extLst>
            </p:cNvPr>
            <p:cNvSpPr>
              <a:spLocks noChangeArrowheads="1"/>
            </p:cNvSpPr>
            <p:nvPr/>
          </p:nvSpPr>
          <p:spPr bwMode="auto">
            <a:xfrm>
              <a:off x="3335338" y="330676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17" name="Rectangle 53">
              <a:extLst>
                <a:ext uri="{FF2B5EF4-FFF2-40B4-BE49-F238E27FC236}">
                  <a16:creationId xmlns:a16="http://schemas.microsoft.com/office/drawing/2014/main" id="{9C6ABFDD-99F9-4118-BA03-60E769449C8F}"/>
                </a:ext>
              </a:extLst>
            </p:cNvPr>
            <p:cNvSpPr>
              <a:spLocks noChangeArrowheads="1"/>
            </p:cNvSpPr>
            <p:nvPr/>
          </p:nvSpPr>
          <p:spPr bwMode="auto">
            <a:xfrm>
              <a:off x="4465638" y="33067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18" name="Rectangle 54">
              <a:extLst>
                <a:ext uri="{FF2B5EF4-FFF2-40B4-BE49-F238E27FC236}">
                  <a16:creationId xmlns:a16="http://schemas.microsoft.com/office/drawing/2014/main" id="{A3A57E1B-8D00-4A4E-B586-6B0A92BA6BE0}"/>
                </a:ext>
              </a:extLst>
            </p:cNvPr>
            <p:cNvSpPr>
              <a:spLocks noChangeArrowheads="1"/>
            </p:cNvSpPr>
            <p:nvPr/>
          </p:nvSpPr>
          <p:spPr bwMode="auto">
            <a:xfrm>
              <a:off x="5219700"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19" name="Rectangle 55">
              <a:extLst>
                <a:ext uri="{FF2B5EF4-FFF2-40B4-BE49-F238E27FC236}">
                  <a16:creationId xmlns:a16="http://schemas.microsoft.com/office/drawing/2014/main" id="{EF5A17DD-5C1F-4FF1-8A12-758B297CD45E}"/>
                </a:ext>
              </a:extLst>
            </p:cNvPr>
            <p:cNvSpPr>
              <a:spLocks noChangeArrowheads="1"/>
            </p:cNvSpPr>
            <p:nvPr/>
          </p:nvSpPr>
          <p:spPr bwMode="auto">
            <a:xfrm>
              <a:off x="4618038" y="33067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20" name="Rectangle 56">
              <a:extLst>
                <a:ext uri="{FF2B5EF4-FFF2-40B4-BE49-F238E27FC236}">
                  <a16:creationId xmlns:a16="http://schemas.microsoft.com/office/drawing/2014/main" id="{E8E3433C-C7A0-4784-8607-81DF212D4122}"/>
                </a:ext>
              </a:extLst>
            </p:cNvPr>
            <p:cNvSpPr>
              <a:spLocks noChangeArrowheads="1"/>
            </p:cNvSpPr>
            <p:nvPr/>
          </p:nvSpPr>
          <p:spPr bwMode="auto">
            <a:xfrm>
              <a:off x="5518150" y="33067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21" name="Rectangle 57">
              <a:extLst>
                <a:ext uri="{FF2B5EF4-FFF2-40B4-BE49-F238E27FC236}">
                  <a16:creationId xmlns:a16="http://schemas.microsoft.com/office/drawing/2014/main" id="{640576A1-D075-4FBD-977E-E386E80A3F8E}"/>
                </a:ext>
              </a:extLst>
            </p:cNvPr>
            <p:cNvSpPr>
              <a:spLocks noChangeArrowheads="1"/>
            </p:cNvSpPr>
            <p:nvPr/>
          </p:nvSpPr>
          <p:spPr bwMode="auto">
            <a:xfrm>
              <a:off x="6235700"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22" name="Rectangle 58">
              <a:extLst>
                <a:ext uri="{FF2B5EF4-FFF2-40B4-BE49-F238E27FC236}">
                  <a16:creationId xmlns:a16="http://schemas.microsoft.com/office/drawing/2014/main" id="{0F5656F8-51BD-4EAD-9738-1EDD3EC86A64}"/>
                </a:ext>
              </a:extLst>
            </p:cNvPr>
            <p:cNvSpPr>
              <a:spLocks noChangeArrowheads="1"/>
            </p:cNvSpPr>
            <p:nvPr/>
          </p:nvSpPr>
          <p:spPr bwMode="auto">
            <a:xfrm>
              <a:off x="3013075" y="3608388"/>
              <a:ext cx="11113"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23" name="Rectangle 59">
              <a:extLst>
                <a:ext uri="{FF2B5EF4-FFF2-40B4-BE49-F238E27FC236}">
                  <a16:creationId xmlns:a16="http://schemas.microsoft.com/office/drawing/2014/main" id="{FCD957FF-C8DB-4A33-AAA1-408271A5F11D}"/>
                </a:ext>
              </a:extLst>
            </p:cNvPr>
            <p:cNvSpPr>
              <a:spLocks noChangeArrowheads="1"/>
            </p:cNvSpPr>
            <p:nvPr/>
          </p:nvSpPr>
          <p:spPr bwMode="auto">
            <a:xfrm>
              <a:off x="5657850" y="33067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24" name="Rectangle 60">
              <a:extLst>
                <a:ext uri="{FF2B5EF4-FFF2-40B4-BE49-F238E27FC236}">
                  <a16:creationId xmlns:a16="http://schemas.microsoft.com/office/drawing/2014/main" id="{37CD072D-298B-472A-8CC5-ACFF25822C88}"/>
                </a:ext>
              </a:extLst>
            </p:cNvPr>
            <p:cNvSpPr>
              <a:spLocks noChangeArrowheads="1"/>
            </p:cNvSpPr>
            <p:nvPr/>
          </p:nvSpPr>
          <p:spPr bwMode="auto">
            <a:xfrm>
              <a:off x="4129088"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25" name="Rectangle 61">
              <a:extLst>
                <a:ext uri="{FF2B5EF4-FFF2-40B4-BE49-F238E27FC236}">
                  <a16:creationId xmlns:a16="http://schemas.microsoft.com/office/drawing/2014/main" id="{EEC5914E-5B48-475A-95EC-FDE7725D2EFF}"/>
                </a:ext>
              </a:extLst>
            </p:cNvPr>
            <p:cNvSpPr>
              <a:spLocks noChangeArrowheads="1"/>
            </p:cNvSpPr>
            <p:nvPr/>
          </p:nvSpPr>
          <p:spPr bwMode="auto">
            <a:xfrm>
              <a:off x="3335338" y="361156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26" name="Rectangle 62">
              <a:extLst>
                <a:ext uri="{FF2B5EF4-FFF2-40B4-BE49-F238E27FC236}">
                  <a16:creationId xmlns:a16="http://schemas.microsoft.com/office/drawing/2014/main" id="{8BAD7DF6-7A33-49BB-8E82-144CD08C2A5B}"/>
                </a:ext>
              </a:extLst>
            </p:cNvPr>
            <p:cNvSpPr>
              <a:spLocks noChangeArrowheads="1"/>
            </p:cNvSpPr>
            <p:nvPr/>
          </p:nvSpPr>
          <p:spPr bwMode="auto">
            <a:xfrm>
              <a:off x="4465638" y="36115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27" name="Rectangle 63">
              <a:extLst>
                <a:ext uri="{FF2B5EF4-FFF2-40B4-BE49-F238E27FC236}">
                  <a16:creationId xmlns:a16="http://schemas.microsoft.com/office/drawing/2014/main" id="{89158735-9301-4D52-A5A9-583406EA13DE}"/>
                </a:ext>
              </a:extLst>
            </p:cNvPr>
            <p:cNvSpPr>
              <a:spLocks noChangeArrowheads="1"/>
            </p:cNvSpPr>
            <p:nvPr/>
          </p:nvSpPr>
          <p:spPr bwMode="auto">
            <a:xfrm>
              <a:off x="5219700"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28" name="Rectangle 64">
              <a:extLst>
                <a:ext uri="{FF2B5EF4-FFF2-40B4-BE49-F238E27FC236}">
                  <a16:creationId xmlns:a16="http://schemas.microsoft.com/office/drawing/2014/main" id="{B593E52E-D5DA-4BA0-AEA6-CBE50A921517}"/>
                </a:ext>
              </a:extLst>
            </p:cNvPr>
            <p:cNvSpPr>
              <a:spLocks noChangeArrowheads="1"/>
            </p:cNvSpPr>
            <p:nvPr/>
          </p:nvSpPr>
          <p:spPr bwMode="auto">
            <a:xfrm>
              <a:off x="4618038" y="36115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29" name="Rectangle 65">
              <a:extLst>
                <a:ext uri="{FF2B5EF4-FFF2-40B4-BE49-F238E27FC236}">
                  <a16:creationId xmlns:a16="http://schemas.microsoft.com/office/drawing/2014/main" id="{769B556F-95B7-4B22-83CA-5BA3F39F0820}"/>
                </a:ext>
              </a:extLst>
            </p:cNvPr>
            <p:cNvSpPr>
              <a:spLocks noChangeArrowheads="1"/>
            </p:cNvSpPr>
            <p:nvPr/>
          </p:nvSpPr>
          <p:spPr bwMode="auto">
            <a:xfrm>
              <a:off x="5518150" y="36115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30" name="Rectangle 66">
              <a:extLst>
                <a:ext uri="{FF2B5EF4-FFF2-40B4-BE49-F238E27FC236}">
                  <a16:creationId xmlns:a16="http://schemas.microsoft.com/office/drawing/2014/main" id="{59EF9E67-9793-4F91-9B92-818E21208654}"/>
                </a:ext>
              </a:extLst>
            </p:cNvPr>
            <p:cNvSpPr>
              <a:spLocks noChangeArrowheads="1"/>
            </p:cNvSpPr>
            <p:nvPr/>
          </p:nvSpPr>
          <p:spPr bwMode="auto">
            <a:xfrm>
              <a:off x="6235700"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31" name="Rectangle 67">
              <a:extLst>
                <a:ext uri="{FF2B5EF4-FFF2-40B4-BE49-F238E27FC236}">
                  <a16:creationId xmlns:a16="http://schemas.microsoft.com/office/drawing/2014/main" id="{E0272C75-E711-4CC3-98C8-F60FD7BD1711}"/>
                </a:ext>
              </a:extLst>
            </p:cNvPr>
            <p:cNvSpPr>
              <a:spLocks noChangeArrowheads="1"/>
            </p:cNvSpPr>
            <p:nvPr/>
          </p:nvSpPr>
          <p:spPr bwMode="auto">
            <a:xfrm>
              <a:off x="3013075" y="39116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32" name="Rectangle 68">
              <a:extLst>
                <a:ext uri="{FF2B5EF4-FFF2-40B4-BE49-F238E27FC236}">
                  <a16:creationId xmlns:a16="http://schemas.microsoft.com/office/drawing/2014/main" id="{38649FBE-4779-4E59-96ED-1064C012DF7A}"/>
                </a:ext>
              </a:extLst>
            </p:cNvPr>
            <p:cNvSpPr>
              <a:spLocks noChangeArrowheads="1"/>
            </p:cNvSpPr>
            <p:nvPr/>
          </p:nvSpPr>
          <p:spPr bwMode="auto">
            <a:xfrm>
              <a:off x="5657850" y="36115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33" name="Rectangle 69">
              <a:extLst>
                <a:ext uri="{FF2B5EF4-FFF2-40B4-BE49-F238E27FC236}">
                  <a16:creationId xmlns:a16="http://schemas.microsoft.com/office/drawing/2014/main" id="{9E08191F-2630-4EF2-A245-69BF38F0302E}"/>
                </a:ext>
              </a:extLst>
            </p:cNvPr>
            <p:cNvSpPr>
              <a:spLocks noChangeArrowheads="1"/>
            </p:cNvSpPr>
            <p:nvPr/>
          </p:nvSpPr>
          <p:spPr bwMode="auto">
            <a:xfrm>
              <a:off x="4129088"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34" name="Rectangle 70">
              <a:extLst>
                <a:ext uri="{FF2B5EF4-FFF2-40B4-BE49-F238E27FC236}">
                  <a16:creationId xmlns:a16="http://schemas.microsoft.com/office/drawing/2014/main" id="{A01D5A3D-F75E-45FC-8516-E84579A1523C}"/>
                </a:ext>
              </a:extLst>
            </p:cNvPr>
            <p:cNvSpPr>
              <a:spLocks noChangeArrowheads="1"/>
            </p:cNvSpPr>
            <p:nvPr/>
          </p:nvSpPr>
          <p:spPr bwMode="auto">
            <a:xfrm>
              <a:off x="3335338" y="3914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35" name="Rectangle 71">
              <a:extLst>
                <a:ext uri="{FF2B5EF4-FFF2-40B4-BE49-F238E27FC236}">
                  <a16:creationId xmlns:a16="http://schemas.microsoft.com/office/drawing/2014/main" id="{136783CC-D8AE-4F33-A0F3-E32F66A5EB50}"/>
                </a:ext>
              </a:extLst>
            </p:cNvPr>
            <p:cNvSpPr>
              <a:spLocks noChangeArrowheads="1"/>
            </p:cNvSpPr>
            <p:nvPr/>
          </p:nvSpPr>
          <p:spPr bwMode="auto">
            <a:xfrm>
              <a:off x="4465638" y="39147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36" name="Rectangle 72">
              <a:extLst>
                <a:ext uri="{FF2B5EF4-FFF2-40B4-BE49-F238E27FC236}">
                  <a16:creationId xmlns:a16="http://schemas.microsoft.com/office/drawing/2014/main" id="{F1C32F07-2D0E-457B-866D-3A9B7793EB23}"/>
                </a:ext>
              </a:extLst>
            </p:cNvPr>
            <p:cNvSpPr>
              <a:spLocks noChangeArrowheads="1"/>
            </p:cNvSpPr>
            <p:nvPr/>
          </p:nvSpPr>
          <p:spPr bwMode="auto">
            <a:xfrm>
              <a:off x="5219700"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37" name="Rectangle 73">
              <a:extLst>
                <a:ext uri="{FF2B5EF4-FFF2-40B4-BE49-F238E27FC236}">
                  <a16:creationId xmlns:a16="http://schemas.microsoft.com/office/drawing/2014/main" id="{236027B0-6213-4BBA-B189-BF358FCB642C}"/>
                </a:ext>
              </a:extLst>
            </p:cNvPr>
            <p:cNvSpPr>
              <a:spLocks noChangeArrowheads="1"/>
            </p:cNvSpPr>
            <p:nvPr/>
          </p:nvSpPr>
          <p:spPr bwMode="auto">
            <a:xfrm>
              <a:off x="4618038" y="39147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38" name="Rectangle 74">
              <a:extLst>
                <a:ext uri="{FF2B5EF4-FFF2-40B4-BE49-F238E27FC236}">
                  <a16:creationId xmlns:a16="http://schemas.microsoft.com/office/drawing/2014/main" id="{74402D43-582A-46C5-961B-23161E06E803}"/>
                </a:ext>
              </a:extLst>
            </p:cNvPr>
            <p:cNvSpPr>
              <a:spLocks noChangeArrowheads="1"/>
            </p:cNvSpPr>
            <p:nvPr/>
          </p:nvSpPr>
          <p:spPr bwMode="auto">
            <a:xfrm>
              <a:off x="5518150" y="39147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39" name="Rectangle 75">
              <a:extLst>
                <a:ext uri="{FF2B5EF4-FFF2-40B4-BE49-F238E27FC236}">
                  <a16:creationId xmlns:a16="http://schemas.microsoft.com/office/drawing/2014/main" id="{EA3A0F7E-5737-4C83-BE41-524960BD79FC}"/>
                </a:ext>
              </a:extLst>
            </p:cNvPr>
            <p:cNvSpPr>
              <a:spLocks noChangeArrowheads="1"/>
            </p:cNvSpPr>
            <p:nvPr/>
          </p:nvSpPr>
          <p:spPr bwMode="auto">
            <a:xfrm>
              <a:off x="6235700"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40" name="Rectangle 76">
              <a:extLst>
                <a:ext uri="{FF2B5EF4-FFF2-40B4-BE49-F238E27FC236}">
                  <a16:creationId xmlns:a16="http://schemas.microsoft.com/office/drawing/2014/main" id="{F99E697E-BB67-4166-A0E5-390B975CCD00}"/>
                </a:ext>
              </a:extLst>
            </p:cNvPr>
            <p:cNvSpPr>
              <a:spLocks noChangeArrowheads="1"/>
            </p:cNvSpPr>
            <p:nvPr/>
          </p:nvSpPr>
          <p:spPr bwMode="auto">
            <a:xfrm>
              <a:off x="3013075" y="42164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41" name="Rectangle 77">
              <a:extLst>
                <a:ext uri="{FF2B5EF4-FFF2-40B4-BE49-F238E27FC236}">
                  <a16:creationId xmlns:a16="http://schemas.microsoft.com/office/drawing/2014/main" id="{6BFB63EC-43E2-4257-B438-6D9265E8D528}"/>
                </a:ext>
              </a:extLst>
            </p:cNvPr>
            <p:cNvSpPr>
              <a:spLocks noChangeArrowheads="1"/>
            </p:cNvSpPr>
            <p:nvPr/>
          </p:nvSpPr>
          <p:spPr bwMode="auto">
            <a:xfrm>
              <a:off x="5657850" y="39147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42" name="Rectangle 78">
              <a:extLst>
                <a:ext uri="{FF2B5EF4-FFF2-40B4-BE49-F238E27FC236}">
                  <a16:creationId xmlns:a16="http://schemas.microsoft.com/office/drawing/2014/main" id="{0BBA6BA4-338B-416D-8BE6-7A1B7B47566C}"/>
                </a:ext>
              </a:extLst>
            </p:cNvPr>
            <p:cNvSpPr>
              <a:spLocks noChangeArrowheads="1"/>
            </p:cNvSpPr>
            <p:nvPr/>
          </p:nvSpPr>
          <p:spPr bwMode="auto">
            <a:xfrm>
              <a:off x="4129088"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43" name="Rectangle 79">
              <a:extLst>
                <a:ext uri="{FF2B5EF4-FFF2-40B4-BE49-F238E27FC236}">
                  <a16:creationId xmlns:a16="http://schemas.microsoft.com/office/drawing/2014/main" id="{57CE4EF6-51EE-48AE-86CD-C1691D5771A3}"/>
                </a:ext>
              </a:extLst>
            </p:cNvPr>
            <p:cNvSpPr>
              <a:spLocks noChangeArrowheads="1"/>
            </p:cNvSpPr>
            <p:nvPr/>
          </p:nvSpPr>
          <p:spPr bwMode="auto">
            <a:xfrm>
              <a:off x="3335338" y="4219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44" name="Rectangle 80">
              <a:extLst>
                <a:ext uri="{FF2B5EF4-FFF2-40B4-BE49-F238E27FC236}">
                  <a16:creationId xmlns:a16="http://schemas.microsoft.com/office/drawing/2014/main" id="{7D6549ED-1DFA-4CE7-BC65-89EB751EDB28}"/>
                </a:ext>
              </a:extLst>
            </p:cNvPr>
            <p:cNvSpPr>
              <a:spLocks noChangeArrowheads="1"/>
            </p:cNvSpPr>
            <p:nvPr/>
          </p:nvSpPr>
          <p:spPr bwMode="auto">
            <a:xfrm>
              <a:off x="4465638" y="42195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45" name="Rectangle 81">
              <a:extLst>
                <a:ext uri="{FF2B5EF4-FFF2-40B4-BE49-F238E27FC236}">
                  <a16:creationId xmlns:a16="http://schemas.microsoft.com/office/drawing/2014/main" id="{0F74D9D8-FDBF-48D6-95B1-71DD816C3695}"/>
                </a:ext>
              </a:extLst>
            </p:cNvPr>
            <p:cNvSpPr>
              <a:spLocks noChangeArrowheads="1"/>
            </p:cNvSpPr>
            <p:nvPr/>
          </p:nvSpPr>
          <p:spPr bwMode="auto">
            <a:xfrm>
              <a:off x="5219700"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46" name="Rectangle 82">
              <a:extLst>
                <a:ext uri="{FF2B5EF4-FFF2-40B4-BE49-F238E27FC236}">
                  <a16:creationId xmlns:a16="http://schemas.microsoft.com/office/drawing/2014/main" id="{0C557928-51BD-4186-86F6-F04C7A85837E}"/>
                </a:ext>
              </a:extLst>
            </p:cNvPr>
            <p:cNvSpPr>
              <a:spLocks noChangeArrowheads="1"/>
            </p:cNvSpPr>
            <p:nvPr/>
          </p:nvSpPr>
          <p:spPr bwMode="auto">
            <a:xfrm>
              <a:off x="4618038" y="42195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47" name="Rectangle 83">
              <a:extLst>
                <a:ext uri="{FF2B5EF4-FFF2-40B4-BE49-F238E27FC236}">
                  <a16:creationId xmlns:a16="http://schemas.microsoft.com/office/drawing/2014/main" id="{D5F1C262-47CF-4AAF-A017-7C95C213BCAE}"/>
                </a:ext>
              </a:extLst>
            </p:cNvPr>
            <p:cNvSpPr>
              <a:spLocks noChangeArrowheads="1"/>
            </p:cNvSpPr>
            <p:nvPr/>
          </p:nvSpPr>
          <p:spPr bwMode="auto">
            <a:xfrm>
              <a:off x="5518150" y="42195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48" name="Rectangle 84">
              <a:extLst>
                <a:ext uri="{FF2B5EF4-FFF2-40B4-BE49-F238E27FC236}">
                  <a16:creationId xmlns:a16="http://schemas.microsoft.com/office/drawing/2014/main" id="{869562FD-0FC9-4649-A0F7-E4EDC60F73A2}"/>
                </a:ext>
              </a:extLst>
            </p:cNvPr>
            <p:cNvSpPr>
              <a:spLocks noChangeArrowheads="1"/>
            </p:cNvSpPr>
            <p:nvPr/>
          </p:nvSpPr>
          <p:spPr bwMode="auto">
            <a:xfrm>
              <a:off x="6235700"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49" name="Rectangle 85">
              <a:extLst>
                <a:ext uri="{FF2B5EF4-FFF2-40B4-BE49-F238E27FC236}">
                  <a16:creationId xmlns:a16="http://schemas.microsoft.com/office/drawing/2014/main" id="{DD5FB496-5A92-42C5-97FB-68333F12AD32}"/>
                </a:ext>
              </a:extLst>
            </p:cNvPr>
            <p:cNvSpPr>
              <a:spLocks noChangeArrowheads="1"/>
            </p:cNvSpPr>
            <p:nvPr/>
          </p:nvSpPr>
          <p:spPr bwMode="auto">
            <a:xfrm>
              <a:off x="3013075" y="45212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50" name="Rectangle 86">
              <a:extLst>
                <a:ext uri="{FF2B5EF4-FFF2-40B4-BE49-F238E27FC236}">
                  <a16:creationId xmlns:a16="http://schemas.microsoft.com/office/drawing/2014/main" id="{5D01B943-FDAB-421F-8C9E-243F6AD1673D}"/>
                </a:ext>
              </a:extLst>
            </p:cNvPr>
            <p:cNvSpPr>
              <a:spLocks noChangeArrowheads="1"/>
            </p:cNvSpPr>
            <p:nvPr/>
          </p:nvSpPr>
          <p:spPr bwMode="auto">
            <a:xfrm>
              <a:off x="5657850" y="42195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51" name="Rectangle 87">
              <a:extLst>
                <a:ext uri="{FF2B5EF4-FFF2-40B4-BE49-F238E27FC236}">
                  <a16:creationId xmlns:a16="http://schemas.microsoft.com/office/drawing/2014/main" id="{C8988240-4353-4DBB-AC46-AF06060D5E9F}"/>
                </a:ext>
              </a:extLst>
            </p:cNvPr>
            <p:cNvSpPr>
              <a:spLocks noChangeArrowheads="1"/>
            </p:cNvSpPr>
            <p:nvPr/>
          </p:nvSpPr>
          <p:spPr bwMode="auto">
            <a:xfrm>
              <a:off x="4129088"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52" name="Rectangle 88">
              <a:extLst>
                <a:ext uri="{FF2B5EF4-FFF2-40B4-BE49-F238E27FC236}">
                  <a16:creationId xmlns:a16="http://schemas.microsoft.com/office/drawing/2014/main" id="{0A4F058A-1B2A-4740-8CEA-A5CF00BBD687}"/>
                </a:ext>
              </a:extLst>
            </p:cNvPr>
            <p:cNvSpPr>
              <a:spLocks noChangeArrowheads="1"/>
            </p:cNvSpPr>
            <p:nvPr/>
          </p:nvSpPr>
          <p:spPr bwMode="auto">
            <a:xfrm>
              <a:off x="3335338" y="4522788"/>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53" name="Rectangle 89">
              <a:extLst>
                <a:ext uri="{FF2B5EF4-FFF2-40B4-BE49-F238E27FC236}">
                  <a16:creationId xmlns:a16="http://schemas.microsoft.com/office/drawing/2014/main" id="{4AC5612D-C156-44A5-AB77-93D8B421D3D7}"/>
                </a:ext>
              </a:extLst>
            </p:cNvPr>
            <p:cNvSpPr>
              <a:spLocks noChangeArrowheads="1"/>
            </p:cNvSpPr>
            <p:nvPr/>
          </p:nvSpPr>
          <p:spPr bwMode="auto">
            <a:xfrm>
              <a:off x="4465638" y="45227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54" name="Rectangle 90">
              <a:extLst>
                <a:ext uri="{FF2B5EF4-FFF2-40B4-BE49-F238E27FC236}">
                  <a16:creationId xmlns:a16="http://schemas.microsoft.com/office/drawing/2014/main" id="{DD12F675-F0CC-4AE2-ABAA-602CA2B1B493}"/>
                </a:ext>
              </a:extLst>
            </p:cNvPr>
            <p:cNvSpPr>
              <a:spLocks noChangeArrowheads="1"/>
            </p:cNvSpPr>
            <p:nvPr/>
          </p:nvSpPr>
          <p:spPr bwMode="auto">
            <a:xfrm>
              <a:off x="5219700"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55" name="Rectangle 91">
              <a:extLst>
                <a:ext uri="{FF2B5EF4-FFF2-40B4-BE49-F238E27FC236}">
                  <a16:creationId xmlns:a16="http://schemas.microsoft.com/office/drawing/2014/main" id="{3F280EAD-4E9C-4443-BFD8-FE9C9EF7924A}"/>
                </a:ext>
              </a:extLst>
            </p:cNvPr>
            <p:cNvSpPr>
              <a:spLocks noChangeArrowheads="1"/>
            </p:cNvSpPr>
            <p:nvPr/>
          </p:nvSpPr>
          <p:spPr bwMode="auto">
            <a:xfrm>
              <a:off x="4618038" y="4522788"/>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56" name="Rectangle 92">
              <a:extLst>
                <a:ext uri="{FF2B5EF4-FFF2-40B4-BE49-F238E27FC236}">
                  <a16:creationId xmlns:a16="http://schemas.microsoft.com/office/drawing/2014/main" id="{243DF49F-656D-4804-8A1E-483216996ECE}"/>
                </a:ext>
              </a:extLst>
            </p:cNvPr>
            <p:cNvSpPr>
              <a:spLocks noChangeArrowheads="1"/>
            </p:cNvSpPr>
            <p:nvPr/>
          </p:nvSpPr>
          <p:spPr bwMode="auto">
            <a:xfrm>
              <a:off x="5518150" y="45227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57" name="Rectangle 93">
              <a:extLst>
                <a:ext uri="{FF2B5EF4-FFF2-40B4-BE49-F238E27FC236}">
                  <a16:creationId xmlns:a16="http://schemas.microsoft.com/office/drawing/2014/main" id="{BC8BB104-5D1B-42B8-8419-40ABC524FBF9}"/>
                </a:ext>
              </a:extLst>
            </p:cNvPr>
            <p:cNvSpPr>
              <a:spLocks noChangeArrowheads="1"/>
            </p:cNvSpPr>
            <p:nvPr/>
          </p:nvSpPr>
          <p:spPr bwMode="auto">
            <a:xfrm>
              <a:off x="6235700"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58" name="Rectangle 94">
              <a:extLst>
                <a:ext uri="{FF2B5EF4-FFF2-40B4-BE49-F238E27FC236}">
                  <a16:creationId xmlns:a16="http://schemas.microsoft.com/office/drawing/2014/main" id="{BE47F924-7112-447F-8573-61B9F2499E82}"/>
                </a:ext>
              </a:extLst>
            </p:cNvPr>
            <p:cNvSpPr>
              <a:spLocks noChangeArrowheads="1"/>
            </p:cNvSpPr>
            <p:nvPr/>
          </p:nvSpPr>
          <p:spPr bwMode="auto">
            <a:xfrm>
              <a:off x="3013075" y="48260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59" name="Rectangle 95">
              <a:extLst>
                <a:ext uri="{FF2B5EF4-FFF2-40B4-BE49-F238E27FC236}">
                  <a16:creationId xmlns:a16="http://schemas.microsoft.com/office/drawing/2014/main" id="{CB911E98-4CB9-40B0-AADA-20D8D45A6780}"/>
                </a:ext>
              </a:extLst>
            </p:cNvPr>
            <p:cNvSpPr>
              <a:spLocks noChangeArrowheads="1"/>
            </p:cNvSpPr>
            <p:nvPr/>
          </p:nvSpPr>
          <p:spPr bwMode="auto">
            <a:xfrm>
              <a:off x="5657850" y="4522788"/>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60" name="Rectangle 96">
              <a:extLst>
                <a:ext uri="{FF2B5EF4-FFF2-40B4-BE49-F238E27FC236}">
                  <a16:creationId xmlns:a16="http://schemas.microsoft.com/office/drawing/2014/main" id="{577566AF-6F8C-4D82-8B0C-7033D11F1CA6}"/>
                </a:ext>
              </a:extLst>
            </p:cNvPr>
            <p:cNvSpPr>
              <a:spLocks noChangeArrowheads="1"/>
            </p:cNvSpPr>
            <p:nvPr/>
          </p:nvSpPr>
          <p:spPr bwMode="auto">
            <a:xfrm>
              <a:off x="4129088"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61" name="Rectangle 97">
              <a:extLst>
                <a:ext uri="{FF2B5EF4-FFF2-40B4-BE49-F238E27FC236}">
                  <a16:creationId xmlns:a16="http://schemas.microsoft.com/office/drawing/2014/main" id="{30C94E59-ABCD-4917-8E2B-D55F7EB66E1B}"/>
                </a:ext>
              </a:extLst>
            </p:cNvPr>
            <p:cNvSpPr>
              <a:spLocks noChangeArrowheads="1"/>
            </p:cNvSpPr>
            <p:nvPr/>
          </p:nvSpPr>
          <p:spPr bwMode="auto">
            <a:xfrm>
              <a:off x="3335338" y="48244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62" name="Rectangle 98">
              <a:extLst>
                <a:ext uri="{FF2B5EF4-FFF2-40B4-BE49-F238E27FC236}">
                  <a16:creationId xmlns:a16="http://schemas.microsoft.com/office/drawing/2014/main" id="{DF8BE527-8341-4D0A-A858-1B52F6BFDD32}"/>
                </a:ext>
              </a:extLst>
            </p:cNvPr>
            <p:cNvSpPr>
              <a:spLocks noChangeArrowheads="1"/>
            </p:cNvSpPr>
            <p:nvPr/>
          </p:nvSpPr>
          <p:spPr bwMode="auto">
            <a:xfrm>
              <a:off x="4465638" y="48244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63" name="Rectangle 99">
              <a:extLst>
                <a:ext uri="{FF2B5EF4-FFF2-40B4-BE49-F238E27FC236}">
                  <a16:creationId xmlns:a16="http://schemas.microsoft.com/office/drawing/2014/main" id="{A3653AB1-40CC-4E33-BA1F-47F03F9E5BF9}"/>
                </a:ext>
              </a:extLst>
            </p:cNvPr>
            <p:cNvSpPr>
              <a:spLocks noChangeArrowheads="1"/>
            </p:cNvSpPr>
            <p:nvPr/>
          </p:nvSpPr>
          <p:spPr bwMode="auto">
            <a:xfrm>
              <a:off x="5219700"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64" name="Rectangle 100">
              <a:extLst>
                <a:ext uri="{FF2B5EF4-FFF2-40B4-BE49-F238E27FC236}">
                  <a16:creationId xmlns:a16="http://schemas.microsoft.com/office/drawing/2014/main" id="{9C0F4FDF-0550-4336-A99F-D3360A4719F5}"/>
                </a:ext>
              </a:extLst>
            </p:cNvPr>
            <p:cNvSpPr>
              <a:spLocks noChangeArrowheads="1"/>
            </p:cNvSpPr>
            <p:nvPr/>
          </p:nvSpPr>
          <p:spPr bwMode="auto">
            <a:xfrm>
              <a:off x="4618038" y="48244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65" name="Rectangle 101">
              <a:extLst>
                <a:ext uri="{FF2B5EF4-FFF2-40B4-BE49-F238E27FC236}">
                  <a16:creationId xmlns:a16="http://schemas.microsoft.com/office/drawing/2014/main" id="{138BA3F6-6589-4948-AC9E-185BCE3560E0}"/>
                </a:ext>
              </a:extLst>
            </p:cNvPr>
            <p:cNvSpPr>
              <a:spLocks noChangeArrowheads="1"/>
            </p:cNvSpPr>
            <p:nvPr/>
          </p:nvSpPr>
          <p:spPr bwMode="auto">
            <a:xfrm>
              <a:off x="5518150" y="48244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66" name="Rectangle 102">
              <a:extLst>
                <a:ext uri="{FF2B5EF4-FFF2-40B4-BE49-F238E27FC236}">
                  <a16:creationId xmlns:a16="http://schemas.microsoft.com/office/drawing/2014/main" id="{60D676F7-0714-4040-B065-79122BE1E6D8}"/>
                </a:ext>
              </a:extLst>
            </p:cNvPr>
            <p:cNvSpPr>
              <a:spLocks noChangeArrowheads="1"/>
            </p:cNvSpPr>
            <p:nvPr/>
          </p:nvSpPr>
          <p:spPr bwMode="auto">
            <a:xfrm>
              <a:off x="6235700"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67" name="Rectangle 103">
              <a:extLst>
                <a:ext uri="{FF2B5EF4-FFF2-40B4-BE49-F238E27FC236}">
                  <a16:creationId xmlns:a16="http://schemas.microsoft.com/office/drawing/2014/main" id="{D97784EC-A10E-4A7D-B000-23D8B3D593B0}"/>
                </a:ext>
              </a:extLst>
            </p:cNvPr>
            <p:cNvSpPr>
              <a:spLocks noChangeArrowheads="1"/>
            </p:cNvSpPr>
            <p:nvPr/>
          </p:nvSpPr>
          <p:spPr bwMode="auto">
            <a:xfrm>
              <a:off x="3013075" y="5135563"/>
              <a:ext cx="11113"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68" name="Rectangle 104">
              <a:extLst>
                <a:ext uri="{FF2B5EF4-FFF2-40B4-BE49-F238E27FC236}">
                  <a16:creationId xmlns:a16="http://schemas.microsoft.com/office/drawing/2014/main" id="{82344384-1746-4779-A0CF-2B1453A0A9FC}"/>
                </a:ext>
              </a:extLst>
            </p:cNvPr>
            <p:cNvSpPr>
              <a:spLocks noChangeArrowheads="1"/>
            </p:cNvSpPr>
            <p:nvPr/>
          </p:nvSpPr>
          <p:spPr bwMode="auto">
            <a:xfrm>
              <a:off x="5657850" y="48244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69" name="Rectangle 105">
              <a:extLst>
                <a:ext uri="{FF2B5EF4-FFF2-40B4-BE49-F238E27FC236}">
                  <a16:creationId xmlns:a16="http://schemas.microsoft.com/office/drawing/2014/main" id="{7D34A967-6DA7-44D4-9338-95F5B8EDF344}"/>
                </a:ext>
              </a:extLst>
            </p:cNvPr>
            <p:cNvSpPr>
              <a:spLocks noChangeArrowheads="1"/>
            </p:cNvSpPr>
            <p:nvPr/>
          </p:nvSpPr>
          <p:spPr bwMode="auto">
            <a:xfrm>
              <a:off x="4129088"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70" name="Rectangle 106">
              <a:extLst>
                <a:ext uri="{FF2B5EF4-FFF2-40B4-BE49-F238E27FC236}">
                  <a16:creationId xmlns:a16="http://schemas.microsoft.com/office/drawing/2014/main" id="{D560DD54-2E01-4800-B168-E85F713C7F53}"/>
                </a:ext>
              </a:extLst>
            </p:cNvPr>
            <p:cNvSpPr>
              <a:spLocks noChangeArrowheads="1"/>
            </p:cNvSpPr>
            <p:nvPr/>
          </p:nvSpPr>
          <p:spPr bwMode="auto">
            <a:xfrm>
              <a:off x="3335338" y="51292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71" name="Rectangle 107">
              <a:extLst>
                <a:ext uri="{FF2B5EF4-FFF2-40B4-BE49-F238E27FC236}">
                  <a16:creationId xmlns:a16="http://schemas.microsoft.com/office/drawing/2014/main" id="{BFC362D9-36B3-40AE-9A8E-0F4679611BEA}"/>
                </a:ext>
              </a:extLst>
            </p:cNvPr>
            <p:cNvSpPr>
              <a:spLocks noChangeArrowheads="1"/>
            </p:cNvSpPr>
            <p:nvPr/>
          </p:nvSpPr>
          <p:spPr bwMode="auto">
            <a:xfrm>
              <a:off x="4465638" y="51292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72" name="Rectangle 108">
              <a:extLst>
                <a:ext uri="{FF2B5EF4-FFF2-40B4-BE49-F238E27FC236}">
                  <a16:creationId xmlns:a16="http://schemas.microsoft.com/office/drawing/2014/main" id="{4B815842-8B7A-43B9-B1EA-F53406FAF654}"/>
                </a:ext>
              </a:extLst>
            </p:cNvPr>
            <p:cNvSpPr>
              <a:spLocks noChangeArrowheads="1"/>
            </p:cNvSpPr>
            <p:nvPr/>
          </p:nvSpPr>
          <p:spPr bwMode="auto">
            <a:xfrm>
              <a:off x="5219700"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73" name="Rectangle 109">
              <a:extLst>
                <a:ext uri="{FF2B5EF4-FFF2-40B4-BE49-F238E27FC236}">
                  <a16:creationId xmlns:a16="http://schemas.microsoft.com/office/drawing/2014/main" id="{A3E23D9B-3E2E-4E2B-A7F7-DC5686E2EF2D}"/>
                </a:ext>
              </a:extLst>
            </p:cNvPr>
            <p:cNvSpPr>
              <a:spLocks noChangeArrowheads="1"/>
            </p:cNvSpPr>
            <p:nvPr/>
          </p:nvSpPr>
          <p:spPr bwMode="auto">
            <a:xfrm>
              <a:off x="4618038" y="51292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74" name="Rectangle 110">
              <a:extLst>
                <a:ext uri="{FF2B5EF4-FFF2-40B4-BE49-F238E27FC236}">
                  <a16:creationId xmlns:a16="http://schemas.microsoft.com/office/drawing/2014/main" id="{504B54B1-8404-401D-8791-0377DE0B0F45}"/>
                </a:ext>
              </a:extLst>
            </p:cNvPr>
            <p:cNvSpPr>
              <a:spLocks noChangeArrowheads="1"/>
            </p:cNvSpPr>
            <p:nvPr/>
          </p:nvSpPr>
          <p:spPr bwMode="auto">
            <a:xfrm>
              <a:off x="5518150" y="51292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75" name="Rectangle 111">
              <a:extLst>
                <a:ext uri="{FF2B5EF4-FFF2-40B4-BE49-F238E27FC236}">
                  <a16:creationId xmlns:a16="http://schemas.microsoft.com/office/drawing/2014/main" id="{42A3E385-8456-494A-9158-FAD29FEB1CC7}"/>
                </a:ext>
              </a:extLst>
            </p:cNvPr>
            <p:cNvSpPr>
              <a:spLocks noChangeArrowheads="1"/>
            </p:cNvSpPr>
            <p:nvPr/>
          </p:nvSpPr>
          <p:spPr bwMode="auto">
            <a:xfrm>
              <a:off x="6235700"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76" name="Rectangle 112">
              <a:extLst>
                <a:ext uri="{FF2B5EF4-FFF2-40B4-BE49-F238E27FC236}">
                  <a16:creationId xmlns:a16="http://schemas.microsoft.com/office/drawing/2014/main" id="{BC480F74-393D-4A3B-86DD-4A7D869909B8}"/>
                </a:ext>
              </a:extLst>
            </p:cNvPr>
            <p:cNvSpPr>
              <a:spLocks noChangeArrowheads="1"/>
            </p:cNvSpPr>
            <p:nvPr/>
          </p:nvSpPr>
          <p:spPr bwMode="auto">
            <a:xfrm>
              <a:off x="3038475" y="5473700"/>
              <a:ext cx="3203575"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877" name="Rectangle 113">
              <a:extLst>
                <a:ext uri="{FF2B5EF4-FFF2-40B4-BE49-F238E27FC236}">
                  <a16:creationId xmlns:a16="http://schemas.microsoft.com/office/drawing/2014/main" id="{ACD1D91A-1690-42FD-9B23-DFABF88E0648}"/>
                </a:ext>
              </a:extLst>
            </p:cNvPr>
            <p:cNvSpPr>
              <a:spLocks noChangeArrowheads="1"/>
            </p:cNvSpPr>
            <p:nvPr/>
          </p:nvSpPr>
          <p:spPr bwMode="auto">
            <a:xfrm>
              <a:off x="5657850" y="51292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6738" name="Title 1">
            <a:extLst>
              <a:ext uri="{FF2B5EF4-FFF2-40B4-BE49-F238E27FC236}">
                <a16:creationId xmlns:a16="http://schemas.microsoft.com/office/drawing/2014/main" id="{758E4DD1-01A0-447B-82A2-9A4A8B348FEC}"/>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K-map for Y</a:t>
            </a:r>
            <a:r>
              <a:rPr kumimoji="0" lang="en-US" altLang="en-US" sz="3200" b="1" i="0" u="none" strike="noStrike" kern="120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cs typeface="+mn-cs"/>
              </a:rPr>
              <a:t>1</a:t>
            </a:r>
          </a:p>
        </p:txBody>
      </p:sp>
      <p:grpSp>
        <p:nvGrpSpPr>
          <p:cNvPr id="116739" name="Group 114">
            <a:extLst>
              <a:ext uri="{FF2B5EF4-FFF2-40B4-BE49-F238E27FC236}">
                <a16:creationId xmlns:a16="http://schemas.microsoft.com/office/drawing/2014/main" id="{645C25FA-411C-4AC6-9240-5CEC4E089A71}"/>
              </a:ext>
            </a:extLst>
          </p:cNvPr>
          <p:cNvGrpSpPr>
            <a:grpSpLocks/>
          </p:cNvGrpSpPr>
          <p:nvPr/>
        </p:nvGrpSpPr>
        <p:grpSpPr bwMode="auto">
          <a:xfrm>
            <a:off x="5562600" y="2438400"/>
            <a:ext cx="2820988" cy="1806575"/>
            <a:chOff x="2286000" y="881063"/>
            <a:chExt cx="2820987" cy="1806575"/>
          </a:xfrm>
        </p:grpSpPr>
        <p:sp>
          <p:nvSpPr>
            <p:cNvPr id="116741" name="Rectangle 16">
              <a:extLst>
                <a:ext uri="{FF2B5EF4-FFF2-40B4-BE49-F238E27FC236}">
                  <a16:creationId xmlns:a16="http://schemas.microsoft.com/office/drawing/2014/main" id="{C2A83A35-4660-450C-8C8C-521F19E64E23}"/>
                </a:ext>
              </a:extLst>
            </p:cNvPr>
            <p:cNvSpPr>
              <a:spLocks noChangeArrowheads="1"/>
            </p:cNvSpPr>
            <p:nvPr/>
          </p:nvSpPr>
          <p:spPr bwMode="auto">
            <a:xfrm>
              <a:off x="2924175" y="1604963"/>
              <a:ext cx="1077912" cy="108267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6742" name="Line 17">
              <a:extLst>
                <a:ext uri="{FF2B5EF4-FFF2-40B4-BE49-F238E27FC236}">
                  <a16:creationId xmlns:a16="http://schemas.microsoft.com/office/drawing/2014/main" id="{29EB9EAF-DA4F-43E2-8065-7162C84790D7}"/>
                </a:ext>
              </a:extLst>
            </p:cNvPr>
            <p:cNvSpPr>
              <a:spLocks noChangeShapeType="1"/>
            </p:cNvSpPr>
            <p:nvPr/>
          </p:nvSpPr>
          <p:spPr bwMode="auto">
            <a:xfrm flipH="1">
              <a:off x="2924175" y="2146300"/>
              <a:ext cx="1077912"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43" name="Line 18">
              <a:extLst>
                <a:ext uri="{FF2B5EF4-FFF2-40B4-BE49-F238E27FC236}">
                  <a16:creationId xmlns:a16="http://schemas.microsoft.com/office/drawing/2014/main" id="{B8510AA5-4B01-4858-976F-7DF84B002E58}"/>
                </a:ext>
              </a:extLst>
            </p:cNvPr>
            <p:cNvSpPr>
              <a:spLocks noChangeShapeType="1"/>
            </p:cNvSpPr>
            <p:nvPr/>
          </p:nvSpPr>
          <p:spPr bwMode="auto">
            <a:xfrm flipV="1">
              <a:off x="3462337" y="1604963"/>
              <a:ext cx="1588" cy="10826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44" name="Line 19">
              <a:extLst>
                <a:ext uri="{FF2B5EF4-FFF2-40B4-BE49-F238E27FC236}">
                  <a16:creationId xmlns:a16="http://schemas.microsoft.com/office/drawing/2014/main" id="{6486D32A-2A63-44C3-86DA-1141B6A9721F}"/>
                </a:ext>
              </a:extLst>
            </p:cNvPr>
            <p:cNvSpPr>
              <a:spLocks noChangeShapeType="1"/>
            </p:cNvSpPr>
            <p:nvPr/>
          </p:nvSpPr>
          <p:spPr bwMode="auto">
            <a:xfrm>
              <a:off x="2384425" y="1036638"/>
              <a:ext cx="539750" cy="5683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45" name="Rectangle 21">
              <a:extLst>
                <a:ext uri="{FF2B5EF4-FFF2-40B4-BE49-F238E27FC236}">
                  <a16:creationId xmlns:a16="http://schemas.microsoft.com/office/drawing/2014/main" id="{65B4FC75-153E-4F85-A346-6ACB6CA57C26}"/>
                </a:ext>
              </a:extLst>
            </p:cNvPr>
            <p:cNvSpPr>
              <a:spLocks noChangeArrowheads="1"/>
            </p:cNvSpPr>
            <p:nvPr/>
          </p:nvSpPr>
          <p:spPr bwMode="auto">
            <a:xfrm>
              <a:off x="2549525" y="881063"/>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6746" name="Rectangle 22">
              <a:extLst>
                <a:ext uri="{FF2B5EF4-FFF2-40B4-BE49-F238E27FC236}">
                  <a16:creationId xmlns:a16="http://schemas.microsoft.com/office/drawing/2014/main" id="{6EC0AFF3-8808-4E45-B24E-3B78CE973179}"/>
                </a:ext>
              </a:extLst>
            </p:cNvPr>
            <p:cNvSpPr>
              <a:spLocks noChangeArrowheads="1"/>
            </p:cNvSpPr>
            <p:nvPr/>
          </p:nvSpPr>
          <p:spPr bwMode="auto">
            <a:xfrm>
              <a:off x="2662237" y="1003300"/>
              <a:ext cx="120650" cy="258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6747" name="Rectangle 23">
              <a:extLst>
                <a:ext uri="{FF2B5EF4-FFF2-40B4-BE49-F238E27FC236}">
                  <a16:creationId xmlns:a16="http://schemas.microsoft.com/office/drawing/2014/main" id="{9A2A5138-9CE8-4CCC-948F-2E3F14619E00}"/>
                </a:ext>
              </a:extLst>
            </p:cNvPr>
            <p:cNvSpPr>
              <a:spLocks noChangeArrowheads="1"/>
            </p:cNvSpPr>
            <p:nvPr/>
          </p:nvSpPr>
          <p:spPr bwMode="auto">
            <a:xfrm>
              <a:off x="2784475" y="881063"/>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6748" name="Rectangle 24">
              <a:extLst>
                <a:ext uri="{FF2B5EF4-FFF2-40B4-BE49-F238E27FC236}">
                  <a16:creationId xmlns:a16="http://schemas.microsoft.com/office/drawing/2014/main" id="{966D2A43-11FF-4CCD-95AE-6974E5B8EC5B}"/>
                </a:ext>
              </a:extLst>
            </p:cNvPr>
            <p:cNvSpPr>
              <a:spLocks noChangeArrowheads="1"/>
            </p:cNvSpPr>
            <p:nvPr/>
          </p:nvSpPr>
          <p:spPr bwMode="auto">
            <a:xfrm>
              <a:off x="2897187" y="1003300"/>
              <a:ext cx="10900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6749" name="Rectangle 25">
              <a:extLst>
                <a:ext uri="{FF2B5EF4-FFF2-40B4-BE49-F238E27FC236}">
                  <a16:creationId xmlns:a16="http://schemas.microsoft.com/office/drawing/2014/main" id="{1B0922A4-194B-4A6F-A079-F12BD30D7300}"/>
                </a:ext>
              </a:extLst>
            </p:cNvPr>
            <p:cNvSpPr>
              <a:spLocks noChangeArrowheads="1"/>
            </p:cNvSpPr>
            <p:nvPr/>
          </p:nvSpPr>
          <p:spPr bwMode="auto">
            <a:xfrm>
              <a:off x="2286000" y="1143000"/>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6750" name="Rectangle 26">
              <a:extLst>
                <a:ext uri="{FF2B5EF4-FFF2-40B4-BE49-F238E27FC236}">
                  <a16:creationId xmlns:a16="http://schemas.microsoft.com/office/drawing/2014/main" id="{EDE17884-1765-420A-842F-95D1E0BDB44A}"/>
                </a:ext>
              </a:extLst>
            </p:cNvPr>
            <p:cNvSpPr>
              <a:spLocks noChangeArrowheads="1"/>
            </p:cNvSpPr>
            <p:nvPr/>
          </p:nvSpPr>
          <p:spPr bwMode="auto">
            <a:xfrm>
              <a:off x="2400300" y="1265238"/>
              <a:ext cx="10900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6751" name="Rectangle 27">
              <a:extLst>
                <a:ext uri="{FF2B5EF4-FFF2-40B4-BE49-F238E27FC236}">
                  <a16:creationId xmlns:a16="http://schemas.microsoft.com/office/drawing/2014/main" id="{E0470E40-F83F-43A4-B80C-D501EC999083}"/>
                </a:ext>
              </a:extLst>
            </p:cNvPr>
            <p:cNvSpPr>
              <a:spLocks noChangeArrowheads="1"/>
            </p:cNvSpPr>
            <p:nvPr/>
          </p:nvSpPr>
          <p:spPr bwMode="auto">
            <a:xfrm>
              <a:off x="3132137" y="1752600"/>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6752" name="Rectangle 28">
              <a:extLst>
                <a:ext uri="{FF2B5EF4-FFF2-40B4-BE49-F238E27FC236}">
                  <a16:creationId xmlns:a16="http://schemas.microsoft.com/office/drawing/2014/main" id="{9DF0995F-575C-4B89-8E28-D01EC600A8FE}"/>
                </a:ext>
              </a:extLst>
            </p:cNvPr>
            <p:cNvSpPr>
              <a:spLocks noChangeArrowheads="1"/>
            </p:cNvSpPr>
            <p:nvPr/>
          </p:nvSpPr>
          <p:spPr bwMode="auto">
            <a:xfrm>
              <a:off x="3678237" y="1752600"/>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6753" name="Rectangle 29">
              <a:extLst>
                <a:ext uri="{FF2B5EF4-FFF2-40B4-BE49-F238E27FC236}">
                  <a16:creationId xmlns:a16="http://schemas.microsoft.com/office/drawing/2014/main" id="{61812E38-6807-4251-B8D8-07B48DCB3413}"/>
                </a:ext>
              </a:extLst>
            </p:cNvPr>
            <p:cNvSpPr>
              <a:spLocks noChangeArrowheads="1"/>
            </p:cNvSpPr>
            <p:nvPr/>
          </p:nvSpPr>
          <p:spPr bwMode="auto">
            <a:xfrm>
              <a:off x="3132137" y="2300288"/>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6754" name="Rectangle 30">
              <a:extLst>
                <a:ext uri="{FF2B5EF4-FFF2-40B4-BE49-F238E27FC236}">
                  <a16:creationId xmlns:a16="http://schemas.microsoft.com/office/drawing/2014/main" id="{B072A2AB-ED6E-4BA7-A401-A7B8259098C4}"/>
                </a:ext>
              </a:extLst>
            </p:cNvPr>
            <p:cNvSpPr>
              <a:spLocks noChangeArrowheads="1"/>
            </p:cNvSpPr>
            <p:nvPr/>
          </p:nvSpPr>
          <p:spPr bwMode="auto">
            <a:xfrm>
              <a:off x="4002087" y="1604963"/>
              <a:ext cx="1104900" cy="108267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6755" name="Line 31">
              <a:extLst>
                <a:ext uri="{FF2B5EF4-FFF2-40B4-BE49-F238E27FC236}">
                  <a16:creationId xmlns:a16="http://schemas.microsoft.com/office/drawing/2014/main" id="{F9A42CD5-DEB6-4915-8A88-65859C07C094}"/>
                </a:ext>
              </a:extLst>
            </p:cNvPr>
            <p:cNvSpPr>
              <a:spLocks noChangeShapeType="1"/>
            </p:cNvSpPr>
            <p:nvPr/>
          </p:nvSpPr>
          <p:spPr bwMode="auto">
            <a:xfrm flipH="1">
              <a:off x="4002087" y="2146300"/>
              <a:ext cx="1104900"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56" name="Line 32">
              <a:extLst>
                <a:ext uri="{FF2B5EF4-FFF2-40B4-BE49-F238E27FC236}">
                  <a16:creationId xmlns:a16="http://schemas.microsoft.com/office/drawing/2014/main" id="{4FE2B1EB-8E0B-42BA-8FDC-58ED416C2BED}"/>
                </a:ext>
              </a:extLst>
            </p:cNvPr>
            <p:cNvSpPr>
              <a:spLocks noChangeShapeType="1"/>
            </p:cNvSpPr>
            <p:nvPr/>
          </p:nvSpPr>
          <p:spPr bwMode="auto">
            <a:xfrm flipV="1">
              <a:off x="4567237" y="1604963"/>
              <a:ext cx="1588" cy="10826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757" name="Rectangle 33">
              <a:extLst>
                <a:ext uri="{FF2B5EF4-FFF2-40B4-BE49-F238E27FC236}">
                  <a16:creationId xmlns:a16="http://schemas.microsoft.com/office/drawing/2014/main" id="{7F1D05F0-A42D-4F9C-939B-E35FD5DE25B5}"/>
                </a:ext>
              </a:extLst>
            </p:cNvPr>
            <p:cNvSpPr>
              <a:spLocks noChangeArrowheads="1"/>
            </p:cNvSpPr>
            <p:nvPr/>
          </p:nvSpPr>
          <p:spPr bwMode="auto">
            <a:xfrm>
              <a:off x="3678237" y="2300288"/>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6758" name="Rectangle 34">
              <a:extLst>
                <a:ext uri="{FF2B5EF4-FFF2-40B4-BE49-F238E27FC236}">
                  <a16:creationId xmlns:a16="http://schemas.microsoft.com/office/drawing/2014/main" id="{1349A2D8-3840-46C1-B205-9C9572146486}"/>
                </a:ext>
              </a:extLst>
            </p:cNvPr>
            <p:cNvSpPr>
              <a:spLocks noChangeArrowheads="1"/>
            </p:cNvSpPr>
            <p:nvPr/>
          </p:nvSpPr>
          <p:spPr bwMode="auto">
            <a:xfrm>
              <a:off x="4225925" y="1752600"/>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6759" name="Rectangle 35">
              <a:extLst>
                <a:ext uri="{FF2B5EF4-FFF2-40B4-BE49-F238E27FC236}">
                  <a16:creationId xmlns:a16="http://schemas.microsoft.com/office/drawing/2014/main" id="{649AB1B2-4ED7-4B54-88C1-C1600EBA0905}"/>
                </a:ext>
              </a:extLst>
            </p:cNvPr>
            <p:cNvSpPr>
              <a:spLocks noChangeArrowheads="1"/>
            </p:cNvSpPr>
            <p:nvPr/>
          </p:nvSpPr>
          <p:spPr bwMode="auto">
            <a:xfrm>
              <a:off x="4770437" y="1752600"/>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6760" name="Rectangle 36">
              <a:extLst>
                <a:ext uri="{FF2B5EF4-FFF2-40B4-BE49-F238E27FC236}">
                  <a16:creationId xmlns:a16="http://schemas.microsoft.com/office/drawing/2014/main" id="{ECDCDBFD-D039-4F39-BB7C-2ED5818BB80A}"/>
                </a:ext>
              </a:extLst>
            </p:cNvPr>
            <p:cNvSpPr>
              <a:spLocks noChangeArrowheads="1"/>
            </p:cNvSpPr>
            <p:nvPr/>
          </p:nvSpPr>
          <p:spPr bwMode="auto">
            <a:xfrm>
              <a:off x="4225925" y="2300288"/>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6761" name="Rectangle 41">
              <a:extLst>
                <a:ext uri="{FF2B5EF4-FFF2-40B4-BE49-F238E27FC236}">
                  <a16:creationId xmlns:a16="http://schemas.microsoft.com/office/drawing/2014/main" id="{260412DC-7ADF-4071-BCC5-E6EBB48F41C2}"/>
                </a:ext>
              </a:extLst>
            </p:cNvPr>
            <p:cNvSpPr>
              <a:spLocks noChangeArrowheads="1"/>
            </p:cNvSpPr>
            <p:nvPr/>
          </p:nvSpPr>
          <p:spPr bwMode="auto">
            <a:xfrm>
              <a:off x="4770437" y="2300288"/>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6762" name="Rectangle 79">
              <a:extLst>
                <a:ext uri="{FF2B5EF4-FFF2-40B4-BE49-F238E27FC236}">
                  <a16:creationId xmlns:a16="http://schemas.microsoft.com/office/drawing/2014/main" id="{294BEDD0-8DD1-4E4E-9A86-3668D1B40671}"/>
                </a:ext>
              </a:extLst>
            </p:cNvPr>
            <p:cNvSpPr>
              <a:spLocks noChangeArrowheads="1"/>
            </p:cNvSpPr>
            <p:nvPr/>
          </p:nvSpPr>
          <p:spPr bwMode="auto">
            <a:xfrm>
              <a:off x="30749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6763" name="Rectangle 80">
              <a:extLst>
                <a:ext uri="{FF2B5EF4-FFF2-40B4-BE49-F238E27FC236}">
                  <a16:creationId xmlns:a16="http://schemas.microsoft.com/office/drawing/2014/main" id="{EF04CD43-D526-4184-BDCB-4815A219C5C9}"/>
                </a:ext>
              </a:extLst>
            </p:cNvPr>
            <p:cNvSpPr>
              <a:spLocks noChangeArrowheads="1"/>
            </p:cNvSpPr>
            <p:nvPr/>
          </p:nvSpPr>
          <p:spPr bwMode="auto">
            <a:xfrm>
              <a:off x="36210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6764" name="Rectangle 81">
              <a:extLst>
                <a:ext uri="{FF2B5EF4-FFF2-40B4-BE49-F238E27FC236}">
                  <a16:creationId xmlns:a16="http://schemas.microsoft.com/office/drawing/2014/main" id="{0B02EE45-7499-4B6D-A57C-C6EC9B7CED3F}"/>
                </a:ext>
              </a:extLst>
            </p:cNvPr>
            <p:cNvSpPr>
              <a:spLocks noChangeArrowheads="1"/>
            </p:cNvSpPr>
            <p:nvPr/>
          </p:nvSpPr>
          <p:spPr bwMode="auto">
            <a:xfrm>
              <a:off x="41671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6765" name="Rectangle 82">
              <a:extLst>
                <a:ext uri="{FF2B5EF4-FFF2-40B4-BE49-F238E27FC236}">
                  <a16:creationId xmlns:a16="http://schemas.microsoft.com/office/drawing/2014/main" id="{CBA8A73D-393C-40D7-BF17-844BB1BDF21E}"/>
                </a:ext>
              </a:extLst>
            </p:cNvPr>
            <p:cNvSpPr>
              <a:spLocks noChangeArrowheads="1"/>
            </p:cNvSpPr>
            <p:nvPr/>
          </p:nvSpPr>
          <p:spPr bwMode="auto">
            <a:xfrm>
              <a:off x="47132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6766" name="Rectangle 83">
              <a:extLst>
                <a:ext uri="{FF2B5EF4-FFF2-40B4-BE49-F238E27FC236}">
                  <a16:creationId xmlns:a16="http://schemas.microsoft.com/office/drawing/2014/main" id="{E928FA9D-2A5A-4459-AFE8-1762D045A259}"/>
                </a:ext>
              </a:extLst>
            </p:cNvPr>
            <p:cNvSpPr>
              <a:spLocks noChangeArrowheads="1"/>
            </p:cNvSpPr>
            <p:nvPr/>
          </p:nvSpPr>
          <p:spPr bwMode="auto">
            <a:xfrm>
              <a:off x="2657475" y="1752600"/>
              <a:ext cx="134937"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6767" name="Rectangle 85">
              <a:extLst>
                <a:ext uri="{FF2B5EF4-FFF2-40B4-BE49-F238E27FC236}">
                  <a16:creationId xmlns:a16="http://schemas.microsoft.com/office/drawing/2014/main" id="{4CACF85C-B2D6-42CE-8BBE-DAE534A52ED4}"/>
                </a:ext>
              </a:extLst>
            </p:cNvPr>
            <p:cNvSpPr>
              <a:spLocks noChangeArrowheads="1"/>
            </p:cNvSpPr>
            <p:nvPr/>
          </p:nvSpPr>
          <p:spPr bwMode="auto">
            <a:xfrm>
              <a:off x="2644775" y="2300288"/>
              <a:ext cx="134937"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grpSp>
      <p:sp>
        <p:nvSpPr>
          <p:cNvPr id="116740" name="Rectangle 142">
            <a:extLst>
              <a:ext uri="{FF2B5EF4-FFF2-40B4-BE49-F238E27FC236}">
                <a16:creationId xmlns:a16="http://schemas.microsoft.com/office/drawing/2014/main" id="{81DC88CE-99CC-4388-A5A0-C319F8E0A631}"/>
              </a:ext>
            </a:extLst>
          </p:cNvPr>
          <p:cNvSpPr>
            <a:spLocks noChangeArrowheads="1"/>
          </p:cNvSpPr>
          <p:nvPr/>
        </p:nvSpPr>
        <p:spPr bwMode="auto">
          <a:xfrm>
            <a:off x="2447925" y="3001963"/>
            <a:ext cx="173038" cy="2403475"/>
          </a:xfrm>
          <a:prstGeom prst="rect">
            <a:avLst/>
          </a:prstGeom>
          <a:solidFill>
            <a:srgbClr val="FF0000">
              <a:alpha val="36078"/>
            </a:srgbClr>
          </a:solidFill>
          <a:ln w="9525">
            <a:solidFill>
              <a:srgbClr val="FF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7761" name="Group 1">
            <a:extLst>
              <a:ext uri="{FF2B5EF4-FFF2-40B4-BE49-F238E27FC236}">
                <a16:creationId xmlns:a16="http://schemas.microsoft.com/office/drawing/2014/main" id="{E4AF5A8C-7444-4CA8-A493-482372DD49E6}"/>
              </a:ext>
            </a:extLst>
          </p:cNvPr>
          <p:cNvGrpSpPr>
            <a:grpSpLocks/>
          </p:cNvGrpSpPr>
          <p:nvPr/>
        </p:nvGrpSpPr>
        <p:grpSpPr bwMode="auto">
          <a:xfrm>
            <a:off x="879475" y="1666875"/>
            <a:ext cx="3235325" cy="3819525"/>
            <a:chOff x="3013075" y="1666875"/>
            <a:chExt cx="3235325" cy="3819525"/>
          </a:xfrm>
        </p:grpSpPr>
        <p:sp>
          <p:nvSpPr>
            <p:cNvPr id="117792" name="Rectangle 4">
              <a:extLst>
                <a:ext uri="{FF2B5EF4-FFF2-40B4-BE49-F238E27FC236}">
                  <a16:creationId xmlns:a16="http://schemas.microsoft.com/office/drawing/2014/main" id="{FF1E5B0C-BE9A-4903-9062-A4F3B6435CB1}"/>
                </a:ext>
              </a:extLst>
            </p:cNvPr>
            <p:cNvSpPr>
              <a:spLocks noChangeArrowheads="1"/>
            </p:cNvSpPr>
            <p:nvPr/>
          </p:nvSpPr>
          <p:spPr bwMode="auto">
            <a:xfrm>
              <a:off x="3038475" y="1666875"/>
              <a:ext cx="3203575"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793" name="Rectangle 5">
              <a:extLst>
                <a:ext uri="{FF2B5EF4-FFF2-40B4-BE49-F238E27FC236}">
                  <a16:creationId xmlns:a16="http://schemas.microsoft.com/office/drawing/2014/main" id="{A3BBD272-D02C-4751-96F4-2F3FFCCF2A2A}"/>
                </a:ext>
              </a:extLst>
            </p:cNvPr>
            <p:cNvSpPr>
              <a:spLocks noChangeArrowheads="1"/>
            </p:cNvSpPr>
            <p:nvPr/>
          </p:nvSpPr>
          <p:spPr bwMode="auto">
            <a:xfrm>
              <a:off x="3013075" y="1677988"/>
              <a:ext cx="11113"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794" name="Rectangle 6">
              <a:extLst>
                <a:ext uri="{FF2B5EF4-FFF2-40B4-BE49-F238E27FC236}">
                  <a16:creationId xmlns:a16="http://schemas.microsoft.com/office/drawing/2014/main" id="{CA23A7C2-4228-4A7A-A74E-DF68ECDDB650}"/>
                </a:ext>
              </a:extLst>
            </p:cNvPr>
            <p:cNvSpPr>
              <a:spLocks noChangeArrowheads="1"/>
            </p:cNvSpPr>
            <p:nvPr/>
          </p:nvSpPr>
          <p:spPr bwMode="auto">
            <a:xfrm>
              <a:off x="4129088"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795" name="Rectangle 7">
              <a:extLst>
                <a:ext uri="{FF2B5EF4-FFF2-40B4-BE49-F238E27FC236}">
                  <a16:creationId xmlns:a16="http://schemas.microsoft.com/office/drawing/2014/main" id="{DBA32456-D392-419A-A1E3-33EEA9F30BDA}"/>
                </a:ext>
              </a:extLst>
            </p:cNvPr>
            <p:cNvSpPr>
              <a:spLocks noChangeArrowheads="1"/>
            </p:cNvSpPr>
            <p:nvPr/>
          </p:nvSpPr>
          <p:spPr bwMode="auto">
            <a:xfrm>
              <a:off x="3246438" y="1792288"/>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796" name="Rectangle 8">
              <a:extLst>
                <a:ext uri="{FF2B5EF4-FFF2-40B4-BE49-F238E27FC236}">
                  <a16:creationId xmlns:a16="http://schemas.microsoft.com/office/drawing/2014/main" id="{267B10CA-5AF2-4AD6-9C0F-EEEACB2BA13C}"/>
                </a:ext>
              </a:extLst>
            </p:cNvPr>
            <p:cNvSpPr>
              <a:spLocks noChangeArrowheads="1"/>
            </p:cNvSpPr>
            <p:nvPr/>
          </p:nvSpPr>
          <p:spPr bwMode="auto">
            <a:xfrm>
              <a:off x="5219700"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797" name="Rectangle 9">
              <a:extLst>
                <a:ext uri="{FF2B5EF4-FFF2-40B4-BE49-F238E27FC236}">
                  <a16:creationId xmlns:a16="http://schemas.microsoft.com/office/drawing/2014/main" id="{E3C98506-D9FF-4372-BE06-D69959149614}"/>
                </a:ext>
              </a:extLst>
            </p:cNvPr>
            <p:cNvSpPr>
              <a:spLocks noChangeArrowheads="1"/>
            </p:cNvSpPr>
            <p:nvPr/>
          </p:nvSpPr>
          <p:spPr bwMode="auto">
            <a:xfrm>
              <a:off x="4440238" y="1792288"/>
              <a:ext cx="4937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798" name="Rectangle 10">
              <a:extLst>
                <a:ext uri="{FF2B5EF4-FFF2-40B4-BE49-F238E27FC236}">
                  <a16:creationId xmlns:a16="http://schemas.microsoft.com/office/drawing/2014/main" id="{B2DFDEA9-FE83-4F55-9339-879E475DD729}"/>
                </a:ext>
              </a:extLst>
            </p:cNvPr>
            <p:cNvSpPr>
              <a:spLocks noChangeArrowheads="1"/>
            </p:cNvSpPr>
            <p:nvPr/>
          </p:nvSpPr>
          <p:spPr bwMode="auto">
            <a:xfrm>
              <a:off x="6235700"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799" name="Rectangle 11">
              <a:extLst>
                <a:ext uri="{FF2B5EF4-FFF2-40B4-BE49-F238E27FC236}">
                  <a16:creationId xmlns:a16="http://schemas.microsoft.com/office/drawing/2014/main" id="{3DA358AF-295E-4885-97DE-9271745D3D2A}"/>
                </a:ext>
              </a:extLst>
            </p:cNvPr>
            <p:cNvSpPr>
              <a:spLocks noChangeArrowheads="1"/>
            </p:cNvSpPr>
            <p:nvPr/>
          </p:nvSpPr>
          <p:spPr bwMode="auto">
            <a:xfrm>
              <a:off x="3013075" y="2139950"/>
              <a:ext cx="11113"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00" name="Rectangle 12">
              <a:extLst>
                <a:ext uri="{FF2B5EF4-FFF2-40B4-BE49-F238E27FC236}">
                  <a16:creationId xmlns:a16="http://schemas.microsoft.com/office/drawing/2014/main" id="{5E419240-22B7-42D4-99D5-78B7F5E6C2B2}"/>
                </a:ext>
              </a:extLst>
            </p:cNvPr>
            <p:cNvSpPr>
              <a:spLocks noChangeArrowheads="1"/>
            </p:cNvSpPr>
            <p:nvPr/>
          </p:nvSpPr>
          <p:spPr bwMode="auto">
            <a:xfrm>
              <a:off x="5375275" y="1792288"/>
              <a:ext cx="704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Output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01" name="Rectangle 13">
              <a:extLst>
                <a:ext uri="{FF2B5EF4-FFF2-40B4-BE49-F238E27FC236}">
                  <a16:creationId xmlns:a16="http://schemas.microsoft.com/office/drawing/2014/main" id="{C85FEF4F-BBFF-4887-8949-4F829D5C589D}"/>
                </a:ext>
              </a:extLst>
            </p:cNvPr>
            <p:cNvSpPr>
              <a:spLocks noChangeArrowheads="1"/>
            </p:cNvSpPr>
            <p:nvPr/>
          </p:nvSpPr>
          <p:spPr bwMode="auto">
            <a:xfrm>
              <a:off x="4129088"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02" name="Rectangle 14">
              <a:extLst>
                <a:ext uri="{FF2B5EF4-FFF2-40B4-BE49-F238E27FC236}">
                  <a16:creationId xmlns:a16="http://schemas.microsoft.com/office/drawing/2014/main" id="{687EEB8F-2A79-41CA-96B8-F848660E4DBD}"/>
                </a:ext>
              </a:extLst>
            </p:cNvPr>
            <p:cNvSpPr>
              <a:spLocks noChangeArrowheads="1"/>
            </p:cNvSpPr>
            <p:nvPr/>
          </p:nvSpPr>
          <p:spPr bwMode="auto">
            <a:xfrm>
              <a:off x="3387725" y="2141538"/>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03" name="Rectangle 15">
              <a:extLst>
                <a:ext uri="{FF2B5EF4-FFF2-40B4-BE49-F238E27FC236}">
                  <a16:creationId xmlns:a16="http://schemas.microsoft.com/office/drawing/2014/main" id="{1090346E-7BE5-4E73-B351-379B5C41FAB5}"/>
                </a:ext>
              </a:extLst>
            </p:cNvPr>
            <p:cNvSpPr>
              <a:spLocks noChangeArrowheads="1"/>
            </p:cNvSpPr>
            <p:nvPr/>
          </p:nvSpPr>
          <p:spPr bwMode="auto">
            <a:xfrm>
              <a:off x="5219700"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04" name="Rectangle 16">
              <a:extLst>
                <a:ext uri="{FF2B5EF4-FFF2-40B4-BE49-F238E27FC236}">
                  <a16:creationId xmlns:a16="http://schemas.microsoft.com/office/drawing/2014/main" id="{4302C6B5-CA28-484B-A122-EF146A1287DC}"/>
                </a:ext>
              </a:extLst>
            </p:cNvPr>
            <p:cNvSpPr>
              <a:spLocks noChangeArrowheads="1"/>
            </p:cNvSpPr>
            <p:nvPr/>
          </p:nvSpPr>
          <p:spPr bwMode="auto">
            <a:xfrm>
              <a:off x="6235700"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05" name="Rectangle 17">
              <a:extLst>
                <a:ext uri="{FF2B5EF4-FFF2-40B4-BE49-F238E27FC236}">
                  <a16:creationId xmlns:a16="http://schemas.microsoft.com/office/drawing/2014/main" id="{1A654A2C-0A92-4476-8646-38D7FD361787}"/>
                </a:ext>
              </a:extLst>
            </p:cNvPr>
            <p:cNvSpPr>
              <a:spLocks noChangeArrowheads="1"/>
            </p:cNvSpPr>
            <p:nvPr/>
          </p:nvSpPr>
          <p:spPr bwMode="auto">
            <a:xfrm>
              <a:off x="3013075" y="2495550"/>
              <a:ext cx="11113"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06" name="Rectangle 18">
              <a:extLst>
                <a:ext uri="{FF2B5EF4-FFF2-40B4-BE49-F238E27FC236}">
                  <a16:creationId xmlns:a16="http://schemas.microsoft.com/office/drawing/2014/main" id="{871F8DF9-371C-4579-AEEB-D241D224415E}"/>
                </a:ext>
              </a:extLst>
            </p:cNvPr>
            <p:cNvSpPr>
              <a:spLocks noChangeArrowheads="1"/>
            </p:cNvSpPr>
            <p:nvPr/>
          </p:nvSpPr>
          <p:spPr bwMode="auto">
            <a:xfrm>
              <a:off x="4452938" y="2141538"/>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07" name="Rectangle 19">
              <a:extLst>
                <a:ext uri="{FF2B5EF4-FFF2-40B4-BE49-F238E27FC236}">
                  <a16:creationId xmlns:a16="http://schemas.microsoft.com/office/drawing/2014/main" id="{4757400E-C7BE-46B8-A484-0E4E03F1D19B}"/>
                </a:ext>
              </a:extLst>
            </p:cNvPr>
            <p:cNvSpPr>
              <a:spLocks noChangeArrowheads="1"/>
            </p:cNvSpPr>
            <p:nvPr/>
          </p:nvSpPr>
          <p:spPr bwMode="auto">
            <a:xfrm>
              <a:off x="3262313" y="2490788"/>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08" name="Rectangle 20">
              <a:extLst>
                <a:ext uri="{FF2B5EF4-FFF2-40B4-BE49-F238E27FC236}">
                  <a16:creationId xmlns:a16="http://schemas.microsoft.com/office/drawing/2014/main" id="{A70F970A-8AF1-4FA6-8B2A-2A9893D22328}"/>
                </a:ext>
              </a:extLst>
            </p:cNvPr>
            <p:cNvSpPr>
              <a:spLocks noChangeArrowheads="1"/>
            </p:cNvSpPr>
            <p:nvPr/>
          </p:nvSpPr>
          <p:spPr bwMode="auto">
            <a:xfrm>
              <a:off x="3387725"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09" name="Rectangle 21">
              <a:extLst>
                <a:ext uri="{FF2B5EF4-FFF2-40B4-BE49-F238E27FC236}">
                  <a16:creationId xmlns:a16="http://schemas.microsoft.com/office/drawing/2014/main" id="{1C2DCEC4-8652-4D76-A094-D68E387C0AC8}"/>
                </a:ext>
              </a:extLst>
            </p:cNvPr>
            <p:cNvSpPr>
              <a:spLocks noChangeArrowheads="1"/>
            </p:cNvSpPr>
            <p:nvPr/>
          </p:nvSpPr>
          <p:spPr bwMode="auto">
            <a:xfrm>
              <a:off x="3498850" y="2490788"/>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10" name="Rectangle 22">
              <a:extLst>
                <a:ext uri="{FF2B5EF4-FFF2-40B4-BE49-F238E27FC236}">
                  <a16:creationId xmlns:a16="http://schemas.microsoft.com/office/drawing/2014/main" id="{809510D3-BC19-4F87-9BCB-98E9D072E498}"/>
                </a:ext>
              </a:extLst>
            </p:cNvPr>
            <p:cNvSpPr>
              <a:spLocks noChangeArrowheads="1"/>
            </p:cNvSpPr>
            <p:nvPr/>
          </p:nvSpPr>
          <p:spPr bwMode="auto">
            <a:xfrm>
              <a:off x="36242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11" name="Rectangle 23">
              <a:extLst>
                <a:ext uri="{FF2B5EF4-FFF2-40B4-BE49-F238E27FC236}">
                  <a16:creationId xmlns:a16="http://schemas.microsoft.com/office/drawing/2014/main" id="{F93D1F78-BAA4-45D1-9EAB-D4CD89A041D7}"/>
                </a:ext>
              </a:extLst>
            </p:cNvPr>
            <p:cNvSpPr>
              <a:spLocks noChangeArrowheads="1"/>
            </p:cNvSpPr>
            <p:nvPr/>
          </p:nvSpPr>
          <p:spPr bwMode="auto">
            <a:xfrm>
              <a:off x="3738563" y="2490788"/>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12" name="Rectangle 24">
              <a:extLst>
                <a:ext uri="{FF2B5EF4-FFF2-40B4-BE49-F238E27FC236}">
                  <a16:creationId xmlns:a16="http://schemas.microsoft.com/office/drawing/2014/main" id="{86DF7010-9CE7-4476-BB4C-14755E5CD713}"/>
                </a:ext>
              </a:extLst>
            </p:cNvPr>
            <p:cNvSpPr>
              <a:spLocks noChangeArrowheads="1"/>
            </p:cNvSpPr>
            <p:nvPr/>
          </p:nvSpPr>
          <p:spPr bwMode="auto">
            <a:xfrm>
              <a:off x="4129088"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13" name="Rectangle 25">
              <a:extLst>
                <a:ext uri="{FF2B5EF4-FFF2-40B4-BE49-F238E27FC236}">
                  <a16:creationId xmlns:a16="http://schemas.microsoft.com/office/drawing/2014/main" id="{5C2D03A8-FE3C-47FE-AA54-63885741F25A}"/>
                </a:ext>
              </a:extLst>
            </p:cNvPr>
            <p:cNvSpPr>
              <a:spLocks noChangeArrowheads="1"/>
            </p:cNvSpPr>
            <p:nvPr/>
          </p:nvSpPr>
          <p:spPr bwMode="auto">
            <a:xfrm>
              <a:off x="386238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14" name="Rectangle 26">
              <a:extLst>
                <a:ext uri="{FF2B5EF4-FFF2-40B4-BE49-F238E27FC236}">
                  <a16:creationId xmlns:a16="http://schemas.microsoft.com/office/drawing/2014/main" id="{3161F0CA-8244-4558-8E7D-9DFD4DBE2717}"/>
                </a:ext>
              </a:extLst>
            </p:cNvPr>
            <p:cNvSpPr>
              <a:spLocks noChangeArrowheads="1"/>
            </p:cNvSpPr>
            <p:nvPr/>
          </p:nvSpPr>
          <p:spPr bwMode="auto">
            <a:xfrm>
              <a:off x="4295775" y="2490788"/>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15" name="Rectangle 27">
              <a:extLst>
                <a:ext uri="{FF2B5EF4-FFF2-40B4-BE49-F238E27FC236}">
                  <a16:creationId xmlns:a16="http://schemas.microsoft.com/office/drawing/2014/main" id="{5245DBEE-1892-402F-89C3-1EFE45A16076}"/>
                </a:ext>
              </a:extLst>
            </p:cNvPr>
            <p:cNvSpPr>
              <a:spLocks noChangeArrowheads="1"/>
            </p:cNvSpPr>
            <p:nvPr/>
          </p:nvSpPr>
          <p:spPr bwMode="auto">
            <a:xfrm>
              <a:off x="44402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16" name="Rectangle 28">
              <a:extLst>
                <a:ext uri="{FF2B5EF4-FFF2-40B4-BE49-F238E27FC236}">
                  <a16:creationId xmlns:a16="http://schemas.microsoft.com/office/drawing/2014/main" id="{D413185C-2DFD-46EB-98F0-C2435AA6CD0C}"/>
                </a:ext>
              </a:extLst>
            </p:cNvPr>
            <p:cNvSpPr>
              <a:spLocks noChangeArrowheads="1"/>
            </p:cNvSpPr>
            <p:nvPr/>
          </p:nvSpPr>
          <p:spPr bwMode="auto">
            <a:xfrm>
              <a:off x="4556125" y="2490788"/>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17" name="Rectangle 29">
              <a:extLst>
                <a:ext uri="{FF2B5EF4-FFF2-40B4-BE49-F238E27FC236}">
                  <a16:creationId xmlns:a16="http://schemas.microsoft.com/office/drawing/2014/main" id="{317E19F2-D8C4-44D1-988A-6A500ADBF026}"/>
                </a:ext>
              </a:extLst>
            </p:cNvPr>
            <p:cNvSpPr>
              <a:spLocks noChangeArrowheads="1"/>
            </p:cNvSpPr>
            <p:nvPr/>
          </p:nvSpPr>
          <p:spPr bwMode="auto">
            <a:xfrm>
              <a:off x="4702175"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18" name="Rectangle 30">
              <a:extLst>
                <a:ext uri="{FF2B5EF4-FFF2-40B4-BE49-F238E27FC236}">
                  <a16:creationId xmlns:a16="http://schemas.microsoft.com/office/drawing/2014/main" id="{F75388FF-7075-422E-9E92-DA60192B0A34}"/>
                </a:ext>
              </a:extLst>
            </p:cNvPr>
            <p:cNvSpPr>
              <a:spLocks noChangeArrowheads="1"/>
            </p:cNvSpPr>
            <p:nvPr/>
          </p:nvSpPr>
          <p:spPr bwMode="auto">
            <a:xfrm>
              <a:off x="4814888" y="2490788"/>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19" name="Rectangle 31">
              <a:extLst>
                <a:ext uri="{FF2B5EF4-FFF2-40B4-BE49-F238E27FC236}">
                  <a16:creationId xmlns:a16="http://schemas.microsoft.com/office/drawing/2014/main" id="{671157AC-4A5C-4D10-80B4-F0D0BCCD88C8}"/>
                </a:ext>
              </a:extLst>
            </p:cNvPr>
            <p:cNvSpPr>
              <a:spLocks noChangeArrowheads="1"/>
            </p:cNvSpPr>
            <p:nvPr/>
          </p:nvSpPr>
          <p:spPr bwMode="auto">
            <a:xfrm>
              <a:off x="5219700"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20" name="Rectangle 32">
              <a:extLst>
                <a:ext uri="{FF2B5EF4-FFF2-40B4-BE49-F238E27FC236}">
                  <a16:creationId xmlns:a16="http://schemas.microsoft.com/office/drawing/2014/main" id="{1B800676-574F-40E9-A5ED-83C6F79AD6CE}"/>
                </a:ext>
              </a:extLst>
            </p:cNvPr>
            <p:cNvSpPr>
              <a:spLocks noChangeArrowheads="1"/>
            </p:cNvSpPr>
            <p:nvPr/>
          </p:nvSpPr>
          <p:spPr bwMode="auto">
            <a:xfrm>
              <a:off x="49609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21" name="Rectangle 33">
              <a:extLst>
                <a:ext uri="{FF2B5EF4-FFF2-40B4-BE49-F238E27FC236}">
                  <a16:creationId xmlns:a16="http://schemas.microsoft.com/office/drawing/2014/main" id="{E53DAD56-AD7A-47F1-B704-2C9334C0E691}"/>
                </a:ext>
              </a:extLst>
            </p:cNvPr>
            <p:cNvSpPr>
              <a:spLocks noChangeArrowheads="1"/>
            </p:cNvSpPr>
            <p:nvPr/>
          </p:nvSpPr>
          <p:spPr bwMode="auto">
            <a:xfrm>
              <a:off x="5384800"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22" name="Rectangle 34">
              <a:extLst>
                <a:ext uri="{FF2B5EF4-FFF2-40B4-BE49-F238E27FC236}">
                  <a16:creationId xmlns:a16="http://schemas.microsoft.com/office/drawing/2014/main" id="{1DB09EB1-80C9-495C-B20B-4CB6DB8A8DAB}"/>
                </a:ext>
              </a:extLst>
            </p:cNvPr>
            <p:cNvSpPr>
              <a:spLocks noChangeArrowheads="1"/>
            </p:cNvSpPr>
            <p:nvPr/>
          </p:nvSpPr>
          <p:spPr bwMode="auto">
            <a:xfrm>
              <a:off x="55038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23" name="Rectangle 35">
              <a:extLst>
                <a:ext uri="{FF2B5EF4-FFF2-40B4-BE49-F238E27FC236}">
                  <a16:creationId xmlns:a16="http://schemas.microsoft.com/office/drawing/2014/main" id="{B9F26222-5E66-4D89-8B59-AA2F9267BB61}"/>
                </a:ext>
              </a:extLst>
            </p:cNvPr>
            <p:cNvSpPr>
              <a:spLocks noChangeArrowheads="1"/>
            </p:cNvSpPr>
            <p:nvPr/>
          </p:nvSpPr>
          <p:spPr bwMode="auto">
            <a:xfrm>
              <a:off x="5613400"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24" name="Rectangle 36">
              <a:extLst>
                <a:ext uri="{FF2B5EF4-FFF2-40B4-BE49-F238E27FC236}">
                  <a16:creationId xmlns:a16="http://schemas.microsoft.com/office/drawing/2014/main" id="{EABBB059-C1CC-4C35-9021-C6EDDC6A13AA}"/>
                </a:ext>
              </a:extLst>
            </p:cNvPr>
            <p:cNvSpPr>
              <a:spLocks noChangeArrowheads="1"/>
            </p:cNvSpPr>
            <p:nvPr/>
          </p:nvSpPr>
          <p:spPr bwMode="auto">
            <a:xfrm>
              <a:off x="57324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25" name="Rectangle 37">
              <a:extLst>
                <a:ext uri="{FF2B5EF4-FFF2-40B4-BE49-F238E27FC236}">
                  <a16:creationId xmlns:a16="http://schemas.microsoft.com/office/drawing/2014/main" id="{75E3EAAF-31F1-473F-AC5C-E317052877F0}"/>
                </a:ext>
              </a:extLst>
            </p:cNvPr>
            <p:cNvSpPr>
              <a:spLocks noChangeArrowheads="1"/>
            </p:cNvSpPr>
            <p:nvPr/>
          </p:nvSpPr>
          <p:spPr bwMode="auto">
            <a:xfrm>
              <a:off x="5845175"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26" name="Rectangle 38">
              <a:extLst>
                <a:ext uri="{FF2B5EF4-FFF2-40B4-BE49-F238E27FC236}">
                  <a16:creationId xmlns:a16="http://schemas.microsoft.com/office/drawing/2014/main" id="{559B82D5-A2C3-4362-9967-7D11E2D75C5B}"/>
                </a:ext>
              </a:extLst>
            </p:cNvPr>
            <p:cNvSpPr>
              <a:spLocks noChangeArrowheads="1"/>
            </p:cNvSpPr>
            <p:nvPr/>
          </p:nvSpPr>
          <p:spPr bwMode="auto">
            <a:xfrm>
              <a:off x="6235700"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27" name="Rectangle 39">
              <a:extLst>
                <a:ext uri="{FF2B5EF4-FFF2-40B4-BE49-F238E27FC236}">
                  <a16:creationId xmlns:a16="http://schemas.microsoft.com/office/drawing/2014/main" id="{E23BAEB4-D7F0-4899-899E-F0118065C512}"/>
                </a:ext>
              </a:extLst>
            </p:cNvPr>
            <p:cNvSpPr>
              <a:spLocks noChangeArrowheads="1"/>
            </p:cNvSpPr>
            <p:nvPr/>
          </p:nvSpPr>
          <p:spPr bwMode="auto">
            <a:xfrm>
              <a:off x="3038475" y="2833688"/>
              <a:ext cx="3203575"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28" name="Rectangle 40">
              <a:extLst>
                <a:ext uri="{FF2B5EF4-FFF2-40B4-BE49-F238E27FC236}">
                  <a16:creationId xmlns:a16="http://schemas.microsoft.com/office/drawing/2014/main" id="{64AAC350-90BB-4A2A-9504-B88D1FAD0534}"/>
                </a:ext>
              </a:extLst>
            </p:cNvPr>
            <p:cNvSpPr>
              <a:spLocks noChangeArrowheads="1"/>
            </p:cNvSpPr>
            <p:nvPr/>
          </p:nvSpPr>
          <p:spPr bwMode="auto">
            <a:xfrm>
              <a:off x="3013075" y="2846388"/>
              <a:ext cx="11113"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29" name="Rectangle 41">
              <a:extLst>
                <a:ext uri="{FF2B5EF4-FFF2-40B4-BE49-F238E27FC236}">
                  <a16:creationId xmlns:a16="http://schemas.microsoft.com/office/drawing/2014/main" id="{E0A1DF76-37E3-4966-85B8-66C30BF656C3}"/>
                </a:ext>
              </a:extLst>
            </p:cNvPr>
            <p:cNvSpPr>
              <a:spLocks noChangeArrowheads="1"/>
            </p:cNvSpPr>
            <p:nvPr/>
          </p:nvSpPr>
          <p:spPr bwMode="auto">
            <a:xfrm>
              <a:off x="59642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30" name="Rectangle 42">
              <a:extLst>
                <a:ext uri="{FF2B5EF4-FFF2-40B4-BE49-F238E27FC236}">
                  <a16:creationId xmlns:a16="http://schemas.microsoft.com/office/drawing/2014/main" id="{6E10A859-790B-4A40-BE18-7B966D3C7DBD}"/>
                </a:ext>
              </a:extLst>
            </p:cNvPr>
            <p:cNvSpPr>
              <a:spLocks noChangeArrowheads="1"/>
            </p:cNvSpPr>
            <p:nvPr/>
          </p:nvSpPr>
          <p:spPr bwMode="auto">
            <a:xfrm>
              <a:off x="4129088"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31" name="Rectangle 43">
              <a:extLst>
                <a:ext uri="{FF2B5EF4-FFF2-40B4-BE49-F238E27FC236}">
                  <a16:creationId xmlns:a16="http://schemas.microsoft.com/office/drawing/2014/main" id="{2288380E-4D99-4B65-9451-3AA5101DC031}"/>
                </a:ext>
              </a:extLst>
            </p:cNvPr>
            <p:cNvSpPr>
              <a:spLocks noChangeArrowheads="1"/>
            </p:cNvSpPr>
            <p:nvPr/>
          </p:nvSpPr>
          <p:spPr bwMode="auto">
            <a:xfrm>
              <a:off x="3335338" y="29575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32" name="Rectangle 44">
              <a:extLst>
                <a:ext uri="{FF2B5EF4-FFF2-40B4-BE49-F238E27FC236}">
                  <a16:creationId xmlns:a16="http://schemas.microsoft.com/office/drawing/2014/main" id="{31D32C01-DCD6-46E9-A323-4948309C0F36}"/>
                </a:ext>
              </a:extLst>
            </p:cNvPr>
            <p:cNvSpPr>
              <a:spLocks noChangeArrowheads="1"/>
            </p:cNvSpPr>
            <p:nvPr/>
          </p:nvSpPr>
          <p:spPr bwMode="auto">
            <a:xfrm>
              <a:off x="4465638" y="2957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33" name="Rectangle 45">
              <a:extLst>
                <a:ext uri="{FF2B5EF4-FFF2-40B4-BE49-F238E27FC236}">
                  <a16:creationId xmlns:a16="http://schemas.microsoft.com/office/drawing/2014/main" id="{236754A9-3EA1-4F6A-9A8E-C75624054D77}"/>
                </a:ext>
              </a:extLst>
            </p:cNvPr>
            <p:cNvSpPr>
              <a:spLocks noChangeArrowheads="1"/>
            </p:cNvSpPr>
            <p:nvPr/>
          </p:nvSpPr>
          <p:spPr bwMode="auto">
            <a:xfrm>
              <a:off x="5219700"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34" name="Rectangle 46">
              <a:extLst>
                <a:ext uri="{FF2B5EF4-FFF2-40B4-BE49-F238E27FC236}">
                  <a16:creationId xmlns:a16="http://schemas.microsoft.com/office/drawing/2014/main" id="{43AEE1DB-A4B1-413A-A297-D325692530E6}"/>
                </a:ext>
              </a:extLst>
            </p:cNvPr>
            <p:cNvSpPr>
              <a:spLocks noChangeArrowheads="1"/>
            </p:cNvSpPr>
            <p:nvPr/>
          </p:nvSpPr>
          <p:spPr bwMode="auto">
            <a:xfrm>
              <a:off x="4618038" y="29575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35" name="Rectangle 47">
              <a:extLst>
                <a:ext uri="{FF2B5EF4-FFF2-40B4-BE49-F238E27FC236}">
                  <a16:creationId xmlns:a16="http://schemas.microsoft.com/office/drawing/2014/main" id="{0CEA725B-DEE2-42FA-B1D4-8891DF6E3B11}"/>
                </a:ext>
              </a:extLst>
            </p:cNvPr>
            <p:cNvSpPr>
              <a:spLocks noChangeArrowheads="1"/>
            </p:cNvSpPr>
            <p:nvPr/>
          </p:nvSpPr>
          <p:spPr bwMode="auto">
            <a:xfrm>
              <a:off x="5518150" y="2957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36" name="Rectangle 48">
              <a:extLst>
                <a:ext uri="{FF2B5EF4-FFF2-40B4-BE49-F238E27FC236}">
                  <a16:creationId xmlns:a16="http://schemas.microsoft.com/office/drawing/2014/main" id="{7055D46A-65E9-4E3E-A917-7663E7FB1CCB}"/>
                </a:ext>
              </a:extLst>
            </p:cNvPr>
            <p:cNvSpPr>
              <a:spLocks noChangeArrowheads="1"/>
            </p:cNvSpPr>
            <p:nvPr/>
          </p:nvSpPr>
          <p:spPr bwMode="auto">
            <a:xfrm>
              <a:off x="6235700"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37" name="Rectangle 49">
              <a:extLst>
                <a:ext uri="{FF2B5EF4-FFF2-40B4-BE49-F238E27FC236}">
                  <a16:creationId xmlns:a16="http://schemas.microsoft.com/office/drawing/2014/main" id="{CB7537FA-0BFC-457F-8A78-EDBCF73ABACA}"/>
                </a:ext>
              </a:extLst>
            </p:cNvPr>
            <p:cNvSpPr>
              <a:spLocks noChangeArrowheads="1"/>
            </p:cNvSpPr>
            <p:nvPr/>
          </p:nvSpPr>
          <p:spPr bwMode="auto">
            <a:xfrm>
              <a:off x="3013075" y="3303588"/>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38" name="Rectangle 50">
              <a:extLst>
                <a:ext uri="{FF2B5EF4-FFF2-40B4-BE49-F238E27FC236}">
                  <a16:creationId xmlns:a16="http://schemas.microsoft.com/office/drawing/2014/main" id="{EC60EA2E-9144-4C18-9CB7-707707F426BE}"/>
                </a:ext>
              </a:extLst>
            </p:cNvPr>
            <p:cNvSpPr>
              <a:spLocks noChangeArrowheads="1"/>
            </p:cNvSpPr>
            <p:nvPr/>
          </p:nvSpPr>
          <p:spPr bwMode="auto">
            <a:xfrm>
              <a:off x="5657850" y="29575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39" name="Rectangle 51">
              <a:extLst>
                <a:ext uri="{FF2B5EF4-FFF2-40B4-BE49-F238E27FC236}">
                  <a16:creationId xmlns:a16="http://schemas.microsoft.com/office/drawing/2014/main" id="{58B2D7BE-4E6C-4279-A109-487E085A8429}"/>
                </a:ext>
              </a:extLst>
            </p:cNvPr>
            <p:cNvSpPr>
              <a:spLocks noChangeArrowheads="1"/>
            </p:cNvSpPr>
            <p:nvPr/>
          </p:nvSpPr>
          <p:spPr bwMode="auto">
            <a:xfrm>
              <a:off x="4129088"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40" name="Rectangle 52">
              <a:extLst>
                <a:ext uri="{FF2B5EF4-FFF2-40B4-BE49-F238E27FC236}">
                  <a16:creationId xmlns:a16="http://schemas.microsoft.com/office/drawing/2014/main" id="{F55FFAFC-6636-4D76-A922-627F24820E20}"/>
                </a:ext>
              </a:extLst>
            </p:cNvPr>
            <p:cNvSpPr>
              <a:spLocks noChangeArrowheads="1"/>
            </p:cNvSpPr>
            <p:nvPr/>
          </p:nvSpPr>
          <p:spPr bwMode="auto">
            <a:xfrm>
              <a:off x="3335338" y="330676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41" name="Rectangle 53">
              <a:extLst>
                <a:ext uri="{FF2B5EF4-FFF2-40B4-BE49-F238E27FC236}">
                  <a16:creationId xmlns:a16="http://schemas.microsoft.com/office/drawing/2014/main" id="{4132595B-C721-4F51-B779-F36660CC5402}"/>
                </a:ext>
              </a:extLst>
            </p:cNvPr>
            <p:cNvSpPr>
              <a:spLocks noChangeArrowheads="1"/>
            </p:cNvSpPr>
            <p:nvPr/>
          </p:nvSpPr>
          <p:spPr bwMode="auto">
            <a:xfrm>
              <a:off x="4465638" y="33067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42" name="Rectangle 54">
              <a:extLst>
                <a:ext uri="{FF2B5EF4-FFF2-40B4-BE49-F238E27FC236}">
                  <a16:creationId xmlns:a16="http://schemas.microsoft.com/office/drawing/2014/main" id="{407B6EB3-BB86-496A-8E14-58270CA72778}"/>
                </a:ext>
              </a:extLst>
            </p:cNvPr>
            <p:cNvSpPr>
              <a:spLocks noChangeArrowheads="1"/>
            </p:cNvSpPr>
            <p:nvPr/>
          </p:nvSpPr>
          <p:spPr bwMode="auto">
            <a:xfrm>
              <a:off x="5219700"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43" name="Rectangle 55">
              <a:extLst>
                <a:ext uri="{FF2B5EF4-FFF2-40B4-BE49-F238E27FC236}">
                  <a16:creationId xmlns:a16="http://schemas.microsoft.com/office/drawing/2014/main" id="{283B9BF3-2D11-46C3-91EC-168F8D4D8158}"/>
                </a:ext>
              </a:extLst>
            </p:cNvPr>
            <p:cNvSpPr>
              <a:spLocks noChangeArrowheads="1"/>
            </p:cNvSpPr>
            <p:nvPr/>
          </p:nvSpPr>
          <p:spPr bwMode="auto">
            <a:xfrm>
              <a:off x="4618038" y="33067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44" name="Rectangle 56">
              <a:extLst>
                <a:ext uri="{FF2B5EF4-FFF2-40B4-BE49-F238E27FC236}">
                  <a16:creationId xmlns:a16="http://schemas.microsoft.com/office/drawing/2014/main" id="{32EBD4E2-3221-4E26-B91D-5FC2E970F1DE}"/>
                </a:ext>
              </a:extLst>
            </p:cNvPr>
            <p:cNvSpPr>
              <a:spLocks noChangeArrowheads="1"/>
            </p:cNvSpPr>
            <p:nvPr/>
          </p:nvSpPr>
          <p:spPr bwMode="auto">
            <a:xfrm>
              <a:off x="5518150" y="33067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45" name="Rectangle 57">
              <a:extLst>
                <a:ext uri="{FF2B5EF4-FFF2-40B4-BE49-F238E27FC236}">
                  <a16:creationId xmlns:a16="http://schemas.microsoft.com/office/drawing/2014/main" id="{DC9C6DB7-1D62-4C29-B0F3-C7958623C8B2}"/>
                </a:ext>
              </a:extLst>
            </p:cNvPr>
            <p:cNvSpPr>
              <a:spLocks noChangeArrowheads="1"/>
            </p:cNvSpPr>
            <p:nvPr/>
          </p:nvSpPr>
          <p:spPr bwMode="auto">
            <a:xfrm>
              <a:off x="6235700"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46" name="Rectangle 58">
              <a:extLst>
                <a:ext uri="{FF2B5EF4-FFF2-40B4-BE49-F238E27FC236}">
                  <a16:creationId xmlns:a16="http://schemas.microsoft.com/office/drawing/2014/main" id="{1E1F58CA-6B6B-4A6C-BA32-8F5767EF37E5}"/>
                </a:ext>
              </a:extLst>
            </p:cNvPr>
            <p:cNvSpPr>
              <a:spLocks noChangeArrowheads="1"/>
            </p:cNvSpPr>
            <p:nvPr/>
          </p:nvSpPr>
          <p:spPr bwMode="auto">
            <a:xfrm>
              <a:off x="3013075" y="3608388"/>
              <a:ext cx="11113"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47" name="Rectangle 59">
              <a:extLst>
                <a:ext uri="{FF2B5EF4-FFF2-40B4-BE49-F238E27FC236}">
                  <a16:creationId xmlns:a16="http://schemas.microsoft.com/office/drawing/2014/main" id="{FCBE7620-4E76-4145-A86C-1D3966453974}"/>
                </a:ext>
              </a:extLst>
            </p:cNvPr>
            <p:cNvSpPr>
              <a:spLocks noChangeArrowheads="1"/>
            </p:cNvSpPr>
            <p:nvPr/>
          </p:nvSpPr>
          <p:spPr bwMode="auto">
            <a:xfrm>
              <a:off x="5657850" y="33067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48" name="Rectangle 60">
              <a:extLst>
                <a:ext uri="{FF2B5EF4-FFF2-40B4-BE49-F238E27FC236}">
                  <a16:creationId xmlns:a16="http://schemas.microsoft.com/office/drawing/2014/main" id="{B9F8C0BE-B164-40C0-BDE6-DD1AAFDA1BE7}"/>
                </a:ext>
              </a:extLst>
            </p:cNvPr>
            <p:cNvSpPr>
              <a:spLocks noChangeArrowheads="1"/>
            </p:cNvSpPr>
            <p:nvPr/>
          </p:nvSpPr>
          <p:spPr bwMode="auto">
            <a:xfrm>
              <a:off x="4129088"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49" name="Rectangle 61">
              <a:extLst>
                <a:ext uri="{FF2B5EF4-FFF2-40B4-BE49-F238E27FC236}">
                  <a16:creationId xmlns:a16="http://schemas.microsoft.com/office/drawing/2014/main" id="{A47F9384-31F9-4447-B67F-84306D336368}"/>
                </a:ext>
              </a:extLst>
            </p:cNvPr>
            <p:cNvSpPr>
              <a:spLocks noChangeArrowheads="1"/>
            </p:cNvSpPr>
            <p:nvPr/>
          </p:nvSpPr>
          <p:spPr bwMode="auto">
            <a:xfrm>
              <a:off x="3335338" y="361156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50" name="Rectangle 62">
              <a:extLst>
                <a:ext uri="{FF2B5EF4-FFF2-40B4-BE49-F238E27FC236}">
                  <a16:creationId xmlns:a16="http://schemas.microsoft.com/office/drawing/2014/main" id="{AFE2072D-566C-479B-8763-26179E6D6E29}"/>
                </a:ext>
              </a:extLst>
            </p:cNvPr>
            <p:cNvSpPr>
              <a:spLocks noChangeArrowheads="1"/>
            </p:cNvSpPr>
            <p:nvPr/>
          </p:nvSpPr>
          <p:spPr bwMode="auto">
            <a:xfrm>
              <a:off x="4465638" y="36115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51" name="Rectangle 63">
              <a:extLst>
                <a:ext uri="{FF2B5EF4-FFF2-40B4-BE49-F238E27FC236}">
                  <a16:creationId xmlns:a16="http://schemas.microsoft.com/office/drawing/2014/main" id="{F57272E0-45FB-4AE1-968D-A92C5B40F9BC}"/>
                </a:ext>
              </a:extLst>
            </p:cNvPr>
            <p:cNvSpPr>
              <a:spLocks noChangeArrowheads="1"/>
            </p:cNvSpPr>
            <p:nvPr/>
          </p:nvSpPr>
          <p:spPr bwMode="auto">
            <a:xfrm>
              <a:off x="5219700"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52" name="Rectangle 64">
              <a:extLst>
                <a:ext uri="{FF2B5EF4-FFF2-40B4-BE49-F238E27FC236}">
                  <a16:creationId xmlns:a16="http://schemas.microsoft.com/office/drawing/2014/main" id="{997A3249-5A4D-4202-8DBF-BFC69F7942BD}"/>
                </a:ext>
              </a:extLst>
            </p:cNvPr>
            <p:cNvSpPr>
              <a:spLocks noChangeArrowheads="1"/>
            </p:cNvSpPr>
            <p:nvPr/>
          </p:nvSpPr>
          <p:spPr bwMode="auto">
            <a:xfrm>
              <a:off x="4618038" y="36115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53" name="Rectangle 65">
              <a:extLst>
                <a:ext uri="{FF2B5EF4-FFF2-40B4-BE49-F238E27FC236}">
                  <a16:creationId xmlns:a16="http://schemas.microsoft.com/office/drawing/2014/main" id="{73B64B02-9890-4695-AA7E-B73D86E32CDA}"/>
                </a:ext>
              </a:extLst>
            </p:cNvPr>
            <p:cNvSpPr>
              <a:spLocks noChangeArrowheads="1"/>
            </p:cNvSpPr>
            <p:nvPr/>
          </p:nvSpPr>
          <p:spPr bwMode="auto">
            <a:xfrm>
              <a:off x="5518150" y="36115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54" name="Rectangle 66">
              <a:extLst>
                <a:ext uri="{FF2B5EF4-FFF2-40B4-BE49-F238E27FC236}">
                  <a16:creationId xmlns:a16="http://schemas.microsoft.com/office/drawing/2014/main" id="{7E2292B8-A112-4EFA-AE87-BE22D74B0CBB}"/>
                </a:ext>
              </a:extLst>
            </p:cNvPr>
            <p:cNvSpPr>
              <a:spLocks noChangeArrowheads="1"/>
            </p:cNvSpPr>
            <p:nvPr/>
          </p:nvSpPr>
          <p:spPr bwMode="auto">
            <a:xfrm>
              <a:off x="6235700"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55" name="Rectangle 67">
              <a:extLst>
                <a:ext uri="{FF2B5EF4-FFF2-40B4-BE49-F238E27FC236}">
                  <a16:creationId xmlns:a16="http://schemas.microsoft.com/office/drawing/2014/main" id="{578C0BE3-9B05-4415-93D5-BFC9435596EF}"/>
                </a:ext>
              </a:extLst>
            </p:cNvPr>
            <p:cNvSpPr>
              <a:spLocks noChangeArrowheads="1"/>
            </p:cNvSpPr>
            <p:nvPr/>
          </p:nvSpPr>
          <p:spPr bwMode="auto">
            <a:xfrm>
              <a:off x="3013075" y="39116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56" name="Rectangle 68">
              <a:extLst>
                <a:ext uri="{FF2B5EF4-FFF2-40B4-BE49-F238E27FC236}">
                  <a16:creationId xmlns:a16="http://schemas.microsoft.com/office/drawing/2014/main" id="{2C1A7E45-2308-4315-8993-E5BCD8404FF1}"/>
                </a:ext>
              </a:extLst>
            </p:cNvPr>
            <p:cNvSpPr>
              <a:spLocks noChangeArrowheads="1"/>
            </p:cNvSpPr>
            <p:nvPr/>
          </p:nvSpPr>
          <p:spPr bwMode="auto">
            <a:xfrm>
              <a:off x="5657850" y="36115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57" name="Rectangle 69">
              <a:extLst>
                <a:ext uri="{FF2B5EF4-FFF2-40B4-BE49-F238E27FC236}">
                  <a16:creationId xmlns:a16="http://schemas.microsoft.com/office/drawing/2014/main" id="{1D12F8BE-D6BE-4354-92A6-F8FF115F6391}"/>
                </a:ext>
              </a:extLst>
            </p:cNvPr>
            <p:cNvSpPr>
              <a:spLocks noChangeArrowheads="1"/>
            </p:cNvSpPr>
            <p:nvPr/>
          </p:nvSpPr>
          <p:spPr bwMode="auto">
            <a:xfrm>
              <a:off x="4129088"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58" name="Rectangle 70">
              <a:extLst>
                <a:ext uri="{FF2B5EF4-FFF2-40B4-BE49-F238E27FC236}">
                  <a16:creationId xmlns:a16="http://schemas.microsoft.com/office/drawing/2014/main" id="{CC43939A-C810-4FDB-843B-4A9646001E47}"/>
                </a:ext>
              </a:extLst>
            </p:cNvPr>
            <p:cNvSpPr>
              <a:spLocks noChangeArrowheads="1"/>
            </p:cNvSpPr>
            <p:nvPr/>
          </p:nvSpPr>
          <p:spPr bwMode="auto">
            <a:xfrm>
              <a:off x="3335338" y="3914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59" name="Rectangle 71">
              <a:extLst>
                <a:ext uri="{FF2B5EF4-FFF2-40B4-BE49-F238E27FC236}">
                  <a16:creationId xmlns:a16="http://schemas.microsoft.com/office/drawing/2014/main" id="{7ED685E5-5CDE-4800-92D7-3CEE7C804E93}"/>
                </a:ext>
              </a:extLst>
            </p:cNvPr>
            <p:cNvSpPr>
              <a:spLocks noChangeArrowheads="1"/>
            </p:cNvSpPr>
            <p:nvPr/>
          </p:nvSpPr>
          <p:spPr bwMode="auto">
            <a:xfrm>
              <a:off x="4465638" y="39147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60" name="Rectangle 72">
              <a:extLst>
                <a:ext uri="{FF2B5EF4-FFF2-40B4-BE49-F238E27FC236}">
                  <a16:creationId xmlns:a16="http://schemas.microsoft.com/office/drawing/2014/main" id="{5051E3C4-7AFC-4278-A351-C7B2954C10BF}"/>
                </a:ext>
              </a:extLst>
            </p:cNvPr>
            <p:cNvSpPr>
              <a:spLocks noChangeArrowheads="1"/>
            </p:cNvSpPr>
            <p:nvPr/>
          </p:nvSpPr>
          <p:spPr bwMode="auto">
            <a:xfrm>
              <a:off x="5219700"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61" name="Rectangle 73">
              <a:extLst>
                <a:ext uri="{FF2B5EF4-FFF2-40B4-BE49-F238E27FC236}">
                  <a16:creationId xmlns:a16="http://schemas.microsoft.com/office/drawing/2014/main" id="{A10768E9-DCE6-4775-9C5E-93B4A9E62410}"/>
                </a:ext>
              </a:extLst>
            </p:cNvPr>
            <p:cNvSpPr>
              <a:spLocks noChangeArrowheads="1"/>
            </p:cNvSpPr>
            <p:nvPr/>
          </p:nvSpPr>
          <p:spPr bwMode="auto">
            <a:xfrm>
              <a:off x="4618038" y="39147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62" name="Rectangle 74">
              <a:extLst>
                <a:ext uri="{FF2B5EF4-FFF2-40B4-BE49-F238E27FC236}">
                  <a16:creationId xmlns:a16="http://schemas.microsoft.com/office/drawing/2014/main" id="{CC187115-4B08-4991-8A30-AEAE6482408B}"/>
                </a:ext>
              </a:extLst>
            </p:cNvPr>
            <p:cNvSpPr>
              <a:spLocks noChangeArrowheads="1"/>
            </p:cNvSpPr>
            <p:nvPr/>
          </p:nvSpPr>
          <p:spPr bwMode="auto">
            <a:xfrm>
              <a:off x="5518150" y="39147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63" name="Rectangle 75">
              <a:extLst>
                <a:ext uri="{FF2B5EF4-FFF2-40B4-BE49-F238E27FC236}">
                  <a16:creationId xmlns:a16="http://schemas.microsoft.com/office/drawing/2014/main" id="{4B309C63-22A2-48E9-BCD9-3E649F5B49E6}"/>
                </a:ext>
              </a:extLst>
            </p:cNvPr>
            <p:cNvSpPr>
              <a:spLocks noChangeArrowheads="1"/>
            </p:cNvSpPr>
            <p:nvPr/>
          </p:nvSpPr>
          <p:spPr bwMode="auto">
            <a:xfrm>
              <a:off x="6235700"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64" name="Rectangle 76">
              <a:extLst>
                <a:ext uri="{FF2B5EF4-FFF2-40B4-BE49-F238E27FC236}">
                  <a16:creationId xmlns:a16="http://schemas.microsoft.com/office/drawing/2014/main" id="{3ED69159-2060-4C0D-8EDC-D715EDA127DA}"/>
                </a:ext>
              </a:extLst>
            </p:cNvPr>
            <p:cNvSpPr>
              <a:spLocks noChangeArrowheads="1"/>
            </p:cNvSpPr>
            <p:nvPr/>
          </p:nvSpPr>
          <p:spPr bwMode="auto">
            <a:xfrm>
              <a:off x="3013075" y="42164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65" name="Rectangle 77">
              <a:extLst>
                <a:ext uri="{FF2B5EF4-FFF2-40B4-BE49-F238E27FC236}">
                  <a16:creationId xmlns:a16="http://schemas.microsoft.com/office/drawing/2014/main" id="{29123392-1850-4022-B6E7-1B7075B40FA4}"/>
                </a:ext>
              </a:extLst>
            </p:cNvPr>
            <p:cNvSpPr>
              <a:spLocks noChangeArrowheads="1"/>
            </p:cNvSpPr>
            <p:nvPr/>
          </p:nvSpPr>
          <p:spPr bwMode="auto">
            <a:xfrm>
              <a:off x="5657850" y="39147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66" name="Rectangle 78">
              <a:extLst>
                <a:ext uri="{FF2B5EF4-FFF2-40B4-BE49-F238E27FC236}">
                  <a16:creationId xmlns:a16="http://schemas.microsoft.com/office/drawing/2014/main" id="{70E308F4-EFBF-4704-8F9E-F49716CD937C}"/>
                </a:ext>
              </a:extLst>
            </p:cNvPr>
            <p:cNvSpPr>
              <a:spLocks noChangeArrowheads="1"/>
            </p:cNvSpPr>
            <p:nvPr/>
          </p:nvSpPr>
          <p:spPr bwMode="auto">
            <a:xfrm>
              <a:off x="4129088"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67" name="Rectangle 79">
              <a:extLst>
                <a:ext uri="{FF2B5EF4-FFF2-40B4-BE49-F238E27FC236}">
                  <a16:creationId xmlns:a16="http://schemas.microsoft.com/office/drawing/2014/main" id="{CE59A2A7-807F-40F1-A552-D0DC87644998}"/>
                </a:ext>
              </a:extLst>
            </p:cNvPr>
            <p:cNvSpPr>
              <a:spLocks noChangeArrowheads="1"/>
            </p:cNvSpPr>
            <p:nvPr/>
          </p:nvSpPr>
          <p:spPr bwMode="auto">
            <a:xfrm>
              <a:off x="3335338" y="4219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68" name="Rectangle 80">
              <a:extLst>
                <a:ext uri="{FF2B5EF4-FFF2-40B4-BE49-F238E27FC236}">
                  <a16:creationId xmlns:a16="http://schemas.microsoft.com/office/drawing/2014/main" id="{2E793011-88E2-42DF-BC9F-F344A8099FE1}"/>
                </a:ext>
              </a:extLst>
            </p:cNvPr>
            <p:cNvSpPr>
              <a:spLocks noChangeArrowheads="1"/>
            </p:cNvSpPr>
            <p:nvPr/>
          </p:nvSpPr>
          <p:spPr bwMode="auto">
            <a:xfrm>
              <a:off x="4465638" y="42195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69" name="Rectangle 81">
              <a:extLst>
                <a:ext uri="{FF2B5EF4-FFF2-40B4-BE49-F238E27FC236}">
                  <a16:creationId xmlns:a16="http://schemas.microsoft.com/office/drawing/2014/main" id="{1B68E12B-27B5-4D21-BFF6-95CA3415F4E7}"/>
                </a:ext>
              </a:extLst>
            </p:cNvPr>
            <p:cNvSpPr>
              <a:spLocks noChangeArrowheads="1"/>
            </p:cNvSpPr>
            <p:nvPr/>
          </p:nvSpPr>
          <p:spPr bwMode="auto">
            <a:xfrm>
              <a:off x="5219700"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70" name="Rectangle 82">
              <a:extLst>
                <a:ext uri="{FF2B5EF4-FFF2-40B4-BE49-F238E27FC236}">
                  <a16:creationId xmlns:a16="http://schemas.microsoft.com/office/drawing/2014/main" id="{F9056CA6-FF99-4E27-9AFD-C0ABFCE8C19F}"/>
                </a:ext>
              </a:extLst>
            </p:cNvPr>
            <p:cNvSpPr>
              <a:spLocks noChangeArrowheads="1"/>
            </p:cNvSpPr>
            <p:nvPr/>
          </p:nvSpPr>
          <p:spPr bwMode="auto">
            <a:xfrm>
              <a:off x="4618038" y="42195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71" name="Rectangle 83">
              <a:extLst>
                <a:ext uri="{FF2B5EF4-FFF2-40B4-BE49-F238E27FC236}">
                  <a16:creationId xmlns:a16="http://schemas.microsoft.com/office/drawing/2014/main" id="{0A338523-B903-4E5C-A4FE-20FF2AB33969}"/>
                </a:ext>
              </a:extLst>
            </p:cNvPr>
            <p:cNvSpPr>
              <a:spLocks noChangeArrowheads="1"/>
            </p:cNvSpPr>
            <p:nvPr/>
          </p:nvSpPr>
          <p:spPr bwMode="auto">
            <a:xfrm>
              <a:off x="5518150" y="42195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72" name="Rectangle 84">
              <a:extLst>
                <a:ext uri="{FF2B5EF4-FFF2-40B4-BE49-F238E27FC236}">
                  <a16:creationId xmlns:a16="http://schemas.microsoft.com/office/drawing/2014/main" id="{E7EB2B74-641E-49EA-9DFB-55A04E83A86A}"/>
                </a:ext>
              </a:extLst>
            </p:cNvPr>
            <p:cNvSpPr>
              <a:spLocks noChangeArrowheads="1"/>
            </p:cNvSpPr>
            <p:nvPr/>
          </p:nvSpPr>
          <p:spPr bwMode="auto">
            <a:xfrm>
              <a:off x="6235700"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73" name="Rectangle 85">
              <a:extLst>
                <a:ext uri="{FF2B5EF4-FFF2-40B4-BE49-F238E27FC236}">
                  <a16:creationId xmlns:a16="http://schemas.microsoft.com/office/drawing/2014/main" id="{A0A4F504-856F-4A90-BF37-D5A9823D7301}"/>
                </a:ext>
              </a:extLst>
            </p:cNvPr>
            <p:cNvSpPr>
              <a:spLocks noChangeArrowheads="1"/>
            </p:cNvSpPr>
            <p:nvPr/>
          </p:nvSpPr>
          <p:spPr bwMode="auto">
            <a:xfrm>
              <a:off x="3013075" y="45212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74" name="Rectangle 86">
              <a:extLst>
                <a:ext uri="{FF2B5EF4-FFF2-40B4-BE49-F238E27FC236}">
                  <a16:creationId xmlns:a16="http://schemas.microsoft.com/office/drawing/2014/main" id="{0D721237-1846-4414-AEB1-93787A011701}"/>
                </a:ext>
              </a:extLst>
            </p:cNvPr>
            <p:cNvSpPr>
              <a:spLocks noChangeArrowheads="1"/>
            </p:cNvSpPr>
            <p:nvPr/>
          </p:nvSpPr>
          <p:spPr bwMode="auto">
            <a:xfrm>
              <a:off x="5657850" y="42195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75" name="Rectangle 87">
              <a:extLst>
                <a:ext uri="{FF2B5EF4-FFF2-40B4-BE49-F238E27FC236}">
                  <a16:creationId xmlns:a16="http://schemas.microsoft.com/office/drawing/2014/main" id="{2BC246EB-F980-4B30-839E-00C2BEC1E45F}"/>
                </a:ext>
              </a:extLst>
            </p:cNvPr>
            <p:cNvSpPr>
              <a:spLocks noChangeArrowheads="1"/>
            </p:cNvSpPr>
            <p:nvPr/>
          </p:nvSpPr>
          <p:spPr bwMode="auto">
            <a:xfrm>
              <a:off x="4129088"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76" name="Rectangle 88">
              <a:extLst>
                <a:ext uri="{FF2B5EF4-FFF2-40B4-BE49-F238E27FC236}">
                  <a16:creationId xmlns:a16="http://schemas.microsoft.com/office/drawing/2014/main" id="{47D90E0E-9F7E-4420-A1FD-9551695E8A60}"/>
                </a:ext>
              </a:extLst>
            </p:cNvPr>
            <p:cNvSpPr>
              <a:spLocks noChangeArrowheads="1"/>
            </p:cNvSpPr>
            <p:nvPr/>
          </p:nvSpPr>
          <p:spPr bwMode="auto">
            <a:xfrm>
              <a:off x="3335338" y="4522788"/>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77" name="Rectangle 89">
              <a:extLst>
                <a:ext uri="{FF2B5EF4-FFF2-40B4-BE49-F238E27FC236}">
                  <a16:creationId xmlns:a16="http://schemas.microsoft.com/office/drawing/2014/main" id="{AA445E94-9A6F-4F09-B868-93B001CBB20E}"/>
                </a:ext>
              </a:extLst>
            </p:cNvPr>
            <p:cNvSpPr>
              <a:spLocks noChangeArrowheads="1"/>
            </p:cNvSpPr>
            <p:nvPr/>
          </p:nvSpPr>
          <p:spPr bwMode="auto">
            <a:xfrm>
              <a:off x="4465638" y="45227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78" name="Rectangle 90">
              <a:extLst>
                <a:ext uri="{FF2B5EF4-FFF2-40B4-BE49-F238E27FC236}">
                  <a16:creationId xmlns:a16="http://schemas.microsoft.com/office/drawing/2014/main" id="{289DE014-E1CF-4777-BD7E-DC263A260299}"/>
                </a:ext>
              </a:extLst>
            </p:cNvPr>
            <p:cNvSpPr>
              <a:spLocks noChangeArrowheads="1"/>
            </p:cNvSpPr>
            <p:nvPr/>
          </p:nvSpPr>
          <p:spPr bwMode="auto">
            <a:xfrm>
              <a:off x="5219700"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79" name="Rectangle 91">
              <a:extLst>
                <a:ext uri="{FF2B5EF4-FFF2-40B4-BE49-F238E27FC236}">
                  <a16:creationId xmlns:a16="http://schemas.microsoft.com/office/drawing/2014/main" id="{1FE8AFC9-E0C2-4FFA-8F90-126563BCDFF0}"/>
                </a:ext>
              </a:extLst>
            </p:cNvPr>
            <p:cNvSpPr>
              <a:spLocks noChangeArrowheads="1"/>
            </p:cNvSpPr>
            <p:nvPr/>
          </p:nvSpPr>
          <p:spPr bwMode="auto">
            <a:xfrm>
              <a:off x="4618038" y="4522788"/>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80" name="Rectangle 92">
              <a:extLst>
                <a:ext uri="{FF2B5EF4-FFF2-40B4-BE49-F238E27FC236}">
                  <a16:creationId xmlns:a16="http://schemas.microsoft.com/office/drawing/2014/main" id="{DD8FD2A8-30BB-4A20-9F63-F1279EC4C6CA}"/>
                </a:ext>
              </a:extLst>
            </p:cNvPr>
            <p:cNvSpPr>
              <a:spLocks noChangeArrowheads="1"/>
            </p:cNvSpPr>
            <p:nvPr/>
          </p:nvSpPr>
          <p:spPr bwMode="auto">
            <a:xfrm>
              <a:off x="5518150" y="45227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81" name="Rectangle 93">
              <a:extLst>
                <a:ext uri="{FF2B5EF4-FFF2-40B4-BE49-F238E27FC236}">
                  <a16:creationId xmlns:a16="http://schemas.microsoft.com/office/drawing/2014/main" id="{57E1B3D4-7849-4133-83F5-F834B64181C6}"/>
                </a:ext>
              </a:extLst>
            </p:cNvPr>
            <p:cNvSpPr>
              <a:spLocks noChangeArrowheads="1"/>
            </p:cNvSpPr>
            <p:nvPr/>
          </p:nvSpPr>
          <p:spPr bwMode="auto">
            <a:xfrm>
              <a:off x="6235700"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82" name="Rectangle 94">
              <a:extLst>
                <a:ext uri="{FF2B5EF4-FFF2-40B4-BE49-F238E27FC236}">
                  <a16:creationId xmlns:a16="http://schemas.microsoft.com/office/drawing/2014/main" id="{D2B289DA-3EB4-4315-9DAE-09C88EF657F1}"/>
                </a:ext>
              </a:extLst>
            </p:cNvPr>
            <p:cNvSpPr>
              <a:spLocks noChangeArrowheads="1"/>
            </p:cNvSpPr>
            <p:nvPr/>
          </p:nvSpPr>
          <p:spPr bwMode="auto">
            <a:xfrm>
              <a:off x="3013075" y="48260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83" name="Rectangle 95">
              <a:extLst>
                <a:ext uri="{FF2B5EF4-FFF2-40B4-BE49-F238E27FC236}">
                  <a16:creationId xmlns:a16="http://schemas.microsoft.com/office/drawing/2014/main" id="{8FA8E2E4-E45D-47AB-B7A0-DB40866BD0A4}"/>
                </a:ext>
              </a:extLst>
            </p:cNvPr>
            <p:cNvSpPr>
              <a:spLocks noChangeArrowheads="1"/>
            </p:cNvSpPr>
            <p:nvPr/>
          </p:nvSpPr>
          <p:spPr bwMode="auto">
            <a:xfrm>
              <a:off x="5657850" y="4522788"/>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84" name="Rectangle 96">
              <a:extLst>
                <a:ext uri="{FF2B5EF4-FFF2-40B4-BE49-F238E27FC236}">
                  <a16:creationId xmlns:a16="http://schemas.microsoft.com/office/drawing/2014/main" id="{384B5118-58B0-49C0-B7B9-671D02297697}"/>
                </a:ext>
              </a:extLst>
            </p:cNvPr>
            <p:cNvSpPr>
              <a:spLocks noChangeArrowheads="1"/>
            </p:cNvSpPr>
            <p:nvPr/>
          </p:nvSpPr>
          <p:spPr bwMode="auto">
            <a:xfrm>
              <a:off x="4129088"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85" name="Rectangle 97">
              <a:extLst>
                <a:ext uri="{FF2B5EF4-FFF2-40B4-BE49-F238E27FC236}">
                  <a16:creationId xmlns:a16="http://schemas.microsoft.com/office/drawing/2014/main" id="{0C61B36C-68B4-447D-B070-DF142F8CDED4}"/>
                </a:ext>
              </a:extLst>
            </p:cNvPr>
            <p:cNvSpPr>
              <a:spLocks noChangeArrowheads="1"/>
            </p:cNvSpPr>
            <p:nvPr/>
          </p:nvSpPr>
          <p:spPr bwMode="auto">
            <a:xfrm>
              <a:off x="3335338" y="48244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86" name="Rectangle 98">
              <a:extLst>
                <a:ext uri="{FF2B5EF4-FFF2-40B4-BE49-F238E27FC236}">
                  <a16:creationId xmlns:a16="http://schemas.microsoft.com/office/drawing/2014/main" id="{C2A16E2D-05B7-4992-9220-20E6125B624E}"/>
                </a:ext>
              </a:extLst>
            </p:cNvPr>
            <p:cNvSpPr>
              <a:spLocks noChangeArrowheads="1"/>
            </p:cNvSpPr>
            <p:nvPr/>
          </p:nvSpPr>
          <p:spPr bwMode="auto">
            <a:xfrm>
              <a:off x="4465638" y="48244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87" name="Rectangle 99">
              <a:extLst>
                <a:ext uri="{FF2B5EF4-FFF2-40B4-BE49-F238E27FC236}">
                  <a16:creationId xmlns:a16="http://schemas.microsoft.com/office/drawing/2014/main" id="{579AAEF3-9464-4344-9694-AF7D66BC83C4}"/>
                </a:ext>
              </a:extLst>
            </p:cNvPr>
            <p:cNvSpPr>
              <a:spLocks noChangeArrowheads="1"/>
            </p:cNvSpPr>
            <p:nvPr/>
          </p:nvSpPr>
          <p:spPr bwMode="auto">
            <a:xfrm>
              <a:off x="5219700"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88" name="Rectangle 100">
              <a:extLst>
                <a:ext uri="{FF2B5EF4-FFF2-40B4-BE49-F238E27FC236}">
                  <a16:creationId xmlns:a16="http://schemas.microsoft.com/office/drawing/2014/main" id="{291399B1-F513-49F6-BDD0-ECA48E3F6F9F}"/>
                </a:ext>
              </a:extLst>
            </p:cNvPr>
            <p:cNvSpPr>
              <a:spLocks noChangeArrowheads="1"/>
            </p:cNvSpPr>
            <p:nvPr/>
          </p:nvSpPr>
          <p:spPr bwMode="auto">
            <a:xfrm>
              <a:off x="4618038" y="48244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89" name="Rectangle 101">
              <a:extLst>
                <a:ext uri="{FF2B5EF4-FFF2-40B4-BE49-F238E27FC236}">
                  <a16:creationId xmlns:a16="http://schemas.microsoft.com/office/drawing/2014/main" id="{26DD25B4-010E-492C-9B76-50A08CD8ADA2}"/>
                </a:ext>
              </a:extLst>
            </p:cNvPr>
            <p:cNvSpPr>
              <a:spLocks noChangeArrowheads="1"/>
            </p:cNvSpPr>
            <p:nvPr/>
          </p:nvSpPr>
          <p:spPr bwMode="auto">
            <a:xfrm>
              <a:off x="5518150" y="48244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90" name="Rectangle 102">
              <a:extLst>
                <a:ext uri="{FF2B5EF4-FFF2-40B4-BE49-F238E27FC236}">
                  <a16:creationId xmlns:a16="http://schemas.microsoft.com/office/drawing/2014/main" id="{AF9F3ED0-6266-4E62-866C-0606F1B153E6}"/>
                </a:ext>
              </a:extLst>
            </p:cNvPr>
            <p:cNvSpPr>
              <a:spLocks noChangeArrowheads="1"/>
            </p:cNvSpPr>
            <p:nvPr/>
          </p:nvSpPr>
          <p:spPr bwMode="auto">
            <a:xfrm>
              <a:off x="6235700"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91" name="Rectangle 103">
              <a:extLst>
                <a:ext uri="{FF2B5EF4-FFF2-40B4-BE49-F238E27FC236}">
                  <a16:creationId xmlns:a16="http://schemas.microsoft.com/office/drawing/2014/main" id="{24550BF3-65A2-4547-A2C2-2A7B42305C5A}"/>
                </a:ext>
              </a:extLst>
            </p:cNvPr>
            <p:cNvSpPr>
              <a:spLocks noChangeArrowheads="1"/>
            </p:cNvSpPr>
            <p:nvPr/>
          </p:nvSpPr>
          <p:spPr bwMode="auto">
            <a:xfrm>
              <a:off x="3013075" y="5135563"/>
              <a:ext cx="11113"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92" name="Rectangle 104">
              <a:extLst>
                <a:ext uri="{FF2B5EF4-FFF2-40B4-BE49-F238E27FC236}">
                  <a16:creationId xmlns:a16="http://schemas.microsoft.com/office/drawing/2014/main" id="{A124A43C-D8B9-45DC-808C-50D68EC5AE7B}"/>
                </a:ext>
              </a:extLst>
            </p:cNvPr>
            <p:cNvSpPr>
              <a:spLocks noChangeArrowheads="1"/>
            </p:cNvSpPr>
            <p:nvPr/>
          </p:nvSpPr>
          <p:spPr bwMode="auto">
            <a:xfrm>
              <a:off x="5657850" y="48244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93" name="Rectangle 105">
              <a:extLst>
                <a:ext uri="{FF2B5EF4-FFF2-40B4-BE49-F238E27FC236}">
                  <a16:creationId xmlns:a16="http://schemas.microsoft.com/office/drawing/2014/main" id="{175CCDB8-0FDF-43FE-B81E-FB1517352918}"/>
                </a:ext>
              </a:extLst>
            </p:cNvPr>
            <p:cNvSpPr>
              <a:spLocks noChangeArrowheads="1"/>
            </p:cNvSpPr>
            <p:nvPr/>
          </p:nvSpPr>
          <p:spPr bwMode="auto">
            <a:xfrm>
              <a:off x="4129088"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94" name="Rectangle 106">
              <a:extLst>
                <a:ext uri="{FF2B5EF4-FFF2-40B4-BE49-F238E27FC236}">
                  <a16:creationId xmlns:a16="http://schemas.microsoft.com/office/drawing/2014/main" id="{E1504B97-F5A6-4297-88FC-056A2D43426D}"/>
                </a:ext>
              </a:extLst>
            </p:cNvPr>
            <p:cNvSpPr>
              <a:spLocks noChangeArrowheads="1"/>
            </p:cNvSpPr>
            <p:nvPr/>
          </p:nvSpPr>
          <p:spPr bwMode="auto">
            <a:xfrm>
              <a:off x="3335338" y="51292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95" name="Rectangle 107">
              <a:extLst>
                <a:ext uri="{FF2B5EF4-FFF2-40B4-BE49-F238E27FC236}">
                  <a16:creationId xmlns:a16="http://schemas.microsoft.com/office/drawing/2014/main" id="{DE820DB6-0E83-49FC-9175-EBAE3B5BAB1A}"/>
                </a:ext>
              </a:extLst>
            </p:cNvPr>
            <p:cNvSpPr>
              <a:spLocks noChangeArrowheads="1"/>
            </p:cNvSpPr>
            <p:nvPr/>
          </p:nvSpPr>
          <p:spPr bwMode="auto">
            <a:xfrm>
              <a:off x="4465638" y="51292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96" name="Rectangle 108">
              <a:extLst>
                <a:ext uri="{FF2B5EF4-FFF2-40B4-BE49-F238E27FC236}">
                  <a16:creationId xmlns:a16="http://schemas.microsoft.com/office/drawing/2014/main" id="{470F4B67-8E2B-48E8-9D19-E9FE9890D3EC}"/>
                </a:ext>
              </a:extLst>
            </p:cNvPr>
            <p:cNvSpPr>
              <a:spLocks noChangeArrowheads="1"/>
            </p:cNvSpPr>
            <p:nvPr/>
          </p:nvSpPr>
          <p:spPr bwMode="auto">
            <a:xfrm>
              <a:off x="5219700"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97" name="Rectangle 109">
              <a:extLst>
                <a:ext uri="{FF2B5EF4-FFF2-40B4-BE49-F238E27FC236}">
                  <a16:creationId xmlns:a16="http://schemas.microsoft.com/office/drawing/2014/main" id="{9F585A91-FDA1-41E9-BDC5-98E0B5435BC2}"/>
                </a:ext>
              </a:extLst>
            </p:cNvPr>
            <p:cNvSpPr>
              <a:spLocks noChangeArrowheads="1"/>
            </p:cNvSpPr>
            <p:nvPr/>
          </p:nvSpPr>
          <p:spPr bwMode="auto">
            <a:xfrm>
              <a:off x="4618038" y="51292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98" name="Rectangle 110">
              <a:extLst>
                <a:ext uri="{FF2B5EF4-FFF2-40B4-BE49-F238E27FC236}">
                  <a16:creationId xmlns:a16="http://schemas.microsoft.com/office/drawing/2014/main" id="{86D36774-39C7-4248-A650-E52AB2EAD734}"/>
                </a:ext>
              </a:extLst>
            </p:cNvPr>
            <p:cNvSpPr>
              <a:spLocks noChangeArrowheads="1"/>
            </p:cNvSpPr>
            <p:nvPr/>
          </p:nvSpPr>
          <p:spPr bwMode="auto">
            <a:xfrm>
              <a:off x="5518150" y="51292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899" name="Rectangle 111">
              <a:extLst>
                <a:ext uri="{FF2B5EF4-FFF2-40B4-BE49-F238E27FC236}">
                  <a16:creationId xmlns:a16="http://schemas.microsoft.com/office/drawing/2014/main" id="{5AAD0377-7753-4EC4-8EAE-A4BF5BE4674E}"/>
                </a:ext>
              </a:extLst>
            </p:cNvPr>
            <p:cNvSpPr>
              <a:spLocks noChangeArrowheads="1"/>
            </p:cNvSpPr>
            <p:nvPr/>
          </p:nvSpPr>
          <p:spPr bwMode="auto">
            <a:xfrm>
              <a:off x="6235700"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900" name="Rectangle 112">
              <a:extLst>
                <a:ext uri="{FF2B5EF4-FFF2-40B4-BE49-F238E27FC236}">
                  <a16:creationId xmlns:a16="http://schemas.microsoft.com/office/drawing/2014/main" id="{B8A46BB9-C45F-474C-B775-9A8E824696E3}"/>
                </a:ext>
              </a:extLst>
            </p:cNvPr>
            <p:cNvSpPr>
              <a:spLocks noChangeArrowheads="1"/>
            </p:cNvSpPr>
            <p:nvPr/>
          </p:nvSpPr>
          <p:spPr bwMode="auto">
            <a:xfrm>
              <a:off x="3038475" y="5473700"/>
              <a:ext cx="3203575"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901" name="Rectangle 113">
              <a:extLst>
                <a:ext uri="{FF2B5EF4-FFF2-40B4-BE49-F238E27FC236}">
                  <a16:creationId xmlns:a16="http://schemas.microsoft.com/office/drawing/2014/main" id="{0EE54E43-4CBA-4D38-A9B7-05AF19A49851}"/>
                </a:ext>
              </a:extLst>
            </p:cNvPr>
            <p:cNvSpPr>
              <a:spLocks noChangeArrowheads="1"/>
            </p:cNvSpPr>
            <p:nvPr/>
          </p:nvSpPr>
          <p:spPr bwMode="auto">
            <a:xfrm>
              <a:off x="5657850" y="51292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7762" name="Title 1">
            <a:extLst>
              <a:ext uri="{FF2B5EF4-FFF2-40B4-BE49-F238E27FC236}">
                <a16:creationId xmlns:a16="http://schemas.microsoft.com/office/drawing/2014/main" id="{2E374FB9-F900-4864-8153-AB4AC9ED4740}"/>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K-map for Y</a:t>
            </a:r>
            <a:r>
              <a:rPr kumimoji="0" lang="en-US" altLang="en-US" sz="3200" b="1" i="0" u="none" strike="noStrike" kern="120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cs typeface="+mn-cs"/>
              </a:rPr>
              <a:t>1</a:t>
            </a:r>
          </a:p>
        </p:txBody>
      </p:sp>
      <p:grpSp>
        <p:nvGrpSpPr>
          <p:cNvPr id="117763" name="Group 114">
            <a:extLst>
              <a:ext uri="{FF2B5EF4-FFF2-40B4-BE49-F238E27FC236}">
                <a16:creationId xmlns:a16="http://schemas.microsoft.com/office/drawing/2014/main" id="{A8F6A9CF-09D2-4057-9194-9B0CFFF0890E}"/>
              </a:ext>
            </a:extLst>
          </p:cNvPr>
          <p:cNvGrpSpPr>
            <a:grpSpLocks/>
          </p:cNvGrpSpPr>
          <p:nvPr/>
        </p:nvGrpSpPr>
        <p:grpSpPr bwMode="auto">
          <a:xfrm>
            <a:off x="5562600" y="2438400"/>
            <a:ext cx="2820988" cy="1806575"/>
            <a:chOff x="2286000" y="881063"/>
            <a:chExt cx="2820987" cy="1806575"/>
          </a:xfrm>
        </p:grpSpPr>
        <p:sp>
          <p:nvSpPr>
            <p:cNvPr id="117765" name="Rectangle 16">
              <a:extLst>
                <a:ext uri="{FF2B5EF4-FFF2-40B4-BE49-F238E27FC236}">
                  <a16:creationId xmlns:a16="http://schemas.microsoft.com/office/drawing/2014/main" id="{95A70F65-9FDF-4C5F-8911-5E2B5B7F9C79}"/>
                </a:ext>
              </a:extLst>
            </p:cNvPr>
            <p:cNvSpPr>
              <a:spLocks noChangeArrowheads="1"/>
            </p:cNvSpPr>
            <p:nvPr/>
          </p:nvSpPr>
          <p:spPr bwMode="auto">
            <a:xfrm>
              <a:off x="2924175" y="1604963"/>
              <a:ext cx="1077912" cy="108267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7766" name="Line 17">
              <a:extLst>
                <a:ext uri="{FF2B5EF4-FFF2-40B4-BE49-F238E27FC236}">
                  <a16:creationId xmlns:a16="http://schemas.microsoft.com/office/drawing/2014/main" id="{1EA6419C-E29C-43E8-8E62-15C471A3E287}"/>
                </a:ext>
              </a:extLst>
            </p:cNvPr>
            <p:cNvSpPr>
              <a:spLocks noChangeShapeType="1"/>
            </p:cNvSpPr>
            <p:nvPr/>
          </p:nvSpPr>
          <p:spPr bwMode="auto">
            <a:xfrm flipH="1">
              <a:off x="2924175" y="2146300"/>
              <a:ext cx="1077912"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767" name="Line 18">
              <a:extLst>
                <a:ext uri="{FF2B5EF4-FFF2-40B4-BE49-F238E27FC236}">
                  <a16:creationId xmlns:a16="http://schemas.microsoft.com/office/drawing/2014/main" id="{CBA704DE-E95E-435F-81E9-039F70E030A1}"/>
                </a:ext>
              </a:extLst>
            </p:cNvPr>
            <p:cNvSpPr>
              <a:spLocks noChangeShapeType="1"/>
            </p:cNvSpPr>
            <p:nvPr/>
          </p:nvSpPr>
          <p:spPr bwMode="auto">
            <a:xfrm flipV="1">
              <a:off x="3462337" y="1604963"/>
              <a:ext cx="1588" cy="10826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768" name="Line 19">
              <a:extLst>
                <a:ext uri="{FF2B5EF4-FFF2-40B4-BE49-F238E27FC236}">
                  <a16:creationId xmlns:a16="http://schemas.microsoft.com/office/drawing/2014/main" id="{2DDAC108-E70E-415C-A190-5D8DFCD8E121}"/>
                </a:ext>
              </a:extLst>
            </p:cNvPr>
            <p:cNvSpPr>
              <a:spLocks noChangeShapeType="1"/>
            </p:cNvSpPr>
            <p:nvPr/>
          </p:nvSpPr>
          <p:spPr bwMode="auto">
            <a:xfrm>
              <a:off x="2384425" y="1036638"/>
              <a:ext cx="539750" cy="5683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769" name="Rectangle 21">
              <a:extLst>
                <a:ext uri="{FF2B5EF4-FFF2-40B4-BE49-F238E27FC236}">
                  <a16:creationId xmlns:a16="http://schemas.microsoft.com/office/drawing/2014/main" id="{CD13A3DF-37A6-4024-B6DD-2850E21B69E3}"/>
                </a:ext>
              </a:extLst>
            </p:cNvPr>
            <p:cNvSpPr>
              <a:spLocks noChangeArrowheads="1"/>
            </p:cNvSpPr>
            <p:nvPr/>
          </p:nvSpPr>
          <p:spPr bwMode="auto">
            <a:xfrm>
              <a:off x="2549525" y="881063"/>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7770" name="Rectangle 22">
              <a:extLst>
                <a:ext uri="{FF2B5EF4-FFF2-40B4-BE49-F238E27FC236}">
                  <a16:creationId xmlns:a16="http://schemas.microsoft.com/office/drawing/2014/main" id="{41D2DA20-9D05-485E-ADD5-6C2FC2DF02AA}"/>
                </a:ext>
              </a:extLst>
            </p:cNvPr>
            <p:cNvSpPr>
              <a:spLocks noChangeArrowheads="1"/>
            </p:cNvSpPr>
            <p:nvPr/>
          </p:nvSpPr>
          <p:spPr bwMode="auto">
            <a:xfrm>
              <a:off x="2662237" y="1003300"/>
              <a:ext cx="120650" cy="258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7771" name="Rectangle 23">
              <a:extLst>
                <a:ext uri="{FF2B5EF4-FFF2-40B4-BE49-F238E27FC236}">
                  <a16:creationId xmlns:a16="http://schemas.microsoft.com/office/drawing/2014/main" id="{8657F289-B506-4014-B363-F13F2A0A1672}"/>
                </a:ext>
              </a:extLst>
            </p:cNvPr>
            <p:cNvSpPr>
              <a:spLocks noChangeArrowheads="1"/>
            </p:cNvSpPr>
            <p:nvPr/>
          </p:nvSpPr>
          <p:spPr bwMode="auto">
            <a:xfrm>
              <a:off x="2784475" y="881063"/>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7772" name="Rectangle 24">
              <a:extLst>
                <a:ext uri="{FF2B5EF4-FFF2-40B4-BE49-F238E27FC236}">
                  <a16:creationId xmlns:a16="http://schemas.microsoft.com/office/drawing/2014/main" id="{F6BD7929-4808-493B-90EE-6AAACD655FCD}"/>
                </a:ext>
              </a:extLst>
            </p:cNvPr>
            <p:cNvSpPr>
              <a:spLocks noChangeArrowheads="1"/>
            </p:cNvSpPr>
            <p:nvPr/>
          </p:nvSpPr>
          <p:spPr bwMode="auto">
            <a:xfrm>
              <a:off x="2897187" y="1003300"/>
              <a:ext cx="10900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7773" name="Rectangle 25">
              <a:extLst>
                <a:ext uri="{FF2B5EF4-FFF2-40B4-BE49-F238E27FC236}">
                  <a16:creationId xmlns:a16="http://schemas.microsoft.com/office/drawing/2014/main" id="{90F7E31E-5EF6-491F-9DE9-A333F08C0BFA}"/>
                </a:ext>
              </a:extLst>
            </p:cNvPr>
            <p:cNvSpPr>
              <a:spLocks noChangeArrowheads="1"/>
            </p:cNvSpPr>
            <p:nvPr/>
          </p:nvSpPr>
          <p:spPr bwMode="auto">
            <a:xfrm>
              <a:off x="2286000" y="1143000"/>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7774" name="Rectangle 26">
              <a:extLst>
                <a:ext uri="{FF2B5EF4-FFF2-40B4-BE49-F238E27FC236}">
                  <a16:creationId xmlns:a16="http://schemas.microsoft.com/office/drawing/2014/main" id="{91DE7A29-AA79-409D-8E79-A175DE894072}"/>
                </a:ext>
              </a:extLst>
            </p:cNvPr>
            <p:cNvSpPr>
              <a:spLocks noChangeArrowheads="1"/>
            </p:cNvSpPr>
            <p:nvPr/>
          </p:nvSpPr>
          <p:spPr bwMode="auto">
            <a:xfrm>
              <a:off x="2400300" y="1265238"/>
              <a:ext cx="10900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7775" name="Rectangle 27">
              <a:extLst>
                <a:ext uri="{FF2B5EF4-FFF2-40B4-BE49-F238E27FC236}">
                  <a16:creationId xmlns:a16="http://schemas.microsoft.com/office/drawing/2014/main" id="{30167D50-5F9E-4512-B63B-E73490980BD8}"/>
                </a:ext>
              </a:extLst>
            </p:cNvPr>
            <p:cNvSpPr>
              <a:spLocks noChangeArrowheads="1"/>
            </p:cNvSpPr>
            <p:nvPr/>
          </p:nvSpPr>
          <p:spPr bwMode="auto">
            <a:xfrm>
              <a:off x="3132137" y="1752600"/>
              <a:ext cx="134938"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7776" name="Rectangle 28">
              <a:extLst>
                <a:ext uri="{FF2B5EF4-FFF2-40B4-BE49-F238E27FC236}">
                  <a16:creationId xmlns:a16="http://schemas.microsoft.com/office/drawing/2014/main" id="{D63A8C58-3013-4BB0-8063-BF02DAF65856}"/>
                </a:ext>
              </a:extLst>
            </p:cNvPr>
            <p:cNvSpPr>
              <a:spLocks noChangeArrowheads="1"/>
            </p:cNvSpPr>
            <p:nvPr/>
          </p:nvSpPr>
          <p:spPr bwMode="auto">
            <a:xfrm>
              <a:off x="3678237" y="1752600"/>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7777" name="Rectangle 29">
              <a:extLst>
                <a:ext uri="{FF2B5EF4-FFF2-40B4-BE49-F238E27FC236}">
                  <a16:creationId xmlns:a16="http://schemas.microsoft.com/office/drawing/2014/main" id="{DFD95397-9BF6-4A3F-95D8-DF86FB861C70}"/>
                </a:ext>
              </a:extLst>
            </p:cNvPr>
            <p:cNvSpPr>
              <a:spLocks noChangeArrowheads="1"/>
            </p:cNvSpPr>
            <p:nvPr/>
          </p:nvSpPr>
          <p:spPr bwMode="auto">
            <a:xfrm>
              <a:off x="3132137" y="2300288"/>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7778" name="Rectangle 30">
              <a:extLst>
                <a:ext uri="{FF2B5EF4-FFF2-40B4-BE49-F238E27FC236}">
                  <a16:creationId xmlns:a16="http://schemas.microsoft.com/office/drawing/2014/main" id="{EDC07A6B-1E9B-4E05-B9FF-B3F9508A647D}"/>
                </a:ext>
              </a:extLst>
            </p:cNvPr>
            <p:cNvSpPr>
              <a:spLocks noChangeArrowheads="1"/>
            </p:cNvSpPr>
            <p:nvPr/>
          </p:nvSpPr>
          <p:spPr bwMode="auto">
            <a:xfrm>
              <a:off x="4002087" y="1604963"/>
              <a:ext cx="1104900" cy="108267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7779" name="Line 31">
              <a:extLst>
                <a:ext uri="{FF2B5EF4-FFF2-40B4-BE49-F238E27FC236}">
                  <a16:creationId xmlns:a16="http://schemas.microsoft.com/office/drawing/2014/main" id="{09A0917A-A81D-41B6-A32D-D93528AE8F49}"/>
                </a:ext>
              </a:extLst>
            </p:cNvPr>
            <p:cNvSpPr>
              <a:spLocks noChangeShapeType="1"/>
            </p:cNvSpPr>
            <p:nvPr/>
          </p:nvSpPr>
          <p:spPr bwMode="auto">
            <a:xfrm flipH="1">
              <a:off x="4002087" y="2146300"/>
              <a:ext cx="1104900"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780" name="Line 32">
              <a:extLst>
                <a:ext uri="{FF2B5EF4-FFF2-40B4-BE49-F238E27FC236}">
                  <a16:creationId xmlns:a16="http://schemas.microsoft.com/office/drawing/2014/main" id="{58454B6B-C3CE-4E53-B94C-594B53B96BD1}"/>
                </a:ext>
              </a:extLst>
            </p:cNvPr>
            <p:cNvSpPr>
              <a:spLocks noChangeShapeType="1"/>
            </p:cNvSpPr>
            <p:nvPr/>
          </p:nvSpPr>
          <p:spPr bwMode="auto">
            <a:xfrm flipV="1">
              <a:off x="4567237" y="1604963"/>
              <a:ext cx="1588" cy="10826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781" name="Rectangle 33">
              <a:extLst>
                <a:ext uri="{FF2B5EF4-FFF2-40B4-BE49-F238E27FC236}">
                  <a16:creationId xmlns:a16="http://schemas.microsoft.com/office/drawing/2014/main" id="{DF550AFF-F0DE-4F2B-AC3C-690F73232A91}"/>
                </a:ext>
              </a:extLst>
            </p:cNvPr>
            <p:cNvSpPr>
              <a:spLocks noChangeArrowheads="1"/>
            </p:cNvSpPr>
            <p:nvPr/>
          </p:nvSpPr>
          <p:spPr bwMode="auto">
            <a:xfrm>
              <a:off x="3678237" y="2300288"/>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7782" name="Rectangle 34">
              <a:extLst>
                <a:ext uri="{FF2B5EF4-FFF2-40B4-BE49-F238E27FC236}">
                  <a16:creationId xmlns:a16="http://schemas.microsoft.com/office/drawing/2014/main" id="{EF491892-9AB0-4975-ACE3-BE51AA13C645}"/>
                </a:ext>
              </a:extLst>
            </p:cNvPr>
            <p:cNvSpPr>
              <a:spLocks noChangeArrowheads="1"/>
            </p:cNvSpPr>
            <p:nvPr/>
          </p:nvSpPr>
          <p:spPr bwMode="auto">
            <a:xfrm>
              <a:off x="4225925" y="1752600"/>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7783" name="Rectangle 35">
              <a:extLst>
                <a:ext uri="{FF2B5EF4-FFF2-40B4-BE49-F238E27FC236}">
                  <a16:creationId xmlns:a16="http://schemas.microsoft.com/office/drawing/2014/main" id="{26597FC5-DF92-4141-ACB2-852A3180830C}"/>
                </a:ext>
              </a:extLst>
            </p:cNvPr>
            <p:cNvSpPr>
              <a:spLocks noChangeArrowheads="1"/>
            </p:cNvSpPr>
            <p:nvPr/>
          </p:nvSpPr>
          <p:spPr bwMode="auto">
            <a:xfrm>
              <a:off x="4770437" y="1752600"/>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7784" name="Rectangle 36">
              <a:extLst>
                <a:ext uri="{FF2B5EF4-FFF2-40B4-BE49-F238E27FC236}">
                  <a16:creationId xmlns:a16="http://schemas.microsoft.com/office/drawing/2014/main" id="{56E7341A-3253-439B-96E3-77A7E2D0B674}"/>
                </a:ext>
              </a:extLst>
            </p:cNvPr>
            <p:cNvSpPr>
              <a:spLocks noChangeArrowheads="1"/>
            </p:cNvSpPr>
            <p:nvPr/>
          </p:nvSpPr>
          <p:spPr bwMode="auto">
            <a:xfrm>
              <a:off x="4225925" y="2300288"/>
              <a:ext cx="134937"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7785" name="Rectangle 41">
              <a:extLst>
                <a:ext uri="{FF2B5EF4-FFF2-40B4-BE49-F238E27FC236}">
                  <a16:creationId xmlns:a16="http://schemas.microsoft.com/office/drawing/2014/main" id="{A0784371-6BB4-4089-AC04-E5BE33868302}"/>
                </a:ext>
              </a:extLst>
            </p:cNvPr>
            <p:cNvSpPr>
              <a:spLocks noChangeArrowheads="1"/>
            </p:cNvSpPr>
            <p:nvPr/>
          </p:nvSpPr>
          <p:spPr bwMode="auto">
            <a:xfrm>
              <a:off x="4770437" y="2300288"/>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7786" name="Rectangle 79">
              <a:extLst>
                <a:ext uri="{FF2B5EF4-FFF2-40B4-BE49-F238E27FC236}">
                  <a16:creationId xmlns:a16="http://schemas.microsoft.com/office/drawing/2014/main" id="{3CAD133F-C643-4F77-8E2C-4BB7F46E4851}"/>
                </a:ext>
              </a:extLst>
            </p:cNvPr>
            <p:cNvSpPr>
              <a:spLocks noChangeArrowheads="1"/>
            </p:cNvSpPr>
            <p:nvPr/>
          </p:nvSpPr>
          <p:spPr bwMode="auto">
            <a:xfrm>
              <a:off x="30749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7787" name="Rectangle 80">
              <a:extLst>
                <a:ext uri="{FF2B5EF4-FFF2-40B4-BE49-F238E27FC236}">
                  <a16:creationId xmlns:a16="http://schemas.microsoft.com/office/drawing/2014/main" id="{9E67DFC0-1201-47F4-8293-242B55507E7B}"/>
                </a:ext>
              </a:extLst>
            </p:cNvPr>
            <p:cNvSpPr>
              <a:spLocks noChangeArrowheads="1"/>
            </p:cNvSpPr>
            <p:nvPr/>
          </p:nvSpPr>
          <p:spPr bwMode="auto">
            <a:xfrm>
              <a:off x="36210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7788" name="Rectangle 81">
              <a:extLst>
                <a:ext uri="{FF2B5EF4-FFF2-40B4-BE49-F238E27FC236}">
                  <a16:creationId xmlns:a16="http://schemas.microsoft.com/office/drawing/2014/main" id="{28210AEB-7760-4BAF-B933-65FDF833925B}"/>
                </a:ext>
              </a:extLst>
            </p:cNvPr>
            <p:cNvSpPr>
              <a:spLocks noChangeArrowheads="1"/>
            </p:cNvSpPr>
            <p:nvPr/>
          </p:nvSpPr>
          <p:spPr bwMode="auto">
            <a:xfrm>
              <a:off x="41671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7789" name="Rectangle 82">
              <a:extLst>
                <a:ext uri="{FF2B5EF4-FFF2-40B4-BE49-F238E27FC236}">
                  <a16:creationId xmlns:a16="http://schemas.microsoft.com/office/drawing/2014/main" id="{7832221A-5802-4A0C-A3CF-936FA00C5234}"/>
                </a:ext>
              </a:extLst>
            </p:cNvPr>
            <p:cNvSpPr>
              <a:spLocks noChangeArrowheads="1"/>
            </p:cNvSpPr>
            <p:nvPr/>
          </p:nvSpPr>
          <p:spPr bwMode="auto">
            <a:xfrm>
              <a:off x="47132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7790" name="Rectangle 83">
              <a:extLst>
                <a:ext uri="{FF2B5EF4-FFF2-40B4-BE49-F238E27FC236}">
                  <a16:creationId xmlns:a16="http://schemas.microsoft.com/office/drawing/2014/main" id="{66A27C60-923D-4810-8981-BC746221DA8F}"/>
                </a:ext>
              </a:extLst>
            </p:cNvPr>
            <p:cNvSpPr>
              <a:spLocks noChangeArrowheads="1"/>
            </p:cNvSpPr>
            <p:nvPr/>
          </p:nvSpPr>
          <p:spPr bwMode="auto">
            <a:xfrm>
              <a:off x="2657475" y="1752600"/>
              <a:ext cx="134937"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7791" name="Rectangle 85">
              <a:extLst>
                <a:ext uri="{FF2B5EF4-FFF2-40B4-BE49-F238E27FC236}">
                  <a16:creationId xmlns:a16="http://schemas.microsoft.com/office/drawing/2014/main" id="{B0204106-6C88-4943-AEE8-0A2E6A262E59}"/>
                </a:ext>
              </a:extLst>
            </p:cNvPr>
            <p:cNvSpPr>
              <a:spLocks noChangeArrowheads="1"/>
            </p:cNvSpPr>
            <p:nvPr/>
          </p:nvSpPr>
          <p:spPr bwMode="auto">
            <a:xfrm>
              <a:off x="2644775" y="2300288"/>
              <a:ext cx="134937"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grpSp>
      <p:sp>
        <p:nvSpPr>
          <p:cNvPr id="117764" name="Rectangle 143">
            <a:extLst>
              <a:ext uri="{FF2B5EF4-FFF2-40B4-BE49-F238E27FC236}">
                <a16:creationId xmlns:a16="http://schemas.microsoft.com/office/drawing/2014/main" id="{819A226A-8858-4FC3-9BD2-16D2C09450F3}"/>
              </a:ext>
            </a:extLst>
          </p:cNvPr>
          <p:cNvSpPr>
            <a:spLocks noChangeArrowheads="1"/>
          </p:cNvSpPr>
          <p:nvPr/>
        </p:nvSpPr>
        <p:spPr bwMode="auto">
          <a:xfrm>
            <a:off x="2447925" y="3001963"/>
            <a:ext cx="173038" cy="2403475"/>
          </a:xfrm>
          <a:prstGeom prst="rect">
            <a:avLst/>
          </a:prstGeom>
          <a:solidFill>
            <a:srgbClr val="FF0000">
              <a:alpha val="36078"/>
            </a:srgbClr>
          </a:solidFill>
          <a:ln w="9525">
            <a:solidFill>
              <a:srgbClr val="FF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8785" name="Group 1">
            <a:extLst>
              <a:ext uri="{FF2B5EF4-FFF2-40B4-BE49-F238E27FC236}">
                <a16:creationId xmlns:a16="http://schemas.microsoft.com/office/drawing/2014/main" id="{B18F8A4B-39A2-414D-9841-A2A532D661C3}"/>
              </a:ext>
            </a:extLst>
          </p:cNvPr>
          <p:cNvGrpSpPr>
            <a:grpSpLocks/>
          </p:cNvGrpSpPr>
          <p:nvPr/>
        </p:nvGrpSpPr>
        <p:grpSpPr bwMode="auto">
          <a:xfrm>
            <a:off x="879475" y="1666875"/>
            <a:ext cx="3235325" cy="3819525"/>
            <a:chOff x="3013075" y="1666875"/>
            <a:chExt cx="3235325" cy="3819525"/>
          </a:xfrm>
        </p:grpSpPr>
        <p:sp>
          <p:nvSpPr>
            <p:cNvPr id="118824" name="Rectangle 4">
              <a:extLst>
                <a:ext uri="{FF2B5EF4-FFF2-40B4-BE49-F238E27FC236}">
                  <a16:creationId xmlns:a16="http://schemas.microsoft.com/office/drawing/2014/main" id="{DBC1CC57-37B1-4ED3-BCA4-12B9EF1F9EEB}"/>
                </a:ext>
              </a:extLst>
            </p:cNvPr>
            <p:cNvSpPr>
              <a:spLocks noChangeArrowheads="1"/>
            </p:cNvSpPr>
            <p:nvPr/>
          </p:nvSpPr>
          <p:spPr bwMode="auto">
            <a:xfrm>
              <a:off x="3038475" y="1666875"/>
              <a:ext cx="3203575"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25" name="Rectangle 5">
              <a:extLst>
                <a:ext uri="{FF2B5EF4-FFF2-40B4-BE49-F238E27FC236}">
                  <a16:creationId xmlns:a16="http://schemas.microsoft.com/office/drawing/2014/main" id="{DD919BE7-9BC5-4688-86A4-1380261F71FB}"/>
                </a:ext>
              </a:extLst>
            </p:cNvPr>
            <p:cNvSpPr>
              <a:spLocks noChangeArrowheads="1"/>
            </p:cNvSpPr>
            <p:nvPr/>
          </p:nvSpPr>
          <p:spPr bwMode="auto">
            <a:xfrm>
              <a:off x="3013075" y="1677988"/>
              <a:ext cx="11113"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26" name="Rectangle 6">
              <a:extLst>
                <a:ext uri="{FF2B5EF4-FFF2-40B4-BE49-F238E27FC236}">
                  <a16:creationId xmlns:a16="http://schemas.microsoft.com/office/drawing/2014/main" id="{59D87A12-9502-46EE-9117-F3D91DD06E30}"/>
                </a:ext>
              </a:extLst>
            </p:cNvPr>
            <p:cNvSpPr>
              <a:spLocks noChangeArrowheads="1"/>
            </p:cNvSpPr>
            <p:nvPr/>
          </p:nvSpPr>
          <p:spPr bwMode="auto">
            <a:xfrm>
              <a:off x="4129088"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27" name="Rectangle 7">
              <a:extLst>
                <a:ext uri="{FF2B5EF4-FFF2-40B4-BE49-F238E27FC236}">
                  <a16:creationId xmlns:a16="http://schemas.microsoft.com/office/drawing/2014/main" id="{EB272B40-30E7-42BB-9306-EC12A9707669}"/>
                </a:ext>
              </a:extLst>
            </p:cNvPr>
            <p:cNvSpPr>
              <a:spLocks noChangeArrowheads="1"/>
            </p:cNvSpPr>
            <p:nvPr/>
          </p:nvSpPr>
          <p:spPr bwMode="auto">
            <a:xfrm>
              <a:off x="3246438" y="1792288"/>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28" name="Rectangle 8">
              <a:extLst>
                <a:ext uri="{FF2B5EF4-FFF2-40B4-BE49-F238E27FC236}">
                  <a16:creationId xmlns:a16="http://schemas.microsoft.com/office/drawing/2014/main" id="{71651CAA-02B9-469C-8A0D-6B0159934E00}"/>
                </a:ext>
              </a:extLst>
            </p:cNvPr>
            <p:cNvSpPr>
              <a:spLocks noChangeArrowheads="1"/>
            </p:cNvSpPr>
            <p:nvPr/>
          </p:nvSpPr>
          <p:spPr bwMode="auto">
            <a:xfrm>
              <a:off x="5219700"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29" name="Rectangle 9">
              <a:extLst>
                <a:ext uri="{FF2B5EF4-FFF2-40B4-BE49-F238E27FC236}">
                  <a16:creationId xmlns:a16="http://schemas.microsoft.com/office/drawing/2014/main" id="{023B74DB-EB73-43F0-AD83-F8FA0B624B06}"/>
                </a:ext>
              </a:extLst>
            </p:cNvPr>
            <p:cNvSpPr>
              <a:spLocks noChangeArrowheads="1"/>
            </p:cNvSpPr>
            <p:nvPr/>
          </p:nvSpPr>
          <p:spPr bwMode="auto">
            <a:xfrm>
              <a:off x="4440238" y="1792288"/>
              <a:ext cx="4937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30" name="Rectangle 10">
              <a:extLst>
                <a:ext uri="{FF2B5EF4-FFF2-40B4-BE49-F238E27FC236}">
                  <a16:creationId xmlns:a16="http://schemas.microsoft.com/office/drawing/2014/main" id="{C195C7B6-7BC2-4B3A-B3D6-D8F6130B6BA0}"/>
                </a:ext>
              </a:extLst>
            </p:cNvPr>
            <p:cNvSpPr>
              <a:spLocks noChangeArrowheads="1"/>
            </p:cNvSpPr>
            <p:nvPr/>
          </p:nvSpPr>
          <p:spPr bwMode="auto">
            <a:xfrm>
              <a:off x="6235700"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31" name="Rectangle 11">
              <a:extLst>
                <a:ext uri="{FF2B5EF4-FFF2-40B4-BE49-F238E27FC236}">
                  <a16:creationId xmlns:a16="http://schemas.microsoft.com/office/drawing/2014/main" id="{503399DD-2172-4470-B8D8-A09FF6098DFE}"/>
                </a:ext>
              </a:extLst>
            </p:cNvPr>
            <p:cNvSpPr>
              <a:spLocks noChangeArrowheads="1"/>
            </p:cNvSpPr>
            <p:nvPr/>
          </p:nvSpPr>
          <p:spPr bwMode="auto">
            <a:xfrm>
              <a:off x="3013075" y="2139950"/>
              <a:ext cx="11113"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32" name="Rectangle 12">
              <a:extLst>
                <a:ext uri="{FF2B5EF4-FFF2-40B4-BE49-F238E27FC236}">
                  <a16:creationId xmlns:a16="http://schemas.microsoft.com/office/drawing/2014/main" id="{6D4B2752-61AF-4A7B-AEA5-ABD8F298B3A8}"/>
                </a:ext>
              </a:extLst>
            </p:cNvPr>
            <p:cNvSpPr>
              <a:spLocks noChangeArrowheads="1"/>
            </p:cNvSpPr>
            <p:nvPr/>
          </p:nvSpPr>
          <p:spPr bwMode="auto">
            <a:xfrm>
              <a:off x="5375275" y="1792288"/>
              <a:ext cx="704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Output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33" name="Rectangle 13">
              <a:extLst>
                <a:ext uri="{FF2B5EF4-FFF2-40B4-BE49-F238E27FC236}">
                  <a16:creationId xmlns:a16="http://schemas.microsoft.com/office/drawing/2014/main" id="{4D260678-EF4D-4C53-B2E4-A42D0AB6FE0C}"/>
                </a:ext>
              </a:extLst>
            </p:cNvPr>
            <p:cNvSpPr>
              <a:spLocks noChangeArrowheads="1"/>
            </p:cNvSpPr>
            <p:nvPr/>
          </p:nvSpPr>
          <p:spPr bwMode="auto">
            <a:xfrm>
              <a:off x="4129088"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34" name="Rectangle 14">
              <a:extLst>
                <a:ext uri="{FF2B5EF4-FFF2-40B4-BE49-F238E27FC236}">
                  <a16:creationId xmlns:a16="http://schemas.microsoft.com/office/drawing/2014/main" id="{D67CE385-CB61-4075-A3EA-BF1A3E4E5E4D}"/>
                </a:ext>
              </a:extLst>
            </p:cNvPr>
            <p:cNvSpPr>
              <a:spLocks noChangeArrowheads="1"/>
            </p:cNvSpPr>
            <p:nvPr/>
          </p:nvSpPr>
          <p:spPr bwMode="auto">
            <a:xfrm>
              <a:off x="3387725" y="2141538"/>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35" name="Rectangle 15">
              <a:extLst>
                <a:ext uri="{FF2B5EF4-FFF2-40B4-BE49-F238E27FC236}">
                  <a16:creationId xmlns:a16="http://schemas.microsoft.com/office/drawing/2014/main" id="{DC0196E4-205C-4F6A-8AED-979049E45138}"/>
                </a:ext>
              </a:extLst>
            </p:cNvPr>
            <p:cNvSpPr>
              <a:spLocks noChangeArrowheads="1"/>
            </p:cNvSpPr>
            <p:nvPr/>
          </p:nvSpPr>
          <p:spPr bwMode="auto">
            <a:xfrm>
              <a:off x="5219700"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36" name="Rectangle 16">
              <a:extLst>
                <a:ext uri="{FF2B5EF4-FFF2-40B4-BE49-F238E27FC236}">
                  <a16:creationId xmlns:a16="http://schemas.microsoft.com/office/drawing/2014/main" id="{6303D4F9-0297-475F-9287-19E7F4409B7E}"/>
                </a:ext>
              </a:extLst>
            </p:cNvPr>
            <p:cNvSpPr>
              <a:spLocks noChangeArrowheads="1"/>
            </p:cNvSpPr>
            <p:nvPr/>
          </p:nvSpPr>
          <p:spPr bwMode="auto">
            <a:xfrm>
              <a:off x="6235700"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37" name="Rectangle 17">
              <a:extLst>
                <a:ext uri="{FF2B5EF4-FFF2-40B4-BE49-F238E27FC236}">
                  <a16:creationId xmlns:a16="http://schemas.microsoft.com/office/drawing/2014/main" id="{E55EC134-568D-4FC0-9730-23C2F7509090}"/>
                </a:ext>
              </a:extLst>
            </p:cNvPr>
            <p:cNvSpPr>
              <a:spLocks noChangeArrowheads="1"/>
            </p:cNvSpPr>
            <p:nvPr/>
          </p:nvSpPr>
          <p:spPr bwMode="auto">
            <a:xfrm>
              <a:off x="3013075" y="2495550"/>
              <a:ext cx="11113"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38" name="Rectangle 18">
              <a:extLst>
                <a:ext uri="{FF2B5EF4-FFF2-40B4-BE49-F238E27FC236}">
                  <a16:creationId xmlns:a16="http://schemas.microsoft.com/office/drawing/2014/main" id="{73E1D50E-45DE-4551-B786-6F8D6296D8F7}"/>
                </a:ext>
              </a:extLst>
            </p:cNvPr>
            <p:cNvSpPr>
              <a:spLocks noChangeArrowheads="1"/>
            </p:cNvSpPr>
            <p:nvPr/>
          </p:nvSpPr>
          <p:spPr bwMode="auto">
            <a:xfrm>
              <a:off x="4452938" y="2141538"/>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39" name="Rectangle 19">
              <a:extLst>
                <a:ext uri="{FF2B5EF4-FFF2-40B4-BE49-F238E27FC236}">
                  <a16:creationId xmlns:a16="http://schemas.microsoft.com/office/drawing/2014/main" id="{A86EFEC3-47F7-499D-99DC-31884188BC65}"/>
                </a:ext>
              </a:extLst>
            </p:cNvPr>
            <p:cNvSpPr>
              <a:spLocks noChangeArrowheads="1"/>
            </p:cNvSpPr>
            <p:nvPr/>
          </p:nvSpPr>
          <p:spPr bwMode="auto">
            <a:xfrm>
              <a:off x="3262313" y="2490788"/>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40" name="Rectangle 20">
              <a:extLst>
                <a:ext uri="{FF2B5EF4-FFF2-40B4-BE49-F238E27FC236}">
                  <a16:creationId xmlns:a16="http://schemas.microsoft.com/office/drawing/2014/main" id="{E46CA0B0-E04F-402E-9A72-9DDB0615017A}"/>
                </a:ext>
              </a:extLst>
            </p:cNvPr>
            <p:cNvSpPr>
              <a:spLocks noChangeArrowheads="1"/>
            </p:cNvSpPr>
            <p:nvPr/>
          </p:nvSpPr>
          <p:spPr bwMode="auto">
            <a:xfrm>
              <a:off x="3387725"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41" name="Rectangle 21">
              <a:extLst>
                <a:ext uri="{FF2B5EF4-FFF2-40B4-BE49-F238E27FC236}">
                  <a16:creationId xmlns:a16="http://schemas.microsoft.com/office/drawing/2014/main" id="{8168D5F8-1D59-4F67-BDAB-C3EA746D6614}"/>
                </a:ext>
              </a:extLst>
            </p:cNvPr>
            <p:cNvSpPr>
              <a:spLocks noChangeArrowheads="1"/>
            </p:cNvSpPr>
            <p:nvPr/>
          </p:nvSpPr>
          <p:spPr bwMode="auto">
            <a:xfrm>
              <a:off x="3498850" y="2490788"/>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42" name="Rectangle 22">
              <a:extLst>
                <a:ext uri="{FF2B5EF4-FFF2-40B4-BE49-F238E27FC236}">
                  <a16:creationId xmlns:a16="http://schemas.microsoft.com/office/drawing/2014/main" id="{2E196657-1893-4275-BC6C-C95364EECB72}"/>
                </a:ext>
              </a:extLst>
            </p:cNvPr>
            <p:cNvSpPr>
              <a:spLocks noChangeArrowheads="1"/>
            </p:cNvSpPr>
            <p:nvPr/>
          </p:nvSpPr>
          <p:spPr bwMode="auto">
            <a:xfrm>
              <a:off x="36242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43" name="Rectangle 23">
              <a:extLst>
                <a:ext uri="{FF2B5EF4-FFF2-40B4-BE49-F238E27FC236}">
                  <a16:creationId xmlns:a16="http://schemas.microsoft.com/office/drawing/2014/main" id="{DFE8150C-0F35-4CCA-AFA4-45EFA0C27616}"/>
                </a:ext>
              </a:extLst>
            </p:cNvPr>
            <p:cNvSpPr>
              <a:spLocks noChangeArrowheads="1"/>
            </p:cNvSpPr>
            <p:nvPr/>
          </p:nvSpPr>
          <p:spPr bwMode="auto">
            <a:xfrm>
              <a:off x="3738563" y="2490788"/>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44" name="Rectangle 24">
              <a:extLst>
                <a:ext uri="{FF2B5EF4-FFF2-40B4-BE49-F238E27FC236}">
                  <a16:creationId xmlns:a16="http://schemas.microsoft.com/office/drawing/2014/main" id="{40304B1F-6EE9-413D-BEC0-E9DCF2F1D77A}"/>
                </a:ext>
              </a:extLst>
            </p:cNvPr>
            <p:cNvSpPr>
              <a:spLocks noChangeArrowheads="1"/>
            </p:cNvSpPr>
            <p:nvPr/>
          </p:nvSpPr>
          <p:spPr bwMode="auto">
            <a:xfrm>
              <a:off x="4129088"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45" name="Rectangle 25">
              <a:extLst>
                <a:ext uri="{FF2B5EF4-FFF2-40B4-BE49-F238E27FC236}">
                  <a16:creationId xmlns:a16="http://schemas.microsoft.com/office/drawing/2014/main" id="{746AE4A0-BDB9-442B-BA1E-E116FB3BECE9}"/>
                </a:ext>
              </a:extLst>
            </p:cNvPr>
            <p:cNvSpPr>
              <a:spLocks noChangeArrowheads="1"/>
            </p:cNvSpPr>
            <p:nvPr/>
          </p:nvSpPr>
          <p:spPr bwMode="auto">
            <a:xfrm>
              <a:off x="386238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46" name="Rectangle 26">
              <a:extLst>
                <a:ext uri="{FF2B5EF4-FFF2-40B4-BE49-F238E27FC236}">
                  <a16:creationId xmlns:a16="http://schemas.microsoft.com/office/drawing/2014/main" id="{28CE9339-6A65-4A7F-BD82-1832539397D8}"/>
                </a:ext>
              </a:extLst>
            </p:cNvPr>
            <p:cNvSpPr>
              <a:spLocks noChangeArrowheads="1"/>
            </p:cNvSpPr>
            <p:nvPr/>
          </p:nvSpPr>
          <p:spPr bwMode="auto">
            <a:xfrm>
              <a:off x="4295775" y="2490788"/>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47" name="Rectangle 27">
              <a:extLst>
                <a:ext uri="{FF2B5EF4-FFF2-40B4-BE49-F238E27FC236}">
                  <a16:creationId xmlns:a16="http://schemas.microsoft.com/office/drawing/2014/main" id="{3EE4FA63-C34D-429C-AFA1-B17DA95F879E}"/>
                </a:ext>
              </a:extLst>
            </p:cNvPr>
            <p:cNvSpPr>
              <a:spLocks noChangeArrowheads="1"/>
            </p:cNvSpPr>
            <p:nvPr/>
          </p:nvSpPr>
          <p:spPr bwMode="auto">
            <a:xfrm>
              <a:off x="44402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48" name="Rectangle 28">
              <a:extLst>
                <a:ext uri="{FF2B5EF4-FFF2-40B4-BE49-F238E27FC236}">
                  <a16:creationId xmlns:a16="http://schemas.microsoft.com/office/drawing/2014/main" id="{6AB03BEE-46F5-4811-AC27-90C4C5DCBC9A}"/>
                </a:ext>
              </a:extLst>
            </p:cNvPr>
            <p:cNvSpPr>
              <a:spLocks noChangeArrowheads="1"/>
            </p:cNvSpPr>
            <p:nvPr/>
          </p:nvSpPr>
          <p:spPr bwMode="auto">
            <a:xfrm>
              <a:off x="4556125" y="2490788"/>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49" name="Rectangle 29">
              <a:extLst>
                <a:ext uri="{FF2B5EF4-FFF2-40B4-BE49-F238E27FC236}">
                  <a16:creationId xmlns:a16="http://schemas.microsoft.com/office/drawing/2014/main" id="{71E341AF-B50A-4B5D-8339-6D8A14347561}"/>
                </a:ext>
              </a:extLst>
            </p:cNvPr>
            <p:cNvSpPr>
              <a:spLocks noChangeArrowheads="1"/>
            </p:cNvSpPr>
            <p:nvPr/>
          </p:nvSpPr>
          <p:spPr bwMode="auto">
            <a:xfrm>
              <a:off x="4702175"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50" name="Rectangle 30">
              <a:extLst>
                <a:ext uri="{FF2B5EF4-FFF2-40B4-BE49-F238E27FC236}">
                  <a16:creationId xmlns:a16="http://schemas.microsoft.com/office/drawing/2014/main" id="{88FAE65C-67EE-4DBC-852E-551FB3EEAF13}"/>
                </a:ext>
              </a:extLst>
            </p:cNvPr>
            <p:cNvSpPr>
              <a:spLocks noChangeArrowheads="1"/>
            </p:cNvSpPr>
            <p:nvPr/>
          </p:nvSpPr>
          <p:spPr bwMode="auto">
            <a:xfrm>
              <a:off x="4814888" y="2490788"/>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51" name="Rectangle 31">
              <a:extLst>
                <a:ext uri="{FF2B5EF4-FFF2-40B4-BE49-F238E27FC236}">
                  <a16:creationId xmlns:a16="http://schemas.microsoft.com/office/drawing/2014/main" id="{5213169B-3373-4F58-856F-B3756D414CEA}"/>
                </a:ext>
              </a:extLst>
            </p:cNvPr>
            <p:cNvSpPr>
              <a:spLocks noChangeArrowheads="1"/>
            </p:cNvSpPr>
            <p:nvPr/>
          </p:nvSpPr>
          <p:spPr bwMode="auto">
            <a:xfrm>
              <a:off x="5219700"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52" name="Rectangle 32">
              <a:extLst>
                <a:ext uri="{FF2B5EF4-FFF2-40B4-BE49-F238E27FC236}">
                  <a16:creationId xmlns:a16="http://schemas.microsoft.com/office/drawing/2014/main" id="{7AF0DB2E-0642-4237-B7E9-DDFD8FE5A91B}"/>
                </a:ext>
              </a:extLst>
            </p:cNvPr>
            <p:cNvSpPr>
              <a:spLocks noChangeArrowheads="1"/>
            </p:cNvSpPr>
            <p:nvPr/>
          </p:nvSpPr>
          <p:spPr bwMode="auto">
            <a:xfrm>
              <a:off x="49609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53" name="Rectangle 33">
              <a:extLst>
                <a:ext uri="{FF2B5EF4-FFF2-40B4-BE49-F238E27FC236}">
                  <a16:creationId xmlns:a16="http://schemas.microsoft.com/office/drawing/2014/main" id="{1F2707AA-77CE-49F5-8A84-A21760744ED1}"/>
                </a:ext>
              </a:extLst>
            </p:cNvPr>
            <p:cNvSpPr>
              <a:spLocks noChangeArrowheads="1"/>
            </p:cNvSpPr>
            <p:nvPr/>
          </p:nvSpPr>
          <p:spPr bwMode="auto">
            <a:xfrm>
              <a:off x="5384800"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54" name="Rectangle 34">
              <a:extLst>
                <a:ext uri="{FF2B5EF4-FFF2-40B4-BE49-F238E27FC236}">
                  <a16:creationId xmlns:a16="http://schemas.microsoft.com/office/drawing/2014/main" id="{34C668D7-ED94-4108-9CE4-CD25DFDBFA2B}"/>
                </a:ext>
              </a:extLst>
            </p:cNvPr>
            <p:cNvSpPr>
              <a:spLocks noChangeArrowheads="1"/>
            </p:cNvSpPr>
            <p:nvPr/>
          </p:nvSpPr>
          <p:spPr bwMode="auto">
            <a:xfrm>
              <a:off x="55038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55" name="Rectangle 35">
              <a:extLst>
                <a:ext uri="{FF2B5EF4-FFF2-40B4-BE49-F238E27FC236}">
                  <a16:creationId xmlns:a16="http://schemas.microsoft.com/office/drawing/2014/main" id="{209A21C3-338E-4E7D-AF76-E8FD5828895C}"/>
                </a:ext>
              </a:extLst>
            </p:cNvPr>
            <p:cNvSpPr>
              <a:spLocks noChangeArrowheads="1"/>
            </p:cNvSpPr>
            <p:nvPr/>
          </p:nvSpPr>
          <p:spPr bwMode="auto">
            <a:xfrm>
              <a:off x="5613400"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56" name="Rectangle 36">
              <a:extLst>
                <a:ext uri="{FF2B5EF4-FFF2-40B4-BE49-F238E27FC236}">
                  <a16:creationId xmlns:a16="http://schemas.microsoft.com/office/drawing/2014/main" id="{A7DDB135-8F94-4F6C-981E-149ADC21CD68}"/>
                </a:ext>
              </a:extLst>
            </p:cNvPr>
            <p:cNvSpPr>
              <a:spLocks noChangeArrowheads="1"/>
            </p:cNvSpPr>
            <p:nvPr/>
          </p:nvSpPr>
          <p:spPr bwMode="auto">
            <a:xfrm>
              <a:off x="57324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57" name="Rectangle 37">
              <a:extLst>
                <a:ext uri="{FF2B5EF4-FFF2-40B4-BE49-F238E27FC236}">
                  <a16:creationId xmlns:a16="http://schemas.microsoft.com/office/drawing/2014/main" id="{0BAAADFF-997C-4531-B8DF-A7FBC6FC135B}"/>
                </a:ext>
              </a:extLst>
            </p:cNvPr>
            <p:cNvSpPr>
              <a:spLocks noChangeArrowheads="1"/>
            </p:cNvSpPr>
            <p:nvPr/>
          </p:nvSpPr>
          <p:spPr bwMode="auto">
            <a:xfrm>
              <a:off x="5845175"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58" name="Rectangle 38">
              <a:extLst>
                <a:ext uri="{FF2B5EF4-FFF2-40B4-BE49-F238E27FC236}">
                  <a16:creationId xmlns:a16="http://schemas.microsoft.com/office/drawing/2014/main" id="{2057BB3E-7E7F-463A-B89A-D59038EB5CD6}"/>
                </a:ext>
              </a:extLst>
            </p:cNvPr>
            <p:cNvSpPr>
              <a:spLocks noChangeArrowheads="1"/>
            </p:cNvSpPr>
            <p:nvPr/>
          </p:nvSpPr>
          <p:spPr bwMode="auto">
            <a:xfrm>
              <a:off x="6235700"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59" name="Rectangle 39">
              <a:extLst>
                <a:ext uri="{FF2B5EF4-FFF2-40B4-BE49-F238E27FC236}">
                  <a16:creationId xmlns:a16="http://schemas.microsoft.com/office/drawing/2014/main" id="{5D964B56-0A0A-451D-8A7B-5631E21BDB42}"/>
                </a:ext>
              </a:extLst>
            </p:cNvPr>
            <p:cNvSpPr>
              <a:spLocks noChangeArrowheads="1"/>
            </p:cNvSpPr>
            <p:nvPr/>
          </p:nvSpPr>
          <p:spPr bwMode="auto">
            <a:xfrm>
              <a:off x="3038475" y="2833688"/>
              <a:ext cx="3203575"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60" name="Rectangle 40">
              <a:extLst>
                <a:ext uri="{FF2B5EF4-FFF2-40B4-BE49-F238E27FC236}">
                  <a16:creationId xmlns:a16="http://schemas.microsoft.com/office/drawing/2014/main" id="{07B7D272-F54D-45CA-8EB9-85692F1352D2}"/>
                </a:ext>
              </a:extLst>
            </p:cNvPr>
            <p:cNvSpPr>
              <a:spLocks noChangeArrowheads="1"/>
            </p:cNvSpPr>
            <p:nvPr/>
          </p:nvSpPr>
          <p:spPr bwMode="auto">
            <a:xfrm>
              <a:off x="3013075" y="2846388"/>
              <a:ext cx="11113"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61" name="Rectangle 41">
              <a:extLst>
                <a:ext uri="{FF2B5EF4-FFF2-40B4-BE49-F238E27FC236}">
                  <a16:creationId xmlns:a16="http://schemas.microsoft.com/office/drawing/2014/main" id="{9033FF4A-424E-43FB-B90F-DC908E9CB8C1}"/>
                </a:ext>
              </a:extLst>
            </p:cNvPr>
            <p:cNvSpPr>
              <a:spLocks noChangeArrowheads="1"/>
            </p:cNvSpPr>
            <p:nvPr/>
          </p:nvSpPr>
          <p:spPr bwMode="auto">
            <a:xfrm>
              <a:off x="59642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62" name="Rectangle 42">
              <a:extLst>
                <a:ext uri="{FF2B5EF4-FFF2-40B4-BE49-F238E27FC236}">
                  <a16:creationId xmlns:a16="http://schemas.microsoft.com/office/drawing/2014/main" id="{25719C35-D8C8-44BE-BE1E-2D9D37C7B928}"/>
                </a:ext>
              </a:extLst>
            </p:cNvPr>
            <p:cNvSpPr>
              <a:spLocks noChangeArrowheads="1"/>
            </p:cNvSpPr>
            <p:nvPr/>
          </p:nvSpPr>
          <p:spPr bwMode="auto">
            <a:xfrm>
              <a:off x="4129088"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63" name="Rectangle 43">
              <a:extLst>
                <a:ext uri="{FF2B5EF4-FFF2-40B4-BE49-F238E27FC236}">
                  <a16:creationId xmlns:a16="http://schemas.microsoft.com/office/drawing/2014/main" id="{7D7A52DB-0C05-4F53-A891-3EEC2EF55454}"/>
                </a:ext>
              </a:extLst>
            </p:cNvPr>
            <p:cNvSpPr>
              <a:spLocks noChangeArrowheads="1"/>
            </p:cNvSpPr>
            <p:nvPr/>
          </p:nvSpPr>
          <p:spPr bwMode="auto">
            <a:xfrm>
              <a:off x="3335338" y="29575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64" name="Rectangle 44">
              <a:extLst>
                <a:ext uri="{FF2B5EF4-FFF2-40B4-BE49-F238E27FC236}">
                  <a16:creationId xmlns:a16="http://schemas.microsoft.com/office/drawing/2014/main" id="{37E1FE93-322B-4F01-B98C-BA9DDC2F73DE}"/>
                </a:ext>
              </a:extLst>
            </p:cNvPr>
            <p:cNvSpPr>
              <a:spLocks noChangeArrowheads="1"/>
            </p:cNvSpPr>
            <p:nvPr/>
          </p:nvSpPr>
          <p:spPr bwMode="auto">
            <a:xfrm>
              <a:off x="4465638" y="2957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65" name="Rectangle 45">
              <a:extLst>
                <a:ext uri="{FF2B5EF4-FFF2-40B4-BE49-F238E27FC236}">
                  <a16:creationId xmlns:a16="http://schemas.microsoft.com/office/drawing/2014/main" id="{0CC07BAD-319A-4DB0-A3DA-6D503B1B3A19}"/>
                </a:ext>
              </a:extLst>
            </p:cNvPr>
            <p:cNvSpPr>
              <a:spLocks noChangeArrowheads="1"/>
            </p:cNvSpPr>
            <p:nvPr/>
          </p:nvSpPr>
          <p:spPr bwMode="auto">
            <a:xfrm>
              <a:off x="5219700"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66" name="Rectangle 46">
              <a:extLst>
                <a:ext uri="{FF2B5EF4-FFF2-40B4-BE49-F238E27FC236}">
                  <a16:creationId xmlns:a16="http://schemas.microsoft.com/office/drawing/2014/main" id="{23271A89-D959-47B1-AC7F-35E4B7A8E981}"/>
                </a:ext>
              </a:extLst>
            </p:cNvPr>
            <p:cNvSpPr>
              <a:spLocks noChangeArrowheads="1"/>
            </p:cNvSpPr>
            <p:nvPr/>
          </p:nvSpPr>
          <p:spPr bwMode="auto">
            <a:xfrm>
              <a:off x="4618038" y="29575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67" name="Rectangle 47">
              <a:extLst>
                <a:ext uri="{FF2B5EF4-FFF2-40B4-BE49-F238E27FC236}">
                  <a16:creationId xmlns:a16="http://schemas.microsoft.com/office/drawing/2014/main" id="{B834A681-F474-48BB-B886-2F6B7B78ED83}"/>
                </a:ext>
              </a:extLst>
            </p:cNvPr>
            <p:cNvSpPr>
              <a:spLocks noChangeArrowheads="1"/>
            </p:cNvSpPr>
            <p:nvPr/>
          </p:nvSpPr>
          <p:spPr bwMode="auto">
            <a:xfrm>
              <a:off x="5518150" y="2957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68" name="Rectangle 48">
              <a:extLst>
                <a:ext uri="{FF2B5EF4-FFF2-40B4-BE49-F238E27FC236}">
                  <a16:creationId xmlns:a16="http://schemas.microsoft.com/office/drawing/2014/main" id="{99CC6965-34CE-427C-AB96-DFF7AC9FAE21}"/>
                </a:ext>
              </a:extLst>
            </p:cNvPr>
            <p:cNvSpPr>
              <a:spLocks noChangeArrowheads="1"/>
            </p:cNvSpPr>
            <p:nvPr/>
          </p:nvSpPr>
          <p:spPr bwMode="auto">
            <a:xfrm>
              <a:off x="6235700"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69" name="Rectangle 49">
              <a:extLst>
                <a:ext uri="{FF2B5EF4-FFF2-40B4-BE49-F238E27FC236}">
                  <a16:creationId xmlns:a16="http://schemas.microsoft.com/office/drawing/2014/main" id="{92BCC199-89E1-4CF4-B30C-98E40DED11C7}"/>
                </a:ext>
              </a:extLst>
            </p:cNvPr>
            <p:cNvSpPr>
              <a:spLocks noChangeArrowheads="1"/>
            </p:cNvSpPr>
            <p:nvPr/>
          </p:nvSpPr>
          <p:spPr bwMode="auto">
            <a:xfrm>
              <a:off x="3013075" y="3303588"/>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70" name="Rectangle 50">
              <a:extLst>
                <a:ext uri="{FF2B5EF4-FFF2-40B4-BE49-F238E27FC236}">
                  <a16:creationId xmlns:a16="http://schemas.microsoft.com/office/drawing/2014/main" id="{2AF9C899-9593-4143-AD1B-A1E33A3ACC2B}"/>
                </a:ext>
              </a:extLst>
            </p:cNvPr>
            <p:cNvSpPr>
              <a:spLocks noChangeArrowheads="1"/>
            </p:cNvSpPr>
            <p:nvPr/>
          </p:nvSpPr>
          <p:spPr bwMode="auto">
            <a:xfrm>
              <a:off x="5657850" y="29575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71" name="Rectangle 51">
              <a:extLst>
                <a:ext uri="{FF2B5EF4-FFF2-40B4-BE49-F238E27FC236}">
                  <a16:creationId xmlns:a16="http://schemas.microsoft.com/office/drawing/2014/main" id="{8C2C7379-9E02-41C1-938C-F84DFF936156}"/>
                </a:ext>
              </a:extLst>
            </p:cNvPr>
            <p:cNvSpPr>
              <a:spLocks noChangeArrowheads="1"/>
            </p:cNvSpPr>
            <p:nvPr/>
          </p:nvSpPr>
          <p:spPr bwMode="auto">
            <a:xfrm>
              <a:off x="4129088"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72" name="Rectangle 52">
              <a:extLst>
                <a:ext uri="{FF2B5EF4-FFF2-40B4-BE49-F238E27FC236}">
                  <a16:creationId xmlns:a16="http://schemas.microsoft.com/office/drawing/2014/main" id="{5CD840B8-759F-4C3F-A672-5153545A0043}"/>
                </a:ext>
              </a:extLst>
            </p:cNvPr>
            <p:cNvSpPr>
              <a:spLocks noChangeArrowheads="1"/>
            </p:cNvSpPr>
            <p:nvPr/>
          </p:nvSpPr>
          <p:spPr bwMode="auto">
            <a:xfrm>
              <a:off x="3335338" y="330676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73" name="Rectangle 53">
              <a:extLst>
                <a:ext uri="{FF2B5EF4-FFF2-40B4-BE49-F238E27FC236}">
                  <a16:creationId xmlns:a16="http://schemas.microsoft.com/office/drawing/2014/main" id="{11219834-E2E3-46B5-87EC-0C798D9C3D8A}"/>
                </a:ext>
              </a:extLst>
            </p:cNvPr>
            <p:cNvSpPr>
              <a:spLocks noChangeArrowheads="1"/>
            </p:cNvSpPr>
            <p:nvPr/>
          </p:nvSpPr>
          <p:spPr bwMode="auto">
            <a:xfrm>
              <a:off x="4465638" y="33067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74" name="Rectangle 54">
              <a:extLst>
                <a:ext uri="{FF2B5EF4-FFF2-40B4-BE49-F238E27FC236}">
                  <a16:creationId xmlns:a16="http://schemas.microsoft.com/office/drawing/2014/main" id="{7DD10E13-ADD6-48B4-A9D0-036C46A68F60}"/>
                </a:ext>
              </a:extLst>
            </p:cNvPr>
            <p:cNvSpPr>
              <a:spLocks noChangeArrowheads="1"/>
            </p:cNvSpPr>
            <p:nvPr/>
          </p:nvSpPr>
          <p:spPr bwMode="auto">
            <a:xfrm>
              <a:off x="5219700"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75" name="Rectangle 55">
              <a:extLst>
                <a:ext uri="{FF2B5EF4-FFF2-40B4-BE49-F238E27FC236}">
                  <a16:creationId xmlns:a16="http://schemas.microsoft.com/office/drawing/2014/main" id="{8B7B1658-5E74-422B-85CF-A414ECAA21AC}"/>
                </a:ext>
              </a:extLst>
            </p:cNvPr>
            <p:cNvSpPr>
              <a:spLocks noChangeArrowheads="1"/>
            </p:cNvSpPr>
            <p:nvPr/>
          </p:nvSpPr>
          <p:spPr bwMode="auto">
            <a:xfrm>
              <a:off x="4618038" y="33067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76" name="Rectangle 56">
              <a:extLst>
                <a:ext uri="{FF2B5EF4-FFF2-40B4-BE49-F238E27FC236}">
                  <a16:creationId xmlns:a16="http://schemas.microsoft.com/office/drawing/2014/main" id="{162C2D42-3B86-4864-8526-E51B262CFBDF}"/>
                </a:ext>
              </a:extLst>
            </p:cNvPr>
            <p:cNvSpPr>
              <a:spLocks noChangeArrowheads="1"/>
            </p:cNvSpPr>
            <p:nvPr/>
          </p:nvSpPr>
          <p:spPr bwMode="auto">
            <a:xfrm>
              <a:off x="5518150" y="33067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77" name="Rectangle 57">
              <a:extLst>
                <a:ext uri="{FF2B5EF4-FFF2-40B4-BE49-F238E27FC236}">
                  <a16:creationId xmlns:a16="http://schemas.microsoft.com/office/drawing/2014/main" id="{180E0186-593D-4B6E-87F6-7651D3642CCA}"/>
                </a:ext>
              </a:extLst>
            </p:cNvPr>
            <p:cNvSpPr>
              <a:spLocks noChangeArrowheads="1"/>
            </p:cNvSpPr>
            <p:nvPr/>
          </p:nvSpPr>
          <p:spPr bwMode="auto">
            <a:xfrm>
              <a:off x="6235700"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78" name="Rectangle 58">
              <a:extLst>
                <a:ext uri="{FF2B5EF4-FFF2-40B4-BE49-F238E27FC236}">
                  <a16:creationId xmlns:a16="http://schemas.microsoft.com/office/drawing/2014/main" id="{83887CFC-FAAB-43D7-AE0E-DF9AB6DC718D}"/>
                </a:ext>
              </a:extLst>
            </p:cNvPr>
            <p:cNvSpPr>
              <a:spLocks noChangeArrowheads="1"/>
            </p:cNvSpPr>
            <p:nvPr/>
          </p:nvSpPr>
          <p:spPr bwMode="auto">
            <a:xfrm>
              <a:off x="3013075" y="3608388"/>
              <a:ext cx="11113"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79" name="Rectangle 59">
              <a:extLst>
                <a:ext uri="{FF2B5EF4-FFF2-40B4-BE49-F238E27FC236}">
                  <a16:creationId xmlns:a16="http://schemas.microsoft.com/office/drawing/2014/main" id="{096D1B91-7354-41C7-8BFA-6C2358C29FC8}"/>
                </a:ext>
              </a:extLst>
            </p:cNvPr>
            <p:cNvSpPr>
              <a:spLocks noChangeArrowheads="1"/>
            </p:cNvSpPr>
            <p:nvPr/>
          </p:nvSpPr>
          <p:spPr bwMode="auto">
            <a:xfrm>
              <a:off x="5657850" y="33067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80" name="Rectangle 60">
              <a:extLst>
                <a:ext uri="{FF2B5EF4-FFF2-40B4-BE49-F238E27FC236}">
                  <a16:creationId xmlns:a16="http://schemas.microsoft.com/office/drawing/2014/main" id="{6774FCA2-3062-404D-AF42-A7944C562DB1}"/>
                </a:ext>
              </a:extLst>
            </p:cNvPr>
            <p:cNvSpPr>
              <a:spLocks noChangeArrowheads="1"/>
            </p:cNvSpPr>
            <p:nvPr/>
          </p:nvSpPr>
          <p:spPr bwMode="auto">
            <a:xfrm>
              <a:off x="4129088"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81" name="Rectangle 61">
              <a:extLst>
                <a:ext uri="{FF2B5EF4-FFF2-40B4-BE49-F238E27FC236}">
                  <a16:creationId xmlns:a16="http://schemas.microsoft.com/office/drawing/2014/main" id="{E72BE2DE-1609-4CE6-93A5-5B374A07E71C}"/>
                </a:ext>
              </a:extLst>
            </p:cNvPr>
            <p:cNvSpPr>
              <a:spLocks noChangeArrowheads="1"/>
            </p:cNvSpPr>
            <p:nvPr/>
          </p:nvSpPr>
          <p:spPr bwMode="auto">
            <a:xfrm>
              <a:off x="3335338" y="361156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82" name="Rectangle 62">
              <a:extLst>
                <a:ext uri="{FF2B5EF4-FFF2-40B4-BE49-F238E27FC236}">
                  <a16:creationId xmlns:a16="http://schemas.microsoft.com/office/drawing/2014/main" id="{3AB0AE82-5F3D-4C98-99DB-058FDF055F2E}"/>
                </a:ext>
              </a:extLst>
            </p:cNvPr>
            <p:cNvSpPr>
              <a:spLocks noChangeArrowheads="1"/>
            </p:cNvSpPr>
            <p:nvPr/>
          </p:nvSpPr>
          <p:spPr bwMode="auto">
            <a:xfrm>
              <a:off x="4465638" y="36115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83" name="Rectangle 63">
              <a:extLst>
                <a:ext uri="{FF2B5EF4-FFF2-40B4-BE49-F238E27FC236}">
                  <a16:creationId xmlns:a16="http://schemas.microsoft.com/office/drawing/2014/main" id="{9A14217B-0E90-4886-9896-1D60E068DDF1}"/>
                </a:ext>
              </a:extLst>
            </p:cNvPr>
            <p:cNvSpPr>
              <a:spLocks noChangeArrowheads="1"/>
            </p:cNvSpPr>
            <p:nvPr/>
          </p:nvSpPr>
          <p:spPr bwMode="auto">
            <a:xfrm>
              <a:off x="5219700"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84" name="Rectangle 64">
              <a:extLst>
                <a:ext uri="{FF2B5EF4-FFF2-40B4-BE49-F238E27FC236}">
                  <a16:creationId xmlns:a16="http://schemas.microsoft.com/office/drawing/2014/main" id="{BB46CA8D-9AC5-4D0B-B8CF-B1D34F2E7D35}"/>
                </a:ext>
              </a:extLst>
            </p:cNvPr>
            <p:cNvSpPr>
              <a:spLocks noChangeArrowheads="1"/>
            </p:cNvSpPr>
            <p:nvPr/>
          </p:nvSpPr>
          <p:spPr bwMode="auto">
            <a:xfrm>
              <a:off x="4618038" y="36115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85" name="Rectangle 65">
              <a:extLst>
                <a:ext uri="{FF2B5EF4-FFF2-40B4-BE49-F238E27FC236}">
                  <a16:creationId xmlns:a16="http://schemas.microsoft.com/office/drawing/2014/main" id="{87F7E22A-68EA-4057-A1D8-5F14DC80D772}"/>
                </a:ext>
              </a:extLst>
            </p:cNvPr>
            <p:cNvSpPr>
              <a:spLocks noChangeArrowheads="1"/>
            </p:cNvSpPr>
            <p:nvPr/>
          </p:nvSpPr>
          <p:spPr bwMode="auto">
            <a:xfrm>
              <a:off x="5518150" y="36115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86" name="Rectangle 66">
              <a:extLst>
                <a:ext uri="{FF2B5EF4-FFF2-40B4-BE49-F238E27FC236}">
                  <a16:creationId xmlns:a16="http://schemas.microsoft.com/office/drawing/2014/main" id="{692D7F64-6A5F-4661-AAA4-F544CAE3A2EF}"/>
                </a:ext>
              </a:extLst>
            </p:cNvPr>
            <p:cNvSpPr>
              <a:spLocks noChangeArrowheads="1"/>
            </p:cNvSpPr>
            <p:nvPr/>
          </p:nvSpPr>
          <p:spPr bwMode="auto">
            <a:xfrm>
              <a:off x="6235700"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87" name="Rectangle 67">
              <a:extLst>
                <a:ext uri="{FF2B5EF4-FFF2-40B4-BE49-F238E27FC236}">
                  <a16:creationId xmlns:a16="http://schemas.microsoft.com/office/drawing/2014/main" id="{9758181A-2DDB-4263-A048-FF45A27653E2}"/>
                </a:ext>
              </a:extLst>
            </p:cNvPr>
            <p:cNvSpPr>
              <a:spLocks noChangeArrowheads="1"/>
            </p:cNvSpPr>
            <p:nvPr/>
          </p:nvSpPr>
          <p:spPr bwMode="auto">
            <a:xfrm>
              <a:off x="3013075" y="39116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88" name="Rectangle 68">
              <a:extLst>
                <a:ext uri="{FF2B5EF4-FFF2-40B4-BE49-F238E27FC236}">
                  <a16:creationId xmlns:a16="http://schemas.microsoft.com/office/drawing/2014/main" id="{6C7505EA-0085-419D-B3DF-5E5EA227BCA5}"/>
                </a:ext>
              </a:extLst>
            </p:cNvPr>
            <p:cNvSpPr>
              <a:spLocks noChangeArrowheads="1"/>
            </p:cNvSpPr>
            <p:nvPr/>
          </p:nvSpPr>
          <p:spPr bwMode="auto">
            <a:xfrm>
              <a:off x="5657850" y="36115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89" name="Rectangle 69">
              <a:extLst>
                <a:ext uri="{FF2B5EF4-FFF2-40B4-BE49-F238E27FC236}">
                  <a16:creationId xmlns:a16="http://schemas.microsoft.com/office/drawing/2014/main" id="{6F0B418C-3AE8-4DAB-A748-A40DA67AD9D0}"/>
                </a:ext>
              </a:extLst>
            </p:cNvPr>
            <p:cNvSpPr>
              <a:spLocks noChangeArrowheads="1"/>
            </p:cNvSpPr>
            <p:nvPr/>
          </p:nvSpPr>
          <p:spPr bwMode="auto">
            <a:xfrm>
              <a:off x="4129088"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90" name="Rectangle 70">
              <a:extLst>
                <a:ext uri="{FF2B5EF4-FFF2-40B4-BE49-F238E27FC236}">
                  <a16:creationId xmlns:a16="http://schemas.microsoft.com/office/drawing/2014/main" id="{A43FF3E4-759B-4EC6-A609-74770678C68F}"/>
                </a:ext>
              </a:extLst>
            </p:cNvPr>
            <p:cNvSpPr>
              <a:spLocks noChangeArrowheads="1"/>
            </p:cNvSpPr>
            <p:nvPr/>
          </p:nvSpPr>
          <p:spPr bwMode="auto">
            <a:xfrm>
              <a:off x="3335338" y="3914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91" name="Rectangle 71">
              <a:extLst>
                <a:ext uri="{FF2B5EF4-FFF2-40B4-BE49-F238E27FC236}">
                  <a16:creationId xmlns:a16="http://schemas.microsoft.com/office/drawing/2014/main" id="{B096652E-B181-4F4F-9F0E-564C129F684C}"/>
                </a:ext>
              </a:extLst>
            </p:cNvPr>
            <p:cNvSpPr>
              <a:spLocks noChangeArrowheads="1"/>
            </p:cNvSpPr>
            <p:nvPr/>
          </p:nvSpPr>
          <p:spPr bwMode="auto">
            <a:xfrm>
              <a:off x="4465638" y="39147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92" name="Rectangle 72">
              <a:extLst>
                <a:ext uri="{FF2B5EF4-FFF2-40B4-BE49-F238E27FC236}">
                  <a16:creationId xmlns:a16="http://schemas.microsoft.com/office/drawing/2014/main" id="{CFEE06BD-2C92-471B-B7FF-C1FF323AAC24}"/>
                </a:ext>
              </a:extLst>
            </p:cNvPr>
            <p:cNvSpPr>
              <a:spLocks noChangeArrowheads="1"/>
            </p:cNvSpPr>
            <p:nvPr/>
          </p:nvSpPr>
          <p:spPr bwMode="auto">
            <a:xfrm>
              <a:off x="5219700"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93" name="Rectangle 73">
              <a:extLst>
                <a:ext uri="{FF2B5EF4-FFF2-40B4-BE49-F238E27FC236}">
                  <a16:creationId xmlns:a16="http://schemas.microsoft.com/office/drawing/2014/main" id="{E5948BAE-9459-4B0E-B8AC-FC7BC8344160}"/>
                </a:ext>
              </a:extLst>
            </p:cNvPr>
            <p:cNvSpPr>
              <a:spLocks noChangeArrowheads="1"/>
            </p:cNvSpPr>
            <p:nvPr/>
          </p:nvSpPr>
          <p:spPr bwMode="auto">
            <a:xfrm>
              <a:off x="4618038" y="39147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94" name="Rectangle 74">
              <a:extLst>
                <a:ext uri="{FF2B5EF4-FFF2-40B4-BE49-F238E27FC236}">
                  <a16:creationId xmlns:a16="http://schemas.microsoft.com/office/drawing/2014/main" id="{382229E7-F1E5-45A0-9317-0DF2DED50EAD}"/>
                </a:ext>
              </a:extLst>
            </p:cNvPr>
            <p:cNvSpPr>
              <a:spLocks noChangeArrowheads="1"/>
            </p:cNvSpPr>
            <p:nvPr/>
          </p:nvSpPr>
          <p:spPr bwMode="auto">
            <a:xfrm>
              <a:off x="5518150" y="39147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95" name="Rectangle 75">
              <a:extLst>
                <a:ext uri="{FF2B5EF4-FFF2-40B4-BE49-F238E27FC236}">
                  <a16:creationId xmlns:a16="http://schemas.microsoft.com/office/drawing/2014/main" id="{F6661030-2B39-4FB7-A91D-C621B10282EE}"/>
                </a:ext>
              </a:extLst>
            </p:cNvPr>
            <p:cNvSpPr>
              <a:spLocks noChangeArrowheads="1"/>
            </p:cNvSpPr>
            <p:nvPr/>
          </p:nvSpPr>
          <p:spPr bwMode="auto">
            <a:xfrm>
              <a:off x="6235700"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96" name="Rectangle 76">
              <a:extLst>
                <a:ext uri="{FF2B5EF4-FFF2-40B4-BE49-F238E27FC236}">
                  <a16:creationId xmlns:a16="http://schemas.microsoft.com/office/drawing/2014/main" id="{CED2FCAA-29B5-4874-933E-1320423C4466}"/>
                </a:ext>
              </a:extLst>
            </p:cNvPr>
            <p:cNvSpPr>
              <a:spLocks noChangeArrowheads="1"/>
            </p:cNvSpPr>
            <p:nvPr/>
          </p:nvSpPr>
          <p:spPr bwMode="auto">
            <a:xfrm>
              <a:off x="3013075" y="42164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97" name="Rectangle 77">
              <a:extLst>
                <a:ext uri="{FF2B5EF4-FFF2-40B4-BE49-F238E27FC236}">
                  <a16:creationId xmlns:a16="http://schemas.microsoft.com/office/drawing/2014/main" id="{C07B21DC-CC49-4C7E-9F0C-4FA7204B466E}"/>
                </a:ext>
              </a:extLst>
            </p:cNvPr>
            <p:cNvSpPr>
              <a:spLocks noChangeArrowheads="1"/>
            </p:cNvSpPr>
            <p:nvPr/>
          </p:nvSpPr>
          <p:spPr bwMode="auto">
            <a:xfrm>
              <a:off x="5657850" y="39147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98" name="Rectangle 78">
              <a:extLst>
                <a:ext uri="{FF2B5EF4-FFF2-40B4-BE49-F238E27FC236}">
                  <a16:creationId xmlns:a16="http://schemas.microsoft.com/office/drawing/2014/main" id="{54D1122E-56FC-48E9-B525-68205B643859}"/>
                </a:ext>
              </a:extLst>
            </p:cNvPr>
            <p:cNvSpPr>
              <a:spLocks noChangeArrowheads="1"/>
            </p:cNvSpPr>
            <p:nvPr/>
          </p:nvSpPr>
          <p:spPr bwMode="auto">
            <a:xfrm>
              <a:off x="4129088"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99" name="Rectangle 79">
              <a:extLst>
                <a:ext uri="{FF2B5EF4-FFF2-40B4-BE49-F238E27FC236}">
                  <a16:creationId xmlns:a16="http://schemas.microsoft.com/office/drawing/2014/main" id="{1EBC17A1-9CF5-4FA5-A75B-F68959C0A761}"/>
                </a:ext>
              </a:extLst>
            </p:cNvPr>
            <p:cNvSpPr>
              <a:spLocks noChangeArrowheads="1"/>
            </p:cNvSpPr>
            <p:nvPr/>
          </p:nvSpPr>
          <p:spPr bwMode="auto">
            <a:xfrm>
              <a:off x="3335338" y="4219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900" name="Rectangle 80">
              <a:extLst>
                <a:ext uri="{FF2B5EF4-FFF2-40B4-BE49-F238E27FC236}">
                  <a16:creationId xmlns:a16="http://schemas.microsoft.com/office/drawing/2014/main" id="{FF402BD8-B6E6-4F17-BD65-BE724E5DE99E}"/>
                </a:ext>
              </a:extLst>
            </p:cNvPr>
            <p:cNvSpPr>
              <a:spLocks noChangeArrowheads="1"/>
            </p:cNvSpPr>
            <p:nvPr/>
          </p:nvSpPr>
          <p:spPr bwMode="auto">
            <a:xfrm>
              <a:off x="4465638" y="42195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901" name="Rectangle 81">
              <a:extLst>
                <a:ext uri="{FF2B5EF4-FFF2-40B4-BE49-F238E27FC236}">
                  <a16:creationId xmlns:a16="http://schemas.microsoft.com/office/drawing/2014/main" id="{73E72E56-A108-4256-B210-169DFEF71292}"/>
                </a:ext>
              </a:extLst>
            </p:cNvPr>
            <p:cNvSpPr>
              <a:spLocks noChangeArrowheads="1"/>
            </p:cNvSpPr>
            <p:nvPr/>
          </p:nvSpPr>
          <p:spPr bwMode="auto">
            <a:xfrm>
              <a:off x="5219700"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902" name="Rectangle 82">
              <a:extLst>
                <a:ext uri="{FF2B5EF4-FFF2-40B4-BE49-F238E27FC236}">
                  <a16:creationId xmlns:a16="http://schemas.microsoft.com/office/drawing/2014/main" id="{F8AA150D-E8B3-49C5-A53B-19EFB647A716}"/>
                </a:ext>
              </a:extLst>
            </p:cNvPr>
            <p:cNvSpPr>
              <a:spLocks noChangeArrowheads="1"/>
            </p:cNvSpPr>
            <p:nvPr/>
          </p:nvSpPr>
          <p:spPr bwMode="auto">
            <a:xfrm>
              <a:off x="4618038" y="42195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903" name="Rectangle 83">
              <a:extLst>
                <a:ext uri="{FF2B5EF4-FFF2-40B4-BE49-F238E27FC236}">
                  <a16:creationId xmlns:a16="http://schemas.microsoft.com/office/drawing/2014/main" id="{2651A191-125D-42C2-BA00-60B8BB417B11}"/>
                </a:ext>
              </a:extLst>
            </p:cNvPr>
            <p:cNvSpPr>
              <a:spLocks noChangeArrowheads="1"/>
            </p:cNvSpPr>
            <p:nvPr/>
          </p:nvSpPr>
          <p:spPr bwMode="auto">
            <a:xfrm>
              <a:off x="5518150" y="42195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904" name="Rectangle 84">
              <a:extLst>
                <a:ext uri="{FF2B5EF4-FFF2-40B4-BE49-F238E27FC236}">
                  <a16:creationId xmlns:a16="http://schemas.microsoft.com/office/drawing/2014/main" id="{ED19AFE7-A1BE-4049-B262-BC5CCF4192DD}"/>
                </a:ext>
              </a:extLst>
            </p:cNvPr>
            <p:cNvSpPr>
              <a:spLocks noChangeArrowheads="1"/>
            </p:cNvSpPr>
            <p:nvPr/>
          </p:nvSpPr>
          <p:spPr bwMode="auto">
            <a:xfrm>
              <a:off x="6235700"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905" name="Rectangle 85">
              <a:extLst>
                <a:ext uri="{FF2B5EF4-FFF2-40B4-BE49-F238E27FC236}">
                  <a16:creationId xmlns:a16="http://schemas.microsoft.com/office/drawing/2014/main" id="{A902CD44-78F0-4FE4-B525-7F2AECC4811C}"/>
                </a:ext>
              </a:extLst>
            </p:cNvPr>
            <p:cNvSpPr>
              <a:spLocks noChangeArrowheads="1"/>
            </p:cNvSpPr>
            <p:nvPr/>
          </p:nvSpPr>
          <p:spPr bwMode="auto">
            <a:xfrm>
              <a:off x="3013075" y="45212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906" name="Rectangle 86">
              <a:extLst>
                <a:ext uri="{FF2B5EF4-FFF2-40B4-BE49-F238E27FC236}">
                  <a16:creationId xmlns:a16="http://schemas.microsoft.com/office/drawing/2014/main" id="{9795A4BB-39CF-413A-B428-659724318361}"/>
                </a:ext>
              </a:extLst>
            </p:cNvPr>
            <p:cNvSpPr>
              <a:spLocks noChangeArrowheads="1"/>
            </p:cNvSpPr>
            <p:nvPr/>
          </p:nvSpPr>
          <p:spPr bwMode="auto">
            <a:xfrm>
              <a:off x="5657850" y="42195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907" name="Rectangle 87">
              <a:extLst>
                <a:ext uri="{FF2B5EF4-FFF2-40B4-BE49-F238E27FC236}">
                  <a16:creationId xmlns:a16="http://schemas.microsoft.com/office/drawing/2014/main" id="{C66C11CA-0DA4-46C8-83F7-2ABFE161A0A2}"/>
                </a:ext>
              </a:extLst>
            </p:cNvPr>
            <p:cNvSpPr>
              <a:spLocks noChangeArrowheads="1"/>
            </p:cNvSpPr>
            <p:nvPr/>
          </p:nvSpPr>
          <p:spPr bwMode="auto">
            <a:xfrm>
              <a:off x="4129088"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908" name="Rectangle 88">
              <a:extLst>
                <a:ext uri="{FF2B5EF4-FFF2-40B4-BE49-F238E27FC236}">
                  <a16:creationId xmlns:a16="http://schemas.microsoft.com/office/drawing/2014/main" id="{0E70FE1B-8457-4E4E-9EAD-B5D62BF3D4AA}"/>
                </a:ext>
              </a:extLst>
            </p:cNvPr>
            <p:cNvSpPr>
              <a:spLocks noChangeArrowheads="1"/>
            </p:cNvSpPr>
            <p:nvPr/>
          </p:nvSpPr>
          <p:spPr bwMode="auto">
            <a:xfrm>
              <a:off x="3335338" y="4522788"/>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909" name="Rectangle 89">
              <a:extLst>
                <a:ext uri="{FF2B5EF4-FFF2-40B4-BE49-F238E27FC236}">
                  <a16:creationId xmlns:a16="http://schemas.microsoft.com/office/drawing/2014/main" id="{F132113D-E47D-4A1D-8E85-421FFC4270CC}"/>
                </a:ext>
              </a:extLst>
            </p:cNvPr>
            <p:cNvSpPr>
              <a:spLocks noChangeArrowheads="1"/>
            </p:cNvSpPr>
            <p:nvPr/>
          </p:nvSpPr>
          <p:spPr bwMode="auto">
            <a:xfrm>
              <a:off x="4465638" y="45227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910" name="Rectangle 90">
              <a:extLst>
                <a:ext uri="{FF2B5EF4-FFF2-40B4-BE49-F238E27FC236}">
                  <a16:creationId xmlns:a16="http://schemas.microsoft.com/office/drawing/2014/main" id="{BA8B2AAB-6632-4E50-9AD6-12EFB37643DF}"/>
                </a:ext>
              </a:extLst>
            </p:cNvPr>
            <p:cNvSpPr>
              <a:spLocks noChangeArrowheads="1"/>
            </p:cNvSpPr>
            <p:nvPr/>
          </p:nvSpPr>
          <p:spPr bwMode="auto">
            <a:xfrm>
              <a:off x="5219700"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911" name="Rectangle 91">
              <a:extLst>
                <a:ext uri="{FF2B5EF4-FFF2-40B4-BE49-F238E27FC236}">
                  <a16:creationId xmlns:a16="http://schemas.microsoft.com/office/drawing/2014/main" id="{859C5F83-34E0-415E-A72B-62455119462F}"/>
                </a:ext>
              </a:extLst>
            </p:cNvPr>
            <p:cNvSpPr>
              <a:spLocks noChangeArrowheads="1"/>
            </p:cNvSpPr>
            <p:nvPr/>
          </p:nvSpPr>
          <p:spPr bwMode="auto">
            <a:xfrm>
              <a:off x="4618038" y="4522788"/>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912" name="Rectangle 92">
              <a:extLst>
                <a:ext uri="{FF2B5EF4-FFF2-40B4-BE49-F238E27FC236}">
                  <a16:creationId xmlns:a16="http://schemas.microsoft.com/office/drawing/2014/main" id="{2DD9B44B-670D-428D-9B7B-C70C048E4744}"/>
                </a:ext>
              </a:extLst>
            </p:cNvPr>
            <p:cNvSpPr>
              <a:spLocks noChangeArrowheads="1"/>
            </p:cNvSpPr>
            <p:nvPr/>
          </p:nvSpPr>
          <p:spPr bwMode="auto">
            <a:xfrm>
              <a:off x="5518150" y="45227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913" name="Rectangle 93">
              <a:extLst>
                <a:ext uri="{FF2B5EF4-FFF2-40B4-BE49-F238E27FC236}">
                  <a16:creationId xmlns:a16="http://schemas.microsoft.com/office/drawing/2014/main" id="{D4A5C9D9-5B79-4A0C-A8F8-1F593A00211B}"/>
                </a:ext>
              </a:extLst>
            </p:cNvPr>
            <p:cNvSpPr>
              <a:spLocks noChangeArrowheads="1"/>
            </p:cNvSpPr>
            <p:nvPr/>
          </p:nvSpPr>
          <p:spPr bwMode="auto">
            <a:xfrm>
              <a:off x="6235700"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914" name="Rectangle 94">
              <a:extLst>
                <a:ext uri="{FF2B5EF4-FFF2-40B4-BE49-F238E27FC236}">
                  <a16:creationId xmlns:a16="http://schemas.microsoft.com/office/drawing/2014/main" id="{8CC5F174-F143-4B14-A38E-9923F824DEA7}"/>
                </a:ext>
              </a:extLst>
            </p:cNvPr>
            <p:cNvSpPr>
              <a:spLocks noChangeArrowheads="1"/>
            </p:cNvSpPr>
            <p:nvPr/>
          </p:nvSpPr>
          <p:spPr bwMode="auto">
            <a:xfrm>
              <a:off x="3013075" y="48260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915" name="Rectangle 95">
              <a:extLst>
                <a:ext uri="{FF2B5EF4-FFF2-40B4-BE49-F238E27FC236}">
                  <a16:creationId xmlns:a16="http://schemas.microsoft.com/office/drawing/2014/main" id="{0F4DA1E1-061F-4091-9466-A83DF1E5B19F}"/>
                </a:ext>
              </a:extLst>
            </p:cNvPr>
            <p:cNvSpPr>
              <a:spLocks noChangeArrowheads="1"/>
            </p:cNvSpPr>
            <p:nvPr/>
          </p:nvSpPr>
          <p:spPr bwMode="auto">
            <a:xfrm>
              <a:off x="5657850" y="4522788"/>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916" name="Rectangle 96">
              <a:extLst>
                <a:ext uri="{FF2B5EF4-FFF2-40B4-BE49-F238E27FC236}">
                  <a16:creationId xmlns:a16="http://schemas.microsoft.com/office/drawing/2014/main" id="{86AB3494-B7B4-4CCF-8836-7F62B53811C7}"/>
                </a:ext>
              </a:extLst>
            </p:cNvPr>
            <p:cNvSpPr>
              <a:spLocks noChangeArrowheads="1"/>
            </p:cNvSpPr>
            <p:nvPr/>
          </p:nvSpPr>
          <p:spPr bwMode="auto">
            <a:xfrm>
              <a:off x="4129088"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917" name="Rectangle 97">
              <a:extLst>
                <a:ext uri="{FF2B5EF4-FFF2-40B4-BE49-F238E27FC236}">
                  <a16:creationId xmlns:a16="http://schemas.microsoft.com/office/drawing/2014/main" id="{51E0E571-BE4C-4B05-B312-74496C299003}"/>
                </a:ext>
              </a:extLst>
            </p:cNvPr>
            <p:cNvSpPr>
              <a:spLocks noChangeArrowheads="1"/>
            </p:cNvSpPr>
            <p:nvPr/>
          </p:nvSpPr>
          <p:spPr bwMode="auto">
            <a:xfrm>
              <a:off x="3335338" y="48244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918" name="Rectangle 98">
              <a:extLst>
                <a:ext uri="{FF2B5EF4-FFF2-40B4-BE49-F238E27FC236}">
                  <a16:creationId xmlns:a16="http://schemas.microsoft.com/office/drawing/2014/main" id="{5987E604-2CF1-47B2-ACEE-8C371EECA959}"/>
                </a:ext>
              </a:extLst>
            </p:cNvPr>
            <p:cNvSpPr>
              <a:spLocks noChangeArrowheads="1"/>
            </p:cNvSpPr>
            <p:nvPr/>
          </p:nvSpPr>
          <p:spPr bwMode="auto">
            <a:xfrm>
              <a:off x="4465638" y="48244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919" name="Rectangle 99">
              <a:extLst>
                <a:ext uri="{FF2B5EF4-FFF2-40B4-BE49-F238E27FC236}">
                  <a16:creationId xmlns:a16="http://schemas.microsoft.com/office/drawing/2014/main" id="{8B3557CB-D85A-4C3C-BD44-EFEC8F789FBF}"/>
                </a:ext>
              </a:extLst>
            </p:cNvPr>
            <p:cNvSpPr>
              <a:spLocks noChangeArrowheads="1"/>
            </p:cNvSpPr>
            <p:nvPr/>
          </p:nvSpPr>
          <p:spPr bwMode="auto">
            <a:xfrm>
              <a:off x="5219700"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920" name="Rectangle 100">
              <a:extLst>
                <a:ext uri="{FF2B5EF4-FFF2-40B4-BE49-F238E27FC236}">
                  <a16:creationId xmlns:a16="http://schemas.microsoft.com/office/drawing/2014/main" id="{91E6E07C-CD09-42F1-AFC3-25018FCFD1F0}"/>
                </a:ext>
              </a:extLst>
            </p:cNvPr>
            <p:cNvSpPr>
              <a:spLocks noChangeArrowheads="1"/>
            </p:cNvSpPr>
            <p:nvPr/>
          </p:nvSpPr>
          <p:spPr bwMode="auto">
            <a:xfrm>
              <a:off x="4618038" y="48244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921" name="Rectangle 101">
              <a:extLst>
                <a:ext uri="{FF2B5EF4-FFF2-40B4-BE49-F238E27FC236}">
                  <a16:creationId xmlns:a16="http://schemas.microsoft.com/office/drawing/2014/main" id="{EBFFCC18-16A1-436C-869A-91A76D7321F3}"/>
                </a:ext>
              </a:extLst>
            </p:cNvPr>
            <p:cNvSpPr>
              <a:spLocks noChangeArrowheads="1"/>
            </p:cNvSpPr>
            <p:nvPr/>
          </p:nvSpPr>
          <p:spPr bwMode="auto">
            <a:xfrm>
              <a:off x="5518150" y="48244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922" name="Rectangle 102">
              <a:extLst>
                <a:ext uri="{FF2B5EF4-FFF2-40B4-BE49-F238E27FC236}">
                  <a16:creationId xmlns:a16="http://schemas.microsoft.com/office/drawing/2014/main" id="{BD87D8E5-8015-4CA6-9EAA-1932AFE6EE6D}"/>
                </a:ext>
              </a:extLst>
            </p:cNvPr>
            <p:cNvSpPr>
              <a:spLocks noChangeArrowheads="1"/>
            </p:cNvSpPr>
            <p:nvPr/>
          </p:nvSpPr>
          <p:spPr bwMode="auto">
            <a:xfrm>
              <a:off x="6235700"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923" name="Rectangle 103">
              <a:extLst>
                <a:ext uri="{FF2B5EF4-FFF2-40B4-BE49-F238E27FC236}">
                  <a16:creationId xmlns:a16="http://schemas.microsoft.com/office/drawing/2014/main" id="{F0FAACF1-F0BD-4A84-897A-36B05F9B0227}"/>
                </a:ext>
              </a:extLst>
            </p:cNvPr>
            <p:cNvSpPr>
              <a:spLocks noChangeArrowheads="1"/>
            </p:cNvSpPr>
            <p:nvPr/>
          </p:nvSpPr>
          <p:spPr bwMode="auto">
            <a:xfrm>
              <a:off x="3013075" y="5135563"/>
              <a:ext cx="11113"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924" name="Rectangle 104">
              <a:extLst>
                <a:ext uri="{FF2B5EF4-FFF2-40B4-BE49-F238E27FC236}">
                  <a16:creationId xmlns:a16="http://schemas.microsoft.com/office/drawing/2014/main" id="{2D2563ED-323F-43F1-8387-8359ADC65357}"/>
                </a:ext>
              </a:extLst>
            </p:cNvPr>
            <p:cNvSpPr>
              <a:spLocks noChangeArrowheads="1"/>
            </p:cNvSpPr>
            <p:nvPr/>
          </p:nvSpPr>
          <p:spPr bwMode="auto">
            <a:xfrm>
              <a:off x="5657850" y="48244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925" name="Rectangle 105">
              <a:extLst>
                <a:ext uri="{FF2B5EF4-FFF2-40B4-BE49-F238E27FC236}">
                  <a16:creationId xmlns:a16="http://schemas.microsoft.com/office/drawing/2014/main" id="{36A60752-CF45-441A-80B1-B53138915249}"/>
                </a:ext>
              </a:extLst>
            </p:cNvPr>
            <p:cNvSpPr>
              <a:spLocks noChangeArrowheads="1"/>
            </p:cNvSpPr>
            <p:nvPr/>
          </p:nvSpPr>
          <p:spPr bwMode="auto">
            <a:xfrm>
              <a:off x="4129088"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926" name="Rectangle 106">
              <a:extLst>
                <a:ext uri="{FF2B5EF4-FFF2-40B4-BE49-F238E27FC236}">
                  <a16:creationId xmlns:a16="http://schemas.microsoft.com/office/drawing/2014/main" id="{9DFCCE18-6241-49C5-BECB-1E2D243EA2DA}"/>
                </a:ext>
              </a:extLst>
            </p:cNvPr>
            <p:cNvSpPr>
              <a:spLocks noChangeArrowheads="1"/>
            </p:cNvSpPr>
            <p:nvPr/>
          </p:nvSpPr>
          <p:spPr bwMode="auto">
            <a:xfrm>
              <a:off x="3335338" y="51292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927" name="Rectangle 107">
              <a:extLst>
                <a:ext uri="{FF2B5EF4-FFF2-40B4-BE49-F238E27FC236}">
                  <a16:creationId xmlns:a16="http://schemas.microsoft.com/office/drawing/2014/main" id="{628DF9BC-BBB6-4A0B-98AD-ADD511B5CB94}"/>
                </a:ext>
              </a:extLst>
            </p:cNvPr>
            <p:cNvSpPr>
              <a:spLocks noChangeArrowheads="1"/>
            </p:cNvSpPr>
            <p:nvPr/>
          </p:nvSpPr>
          <p:spPr bwMode="auto">
            <a:xfrm>
              <a:off x="4465638" y="51292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928" name="Rectangle 108">
              <a:extLst>
                <a:ext uri="{FF2B5EF4-FFF2-40B4-BE49-F238E27FC236}">
                  <a16:creationId xmlns:a16="http://schemas.microsoft.com/office/drawing/2014/main" id="{649CD0DE-5ABA-4C7D-903E-83B1E67F4205}"/>
                </a:ext>
              </a:extLst>
            </p:cNvPr>
            <p:cNvSpPr>
              <a:spLocks noChangeArrowheads="1"/>
            </p:cNvSpPr>
            <p:nvPr/>
          </p:nvSpPr>
          <p:spPr bwMode="auto">
            <a:xfrm>
              <a:off x="5219700"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929" name="Rectangle 109">
              <a:extLst>
                <a:ext uri="{FF2B5EF4-FFF2-40B4-BE49-F238E27FC236}">
                  <a16:creationId xmlns:a16="http://schemas.microsoft.com/office/drawing/2014/main" id="{1B618D63-5F79-40EC-A609-1334022A6680}"/>
                </a:ext>
              </a:extLst>
            </p:cNvPr>
            <p:cNvSpPr>
              <a:spLocks noChangeArrowheads="1"/>
            </p:cNvSpPr>
            <p:nvPr/>
          </p:nvSpPr>
          <p:spPr bwMode="auto">
            <a:xfrm>
              <a:off x="4618038" y="51292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930" name="Rectangle 110">
              <a:extLst>
                <a:ext uri="{FF2B5EF4-FFF2-40B4-BE49-F238E27FC236}">
                  <a16:creationId xmlns:a16="http://schemas.microsoft.com/office/drawing/2014/main" id="{4213D0E0-376B-4783-87CA-FE2A3DB4D542}"/>
                </a:ext>
              </a:extLst>
            </p:cNvPr>
            <p:cNvSpPr>
              <a:spLocks noChangeArrowheads="1"/>
            </p:cNvSpPr>
            <p:nvPr/>
          </p:nvSpPr>
          <p:spPr bwMode="auto">
            <a:xfrm>
              <a:off x="5518150" y="51292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931" name="Rectangle 111">
              <a:extLst>
                <a:ext uri="{FF2B5EF4-FFF2-40B4-BE49-F238E27FC236}">
                  <a16:creationId xmlns:a16="http://schemas.microsoft.com/office/drawing/2014/main" id="{80B75CE2-DD40-48D0-B627-32EE1E7EB1C8}"/>
                </a:ext>
              </a:extLst>
            </p:cNvPr>
            <p:cNvSpPr>
              <a:spLocks noChangeArrowheads="1"/>
            </p:cNvSpPr>
            <p:nvPr/>
          </p:nvSpPr>
          <p:spPr bwMode="auto">
            <a:xfrm>
              <a:off x="6235700"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932" name="Rectangle 112">
              <a:extLst>
                <a:ext uri="{FF2B5EF4-FFF2-40B4-BE49-F238E27FC236}">
                  <a16:creationId xmlns:a16="http://schemas.microsoft.com/office/drawing/2014/main" id="{B93E4287-5F87-453D-84EE-B1CEE59A2154}"/>
                </a:ext>
              </a:extLst>
            </p:cNvPr>
            <p:cNvSpPr>
              <a:spLocks noChangeArrowheads="1"/>
            </p:cNvSpPr>
            <p:nvPr/>
          </p:nvSpPr>
          <p:spPr bwMode="auto">
            <a:xfrm>
              <a:off x="3038475" y="5473700"/>
              <a:ext cx="3203575"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933" name="Rectangle 113">
              <a:extLst>
                <a:ext uri="{FF2B5EF4-FFF2-40B4-BE49-F238E27FC236}">
                  <a16:creationId xmlns:a16="http://schemas.microsoft.com/office/drawing/2014/main" id="{E63DBD55-18A2-43A2-AA2F-52A0637A4F68}"/>
                </a:ext>
              </a:extLst>
            </p:cNvPr>
            <p:cNvSpPr>
              <a:spLocks noChangeArrowheads="1"/>
            </p:cNvSpPr>
            <p:nvPr/>
          </p:nvSpPr>
          <p:spPr bwMode="auto">
            <a:xfrm>
              <a:off x="5657850" y="51292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8786" name="Title 1">
            <a:extLst>
              <a:ext uri="{FF2B5EF4-FFF2-40B4-BE49-F238E27FC236}">
                <a16:creationId xmlns:a16="http://schemas.microsoft.com/office/drawing/2014/main" id="{24E767F8-3B69-4343-9F51-9C22CFC96B3A}"/>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K-map for Y</a:t>
            </a:r>
            <a:r>
              <a:rPr kumimoji="0" lang="en-US" altLang="en-US" sz="3200" b="1" i="0" u="none" strike="noStrike" kern="120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cs typeface="+mn-cs"/>
              </a:rPr>
              <a:t>1</a:t>
            </a:r>
          </a:p>
        </p:txBody>
      </p:sp>
      <p:grpSp>
        <p:nvGrpSpPr>
          <p:cNvPr id="118787" name="Group 114">
            <a:extLst>
              <a:ext uri="{FF2B5EF4-FFF2-40B4-BE49-F238E27FC236}">
                <a16:creationId xmlns:a16="http://schemas.microsoft.com/office/drawing/2014/main" id="{36189691-8D34-45EE-BCEC-5BDF12FB3DE3}"/>
              </a:ext>
            </a:extLst>
          </p:cNvPr>
          <p:cNvGrpSpPr>
            <a:grpSpLocks/>
          </p:cNvGrpSpPr>
          <p:nvPr/>
        </p:nvGrpSpPr>
        <p:grpSpPr bwMode="auto">
          <a:xfrm>
            <a:off x="5562600" y="2438400"/>
            <a:ext cx="2820988" cy="1806575"/>
            <a:chOff x="2286000" y="881063"/>
            <a:chExt cx="2820987" cy="1806575"/>
          </a:xfrm>
        </p:grpSpPr>
        <p:sp>
          <p:nvSpPr>
            <p:cNvPr id="118797" name="Rectangle 16">
              <a:extLst>
                <a:ext uri="{FF2B5EF4-FFF2-40B4-BE49-F238E27FC236}">
                  <a16:creationId xmlns:a16="http://schemas.microsoft.com/office/drawing/2014/main" id="{A4B3FAC9-7CBA-4B4A-9968-AC95893DD592}"/>
                </a:ext>
              </a:extLst>
            </p:cNvPr>
            <p:cNvSpPr>
              <a:spLocks noChangeArrowheads="1"/>
            </p:cNvSpPr>
            <p:nvPr/>
          </p:nvSpPr>
          <p:spPr bwMode="auto">
            <a:xfrm>
              <a:off x="2924175" y="1604963"/>
              <a:ext cx="1077912" cy="108267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8798" name="Line 17">
              <a:extLst>
                <a:ext uri="{FF2B5EF4-FFF2-40B4-BE49-F238E27FC236}">
                  <a16:creationId xmlns:a16="http://schemas.microsoft.com/office/drawing/2014/main" id="{FFEC7C14-6017-46C7-8EE7-2CFE33884803}"/>
                </a:ext>
              </a:extLst>
            </p:cNvPr>
            <p:cNvSpPr>
              <a:spLocks noChangeShapeType="1"/>
            </p:cNvSpPr>
            <p:nvPr/>
          </p:nvSpPr>
          <p:spPr bwMode="auto">
            <a:xfrm flipH="1">
              <a:off x="2924175" y="2146300"/>
              <a:ext cx="1077912"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799" name="Line 18">
              <a:extLst>
                <a:ext uri="{FF2B5EF4-FFF2-40B4-BE49-F238E27FC236}">
                  <a16:creationId xmlns:a16="http://schemas.microsoft.com/office/drawing/2014/main" id="{05C45097-93D8-4C33-A8C2-0912E92BCA24}"/>
                </a:ext>
              </a:extLst>
            </p:cNvPr>
            <p:cNvSpPr>
              <a:spLocks noChangeShapeType="1"/>
            </p:cNvSpPr>
            <p:nvPr/>
          </p:nvSpPr>
          <p:spPr bwMode="auto">
            <a:xfrm flipV="1">
              <a:off x="3462337" y="1604963"/>
              <a:ext cx="1588" cy="10826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00" name="Line 19">
              <a:extLst>
                <a:ext uri="{FF2B5EF4-FFF2-40B4-BE49-F238E27FC236}">
                  <a16:creationId xmlns:a16="http://schemas.microsoft.com/office/drawing/2014/main" id="{F88B6ABC-58F1-4149-A857-9C721766F88B}"/>
                </a:ext>
              </a:extLst>
            </p:cNvPr>
            <p:cNvSpPr>
              <a:spLocks noChangeShapeType="1"/>
            </p:cNvSpPr>
            <p:nvPr/>
          </p:nvSpPr>
          <p:spPr bwMode="auto">
            <a:xfrm>
              <a:off x="2384425" y="1036638"/>
              <a:ext cx="539750" cy="5683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01" name="Rectangle 21">
              <a:extLst>
                <a:ext uri="{FF2B5EF4-FFF2-40B4-BE49-F238E27FC236}">
                  <a16:creationId xmlns:a16="http://schemas.microsoft.com/office/drawing/2014/main" id="{8288C7BA-0BB9-4C45-9FCD-7B04017E0543}"/>
                </a:ext>
              </a:extLst>
            </p:cNvPr>
            <p:cNvSpPr>
              <a:spLocks noChangeArrowheads="1"/>
            </p:cNvSpPr>
            <p:nvPr/>
          </p:nvSpPr>
          <p:spPr bwMode="auto">
            <a:xfrm>
              <a:off x="2549525" y="881063"/>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8802" name="Rectangle 22">
              <a:extLst>
                <a:ext uri="{FF2B5EF4-FFF2-40B4-BE49-F238E27FC236}">
                  <a16:creationId xmlns:a16="http://schemas.microsoft.com/office/drawing/2014/main" id="{00A51FA4-EBF0-4D07-ADB6-B310E2D81533}"/>
                </a:ext>
              </a:extLst>
            </p:cNvPr>
            <p:cNvSpPr>
              <a:spLocks noChangeArrowheads="1"/>
            </p:cNvSpPr>
            <p:nvPr/>
          </p:nvSpPr>
          <p:spPr bwMode="auto">
            <a:xfrm>
              <a:off x="2662237" y="1003300"/>
              <a:ext cx="120650" cy="258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8803" name="Rectangle 23">
              <a:extLst>
                <a:ext uri="{FF2B5EF4-FFF2-40B4-BE49-F238E27FC236}">
                  <a16:creationId xmlns:a16="http://schemas.microsoft.com/office/drawing/2014/main" id="{07BE29B9-34B5-407D-9032-B1CDCAEBE054}"/>
                </a:ext>
              </a:extLst>
            </p:cNvPr>
            <p:cNvSpPr>
              <a:spLocks noChangeArrowheads="1"/>
            </p:cNvSpPr>
            <p:nvPr/>
          </p:nvSpPr>
          <p:spPr bwMode="auto">
            <a:xfrm>
              <a:off x="2784475" y="881063"/>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8804" name="Rectangle 24">
              <a:extLst>
                <a:ext uri="{FF2B5EF4-FFF2-40B4-BE49-F238E27FC236}">
                  <a16:creationId xmlns:a16="http://schemas.microsoft.com/office/drawing/2014/main" id="{CBAC7FA0-9DC3-438F-9DC0-F123DC407D2C}"/>
                </a:ext>
              </a:extLst>
            </p:cNvPr>
            <p:cNvSpPr>
              <a:spLocks noChangeArrowheads="1"/>
            </p:cNvSpPr>
            <p:nvPr/>
          </p:nvSpPr>
          <p:spPr bwMode="auto">
            <a:xfrm>
              <a:off x="2897187" y="1003300"/>
              <a:ext cx="10900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8805" name="Rectangle 25">
              <a:extLst>
                <a:ext uri="{FF2B5EF4-FFF2-40B4-BE49-F238E27FC236}">
                  <a16:creationId xmlns:a16="http://schemas.microsoft.com/office/drawing/2014/main" id="{214FDBD6-B8FC-4901-9F91-879583578910}"/>
                </a:ext>
              </a:extLst>
            </p:cNvPr>
            <p:cNvSpPr>
              <a:spLocks noChangeArrowheads="1"/>
            </p:cNvSpPr>
            <p:nvPr/>
          </p:nvSpPr>
          <p:spPr bwMode="auto">
            <a:xfrm>
              <a:off x="2286000" y="1143000"/>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8806" name="Rectangle 26">
              <a:extLst>
                <a:ext uri="{FF2B5EF4-FFF2-40B4-BE49-F238E27FC236}">
                  <a16:creationId xmlns:a16="http://schemas.microsoft.com/office/drawing/2014/main" id="{A720F129-5E63-4B56-B7CF-74DFB7F85DC0}"/>
                </a:ext>
              </a:extLst>
            </p:cNvPr>
            <p:cNvSpPr>
              <a:spLocks noChangeArrowheads="1"/>
            </p:cNvSpPr>
            <p:nvPr/>
          </p:nvSpPr>
          <p:spPr bwMode="auto">
            <a:xfrm>
              <a:off x="2400300" y="1265238"/>
              <a:ext cx="10900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8807" name="Rectangle 27">
              <a:extLst>
                <a:ext uri="{FF2B5EF4-FFF2-40B4-BE49-F238E27FC236}">
                  <a16:creationId xmlns:a16="http://schemas.microsoft.com/office/drawing/2014/main" id="{2CE5933E-ADDD-4D08-B894-1D5119F03DD5}"/>
                </a:ext>
              </a:extLst>
            </p:cNvPr>
            <p:cNvSpPr>
              <a:spLocks noChangeArrowheads="1"/>
            </p:cNvSpPr>
            <p:nvPr/>
          </p:nvSpPr>
          <p:spPr bwMode="auto">
            <a:xfrm>
              <a:off x="3132137" y="1752600"/>
              <a:ext cx="134938"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8808" name="Rectangle 28">
              <a:extLst>
                <a:ext uri="{FF2B5EF4-FFF2-40B4-BE49-F238E27FC236}">
                  <a16:creationId xmlns:a16="http://schemas.microsoft.com/office/drawing/2014/main" id="{6AA7166C-58FD-4FAE-A3E6-FCB70364ACD6}"/>
                </a:ext>
              </a:extLst>
            </p:cNvPr>
            <p:cNvSpPr>
              <a:spLocks noChangeArrowheads="1"/>
            </p:cNvSpPr>
            <p:nvPr/>
          </p:nvSpPr>
          <p:spPr bwMode="auto">
            <a:xfrm>
              <a:off x="3678237" y="1752600"/>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8809" name="Rectangle 29">
              <a:extLst>
                <a:ext uri="{FF2B5EF4-FFF2-40B4-BE49-F238E27FC236}">
                  <a16:creationId xmlns:a16="http://schemas.microsoft.com/office/drawing/2014/main" id="{47F53779-A470-4F65-AB85-72BF41A0101D}"/>
                </a:ext>
              </a:extLst>
            </p:cNvPr>
            <p:cNvSpPr>
              <a:spLocks noChangeArrowheads="1"/>
            </p:cNvSpPr>
            <p:nvPr/>
          </p:nvSpPr>
          <p:spPr bwMode="auto">
            <a:xfrm>
              <a:off x="3132137" y="2300288"/>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8810" name="Rectangle 30">
              <a:extLst>
                <a:ext uri="{FF2B5EF4-FFF2-40B4-BE49-F238E27FC236}">
                  <a16:creationId xmlns:a16="http://schemas.microsoft.com/office/drawing/2014/main" id="{F1D93447-4A51-4CB4-974B-BB3DF7413548}"/>
                </a:ext>
              </a:extLst>
            </p:cNvPr>
            <p:cNvSpPr>
              <a:spLocks noChangeArrowheads="1"/>
            </p:cNvSpPr>
            <p:nvPr/>
          </p:nvSpPr>
          <p:spPr bwMode="auto">
            <a:xfrm>
              <a:off x="4002087" y="1604963"/>
              <a:ext cx="1104900" cy="108267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8811" name="Line 31">
              <a:extLst>
                <a:ext uri="{FF2B5EF4-FFF2-40B4-BE49-F238E27FC236}">
                  <a16:creationId xmlns:a16="http://schemas.microsoft.com/office/drawing/2014/main" id="{9196D947-C9C3-4AC9-99E5-F7B3C1B4C9F0}"/>
                </a:ext>
              </a:extLst>
            </p:cNvPr>
            <p:cNvSpPr>
              <a:spLocks noChangeShapeType="1"/>
            </p:cNvSpPr>
            <p:nvPr/>
          </p:nvSpPr>
          <p:spPr bwMode="auto">
            <a:xfrm flipH="1">
              <a:off x="4002087" y="2146300"/>
              <a:ext cx="1104900"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12" name="Line 32">
              <a:extLst>
                <a:ext uri="{FF2B5EF4-FFF2-40B4-BE49-F238E27FC236}">
                  <a16:creationId xmlns:a16="http://schemas.microsoft.com/office/drawing/2014/main" id="{7D6DACB3-643C-464E-826B-0D75F4AFE873}"/>
                </a:ext>
              </a:extLst>
            </p:cNvPr>
            <p:cNvSpPr>
              <a:spLocks noChangeShapeType="1"/>
            </p:cNvSpPr>
            <p:nvPr/>
          </p:nvSpPr>
          <p:spPr bwMode="auto">
            <a:xfrm flipV="1">
              <a:off x="4567237" y="1604963"/>
              <a:ext cx="1588" cy="10826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813" name="Rectangle 33">
              <a:extLst>
                <a:ext uri="{FF2B5EF4-FFF2-40B4-BE49-F238E27FC236}">
                  <a16:creationId xmlns:a16="http://schemas.microsoft.com/office/drawing/2014/main" id="{1D11AAB8-5D20-4A05-B187-83110F902DD4}"/>
                </a:ext>
              </a:extLst>
            </p:cNvPr>
            <p:cNvSpPr>
              <a:spLocks noChangeArrowheads="1"/>
            </p:cNvSpPr>
            <p:nvPr/>
          </p:nvSpPr>
          <p:spPr bwMode="auto">
            <a:xfrm>
              <a:off x="3678237" y="2300288"/>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8814" name="Rectangle 34">
              <a:extLst>
                <a:ext uri="{FF2B5EF4-FFF2-40B4-BE49-F238E27FC236}">
                  <a16:creationId xmlns:a16="http://schemas.microsoft.com/office/drawing/2014/main" id="{33D32A49-0681-466F-9F45-D77D616E1C48}"/>
                </a:ext>
              </a:extLst>
            </p:cNvPr>
            <p:cNvSpPr>
              <a:spLocks noChangeArrowheads="1"/>
            </p:cNvSpPr>
            <p:nvPr/>
          </p:nvSpPr>
          <p:spPr bwMode="auto">
            <a:xfrm>
              <a:off x="4225925" y="1752600"/>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8815" name="Rectangle 35">
              <a:extLst>
                <a:ext uri="{FF2B5EF4-FFF2-40B4-BE49-F238E27FC236}">
                  <a16:creationId xmlns:a16="http://schemas.microsoft.com/office/drawing/2014/main" id="{24F5BAF9-A644-46BB-A225-89678B01B3E1}"/>
                </a:ext>
              </a:extLst>
            </p:cNvPr>
            <p:cNvSpPr>
              <a:spLocks noChangeArrowheads="1"/>
            </p:cNvSpPr>
            <p:nvPr/>
          </p:nvSpPr>
          <p:spPr bwMode="auto">
            <a:xfrm>
              <a:off x="4770437" y="1752600"/>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8816" name="Rectangle 36">
              <a:extLst>
                <a:ext uri="{FF2B5EF4-FFF2-40B4-BE49-F238E27FC236}">
                  <a16:creationId xmlns:a16="http://schemas.microsoft.com/office/drawing/2014/main" id="{78AB16D3-EC19-457C-9FBD-80A74E7C7703}"/>
                </a:ext>
              </a:extLst>
            </p:cNvPr>
            <p:cNvSpPr>
              <a:spLocks noChangeArrowheads="1"/>
            </p:cNvSpPr>
            <p:nvPr/>
          </p:nvSpPr>
          <p:spPr bwMode="auto">
            <a:xfrm>
              <a:off x="4225925" y="2300288"/>
              <a:ext cx="134937"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8817" name="Rectangle 41">
              <a:extLst>
                <a:ext uri="{FF2B5EF4-FFF2-40B4-BE49-F238E27FC236}">
                  <a16:creationId xmlns:a16="http://schemas.microsoft.com/office/drawing/2014/main" id="{6AF15A23-BC9B-455D-A7E8-B60281C9F0B4}"/>
                </a:ext>
              </a:extLst>
            </p:cNvPr>
            <p:cNvSpPr>
              <a:spLocks noChangeArrowheads="1"/>
            </p:cNvSpPr>
            <p:nvPr/>
          </p:nvSpPr>
          <p:spPr bwMode="auto">
            <a:xfrm>
              <a:off x="4770437" y="2300288"/>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8818" name="Rectangle 79">
              <a:extLst>
                <a:ext uri="{FF2B5EF4-FFF2-40B4-BE49-F238E27FC236}">
                  <a16:creationId xmlns:a16="http://schemas.microsoft.com/office/drawing/2014/main" id="{518C18C2-BA5C-44EF-ACE6-EFCF3B8688A2}"/>
                </a:ext>
              </a:extLst>
            </p:cNvPr>
            <p:cNvSpPr>
              <a:spLocks noChangeArrowheads="1"/>
            </p:cNvSpPr>
            <p:nvPr/>
          </p:nvSpPr>
          <p:spPr bwMode="auto">
            <a:xfrm>
              <a:off x="30749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8819" name="Rectangle 80">
              <a:extLst>
                <a:ext uri="{FF2B5EF4-FFF2-40B4-BE49-F238E27FC236}">
                  <a16:creationId xmlns:a16="http://schemas.microsoft.com/office/drawing/2014/main" id="{E0360A3A-98C9-4F3C-B2C9-6DCB8C977ABF}"/>
                </a:ext>
              </a:extLst>
            </p:cNvPr>
            <p:cNvSpPr>
              <a:spLocks noChangeArrowheads="1"/>
            </p:cNvSpPr>
            <p:nvPr/>
          </p:nvSpPr>
          <p:spPr bwMode="auto">
            <a:xfrm>
              <a:off x="36210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8820" name="Rectangle 81">
              <a:extLst>
                <a:ext uri="{FF2B5EF4-FFF2-40B4-BE49-F238E27FC236}">
                  <a16:creationId xmlns:a16="http://schemas.microsoft.com/office/drawing/2014/main" id="{8C145E72-9DF1-46FE-855A-0DF7BB4ECDFB}"/>
                </a:ext>
              </a:extLst>
            </p:cNvPr>
            <p:cNvSpPr>
              <a:spLocks noChangeArrowheads="1"/>
            </p:cNvSpPr>
            <p:nvPr/>
          </p:nvSpPr>
          <p:spPr bwMode="auto">
            <a:xfrm>
              <a:off x="41671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8821" name="Rectangle 82">
              <a:extLst>
                <a:ext uri="{FF2B5EF4-FFF2-40B4-BE49-F238E27FC236}">
                  <a16:creationId xmlns:a16="http://schemas.microsoft.com/office/drawing/2014/main" id="{6926EF0A-EDFC-4807-8C19-F9F6443E3123}"/>
                </a:ext>
              </a:extLst>
            </p:cNvPr>
            <p:cNvSpPr>
              <a:spLocks noChangeArrowheads="1"/>
            </p:cNvSpPr>
            <p:nvPr/>
          </p:nvSpPr>
          <p:spPr bwMode="auto">
            <a:xfrm>
              <a:off x="47132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8822" name="Rectangle 83">
              <a:extLst>
                <a:ext uri="{FF2B5EF4-FFF2-40B4-BE49-F238E27FC236}">
                  <a16:creationId xmlns:a16="http://schemas.microsoft.com/office/drawing/2014/main" id="{7CFD3DD0-455A-4399-B519-858BF016E88A}"/>
                </a:ext>
              </a:extLst>
            </p:cNvPr>
            <p:cNvSpPr>
              <a:spLocks noChangeArrowheads="1"/>
            </p:cNvSpPr>
            <p:nvPr/>
          </p:nvSpPr>
          <p:spPr bwMode="auto">
            <a:xfrm>
              <a:off x="2657475" y="1752600"/>
              <a:ext cx="134937"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8823" name="Rectangle 85">
              <a:extLst>
                <a:ext uri="{FF2B5EF4-FFF2-40B4-BE49-F238E27FC236}">
                  <a16:creationId xmlns:a16="http://schemas.microsoft.com/office/drawing/2014/main" id="{1DF81CA2-6A38-4097-BD3B-B370B005409F}"/>
                </a:ext>
              </a:extLst>
            </p:cNvPr>
            <p:cNvSpPr>
              <a:spLocks noChangeArrowheads="1"/>
            </p:cNvSpPr>
            <p:nvPr/>
          </p:nvSpPr>
          <p:spPr bwMode="auto">
            <a:xfrm>
              <a:off x="2644775" y="2300288"/>
              <a:ext cx="134937"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grpSp>
      <p:sp>
        <p:nvSpPr>
          <p:cNvPr id="118788" name="Rectangle 143">
            <a:extLst>
              <a:ext uri="{FF2B5EF4-FFF2-40B4-BE49-F238E27FC236}">
                <a16:creationId xmlns:a16="http://schemas.microsoft.com/office/drawing/2014/main" id="{6E62E62F-4281-4926-9FA5-A15FBB1013E1}"/>
              </a:ext>
            </a:extLst>
          </p:cNvPr>
          <p:cNvSpPr>
            <a:spLocks noChangeArrowheads="1"/>
          </p:cNvSpPr>
          <p:nvPr/>
        </p:nvSpPr>
        <p:spPr bwMode="auto">
          <a:xfrm>
            <a:off x="2447925" y="3001963"/>
            <a:ext cx="173038" cy="2403475"/>
          </a:xfrm>
          <a:prstGeom prst="rect">
            <a:avLst/>
          </a:prstGeom>
          <a:solidFill>
            <a:srgbClr val="FF0000">
              <a:alpha val="36078"/>
            </a:srgbClr>
          </a:solidFill>
          <a:ln w="9525">
            <a:solidFill>
              <a:srgbClr val="FF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789" name="Freeform 47">
            <a:extLst>
              <a:ext uri="{FF2B5EF4-FFF2-40B4-BE49-F238E27FC236}">
                <a16:creationId xmlns:a16="http://schemas.microsoft.com/office/drawing/2014/main" id="{5B9B8C48-0C54-4BD2-8812-6EA94CC62CCA}"/>
              </a:ext>
            </a:extLst>
          </p:cNvPr>
          <p:cNvSpPr>
            <a:spLocks/>
          </p:cNvSpPr>
          <p:nvPr/>
        </p:nvSpPr>
        <p:spPr bwMode="auto">
          <a:xfrm>
            <a:off x="7372350" y="3271838"/>
            <a:ext cx="979488" cy="381000"/>
          </a:xfrm>
          <a:custGeom>
            <a:avLst/>
            <a:gdLst>
              <a:gd name="T0" fmla="*/ 0 w 1248"/>
              <a:gd name="T1" fmla="*/ 2147483646 h 544"/>
              <a:gd name="T2" fmla="*/ 2147483646 w 1248"/>
              <a:gd name="T3" fmla="*/ 2147483646 h 544"/>
              <a:gd name="T4" fmla="*/ 2147483646 w 1248"/>
              <a:gd name="T5" fmla="*/ 2147483646 h 544"/>
              <a:gd name="T6" fmla="*/ 2147483646 w 1248"/>
              <a:gd name="T7" fmla="*/ 2147483646 h 544"/>
              <a:gd name="T8" fmla="*/ 2147483646 w 1248"/>
              <a:gd name="T9" fmla="*/ 2147483646 h 544"/>
              <a:gd name="T10" fmla="*/ 2147483646 w 1248"/>
              <a:gd name="T11" fmla="*/ 2147483646 h 544"/>
              <a:gd name="T12" fmla="*/ 2147483646 w 1248"/>
              <a:gd name="T13" fmla="*/ 2147483646 h 544"/>
              <a:gd name="T14" fmla="*/ 2147483646 w 1248"/>
              <a:gd name="T15" fmla="*/ 2147483646 h 544"/>
              <a:gd name="T16" fmla="*/ 2147483646 w 1248"/>
              <a:gd name="T17" fmla="*/ 2147483646 h 544"/>
              <a:gd name="T18" fmla="*/ 2147483646 w 1248"/>
              <a:gd name="T19" fmla="*/ 2147483646 h 544"/>
              <a:gd name="T20" fmla="*/ 2147483646 w 1248"/>
              <a:gd name="T21" fmla="*/ 0 h 544"/>
              <a:gd name="T22" fmla="*/ 2147483646 w 1248"/>
              <a:gd name="T23" fmla="*/ 0 h 544"/>
              <a:gd name="T24" fmla="*/ 2147483646 w 1248"/>
              <a:gd name="T25" fmla="*/ 2147483646 h 544"/>
              <a:gd name="T26" fmla="*/ 2147483646 w 1248"/>
              <a:gd name="T27" fmla="*/ 2147483646 h 544"/>
              <a:gd name="T28" fmla="*/ 2147483646 w 1248"/>
              <a:gd name="T29" fmla="*/ 2147483646 h 544"/>
              <a:gd name="T30" fmla="*/ 2147483646 w 1248"/>
              <a:gd name="T31" fmla="*/ 2147483646 h 544"/>
              <a:gd name="T32" fmla="*/ 2147483646 w 1248"/>
              <a:gd name="T33" fmla="*/ 2147483646 h 544"/>
              <a:gd name="T34" fmla="*/ 2147483646 w 1248"/>
              <a:gd name="T35" fmla="*/ 2147483646 h 544"/>
              <a:gd name="T36" fmla="*/ 2147483646 w 1248"/>
              <a:gd name="T37" fmla="*/ 2147483646 h 544"/>
              <a:gd name="T38" fmla="*/ 2147483646 w 1248"/>
              <a:gd name="T39" fmla="*/ 2147483646 h 544"/>
              <a:gd name="T40" fmla="*/ 2147483646 w 1248"/>
              <a:gd name="T41" fmla="*/ 2147483646 h 544"/>
              <a:gd name="T42" fmla="*/ 2147483646 w 1248"/>
              <a:gd name="T43" fmla="*/ 2147483646 h 544"/>
              <a:gd name="T44" fmla="*/ 2147483646 w 1248"/>
              <a:gd name="T45" fmla="*/ 2147483646 h 544"/>
              <a:gd name="T46" fmla="*/ 2147483646 w 1248"/>
              <a:gd name="T47" fmla="*/ 2147483646 h 544"/>
              <a:gd name="T48" fmla="*/ 2147483646 w 1248"/>
              <a:gd name="T49" fmla="*/ 2147483646 h 544"/>
              <a:gd name="T50" fmla="*/ 2147483646 w 1248"/>
              <a:gd name="T51" fmla="*/ 2147483646 h 544"/>
              <a:gd name="T52" fmla="*/ 2147483646 w 1248"/>
              <a:gd name="T53" fmla="*/ 2147483646 h 544"/>
              <a:gd name="T54" fmla="*/ 2147483646 w 1248"/>
              <a:gd name="T55" fmla="*/ 2147483646 h 544"/>
              <a:gd name="T56" fmla="*/ 2147483646 w 1248"/>
              <a:gd name="T57" fmla="*/ 2147483646 h 544"/>
              <a:gd name="T58" fmla="*/ 2147483646 w 1248"/>
              <a:gd name="T59" fmla="*/ 2147483646 h 544"/>
              <a:gd name="T60" fmla="*/ 2147483646 w 1248"/>
              <a:gd name="T61" fmla="*/ 2147483646 h 544"/>
              <a:gd name="T62" fmla="*/ 2147483646 w 1248"/>
              <a:gd name="T63" fmla="*/ 2147483646 h 544"/>
              <a:gd name="T64" fmla="*/ 2147483646 w 1248"/>
              <a:gd name="T65" fmla="*/ 2147483646 h 544"/>
              <a:gd name="T66" fmla="*/ 2147483646 w 1248"/>
              <a:gd name="T67" fmla="*/ 2147483646 h 544"/>
              <a:gd name="T68" fmla="*/ 2147483646 w 1248"/>
              <a:gd name="T69" fmla="*/ 2147483646 h 544"/>
              <a:gd name="T70" fmla="*/ 2147483646 w 1248"/>
              <a:gd name="T71" fmla="*/ 2147483646 h 544"/>
              <a:gd name="T72" fmla="*/ 2147483646 w 1248"/>
              <a:gd name="T73" fmla="*/ 2147483646 h 544"/>
              <a:gd name="T74" fmla="*/ 2147483646 w 1248"/>
              <a:gd name="T75" fmla="*/ 2147483646 h 544"/>
              <a:gd name="T76" fmla="*/ 2147483646 w 1248"/>
              <a:gd name="T77" fmla="*/ 2147483646 h 544"/>
              <a:gd name="T78" fmla="*/ 2147483646 w 1248"/>
              <a:gd name="T79" fmla="*/ 2147483646 h 544"/>
              <a:gd name="T80" fmla="*/ 2147483646 w 1248"/>
              <a:gd name="T81" fmla="*/ 2147483646 h 544"/>
              <a:gd name="T82" fmla="*/ 2147483646 w 1248"/>
              <a:gd name="T83" fmla="*/ 2147483646 h 544"/>
              <a:gd name="T84" fmla="*/ 2147483646 w 1248"/>
              <a:gd name="T85" fmla="*/ 2147483646 h 544"/>
              <a:gd name="T86" fmla="*/ 2147483646 w 1248"/>
              <a:gd name="T87" fmla="*/ 2147483646 h 544"/>
              <a:gd name="T88" fmla="*/ 0 w 1248"/>
              <a:gd name="T89" fmla="*/ 2147483646 h 5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248" h="544">
                <a:moveTo>
                  <a:pt x="0" y="271"/>
                </a:moveTo>
                <a:lnTo>
                  <a:pt x="0" y="272"/>
                </a:lnTo>
                <a:lnTo>
                  <a:pt x="0" y="258"/>
                </a:lnTo>
                <a:lnTo>
                  <a:pt x="1" y="243"/>
                </a:lnTo>
                <a:lnTo>
                  <a:pt x="3" y="231"/>
                </a:lnTo>
                <a:lnTo>
                  <a:pt x="5" y="218"/>
                </a:lnTo>
                <a:lnTo>
                  <a:pt x="8" y="203"/>
                </a:lnTo>
                <a:lnTo>
                  <a:pt x="13" y="191"/>
                </a:lnTo>
                <a:lnTo>
                  <a:pt x="16" y="178"/>
                </a:lnTo>
                <a:lnTo>
                  <a:pt x="21" y="167"/>
                </a:lnTo>
                <a:lnTo>
                  <a:pt x="27" y="154"/>
                </a:lnTo>
                <a:lnTo>
                  <a:pt x="32" y="143"/>
                </a:lnTo>
                <a:lnTo>
                  <a:pt x="40" y="131"/>
                </a:lnTo>
                <a:lnTo>
                  <a:pt x="46" y="120"/>
                </a:lnTo>
                <a:lnTo>
                  <a:pt x="54" y="109"/>
                </a:lnTo>
                <a:lnTo>
                  <a:pt x="62" y="99"/>
                </a:lnTo>
                <a:lnTo>
                  <a:pt x="70" y="88"/>
                </a:lnTo>
                <a:lnTo>
                  <a:pt x="80" y="79"/>
                </a:lnTo>
                <a:lnTo>
                  <a:pt x="89" y="71"/>
                </a:lnTo>
                <a:lnTo>
                  <a:pt x="99" y="63"/>
                </a:lnTo>
                <a:lnTo>
                  <a:pt x="109" y="53"/>
                </a:lnTo>
                <a:lnTo>
                  <a:pt x="120" y="47"/>
                </a:lnTo>
                <a:lnTo>
                  <a:pt x="131" y="39"/>
                </a:lnTo>
                <a:lnTo>
                  <a:pt x="142" y="32"/>
                </a:lnTo>
                <a:lnTo>
                  <a:pt x="153" y="26"/>
                </a:lnTo>
                <a:lnTo>
                  <a:pt x="166" y="21"/>
                </a:lnTo>
                <a:lnTo>
                  <a:pt x="179" y="16"/>
                </a:lnTo>
                <a:lnTo>
                  <a:pt x="190" y="11"/>
                </a:lnTo>
                <a:lnTo>
                  <a:pt x="205" y="8"/>
                </a:lnTo>
                <a:lnTo>
                  <a:pt x="217" y="5"/>
                </a:lnTo>
                <a:lnTo>
                  <a:pt x="230" y="3"/>
                </a:lnTo>
                <a:lnTo>
                  <a:pt x="245" y="2"/>
                </a:lnTo>
                <a:lnTo>
                  <a:pt x="257" y="0"/>
                </a:lnTo>
                <a:lnTo>
                  <a:pt x="272" y="0"/>
                </a:lnTo>
                <a:lnTo>
                  <a:pt x="976" y="0"/>
                </a:lnTo>
                <a:lnTo>
                  <a:pt x="989" y="0"/>
                </a:lnTo>
                <a:lnTo>
                  <a:pt x="1003" y="2"/>
                </a:lnTo>
                <a:lnTo>
                  <a:pt x="1018" y="3"/>
                </a:lnTo>
                <a:lnTo>
                  <a:pt x="1031" y="5"/>
                </a:lnTo>
                <a:lnTo>
                  <a:pt x="1043" y="8"/>
                </a:lnTo>
                <a:lnTo>
                  <a:pt x="1056" y="11"/>
                </a:lnTo>
                <a:lnTo>
                  <a:pt x="1069" y="16"/>
                </a:lnTo>
                <a:lnTo>
                  <a:pt x="1082" y="21"/>
                </a:lnTo>
                <a:lnTo>
                  <a:pt x="1093" y="26"/>
                </a:lnTo>
                <a:lnTo>
                  <a:pt x="1106" y="32"/>
                </a:lnTo>
                <a:lnTo>
                  <a:pt x="1117" y="39"/>
                </a:lnTo>
                <a:lnTo>
                  <a:pt x="1128" y="47"/>
                </a:lnTo>
                <a:lnTo>
                  <a:pt x="1140" y="53"/>
                </a:lnTo>
                <a:lnTo>
                  <a:pt x="1149" y="63"/>
                </a:lnTo>
                <a:lnTo>
                  <a:pt x="1159" y="71"/>
                </a:lnTo>
                <a:lnTo>
                  <a:pt x="1168" y="79"/>
                </a:lnTo>
                <a:lnTo>
                  <a:pt x="1178" y="88"/>
                </a:lnTo>
                <a:lnTo>
                  <a:pt x="1186" y="99"/>
                </a:lnTo>
                <a:lnTo>
                  <a:pt x="1194" y="109"/>
                </a:lnTo>
                <a:lnTo>
                  <a:pt x="1202" y="120"/>
                </a:lnTo>
                <a:lnTo>
                  <a:pt x="1208" y="131"/>
                </a:lnTo>
                <a:lnTo>
                  <a:pt x="1215" y="143"/>
                </a:lnTo>
                <a:lnTo>
                  <a:pt x="1221" y="154"/>
                </a:lnTo>
                <a:lnTo>
                  <a:pt x="1228" y="167"/>
                </a:lnTo>
                <a:lnTo>
                  <a:pt x="1232" y="178"/>
                </a:lnTo>
                <a:lnTo>
                  <a:pt x="1236" y="191"/>
                </a:lnTo>
                <a:lnTo>
                  <a:pt x="1240" y="203"/>
                </a:lnTo>
                <a:lnTo>
                  <a:pt x="1242" y="218"/>
                </a:lnTo>
                <a:lnTo>
                  <a:pt x="1245" y="231"/>
                </a:lnTo>
                <a:lnTo>
                  <a:pt x="1247" y="243"/>
                </a:lnTo>
                <a:lnTo>
                  <a:pt x="1248" y="258"/>
                </a:lnTo>
                <a:lnTo>
                  <a:pt x="1248" y="272"/>
                </a:lnTo>
                <a:lnTo>
                  <a:pt x="1248" y="271"/>
                </a:lnTo>
                <a:lnTo>
                  <a:pt x="1248" y="285"/>
                </a:lnTo>
                <a:lnTo>
                  <a:pt x="1247" y="299"/>
                </a:lnTo>
                <a:lnTo>
                  <a:pt x="1245" y="312"/>
                </a:lnTo>
                <a:lnTo>
                  <a:pt x="1242" y="327"/>
                </a:lnTo>
                <a:lnTo>
                  <a:pt x="1240" y="339"/>
                </a:lnTo>
                <a:lnTo>
                  <a:pt x="1236" y="352"/>
                </a:lnTo>
                <a:lnTo>
                  <a:pt x="1232" y="365"/>
                </a:lnTo>
                <a:lnTo>
                  <a:pt x="1228" y="378"/>
                </a:lnTo>
                <a:lnTo>
                  <a:pt x="1221" y="389"/>
                </a:lnTo>
                <a:lnTo>
                  <a:pt x="1215" y="402"/>
                </a:lnTo>
                <a:lnTo>
                  <a:pt x="1208" y="413"/>
                </a:lnTo>
                <a:lnTo>
                  <a:pt x="1202" y="424"/>
                </a:lnTo>
                <a:lnTo>
                  <a:pt x="1194" y="434"/>
                </a:lnTo>
                <a:lnTo>
                  <a:pt x="1186" y="445"/>
                </a:lnTo>
                <a:lnTo>
                  <a:pt x="1178" y="455"/>
                </a:lnTo>
                <a:lnTo>
                  <a:pt x="1168" y="464"/>
                </a:lnTo>
                <a:lnTo>
                  <a:pt x="1159" y="472"/>
                </a:lnTo>
                <a:lnTo>
                  <a:pt x="1149" y="482"/>
                </a:lnTo>
                <a:lnTo>
                  <a:pt x="1140" y="490"/>
                </a:lnTo>
                <a:lnTo>
                  <a:pt x="1128" y="498"/>
                </a:lnTo>
                <a:lnTo>
                  <a:pt x="1117" y="504"/>
                </a:lnTo>
                <a:lnTo>
                  <a:pt x="1106" y="511"/>
                </a:lnTo>
                <a:lnTo>
                  <a:pt x="1093" y="517"/>
                </a:lnTo>
                <a:lnTo>
                  <a:pt x="1082" y="522"/>
                </a:lnTo>
                <a:lnTo>
                  <a:pt x="1069" y="527"/>
                </a:lnTo>
                <a:lnTo>
                  <a:pt x="1056" y="532"/>
                </a:lnTo>
                <a:lnTo>
                  <a:pt x="1043" y="535"/>
                </a:lnTo>
                <a:lnTo>
                  <a:pt x="1031" y="538"/>
                </a:lnTo>
                <a:lnTo>
                  <a:pt x="1018" y="541"/>
                </a:lnTo>
                <a:lnTo>
                  <a:pt x="1003" y="543"/>
                </a:lnTo>
                <a:lnTo>
                  <a:pt x="989" y="543"/>
                </a:lnTo>
                <a:lnTo>
                  <a:pt x="976" y="544"/>
                </a:lnTo>
                <a:lnTo>
                  <a:pt x="272" y="544"/>
                </a:lnTo>
                <a:lnTo>
                  <a:pt x="257" y="543"/>
                </a:lnTo>
                <a:lnTo>
                  <a:pt x="245" y="543"/>
                </a:lnTo>
                <a:lnTo>
                  <a:pt x="230" y="541"/>
                </a:lnTo>
                <a:lnTo>
                  <a:pt x="217" y="538"/>
                </a:lnTo>
                <a:lnTo>
                  <a:pt x="205" y="535"/>
                </a:lnTo>
                <a:lnTo>
                  <a:pt x="190" y="532"/>
                </a:lnTo>
                <a:lnTo>
                  <a:pt x="179" y="527"/>
                </a:lnTo>
                <a:lnTo>
                  <a:pt x="166" y="522"/>
                </a:lnTo>
                <a:lnTo>
                  <a:pt x="153" y="517"/>
                </a:lnTo>
                <a:lnTo>
                  <a:pt x="142" y="511"/>
                </a:lnTo>
                <a:lnTo>
                  <a:pt x="131" y="504"/>
                </a:lnTo>
                <a:lnTo>
                  <a:pt x="120" y="498"/>
                </a:lnTo>
                <a:lnTo>
                  <a:pt x="109" y="490"/>
                </a:lnTo>
                <a:lnTo>
                  <a:pt x="99" y="482"/>
                </a:lnTo>
                <a:lnTo>
                  <a:pt x="89" y="472"/>
                </a:lnTo>
                <a:lnTo>
                  <a:pt x="80" y="464"/>
                </a:lnTo>
                <a:lnTo>
                  <a:pt x="70" y="455"/>
                </a:lnTo>
                <a:lnTo>
                  <a:pt x="62" y="445"/>
                </a:lnTo>
                <a:lnTo>
                  <a:pt x="54" y="434"/>
                </a:lnTo>
                <a:lnTo>
                  <a:pt x="46" y="424"/>
                </a:lnTo>
                <a:lnTo>
                  <a:pt x="40" y="413"/>
                </a:lnTo>
                <a:lnTo>
                  <a:pt x="32" y="402"/>
                </a:lnTo>
                <a:lnTo>
                  <a:pt x="27" y="389"/>
                </a:lnTo>
                <a:lnTo>
                  <a:pt x="21" y="378"/>
                </a:lnTo>
                <a:lnTo>
                  <a:pt x="16" y="365"/>
                </a:lnTo>
                <a:lnTo>
                  <a:pt x="13" y="352"/>
                </a:lnTo>
                <a:lnTo>
                  <a:pt x="8" y="339"/>
                </a:lnTo>
                <a:lnTo>
                  <a:pt x="5" y="327"/>
                </a:lnTo>
                <a:lnTo>
                  <a:pt x="3" y="312"/>
                </a:lnTo>
                <a:lnTo>
                  <a:pt x="1" y="299"/>
                </a:lnTo>
                <a:lnTo>
                  <a:pt x="0" y="285"/>
                </a:lnTo>
                <a:lnTo>
                  <a:pt x="0" y="271"/>
                </a:lnTo>
                <a:close/>
              </a:path>
            </a:pathLst>
          </a:custGeom>
          <a:noFill/>
          <a:ln w="23813">
            <a:solidFill>
              <a:srgbClr val="1EFFE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790" name="Freeform 47">
            <a:extLst>
              <a:ext uri="{FF2B5EF4-FFF2-40B4-BE49-F238E27FC236}">
                <a16:creationId xmlns:a16="http://schemas.microsoft.com/office/drawing/2014/main" id="{6C4A239B-EA84-4C8E-9E36-50A5A39ADA3A}"/>
              </a:ext>
            </a:extLst>
          </p:cNvPr>
          <p:cNvSpPr>
            <a:spLocks/>
          </p:cNvSpPr>
          <p:nvPr/>
        </p:nvSpPr>
        <p:spPr bwMode="auto">
          <a:xfrm>
            <a:off x="6248400" y="3810000"/>
            <a:ext cx="979488" cy="381000"/>
          </a:xfrm>
          <a:custGeom>
            <a:avLst/>
            <a:gdLst>
              <a:gd name="T0" fmla="*/ 0 w 1248"/>
              <a:gd name="T1" fmla="*/ 2147483646 h 544"/>
              <a:gd name="T2" fmla="*/ 2147483646 w 1248"/>
              <a:gd name="T3" fmla="*/ 2147483646 h 544"/>
              <a:gd name="T4" fmla="*/ 2147483646 w 1248"/>
              <a:gd name="T5" fmla="*/ 2147483646 h 544"/>
              <a:gd name="T6" fmla="*/ 2147483646 w 1248"/>
              <a:gd name="T7" fmla="*/ 2147483646 h 544"/>
              <a:gd name="T8" fmla="*/ 2147483646 w 1248"/>
              <a:gd name="T9" fmla="*/ 2147483646 h 544"/>
              <a:gd name="T10" fmla="*/ 2147483646 w 1248"/>
              <a:gd name="T11" fmla="*/ 2147483646 h 544"/>
              <a:gd name="T12" fmla="*/ 2147483646 w 1248"/>
              <a:gd name="T13" fmla="*/ 2147483646 h 544"/>
              <a:gd name="T14" fmla="*/ 2147483646 w 1248"/>
              <a:gd name="T15" fmla="*/ 2147483646 h 544"/>
              <a:gd name="T16" fmla="*/ 2147483646 w 1248"/>
              <a:gd name="T17" fmla="*/ 2147483646 h 544"/>
              <a:gd name="T18" fmla="*/ 2147483646 w 1248"/>
              <a:gd name="T19" fmla="*/ 2147483646 h 544"/>
              <a:gd name="T20" fmla="*/ 2147483646 w 1248"/>
              <a:gd name="T21" fmla="*/ 0 h 544"/>
              <a:gd name="T22" fmla="*/ 2147483646 w 1248"/>
              <a:gd name="T23" fmla="*/ 0 h 544"/>
              <a:gd name="T24" fmla="*/ 2147483646 w 1248"/>
              <a:gd name="T25" fmla="*/ 2147483646 h 544"/>
              <a:gd name="T26" fmla="*/ 2147483646 w 1248"/>
              <a:gd name="T27" fmla="*/ 2147483646 h 544"/>
              <a:gd name="T28" fmla="*/ 2147483646 w 1248"/>
              <a:gd name="T29" fmla="*/ 2147483646 h 544"/>
              <a:gd name="T30" fmla="*/ 2147483646 w 1248"/>
              <a:gd name="T31" fmla="*/ 2147483646 h 544"/>
              <a:gd name="T32" fmla="*/ 2147483646 w 1248"/>
              <a:gd name="T33" fmla="*/ 2147483646 h 544"/>
              <a:gd name="T34" fmla="*/ 2147483646 w 1248"/>
              <a:gd name="T35" fmla="*/ 2147483646 h 544"/>
              <a:gd name="T36" fmla="*/ 2147483646 w 1248"/>
              <a:gd name="T37" fmla="*/ 2147483646 h 544"/>
              <a:gd name="T38" fmla="*/ 2147483646 w 1248"/>
              <a:gd name="T39" fmla="*/ 2147483646 h 544"/>
              <a:gd name="T40" fmla="*/ 2147483646 w 1248"/>
              <a:gd name="T41" fmla="*/ 2147483646 h 544"/>
              <a:gd name="T42" fmla="*/ 2147483646 w 1248"/>
              <a:gd name="T43" fmla="*/ 2147483646 h 544"/>
              <a:gd name="T44" fmla="*/ 2147483646 w 1248"/>
              <a:gd name="T45" fmla="*/ 2147483646 h 544"/>
              <a:gd name="T46" fmla="*/ 2147483646 w 1248"/>
              <a:gd name="T47" fmla="*/ 2147483646 h 544"/>
              <a:gd name="T48" fmla="*/ 2147483646 w 1248"/>
              <a:gd name="T49" fmla="*/ 2147483646 h 544"/>
              <a:gd name="T50" fmla="*/ 2147483646 w 1248"/>
              <a:gd name="T51" fmla="*/ 2147483646 h 544"/>
              <a:gd name="T52" fmla="*/ 2147483646 w 1248"/>
              <a:gd name="T53" fmla="*/ 2147483646 h 544"/>
              <a:gd name="T54" fmla="*/ 2147483646 w 1248"/>
              <a:gd name="T55" fmla="*/ 2147483646 h 544"/>
              <a:gd name="T56" fmla="*/ 2147483646 w 1248"/>
              <a:gd name="T57" fmla="*/ 2147483646 h 544"/>
              <a:gd name="T58" fmla="*/ 2147483646 w 1248"/>
              <a:gd name="T59" fmla="*/ 2147483646 h 544"/>
              <a:gd name="T60" fmla="*/ 2147483646 w 1248"/>
              <a:gd name="T61" fmla="*/ 2147483646 h 544"/>
              <a:gd name="T62" fmla="*/ 2147483646 w 1248"/>
              <a:gd name="T63" fmla="*/ 2147483646 h 544"/>
              <a:gd name="T64" fmla="*/ 2147483646 w 1248"/>
              <a:gd name="T65" fmla="*/ 2147483646 h 544"/>
              <a:gd name="T66" fmla="*/ 2147483646 w 1248"/>
              <a:gd name="T67" fmla="*/ 2147483646 h 544"/>
              <a:gd name="T68" fmla="*/ 2147483646 w 1248"/>
              <a:gd name="T69" fmla="*/ 2147483646 h 544"/>
              <a:gd name="T70" fmla="*/ 2147483646 w 1248"/>
              <a:gd name="T71" fmla="*/ 2147483646 h 544"/>
              <a:gd name="T72" fmla="*/ 2147483646 w 1248"/>
              <a:gd name="T73" fmla="*/ 2147483646 h 544"/>
              <a:gd name="T74" fmla="*/ 2147483646 w 1248"/>
              <a:gd name="T75" fmla="*/ 2147483646 h 544"/>
              <a:gd name="T76" fmla="*/ 2147483646 w 1248"/>
              <a:gd name="T77" fmla="*/ 2147483646 h 544"/>
              <a:gd name="T78" fmla="*/ 2147483646 w 1248"/>
              <a:gd name="T79" fmla="*/ 2147483646 h 544"/>
              <a:gd name="T80" fmla="*/ 2147483646 w 1248"/>
              <a:gd name="T81" fmla="*/ 2147483646 h 544"/>
              <a:gd name="T82" fmla="*/ 2147483646 w 1248"/>
              <a:gd name="T83" fmla="*/ 2147483646 h 544"/>
              <a:gd name="T84" fmla="*/ 2147483646 w 1248"/>
              <a:gd name="T85" fmla="*/ 2147483646 h 544"/>
              <a:gd name="T86" fmla="*/ 2147483646 w 1248"/>
              <a:gd name="T87" fmla="*/ 2147483646 h 544"/>
              <a:gd name="T88" fmla="*/ 0 w 1248"/>
              <a:gd name="T89" fmla="*/ 2147483646 h 5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248" h="544">
                <a:moveTo>
                  <a:pt x="0" y="271"/>
                </a:moveTo>
                <a:lnTo>
                  <a:pt x="0" y="272"/>
                </a:lnTo>
                <a:lnTo>
                  <a:pt x="0" y="258"/>
                </a:lnTo>
                <a:lnTo>
                  <a:pt x="1" y="243"/>
                </a:lnTo>
                <a:lnTo>
                  <a:pt x="3" y="231"/>
                </a:lnTo>
                <a:lnTo>
                  <a:pt x="5" y="218"/>
                </a:lnTo>
                <a:lnTo>
                  <a:pt x="8" y="203"/>
                </a:lnTo>
                <a:lnTo>
                  <a:pt x="13" y="191"/>
                </a:lnTo>
                <a:lnTo>
                  <a:pt x="16" y="178"/>
                </a:lnTo>
                <a:lnTo>
                  <a:pt x="21" y="167"/>
                </a:lnTo>
                <a:lnTo>
                  <a:pt x="27" y="154"/>
                </a:lnTo>
                <a:lnTo>
                  <a:pt x="32" y="143"/>
                </a:lnTo>
                <a:lnTo>
                  <a:pt x="40" y="131"/>
                </a:lnTo>
                <a:lnTo>
                  <a:pt x="46" y="120"/>
                </a:lnTo>
                <a:lnTo>
                  <a:pt x="54" y="109"/>
                </a:lnTo>
                <a:lnTo>
                  <a:pt x="62" y="99"/>
                </a:lnTo>
                <a:lnTo>
                  <a:pt x="70" y="88"/>
                </a:lnTo>
                <a:lnTo>
                  <a:pt x="80" y="79"/>
                </a:lnTo>
                <a:lnTo>
                  <a:pt x="89" y="71"/>
                </a:lnTo>
                <a:lnTo>
                  <a:pt x="99" y="63"/>
                </a:lnTo>
                <a:lnTo>
                  <a:pt x="109" y="53"/>
                </a:lnTo>
                <a:lnTo>
                  <a:pt x="120" y="47"/>
                </a:lnTo>
                <a:lnTo>
                  <a:pt x="131" y="39"/>
                </a:lnTo>
                <a:lnTo>
                  <a:pt x="142" y="32"/>
                </a:lnTo>
                <a:lnTo>
                  <a:pt x="153" y="26"/>
                </a:lnTo>
                <a:lnTo>
                  <a:pt x="166" y="21"/>
                </a:lnTo>
                <a:lnTo>
                  <a:pt x="179" y="16"/>
                </a:lnTo>
                <a:lnTo>
                  <a:pt x="190" y="11"/>
                </a:lnTo>
                <a:lnTo>
                  <a:pt x="205" y="8"/>
                </a:lnTo>
                <a:lnTo>
                  <a:pt x="217" y="5"/>
                </a:lnTo>
                <a:lnTo>
                  <a:pt x="230" y="3"/>
                </a:lnTo>
                <a:lnTo>
                  <a:pt x="245" y="2"/>
                </a:lnTo>
                <a:lnTo>
                  <a:pt x="257" y="0"/>
                </a:lnTo>
                <a:lnTo>
                  <a:pt x="272" y="0"/>
                </a:lnTo>
                <a:lnTo>
                  <a:pt x="976" y="0"/>
                </a:lnTo>
                <a:lnTo>
                  <a:pt x="989" y="0"/>
                </a:lnTo>
                <a:lnTo>
                  <a:pt x="1003" y="2"/>
                </a:lnTo>
                <a:lnTo>
                  <a:pt x="1018" y="3"/>
                </a:lnTo>
                <a:lnTo>
                  <a:pt x="1031" y="5"/>
                </a:lnTo>
                <a:lnTo>
                  <a:pt x="1043" y="8"/>
                </a:lnTo>
                <a:lnTo>
                  <a:pt x="1056" y="11"/>
                </a:lnTo>
                <a:lnTo>
                  <a:pt x="1069" y="16"/>
                </a:lnTo>
                <a:lnTo>
                  <a:pt x="1082" y="21"/>
                </a:lnTo>
                <a:lnTo>
                  <a:pt x="1093" y="26"/>
                </a:lnTo>
                <a:lnTo>
                  <a:pt x="1106" y="32"/>
                </a:lnTo>
                <a:lnTo>
                  <a:pt x="1117" y="39"/>
                </a:lnTo>
                <a:lnTo>
                  <a:pt x="1128" y="47"/>
                </a:lnTo>
                <a:lnTo>
                  <a:pt x="1140" y="53"/>
                </a:lnTo>
                <a:lnTo>
                  <a:pt x="1149" y="63"/>
                </a:lnTo>
                <a:lnTo>
                  <a:pt x="1159" y="71"/>
                </a:lnTo>
                <a:lnTo>
                  <a:pt x="1168" y="79"/>
                </a:lnTo>
                <a:lnTo>
                  <a:pt x="1178" y="88"/>
                </a:lnTo>
                <a:lnTo>
                  <a:pt x="1186" y="99"/>
                </a:lnTo>
                <a:lnTo>
                  <a:pt x="1194" y="109"/>
                </a:lnTo>
                <a:lnTo>
                  <a:pt x="1202" y="120"/>
                </a:lnTo>
                <a:lnTo>
                  <a:pt x="1208" y="131"/>
                </a:lnTo>
                <a:lnTo>
                  <a:pt x="1215" y="143"/>
                </a:lnTo>
                <a:lnTo>
                  <a:pt x="1221" y="154"/>
                </a:lnTo>
                <a:lnTo>
                  <a:pt x="1228" y="167"/>
                </a:lnTo>
                <a:lnTo>
                  <a:pt x="1232" y="178"/>
                </a:lnTo>
                <a:lnTo>
                  <a:pt x="1236" y="191"/>
                </a:lnTo>
                <a:lnTo>
                  <a:pt x="1240" y="203"/>
                </a:lnTo>
                <a:lnTo>
                  <a:pt x="1242" y="218"/>
                </a:lnTo>
                <a:lnTo>
                  <a:pt x="1245" y="231"/>
                </a:lnTo>
                <a:lnTo>
                  <a:pt x="1247" y="243"/>
                </a:lnTo>
                <a:lnTo>
                  <a:pt x="1248" y="258"/>
                </a:lnTo>
                <a:lnTo>
                  <a:pt x="1248" y="272"/>
                </a:lnTo>
                <a:lnTo>
                  <a:pt x="1248" y="271"/>
                </a:lnTo>
                <a:lnTo>
                  <a:pt x="1248" y="285"/>
                </a:lnTo>
                <a:lnTo>
                  <a:pt x="1247" y="299"/>
                </a:lnTo>
                <a:lnTo>
                  <a:pt x="1245" y="312"/>
                </a:lnTo>
                <a:lnTo>
                  <a:pt x="1242" y="327"/>
                </a:lnTo>
                <a:lnTo>
                  <a:pt x="1240" y="339"/>
                </a:lnTo>
                <a:lnTo>
                  <a:pt x="1236" y="352"/>
                </a:lnTo>
                <a:lnTo>
                  <a:pt x="1232" y="365"/>
                </a:lnTo>
                <a:lnTo>
                  <a:pt x="1228" y="378"/>
                </a:lnTo>
                <a:lnTo>
                  <a:pt x="1221" y="389"/>
                </a:lnTo>
                <a:lnTo>
                  <a:pt x="1215" y="402"/>
                </a:lnTo>
                <a:lnTo>
                  <a:pt x="1208" y="413"/>
                </a:lnTo>
                <a:lnTo>
                  <a:pt x="1202" y="424"/>
                </a:lnTo>
                <a:lnTo>
                  <a:pt x="1194" y="434"/>
                </a:lnTo>
                <a:lnTo>
                  <a:pt x="1186" y="445"/>
                </a:lnTo>
                <a:lnTo>
                  <a:pt x="1178" y="455"/>
                </a:lnTo>
                <a:lnTo>
                  <a:pt x="1168" y="464"/>
                </a:lnTo>
                <a:lnTo>
                  <a:pt x="1159" y="472"/>
                </a:lnTo>
                <a:lnTo>
                  <a:pt x="1149" y="482"/>
                </a:lnTo>
                <a:lnTo>
                  <a:pt x="1140" y="490"/>
                </a:lnTo>
                <a:lnTo>
                  <a:pt x="1128" y="498"/>
                </a:lnTo>
                <a:lnTo>
                  <a:pt x="1117" y="504"/>
                </a:lnTo>
                <a:lnTo>
                  <a:pt x="1106" y="511"/>
                </a:lnTo>
                <a:lnTo>
                  <a:pt x="1093" y="517"/>
                </a:lnTo>
                <a:lnTo>
                  <a:pt x="1082" y="522"/>
                </a:lnTo>
                <a:lnTo>
                  <a:pt x="1069" y="527"/>
                </a:lnTo>
                <a:lnTo>
                  <a:pt x="1056" y="532"/>
                </a:lnTo>
                <a:lnTo>
                  <a:pt x="1043" y="535"/>
                </a:lnTo>
                <a:lnTo>
                  <a:pt x="1031" y="538"/>
                </a:lnTo>
                <a:lnTo>
                  <a:pt x="1018" y="541"/>
                </a:lnTo>
                <a:lnTo>
                  <a:pt x="1003" y="543"/>
                </a:lnTo>
                <a:lnTo>
                  <a:pt x="989" y="543"/>
                </a:lnTo>
                <a:lnTo>
                  <a:pt x="976" y="544"/>
                </a:lnTo>
                <a:lnTo>
                  <a:pt x="272" y="544"/>
                </a:lnTo>
                <a:lnTo>
                  <a:pt x="257" y="543"/>
                </a:lnTo>
                <a:lnTo>
                  <a:pt x="245" y="543"/>
                </a:lnTo>
                <a:lnTo>
                  <a:pt x="230" y="541"/>
                </a:lnTo>
                <a:lnTo>
                  <a:pt x="217" y="538"/>
                </a:lnTo>
                <a:lnTo>
                  <a:pt x="205" y="535"/>
                </a:lnTo>
                <a:lnTo>
                  <a:pt x="190" y="532"/>
                </a:lnTo>
                <a:lnTo>
                  <a:pt x="179" y="527"/>
                </a:lnTo>
                <a:lnTo>
                  <a:pt x="166" y="522"/>
                </a:lnTo>
                <a:lnTo>
                  <a:pt x="153" y="517"/>
                </a:lnTo>
                <a:lnTo>
                  <a:pt x="142" y="511"/>
                </a:lnTo>
                <a:lnTo>
                  <a:pt x="131" y="504"/>
                </a:lnTo>
                <a:lnTo>
                  <a:pt x="120" y="498"/>
                </a:lnTo>
                <a:lnTo>
                  <a:pt x="109" y="490"/>
                </a:lnTo>
                <a:lnTo>
                  <a:pt x="99" y="482"/>
                </a:lnTo>
                <a:lnTo>
                  <a:pt x="89" y="472"/>
                </a:lnTo>
                <a:lnTo>
                  <a:pt x="80" y="464"/>
                </a:lnTo>
                <a:lnTo>
                  <a:pt x="70" y="455"/>
                </a:lnTo>
                <a:lnTo>
                  <a:pt x="62" y="445"/>
                </a:lnTo>
                <a:lnTo>
                  <a:pt x="54" y="434"/>
                </a:lnTo>
                <a:lnTo>
                  <a:pt x="46" y="424"/>
                </a:lnTo>
                <a:lnTo>
                  <a:pt x="40" y="413"/>
                </a:lnTo>
                <a:lnTo>
                  <a:pt x="32" y="402"/>
                </a:lnTo>
                <a:lnTo>
                  <a:pt x="27" y="389"/>
                </a:lnTo>
                <a:lnTo>
                  <a:pt x="21" y="378"/>
                </a:lnTo>
                <a:lnTo>
                  <a:pt x="16" y="365"/>
                </a:lnTo>
                <a:lnTo>
                  <a:pt x="13" y="352"/>
                </a:lnTo>
                <a:lnTo>
                  <a:pt x="8" y="339"/>
                </a:lnTo>
                <a:lnTo>
                  <a:pt x="5" y="327"/>
                </a:lnTo>
                <a:lnTo>
                  <a:pt x="3" y="312"/>
                </a:lnTo>
                <a:lnTo>
                  <a:pt x="1" y="299"/>
                </a:lnTo>
                <a:lnTo>
                  <a:pt x="0" y="285"/>
                </a:lnTo>
                <a:lnTo>
                  <a:pt x="0" y="271"/>
                </a:lnTo>
                <a:close/>
              </a:path>
            </a:pathLst>
          </a:custGeom>
          <a:noFill/>
          <a:ln w="23813">
            <a:solidFill>
              <a:srgbClr val="1EFFE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18791" name="Group 4">
            <a:extLst>
              <a:ext uri="{FF2B5EF4-FFF2-40B4-BE49-F238E27FC236}">
                <a16:creationId xmlns:a16="http://schemas.microsoft.com/office/drawing/2014/main" id="{B1CEE8A4-BA9E-46E6-9334-36BCA83E9413}"/>
              </a:ext>
            </a:extLst>
          </p:cNvPr>
          <p:cNvGrpSpPr>
            <a:grpSpLocks/>
          </p:cNvGrpSpPr>
          <p:nvPr/>
        </p:nvGrpSpPr>
        <p:grpSpPr bwMode="auto">
          <a:xfrm>
            <a:off x="5943600" y="4648200"/>
            <a:ext cx="2119313" cy="461963"/>
            <a:chOff x="5943600" y="4648200"/>
            <a:chExt cx="2118697" cy="461665"/>
          </a:xfrm>
        </p:grpSpPr>
        <p:sp>
          <p:nvSpPr>
            <p:cNvPr id="118794" name="TextBox 146">
              <a:extLst>
                <a:ext uri="{FF2B5EF4-FFF2-40B4-BE49-F238E27FC236}">
                  <a16:creationId xmlns:a16="http://schemas.microsoft.com/office/drawing/2014/main" id="{B79743EB-D195-4827-9781-92DDBB708B8B}"/>
                </a:ext>
              </a:extLst>
            </p:cNvPr>
            <p:cNvSpPr txBox="1">
              <a:spLocks noChangeArrowheads="1"/>
            </p:cNvSpPr>
            <p:nvPr/>
          </p:nvSpPr>
          <p:spPr bwMode="auto">
            <a:xfrm>
              <a:off x="5943600" y="4648200"/>
              <a:ext cx="211869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2</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a:t>
              </a:r>
              <a:r>
                <a:rPr kumimoji="0" lang="en-US" altLang="en-US" sz="20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 </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2</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endParaRPr kumimoji="0" lang="en-US" altLang="en-US" sz="2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118795" name="Straight Connector 147">
              <a:extLst>
                <a:ext uri="{FF2B5EF4-FFF2-40B4-BE49-F238E27FC236}">
                  <a16:creationId xmlns:a16="http://schemas.microsoft.com/office/drawing/2014/main" id="{782FFEB8-725C-4510-BDD7-2DC4AF7A68CB}"/>
                </a:ext>
              </a:extLst>
            </p:cNvPr>
            <p:cNvCxnSpPr>
              <a:cxnSpLocks noChangeShapeType="1"/>
            </p:cNvCxnSpPr>
            <p:nvPr/>
          </p:nvCxnSpPr>
          <p:spPr bwMode="auto">
            <a:xfrm>
              <a:off x="6837103" y="4754494"/>
              <a:ext cx="228534"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cxnSp>
        <p:cxnSp>
          <p:nvCxnSpPr>
            <p:cNvPr id="118796" name="Straight Connector 148">
              <a:extLst>
                <a:ext uri="{FF2B5EF4-FFF2-40B4-BE49-F238E27FC236}">
                  <a16:creationId xmlns:a16="http://schemas.microsoft.com/office/drawing/2014/main" id="{0ECA4A2F-154B-40F4-B4B6-775CD9794643}"/>
                </a:ext>
              </a:extLst>
            </p:cNvPr>
            <p:cNvCxnSpPr>
              <a:cxnSpLocks noChangeShapeType="1"/>
            </p:cNvCxnSpPr>
            <p:nvPr/>
          </p:nvCxnSpPr>
          <p:spPr bwMode="auto">
            <a:xfrm>
              <a:off x="7314801" y="4754494"/>
              <a:ext cx="228534"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cxnSp>
      </p:grpSp>
      <p:sp>
        <p:nvSpPr>
          <p:cNvPr id="118792" name="Right Brace 2">
            <a:extLst>
              <a:ext uri="{FF2B5EF4-FFF2-40B4-BE49-F238E27FC236}">
                <a16:creationId xmlns:a16="http://schemas.microsoft.com/office/drawing/2014/main" id="{ADC23A89-FF0B-4BE6-A8A2-891B53DE369E}"/>
              </a:ext>
            </a:extLst>
          </p:cNvPr>
          <p:cNvSpPr>
            <a:spLocks/>
          </p:cNvSpPr>
          <p:nvPr/>
        </p:nvSpPr>
        <p:spPr bwMode="auto">
          <a:xfrm rot="5400000">
            <a:off x="7124700" y="4533900"/>
            <a:ext cx="304800" cy="1447800"/>
          </a:xfrm>
          <a:prstGeom prst="rightBrace">
            <a:avLst>
              <a:gd name="adj1" fmla="val 8334"/>
              <a:gd name="adj2" fmla="val 50000"/>
            </a:avLst>
          </a:prstGeom>
          <a:noFill/>
          <a:ln w="254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793" name="TextBox 3">
            <a:extLst>
              <a:ext uri="{FF2B5EF4-FFF2-40B4-BE49-F238E27FC236}">
                <a16:creationId xmlns:a16="http://schemas.microsoft.com/office/drawing/2014/main" id="{8B370B0D-155E-427B-9045-64746C138BE8}"/>
              </a:ext>
            </a:extLst>
          </p:cNvPr>
          <p:cNvSpPr txBox="1">
            <a:spLocks noChangeArrowheads="1"/>
          </p:cNvSpPr>
          <p:nvPr/>
        </p:nvSpPr>
        <p:spPr bwMode="auto">
          <a:xfrm>
            <a:off x="6837363" y="5527675"/>
            <a:ext cx="839787"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XOR</a:t>
            </a:r>
          </a:p>
        </p:txBody>
      </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9809" name="Group 1">
            <a:extLst>
              <a:ext uri="{FF2B5EF4-FFF2-40B4-BE49-F238E27FC236}">
                <a16:creationId xmlns:a16="http://schemas.microsoft.com/office/drawing/2014/main" id="{D3D0DC32-11CA-4205-BBF6-15B160180E8F}"/>
              </a:ext>
            </a:extLst>
          </p:cNvPr>
          <p:cNvGrpSpPr>
            <a:grpSpLocks/>
          </p:cNvGrpSpPr>
          <p:nvPr/>
        </p:nvGrpSpPr>
        <p:grpSpPr bwMode="auto">
          <a:xfrm>
            <a:off x="879475" y="1666875"/>
            <a:ext cx="3235325" cy="3819525"/>
            <a:chOff x="3013075" y="1666875"/>
            <a:chExt cx="3235325" cy="3819525"/>
          </a:xfrm>
        </p:grpSpPr>
        <p:sp>
          <p:nvSpPr>
            <p:cNvPr id="119840" name="Rectangle 4">
              <a:extLst>
                <a:ext uri="{FF2B5EF4-FFF2-40B4-BE49-F238E27FC236}">
                  <a16:creationId xmlns:a16="http://schemas.microsoft.com/office/drawing/2014/main" id="{59BAD515-F152-424D-B883-93E9DC773F28}"/>
                </a:ext>
              </a:extLst>
            </p:cNvPr>
            <p:cNvSpPr>
              <a:spLocks noChangeArrowheads="1"/>
            </p:cNvSpPr>
            <p:nvPr/>
          </p:nvSpPr>
          <p:spPr bwMode="auto">
            <a:xfrm>
              <a:off x="3038475" y="1666875"/>
              <a:ext cx="3203575"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41" name="Rectangle 5">
              <a:extLst>
                <a:ext uri="{FF2B5EF4-FFF2-40B4-BE49-F238E27FC236}">
                  <a16:creationId xmlns:a16="http://schemas.microsoft.com/office/drawing/2014/main" id="{087029A7-FC1F-4A43-BE75-5BD1DA9A7655}"/>
                </a:ext>
              </a:extLst>
            </p:cNvPr>
            <p:cNvSpPr>
              <a:spLocks noChangeArrowheads="1"/>
            </p:cNvSpPr>
            <p:nvPr/>
          </p:nvSpPr>
          <p:spPr bwMode="auto">
            <a:xfrm>
              <a:off x="3013075" y="1677988"/>
              <a:ext cx="11113"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42" name="Rectangle 6">
              <a:extLst>
                <a:ext uri="{FF2B5EF4-FFF2-40B4-BE49-F238E27FC236}">
                  <a16:creationId xmlns:a16="http://schemas.microsoft.com/office/drawing/2014/main" id="{7AA99D31-F80F-4E22-BEBA-5DBADADB6355}"/>
                </a:ext>
              </a:extLst>
            </p:cNvPr>
            <p:cNvSpPr>
              <a:spLocks noChangeArrowheads="1"/>
            </p:cNvSpPr>
            <p:nvPr/>
          </p:nvSpPr>
          <p:spPr bwMode="auto">
            <a:xfrm>
              <a:off x="4129088"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43" name="Rectangle 7">
              <a:extLst>
                <a:ext uri="{FF2B5EF4-FFF2-40B4-BE49-F238E27FC236}">
                  <a16:creationId xmlns:a16="http://schemas.microsoft.com/office/drawing/2014/main" id="{D97AF8D6-DACB-426F-9430-C6253803BB32}"/>
                </a:ext>
              </a:extLst>
            </p:cNvPr>
            <p:cNvSpPr>
              <a:spLocks noChangeArrowheads="1"/>
            </p:cNvSpPr>
            <p:nvPr/>
          </p:nvSpPr>
          <p:spPr bwMode="auto">
            <a:xfrm>
              <a:off x="3246438" y="1792288"/>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44" name="Rectangle 8">
              <a:extLst>
                <a:ext uri="{FF2B5EF4-FFF2-40B4-BE49-F238E27FC236}">
                  <a16:creationId xmlns:a16="http://schemas.microsoft.com/office/drawing/2014/main" id="{0BFF1558-2C22-4E3B-A087-E1B8AF0AD90B}"/>
                </a:ext>
              </a:extLst>
            </p:cNvPr>
            <p:cNvSpPr>
              <a:spLocks noChangeArrowheads="1"/>
            </p:cNvSpPr>
            <p:nvPr/>
          </p:nvSpPr>
          <p:spPr bwMode="auto">
            <a:xfrm>
              <a:off x="5219700"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45" name="Rectangle 9">
              <a:extLst>
                <a:ext uri="{FF2B5EF4-FFF2-40B4-BE49-F238E27FC236}">
                  <a16:creationId xmlns:a16="http://schemas.microsoft.com/office/drawing/2014/main" id="{496B2991-81B5-4461-AB9C-65030E2CD3A3}"/>
                </a:ext>
              </a:extLst>
            </p:cNvPr>
            <p:cNvSpPr>
              <a:spLocks noChangeArrowheads="1"/>
            </p:cNvSpPr>
            <p:nvPr/>
          </p:nvSpPr>
          <p:spPr bwMode="auto">
            <a:xfrm>
              <a:off x="4440238" y="1792288"/>
              <a:ext cx="4937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46" name="Rectangle 10">
              <a:extLst>
                <a:ext uri="{FF2B5EF4-FFF2-40B4-BE49-F238E27FC236}">
                  <a16:creationId xmlns:a16="http://schemas.microsoft.com/office/drawing/2014/main" id="{65D5BB89-D455-42A1-AA77-E01C800FA55F}"/>
                </a:ext>
              </a:extLst>
            </p:cNvPr>
            <p:cNvSpPr>
              <a:spLocks noChangeArrowheads="1"/>
            </p:cNvSpPr>
            <p:nvPr/>
          </p:nvSpPr>
          <p:spPr bwMode="auto">
            <a:xfrm>
              <a:off x="6235700"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47" name="Rectangle 11">
              <a:extLst>
                <a:ext uri="{FF2B5EF4-FFF2-40B4-BE49-F238E27FC236}">
                  <a16:creationId xmlns:a16="http://schemas.microsoft.com/office/drawing/2014/main" id="{BA74ED82-45FC-4E53-8561-3B6E3C19D266}"/>
                </a:ext>
              </a:extLst>
            </p:cNvPr>
            <p:cNvSpPr>
              <a:spLocks noChangeArrowheads="1"/>
            </p:cNvSpPr>
            <p:nvPr/>
          </p:nvSpPr>
          <p:spPr bwMode="auto">
            <a:xfrm>
              <a:off x="3013075" y="2139950"/>
              <a:ext cx="11113"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48" name="Rectangle 12">
              <a:extLst>
                <a:ext uri="{FF2B5EF4-FFF2-40B4-BE49-F238E27FC236}">
                  <a16:creationId xmlns:a16="http://schemas.microsoft.com/office/drawing/2014/main" id="{BF8C50F0-A6B6-4075-8B0B-6D7F00BA78D6}"/>
                </a:ext>
              </a:extLst>
            </p:cNvPr>
            <p:cNvSpPr>
              <a:spLocks noChangeArrowheads="1"/>
            </p:cNvSpPr>
            <p:nvPr/>
          </p:nvSpPr>
          <p:spPr bwMode="auto">
            <a:xfrm>
              <a:off x="5375275" y="1792288"/>
              <a:ext cx="704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Output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49" name="Rectangle 13">
              <a:extLst>
                <a:ext uri="{FF2B5EF4-FFF2-40B4-BE49-F238E27FC236}">
                  <a16:creationId xmlns:a16="http://schemas.microsoft.com/office/drawing/2014/main" id="{98987C70-46A3-4D61-B1EA-5798B3F9683A}"/>
                </a:ext>
              </a:extLst>
            </p:cNvPr>
            <p:cNvSpPr>
              <a:spLocks noChangeArrowheads="1"/>
            </p:cNvSpPr>
            <p:nvPr/>
          </p:nvSpPr>
          <p:spPr bwMode="auto">
            <a:xfrm>
              <a:off x="4129088"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50" name="Rectangle 14">
              <a:extLst>
                <a:ext uri="{FF2B5EF4-FFF2-40B4-BE49-F238E27FC236}">
                  <a16:creationId xmlns:a16="http://schemas.microsoft.com/office/drawing/2014/main" id="{9B55499A-475D-4652-9827-F639BFD0DD0F}"/>
                </a:ext>
              </a:extLst>
            </p:cNvPr>
            <p:cNvSpPr>
              <a:spLocks noChangeArrowheads="1"/>
            </p:cNvSpPr>
            <p:nvPr/>
          </p:nvSpPr>
          <p:spPr bwMode="auto">
            <a:xfrm>
              <a:off x="3387725" y="2141538"/>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51" name="Rectangle 15">
              <a:extLst>
                <a:ext uri="{FF2B5EF4-FFF2-40B4-BE49-F238E27FC236}">
                  <a16:creationId xmlns:a16="http://schemas.microsoft.com/office/drawing/2014/main" id="{9751AC65-9EE5-45E8-9755-573561A71BB8}"/>
                </a:ext>
              </a:extLst>
            </p:cNvPr>
            <p:cNvSpPr>
              <a:spLocks noChangeArrowheads="1"/>
            </p:cNvSpPr>
            <p:nvPr/>
          </p:nvSpPr>
          <p:spPr bwMode="auto">
            <a:xfrm>
              <a:off x="5219700"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52" name="Rectangle 16">
              <a:extLst>
                <a:ext uri="{FF2B5EF4-FFF2-40B4-BE49-F238E27FC236}">
                  <a16:creationId xmlns:a16="http://schemas.microsoft.com/office/drawing/2014/main" id="{BB3AE5CB-4B72-4AB1-804E-2247899C1737}"/>
                </a:ext>
              </a:extLst>
            </p:cNvPr>
            <p:cNvSpPr>
              <a:spLocks noChangeArrowheads="1"/>
            </p:cNvSpPr>
            <p:nvPr/>
          </p:nvSpPr>
          <p:spPr bwMode="auto">
            <a:xfrm>
              <a:off x="6235700"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53" name="Rectangle 17">
              <a:extLst>
                <a:ext uri="{FF2B5EF4-FFF2-40B4-BE49-F238E27FC236}">
                  <a16:creationId xmlns:a16="http://schemas.microsoft.com/office/drawing/2014/main" id="{6C7C13E6-643C-4609-BDF8-179D48702B1C}"/>
                </a:ext>
              </a:extLst>
            </p:cNvPr>
            <p:cNvSpPr>
              <a:spLocks noChangeArrowheads="1"/>
            </p:cNvSpPr>
            <p:nvPr/>
          </p:nvSpPr>
          <p:spPr bwMode="auto">
            <a:xfrm>
              <a:off x="3013075" y="2495550"/>
              <a:ext cx="11113"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54" name="Rectangle 18">
              <a:extLst>
                <a:ext uri="{FF2B5EF4-FFF2-40B4-BE49-F238E27FC236}">
                  <a16:creationId xmlns:a16="http://schemas.microsoft.com/office/drawing/2014/main" id="{C8A2796A-CFD9-475B-8286-D511D909EFC5}"/>
                </a:ext>
              </a:extLst>
            </p:cNvPr>
            <p:cNvSpPr>
              <a:spLocks noChangeArrowheads="1"/>
            </p:cNvSpPr>
            <p:nvPr/>
          </p:nvSpPr>
          <p:spPr bwMode="auto">
            <a:xfrm>
              <a:off x="4452938" y="2141538"/>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55" name="Rectangle 19">
              <a:extLst>
                <a:ext uri="{FF2B5EF4-FFF2-40B4-BE49-F238E27FC236}">
                  <a16:creationId xmlns:a16="http://schemas.microsoft.com/office/drawing/2014/main" id="{5D6A1518-90A2-4E52-9626-437A6AF86083}"/>
                </a:ext>
              </a:extLst>
            </p:cNvPr>
            <p:cNvSpPr>
              <a:spLocks noChangeArrowheads="1"/>
            </p:cNvSpPr>
            <p:nvPr/>
          </p:nvSpPr>
          <p:spPr bwMode="auto">
            <a:xfrm>
              <a:off x="3262313" y="2490788"/>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56" name="Rectangle 20">
              <a:extLst>
                <a:ext uri="{FF2B5EF4-FFF2-40B4-BE49-F238E27FC236}">
                  <a16:creationId xmlns:a16="http://schemas.microsoft.com/office/drawing/2014/main" id="{BCD7FA48-E51A-4FF6-8772-4126DEE1BE0C}"/>
                </a:ext>
              </a:extLst>
            </p:cNvPr>
            <p:cNvSpPr>
              <a:spLocks noChangeArrowheads="1"/>
            </p:cNvSpPr>
            <p:nvPr/>
          </p:nvSpPr>
          <p:spPr bwMode="auto">
            <a:xfrm>
              <a:off x="3387725"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57" name="Rectangle 21">
              <a:extLst>
                <a:ext uri="{FF2B5EF4-FFF2-40B4-BE49-F238E27FC236}">
                  <a16:creationId xmlns:a16="http://schemas.microsoft.com/office/drawing/2014/main" id="{9905915C-BFC4-4D97-A56B-EB253517904E}"/>
                </a:ext>
              </a:extLst>
            </p:cNvPr>
            <p:cNvSpPr>
              <a:spLocks noChangeArrowheads="1"/>
            </p:cNvSpPr>
            <p:nvPr/>
          </p:nvSpPr>
          <p:spPr bwMode="auto">
            <a:xfrm>
              <a:off x="3498850" y="2490788"/>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58" name="Rectangle 22">
              <a:extLst>
                <a:ext uri="{FF2B5EF4-FFF2-40B4-BE49-F238E27FC236}">
                  <a16:creationId xmlns:a16="http://schemas.microsoft.com/office/drawing/2014/main" id="{181D0494-F2A1-4EBF-9743-6C90958B6208}"/>
                </a:ext>
              </a:extLst>
            </p:cNvPr>
            <p:cNvSpPr>
              <a:spLocks noChangeArrowheads="1"/>
            </p:cNvSpPr>
            <p:nvPr/>
          </p:nvSpPr>
          <p:spPr bwMode="auto">
            <a:xfrm>
              <a:off x="36242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59" name="Rectangle 23">
              <a:extLst>
                <a:ext uri="{FF2B5EF4-FFF2-40B4-BE49-F238E27FC236}">
                  <a16:creationId xmlns:a16="http://schemas.microsoft.com/office/drawing/2014/main" id="{AFFCDBB8-29B5-4F78-A899-C408936E05CC}"/>
                </a:ext>
              </a:extLst>
            </p:cNvPr>
            <p:cNvSpPr>
              <a:spLocks noChangeArrowheads="1"/>
            </p:cNvSpPr>
            <p:nvPr/>
          </p:nvSpPr>
          <p:spPr bwMode="auto">
            <a:xfrm>
              <a:off x="3738563" y="2490788"/>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60" name="Rectangle 24">
              <a:extLst>
                <a:ext uri="{FF2B5EF4-FFF2-40B4-BE49-F238E27FC236}">
                  <a16:creationId xmlns:a16="http://schemas.microsoft.com/office/drawing/2014/main" id="{18E32A34-D05B-4638-8408-3661E1FD084F}"/>
                </a:ext>
              </a:extLst>
            </p:cNvPr>
            <p:cNvSpPr>
              <a:spLocks noChangeArrowheads="1"/>
            </p:cNvSpPr>
            <p:nvPr/>
          </p:nvSpPr>
          <p:spPr bwMode="auto">
            <a:xfrm>
              <a:off x="4129088"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61" name="Rectangle 25">
              <a:extLst>
                <a:ext uri="{FF2B5EF4-FFF2-40B4-BE49-F238E27FC236}">
                  <a16:creationId xmlns:a16="http://schemas.microsoft.com/office/drawing/2014/main" id="{1BDEA32F-474B-4F6D-8DB1-96AAED649A00}"/>
                </a:ext>
              </a:extLst>
            </p:cNvPr>
            <p:cNvSpPr>
              <a:spLocks noChangeArrowheads="1"/>
            </p:cNvSpPr>
            <p:nvPr/>
          </p:nvSpPr>
          <p:spPr bwMode="auto">
            <a:xfrm>
              <a:off x="386238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62" name="Rectangle 26">
              <a:extLst>
                <a:ext uri="{FF2B5EF4-FFF2-40B4-BE49-F238E27FC236}">
                  <a16:creationId xmlns:a16="http://schemas.microsoft.com/office/drawing/2014/main" id="{2D876AD3-D99E-4C27-B037-D7052EB70FB4}"/>
                </a:ext>
              </a:extLst>
            </p:cNvPr>
            <p:cNvSpPr>
              <a:spLocks noChangeArrowheads="1"/>
            </p:cNvSpPr>
            <p:nvPr/>
          </p:nvSpPr>
          <p:spPr bwMode="auto">
            <a:xfrm>
              <a:off x="4295775" y="2490788"/>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63" name="Rectangle 27">
              <a:extLst>
                <a:ext uri="{FF2B5EF4-FFF2-40B4-BE49-F238E27FC236}">
                  <a16:creationId xmlns:a16="http://schemas.microsoft.com/office/drawing/2014/main" id="{0557739C-551E-4B55-9071-F1D7EF6D6316}"/>
                </a:ext>
              </a:extLst>
            </p:cNvPr>
            <p:cNvSpPr>
              <a:spLocks noChangeArrowheads="1"/>
            </p:cNvSpPr>
            <p:nvPr/>
          </p:nvSpPr>
          <p:spPr bwMode="auto">
            <a:xfrm>
              <a:off x="44402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64" name="Rectangle 28">
              <a:extLst>
                <a:ext uri="{FF2B5EF4-FFF2-40B4-BE49-F238E27FC236}">
                  <a16:creationId xmlns:a16="http://schemas.microsoft.com/office/drawing/2014/main" id="{1AACB8A8-CE8B-4B76-99BB-D44D705EF851}"/>
                </a:ext>
              </a:extLst>
            </p:cNvPr>
            <p:cNvSpPr>
              <a:spLocks noChangeArrowheads="1"/>
            </p:cNvSpPr>
            <p:nvPr/>
          </p:nvSpPr>
          <p:spPr bwMode="auto">
            <a:xfrm>
              <a:off x="4556125" y="2490788"/>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65" name="Rectangle 29">
              <a:extLst>
                <a:ext uri="{FF2B5EF4-FFF2-40B4-BE49-F238E27FC236}">
                  <a16:creationId xmlns:a16="http://schemas.microsoft.com/office/drawing/2014/main" id="{7530D7E4-9700-4B99-AFE5-D2DF5A4AFAE4}"/>
                </a:ext>
              </a:extLst>
            </p:cNvPr>
            <p:cNvSpPr>
              <a:spLocks noChangeArrowheads="1"/>
            </p:cNvSpPr>
            <p:nvPr/>
          </p:nvSpPr>
          <p:spPr bwMode="auto">
            <a:xfrm>
              <a:off x="4702175"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66" name="Rectangle 30">
              <a:extLst>
                <a:ext uri="{FF2B5EF4-FFF2-40B4-BE49-F238E27FC236}">
                  <a16:creationId xmlns:a16="http://schemas.microsoft.com/office/drawing/2014/main" id="{52AB160D-E223-4D1B-B4DA-733F328A0F5A}"/>
                </a:ext>
              </a:extLst>
            </p:cNvPr>
            <p:cNvSpPr>
              <a:spLocks noChangeArrowheads="1"/>
            </p:cNvSpPr>
            <p:nvPr/>
          </p:nvSpPr>
          <p:spPr bwMode="auto">
            <a:xfrm>
              <a:off x="4814888" y="2490788"/>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67" name="Rectangle 31">
              <a:extLst>
                <a:ext uri="{FF2B5EF4-FFF2-40B4-BE49-F238E27FC236}">
                  <a16:creationId xmlns:a16="http://schemas.microsoft.com/office/drawing/2014/main" id="{00001828-C36C-4A0D-8AA0-D57DE0FDFE81}"/>
                </a:ext>
              </a:extLst>
            </p:cNvPr>
            <p:cNvSpPr>
              <a:spLocks noChangeArrowheads="1"/>
            </p:cNvSpPr>
            <p:nvPr/>
          </p:nvSpPr>
          <p:spPr bwMode="auto">
            <a:xfrm>
              <a:off x="5219700"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68" name="Rectangle 32">
              <a:extLst>
                <a:ext uri="{FF2B5EF4-FFF2-40B4-BE49-F238E27FC236}">
                  <a16:creationId xmlns:a16="http://schemas.microsoft.com/office/drawing/2014/main" id="{F622C3E2-FD49-4C2C-B601-689A84CC1762}"/>
                </a:ext>
              </a:extLst>
            </p:cNvPr>
            <p:cNvSpPr>
              <a:spLocks noChangeArrowheads="1"/>
            </p:cNvSpPr>
            <p:nvPr/>
          </p:nvSpPr>
          <p:spPr bwMode="auto">
            <a:xfrm>
              <a:off x="49609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69" name="Rectangle 33">
              <a:extLst>
                <a:ext uri="{FF2B5EF4-FFF2-40B4-BE49-F238E27FC236}">
                  <a16:creationId xmlns:a16="http://schemas.microsoft.com/office/drawing/2014/main" id="{E9FE42DB-FB8E-4B33-9FCE-978DA07765AC}"/>
                </a:ext>
              </a:extLst>
            </p:cNvPr>
            <p:cNvSpPr>
              <a:spLocks noChangeArrowheads="1"/>
            </p:cNvSpPr>
            <p:nvPr/>
          </p:nvSpPr>
          <p:spPr bwMode="auto">
            <a:xfrm>
              <a:off x="5384800"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70" name="Rectangle 34">
              <a:extLst>
                <a:ext uri="{FF2B5EF4-FFF2-40B4-BE49-F238E27FC236}">
                  <a16:creationId xmlns:a16="http://schemas.microsoft.com/office/drawing/2014/main" id="{34695ED6-D026-409A-B290-A9CD43AFAFA1}"/>
                </a:ext>
              </a:extLst>
            </p:cNvPr>
            <p:cNvSpPr>
              <a:spLocks noChangeArrowheads="1"/>
            </p:cNvSpPr>
            <p:nvPr/>
          </p:nvSpPr>
          <p:spPr bwMode="auto">
            <a:xfrm>
              <a:off x="55038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71" name="Rectangle 35">
              <a:extLst>
                <a:ext uri="{FF2B5EF4-FFF2-40B4-BE49-F238E27FC236}">
                  <a16:creationId xmlns:a16="http://schemas.microsoft.com/office/drawing/2014/main" id="{15EF41E8-4456-4FF5-856F-3FC879AD24E0}"/>
                </a:ext>
              </a:extLst>
            </p:cNvPr>
            <p:cNvSpPr>
              <a:spLocks noChangeArrowheads="1"/>
            </p:cNvSpPr>
            <p:nvPr/>
          </p:nvSpPr>
          <p:spPr bwMode="auto">
            <a:xfrm>
              <a:off x="5613400"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72" name="Rectangle 36">
              <a:extLst>
                <a:ext uri="{FF2B5EF4-FFF2-40B4-BE49-F238E27FC236}">
                  <a16:creationId xmlns:a16="http://schemas.microsoft.com/office/drawing/2014/main" id="{4C1A1DEF-9C98-41DF-ACE9-5995497C3BF4}"/>
                </a:ext>
              </a:extLst>
            </p:cNvPr>
            <p:cNvSpPr>
              <a:spLocks noChangeArrowheads="1"/>
            </p:cNvSpPr>
            <p:nvPr/>
          </p:nvSpPr>
          <p:spPr bwMode="auto">
            <a:xfrm>
              <a:off x="57324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73" name="Rectangle 37">
              <a:extLst>
                <a:ext uri="{FF2B5EF4-FFF2-40B4-BE49-F238E27FC236}">
                  <a16:creationId xmlns:a16="http://schemas.microsoft.com/office/drawing/2014/main" id="{C9E6931B-A05C-4172-8ACD-1DD1A6AC8B02}"/>
                </a:ext>
              </a:extLst>
            </p:cNvPr>
            <p:cNvSpPr>
              <a:spLocks noChangeArrowheads="1"/>
            </p:cNvSpPr>
            <p:nvPr/>
          </p:nvSpPr>
          <p:spPr bwMode="auto">
            <a:xfrm>
              <a:off x="5845175"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74" name="Rectangle 38">
              <a:extLst>
                <a:ext uri="{FF2B5EF4-FFF2-40B4-BE49-F238E27FC236}">
                  <a16:creationId xmlns:a16="http://schemas.microsoft.com/office/drawing/2014/main" id="{6178FE49-F1B9-49D2-B6B3-9506E0E3F89F}"/>
                </a:ext>
              </a:extLst>
            </p:cNvPr>
            <p:cNvSpPr>
              <a:spLocks noChangeArrowheads="1"/>
            </p:cNvSpPr>
            <p:nvPr/>
          </p:nvSpPr>
          <p:spPr bwMode="auto">
            <a:xfrm>
              <a:off x="6235700"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75" name="Rectangle 39">
              <a:extLst>
                <a:ext uri="{FF2B5EF4-FFF2-40B4-BE49-F238E27FC236}">
                  <a16:creationId xmlns:a16="http://schemas.microsoft.com/office/drawing/2014/main" id="{BC4472C0-4B2A-44B8-A13C-D77A39A971D1}"/>
                </a:ext>
              </a:extLst>
            </p:cNvPr>
            <p:cNvSpPr>
              <a:spLocks noChangeArrowheads="1"/>
            </p:cNvSpPr>
            <p:nvPr/>
          </p:nvSpPr>
          <p:spPr bwMode="auto">
            <a:xfrm>
              <a:off x="3038475" y="2833688"/>
              <a:ext cx="3203575"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76" name="Rectangle 40">
              <a:extLst>
                <a:ext uri="{FF2B5EF4-FFF2-40B4-BE49-F238E27FC236}">
                  <a16:creationId xmlns:a16="http://schemas.microsoft.com/office/drawing/2014/main" id="{F5F8F59B-92B4-4634-91AE-6AA617F5EAFF}"/>
                </a:ext>
              </a:extLst>
            </p:cNvPr>
            <p:cNvSpPr>
              <a:spLocks noChangeArrowheads="1"/>
            </p:cNvSpPr>
            <p:nvPr/>
          </p:nvSpPr>
          <p:spPr bwMode="auto">
            <a:xfrm>
              <a:off x="3013075" y="2846388"/>
              <a:ext cx="11113"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77" name="Rectangle 41">
              <a:extLst>
                <a:ext uri="{FF2B5EF4-FFF2-40B4-BE49-F238E27FC236}">
                  <a16:creationId xmlns:a16="http://schemas.microsoft.com/office/drawing/2014/main" id="{163DB2F5-B50B-4339-980E-565306461D71}"/>
                </a:ext>
              </a:extLst>
            </p:cNvPr>
            <p:cNvSpPr>
              <a:spLocks noChangeArrowheads="1"/>
            </p:cNvSpPr>
            <p:nvPr/>
          </p:nvSpPr>
          <p:spPr bwMode="auto">
            <a:xfrm>
              <a:off x="59642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78" name="Rectangle 42">
              <a:extLst>
                <a:ext uri="{FF2B5EF4-FFF2-40B4-BE49-F238E27FC236}">
                  <a16:creationId xmlns:a16="http://schemas.microsoft.com/office/drawing/2014/main" id="{BFABEBE3-B6A1-4A8A-B632-47CC183C98CC}"/>
                </a:ext>
              </a:extLst>
            </p:cNvPr>
            <p:cNvSpPr>
              <a:spLocks noChangeArrowheads="1"/>
            </p:cNvSpPr>
            <p:nvPr/>
          </p:nvSpPr>
          <p:spPr bwMode="auto">
            <a:xfrm>
              <a:off x="4129088"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79" name="Rectangle 43">
              <a:extLst>
                <a:ext uri="{FF2B5EF4-FFF2-40B4-BE49-F238E27FC236}">
                  <a16:creationId xmlns:a16="http://schemas.microsoft.com/office/drawing/2014/main" id="{65AC709D-F6FB-44E7-8000-7FAC4D663F90}"/>
                </a:ext>
              </a:extLst>
            </p:cNvPr>
            <p:cNvSpPr>
              <a:spLocks noChangeArrowheads="1"/>
            </p:cNvSpPr>
            <p:nvPr/>
          </p:nvSpPr>
          <p:spPr bwMode="auto">
            <a:xfrm>
              <a:off x="3335338" y="29575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80" name="Rectangle 44">
              <a:extLst>
                <a:ext uri="{FF2B5EF4-FFF2-40B4-BE49-F238E27FC236}">
                  <a16:creationId xmlns:a16="http://schemas.microsoft.com/office/drawing/2014/main" id="{EF002E9B-69F7-4459-9872-0A46870C4A55}"/>
                </a:ext>
              </a:extLst>
            </p:cNvPr>
            <p:cNvSpPr>
              <a:spLocks noChangeArrowheads="1"/>
            </p:cNvSpPr>
            <p:nvPr/>
          </p:nvSpPr>
          <p:spPr bwMode="auto">
            <a:xfrm>
              <a:off x="4465638" y="2957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81" name="Rectangle 45">
              <a:extLst>
                <a:ext uri="{FF2B5EF4-FFF2-40B4-BE49-F238E27FC236}">
                  <a16:creationId xmlns:a16="http://schemas.microsoft.com/office/drawing/2014/main" id="{9BE5C682-B89C-49E9-9204-972D44951297}"/>
                </a:ext>
              </a:extLst>
            </p:cNvPr>
            <p:cNvSpPr>
              <a:spLocks noChangeArrowheads="1"/>
            </p:cNvSpPr>
            <p:nvPr/>
          </p:nvSpPr>
          <p:spPr bwMode="auto">
            <a:xfrm>
              <a:off x="5219700"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82" name="Rectangle 46">
              <a:extLst>
                <a:ext uri="{FF2B5EF4-FFF2-40B4-BE49-F238E27FC236}">
                  <a16:creationId xmlns:a16="http://schemas.microsoft.com/office/drawing/2014/main" id="{A7DA1011-DB28-4DAF-8A77-5442A4B33436}"/>
                </a:ext>
              </a:extLst>
            </p:cNvPr>
            <p:cNvSpPr>
              <a:spLocks noChangeArrowheads="1"/>
            </p:cNvSpPr>
            <p:nvPr/>
          </p:nvSpPr>
          <p:spPr bwMode="auto">
            <a:xfrm>
              <a:off x="4618038" y="29575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83" name="Rectangle 47">
              <a:extLst>
                <a:ext uri="{FF2B5EF4-FFF2-40B4-BE49-F238E27FC236}">
                  <a16:creationId xmlns:a16="http://schemas.microsoft.com/office/drawing/2014/main" id="{B96F1D15-9F4D-4013-9C0F-C32CB8EC7232}"/>
                </a:ext>
              </a:extLst>
            </p:cNvPr>
            <p:cNvSpPr>
              <a:spLocks noChangeArrowheads="1"/>
            </p:cNvSpPr>
            <p:nvPr/>
          </p:nvSpPr>
          <p:spPr bwMode="auto">
            <a:xfrm>
              <a:off x="5518150" y="2957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84" name="Rectangle 48">
              <a:extLst>
                <a:ext uri="{FF2B5EF4-FFF2-40B4-BE49-F238E27FC236}">
                  <a16:creationId xmlns:a16="http://schemas.microsoft.com/office/drawing/2014/main" id="{CD783093-16B5-4105-AAD0-9AE9B428FBA0}"/>
                </a:ext>
              </a:extLst>
            </p:cNvPr>
            <p:cNvSpPr>
              <a:spLocks noChangeArrowheads="1"/>
            </p:cNvSpPr>
            <p:nvPr/>
          </p:nvSpPr>
          <p:spPr bwMode="auto">
            <a:xfrm>
              <a:off x="6235700"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85" name="Rectangle 49">
              <a:extLst>
                <a:ext uri="{FF2B5EF4-FFF2-40B4-BE49-F238E27FC236}">
                  <a16:creationId xmlns:a16="http://schemas.microsoft.com/office/drawing/2014/main" id="{1AEB5774-67D9-47F9-A9C6-4AB3B15B7CAA}"/>
                </a:ext>
              </a:extLst>
            </p:cNvPr>
            <p:cNvSpPr>
              <a:spLocks noChangeArrowheads="1"/>
            </p:cNvSpPr>
            <p:nvPr/>
          </p:nvSpPr>
          <p:spPr bwMode="auto">
            <a:xfrm>
              <a:off x="3013075" y="3303588"/>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86" name="Rectangle 50">
              <a:extLst>
                <a:ext uri="{FF2B5EF4-FFF2-40B4-BE49-F238E27FC236}">
                  <a16:creationId xmlns:a16="http://schemas.microsoft.com/office/drawing/2014/main" id="{96232024-34D1-4CA9-A3AD-3E26C51F3BEF}"/>
                </a:ext>
              </a:extLst>
            </p:cNvPr>
            <p:cNvSpPr>
              <a:spLocks noChangeArrowheads="1"/>
            </p:cNvSpPr>
            <p:nvPr/>
          </p:nvSpPr>
          <p:spPr bwMode="auto">
            <a:xfrm>
              <a:off x="5657850" y="29575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87" name="Rectangle 51">
              <a:extLst>
                <a:ext uri="{FF2B5EF4-FFF2-40B4-BE49-F238E27FC236}">
                  <a16:creationId xmlns:a16="http://schemas.microsoft.com/office/drawing/2014/main" id="{7C603E5B-605F-4D8B-9BE9-E6233E0B3D1D}"/>
                </a:ext>
              </a:extLst>
            </p:cNvPr>
            <p:cNvSpPr>
              <a:spLocks noChangeArrowheads="1"/>
            </p:cNvSpPr>
            <p:nvPr/>
          </p:nvSpPr>
          <p:spPr bwMode="auto">
            <a:xfrm>
              <a:off x="4129088"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88" name="Rectangle 52">
              <a:extLst>
                <a:ext uri="{FF2B5EF4-FFF2-40B4-BE49-F238E27FC236}">
                  <a16:creationId xmlns:a16="http://schemas.microsoft.com/office/drawing/2014/main" id="{9AAD6AA5-458F-48DA-B08E-0BE9D3C249B0}"/>
                </a:ext>
              </a:extLst>
            </p:cNvPr>
            <p:cNvSpPr>
              <a:spLocks noChangeArrowheads="1"/>
            </p:cNvSpPr>
            <p:nvPr/>
          </p:nvSpPr>
          <p:spPr bwMode="auto">
            <a:xfrm>
              <a:off x="3335338" y="330676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89" name="Rectangle 53">
              <a:extLst>
                <a:ext uri="{FF2B5EF4-FFF2-40B4-BE49-F238E27FC236}">
                  <a16:creationId xmlns:a16="http://schemas.microsoft.com/office/drawing/2014/main" id="{0B1ECD0A-2B4F-47A7-B8BF-228206933CAE}"/>
                </a:ext>
              </a:extLst>
            </p:cNvPr>
            <p:cNvSpPr>
              <a:spLocks noChangeArrowheads="1"/>
            </p:cNvSpPr>
            <p:nvPr/>
          </p:nvSpPr>
          <p:spPr bwMode="auto">
            <a:xfrm>
              <a:off x="4465638" y="33067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90" name="Rectangle 54">
              <a:extLst>
                <a:ext uri="{FF2B5EF4-FFF2-40B4-BE49-F238E27FC236}">
                  <a16:creationId xmlns:a16="http://schemas.microsoft.com/office/drawing/2014/main" id="{DFB15E21-D7FF-48A4-8411-CA8568ED347F}"/>
                </a:ext>
              </a:extLst>
            </p:cNvPr>
            <p:cNvSpPr>
              <a:spLocks noChangeArrowheads="1"/>
            </p:cNvSpPr>
            <p:nvPr/>
          </p:nvSpPr>
          <p:spPr bwMode="auto">
            <a:xfrm>
              <a:off x="5219700"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91" name="Rectangle 55">
              <a:extLst>
                <a:ext uri="{FF2B5EF4-FFF2-40B4-BE49-F238E27FC236}">
                  <a16:creationId xmlns:a16="http://schemas.microsoft.com/office/drawing/2014/main" id="{7263F7E5-4906-4F95-959B-82F3A7CA5FE4}"/>
                </a:ext>
              </a:extLst>
            </p:cNvPr>
            <p:cNvSpPr>
              <a:spLocks noChangeArrowheads="1"/>
            </p:cNvSpPr>
            <p:nvPr/>
          </p:nvSpPr>
          <p:spPr bwMode="auto">
            <a:xfrm>
              <a:off x="4618038" y="33067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92" name="Rectangle 56">
              <a:extLst>
                <a:ext uri="{FF2B5EF4-FFF2-40B4-BE49-F238E27FC236}">
                  <a16:creationId xmlns:a16="http://schemas.microsoft.com/office/drawing/2014/main" id="{8E1738E7-A4C7-4D07-8140-60A7D25191A4}"/>
                </a:ext>
              </a:extLst>
            </p:cNvPr>
            <p:cNvSpPr>
              <a:spLocks noChangeArrowheads="1"/>
            </p:cNvSpPr>
            <p:nvPr/>
          </p:nvSpPr>
          <p:spPr bwMode="auto">
            <a:xfrm>
              <a:off x="5518150" y="33067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93" name="Rectangle 57">
              <a:extLst>
                <a:ext uri="{FF2B5EF4-FFF2-40B4-BE49-F238E27FC236}">
                  <a16:creationId xmlns:a16="http://schemas.microsoft.com/office/drawing/2014/main" id="{46973805-13F4-4612-BA73-441F2325FC53}"/>
                </a:ext>
              </a:extLst>
            </p:cNvPr>
            <p:cNvSpPr>
              <a:spLocks noChangeArrowheads="1"/>
            </p:cNvSpPr>
            <p:nvPr/>
          </p:nvSpPr>
          <p:spPr bwMode="auto">
            <a:xfrm>
              <a:off x="6235700"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94" name="Rectangle 58">
              <a:extLst>
                <a:ext uri="{FF2B5EF4-FFF2-40B4-BE49-F238E27FC236}">
                  <a16:creationId xmlns:a16="http://schemas.microsoft.com/office/drawing/2014/main" id="{ADBD0CE8-9E91-4B8D-9FF1-FD22FF3FD485}"/>
                </a:ext>
              </a:extLst>
            </p:cNvPr>
            <p:cNvSpPr>
              <a:spLocks noChangeArrowheads="1"/>
            </p:cNvSpPr>
            <p:nvPr/>
          </p:nvSpPr>
          <p:spPr bwMode="auto">
            <a:xfrm>
              <a:off x="3013075" y="3608388"/>
              <a:ext cx="11113"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95" name="Rectangle 59">
              <a:extLst>
                <a:ext uri="{FF2B5EF4-FFF2-40B4-BE49-F238E27FC236}">
                  <a16:creationId xmlns:a16="http://schemas.microsoft.com/office/drawing/2014/main" id="{E0AD15B3-992B-4E95-AEE3-12CD5AFB0DF6}"/>
                </a:ext>
              </a:extLst>
            </p:cNvPr>
            <p:cNvSpPr>
              <a:spLocks noChangeArrowheads="1"/>
            </p:cNvSpPr>
            <p:nvPr/>
          </p:nvSpPr>
          <p:spPr bwMode="auto">
            <a:xfrm>
              <a:off x="5657850" y="33067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96" name="Rectangle 60">
              <a:extLst>
                <a:ext uri="{FF2B5EF4-FFF2-40B4-BE49-F238E27FC236}">
                  <a16:creationId xmlns:a16="http://schemas.microsoft.com/office/drawing/2014/main" id="{41111055-793E-47A2-9667-E92D4BD604B5}"/>
                </a:ext>
              </a:extLst>
            </p:cNvPr>
            <p:cNvSpPr>
              <a:spLocks noChangeArrowheads="1"/>
            </p:cNvSpPr>
            <p:nvPr/>
          </p:nvSpPr>
          <p:spPr bwMode="auto">
            <a:xfrm>
              <a:off x="4129088"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97" name="Rectangle 61">
              <a:extLst>
                <a:ext uri="{FF2B5EF4-FFF2-40B4-BE49-F238E27FC236}">
                  <a16:creationId xmlns:a16="http://schemas.microsoft.com/office/drawing/2014/main" id="{E8002278-55D9-4D37-975C-0D707403F648}"/>
                </a:ext>
              </a:extLst>
            </p:cNvPr>
            <p:cNvSpPr>
              <a:spLocks noChangeArrowheads="1"/>
            </p:cNvSpPr>
            <p:nvPr/>
          </p:nvSpPr>
          <p:spPr bwMode="auto">
            <a:xfrm>
              <a:off x="3335338" y="361156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98" name="Rectangle 62">
              <a:extLst>
                <a:ext uri="{FF2B5EF4-FFF2-40B4-BE49-F238E27FC236}">
                  <a16:creationId xmlns:a16="http://schemas.microsoft.com/office/drawing/2014/main" id="{C8ABB647-138A-4437-8D1E-11D9D474C949}"/>
                </a:ext>
              </a:extLst>
            </p:cNvPr>
            <p:cNvSpPr>
              <a:spLocks noChangeArrowheads="1"/>
            </p:cNvSpPr>
            <p:nvPr/>
          </p:nvSpPr>
          <p:spPr bwMode="auto">
            <a:xfrm>
              <a:off x="4465638" y="36115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99" name="Rectangle 63">
              <a:extLst>
                <a:ext uri="{FF2B5EF4-FFF2-40B4-BE49-F238E27FC236}">
                  <a16:creationId xmlns:a16="http://schemas.microsoft.com/office/drawing/2014/main" id="{7C980AF9-4424-418E-B088-2C95A1515A53}"/>
                </a:ext>
              </a:extLst>
            </p:cNvPr>
            <p:cNvSpPr>
              <a:spLocks noChangeArrowheads="1"/>
            </p:cNvSpPr>
            <p:nvPr/>
          </p:nvSpPr>
          <p:spPr bwMode="auto">
            <a:xfrm>
              <a:off x="5219700"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00" name="Rectangle 64">
              <a:extLst>
                <a:ext uri="{FF2B5EF4-FFF2-40B4-BE49-F238E27FC236}">
                  <a16:creationId xmlns:a16="http://schemas.microsoft.com/office/drawing/2014/main" id="{0C4DA35D-9777-46E6-9606-7D64012953C2}"/>
                </a:ext>
              </a:extLst>
            </p:cNvPr>
            <p:cNvSpPr>
              <a:spLocks noChangeArrowheads="1"/>
            </p:cNvSpPr>
            <p:nvPr/>
          </p:nvSpPr>
          <p:spPr bwMode="auto">
            <a:xfrm>
              <a:off x="4618038" y="36115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01" name="Rectangle 65">
              <a:extLst>
                <a:ext uri="{FF2B5EF4-FFF2-40B4-BE49-F238E27FC236}">
                  <a16:creationId xmlns:a16="http://schemas.microsoft.com/office/drawing/2014/main" id="{7707AF65-3EC3-47D0-8764-6B403E606CCD}"/>
                </a:ext>
              </a:extLst>
            </p:cNvPr>
            <p:cNvSpPr>
              <a:spLocks noChangeArrowheads="1"/>
            </p:cNvSpPr>
            <p:nvPr/>
          </p:nvSpPr>
          <p:spPr bwMode="auto">
            <a:xfrm>
              <a:off x="5518150" y="36115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02" name="Rectangle 66">
              <a:extLst>
                <a:ext uri="{FF2B5EF4-FFF2-40B4-BE49-F238E27FC236}">
                  <a16:creationId xmlns:a16="http://schemas.microsoft.com/office/drawing/2014/main" id="{2D56564D-F1F3-49EF-BA75-0598AD0A08C6}"/>
                </a:ext>
              </a:extLst>
            </p:cNvPr>
            <p:cNvSpPr>
              <a:spLocks noChangeArrowheads="1"/>
            </p:cNvSpPr>
            <p:nvPr/>
          </p:nvSpPr>
          <p:spPr bwMode="auto">
            <a:xfrm>
              <a:off x="6235700"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03" name="Rectangle 67">
              <a:extLst>
                <a:ext uri="{FF2B5EF4-FFF2-40B4-BE49-F238E27FC236}">
                  <a16:creationId xmlns:a16="http://schemas.microsoft.com/office/drawing/2014/main" id="{CBA5D3C7-8CB7-443E-B8A5-FDBE5D8F6BAC}"/>
                </a:ext>
              </a:extLst>
            </p:cNvPr>
            <p:cNvSpPr>
              <a:spLocks noChangeArrowheads="1"/>
            </p:cNvSpPr>
            <p:nvPr/>
          </p:nvSpPr>
          <p:spPr bwMode="auto">
            <a:xfrm>
              <a:off x="3013075" y="39116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04" name="Rectangle 68">
              <a:extLst>
                <a:ext uri="{FF2B5EF4-FFF2-40B4-BE49-F238E27FC236}">
                  <a16:creationId xmlns:a16="http://schemas.microsoft.com/office/drawing/2014/main" id="{2327F410-5B01-4197-BADA-06D301353B09}"/>
                </a:ext>
              </a:extLst>
            </p:cNvPr>
            <p:cNvSpPr>
              <a:spLocks noChangeArrowheads="1"/>
            </p:cNvSpPr>
            <p:nvPr/>
          </p:nvSpPr>
          <p:spPr bwMode="auto">
            <a:xfrm>
              <a:off x="5657850" y="36115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05" name="Rectangle 69">
              <a:extLst>
                <a:ext uri="{FF2B5EF4-FFF2-40B4-BE49-F238E27FC236}">
                  <a16:creationId xmlns:a16="http://schemas.microsoft.com/office/drawing/2014/main" id="{C467B85D-FCF1-4F5E-ADFC-44D790A60DFC}"/>
                </a:ext>
              </a:extLst>
            </p:cNvPr>
            <p:cNvSpPr>
              <a:spLocks noChangeArrowheads="1"/>
            </p:cNvSpPr>
            <p:nvPr/>
          </p:nvSpPr>
          <p:spPr bwMode="auto">
            <a:xfrm>
              <a:off x="4129088"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06" name="Rectangle 70">
              <a:extLst>
                <a:ext uri="{FF2B5EF4-FFF2-40B4-BE49-F238E27FC236}">
                  <a16:creationId xmlns:a16="http://schemas.microsoft.com/office/drawing/2014/main" id="{ABDA261C-60EC-481F-8994-C62C21DB3D6E}"/>
                </a:ext>
              </a:extLst>
            </p:cNvPr>
            <p:cNvSpPr>
              <a:spLocks noChangeArrowheads="1"/>
            </p:cNvSpPr>
            <p:nvPr/>
          </p:nvSpPr>
          <p:spPr bwMode="auto">
            <a:xfrm>
              <a:off x="3335338" y="3914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07" name="Rectangle 71">
              <a:extLst>
                <a:ext uri="{FF2B5EF4-FFF2-40B4-BE49-F238E27FC236}">
                  <a16:creationId xmlns:a16="http://schemas.microsoft.com/office/drawing/2014/main" id="{9BF590E1-C6A9-41F7-B1C1-085A81F58DBD}"/>
                </a:ext>
              </a:extLst>
            </p:cNvPr>
            <p:cNvSpPr>
              <a:spLocks noChangeArrowheads="1"/>
            </p:cNvSpPr>
            <p:nvPr/>
          </p:nvSpPr>
          <p:spPr bwMode="auto">
            <a:xfrm>
              <a:off x="4465638" y="39147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08" name="Rectangle 72">
              <a:extLst>
                <a:ext uri="{FF2B5EF4-FFF2-40B4-BE49-F238E27FC236}">
                  <a16:creationId xmlns:a16="http://schemas.microsoft.com/office/drawing/2014/main" id="{E7E82D75-C895-4781-928E-3440D81E534C}"/>
                </a:ext>
              </a:extLst>
            </p:cNvPr>
            <p:cNvSpPr>
              <a:spLocks noChangeArrowheads="1"/>
            </p:cNvSpPr>
            <p:nvPr/>
          </p:nvSpPr>
          <p:spPr bwMode="auto">
            <a:xfrm>
              <a:off x="5219700"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09" name="Rectangle 73">
              <a:extLst>
                <a:ext uri="{FF2B5EF4-FFF2-40B4-BE49-F238E27FC236}">
                  <a16:creationId xmlns:a16="http://schemas.microsoft.com/office/drawing/2014/main" id="{CF9A0870-77B2-4F3B-8CFE-7BF9B5E85FA0}"/>
                </a:ext>
              </a:extLst>
            </p:cNvPr>
            <p:cNvSpPr>
              <a:spLocks noChangeArrowheads="1"/>
            </p:cNvSpPr>
            <p:nvPr/>
          </p:nvSpPr>
          <p:spPr bwMode="auto">
            <a:xfrm>
              <a:off x="4618038" y="39147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10" name="Rectangle 74">
              <a:extLst>
                <a:ext uri="{FF2B5EF4-FFF2-40B4-BE49-F238E27FC236}">
                  <a16:creationId xmlns:a16="http://schemas.microsoft.com/office/drawing/2014/main" id="{8D60D349-8653-4AF6-8797-87BA4F3AE78C}"/>
                </a:ext>
              </a:extLst>
            </p:cNvPr>
            <p:cNvSpPr>
              <a:spLocks noChangeArrowheads="1"/>
            </p:cNvSpPr>
            <p:nvPr/>
          </p:nvSpPr>
          <p:spPr bwMode="auto">
            <a:xfrm>
              <a:off x="5518150" y="39147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11" name="Rectangle 75">
              <a:extLst>
                <a:ext uri="{FF2B5EF4-FFF2-40B4-BE49-F238E27FC236}">
                  <a16:creationId xmlns:a16="http://schemas.microsoft.com/office/drawing/2014/main" id="{C66C4B04-57A9-4373-91E7-BC017360C70D}"/>
                </a:ext>
              </a:extLst>
            </p:cNvPr>
            <p:cNvSpPr>
              <a:spLocks noChangeArrowheads="1"/>
            </p:cNvSpPr>
            <p:nvPr/>
          </p:nvSpPr>
          <p:spPr bwMode="auto">
            <a:xfrm>
              <a:off x="6235700"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12" name="Rectangle 76">
              <a:extLst>
                <a:ext uri="{FF2B5EF4-FFF2-40B4-BE49-F238E27FC236}">
                  <a16:creationId xmlns:a16="http://schemas.microsoft.com/office/drawing/2014/main" id="{88E28F72-B06F-4189-9DEE-6E1A2D4CB254}"/>
                </a:ext>
              </a:extLst>
            </p:cNvPr>
            <p:cNvSpPr>
              <a:spLocks noChangeArrowheads="1"/>
            </p:cNvSpPr>
            <p:nvPr/>
          </p:nvSpPr>
          <p:spPr bwMode="auto">
            <a:xfrm>
              <a:off x="3013075" y="42164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13" name="Rectangle 77">
              <a:extLst>
                <a:ext uri="{FF2B5EF4-FFF2-40B4-BE49-F238E27FC236}">
                  <a16:creationId xmlns:a16="http://schemas.microsoft.com/office/drawing/2014/main" id="{BA88E37D-16A3-4959-8B66-422D0B227DE6}"/>
                </a:ext>
              </a:extLst>
            </p:cNvPr>
            <p:cNvSpPr>
              <a:spLocks noChangeArrowheads="1"/>
            </p:cNvSpPr>
            <p:nvPr/>
          </p:nvSpPr>
          <p:spPr bwMode="auto">
            <a:xfrm>
              <a:off x="5657850" y="39147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14" name="Rectangle 78">
              <a:extLst>
                <a:ext uri="{FF2B5EF4-FFF2-40B4-BE49-F238E27FC236}">
                  <a16:creationId xmlns:a16="http://schemas.microsoft.com/office/drawing/2014/main" id="{F5DAF59F-00BE-4009-A217-A32AE16CFEB4}"/>
                </a:ext>
              </a:extLst>
            </p:cNvPr>
            <p:cNvSpPr>
              <a:spLocks noChangeArrowheads="1"/>
            </p:cNvSpPr>
            <p:nvPr/>
          </p:nvSpPr>
          <p:spPr bwMode="auto">
            <a:xfrm>
              <a:off x="4129088"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15" name="Rectangle 79">
              <a:extLst>
                <a:ext uri="{FF2B5EF4-FFF2-40B4-BE49-F238E27FC236}">
                  <a16:creationId xmlns:a16="http://schemas.microsoft.com/office/drawing/2014/main" id="{98116168-37B9-48DA-92CA-17B7A49BEFD5}"/>
                </a:ext>
              </a:extLst>
            </p:cNvPr>
            <p:cNvSpPr>
              <a:spLocks noChangeArrowheads="1"/>
            </p:cNvSpPr>
            <p:nvPr/>
          </p:nvSpPr>
          <p:spPr bwMode="auto">
            <a:xfrm>
              <a:off x="3335338" y="4219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16" name="Rectangle 80">
              <a:extLst>
                <a:ext uri="{FF2B5EF4-FFF2-40B4-BE49-F238E27FC236}">
                  <a16:creationId xmlns:a16="http://schemas.microsoft.com/office/drawing/2014/main" id="{A34BF345-E274-4720-A949-D5C6D588B839}"/>
                </a:ext>
              </a:extLst>
            </p:cNvPr>
            <p:cNvSpPr>
              <a:spLocks noChangeArrowheads="1"/>
            </p:cNvSpPr>
            <p:nvPr/>
          </p:nvSpPr>
          <p:spPr bwMode="auto">
            <a:xfrm>
              <a:off x="4465638" y="42195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17" name="Rectangle 81">
              <a:extLst>
                <a:ext uri="{FF2B5EF4-FFF2-40B4-BE49-F238E27FC236}">
                  <a16:creationId xmlns:a16="http://schemas.microsoft.com/office/drawing/2014/main" id="{1F1F7A88-56B6-43FD-B196-7985C37D3441}"/>
                </a:ext>
              </a:extLst>
            </p:cNvPr>
            <p:cNvSpPr>
              <a:spLocks noChangeArrowheads="1"/>
            </p:cNvSpPr>
            <p:nvPr/>
          </p:nvSpPr>
          <p:spPr bwMode="auto">
            <a:xfrm>
              <a:off x="5219700"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18" name="Rectangle 82">
              <a:extLst>
                <a:ext uri="{FF2B5EF4-FFF2-40B4-BE49-F238E27FC236}">
                  <a16:creationId xmlns:a16="http://schemas.microsoft.com/office/drawing/2014/main" id="{6F4A26B7-C7DB-4936-AB47-AC8802A852B8}"/>
                </a:ext>
              </a:extLst>
            </p:cNvPr>
            <p:cNvSpPr>
              <a:spLocks noChangeArrowheads="1"/>
            </p:cNvSpPr>
            <p:nvPr/>
          </p:nvSpPr>
          <p:spPr bwMode="auto">
            <a:xfrm>
              <a:off x="4618038" y="42195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19" name="Rectangle 83">
              <a:extLst>
                <a:ext uri="{FF2B5EF4-FFF2-40B4-BE49-F238E27FC236}">
                  <a16:creationId xmlns:a16="http://schemas.microsoft.com/office/drawing/2014/main" id="{87C1DE50-4283-44AF-8D32-E496762DEBE0}"/>
                </a:ext>
              </a:extLst>
            </p:cNvPr>
            <p:cNvSpPr>
              <a:spLocks noChangeArrowheads="1"/>
            </p:cNvSpPr>
            <p:nvPr/>
          </p:nvSpPr>
          <p:spPr bwMode="auto">
            <a:xfrm>
              <a:off x="5518150" y="42195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20" name="Rectangle 84">
              <a:extLst>
                <a:ext uri="{FF2B5EF4-FFF2-40B4-BE49-F238E27FC236}">
                  <a16:creationId xmlns:a16="http://schemas.microsoft.com/office/drawing/2014/main" id="{FE13E683-9221-4782-A2F1-A6D45FA74839}"/>
                </a:ext>
              </a:extLst>
            </p:cNvPr>
            <p:cNvSpPr>
              <a:spLocks noChangeArrowheads="1"/>
            </p:cNvSpPr>
            <p:nvPr/>
          </p:nvSpPr>
          <p:spPr bwMode="auto">
            <a:xfrm>
              <a:off x="6235700"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21" name="Rectangle 85">
              <a:extLst>
                <a:ext uri="{FF2B5EF4-FFF2-40B4-BE49-F238E27FC236}">
                  <a16:creationId xmlns:a16="http://schemas.microsoft.com/office/drawing/2014/main" id="{2118ADC8-6091-4C01-8376-48667C7CCE40}"/>
                </a:ext>
              </a:extLst>
            </p:cNvPr>
            <p:cNvSpPr>
              <a:spLocks noChangeArrowheads="1"/>
            </p:cNvSpPr>
            <p:nvPr/>
          </p:nvSpPr>
          <p:spPr bwMode="auto">
            <a:xfrm>
              <a:off x="3013075" y="45212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22" name="Rectangle 86">
              <a:extLst>
                <a:ext uri="{FF2B5EF4-FFF2-40B4-BE49-F238E27FC236}">
                  <a16:creationId xmlns:a16="http://schemas.microsoft.com/office/drawing/2014/main" id="{E4B383D1-FC83-4E0F-8273-8B7765D5DBE4}"/>
                </a:ext>
              </a:extLst>
            </p:cNvPr>
            <p:cNvSpPr>
              <a:spLocks noChangeArrowheads="1"/>
            </p:cNvSpPr>
            <p:nvPr/>
          </p:nvSpPr>
          <p:spPr bwMode="auto">
            <a:xfrm>
              <a:off x="5657850" y="42195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23" name="Rectangle 87">
              <a:extLst>
                <a:ext uri="{FF2B5EF4-FFF2-40B4-BE49-F238E27FC236}">
                  <a16:creationId xmlns:a16="http://schemas.microsoft.com/office/drawing/2014/main" id="{BF3469B6-E4CA-4791-8BF6-FCFA51FD494F}"/>
                </a:ext>
              </a:extLst>
            </p:cNvPr>
            <p:cNvSpPr>
              <a:spLocks noChangeArrowheads="1"/>
            </p:cNvSpPr>
            <p:nvPr/>
          </p:nvSpPr>
          <p:spPr bwMode="auto">
            <a:xfrm>
              <a:off x="4129088"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24" name="Rectangle 88">
              <a:extLst>
                <a:ext uri="{FF2B5EF4-FFF2-40B4-BE49-F238E27FC236}">
                  <a16:creationId xmlns:a16="http://schemas.microsoft.com/office/drawing/2014/main" id="{F8C92880-A2AE-4E91-9CB3-647CD57D470B}"/>
                </a:ext>
              </a:extLst>
            </p:cNvPr>
            <p:cNvSpPr>
              <a:spLocks noChangeArrowheads="1"/>
            </p:cNvSpPr>
            <p:nvPr/>
          </p:nvSpPr>
          <p:spPr bwMode="auto">
            <a:xfrm>
              <a:off x="3335338" y="4522788"/>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25" name="Rectangle 89">
              <a:extLst>
                <a:ext uri="{FF2B5EF4-FFF2-40B4-BE49-F238E27FC236}">
                  <a16:creationId xmlns:a16="http://schemas.microsoft.com/office/drawing/2014/main" id="{78E6C844-E5A2-453F-A00A-92F94ABE36AE}"/>
                </a:ext>
              </a:extLst>
            </p:cNvPr>
            <p:cNvSpPr>
              <a:spLocks noChangeArrowheads="1"/>
            </p:cNvSpPr>
            <p:nvPr/>
          </p:nvSpPr>
          <p:spPr bwMode="auto">
            <a:xfrm>
              <a:off x="4465638" y="45227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26" name="Rectangle 90">
              <a:extLst>
                <a:ext uri="{FF2B5EF4-FFF2-40B4-BE49-F238E27FC236}">
                  <a16:creationId xmlns:a16="http://schemas.microsoft.com/office/drawing/2014/main" id="{F615CC11-E99F-4E50-88BA-4BB69DE28D1A}"/>
                </a:ext>
              </a:extLst>
            </p:cNvPr>
            <p:cNvSpPr>
              <a:spLocks noChangeArrowheads="1"/>
            </p:cNvSpPr>
            <p:nvPr/>
          </p:nvSpPr>
          <p:spPr bwMode="auto">
            <a:xfrm>
              <a:off x="5219700"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27" name="Rectangle 91">
              <a:extLst>
                <a:ext uri="{FF2B5EF4-FFF2-40B4-BE49-F238E27FC236}">
                  <a16:creationId xmlns:a16="http://schemas.microsoft.com/office/drawing/2014/main" id="{E659156F-D8BD-42B9-80A1-4C668DEC63CE}"/>
                </a:ext>
              </a:extLst>
            </p:cNvPr>
            <p:cNvSpPr>
              <a:spLocks noChangeArrowheads="1"/>
            </p:cNvSpPr>
            <p:nvPr/>
          </p:nvSpPr>
          <p:spPr bwMode="auto">
            <a:xfrm>
              <a:off x="4618038" y="4522788"/>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28" name="Rectangle 92">
              <a:extLst>
                <a:ext uri="{FF2B5EF4-FFF2-40B4-BE49-F238E27FC236}">
                  <a16:creationId xmlns:a16="http://schemas.microsoft.com/office/drawing/2014/main" id="{DA39B42D-C7FB-4655-A932-F3F16F82D5C5}"/>
                </a:ext>
              </a:extLst>
            </p:cNvPr>
            <p:cNvSpPr>
              <a:spLocks noChangeArrowheads="1"/>
            </p:cNvSpPr>
            <p:nvPr/>
          </p:nvSpPr>
          <p:spPr bwMode="auto">
            <a:xfrm>
              <a:off x="5518150" y="45227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29" name="Rectangle 93">
              <a:extLst>
                <a:ext uri="{FF2B5EF4-FFF2-40B4-BE49-F238E27FC236}">
                  <a16:creationId xmlns:a16="http://schemas.microsoft.com/office/drawing/2014/main" id="{D80832F5-873B-477A-87BD-DA87ED5AF357}"/>
                </a:ext>
              </a:extLst>
            </p:cNvPr>
            <p:cNvSpPr>
              <a:spLocks noChangeArrowheads="1"/>
            </p:cNvSpPr>
            <p:nvPr/>
          </p:nvSpPr>
          <p:spPr bwMode="auto">
            <a:xfrm>
              <a:off x="6235700"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30" name="Rectangle 94">
              <a:extLst>
                <a:ext uri="{FF2B5EF4-FFF2-40B4-BE49-F238E27FC236}">
                  <a16:creationId xmlns:a16="http://schemas.microsoft.com/office/drawing/2014/main" id="{E1329CF5-6841-42DD-AC13-2D2F2F82CF7D}"/>
                </a:ext>
              </a:extLst>
            </p:cNvPr>
            <p:cNvSpPr>
              <a:spLocks noChangeArrowheads="1"/>
            </p:cNvSpPr>
            <p:nvPr/>
          </p:nvSpPr>
          <p:spPr bwMode="auto">
            <a:xfrm>
              <a:off x="3013075" y="48260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31" name="Rectangle 95">
              <a:extLst>
                <a:ext uri="{FF2B5EF4-FFF2-40B4-BE49-F238E27FC236}">
                  <a16:creationId xmlns:a16="http://schemas.microsoft.com/office/drawing/2014/main" id="{D402DBB3-C06D-4EEB-8800-5D0D63145315}"/>
                </a:ext>
              </a:extLst>
            </p:cNvPr>
            <p:cNvSpPr>
              <a:spLocks noChangeArrowheads="1"/>
            </p:cNvSpPr>
            <p:nvPr/>
          </p:nvSpPr>
          <p:spPr bwMode="auto">
            <a:xfrm>
              <a:off x="5657850" y="4522788"/>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32" name="Rectangle 96">
              <a:extLst>
                <a:ext uri="{FF2B5EF4-FFF2-40B4-BE49-F238E27FC236}">
                  <a16:creationId xmlns:a16="http://schemas.microsoft.com/office/drawing/2014/main" id="{8E43142B-EE45-4B89-9F8D-002D0913FBB6}"/>
                </a:ext>
              </a:extLst>
            </p:cNvPr>
            <p:cNvSpPr>
              <a:spLocks noChangeArrowheads="1"/>
            </p:cNvSpPr>
            <p:nvPr/>
          </p:nvSpPr>
          <p:spPr bwMode="auto">
            <a:xfrm>
              <a:off x="4129088"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33" name="Rectangle 97">
              <a:extLst>
                <a:ext uri="{FF2B5EF4-FFF2-40B4-BE49-F238E27FC236}">
                  <a16:creationId xmlns:a16="http://schemas.microsoft.com/office/drawing/2014/main" id="{E5467B8D-B6A3-4EC1-80C1-B007701B5247}"/>
                </a:ext>
              </a:extLst>
            </p:cNvPr>
            <p:cNvSpPr>
              <a:spLocks noChangeArrowheads="1"/>
            </p:cNvSpPr>
            <p:nvPr/>
          </p:nvSpPr>
          <p:spPr bwMode="auto">
            <a:xfrm>
              <a:off x="3335338" y="48244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34" name="Rectangle 98">
              <a:extLst>
                <a:ext uri="{FF2B5EF4-FFF2-40B4-BE49-F238E27FC236}">
                  <a16:creationId xmlns:a16="http://schemas.microsoft.com/office/drawing/2014/main" id="{0FBC2E33-F4AC-4B97-B5BD-96C96CD7DF27}"/>
                </a:ext>
              </a:extLst>
            </p:cNvPr>
            <p:cNvSpPr>
              <a:spLocks noChangeArrowheads="1"/>
            </p:cNvSpPr>
            <p:nvPr/>
          </p:nvSpPr>
          <p:spPr bwMode="auto">
            <a:xfrm>
              <a:off x="4465638" y="48244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35" name="Rectangle 99">
              <a:extLst>
                <a:ext uri="{FF2B5EF4-FFF2-40B4-BE49-F238E27FC236}">
                  <a16:creationId xmlns:a16="http://schemas.microsoft.com/office/drawing/2014/main" id="{174570DF-6CE5-4ED1-A90B-AB2716791A89}"/>
                </a:ext>
              </a:extLst>
            </p:cNvPr>
            <p:cNvSpPr>
              <a:spLocks noChangeArrowheads="1"/>
            </p:cNvSpPr>
            <p:nvPr/>
          </p:nvSpPr>
          <p:spPr bwMode="auto">
            <a:xfrm>
              <a:off x="5219700"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36" name="Rectangle 100">
              <a:extLst>
                <a:ext uri="{FF2B5EF4-FFF2-40B4-BE49-F238E27FC236}">
                  <a16:creationId xmlns:a16="http://schemas.microsoft.com/office/drawing/2014/main" id="{9A8980DB-DC1E-4645-83DE-17E850C786A4}"/>
                </a:ext>
              </a:extLst>
            </p:cNvPr>
            <p:cNvSpPr>
              <a:spLocks noChangeArrowheads="1"/>
            </p:cNvSpPr>
            <p:nvPr/>
          </p:nvSpPr>
          <p:spPr bwMode="auto">
            <a:xfrm>
              <a:off x="4618038" y="48244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37" name="Rectangle 101">
              <a:extLst>
                <a:ext uri="{FF2B5EF4-FFF2-40B4-BE49-F238E27FC236}">
                  <a16:creationId xmlns:a16="http://schemas.microsoft.com/office/drawing/2014/main" id="{701E1469-8595-4057-864F-9A210DFDE96D}"/>
                </a:ext>
              </a:extLst>
            </p:cNvPr>
            <p:cNvSpPr>
              <a:spLocks noChangeArrowheads="1"/>
            </p:cNvSpPr>
            <p:nvPr/>
          </p:nvSpPr>
          <p:spPr bwMode="auto">
            <a:xfrm>
              <a:off x="5518150" y="48244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38" name="Rectangle 102">
              <a:extLst>
                <a:ext uri="{FF2B5EF4-FFF2-40B4-BE49-F238E27FC236}">
                  <a16:creationId xmlns:a16="http://schemas.microsoft.com/office/drawing/2014/main" id="{59648AD2-E516-4FB3-850C-D28A7AA4173E}"/>
                </a:ext>
              </a:extLst>
            </p:cNvPr>
            <p:cNvSpPr>
              <a:spLocks noChangeArrowheads="1"/>
            </p:cNvSpPr>
            <p:nvPr/>
          </p:nvSpPr>
          <p:spPr bwMode="auto">
            <a:xfrm>
              <a:off x="6235700"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39" name="Rectangle 103">
              <a:extLst>
                <a:ext uri="{FF2B5EF4-FFF2-40B4-BE49-F238E27FC236}">
                  <a16:creationId xmlns:a16="http://schemas.microsoft.com/office/drawing/2014/main" id="{F6835DE0-6548-4BC0-A4F7-DB9A9D61783C}"/>
                </a:ext>
              </a:extLst>
            </p:cNvPr>
            <p:cNvSpPr>
              <a:spLocks noChangeArrowheads="1"/>
            </p:cNvSpPr>
            <p:nvPr/>
          </p:nvSpPr>
          <p:spPr bwMode="auto">
            <a:xfrm>
              <a:off x="3013075" y="5135563"/>
              <a:ext cx="11113"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40" name="Rectangle 104">
              <a:extLst>
                <a:ext uri="{FF2B5EF4-FFF2-40B4-BE49-F238E27FC236}">
                  <a16:creationId xmlns:a16="http://schemas.microsoft.com/office/drawing/2014/main" id="{81E98FB5-73F2-491B-A2AC-61D9629CA31A}"/>
                </a:ext>
              </a:extLst>
            </p:cNvPr>
            <p:cNvSpPr>
              <a:spLocks noChangeArrowheads="1"/>
            </p:cNvSpPr>
            <p:nvPr/>
          </p:nvSpPr>
          <p:spPr bwMode="auto">
            <a:xfrm>
              <a:off x="5657850" y="48244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41" name="Rectangle 105">
              <a:extLst>
                <a:ext uri="{FF2B5EF4-FFF2-40B4-BE49-F238E27FC236}">
                  <a16:creationId xmlns:a16="http://schemas.microsoft.com/office/drawing/2014/main" id="{26EEA102-7C0D-412D-A3F6-14ED89D12DD3}"/>
                </a:ext>
              </a:extLst>
            </p:cNvPr>
            <p:cNvSpPr>
              <a:spLocks noChangeArrowheads="1"/>
            </p:cNvSpPr>
            <p:nvPr/>
          </p:nvSpPr>
          <p:spPr bwMode="auto">
            <a:xfrm>
              <a:off x="4129088"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42" name="Rectangle 106">
              <a:extLst>
                <a:ext uri="{FF2B5EF4-FFF2-40B4-BE49-F238E27FC236}">
                  <a16:creationId xmlns:a16="http://schemas.microsoft.com/office/drawing/2014/main" id="{1625C13E-47B7-4FB8-A037-DC39528A0CF5}"/>
                </a:ext>
              </a:extLst>
            </p:cNvPr>
            <p:cNvSpPr>
              <a:spLocks noChangeArrowheads="1"/>
            </p:cNvSpPr>
            <p:nvPr/>
          </p:nvSpPr>
          <p:spPr bwMode="auto">
            <a:xfrm>
              <a:off x="3335338" y="51292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43" name="Rectangle 107">
              <a:extLst>
                <a:ext uri="{FF2B5EF4-FFF2-40B4-BE49-F238E27FC236}">
                  <a16:creationId xmlns:a16="http://schemas.microsoft.com/office/drawing/2014/main" id="{8717BC43-A23A-4FA6-947F-0D90D54F436F}"/>
                </a:ext>
              </a:extLst>
            </p:cNvPr>
            <p:cNvSpPr>
              <a:spLocks noChangeArrowheads="1"/>
            </p:cNvSpPr>
            <p:nvPr/>
          </p:nvSpPr>
          <p:spPr bwMode="auto">
            <a:xfrm>
              <a:off x="4465638" y="51292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44" name="Rectangle 108">
              <a:extLst>
                <a:ext uri="{FF2B5EF4-FFF2-40B4-BE49-F238E27FC236}">
                  <a16:creationId xmlns:a16="http://schemas.microsoft.com/office/drawing/2014/main" id="{F4C0A941-4493-450E-97DB-D8476DA411BC}"/>
                </a:ext>
              </a:extLst>
            </p:cNvPr>
            <p:cNvSpPr>
              <a:spLocks noChangeArrowheads="1"/>
            </p:cNvSpPr>
            <p:nvPr/>
          </p:nvSpPr>
          <p:spPr bwMode="auto">
            <a:xfrm>
              <a:off x="5219700"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45" name="Rectangle 109">
              <a:extLst>
                <a:ext uri="{FF2B5EF4-FFF2-40B4-BE49-F238E27FC236}">
                  <a16:creationId xmlns:a16="http://schemas.microsoft.com/office/drawing/2014/main" id="{C6D38BA6-31DA-4E1C-9E66-623E87CBC215}"/>
                </a:ext>
              </a:extLst>
            </p:cNvPr>
            <p:cNvSpPr>
              <a:spLocks noChangeArrowheads="1"/>
            </p:cNvSpPr>
            <p:nvPr/>
          </p:nvSpPr>
          <p:spPr bwMode="auto">
            <a:xfrm>
              <a:off x="4618038" y="51292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46" name="Rectangle 110">
              <a:extLst>
                <a:ext uri="{FF2B5EF4-FFF2-40B4-BE49-F238E27FC236}">
                  <a16:creationId xmlns:a16="http://schemas.microsoft.com/office/drawing/2014/main" id="{C9BE05EA-8E37-4560-87FF-6607BC382749}"/>
                </a:ext>
              </a:extLst>
            </p:cNvPr>
            <p:cNvSpPr>
              <a:spLocks noChangeArrowheads="1"/>
            </p:cNvSpPr>
            <p:nvPr/>
          </p:nvSpPr>
          <p:spPr bwMode="auto">
            <a:xfrm>
              <a:off x="5518150" y="51292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47" name="Rectangle 111">
              <a:extLst>
                <a:ext uri="{FF2B5EF4-FFF2-40B4-BE49-F238E27FC236}">
                  <a16:creationId xmlns:a16="http://schemas.microsoft.com/office/drawing/2014/main" id="{ABE75407-7C5A-4304-9E80-FAF97164FBA4}"/>
                </a:ext>
              </a:extLst>
            </p:cNvPr>
            <p:cNvSpPr>
              <a:spLocks noChangeArrowheads="1"/>
            </p:cNvSpPr>
            <p:nvPr/>
          </p:nvSpPr>
          <p:spPr bwMode="auto">
            <a:xfrm>
              <a:off x="6235700"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48" name="Rectangle 112">
              <a:extLst>
                <a:ext uri="{FF2B5EF4-FFF2-40B4-BE49-F238E27FC236}">
                  <a16:creationId xmlns:a16="http://schemas.microsoft.com/office/drawing/2014/main" id="{97F8D664-06D8-4B6D-915E-C8B14C0ABBCE}"/>
                </a:ext>
              </a:extLst>
            </p:cNvPr>
            <p:cNvSpPr>
              <a:spLocks noChangeArrowheads="1"/>
            </p:cNvSpPr>
            <p:nvPr/>
          </p:nvSpPr>
          <p:spPr bwMode="auto">
            <a:xfrm>
              <a:off x="3038475" y="5473700"/>
              <a:ext cx="3203575"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949" name="Rectangle 113">
              <a:extLst>
                <a:ext uri="{FF2B5EF4-FFF2-40B4-BE49-F238E27FC236}">
                  <a16:creationId xmlns:a16="http://schemas.microsoft.com/office/drawing/2014/main" id="{ADFCEB30-7832-41CA-9C91-F56A703293FC}"/>
                </a:ext>
              </a:extLst>
            </p:cNvPr>
            <p:cNvSpPr>
              <a:spLocks noChangeArrowheads="1"/>
            </p:cNvSpPr>
            <p:nvPr/>
          </p:nvSpPr>
          <p:spPr bwMode="auto">
            <a:xfrm>
              <a:off x="5657850" y="51292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19810" name="Title 1">
            <a:extLst>
              <a:ext uri="{FF2B5EF4-FFF2-40B4-BE49-F238E27FC236}">
                <a16:creationId xmlns:a16="http://schemas.microsoft.com/office/drawing/2014/main" id="{5D7DED1B-18D2-45F0-B9E4-F567691EC1BD}"/>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K-map for Y</a:t>
            </a:r>
            <a:r>
              <a:rPr kumimoji="0" lang="en-US" altLang="en-US" sz="3200" b="1" i="0" u="none" strike="noStrike" kern="120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cs typeface="+mn-cs"/>
              </a:rPr>
              <a:t>0</a:t>
            </a:r>
          </a:p>
        </p:txBody>
      </p:sp>
      <p:grpSp>
        <p:nvGrpSpPr>
          <p:cNvPr id="119811" name="Group 114">
            <a:extLst>
              <a:ext uri="{FF2B5EF4-FFF2-40B4-BE49-F238E27FC236}">
                <a16:creationId xmlns:a16="http://schemas.microsoft.com/office/drawing/2014/main" id="{C7CB786C-D4CE-41CD-A284-C73B8B8B3A8A}"/>
              </a:ext>
            </a:extLst>
          </p:cNvPr>
          <p:cNvGrpSpPr>
            <a:grpSpLocks/>
          </p:cNvGrpSpPr>
          <p:nvPr/>
        </p:nvGrpSpPr>
        <p:grpSpPr bwMode="auto">
          <a:xfrm>
            <a:off x="5562600" y="2438400"/>
            <a:ext cx="2820988" cy="1806575"/>
            <a:chOff x="2286000" y="881063"/>
            <a:chExt cx="2820987" cy="1806575"/>
          </a:xfrm>
        </p:grpSpPr>
        <p:sp>
          <p:nvSpPr>
            <p:cNvPr id="119813" name="Rectangle 16">
              <a:extLst>
                <a:ext uri="{FF2B5EF4-FFF2-40B4-BE49-F238E27FC236}">
                  <a16:creationId xmlns:a16="http://schemas.microsoft.com/office/drawing/2014/main" id="{8628B16F-5B31-40B8-AFEB-1BCFFDF0703D}"/>
                </a:ext>
              </a:extLst>
            </p:cNvPr>
            <p:cNvSpPr>
              <a:spLocks noChangeArrowheads="1"/>
            </p:cNvSpPr>
            <p:nvPr/>
          </p:nvSpPr>
          <p:spPr bwMode="auto">
            <a:xfrm>
              <a:off x="2924175" y="1604963"/>
              <a:ext cx="1077912" cy="108267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9814" name="Line 17">
              <a:extLst>
                <a:ext uri="{FF2B5EF4-FFF2-40B4-BE49-F238E27FC236}">
                  <a16:creationId xmlns:a16="http://schemas.microsoft.com/office/drawing/2014/main" id="{9D7AFDE1-67CB-4635-B686-6B43DD80F998}"/>
                </a:ext>
              </a:extLst>
            </p:cNvPr>
            <p:cNvSpPr>
              <a:spLocks noChangeShapeType="1"/>
            </p:cNvSpPr>
            <p:nvPr/>
          </p:nvSpPr>
          <p:spPr bwMode="auto">
            <a:xfrm flipH="1">
              <a:off x="2924175" y="2146300"/>
              <a:ext cx="1077912"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15" name="Line 18">
              <a:extLst>
                <a:ext uri="{FF2B5EF4-FFF2-40B4-BE49-F238E27FC236}">
                  <a16:creationId xmlns:a16="http://schemas.microsoft.com/office/drawing/2014/main" id="{11605399-B3E6-4BD5-898B-B9B8042C84F8}"/>
                </a:ext>
              </a:extLst>
            </p:cNvPr>
            <p:cNvSpPr>
              <a:spLocks noChangeShapeType="1"/>
            </p:cNvSpPr>
            <p:nvPr/>
          </p:nvSpPr>
          <p:spPr bwMode="auto">
            <a:xfrm flipV="1">
              <a:off x="3462337" y="1604963"/>
              <a:ext cx="1588" cy="10826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16" name="Line 19">
              <a:extLst>
                <a:ext uri="{FF2B5EF4-FFF2-40B4-BE49-F238E27FC236}">
                  <a16:creationId xmlns:a16="http://schemas.microsoft.com/office/drawing/2014/main" id="{0F6A9508-CE01-40F4-856B-D638E7AE906D}"/>
                </a:ext>
              </a:extLst>
            </p:cNvPr>
            <p:cNvSpPr>
              <a:spLocks noChangeShapeType="1"/>
            </p:cNvSpPr>
            <p:nvPr/>
          </p:nvSpPr>
          <p:spPr bwMode="auto">
            <a:xfrm>
              <a:off x="2384425" y="1036638"/>
              <a:ext cx="539750" cy="5683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17" name="Rectangle 21">
              <a:extLst>
                <a:ext uri="{FF2B5EF4-FFF2-40B4-BE49-F238E27FC236}">
                  <a16:creationId xmlns:a16="http://schemas.microsoft.com/office/drawing/2014/main" id="{D7D60621-CADC-4C19-A29A-8077FD30669D}"/>
                </a:ext>
              </a:extLst>
            </p:cNvPr>
            <p:cNvSpPr>
              <a:spLocks noChangeArrowheads="1"/>
            </p:cNvSpPr>
            <p:nvPr/>
          </p:nvSpPr>
          <p:spPr bwMode="auto">
            <a:xfrm>
              <a:off x="2549525" y="881063"/>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9818" name="Rectangle 22">
              <a:extLst>
                <a:ext uri="{FF2B5EF4-FFF2-40B4-BE49-F238E27FC236}">
                  <a16:creationId xmlns:a16="http://schemas.microsoft.com/office/drawing/2014/main" id="{C2037BBF-3EAF-4FAD-A98D-96E14CFB374A}"/>
                </a:ext>
              </a:extLst>
            </p:cNvPr>
            <p:cNvSpPr>
              <a:spLocks noChangeArrowheads="1"/>
            </p:cNvSpPr>
            <p:nvPr/>
          </p:nvSpPr>
          <p:spPr bwMode="auto">
            <a:xfrm>
              <a:off x="2662237" y="1003300"/>
              <a:ext cx="120650" cy="258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9819" name="Rectangle 23">
              <a:extLst>
                <a:ext uri="{FF2B5EF4-FFF2-40B4-BE49-F238E27FC236}">
                  <a16:creationId xmlns:a16="http://schemas.microsoft.com/office/drawing/2014/main" id="{462C332E-1C1B-47BE-97D8-03651D7B36C1}"/>
                </a:ext>
              </a:extLst>
            </p:cNvPr>
            <p:cNvSpPr>
              <a:spLocks noChangeArrowheads="1"/>
            </p:cNvSpPr>
            <p:nvPr/>
          </p:nvSpPr>
          <p:spPr bwMode="auto">
            <a:xfrm>
              <a:off x="2784475" y="881063"/>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9820" name="Rectangle 24">
              <a:extLst>
                <a:ext uri="{FF2B5EF4-FFF2-40B4-BE49-F238E27FC236}">
                  <a16:creationId xmlns:a16="http://schemas.microsoft.com/office/drawing/2014/main" id="{E81DF697-22BC-4D8F-B320-9A7DFFA58333}"/>
                </a:ext>
              </a:extLst>
            </p:cNvPr>
            <p:cNvSpPr>
              <a:spLocks noChangeArrowheads="1"/>
            </p:cNvSpPr>
            <p:nvPr/>
          </p:nvSpPr>
          <p:spPr bwMode="auto">
            <a:xfrm>
              <a:off x="2897187" y="1003300"/>
              <a:ext cx="10900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9821" name="Rectangle 25">
              <a:extLst>
                <a:ext uri="{FF2B5EF4-FFF2-40B4-BE49-F238E27FC236}">
                  <a16:creationId xmlns:a16="http://schemas.microsoft.com/office/drawing/2014/main" id="{621D6861-D28D-4E4F-B2F0-FB5FDA1A5642}"/>
                </a:ext>
              </a:extLst>
            </p:cNvPr>
            <p:cNvSpPr>
              <a:spLocks noChangeArrowheads="1"/>
            </p:cNvSpPr>
            <p:nvPr/>
          </p:nvSpPr>
          <p:spPr bwMode="auto">
            <a:xfrm>
              <a:off x="2286000" y="1143000"/>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9822" name="Rectangle 26">
              <a:extLst>
                <a:ext uri="{FF2B5EF4-FFF2-40B4-BE49-F238E27FC236}">
                  <a16:creationId xmlns:a16="http://schemas.microsoft.com/office/drawing/2014/main" id="{FDCAF235-457A-4BF6-A509-F9C960A5B0E2}"/>
                </a:ext>
              </a:extLst>
            </p:cNvPr>
            <p:cNvSpPr>
              <a:spLocks noChangeArrowheads="1"/>
            </p:cNvSpPr>
            <p:nvPr/>
          </p:nvSpPr>
          <p:spPr bwMode="auto">
            <a:xfrm>
              <a:off x="2400300" y="1265238"/>
              <a:ext cx="10900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9823" name="Rectangle 27">
              <a:extLst>
                <a:ext uri="{FF2B5EF4-FFF2-40B4-BE49-F238E27FC236}">
                  <a16:creationId xmlns:a16="http://schemas.microsoft.com/office/drawing/2014/main" id="{E39F9FBA-9BCA-4A28-9463-1E0C7FBC44D4}"/>
                </a:ext>
              </a:extLst>
            </p:cNvPr>
            <p:cNvSpPr>
              <a:spLocks noChangeArrowheads="1"/>
            </p:cNvSpPr>
            <p:nvPr/>
          </p:nvSpPr>
          <p:spPr bwMode="auto">
            <a:xfrm>
              <a:off x="3132137" y="1752600"/>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9824" name="Rectangle 28">
              <a:extLst>
                <a:ext uri="{FF2B5EF4-FFF2-40B4-BE49-F238E27FC236}">
                  <a16:creationId xmlns:a16="http://schemas.microsoft.com/office/drawing/2014/main" id="{45E2C067-9C13-41DD-AFD3-383BD821F7D7}"/>
                </a:ext>
              </a:extLst>
            </p:cNvPr>
            <p:cNvSpPr>
              <a:spLocks noChangeArrowheads="1"/>
            </p:cNvSpPr>
            <p:nvPr/>
          </p:nvSpPr>
          <p:spPr bwMode="auto">
            <a:xfrm>
              <a:off x="3678237" y="1752600"/>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9825" name="Rectangle 29">
              <a:extLst>
                <a:ext uri="{FF2B5EF4-FFF2-40B4-BE49-F238E27FC236}">
                  <a16:creationId xmlns:a16="http://schemas.microsoft.com/office/drawing/2014/main" id="{86B834C3-E880-4C40-9553-73213235C712}"/>
                </a:ext>
              </a:extLst>
            </p:cNvPr>
            <p:cNvSpPr>
              <a:spLocks noChangeArrowheads="1"/>
            </p:cNvSpPr>
            <p:nvPr/>
          </p:nvSpPr>
          <p:spPr bwMode="auto">
            <a:xfrm>
              <a:off x="3132137" y="2300288"/>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9826" name="Rectangle 30">
              <a:extLst>
                <a:ext uri="{FF2B5EF4-FFF2-40B4-BE49-F238E27FC236}">
                  <a16:creationId xmlns:a16="http://schemas.microsoft.com/office/drawing/2014/main" id="{D15C48F8-59EF-4271-B821-9D6630B44D7A}"/>
                </a:ext>
              </a:extLst>
            </p:cNvPr>
            <p:cNvSpPr>
              <a:spLocks noChangeArrowheads="1"/>
            </p:cNvSpPr>
            <p:nvPr/>
          </p:nvSpPr>
          <p:spPr bwMode="auto">
            <a:xfrm>
              <a:off x="4002087" y="1604963"/>
              <a:ext cx="1104900" cy="108267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9827" name="Line 31">
              <a:extLst>
                <a:ext uri="{FF2B5EF4-FFF2-40B4-BE49-F238E27FC236}">
                  <a16:creationId xmlns:a16="http://schemas.microsoft.com/office/drawing/2014/main" id="{5940CB8A-628F-4647-A828-4EE1C6DDDCAE}"/>
                </a:ext>
              </a:extLst>
            </p:cNvPr>
            <p:cNvSpPr>
              <a:spLocks noChangeShapeType="1"/>
            </p:cNvSpPr>
            <p:nvPr/>
          </p:nvSpPr>
          <p:spPr bwMode="auto">
            <a:xfrm flipH="1">
              <a:off x="4002087" y="2146300"/>
              <a:ext cx="1104900"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28" name="Line 32">
              <a:extLst>
                <a:ext uri="{FF2B5EF4-FFF2-40B4-BE49-F238E27FC236}">
                  <a16:creationId xmlns:a16="http://schemas.microsoft.com/office/drawing/2014/main" id="{4D07E682-21FB-413D-88A9-BC74D072C405}"/>
                </a:ext>
              </a:extLst>
            </p:cNvPr>
            <p:cNvSpPr>
              <a:spLocks noChangeShapeType="1"/>
            </p:cNvSpPr>
            <p:nvPr/>
          </p:nvSpPr>
          <p:spPr bwMode="auto">
            <a:xfrm flipV="1">
              <a:off x="4567237" y="1604963"/>
              <a:ext cx="1588" cy="10826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829" name="Rectangle 33">
              <a:extLst>
                <a:ext uri="{FF2B5EF4-FFF2-40B4-BE49-F238E27FC236}">
                  <a16:creationId xmlns:a16="http://schemas.microsoft.com/office/drawing/2014/main" id="{9A550805-DC93-486E-87F6-A476EA92BF63}"/>
                </a:ext>
              </a:extLst>
            </p:cNvPr>
            <p:cNvSpPr>
              <a:spLocks noChangeArrowheads="1"/>
            </p:cNvSpPr>
            <p:nvPr/>
          </p:nvSpPr>
          <p:spPr bwMode="auto">
            <a:xfrm>
              <a:off x="3678237" y="2300288"/>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9830" name="Rectangle 34">
              <a:extLst>
                <a:ext uri="{FF2B5EF4-FFF2-40B4-BE49-F238E27FC236}">
                  <a16:creationId xmlns:a16="http://schemas.microsoft.com/office/drawing/2014/main" id="{E6E39EC0-3AB0-4EE0-B41B-6E4217AD9EE2}"/>
                </a:ext>
              </a:extLst>
            </p:cNvPr>
            <p:cNvSpPr>
              <a:spLocks noChangeArrowheads="1"/>
            </p:cNvSpPr>
            <p:nvPr/>
          </p:nvSpPr>
          <p:spPr bwMode="auto">
            <a:xfrm>
              <a:off x="4225925" y="1752600"/>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9831" name="Rectangle 35">
              <a:extLst>
                <a:ext uri="{FF2B5EF4-FFF2-40B4-BE49-F238E27FC236}">
                  <a16:creationId xmlns:a16="http://schemas.microsoft.com/office/drawing/2014/main" id="{CA7CBEF6-F7CF-4A9F-8C78-A8563C4982C5}"/>
                </a:ext>
              </a:extLst>
            </p:cNvPr>
            <p:cNvSpPr>
              <a:spLocks noChangeArrowheads="1"/>
            </p:cNvSpPr>
            <p:nvPr/>
          </p:nvSpPr>
          <p:spPr bwMode="auto">
            <a:xfrm>
              <a:off x="4770437" y="1752600"/>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9832" name="Rectangle 36">
              <a:extLst>
                <a:ext uri="{FF2B5EF4-FFF2-40B4-BE49-F238E27FC236}">
                  <a16:creationId xmlns:a16="http://schemas.microsoft.com/office/drawing/2014/main" id="{4CC4F627-9A62-466D-B264-2BE364F2F451}"/>
                </a:ext>
              </a:extLst>
            </p:cNvPr>
            <p:cNvSpPr>
              <a:spLocks noChangeArrowheads="1"/>
            </p:cNvSpPr>
            <p:nvPr/>
          </p:nvSpPr>
          <p:spPr bwMode="auto">
            <a:xfrm>
              <a:off x="4225925" y="2300288"/>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9833" name="Rectangle 41">
              <a:extLst>
                <a:ext uri="{FF2B5EF4-FFF2-40B4-BE49-F238E27FC236}">
                  <a16:creationId xmlns:a16="http://schemas.microsoft.com/office/drawing/2014/main" id="{C7A9E46B-2B5D-401F-9502-591308429DED}"/>
                </a:ext>
              </a:extLst>
            </p:cNvPr>
            <p:cNvSpPr>
              <a:spLocks noChangeArrowheads="1"/>
            </p:cNvSpPr>
            <p:nvPr/>
          </p:nvSpPr>
          <p:spPr bwMode="auto">
            <a:xfrm>
              <a:off x="4770437" y="2300288"/>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9834" name="Rectangle 79">
              <a:extLst>
                <a:ext uri="{FF2B5EF4-FFF2-40B4-BE49-F238E27FC236}">
                  <a16:creationId xmlns:a16="http://schemas.microsoft.com/office/drawing/2014/main" id="{B599B1DA-BF82-48CB-870F-47AEF7A06061}"/>
                </a:ext>
              </a:extLst>
            </p:cNvPr>
            <p:cNvSpPr>
              <a:spLocks noChangeArrowheads="1"/>
            </p:cNvSpPr>
            <p:nvPr/>
          </p:nvSpPr>
          <p:spPr bwMode="auto">
            <a:xfrm>
              <a:off x="30749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9835" name="Rectangle 80">
              <a:extLst>
                <a:ext uri="{FF2B5EF4-FFF2-40B4-BE49-F238E27FC236}">
                  <a16:creationId xmlns:a16="http://schemas.microsoft.com/office/drawing/2014/main" id="{21E695E1-5614-4AC7-9F84-07A1F27C1DB1}"/>
                </a:ext>
              </a:extLst>
            </p:cNvPr>
            <p:cNvSpPr>
              <a:spLocks noChangeArrowheads="1"/>
            </p:cNvSpPr>
            <p:nvPr/>
          </p:nvSpPr>
          <p:spPr bwMode="auto">
            <a:xfrm>
              <a:off x="36210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9836" name="Rectangle 81">
              <a:extLst>
                <a:ext uri="{FF2B5EF4-FFF2-40B4-BE49-F238E27FC236}">
                  <a16:creationId xmlns:a16="http://schemas.microsoft.com/office/drawing/2014/main" id="{C9EA9C48-DCDE-4716-A845-27CBFB092388}"/>
                </a:ext>
              </a:extLst>
            </p:cNvPr>
            <p:cNvSpPr>
              <a:spLocks noChangeArrowheads="1"/>
            </p:cNvSpPr>
            <p:nvPr/>
          </p:nvSpPr>
          <p:spPr bwMode="auto">
            <a:xfrm>
              <a:off x="41671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9837" name="Rectangle 82">
              <a:extLst>
                <a:ext uri="{FF2B5EF4-FFF2-40B4-BE49-F238E27FC236}">
                  <a16:creationId xmlns:a16="http://schemas.microsoft.com/office/drawing/2014/main" id="{64797B99-9739-41DA-8726-2710D7A37587}"/>
                </a:ext>
              </a:extLst>
            </p:cNvPr>
            <p:cNvSpPr>
              <a:spLocks noChangeArrowheads="1"/>
            </p:cNvSpPr>
            <p:nvPr/>
          </p:nvSpPr>
          <p:spPr bwMode="auto">
            <a:xfrm>
              <a:off x="47132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9838" name="Rectangle 83">
              <a:extLst>
                <a:ext uri="{FF2B5EF4-FFF2-40B4-BE49-F238E27FC236}">
                  <a16:creationId xmlns:a16="http://schemas.microsoft.com/office/drawing/2014/main" id="{3E2E2C8E-A207-460B-9CAD-BE60F9ADFF78}"/>
                </a:ext>
              </a:extLst>
            </p:cNvPr>
            <p:cNvSpPr>
              <a:spLocks noChangeArrowheads="1"/>
            </p:cNvSpPr>
            <p:nvPr/>
          </p:nvSpPr>
          <p:spPr bwMode="auto">
            <a:xfrm>
              <a:off x="2657475" y="1752600"/>
              <a:ext cx="134937"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19839" name="Rectangle 85">
              <a:extLst>
                <a:ext uri="{FF2B5EF4-FFF2-40B4-BE49-F238E27FC236}">
                  <a16:creationId xmlns:a16="http://schemas.microsoft.com/office/drawing/2014/main" id="{A65D4A67-6C74-451C-AE33-1A4EABD8D812}"/>
                </a:ext>
              </a:extLst>
            </p:cNvPr>
            <p:cNvSpPr>
              <a:spLocks noChangeArrowheads="1"/>
            </p:cNvSpPr>
            <p:nvPr/>
          </p:nvSpPr>
          <p:spPr bwMode="auto">
            <a:xfrm>
              <a:off x="2644775" y="2300288"/>
              <a:ext cx="134937"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grpSp>
      <p:sp>
        <p:nvSpPr>
          <p:cNvPr id="119812" name="Rectangle 142">
            <a:extLst>
              <a:ext uri="{FF2B5EF4-FFF2-40B4-BE49-F238E27FC236}">
                <a16:creationId xmlns:a16="http://schemas.microsoft.com/office/drawing/2014/main" id="{1F73967F-5E53-44F3-95F3-3179AF02E235}"/>
              </a:ext>
            </a:extLst>
          </p:cNvPr>
          <p:cNvSpPr>
            <a:spLocks noChangeArrowheads="1"/>
          </p:cNvSpPr>
          <p:nvPr/>
        </p:nvSpPr>
        <p:spPr bwMode="auto">
          <a:xfrm>
            <a:off x="2611438" y="3001963"/>
            <a:ext cx="173037" cy="2403475"/>
          </a:xfrm>
          <a:prstGeom prst="rect">
            <a:avLst/>
          </a:prstGeom>
          <a:solidFill>
            <a:srgbClr val="FF0000">
              <a:alpha val="36078"/>
            </a:srgbClr>
          </a:solidFill>
          <a:ln w="9525">
            <a:solidFill>
              <a:srgbClr val="FF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0833" name="Group 1">
            <a:extLst>
              <a:ext uri="{FF2B5EF4-FFF2-40B4-BE49-F238E27FC236}">
                <a16:creationId xmlns:a16="http://schemas.microsoft.com/office/drawing/2014/main" id="{FFC06629-A40A-470D-A77B-DDDEADF658F6}"/>
              </a:ext>
            </a:extLst>
          </p:cNvPr>
          <p:cNvGrpSpPr>
            <a:grpSpLocks/>
          </p:cNvGrpSpPr>
          <p:nvPr/>
        </p:nvGrpSpPr>
        <p:grpSpPr bwMode="auto">
          <a:xfrm>
            <a:off x="879475" y="1666875"/>
            <a:ext cx="3235325" cy="3819525"/>
            <a:chOff x="3013075" y="1666875"/>
            <a:chExt cx="3235325" cy="3819525"/>
          </a:xfrm>
        </p:grpSpPr>
        <p:sp>
          <p:nvSpPr>
            <p:cNvPr id="120865" name="Rectangle 4">
              <a:extLst>
                <a:ext uri="{FF2B5EF4-FFF2-40B4-BE49-F238E27FC236}">
                  <a16:creationId xmlns:a16="http://schemas.microsoft.com/office/drawing/2014/main" id="{997002CF-78BC-44D8-B97F-78906A07AAC4}"/>
                </a:ext>
              </a:extLst>
            </p:cNvPr>
            <p:cNvSpPr>
              <a:spLocks noChangeArrowheads="1"/>
            </p:cNvSpPr>
            <p:nvPr/>
          </p:nvSpPr>
          <p:spPr bwMode="auto">
            <a:xfrm>
              <a:off x="3038475" y="1666875"/>
              <a:ext cx="3203575"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66" name="Rectangle 5">
              <a:extLst>
                <a:ext uri="{FF2B5EF4-FFF2-40B4-BE49-F238E27FC236}">
                  <a16:creationId xmlns:a16="http://schemas.microsoft.com/office/drawing/2014/main" id="{407072DB-88A7-44E7-A96D-4974A647EC9B}"/>
                </a:ext>
              </a:extLst>
            </p:cNvPr>
            <p:cNvSpPr>
              <a:spLocks noChangeArrowheads="1"/>
            </p:cNvSpPr>
            <p:nvPr/>
          </p:nvSpPr>
          <p:spPr bwMode="auto">
            <a:xfrm>
              <a:off x="3013075" y="1677988"/>
              <a:ext cx="11113"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67" name="Rectangle 6">
              <a:extLst>
                <a:ext uri="{FF2B5EF4-FFF2-40B4-BE49-F238E27FC236}">
                  <a16:creationId xmlns:a16="http://schemas.microsoft.com/office/drawing/2014/main" id="{C2D099D1-2B26-4BF0-AB48-C4E72506D52E}"/>
                </a:ext>
              </a:extLst>
            </p:cNvPr>
            <p:cNvSpPr>
              <a:spLocks noChangeArrowheads="1"/>
            </p:cNvSpPr>
            <p:nvPr/>
          </p:nvSpPr>
          <p:spPr bwMode="auto">
            <a:xfrm>
              <a:off x="4129088"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68" name="Rectangle 7">
              <a:extLst>
                <a:ext uri="{FF2B5EF4-FFF2-40B4-BE49-F238E27FC236}">
                  <a16:creationId xmlns:a16="http://schemas.microsoft.com/office/drawing/2014/main" id="{27EB3C2F-AA7B-4954-970C-1E5AB8F76888}"/>
                </a:ext>
              </a:extLst>
            </p:cNvPr>
            <p:cNvSpPr>
              <a:spLocks noChangeArrowheads="1"/>
            </p:cNvSpPr>
            <p:nvPr/>
          </p:nvSpPr>
          <p:spPr bwMode="auto">
            <a:xfrm>
              <a:off x="3246438" y="1792288"/>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69" name="Rectangle 8">
              <a:extLst>
                <a:ext uri="{FF2B5EF4-FFF2-40B4-BE49-F238E27FC236}">
                  <a16:creationId xmlns:a16="http://schemas.microsoft.com/office/drawing/2014/main" id="{8CFFCE26-4C72-419B-9569-0008B6BA422B}"/>
                </a:ext>
              </a:extLst>
            </p:cNvPr>
            <p:cNvSpPr>
              <a:spLocks noChangeArrowheads="1"/>
            </p:cNvSpPr>
            <p:nvPr/>
          </p:nvSpPr>
          <p:spPr bwMode="auto">
            <a:xfrm>
              <a:off x="5219700"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70" name="Rectangle 9">
              <a:extLst>
                <a:ext uri="{FF2B5EF4-FFF2-40B4-BE49-F238E27FC236}">
                  <a16:creationId xmlns:a16="http://schemas.microsoft.com/office/drawing/2014/main" id="{273739A6-DF41-4ECC-92A2-28BE11A26A24}"/>
                </a:ext>
              </a:extLst>
            </p:cNvPr>
            <p:cNvSpPr>
              <a:spLocks noChangeArrowheads="1"/>
            </p:cNvSpPr>
            <p:nvPr/>
          </p:nvSpPr>
          <p:spPr bwMode="auto">
            <a:xfrm>
              <a:off x="4440238" y="1792288"/>
              <a:ext cx="4937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71" name="Rectangle 10">
              <a:extLst>
                <a:ext uri="{FF2B5EF4-FFF2-40B4-BE49-F238E27FC236}">
                  <a16:creationId xmlns:a16="http://schemas.microsoft.com/office/drawing/2014/main" id="{8D7827EB-1E79-42EB-9973-CC305E6F3448}"/>
                </a:ext>
              </a:extLst>
            </p:cNvPr>
            <p:cNvSpPr>
              <a:spLocks noChangeArrowheads="1"/>
            </p:cNvSpPr>
            <p:nvPr/>
          </p:nvSpPr>
          <p:spPr bwMode="auto">
            <a:xfrm>
              <a:off x="6235700"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72" name="Rectangle 11">
              <a:extLst>
                <a:ext uri="{FF2B5EF4-FFF2-40B4-BE49-F238E27FC236}">
                  <a16:creationId xmlns:a16="http://schemas.microsoft.com/office/drawing/2014/main" id="{D76619B1-9479-43E7-894B-8F4C5AC86AB2}"/>
                </a:ext>
              </a:extLst>
            </p:cNvPr>
            <p:cNvSpPr>
              <a:spLocks noChangeArrowheads="1"/>
            </p:cNvSpPr>
            <p:nvPr/>
          </p:nvSpPr>
          <p:spPr bwMode="auto">
            <a:xfrm>
              <a:off x="3013075" y="2139950"/>
              <a:ext cx="11113"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73" name="Rectangle 12">
              <a:extLst>
                <a:ext uri="{FF2B5EF4-FFF2-40B4-BE49-F238E27FC236}">
                  <a16:creationId xmlns:a16="http://schemas.microsoft.com/office/drawing/2014/main" id="{0C653ABA-1009-41BC-B6D4-1FBBCF82C234}"/>
                </a:ext>
              </a:extLst>
            </p:cNvPr>
            <p:cNvSpPr>
              <a:spLocks noChangeArrowheads="1"/>
            </p:cNvSpPr>
            <p:nvPr/>
          </p:nvSpPr>
          <p:spPr bwMode="auto">
            <a:xfrm>
              <a:off x="5375275" y="1792288"/>
              <a:ext cx="704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Output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74" name="Rectangle 13">
              <a:extLst>
                <a:ext uri="{FF2B5EF4-FFF2-40B4-BE49-F238E27FC236}">
                  <a16:creationId xmlns:a16="http://schemas.microsoft.com/office/drawing/2014/main" id="{01790253-A025-4B9C-8C54-CD511A12F356}"/>
                </a:ext>
              </a:extLst>
            </p:cNvPr>
            <p:cNvSpPr>
              <a:spLocks noChangeArrowheads="1"/>
            </p:cNvSpPr>
            <p:nvPr/>
          </p:nvSpPr>
          <p:spPr bwMode="auto">
            <a:xfrm>
              <a:off x="4129088"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75" name="Rectangle 14">
              <a:extLst>
                <a:ext uri="{FF2B5EF4-FFF2-40B4-BE49-F238E27FC236}">
                  <a16:creationId xmlns:a16="http://schemas.microsoft.com/office/drawing/2014/main" id="{C3D5E9D2-823C-4BCF-A962-322D549B859B}"/>
                </a:ext>
              </a:extLst>
            </p:cNvPr>
            <p:cNvSpPr>
              <a:spLocks noChangeArrowheads="1"/>
            </p:cNvSpPr>
            <p:nvPr/>
          </p:nvSpPr>
          <p:spPr bwMode="auto">
            <a:xfrm>
              <a:off x="3387725" y="2141538"/>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76" name="Rectangle 15">
              <a:extLst>
                <a:ext uri="{FF2B5EF4-FFF2-40B4-BE49-F238E27FC236}">
                  <a16:creationId xmlns:a16="http://schemas.microsoft.com/office/drawing/2014/main" id="{7611CC86-0288-49A2-9B28-1DBB47F9D6D3}"/>
                </a:ext>
              </a:extLst>
            </p:cNvPr>
            <p:cNvSpPr>
              <a:spLocks noChangeArrowheads="1"/>
            </p:cNvSpPr>
            <p:nvPr/>
          </p:nvSpPr>
          <p:spPr bwMode="auto">
            <a:xfrm>
              <a:off x="5219700"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77" name="Rectangle 16">
              <a:extLst>
                <a:ext uri="{FF2B5EF4-FFF2-40B4-BE49-F238E27FC236}">
                  <a16:creationId xmlns:a16="http://schemas.microsoft.com/office/drawing/2014/main" id="{23D4ECC4-4217-4B6E-90A0-89EE2790A5A5}"/>
                </a:ext>
              </a:extLst>
            </p:cNvPr>
            <p:cNvSpPr>
              <a:spLocks noChangeArrowheads="1"/>
            </p:cNvSpPr>
            <p:nvPr/>
          </p:nvSpPr>
          <p:spPr bwMode="auto">
            <a:xfrm>
              <a:off x="6235700"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78" name="Rectangle 17">
              <a:extLst>
                <a:ext uri="{FF2B5EF4-FFF2-40B4-BE49-F238E27FC236}">
                  <a16:creationId xmlns:a16="http://schemas.microsoft.com/office/drawing/2014/main" id="{E1B5C034-2C86-4EB3-86F7-8C9480B04D13}"/>
                </a:ext>
              </a:extLst>
            </p:cNvPr>
            <p:cNvSpPr>
              <a:spLocks noChangeArrowheads="1"/>
            </p:cNvSpPr>
            <p:nvPr/>
          </p:nvSpPr>
          <p:spPr bwMode="auto">
            <a:xfrm>
              <a:off x="3013075" y="2495550"/>
              <a:ext cx="11113"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79" name="Rectangle 18">
              <a:extLst>
                <a:ext uri="{FF2B5EF4-FFF2-40B4-BE49-F238E27FC236}">
                  <a16:creationId xmlns:a16="http://schemas.microsoft.com/office/drawing/2014/main" id="{BB9883BA-CA0A-4F02-AD79-8584FC9044E1}"/>
                </a:ext>
              </a:extLst>
            </p:cNvPr>
            <p:cNvSpPr>
              <a:spLocks noChangeArrowheads="1"/>
            </p:cNvSpPr>
            <p:nvPr/>
          </p:nvSpPr>
          <p:spPr bwMode="auto">
            <a:xfrm>
              <a:off x="4452938" y="2141538"/>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80" name="Rectangle 19">
              <a:extLst>
                <a:ext uri="{FF2B5EF4-FFF2-40B4-BE49-F238E27FC236}">
                  <a16:creationId xmlns:a16="http://schemas.microsoft.com/office/drawing/2014/main" id="{69729F5F-0DA4-435D-B864-33256AC65625}"/>
                </a:ext>
              </a:extLst>
            </p:cNvPr>
            <p:cNvSpPr>
              <a:spLocks noChangeArrowheads="1"/>
            </p:cNvSpPr>
            <p:nvPr/>
          </p:nvSpPr>
          <p:spPr bwMode="auto">
            <a:xfrm>
              <a:off x="3262313" y="2490788"/>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81" name="Rectangle 20">
              <a:extLst>
                <a:ext uri="{FF2B5EF4-FFF2-40B4-BE49-F238E27FC236}">
                  <a16:creationId xmlns:a16="http://schemas.microsoft.com/office/drawing/2014/main" id="{A1AE1CF7-6A81-40AF-B86A-103271F1B89F}"/>
                </a:ext>
              </a:extLst>
            </p:cNvPr>
            <p:cNvSpPr>
              <a:spLocks noChangeArrowheads="1"/>
            </p:cNvSpPr>
            <p:nvPr/>
          </p:nvSpPr>
          <p:spPr bwMode="auto">
            <a:xfrm>
              <a:off x="3387725"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82" name="Rectangle 21">
              <a:extLst>
                <a:ext uri="{FF2B5EF4-FFF2-40B4-BE49-F238E27FC236}">
                  <a16:creationId xmlns:a16="http://schemas.microsoft.com/office/drawing/2014/main" id="{B2595443-4542-446A-ADE4-756DC55F6071}"/>
                </a:ext>
              </a:extLst>
            </p:cNvPr>
            <p:cNvSpPr>
              <a:spLocks noChangeArrowheads="1"/>
            </p:cNvSpPr>
            <p:nvPr/>
          </p:nvSpPr>
          <p:spPr bwMode="auto">
            <a:xfrm>
              <a:off x="3498850" y="2490788"/>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83" name="Rectangle 22">
              <a:extLst>
                <a:ext uri="{FF2B5EF4-FFF2-40B4-BE49-F238E27FC236}">
                  <a16:creationId xmlns:a16="http://schemas.microsoft.com/office/drawing/2014/main" id="{72916CF9-315D-4DCF-BEE9-42DCB5FAEBF0}"/>
                </a:ext>
              </a:extLst>
            </p:cNvPr>
            <p:cNvSpPr>
              <a:spLocks noChangeArrowheads="1"/>
            </p:cNvSpPr>
            <p:nvPr/>
          </p:nvSpPr>
          <p:spPr bwMode="auto">
            <a:xfrm>
              <a:off x="36242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84" name="Rectangle 23">
              <a:extLst>
                <a:ext uri="{FF2B5EF4-FFF2-40B4-BE49-F238E27FC236}">
                  <a16:creationId xmlns:a16="http://schemas.microsoft.com/office/drawing/2014/main" id="{8A9F7397-5D8C-49F5-B378-FEE4BAC0254B}"/>
                </a:ext>
              </a:extLst>
            </p:cNvPr>
            <p:cNvSpPr>
              <a:spLocks noChangeArrowheads="1"/>
            </p:cNvSpPr>
            <p:nvPr/>
          </p:nvSpPr>
          <p:spPr bwMode="auto">
            <a:xfrm>
              <a:off x="3738563" y="2490788"/>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85" name="Rectangle 24">
              <a:extLst>
                <a:ext uri="{FF2B5EF4-FFF2-40B4-BE49-F238E27FC236}">
                  <a16:creationId xmlns:a16="http://schemas.microsoft.com/office/drawing/2014/main" id="{EE229DF4-36F6-4672-A23A-63CEF2508575}"/>
                </a:ext>
              </a:extLst>
            </p:cNvPr>
            <p:cNvSpPr>
              <a:spLocks noChangeArrowheads="1"/>
            </p:cNvSpPr>
            <p:nvPr/>
          </p:nvSpPr>
          <p:spPr bwMode="auto">
            <a:xfrm>
              <a:off x="4129088"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86" name="Rectangle 25">
              <a:extLst>
                <a:ext uri="{FF2B5EF4-FFF2-40B4-BE49-F238E27FC236}">
                  <a16:creationId xmlns:a16="http://schemas.microsoft.com/office/drawing/2014/main" id="{22831982-5A5D-461C-8C57-3FC4F171B25D}"/>
                </a:ext>
              </a:extLst>
            </p:cNvPr>
            <p:cNvSpPr>
              <a:spLocks noChangeArrowheads="1"/>
            </p:cNvSpPr>
            <p:nvPr/>
          </p:nvSpPr>
          <p:spPr bwMode="auto">
            <a:xfrm>
              <a:off x="386238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87" name="Rectangle 26">
              <a:extLst>
                <a:ext uri="{FF2B5EF4-FFF2-40B4-BE49-F238E27FC236}">
                  <a16:creationId xmlns:a16="http://schemas.microsoft.com/office/drawing/2014/main" id="{56335D55-FA6D-43F6-8CD8-8894570A826E}"/>
                </a:ext>
              </a:extLst>
            </p:cNvPr>
            <p:cNvSpPr>
              <a:spLocks noChangeArrowheads="1"/>
            </p:cNvSpPr>
            <p:nvPr/>
          </p:nvSpPr>
          <p:spPr bwMode="auto">
            <a:xfrm>
              <a:off x="4295775" y="2490788"/>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88" name="Rectangle 27">
              <a:extLst>
                <a:ext uri="{FF2B5EF4-FFF2-40B4-BE49-F238E27FC236}">
                  <a16:creationId xmlns:a16="http://schemas.microsoft.com/office/drawing/2014/main" id="{EC1BCD93-1042-4439-9518-810E68C0FC2C}"/>
                </a:ext>
              </a:extLst>
            </p:cNvPr>
            <p:cNvSpPr>
              <a:spLocks noChangeArrowheads="1"/>
            </p:cNvSpPr>
            <p:nvPr/>
          </p:nvSpPr>
          <p:spPr bwMode="auto">
            <a:xfrm>
              <a:off x="44402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89" name="Rectangle 28">
              <a:extLst>
                <a:ext uri="{FF2B5EF4-FFF2-40B4-BE49-F238E27FC236}">
                  <a16:creationId xmlns:a16="http://schemas.microsoft.com/office/drawing/2014/main" id="{965A05CE-6800-4229-8BF3-2B258F9AAA15}"/>
                </a:ext>
              </a:extLst>
            </p:cNvPr>
            <p:cNvSpPr>
              <a:spLocks noChangeArrowheads="1"/>
            </p:cNvSpPr>
            <p:nvPr/>
          </p:nvSpPr>
          <p:spPr bwMode="auto">
            <a:xfrm>
              <a:off x="4556125" y="2490788"/>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90" name="Rectangle 29">
              <a:extLst>
                <a:ext uri="{FF2B5EF4-FFF2-40B4-BE49-F238E27FC236}">
                  <a16:creationId xmlns:a16="http://schemas.microsoft.com/office/drawing/2014/main" id="{72D46A10-7E12-4B06-85DF-A591FAB6D9DF}"/>
                </a:ext>
              </a:extLst>
            </p:cNvPr>
            <p:cNvSpPr>
              <a:spLocks noChangeArrowheads="1"/>
            </p:cNvSpPr>
            <p:nvPr/>
          </p:nvSpPr>
          <p:spPr bwMode="auto">
            <a:xfrm>
              <a:off x="4702175"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91" name="Rectangle 30">
              <a:extLst>
                <a:ext uri="{FF2B5EF4-FFF2-40B4-BE49-F238E27FC236}">
                  <a16:creationId xmlns:a16="http://schemas.microsoft.com/office/drawing/2014/main" id="{5F6EC7D3-FDC4-456A-A7B6-606FF0FEA201}"/>
                </a:ext>
              </a:extLst>
            </p:cNvPr>
            <p:cNvSpPr>
              <a:spLocks noChangeArrowheads="1"/>
            </p:cNvSpPr>
            <p:nvPr/>
          </p:nvSpPr>
          <p:spPr bwMode="auto">
            <a:xfrm>
              <a:off x="4814888" y="2490788"/>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92" name="Rectangle 31">
              <a:extLst>
                <a:ext uri="{FF2B5EF4-FFF2-40B4-BE49-F238E27FC236}">
                  <a16:creationId xmlns:a16="http://schemas.microsoft.com/office/drawing/2014/main" id="{E79BA5AA-4CAF-49B6-9BB3-DCC34FCCE8A0}"/>
                </a:ext>
              </a:extLst>
            </p:cNvPr>
            <p:cNvSpPr>
              <a:spLocks noChangeArrowheads="1"/>
            </p:cNvSpPr>
            <p:nvPr/>
          </p:nvSpPr>
          <p:spPr bwMode="auto">
            <a:xfrm>
              <a:off x="5219700"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93" name="Rectangle 32">
              <a:extLst>
                <a:ext uri="{FF2B5EF4-FFF2-40B4-BE49-F238E27FC236}">
                  <a16:creationId xmlns:a16="http://schemas.microsoft.com/office/drawing/2014/main" id="{E409F419-4F67-46F1-9894-5FCC38940FC9}"/>
                </a:ext>
              </a:extLst>
            </p:cNvPr>
            <p:cNvSpPr>
              <a:spLocks noChangeArrowheads="1"/>
            </p:cNvSpPr>
            <p:nvPr/>
          </p:nvSpPr>
          <p:spPr bwMode="auto">
            <a:xfrm>
              <a:off x="49609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94" name="Rectangle 33">
              <a:extLst>
                <a:ext uri="{FF2B5EF4-FFF2-40B4-BE49-F238E27FC236}">
                  <a16:creationId xmlns:a16="http://schemas.microsoft.com/office/drawing/2014/main" id="{B1344AB2-D15C-4C34-B432-C422581C9D53}"/>
                </a:ext>
              </a:extLst>
            </p:cNvPr>
            <p:cNvSpPr>
              <a:spLocks noChangeArrowheads="1"/>
            </p:cNvSpPr>
            <p:nvPr/>
          </p:nvSpPr>
          <p:spPr bwMode="auto">
            <a:xfrm>
              <a:off x="5384800"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95" name="Rectangle 34">
              <a:extLst>
                <a:ext uri="{FF2B5EF4-FFF2-40B4-BE49-F238E27FC236}">
                  <a16:creationId xmlns:a16="http://schemas.microsoft.com/office/drawing/2014/main" id="{AB74030C-5E02-4489-817E-80BD27B9909D}"/>
                </a:ext>
              </a:extLst>
            </p:cNvPr>
            <p:cNvSpPr>
              <a:spLocks noChangeArrowheads="1"/>
            </p:cNvSpPr>
            <p:nvPr/>
          </p:nvSpPr>
          <p:spPr bwMode="auto">
            <a:xfrm>
              <a:off x="55038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96" name="Rectangle 35">
              <a:extLst>
                <a:ext uri="{FF2B5EF4-FFF2-40B4-BE49-F238E27FC236}">
                  <a16:creationId xmlns:a16="http://schemas.microsoft.com/office/drawing/2014/main" id="{37C4EA9C-1660-4877-9F43-101164935C65}"/>
                </a:ext>
              </a:extLst>
            </p:cNvPr>
            <p:cNvSpPr>
              <a:spLocks noChangeArrowheads="1"/>
            </p:cNvSpPr>
            <p:nvPr/>
          </p:nvSpPr>
          <p:spPr bwMode="auto">
            <a:xfrm>
              <a:off x="5613400"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97" name="Rectangle 36">
              <a:extLst>
                <a:ext uri="{FF2B5EF4-FFF2-40B4-BE49-F238E27FC236}">
                  <a16:creationId xmlns:a16="http://schemas.microsoft.com/office/drawing/2014/main" id="{D49E9C00-2B1B-4B36-BEFF-CB2BC9BDBE37}"/>
                </a:ext>
              </a:extLst>
            </p:cNvPr>
            <p:cNvSpPr>
              <a:spLocks noChangeArrowheads="1"/>
            </p:cNvSpPr>
            <p:nvPr/>
          </p:nvSpPr>
          <p:spPr bwMode="auto">
            <a:xfrm>
              <a:off x="57324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98" name="Rectangle 37">
              <a:extLst>
                <a:ext uri="{FF2B5EF4-FFF2-40B4-BE49-F238E27FC236}">
                  <a16:creationId xmlns:a16="http://schemas.microsoft.com/office/drawing/2014/main" id="{9F0B316D-914B-4B33-AC82-5E4FF96BB48F}"/>
                </a:ext>
              </a:extLst>
            </p:cNvPr>
            <p:cNvSpPr>
              <a:spLocks noChangeArrowheads="1"/>
            </p:cNvSpPr>
            <p:nvPr/>
          </p:nvSpPr>
          <p:spPr bwMode="auto">
            <a:xfrm>
              <a:off x="5845175"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99" name="Rectangle 38">
              <a:extLst>
                <a:ext uri="{FF2B5EF4-FFF2-40B4-BE49-F238E27FC236}">
                  <a16:creationId xmlns:a16="http://schemas.microsoft.com/office/drawing/2014/main" id="{2ED0DCA9-1EE6-409D-A6F2-2EE545AD2558}"/>
                </a:ext>
              </a:extLst>
            </p:cNvPr>
            <p:cNvSpPr>
              <a:spLocks noChangeArrowheads="1"/>
            </p:cNvSpPr>
            <p:nvPr/>
          </p:nvSpPr>
          <p:spPr bwMode="auto">
            <a:xfrm>
              <a:off x="6235700"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00" name="Rectangle 39">
              <a:extLst>
                <a:ext uri="{FF2B5EF4-FFF2-40B4-BE49-F238E27FC236}">
                  <a16:creationId xmlns:a16="http://schemas.microsoft.com/office/drawing/2014/main" id="{F8221333-6974-4C98-A093-31D94F21FD1E}"/>
                </a:ext>
              </a:extLst>
            </p:cNvPr>
            <p:cNvSpPr>
              <a:spLocks noChangeArrowheads="1"/>
            </p:cNvSpPr>
            <p:nvPr/>
          </p:nvSpPr>
          <p:spPr bwMode="auto">
            <a:xfrm>
              <a:off x="3038475" y="2833688"/>
              <a:ext cx="3203575"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01" name="Rectangle 40">
              <a:extLst>
                <a:ext uri="{FF2B5EF4-FFF2-40B4-BE49-F238E27FC236}">
                  <a16:creationId xmlns:a16="http://schemas.microsoft.com/office/drawing/2014/main" id="{224D64E4-6444-482A-81CF-4ED2D9839C2C}"/>
                </a:ext>
              </a:extLst>
            </p:cNvPr>
            <p:cNvSpPr>
              <a:spLocks noChangeArrowheads="1"/>
            </p:cNvSpPr>
            <p:nvPr/>
          </p:nvSpPr>
          <p:spPr bwMode="auto">
            <a:xfrm>
              <a:off x="3013075" y="2846388"/>
              <a:ext cx="11113"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02" name="Rectangle 41">
              <a:extLst>
                <a:ext uri="{FF2B5EF4-FFF2-40B4-BE49-F238E27FC236}">
                  <a16:creationId xmlns:a16="http://schemas.microsoft.com/office/drawing/2014/main" id="{43FC325C-0588-4DB2-9295-0CA7161CA332}"/>
                </a:ext>
              </a:extLst>
            </p:cNvPr>
            <p:cNvSpPr>
              <a:spLocks noChangeArrowheads="1"/>
            </p:cNvSpPr>
            <p:nvPr/>
          </p:nvSpPr>
          <p:spPr bwMode="auto">
            <a:xfrm>
              <a:off x="59642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03" name="Rectangle 42">
              <a:extLst>
                <a:ext uri="{FF2B5EF4-FFF2-40B4-BE49-F238E27FC236}">
                  <a16:creationId xmlns:a16="http://schemas.microsoft.com/office/drawing/2014/main" id="{8659A7D8-4DC8-4DE4-B868-372A14B36172}"/>
                </a:ext>
              </a:extLst>
            </p:cNvPr>
            <p:cNvSpPr>
              <a:spLocks noChangeArrowheads="1"/>
            </p:cNvSpPr>
            <p:nvPr/>
          </p:nvSpPr>
          <p:spPr bwMode="auto">
            <a:xfrm>
              <a:off x="4129088"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04" name="Rectangle 43">
              <a:extLst>
                <a:ext uri="{FF2B5EF4-FFF2-40B4-BE49-F238E27FC236}">
                  <a16:creationId xmlns:a16="http://schemas.microsoft.com/office/drawing/2014/main" id="{1BC71B0A-E3E5-4D12-B329-700917FE75FE}"/>
                </a:ext>
              </a:extLst>
            </p:cNvPr>
            <p:cNvSpPr>
              <a:spLocks noChangeArrowheads="1"/>
            </p:cNvSpPr>
            <p:nvPr/>
          </p:nvSpPr>
          <p:spPr bwMode="auto">
            <a:xfrm>
              <a:off x="3335338" y="29575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05" name="Rectangle 44">
              <a:extLst>
                <a:ext uri="{FF2B5EF4-FFF2-40B4-BE49-F238E27FC236}">
                  <a16:creationId xmlns:a16="http://schemas.microsoft.com/office/drawing/2014/main" id="{3CF14238-E1C6-4202-8970-CC1B5816AC50}"/>
                </a:ext>
              </a:extLst>
            </p:cNvPr>
            <p:cNvSpPr>
              <a:spLocks noChangeArrowheads="1"/>
            </p:cNvSpPr>
            <p:nvPr/>
          </p:nvSpPr>
          <p:spPr bwMode="auto">
            <a:xfrm>
              <a:off x="4465638" y="2957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06" name="Rectangle 45">
              <a:extLst>
                <a:ext uri="{FF2B5EF4-FFF2-40B4-BE49-F238E27FC236}">
                  <a16:creationId xmlns:a16="http://schemas.microsoft.com/office/drawing/2014/main" id="{B5A37360-3521-4B50-ADE6-68094E61A61E}"/>
                </a:ext>
              </a:extLst>
            </p:cNvPr>
            <p:cNvSpPr>
              <a:spLocks noChangeArrowheads="1"/>
            </p:cNvSpPr>
            <p:nvPr/>
          </p:nvSpPr>
          <p:spPr bwMode="auto">
            <a:xfrm>
              <a:off x="5219700"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07" name="Rectangle 46">
              <a:extLst>
                <a:ext uri="{FF2B5EF4-FFF2-40B4-BE49-F238E27FC236}">
                  <a16:creationId xmlns:a16="http://schemas.microsoft.com/office/drawing/2014/main" id="{6CB0CAF5-BA7B-4A07-BB14-9D510CEEA550}"/>
                </a:ext>
              </a:extLst>
            </p:cNvPr>
            <p:cNvSpPr>
              <a:spLocks noChangeArrowheads="1"/>
            </p:cNvSpPr>
            <p:nvPr/>
          </p:nvSpPr>
          <p:spPr bwMode="auto">
            <a:xfrm>
              <a:off x="4618038" y="29575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08" name="Rectangle 47">
              <a:extLst>
                <a:ext uri="{FF2B5EF4-FFF2-40B4-BE49-F238E27FC236}">
                  <a16:creationId xmlns:a16="http://schemas.microsoft.com/office/drawing/2014/main" id="{3B0D3B9C-B3A3-4E99-AC09-A3B7FEB3E857}"/>
                </a:ext>
              </a:extLst>
            </p:cNvPr>
            <p:cNvSpPr>
              <a:spLocks noChangeArrowheads="1"/>
            </p:cNvSpPr>
            <p:nvPr/>
          </p:nvSpPr>
          <p:spPr bwMode="auto">
            <a:xfrm>
              <a:off x="5518150" y="2957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09" name="Rectangle 48">
              <a:extLst>
                <a:ext uri="{FF2B5EF4-FFF2-40B4-BE49-F238E27FC236}">
                  <a16:creationId xmlns:a16="http://schemas.microsoft.com/office/drawing/2014/main" id="{BCD2E063-1F9C-4559-AD6C-309CA2A73F04}"/>
                </a:ext>
              </a:extLst>
            </p:cNvPr>
            <p:cNvSpPr>
              <a:spLocks noChangeArrowheads="1"/>
            </p:cNvSpPr>
            <p:nvPr/>
          </p:nvSpPr>
          <p:spPr bwMode="auto">
            <a:xfrm>
              <a:off x="6235700"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10" name="Rectangle 49">
              <a:extLst>
                <a:ext uri="{FF2B5EF4-FFF2-40B4-BE49-F238E27FC236}">
                  <a16:creationId xmlns:a16="http://schemas.microsoft.com/office/drawing/2014/main" id="{9AE69F01-E9D8-483C-94C9-0CA875162CBF}"/>
                </a:ext>
              </a:extLst>
            </p:cNvPr>
            <p:cNvSpPr>
              <a:spLocks noChangeArrowheads="1"/>
            </p:cNvSpPr>
            <p:nvPr/>
          </p:nvSpPr>
          <p:spPr bwMode="auto">
            <a:xfrm>
              <a:off x="3013075" y="3303588"/>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11" name="Rectangle 50">
              <a:extLst>
                <a:ext uri="{FF2B5EF4-FFF2-40B4-BE49-F238E27FC236}">
                  <a16:creationId xmlns:a16="http://schemas.microsoft.com/office/drawing/2014/main" id="{394EBBFE-6D4A-406A-A67C-D694720F3718}"/>
                </a:ext>
              </a:extLst>
            </p:cNvPr>
            <p:cNvSpPr>
              <a:spLocks noChangeArrowheads="1"/>
            </p:cNvSpPr>
            <p:nvPr/>
          </p:nvSpPr>
          <p:spPr bwMode="auto">
            <a:xfrm>
              <a:off x="5657850" y="29575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12" name="Rectangle 51">
              <a:extLst>
                <a:ext uri="{FF2B5EF4-FFF2-40B4-BE49-F238E27FC236}">
                  <a16:creationId xmlns:a16="http://schemas.microsoft.com/office/drawing/2014/main" id="{00286522-8D0E-498F-8F14-D944F5C002B5}"/>
                </a:ext>
              </a:extLst>
            </p:cNvPr>
            <p:cNvSpPr>
              <a:spLocks noChangeArrowheads="1"/>
            </p:cNvSpPr>
            <p:nvPr/>
          </p:nvSpPr>
          <p:spPr bwMode="auto">
            <a:xfrm>
              <a:off x="4129088"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13" name="Rectangle 52">
              <a:extLst>
                <a:ext uri="{FF2B5EF4-FFF2-40B4-BE49-F238E27FC236}">
                  <a16:creationId xmlns:a16="http://schemas.microsoft.com/office/drawing/2014/main" id="{40F2D862-31F1-4B13-8CEA-4E09774F1625}"/>
                </a:ext>
              </a:extLst>
            </p:cNvPr>
            <p:cNvSpPr>
              <a:spLocks noChangeArrowheads="1"/>
            </p:cNvSpPr>
            <p:nvPr/>
          </p:nvSpPr>
          <p:spPr bwMode="auto">
            <a:xfrm>
              <a:off x="3335338" y="330676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14" name="Rectangle 53">
              <a:extLst>
                <a:ext uri="{FF2B5EF4-FFF2-40B4-BE49-F238E27FC236}">
                  <a16:creationId xmlns:a16="http://schemas.microsoft.com/office/drawing/2014/main" id="{1DAB7D57-0071-4AD6-AB17-8E4D916800E5}"/>
                </a:ext>
              </a:extLst>
            </p:cNvPr>
            <p:cNvSpPr>
              <a:spLocks noChangeArrowheads="1"/>
            </p:cNvSpPr>
            <p:nvPr/>
          </p:nvSpPr>
          <p:spPr bwMode="auto">
            <a:xfrm>
              <a:off x="4465638" y="33067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15" name="Rectangle 54">
              <a:extLst>
                <a:ext uri="{FF2B5EF4-FFF2-40B4-BE49-F238E27FC236}">
                  <a16:creationId xmlns:a16="http://schemas.microsoft.com/office/drawing/2014/main" id="{203D4D66-FA23-4AE6-B0F6-EE64DFB8B284}"/>
                </a:ext>
              </a:extLst>
            </p:cNvPr>
            <p:cNvSpPr>
              <a:spLocks noChangeArrowheads="1"/>
            </p:cNvSpPr>
            <p:nvPr/>
          </p:nvSpPr>
          <p:spPr bwMode="auto">
            <a:xfrm>
              <a:off x="5219700"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16" name="Rectangle 55">
              <a:extLst>
                <a:ext uri="{FF2B5EF4-FFF2-40B4-BE49-F238E27FC236}">
                  <a16:creationId xmlns:a16="http://schemas.microsoft.com/office/drawing/2014/main" id="{6F43F7AA-C56F-430F-B763-4629BA4D02E2}"/>
                </a:ext>
              </a:extLst>
            </p:cNvPr>
            <p:cNvSpPr>
              <a:spLocks noChangeArrowheads="1"/>
            </p:cNvSpPr>
            <p:nvPr/>
          </p:nvSpPr>
          <p:spPr bwMode="auto">
            <a:xfrm>
              <a:off x="4618038" y="33067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17" name="Rectangle 56">
              <a:extLst>
                <a:ext uri="{FF2B5EF4-FFF2-40B4-BE49-F238E27FC236}">
                  <a16:creationId xmlns:a16="http://schemas.microsoft.com/office/drawing/2014/main" id="{81F2EA06-ACDE-4BF7-8632-12AC8CE2C409}"/>
                </a:ext>
              </a:extLst>
            </p:cNvPr>
            <p:cNvSpPr>
              <a:spLocks noChangeArrowheads="1"/>
            </p:cNvSpPr>
            <p:nvPr/>
          </p:nvSpPr>
          <p:spPr bwMode="auto">
            <a:xfrm>
              <a:off x="5518150" y="33067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18" name="Rectangle 57">
              <a:extLst>
                <a:ext uri="{FF2B5EF4-FFF2-40B4-BE49-F238E27FC236}">
                  <a16:creationId xmlns:a16="http://schemas.microsoft.com/office/drawing/2014/main" id="{C821FD5F-1499-4A35-81FC-DBA9630CE672}"/>
                </a:ext>
              </a:extLst>
            </p:cNvPr>
            <p:cNvSpPr>
              <a:spLocks noChangeArrowheads="1"/>
            </p:cNvSpPr>
            <p:nvPr/>
          </p:nvSpPr>
          <p:spPr bwMode="auto">
            <a:xfrm>
              <a:off x="6235700"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19" name="Rectangle 58">
              <a:extLst>
                <a:ext uri="{FF2B5EF4-FFF2-40B4-BE49-F238E27FC236}">
                  <a16:creationId xmlns:a16="http://schemas.microsoft.com/office/drawing/2014/main" id="{91F0E44C-C33F-4ED7-B9CE-7DBAA00F3B23}"/>
                </a:ext>
              </a:extLst>
            </p:cNvPr>
            <p:cNvSpPr>
              <a:spLocks noChangeArrowheads="1"/>
            </p:cNvSpPr>
            <p:nvPr/>
          </p:nvSpPr>
          <p:spPr bwMode="auto">
            <a:xfrm>
              <a:off x="3013075" y="3608388"/>
              <a:ext cx="11113"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20" name="Rectangle 59">
              <a:extLst>
                <a:ext uri="{FF2B5EF4-FFF2-40B4-BE49-F238E27FC236}">
                  <a16:creationId xmlns:a16="http://schemas.microsoft.com/office/drawing/2014/main" id="{8270A927-6B27-4C7D-B734-868B61B7B01B}"/>
                </a:ext>
              </a:extLst>
            </p:cNvPr>
            <p:cNvSpPr>
              <a:spLocks noChangeArrowheads="1"/>
            </p:cNvSpPr>
            <p:nvPr/>
          </p:nvSpPr>
          <p:spPr bwMode="auto">
            <a:xfrm>
              <a:off x="5657850" y="33067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21" name="Rectangle 60">
              <a:extLst>
                <a:ext uri="{FF2B5EF4-FFF2-40B4-BE49-F238E27FC236}">
                  <a16:creationId xmlns:a16="http://schemas.microsoft.com/office/drawing/2014/main" id="{16AAB551-13B4-4569-AAF2-070E2AFD9E9D}"/>
                </a:ext>
              </a:extLst>
            </p:cNvPr>
            <p:cNvSpPr>
              <a:spLocks noChangeArrowheads="1"/>
            </p:cNvSpPr>
            <p:nvPr/>
          </p:nvSpPr>
          <p:spPr bwMode="auto">
            <a:xfrm>
              <a:off x="4129088"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22" name="Rectangle 61">
              <a:extLst>
                <a:ext uri="{FF2B5EF4-FFF2-40B4-BE49-F238E27FC236}">
                  <a16:creationId xmlns:a16="http://schemas.microsoft.com/office/drawing/2014/main" id="{7C807EE3-F03D-49F8-ACBA-B6C7012252F5}"/>
                </a:ext>
              </a:extLst>
            </p:cNvPr>
            <p:cNvSpPr>
              <a:spLocks noChangeArrowheads="1"/>
            </p:cNvSpPr>
            <p:nvPr/>
          </p:nvSpPr>
          <p:spPr bwMode="auto">
            <a:xfrm>
              <a:off x="3335338" y="361156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23" name="Rectangle 62">
              <a:extLst>
                <a:ext uri="{FF2B5EF4-FFF2-40B4-BE49-F238E27FC236}">
                  <a16:creationId xmlns:a16="http://schemas.microsoft.com/office/drawing/2014/main" id="{E3627C2F-C74F-4ED7-8E48-5C9DAB9E974C}"/>
                </a:ext>
              </a:extLst>
            </p:cNvPr>
            <p:cNvSpPr>
              <a:spLocks noChangeArrowheads="1"/>
            </p:cNvSpPr>
            <p:nvPr/>
          </p:nvSpPr>
          <p:spPr bwMode="auto">
            <a:xfrm>
              <a:off x="4465638" y="36115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24" name="Rectangle 63">
              <a:extLst>
                <a:ext uri="{FF2B5EF4-FFF2-40B4-BE49-F238E27FC236}">
                  <a16:creationId xmlns:a16="http://schemas.microsoft.com/office/drawing/2014/main" id="{C55E930E-99F9-4433-893A-E5558013F824}"/>
                </a:ext>
              </a:extLst>
            </p:cNvPr>
            <p:cNvSpPr>
              <a:spLocks noChangeArrowheads="1"/>
            </p:cNvSpPr>
            <p:nvPr/>
          </p:nvSpPr>
          <p:spPr bwMode="auto">
            <a:xfrm>
              <a:off x="5219700"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25" name="Rectangle 64">
              <a:extLst>
                <a:ext uri="{FF2B5EF4-FFF2-40B4-BE49-F238E27FC236}">
                  <a16:creationId xmlns:a16="http://schemas.microsoft.com/office/drawing/2014/main" id="{90EF7B6C-ABEF-47BF-BBC5-95E795B9BAF9}"/>
                </a:ext>
              </a:extLst>
            </p:cNvPr>
            <p:cNvSpPr>
              <a:spLocks noChangeArrowheads="1"/>
            </p:cNvSpPr>
            <p:nvPr/>
          </p:nvSpPr>
          <p:spPr bwMode="auto">
            <a:xfrm>
              <a:off x="4618038" y="36115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26" name="Rectangle 65">
              <a:extLst>
                <a:ext uri="{FF2B5EF4-FFF2-40B4-BE49-F238E27FC236}">
                  <a16:creationId xmlns:a16="http://schemas.microsoft.com/office/drawing/2014/main" id="{BB2939E7-1D43-4C58-A77E-D622098BDA5F}"/>
                </a:ext>
              </a:extLst>
            </p:cNvPr>
            <p:cNvSpPr>
              <a:spLocks noChangeArrowheads="1"/>
            </p:cNvSpPr>
            <p:nvPr/>
          </p:nvSpPr>
          <p:spPr bwMode="auto">
            <a:xfrm>
              <a:off x="5518150" y="36115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27" name="Rectangle 66">
              <a:extLst>
                <a:ext uri="{FF2B5EF4-FFF2-40B4-BE49-F238E27FC236}">
                  <a16:creationId xmlns:a16="http://schemas.microsoft.com/office/drawing/2014/main" id="{71F30D4E-3500-48CA-88B5-58D8CECC62DA}"/>
                </a:ext>
              </a:extLst>
            </p:cNvPr>
            <p:cNvSpPr>
              <a:spLocks noChangeArrowheads="1"/>
            </p:cNvSpPr>
            <p:nvPr/>
          </p:nvSpPr>
          <p:spPr bwMode="auto">
            <a:xfrm>
              <a:off x="6235700"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28" name="Rectangle 67">
              <a:extLst>
                <a:ext uri="{FF2B5EF4-FFF2-40B4-BE49-F238E27FC236}">
                  <a16:creationId xmlns:a16="http://schemas.microsoft.com/office/drawing/2014/main" id="{275CA040-0303-40CD-B9CE-82EA47F6B6AB}"/>
                </a:ext>
              </a:extLst>
            </p:cNvPr>
            <p:cNvSpPr>
              <a:spLocks noChangeArrowheads="1"/>
            </p:cNvSpPr>
            <p:nvPr/>
          </p:nvSpPr>
          <p:spPr bwMode="auto">
            <a:xfrm>
              <a:off x="3013075" y="39116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29" name="Rectangle 68">
              <a:extLst>
                <a:ext uri="{FF2B5EF4-FFF2-40B4-BE49-F238E27FC236}">
                  <a16:creationId xmlns:a16="http://schemas.microsoft.com/office/drawing/2014/main" id="{F4BA08F1-A109-4F73-834E-F8C3D60AFFFE}"/>
                </a:ext>
              </a:extLst>
            </p:cNvPr>
            <p:cNvSpPr>
              <a:spLocks noChangeArrowheads="1"/>
            </p:cNvSpPr>
            <p:nvPr/>
          </p:nvSpPr>
          <p:spPr bwMode="auto">
            <a:xfrm>
              <a:off x="5657850" y="36115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30" name="Rectangle 69">
              <a:extLst>
                <a:ext uri="{FF2B5EF4-FFF2-40B4-BE49-F238E27FC236}">
                  <a16:creationId xmlns:a16="http://schemas.microsoft.com/office/drawing/2014/main" id="{4E0987D4-BC86-483B-85E0-E2AB8C290048}"/>
                </a:ext>
              </a:extLst>
            </p:cNvPr>
            <p:cNvSpPr>
              <a:spLocks noChangeArrowheads="1"/>
            </p:cNvSpPr>
            <p:nvPr/>
          </p:nvSpPr>
          <p:spPr bwMode="auto">
            <a:xfrm>
              <a:off x="4129088"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31" name="Rectangle 70">
              <a:extLst>
                <a:ext uri="{FF2B5EF4-FFF2-40B4-BE49-F238E27FC236}">
                  <a16:creationId xmlns:a16="http://schemas.microsoft.com/office/drawing/2014/main" id="{7139BF9A-B07C-42A8-A9D2-9C44E9DC00CA}"/>
                </a:ext>
              </a:extLst>
            </p:cNvPr>
            <p:cNvSpPr>
              <a:spLocks noChangeArrowheads="1"/>
            </p:cNvSpPr>
            <p:nvPr/>
          </p:nvSpPr>
          <p:spPr bwMode="auto">
            <a:xfrm>
              <a:off x="3335338" y="3914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32" name="Rectangle 71">
              <a:extLst>
                <a:ext uri="{FF2B5EF4-FFF2-40B4-BE49-F238E27FC236}">
                  <a16:creationId xmlns:a16="http://schemas.microsoft.com/office/drawing/2014/main" id="{31E2437A-690F-4567-8A6F-5129EB7888BA}"/>
                </a:ext>
              </a:extLst>
            </p:cNvPr>
            <p:cNvSpPr>
              <a:spLocks noChangeArrowheads="1"/>
            </p:cNvSpPr>
            <p:nvPr/>
          </p:nvSpPr>
          <p:spPr bwMode="auto">
            <a:xfrm>
              <a:off x="4465638" y="39147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33" name="Rectangle 72">
              <a:extLst>
                <a:ext uri="{FF2B5EF4-FFF2-40B4-BE49-F238E27FC236}">
                  <a16:creationId xmlns:a16="http://schemas.microsoft.com/office/drawing/2014/main" id="{19DDA74B-B830-498A-A1EC-205387408AA2}"/>
                </a:ext>
              </a:extLst>
            </p:cNvPr>
            <p:cNvSpPr>
              <a:spLocks noChangeArrowheads="1"/>
            </p:cNvSpPr>
            <p:nvPr/>
          </p:nvSpPr>
          <p:spPr bwMode="auto">
            <a:xfrm>
              <a:off x="5219700"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34" name="Rectangle 73">
              <a:extLst>
                <a:ext uri="{FF2B5EF4-FFF2-40B4-BE49-F238E27FC236}">
                  <a16:creationId xmlns:a16="http://schemas.microsoft.com/office/drawing/2014/main" id="{7C343401-01CB-4A7B-9A5D-989ED9DAA617}"/>
                </a:ext>
              </a:extLst>
            </p:cNvPr>
            <p:cNvSpPr>
              <a:spLocks noChangeArrowheads="1"/>
            </p:cNvSpPr>
            <p:nvPr/>
          </p:nvSpPr>
          <p:spPr bwMode="auto">
            <a:xfrm>
              <a:off x="4618038" y="39147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35" name="Rectangle 74">
              <a:extLst>
                <a:ext uri="{FF2B5EF4-FFF2-40B4-BE49-F238E27FC236}">
                  <a16:creationId xmlns:a16="http://schemas.microsoft.com/office/drawing/2014/main" id="{D853D4FD-B666-48AA-9C13-436E1572B80B}"/>
                </a:ext>
              </a:extLst>
            </p:cNvPr>
            <p:cNvSpPr>
              <a:spLocks noChangeArrowheads="1"/>
            </p:cNvSpPr>
            <p:nvPr/>
          </p:nvSpPr>
          <p:spPr bwMode="auto">
            <a:xfrm>
              <a:off x="5518150" y="39147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36" name="Rectangle 75">
              <a:extLst>
                <a:ext uri="{FF2B5EF4-FFF2-40B4-BE49-F238E27FC236}">
                  <a16:creationId xmlns:a16="http://schemas.microsoft.com/office/drawing/2014/main" id="{A77FA250-F95C-4635-B18E-85BE5809A767}"/>
                </a:ext>
              </a:extLst>
            </p:cNvPr>
            <p:cNvSpPr>
              <a:spLocks noChangeArrowheads="1"/>
            </p:cNvSpPr>
            <p:nvPr/>
          </p:nvSpPr>
          <p:spPr bwMode="auto">
            <a:xfrm>
              <a:off x="6235700"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37" name="Rectangle 76">
              <a:extLst>
                <a:ext uri="{FF2B5EF4-FFF2-40B4-BE49-F238E27FC236}">
                  <a16:creationId xmlns:a16="http://schemas.microsoft.com/office/drawing/2014/main" id="{F188526A-F610-431C-AAD3-CABF2885CD66}"/>
                </a:ext>
              </a:extLst>
            </p:cNvPr>
            <p:cNvSpPr>
              <a:spLocks noChangeArrowheads="1"/>
            </p:cNvSpPr>
            <p:nvPr/>
          </p:nvSpPr>
          <p:spPr bwMode="auto">
            <a:xfrm>
              <a:off x="3013075" y="42164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38" name="Rectangle 77">
              <a:extLst>
                <a:ext uri="{FF2B5EF4-FFF2-40B4-BE49-F238E27FC236}">
                  <a16:creationId xmlns:a16="http://schemas.microsoft.com/office/drawing/2014/main" id="{4DDEDEE3-27C7-46C4-B664-7EFBF2CF6126}"/>
                </a:ext>
              </a:extLst>
            </p:cNvPr>
            <p:cNvSpPr>
              <a:spLocks noChangeArrowheads="1"/>
            </p:cNvSpPr>
            <p:nvPr/>
          </p:nvSpPr>
          <p:spPr bwMode="auto">
            <a:xfrm>
              <a:off x="5657850" y="39147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39" name="Rectangle 78">
              <a:extLst>
                <a:ext uri="{FF2B5EF4-FFF2-40B4-BE49-F238E27FC236}">
                  <a16:creationId xmlns:a16="http://schemas.microsoft.com/office/drawing/2014/main" id="{C1943508-B52A-4733-8C56-FC92F8F04C8B}"/>
                </a:ext>
              </a:extLst>
            </p:cNvPr>
            <p:cNvSpPr>
              <a:spLocks noChangeArrowheads="1"/>
            </p:cNvSpPr>
            <p:nvPr/>
          </p:nvSpPr>
          <p:spPr bwMode="auto">
            <a:xfrm>
              <a:off x="4129088"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40" name="Rectangle 79">
              <a:extLst>
                <a:ext uri="{FF2B5EF4-FFF2-40B4-BE49-F238E27FC236}">
                  <a16:creationId xmlns:a16="http://schemas.microsoft.com/office/drawing/2014/main" id="{CCA1682D-C714-4809-BA5C-1EF3955D9EB3}"/>
                </a:ext>
              </a:extLst>
            </p:cNvPr>
            <p:cNvSpPr>
              <a:spLocks noChangeArrowheads="1"/>
            </p:cNvSpPr>
            <p:nvPr/>
          </p:nvSpPr>
          <p:spPr bwMode="auto">
            <a:xfrm>
              <a:off x="3335338" y="4219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41" name="Rectangle 80">
              <a:extLst>
                <a:ext uri="{FF2B5EF4-FFF2-40B4-BE49-F238E27FC236}">
                  <a16:creationId xmlns:a16="http://schemas.microsoft.com/office/drawing/2014/main" id="{2FA7F417-0EA8-425C-9B95-9C50C4118020}"/>
                </a:ext>
              </a:extLst>
            </p:cNvPr>
            <p:cNvSpPr>
              <a:spLocks noChangeArrowheads="1"/>
            </p:cNvSpPr>
            <p:nvPr/>
          </p:nvSpPr>
          <p:spPr bwMode="auto">
            <a:xfrm>
              <a:off x="4465638" y="42195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42" name="Rectangle 81">
              <a:extLst>
                <a:ext uri="{FF2B5EF4-FFF2-40B4-BE49-F238E27FC236}">
                  <a16:creationId xmlns:a16="http://schemas.microsoft.com/office/drawing/2014/main" id="{FEE643F4-87D9-447C-9D76-9434B890B4BD}"/>
                </a:ext>
              </a:extLst>
            </p:cNvPr>
            <p:cNvSpPr>
              <a:spLocks noChangeArrowheads="1"/>
            </p:cNvSpPr>
            <p:nvPr/>
          </p:nvSpPr>
          <p:spPr bwMode="auto">
            <a:xfrm>
              <a:off x="5219700"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43" name="Rectangle 82">
              <a:extLst>
                <a:ext uri="{FF2B5EF4-FFF2-40B4-BE49-F238E27FC236}">
                  <a16:creationId xmlns:a16="http://schemas.microsoft.com/office/drawing/2014/main" id="{66696E1D-E4CF-441F-88FD-5E0CCB6ADD58}"/>
                </a:ext>
              </a:extLst>
            </p:cNvPr>
            <p:cNvSpPr>
              <a:spLocks noChangeArrowheads="1"/>
            </p:cNvSpPr>
            <p:nvPr/>
          </p:nvSpPr>
          <p:spPr bwMode="auto">
            <a:xfrm>
              <a:off x="4618038" y="42195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44" name="Rectangle 83">
              <a:extLst>
                <a:ext uri="{FF2B5EF4-FFF2-40B4-BE49-F238E27FC236}">
                  <a16:creationId xmlns:a16="http://schemas.microsoft.com/office/drawing/2014/main" id="{6237E474-5AEA-41B5-A8D7-8CBC3B97998D}"/>
                </a:ext>
              </a:extLst>
            </p:cNvPr>
            <p:cNvSpPr>
              <a:spLocks noChangeArrowheads="1"/>
            </p:cNvSpPr>
            <p:nvPr/>
          </p:nvSpPr>
          <p:spPr bwMode="auto">
            <a:xfrm>
              <a:off x="5518150" y="42195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45" name="Rectangle 84">
              <a:extLst>
                <a:ext uri="{FF2B5EF4-FFF2-40B4-BE49-F238E27FC236}">
                  <a16:creationId xmlns:a16="http://schemas.microsoft.com/office/drawing/2014/main" id="{38E4B3A7-F335-4417-90CC-265565C2A1E3}"/>
                </a:ext>
              </a:extLst>
            </p:cNvPr>
            <p:cNvSpPr>
              <a:spLocks noChangeArrowheads="1"/>
            </p:cNvSpPr>
            <p:nvPr/>
          </p:nvSpPr>
          <p:spPr bwMode="auto">
            <a:xfrm>
              <a:off x="6235700"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46" name="Rectangle 85">
              <a:extLst>
                <a:ext uri="{FF2B5EF4-FFF2-40B4-BE49-F238E27FC236}">
                  <a16:creationId xmlns:a16="http://schemas.microsoft.com/office/drawing/2014/main" id="{2C54A4F8-C429-429C-923A-1CF253D3024F}"/>
                </a:ext>
              </a:extLst>
            </p:cNvPr>
            <p:cNvSpPr>
              <a:spLocks noChangeArrowheads="1"/>
            </p:cNvSpPr>
            <p:nvPr/>
          </p:nvSpPr>
          <p:spPr bwMode="auto">
            <a:xfrm>
              <a:off x="3013075" y="45212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47" name="Rectangle 86">
              <a:extLst>
                <a:ext uri="{FF2B5EF4-FFF2-40B4-BE49-F238E27FC236}">
                  <a16:creationId xmlns:a16="http://schemas.microsoft.com/office/drawing/2014/main" id="{69151659-B2CE-431F-AE85-E38DC725903D}"/>
                </a:ext>
              </a:extLst>
            </p:cNvPr>
            <p:cNvSpPr>
              <a:spLocks noChangeArrowheads="1"/>
            </p:cNvSpPr>
            <p:nvPr/>
          </p:nvSpPr>
          <p:spPr bwMode="auto">
            <a:xfrm>
              <a:off x="5657850" y="42195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48" name="Rectangle 87">
              <a:extLst>
                <a:ext uri="{FF2B5EF4-FFF2-40B4-BE49-F238E27FC236}">
                  <a16:creationId xmlns:a16="http://schemas.microsoft.com/office/drawing/2014/main" id="{1FCFF972-C165-47AC-9276-3075D190BC68}"/>
                </a:ext>
              </a:extLst>
            </p:cNvPr>
            <p:cNvSpPr>
              <a:spLocks noChangeArrowheads="1"/>
            </p:cNvSpPr>
            <p:nvPr/>
          </p:nvSpPr>
          <p:spPr bwMode="auto">
            <a:xfrm>
              <a:off x="4129088"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49" name="Rectangle 88">
              <a:extLst>
                <a:ext uri="{FF2B5EF4-FFF2-40B4-BE49-F238E27FC236}">
                  <a16:creationId xmlns:a16="http://schemas.microsoft.com/office/drawing/2014/main" id="{E396E0F8-0E08-41C2-A750-73187BBBF487}"/>
                </a:ext>
              </a:extLst>
            </p:cNvPr>
            <p:cNvSpPr>
              <a:spLocks noChangeArrowheads="1"/>
            </p:cNvSpPr>
            <p:nvPr/>
          </p:nvSpPr>
          <p:spPr bwMode="auto">
            <a:xfrm>
              <a:off x="3335338" y="4522788"/>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50" name="Rectangle 89">
              <a:extLst>
                <a:ext uri="{FF2B5EF4-FFF2-40B4-BE49-F238E27FC236}">
                  <a16:creationId xmlns:a16="http://schemas.microsoft.com/office/drawing/2014/main" id="{2214DA90-C7C6-400B-862E-BAE07BEE2E15}"/>
                </a:ext>
              </a:extLst>
            </p:cNvPr>
            <p:cNvSpPr>
              <a:spLocks noChangeArrowheads="1"/>
            </p:cNvSpPr>
            <p:nvPr/>
          </p:nvSpPr>
          <p:spPr bwMode="auto">
            <a:xfrm>
              <a:off x="4465638" y="45227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51" name="Rectangle 90">
              <a:extLst>
                <a:ext uri="{FF2B5EF4-FFF2-40B4-BE49-F238E27FC236}">
                  <a16:creationId xmlns:a16="http://schemas.microsoft.com/office/drawing/2014/main" id="{41BF0CE2-8D22-4AB8-9719-40061258A9DC}"/>
                </a:ext>
              </a:extLst>
            </p:cNvPr>
            <p:cNvSpPr>
              <a:spLocks noChangeArrowheads="1"/>
            </p:cNvSpPr>
            <p:nvPr/>
          </p:nvSpPr>
          <p:spPr bwMode="auto">
            <a:xfrm>
              <a:off x="5219700"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52" name="Rectangle 91">
              <a:extLst>
                <a:ext uri="{FF2B5EF4-FFF2-40B4-BE49-F238E27FC236}">
                  <a16:creationId xmlns:a16="http://schemas.microsoft.com/office/drawing/2014/main" id="{A3A43432-B8A2-41D2-8939-0A886A95EC64}"/>
                </a:ext>
              </a:extLst>
            </p:cNvPr>
            <p:cNvSpPr>
              <a:spLocks noChangeArrowheads="1"/>
            </p:cNvSpPr>
            <p:nvPr/>
          </p:nvSpPr>
          <p:spPr bwMode="auto">
            <a:xfrm>
              <a:off x="4618038" y="4522788"/>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53" name="Rectangle 92">
              <a:extLst>
                <a:ext uri="{FF2B5EF4-FFF2-40B4-BE49-F238E27FC236}">
                  <a16:creationId xmlns:a16="http://schemas.microsoft.com/office/drawing/2014/main" id="{7DF14721-69AA-4E8D-94B3-4115341C5C08}"/>
                </a:ext>
              </a:extLst>
            </p:cNvPr>
            <p:cNvSpPr>
              <a:spLocks noChangeArrowheads="1"/>
            </p:cNvSpPr>
            <p:nvPr/>
          </p:nvSpPr>
          <p:spPr bwMode="auto">
            <a:xfrm>
              <a:off x="5518150" y="45227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54" name="Rectangle 93">
              <a:extLst>
                <a:ext uri="{FF2B5EF4-FFF2-40B4-BE49-F238E27FC236}">
                  <a16:creationId xmlns:a16="http://schemas.microsoft.com/office/drawing/2014/main" id="{5C1034CB-800A-47AF-BE47-56FA9721FBEA}"/>
                </a:ext>
              </a:extLst>
            </p:cNvPr>
            <p:cNvSpPr>
              <a:spLocks noChangeArrowheads="1"/>
            </p:cNvSpPr>
            <p:nvPr/>
          </p:nvSpPr>
          <p:spPr bwMode="auto">
            <a:xfrm>
              <a:off x="6235700"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55" name="Rectangle 94">
              <a:extLst>
                <a:ext uri="{FF2B5EF4-FFF2-40B4-BE49-F238E27FC236}">
                  <a16:creationId xmlns:a16="http://schemas.microsoft.com/office/drawing/2014/main" id="{14DF196F-ECB3-4BDF-BEEB-807E37C8052E}"/>
                </a:ext>
              </a:extLst>
            </p:cNvPr>
            <p:cNvSpPr>
              <a:spLocks noChangeArrowheads="1"/>
            </p:cNvSpPr>
            <p:nvPr/>
          </p:nvSpPr>
          <p:spPr bwMode="auto">
            <a:xfrm>
              <a:off x="3013075" y="48260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56" name="Rectangle 95">
              <a:extLst>
                <a:ext uri="{FF2B5EF4-FFF2-40B4-BE49-F238E27FC236}">
                  <a16:creationId xmlns:a16="http://schemas.microsoft.com/office/drawing/2014/main" id="{FD4157FA-9F8C-45AA-93E5-8FDFB1D41F78}"/>
                </a:ext>
              </a:extLst>
            </p:cNvPr>
            <p:cNvSpPr>
              <a:spLocks noChangeArrowheads="1"/>
            </p:cNvSpPr>
            <p:nvPr/>
          </p:nvSpPr>
          <p:spPr bwMode="auto">
            <a:xfrm>
              <a:off x="5657850" y="4522788"/>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57" name="Rectangle 96">
              <a:extLst>
                <a:ext uri="{FF2B5EF4-FFF2-40B4-BE49-F238E27FC236}">
                  <a16:creationId xmlns:a16="http://schemas.microsoft.com/office/drawing/2014/main" id="{0B2AABAF-086B-4AF5-A970-2A3EE35C0C2A}"/>
                </a:ext>
              </a:extLst>
            </p:cNvPr>
            <p:cNvSpPr>
              <a:spLocks noChangeArrowheads="1"/>
            </p:cNvSpPr>
            <p:nvPr/>
          </p:nvSpPr>
          <p:spPr bwMode="auto">
            <a:xfrm>
              <a:off x="4129088"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58" name="Rectangle 97">
              <a:extLst>
                <a:ext uri="{FF2B5EF4-FFF2-40B4-BE49-F238E27FC236}">
                  <a16:creationId xmlns:a16="http://schemas.microsoft.com/office/drawing/2014/main" id="{CD0F2E07-4323-4767-B9CD-D503E62885B9}"/>
                </a:ext>
              </a:extLst>
            </p:cNvPr>
            <p:cNvSpPr>
              <a:spLocks noChangeArrowheads="1"/>
            </p:cNvSpPr>
            <p:nvPr/>
          </p:nvSpPr>
          <p:spPr bwMode="auto">
            <a:xfrm>
              <a:off x="3335338" y="48244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59" name="Rectangle 98">
              <a:extLst>
                <a:ext uri="{FF2B5EF4-FFF2-40B4-BE49-F238E27FC236}">
                  <a16:creationId xmlns:a16="http://schemas.microsoft.com/office/drawing/2014/main" id="{340E4C21-55EA-4B25-8EFA-A8629DFAD147}"/>
                </a:ext>
              </a:extLst>
            </p:cNvPr>
            <p:cNvSpPr>
              <a:spLocks noChangeArrowheads="1"/>
            </p:cNvSpPr>
            <p:nvPr/>
          </p:nvSpPr>
          <p:spPr bwMode="auto">
            <a:xfrm>
              <a:off x="4465638" y="48244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60" name="Rectangle 99">
              <a:extLst>
                <a:ext uri="{FF2B5EF4-FFF2-40B4-BE49-F238E27FC236}">
                  <a16:creationId xmlns:a16="http://schemas.microsoft.com/office/drawing/2014/main" id="{8D5C729E-969B-445A-BE0A-581EDE20DE56}"/>
                </a:ext>
              </a:extLst>
            </p:cNvPr>
            <p:cNvSpPr>
              <a:spLocks noChangeArrowheads="1"/>
            </p:cNvSpPr>
            <p:nvPr/>
          </p:nvSpPr>
          <p:spPr bwMode="auto">
            <a:xfrm>
              <a:off x="5219700"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61" name="Rectangle 100">
              <a:extLst>
                <a:ext uri="{FF2B5EF4-FFF2-40B4-BE49-F238E27FC236}">
                  <a16:creationId xmlns:a16="http://schemas.microsoft.com/office/drawing/2014/main" id="{C54F5761-0293-486F-BCD8-CA1467A5DB09}"/>
                </a:ext>
              </a:extLst>
            </p:cNvPr>
            <p:cNvSpPr>
              <a:spLocks noChangeArrowheads="1"/>
            </p:cNvSpPr>
            <p:nvPr/>
          </p:nvSpPr>
          <p:spPr bwMode="auto">
            <a:xfrm>
              <a:off x="4618038" y="48244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62" name="Rectangle 101">
              <a:extLst>
                <a:ext uri="{FF2B5EF4-FFF2-40B4-BE49-F238E27FC236}">
                  <a16:creationId xmlns:a16="http://schemas.microsoft.com/office/drawing/2014/main" id="{388B89C7-32BE-4F10-B55B-C366869F0039}"/>
                </a:ext>
              </a:extLst>
            </p:cNvPr>
            <p:cNvSpPr>
              <a:spLocks noChangeArrowheads="1"/>
            </p:cNvSpPr>
            <p:nvPr/>
          </p:nvSpPr>
          <p:spPr bwMode="auto">
            <a:xfrm>
              <a:off x="5518150" y="48244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63" name="Rectangle 102">
              <a:extLst>
                <a:ext uri="{FF2B5EF4-FFF2-40B4-BE49-F238E27FC236}">
                  <a16:creationId xmlns:a16="http://schemas.microsoft.com/office/drawing/2014/main" id="{4A6B86D7-B30D-4EF1-8246-0C4D392C571F}"/>
                </a:ext>
              </a:extLst>
            </p:cNvPr>
            <p:cNvSpPr>
              <a:spLocks noChangeArrowheads="1"/>
            </p:cNvSpPr>
            <p:nvPr/>
          </p:nvSpPr>
          <p:spPr bwMode="auto">
            <a:xfrm>
              <a:off x="6235700"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64" name="Rectangle 103">
              <a:extLst>
                <a:ext uri="{FF2B5EF4-FFF2-40B4-BE49-F238E27FC236}">
                  <a16:creationId xmlns:a16="http://schemas.microsoft.com/office/drawing/2014/main" id="{41F81BC7-CC43-40EC-ADA9-F5A69DA7D0E6}"/>
                </a:ext>
              </a:extLst>
            </p:cNvPr>
            <p:cNvSpPr>
              <a:spLocks noChangeArrowheads="1"/>
            </p:cNvSpPr>
            <p:nvPr/>
          </p:nvSpPr>
          <p:spPr bwMode="auto">
            <a:xfrm>
              <a:off x="3013075" y="5135563"/>
              <a:ext cx="11113"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65" name="Rectangle 104">
              <a:extLst>
                <a:ext uri="{FF2B5EF4-FFF2-40B4-BE49-F238E27FC236}">
                  <a16:creationId xmlns:a16="http://schemas.microsoft.com/office/drawing/2014/main" id="{8989F5E7-4A4E-4C3E-9F60-2DACD22EE247}"/>
                </a:ext>
              </a:extLst>
            </p:cNvPr>
            <p:cNvSpPr>
              <a:spLocks noChangeArrowheads="1"/>
            </p:cNvSpPr>
            <p:nvPr/>
          </p:nvSpPr>
          <p:spPr bwMode="auto">
            <a:xfrm>
              <a:off x="5657850" y="48244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66" name="Rectangle 105">
              <a:extLst>
                <a:ext uri="{FF2B5EF4-FFF2-40B4-BE49-F238E27FC236}">
                  <a16:creationId xmlns:a16="http://schemas.microsoft.com/office/drawing/2014/main" id="{3037C3C3-AF9E-450C-84EA-8D4969219098}"/>
                </a:ext>
              </a:extLst>
            </p:cNvPr>
            <p:cNvSpPr>
              <a:spLocks noChangeArrowheads="1"/>
            </p:cNvSpPr>
            <p:nvPr/>
          </p:nvSpPr>
          <p:spPr bwMode="auto">
            <a:xfrm>
              <a:off x="4129088"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67" name="Rectangle 106">
              <a:extLst>
                <a:ext uri="{FF2B5EF4-FFF2-40B4-BE49-F238E27FC236}">
                  <a16:creationId xmlns:a16="http://schemas.microsoft.com/office/drawing/2014/main" id="{D56AD475-5D4E-4D7D-91CE-443CDDB8069E}"/>
                </a:ext>
              </a:extLst>
            </p:cNvPr>
            <p:cNvSpPr>
              <a:spLocks noChangeArrowheads="1"/>
            </p:cNvSpPr>
            <p:nvPr/>
          </p:nvSpPr>
          <p:spPr bwMode="auto">
            <a:xfrm>
              <a:off x="3335338" y="51292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68" name="Rectangle 107">
              <a:extLst>
                <a:ext uri="{FF2B5EF4-FFF2-40B4-BE49-F238E27FC236}">
                  <a16:creationId xmlns:a16="http://schemas.microsoft.com/office/drawing/2014/main" id="{F916DF7F-F16A-4F64-95A9-5E33B9007A3C}"/>
                </a:ext>
              </a:extLst>
            </p:cNvPr>
            <p:cNvSpPr>
              <a:spLocks noChangeArrowheads="1"/>
            </p:cNvSpPr>
            <p:nvPr/>
          </p:nvSpPr>
          <p:spPr bwMode="auto">
            <a:xfrm>
              <a:off x="4465638" y="51292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69" name="Rectangle 108">
              <a:extLst>
                <a:ext uri="{FF2B5EF4-FFF2-40B4-BE49-F238E27FC236}">
                  <a16:creationId xmlns:a16="http://schemas.microsoft.com/office/drawing/2014/main" id="{93E5F5ED-4B72-42C8-972B-305B8E8AA634}"/>
                </a:ext>
              </a:extLst>
            </p:cNvPr>
            <p:cNvSpPr>
              <a:spLocks noChangeArrowheads="1"/>
            </p:cNvSpPr>
            <p:nvPr/>
          </p:nvSpPr>
          <p:spPr bwMode="auto">
            <a:xfrm>
              <a:off x="5219700"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70" name="Rectangle 109">
              <a:extLst>
                <a:ext uri="{FF2B5EF4-FFF2-40B4-BE49-F238E27FC236}">
                  <a16:creationId xmlns:a16="http://schemas.microsoft.com/office/drawing/2014/main" id="{4B26E1F7-F601-4563-8A80-5DCBEAA57067}"/>
                </a:ext>
              </a:extLst>
            </p:cNvPr>
            <p:cNvSpPr>
              <a:spLocks noChangeArrowheads="1"/>
            </p:cNvSpPr>
            <p:nvPr/>
          </p:nvSpPr>
          <p:spPr bwMode="auto">
            <a:xfrm>
              <a:off x="4618038" y="51292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71" name="Rectangle 110">
              <a:extLst>
                <a:ext uri="{FF2B5EF4-FFF2-40B4-BE49-F238E27FC236}">
                  <a16:creationId xmlns:a16="http://schemas.microsoft.com/office/drawing/2014/main" id="{ED21D898-55B0-452A-9015-C58ED0DDC47A}"/>
                </a:ext>
              </a:extLst>
            </p:cNvPr>
            <p:cNvSpPr>
              <a:spLocks noChangeArrowheads="1"/>
            </p:cNvSpPr>
            <p:nvPr/>
          </p:nvSpPr>
          <p:spPr bwMode="auto">
            <a:xfrm>
              <a:off x="5518150" y="51292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72" name="Rectangle 111">
              <a:extLst>
                <a:ext uri="{FF2B5EF4-FFF2-40B4-BE49-F238E27FC236}">
                  <a16:creationId xmlns:a16="http://schemas.microsoft.com/office/drawing/2014/main" id="{D7F6E685-6800-4DAE-AE89-B06E984C1DDE}"/>
                </a:ext>
              </a:extLst>
            </p:cNvPr>
            <p:cNvSpPr>
              <a:spLocks noChangeArrowheads="1"/>
            </p:cNvSpPr>
            <p:nvPr/>
          </p:nvSpPr>
          <p:spPr bwMode="auto">
            <a:xfrm>
              <a:off x="6235700"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73" name="Rectangle 112">
              <a:extLst>
                <a:ext uri="{FF2B5EF4-FFF2-40B4-BE49-F238E27FC236}">
                  <a16:creationId xmlns:a16="http://schemas.microsoft.com/office/drawing/2014/main" id="{D2C2B1D8-E3A5-483A-967A-998222A1E08C}"/>
                </a:ext>
              </a:extLst>
            </p:cNvPr>
            <p:cNvSpPr>
              <a:spLocks noChangeArrowheads="1"/>
            </p:cNvSpPr>
            <p:nvPr/>
          </p:nvSpPr>
          <p:spPr bwMode="auto">
            <a:xfrm>
              <a:off x="3038475" y="5473700"/>
              <a:ext cx="3203575"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974" name="Rectangle 113">
              <a:extLst>
                <a:ext uri="{FF2B5EF4-FFF2-40B4-BE49-F238E27FC236}">
                  <a16:creationId xmlns:a16="http://schemas.microsoft.com/office/drawing/2014/main" id="{F205B4CF-C6ED-4268-AA97-D016C01FB3E3}"/>
                </a:ext>
              </a:extLst>
            </p:cNvPr>
            <p:cNvSpPr>
              <a:spLocks noChangeArrowheads="1"/>
            </p:cNvSpPr>
            <p:nvPr/>
          </p:nvSpPr>
          <p:spPr bwMode="auto">
            <a:xfrm>
              <a:off x="5657850" y="51292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20834" name="Title 1">
            <a:extLst>
              <a:ext uri="{FF2B5EF4-FFF2-40B4-BE49-F238E27FC236}">
                <a16:creationId xmlns:a16="http://schemas.microsoft.com/office/drawing/2014/main" id="{3B0889B8-71DE-4FC1-B6E8-1D1EBE99A2A3}"/>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K-map for Y</a:t>
            </a:r>
            <a:r>
              <a:rPr kumimoji="0" lang="en-US" altLang="en-US" sz="3200" b="1" i="0" u="none" strike="noStrike" kern="120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cs typeface="+mn-cs"/>
              </a:rPr>
              <a:t>0</a:t>
            </a:r>
          </a:p>
        </p:txBody>
      </p:sp>
      <p:grpSp>
        <p:nvGrpSpPr>
          <p:cNvPr id="120835" name="Group 114">
            <a:extLst>
              <a:ext uri="{FF2B5EF4-FFF2-40B4-BE49-F238E27FC236}">
                <a16:creationId xmlns:a16="http://schemas.microsoft.com/office/drawing/2014/main" id="{60BF0954-B253-4C00-825A-F756D303DE96}"/>
              </a:ext>
            </a:extLst>
          </p:cNvPr>
          <p:cNvGrpSpPr>
            <a:grpSpLocks/>
          </p:cNvGrpSpPr>
          <p:nvPr/>
        </p:nvGrpSpPr>
        <p:grpSpPr bwMode="auto">
          <a:xfrm>
            <a:off x="5562600" y="2438400"/>
            <a:ext cx="2820988" cy="1806575"/>
            <a:chOff x="2286000" y="881063"/>
            <a:chExt cx="2820987" cy="1806575"/>
          </a:xfrm>
        </p:grpSpPr>
        <p:sp>
          <p:nvSpPr>
            <p:cNvPr id="120838" name="Rectangle 16">
              <a:extLst>
                <a:ext uri="{FF2B5EF4-FFF2-40B4-BE49-F238E27FC236}">
                  <a16:creationId xmlns:a16="http://schemas.microsoft.com/office/drawing/2014/main" id="{A9C8EB9A-83DD-41B5-AA1F-223D4626DA07}"/>
                </a:ext>
              </a:extLst>
            </p:cNvPr>
            <p:cNvSpPr>
              <a:spLocks noChangeArrowheads="1"/>
            </p:cNvSpPr>
            <p:nvPr/>
          </p:nvSpPr>
          <p:spPr bwMode="auto">
            <a:xfrm>
              <a:off x="2924175" y="1604963"/>
              <a:ext cx="1077912" cy="108267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0839" name="Line 17">
              <a:extLst>
                <a:ext uri="{FF2B5EF4-FFF2-40B4-BE49-F238E27FC236}">
                  <a16:creationId xmlns:a16="http://schemas.microsoft.com/office/drawing/2014/main" id="{DEC88421-FDE8-4224-A696-0F62A5B58796}"/>
                </a:ext>
              </a:extLst>
            </p:cNvPr>
            <p:cNvSpPr>
              <a:spLocks noChangeShapeType="1"/>
            </p:cNvSpPr>
            <p:nvPr/>
          </p:nvSpPr>
          <p:spPr bwMode="auto">
            <a:xfrm flipH="1">
              <a:off x="2924175" y="2146300"/>
              <a:ext cx="1077912"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40" name="Line 18">
              <a:extLst>
                <a:ext uri="{FF2B5EF4-FFF2-40B4-BE49-F238E27FC236}">
                  <a16:creationId xmlns:a16="http://schemas.microsoft.com/office/drawing/2014/main" id="{5272F797-3CAC-492E-98D4-CFC5C73133F3}"/>
                </a:ext>
              </a:extLst>
            </p:cNvPr>
            <p:cNvSpPr>
              <a:spLocks noChangeShapeType="1"/>
            </p:cNvSpPr>
            <p:nvPr/>
          </p:nvSpPr>
          <p:spPr bwMode="auto">
            <a:xfrm flipV="1">
              <a:off x="3462337" y="1604963"/>
              <a:ext cx="1588" cy="10826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41" name="Line 19">
              <a:extLst>
                <a:ext uri="{FF2B5EF4-FFF2-40B4-BE49-F238E27FC236}">
                  <a16:creationId xmlns:a16="http://schemas.microsoft.com/office/drawing/2014/main" id="{4DFAC91F-BDDB-4FD0-AB02-5F2FBF5A562E}"/>
                </a:ext>
              </a:extLst>
            </p:cNvPr>
            <p:cNvSpPr>
              <a:spLocks noChangeShapeType="1"/>
            </p:cNvSpPr>
            <p:nvPr/>
          </p:nvSpPr>
          <p:spPr bwMode="auto">
            <a:xfrm>
              <a:off x="2384425" y="1036638"/>
              <a:ext cx="539750" cy="5683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42" name="Rectangle 21">
              <a:extLst>
                <a:ext uri="{FF2B5EF4-FFF2-40B4-BE49-F238E27FC236}">
                  <a16:creationId xmlns:a16="http://schemas.microsoft.com/office/drawing/2014/main" id="{AEC37F2F-6A8D-42C2-85B5-E0F7FD1835A4}"/>
                </a:ext>
              </a:extLst>
            </p:cNvPr>
            <p:cNvSpPr>
              <a:spLocks noChangeArrowheads="1"/>
            </p:cNvSpPr>
            <p:nvPr/>
          </p:nvSpPr>
          <p:spPr bwMode="auto">
            <a:xfrm>
              <a:off x="2549525" y="881063"/>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0843" name="Rectangle 22">
              <a:extLst>
                <a:ext uri="{FF2B5EF4-FFF2-40B4-BE49-F238E27FC236}">
                  <a16:creationId xmlns:a16="http://schemas.microsoft.com/office/drawing/2014/main" id="{47682539-D526-4C86-B08F-389F4DE18EF9}"/>
                </a:ext>
              </a:extLst>
            </p:cNvPr>
            <p:cNvSpPr>
              <a:spLocks noChangeArrowheads="1"/>
            </p:cNvSpPr>
            <p:nvPr/>
          </p:nvSpPr>
          <p:spPr bwMode="auto">
            <a:xfrm>
              <a:off x="2662237" y="1003300"/>
              <a:ext cx="120650" cy="258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0844" name="Rectangle 23">
              <a:extLst>
                <a:ext uri="{FF2B5EF4-FFF2-40B4-BE49-F238E27FC236}">
                  <a16:creationId xmlns:a16="http://schemas.microsoft.com/office/drawing/2014/main" id="{23AE5747-23FE-4C3E-AA5A-0B413E698196}"/>
                </a:ext>
              </a:extLst>
            </p:cNvPr>
            <p:cNvSpPr>
              <a:spLocks noChangeArrowheads="1"/>
            </p:cNvSpPr>
            <p:nvPr/>
          </p:nvSpPr>
          <p:spPr bwMode="auto">
            <a:xfrm>
              <a:off x="2784475" y="881063"/>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0845" name="Rectangle 24">
              <a:extLst>
                <a:ext uri="{FF2B5EF4-FFF2-40B4-BE49-F238E27FC236}">
                  <a16:creationId xmlns:a16="http://schemas.microsoft.com/office/drawing/2014/main" id="{1AD46D18-1C31-4A0F-8647-EC504FFEDB67}"/>
                </a:ext>
              </a:extLst>
            </p:cNvPr>
            <p:cNvSpPr>
              <a:spLocks noChangeArrowheads="1"/>
            </p:cNvSpPr>
            <p:nvPr/>
          </p:nvSpPr>
          <p:spPr bwMode="auto">
            <a:xfrm>
              <a:off x="2897187" y="1003300"/>
              <a:ext cx="10900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0846" name="Rectangle 25">
              <a:extLst>
                <a:ext uri="{FF2B5EF4-FFF2-40B4-BE49-F238E27FC236}">
                  <a16:creationId xmlns:a16="http://schemas.microsoft.com/office/drawing/2014/main" id="{0E327585-2F5A-4CC2-9108-25EB2E10C8C1}"/>
                </a:ext>
              </a:extLst>
            </p:cNvPr>
            <p:cNvSpPr>
              <a:spLocks noChangeArrowheads="1"/>
            </p:cNvSpPr>
            <p:nvPr/>
          </p:nvSpPr>
          <p:spPr bwMode="auto">
            <a:xfrm>
              <a:off x="2286000" y="1143000"/>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0847" name="Rectangle 26">
              <a:extLst>
                <a:ext uri="{FF2B5EF4-FFF2-40B4-BE49-F238E27FC236}">
                  <a16:creationId xmlns:a16="http://schemas.microsoft.com/office/drawing/2014/main" id="{E0F6E86F-027A-4782-891F-83E2F4811DDA}"/>
                </a:ext>
              </a:extLst>
            </p:cNvPr>
            <p:cNvSpPr>
              <a:spLocks noChangeArrowheads="1"/>
            </p:cNvSpPr>
            <p:nvPr/>
          </p:nvSpPr>
          <p:spPr bwMode="auto">
            <a:xfrm>
              <a:off x="2400300" y="1265238"/>
              <a:ext cx="10900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0848" name="Rectangle 27">
              <a:extLst>
                <a:ext uri="{FF2B5EF4-FFF2-40B4-BE49-F238E27FC236}">
                  <a16:creationId xmlns:a16="http://schemas.microsoft.com/office/drawing/2014/main" id="{40E57758-20C6-4D8A-94D0-B94C71D2F970}"/>
                </a:ext>
              </a:extLst>
            </p:cNvPr>
            <p:cNvSpPr>
              <a:spLocks noChangeArrowheads="1"/>
            </p:cNvSpPr>
            <p:nvPr/>
          </p:nvSpPr>
          <p:spPr bwMode="auto">
            <a:xfrm>
              <a:off x="3132137" y="1752600"/>
              <a:ext cx="134938"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0849" name="Rectangle 28">
              <a:extLst>
                <a:ext uri="{FF2B5EF4-FFF2-40B4-BE49-F238E27FC236}">
                  <a16:creationId xmlns:a16="http://schemas.microsoft.com/office/drawing/2014/main" id="{1ED519CD-1FE3-4A73-9E96-86C6C4E1EABE}"/>
                </a:ext>
              </a:extLst>
            </p:cNvPr>
            <p:cNvSpPr>
              <a:spLocks noChangeArrowheads="1"/>
            </p:cNvSpPr>
            <p:nvPr/>
          </p:nvSpPr>
          <p:spPr bwMode="auto">
            <a:xfrm>
              <a:off x="3678237" y="1752600"/>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0850" name="Rectangle 29">
              <a:extLst>
                <a:ext uri="{FF2B5EF4-FFF2-40B4-BE49-F238E27FC236}">
                  <a16:creationId xmlns:a16="http://schemas.microsoft.com/office/drawing/2014/main" id="{1EF0EBF0-BDAE-4543-ADFF-40E9E0030D2B}"/>
                </a:ext>
              </a:extLst>
            </p:cNvPr>
            <p:cNvSpPr>
              <a:spLocks noChangeArrowheads="1"/>
            </p:cNvSpPr>
            <p:nvPr/>
          </p:nvSpPr>
          <p:spPr bwMode="auto">
            <a:xfrm>
              <a:off x="3132137" y="2300288"/>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0851" name="Rectangle 30">
              <a:extLst>
                <a:ext uri="{FF2B5EF4-FFF2-40B4-BE49-F238E27FC236}">
                  <a16:creationId xmlns:a16="http://schemas.microsoft.com/office/drawing/2014/main" id="{7BD178BE-5E7F-4DD5-9A88-6DD5A6D707B6}"/>
                </a:ext>
              </a:extLst>
            </p:cNvPr>
            <p:cNvSpPr>
              <a:spLocks noChangeArrowheads="1"/>
            </p:cNvSpPr>
            <p:nvPr/>
          </p:nvSpPr>
          <p:spPr bwMode="auto">
            <a:xfrm>
              <a:off x="4002087" y="1604963"/>
              <a:ext cx="1104900" cy="108267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0852" name="Line 31">
              <a:extLst>
                <a:ext uri="{FF2B5EF4-FFF2-40B4-BE49-F238E27FC236}">
                  <a16:creationId xmlns:a16="http://schemas.microsoft.com/office/drawing/2014/main" id="{62B5950B-C664-41EC-800F-A62313457FA9}"/>
                </a:ext>
              </a:extLst>
            </p:cNvPr>
            <p:cNvSpPr>
              <a:spLocks noChangeShapeType="1"/>
            </p:cNvSpPr>
            <p:nvPr/>
          </p:nvSpPr>
          <p:spPr bwMode="auto">
            <a:xfrm flipH="1">
              <a:off x="4002087" y="2146300"/>
              <a:ext cx="1104900"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53" name="Line 32">
              <a:extLst>
                <a:ext uri="{FF2B5EF4-FFF2-40B4-BE49-F238E27FC236}">
                  <a16:creationId xmlns:a16="http://schemas.microsoft.com/office/drawing/2014/main" id="{26816F25-6B0E-4FE7-A470-FF16A26537AD}"/>
                </a:ext>
              </a:extLst>
            </p:cNvPr>
            <p:cNvSpPr>
              <a:spLocks noChangeShapeType="1"/>
            </p:cNvSpPr>
            <p:nvPr/>
          </p:nvSpPr>
          <p:spPr bwMode="auto">
            <a:xfrm flipV="1">
              <a:off x="4567237" y="1604963"/>
              <a:ext cx="1588" cy="10826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54" name="Rectangle 33">
              <a:extLst>
                <a:ext uri="{FF2B5EF4-FFF2-40B4-BE49-F238E27FC236}">
                  <a16:creationId xmlns:a16="http://schemas.microsoft.com/office/drawing/2014/main" id="{CF8BACB5-C354-4601-B25A-BD39F1B21853}"/>
                </a:ext>
              </a:extLst>
            </p:cNvPr>
            <p:cNvSpPr>
              <a:spLocks noChangeArrowheads="1"/>
            </p:cNvSpPr>
            <p:nvPr/>
          </p:nvSpPr>
          <p:spPr bwMode="auto">
            <a:xfrm>
              <a:off x="3678237" y="2300288"/>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0855" name="Rectangle 34">
              <a:extLst>
                <a:ext uri="{FF2B5EF4-FFF2-40B4-BE49-F238E27FC236}">
                  <a16:creationId xmlns:a16="http://schemas.microsoft.com/office/drawing/2014/main" id="{AAD87076-DB02-4816-9807-28A4948E405F}"/>
                </a:ext>
              </a:extLst>
            </p:cNvPr>
            <p:cNvSpPr>
              <a:spLocks noChangeArrowheads="1"/>
            </p:cNvSpPr>
            <p:nvPr/>
          </p:nvSpPr>
          <p:spPr bwMode="auto">
            <a:xfrm>
              <a:off x="4225925" y="1752600"/>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0856" name="Rectangle 35">
              <a:extLst>
                <a:ext uri="{FF2B5EF4-FFF2-40B4-BE49-F238E27FC236}">
                  <a16:creationId xmlns:a16="http://schemas.microsoft.com/office/drawing/2014/main" id="{5A45800B-A67D-4847-8C35-4A6F6FB39BCE}"/>
                </a:ext>
              </a:extLst>
            </p:cNvPr>
            <p:cNvSpPr>
              <a:spLocks noChangeArrowheads="1"/>
            </p:cNvSpPr>
            <p:nvPr/>
          </p:nvSpPr>
          <p:spPr bwMode="auto">
            <a:xfrm>
              <a:off x="4770437" y="1752600"/>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0857" name="Rectangle 36">
              <a:extLst>
                <a:ext uri="{FF2B5EF4-FFF2-40B4-BE49-F238E27FC236}">
                  <a16:creationId xmlns:a16="http://schemas.microsoft.com/office/drawing/2014/main" id="{6EEC4E52-6524-4428-9E34-BC0D144B65CB}"/>
                </a:ext>
              </a:extLst>
            </p:cNvPr>
            <p:cNvSpPr>
              <a:spLocks noChangeArrowheads="1"/>
            </p:cNvSpPr>
            <p:nvPr/>
          </p:nvSpPr>
          <p:spPr bwMode="auto">
            <a:xfrm>
              <a:off x="4225925" y="2300288"/>
              <a:ext cx="134937"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0858" name="Rectangle 41">
              <a:extLst>
                <a:ext uri="{FF2B5EF4-FFF2-40B4-BE49-F238E27FC236}">
                  <a16:creationId xmlns:a16="http://schemas.microsoft.com/office/drawing/2014/main" id="{D8524410-FEEA-46E8-9F5D-F0EC3772A1A9}"/>
                </a:ext>
              </a:extLst>
            </p:cNvPr>
            <p:cNvSpPr>
              <a:spLocks noChangeArrowheads="1"/>
            </p:cNvSpPr>
            <p:nvPr/>
          </p:nvSpPr>
          <p:spPr bwMode="auto">
            <a:xfrm>
              <a:off x="4770437" y="2300288"/>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0859" name="Rectangle 79">
              <a:extLst>
                <a:ext uri="{FF2B5EF4-FFF2-40B4-BE49-F238E27FC236}">
                  <a16:creationId xmlns:a16="http://schemas.microsoft.com/office/drawing/2014/main" id="{7E3A3BEE-07B0-4B32-8FD6-B949CD0551A4}"/>
                </a:ext>
              </a:extLst>
            </p:cNvPr>
            <p:cNvSpPr>
              <a:spLocks noChangeArrowheads="1"/>
            </p:cNvSpPr>
            <p:nvPr/>
          </p:nvSpPr>
          <p:spPr bwMode="auto">
            <a:xfrm>
              <a:off x="30749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0860" name="Rectangle 80">
              <a:extLst>
                <a:ext uri="{FF2B5EF4-FFF2-40B4-BE49-F238E27FC236}">
                  <a16:creationId xmlns:a16="http://schemas.microsoft.com/office/drawing/2014/main" id="{0B493D92-3FB0-43C7-BED3-DE2053330024}"/>
                </a:ext>
              </a:extLst>
            </p:cNvPr>
            <p:cNvSpPr>
              <a:spLocks noChangeArrowheads="1"/>
            </p:cNvSpPr>
            <p:nvPr/>
          </p:nvSpPr>
          <p:spPr bwMode="auto">
            <a:xfrm>
              <a:off x="36210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0861" name="Rectangle 81">
              <a:extLst>
                <a:ext uri="{FF2B5EF4-FFF2-40B4-BE49-F238E27FC236}">
                  <a16:creationId xmlns:a16="http://schemas.microsoft.com/office/drawing/2014/main" id="{DF9AA2AA-1492-4BEB-9593-C262CD99F5AC}"/>
                </a:ext>
              </a:extLst>
            </p:cNvPr>
            <p:cNvSpPr>
              <a:spLocks noChangeArrowheads="1"/>
            </p:cNvSpPr>
            <p:nvPr/>
          </p:nvSpPr>
          <p:spPr bwMode="auto">
            <a:xfrm>
              <a:off x="41671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0862" name="Rectangle 82">
              <a:extLst>
                <a:ext uri="{FF2B5EF4-FFF2-40B4-BE49-F238E27FC236}">
                  <a16:creationId xmlns:a16="http://schemas.microsoft.com/office/drawing/2014/main" id="{7420CE95-C0E8-4D99-950B-02A263B2A9D9}"/>
                </a:ext>
              </a:extLst>
            </p:cNvPr>
            <p:cNvSpPr>
              <a:spLocks noChangeArrowheads="1"/>
            </p:cNvSpPr>
            <p:nvPr/>
          </p:nvSpPr>
          <p:spPr bwMode="auto">
            <a:xfrm>
              <a:off x="47132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0863" name="Rectangle 83">
              <a:extLst>
                <a:ext uri="{FF2B5EF4-FFF2-40B4-BE49-F238E27FC236}">
                  <a16:creationId xmlns:a16="http://schemas.microsoft.com/office/drawing/2014/main" id="{1BF30ACF-AFA4-498F-AF3C-D52D77DEB56C}"/>
                </a:ext>
              </a:extLst>
            </p:cNvPr>
            <p:cNvSpPr>
              <a:spLocks noChangeArrowheads="1"/>
            </p:cNvSpPr>
            <p:nvPr/>
          </p:nvSpPr>
          <p:spPr bwMode="auto">
            <a:xfrm>
              <a:off x="2657475" y="1752600"/>
              <a:ext cx="134937"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0864" name="Rectangle 85">
              <a:extLst>
                <a:ext uri="{FF2B5EF4-FFF2-40B4-BE49-F238E27FC236}">
                  <a16:creationId xmlns:a16="http://schemas.microsoft.com/office/drawing/2014/main" id="{C668BCED-5C04-4CA9-B14A-E4696CB3B51E}"/>
                </a:ext>
              </a:extLst>
            </p:cNvPr>
            <p:cNvSpPr>
              <a:spLocks noChangeArrowheads="1"/>
            </p:cNvSpPr>
            <p:nvPr/>
          </p:nvSpPr>
          <p:spPr bwMode="auto">
            <a:xfrm>
              <a:off x="2644775" y="2300288"/>
              <a:ext cx="134937"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grpSp>
      <p:sp>
        <p:nvSpPr>
          <p:cNvPr id="120836" name="Rectangle 142">
            <a:extLst>
              <a:ext uri="{FF2B5EF4-FFF2-40B4-BE49-F238E27FC236}">
                <a16:creationId xmlns:a16="http://schemas.microsoft.com/office/drawing/2014/main" id="{E47818FF-8D73-44E8-BB5B-FC224CE09B42}"/>
              </a:ext>
            </a:extLst>
          </p:cNvPr>
          <p:cNvSpPr>
            <a:spLocks noChangeArrowheads="1"/>
          </p:cNvSpPr>
          <p:nvPr/>
        </p:nvSpPr>
        <p:spPr bwMode="auto">
          <a:xfrm>
            <a:off x="2611438" y="3001963"/>
            <a:ext cx="173037" cy="2403475"/>
          </a:xfrm>
          <a:prstGeom prst="rect">
            <a:avLst/>
          </a:prstGeom>
          <a:solidFill>
            <a:srgbClr val="FF0000">
              <a:alpha val="36078"/>
            </a:srgbClr>
          </a:solidFill>
          <a:ln w="9525">
            <a:solidFill>
              <a:srgbClr val="FF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837" name="Rectangle 34">
            <a:extLst>
              <a:ext uri="{FF2B5EF4-FFF2-40B4-BE49-F238E27FC236}">
                <a16:creationId xmlns:a16="http://schemas.microsoft.com/office/drawing/2014/main" id="{F73BD422-247D-48C4-8FF2-D2FDDE51F903}"/>
              </a:ext>
            </a:extLst>
          </p:cNvPr>
          <p:cNvSpPr>
            <a:spLocks noChangeArrowheads="1"/>
          </p:cNvSpPr>
          <p:nvPr/>
        </p:nvSpPr>
        <p:spPr bwMode="auto">
          <a:xfrm>
            <a:off x="7502525" y="3309938"/>
            <a:ext cx="122238"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1857" name="Group 1">
            <a:extLst>
              <a:ext uri="{FF2B5EF4-FFF2-40B4-BE49-F238E27FC236}">
                <a16:creationId xmlns:a16="http://schemas.microsoft.com/office/drawing/2014/main" id="{AB011DDB-79C3-4916-BAB2-EACE922D8CFC}"/>
              </a:ext>
            </a:extLst>
          </p:cNvPr>
          <p:cNvGrpSpPr>
            <a:grpSpLocks/>
          </p:cNvGrpSpPr>
          <p:nvPr/>
        </p:nvGrpSpPr>
        <p:grpSpPr bwMode="auto">
          <a:xfrm>
            <a:off x="879475" y="1666875"/>
            <a:ext cx="3235325" cy="3819525"/>
            <a:chOff x="3013075" y="1666875"/>
            <a:chExt cx="3235325" cy="3819525"/>
          </a:xfrm>
        </p:grpSpPr>
        <p:sp>
          <p:nvSpPr>
            <p:cNvPr id="121897" name="Rectangle 4">
              <a:extLst>
                <a:ext uri="{FF2B5EF4-FFF2-40B4-BE49-F238E27FC236}">
                  <a16:creationId xmlns:a16="http://schemas.microsoft.com/office/drawing/2014/main" id="{64986415-FB8A-4D07-B1DA-B1037F83F9C0}"/>
                </a:ext>
              </a:extLst>
            </p:cNvPr>
            <p:cNvSpPr>
              <a:spLocks noChangeArrowheads="1"/>
            </p:cNvSpPr>
            <p:nvPr/>
          </p:nvSpPr>
          <p:spPr bwMode="auto">
            <a:xfrm>
              <a:off x="3038475" y="1666875"/>
              <a:ext cx="3203575"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898" name="Rectangle 5">
              <a:extLst>
                <a:ext uri="{FF2B5EF4-FFF2-40B4-BE49-F238E27FC236}">
                  <a16:creationId xmlns:a16="http://schemas.microsoft.com/office/drawing/2014/main" id="{50333D5A-9F6D-4E47-B667-C66F5EE21564}"/>
                </a:ext>
              </a:extLst>
            </p:cNvPr>
            <p:cNvSpPr>
              <a:spLocks noChangeArrowheads="1"/>
            </p:cNvSpPr>
            <p:nvPr/>
          </p:nvSpPr>
          <p:spPr bwMode="auto">
            <a:xfrm>
              <a:off x="3013075" y="1677988"/>
              <a:ext cx="11113"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899" name="Rectangle 6">
              <a:extLst>
                <a:ext uri="{FF2B5EF4-FFF2-40B4-BE49-F238E27FC236}">
                  <a16:creationId xmlns:a16="http://schemas.microsoft.com/office/drawing/2014/main" id="{086EA8F4-D7A1-4728-BA8E-A78D54D904F1}"/>
                </a:ext>
              </a:extLst>
            </p:cNvPr>
            <p:cNvSpPr>
              <a:spLocks noChangeArrowheads="1"/>
            </p:cNvSpPr>
            <p:nvPr/>
          </p:nvSpPr>
          <p:spPr bwMode="auto">
            <a:xfrm>
              <a:off x="4129088"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00" name="Rectangle 7">
              <a:extLst>
                <a:ext uri="{FF2B5EF4-FFF2-40B4-BE49-F238E27FC236}">
                  <a16:creationId xmlns:a16="http://schemas.microsoft.com/office/drawing/2014/main" id="{696E7448-61E7-4E8F-96D7-D5F1F0B8A965}"/>
                </a:ext>
              </a:extLst>
            </p:cNvPr>
            <p:cNvSpPr>
              <a:spLocks noChangeArrowheads="1"/>
            </p:cNvSpPr>
            <p:nvPr/>
          </p:nvSpPr>
          <p:spPr bwMode="auto">
            <a:xfrm>
              <a:off x="3246438" y="1792288"/>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01" name="Rectangle 8">
              <a:extLst>
                <a:ext uri="{FF2B5EF4-FFF2-40B4-BE49-F238E27FC236}">
                  <a16:creationId xmlns:a16="http://schemas.microsoft.com/office/drawing/2014/main" id="{FBE0565B-2FE3-43AD-B6FA-EB3B3D0D216D}"/>
                </a:ext>
              </a:extLst>
            </p:cNvPr>
            <p:cNvSpPr>
              <a:spLocks noChangeArrowheads="1"/>
            </p:cNvSpPr>
            <p:nvPr/>
          </p:nvSpPr>
          <p:spPr bwMode="auto">
            <a:xfrm>
              <a:off x="5219700"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02" name="Rectangle 9">
              <a:extLst>
                <a:ext uri="{FF2B5EF4-FFF2-40B4-BE49-F238E27FC236}">
                  <a16:creationId xmlns:a16="http://schemas.microsoft.com/office/drawing/2014/main" id="{9A8FB1B4-5CD2-4429-B944-C551EC357897}"/>
                </a:ext>
              </a:extLst>
            </p:cNvPr>
            <p:cNvSpPr>
              <a:spLocks noChangeArrowheads="1"/>
            </p:cNvSpPr>
            <p:nvPr/>
          </p:nvSpPr>
          <p:spPr bwMode="auto">
            <a:xfrm>
              <a:off x="4440238" y="1792288"/>
              <a:ext cx="4937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03" name="Rectangle 10">
              <a:extLst>
                <a:ext uri="{FF2B5EF4-FFF2-40B4-BE49-F238E27FC236}">
                  <a16:creationId xmlns:a16="http://schemas.microsoft.com/office/drawing/2014/main" id="{BB121CB1-E347-40F1-B0D6-7E659DD8387F}"/>
                </a:ext>
              </a:extLst>
            </p:cNvPr>
            <p:cNvSpPr>
              <a:spLocks noChangeArrowheads="1"/>
            </p:cNvSpPr>
            <p:nvPr/>
          </p:nvSpPr>
          <p:spPr bwMode="auto">
            <a:xfrm>
              <a:off x="6235700"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04" name="Rectangle 11">
              <a:extLst>
                <a:ext uri="{FF2B5EF4-FFF2-40B4-BE49-F238E27FC236}">
                  <a16:creationId xmlns:a16="http://schemas.microsoft.com/office/drawing/2014/main" id="{73A0926E-EEA4-42E6-AEFA-FCE441E845DD}"/>
                </a:ext>
              </a:extLst>
            </p:cNvPr>
            <p:cNvSpPr>
              <a:spLocks noChangeArrowheads="1"/>
            </p:cNvSpPr>
            <p:nvPr/>
          </p:nvSpPr>
          <p:spPr bwMode="auto">
            <a:xfrm>
              <a:off x="3013075" y="2139950"/>
              <a:ext cx="11113"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05" name="Rectangle 12">
              <a:extLst>
                <a:ext uri="{FF2B5EF4-FFF2-40B4-BE49-F238E27FC236}">
                  <a16:creationId xmlns:a16="http://schemas.microsoft.com/office/drawing/2014/main" id="{19454D1D-A5D4-48AB-9477-3435259D069C}"/>
                </a:ext>
              </a:extLst>
            </p:cNvPr>
            <p:cNvSpPr>
              <a:spLocks noChangeArrowheads="1"/>
            </p:cNvSpPr>
            <p:nvPr/>
          </p:nvSpPr>
          <p:spPr bwMode="auto">
            <a:xfrm>
              <a:off x="5375275" y="1792288"/>
              <a:ext cx="704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Output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06" name="Rectangle 13">
              <a:extLst>
                <a:ext uri="{FF2B5EF4-FFF2-40B4-BE49-F238E27FC236}">
                  <a16:creationId xmlns:a16="http://schemas.microsoft.com/office/drawing/2014/main" id="{0BF5288E-9CE5-45D9-BCB4-6125DFF895C9}"/>
                </a:ext>
              </a:extLst>
            </p:cNvPr>
            <p:cNvSpPr>
              <a:spLocks noChangeArrowheads="1"/>
            </p:cNvSpPr>
            <p:nvPr/>
          </p:nvSpPr>
          <p:spPr bwMode="auto">
            <a:xfrm>
              <a:off x="4129088"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07" name="Rectangle 14">
              <a:extLst>
                <a:ext uri="{FF2B5EF4-FFF2-40B4-BE49-F238E27FC236}">
                  <a16:creationId xmlns:a16="http://schemas.microsoft.com/office/drawing/2014/main" id="{BA1B39E2-F09F-4724-BDA0-49C1CCDC9E1A}"/>
                </a:ext>
              </a:extLst>
            </p:cNvPr>
            <p:cNvSpPr>
              <a:spLocks noChangeArrowheads="1"/>
            </p:cNvSpPr>
            <p:nvPr/>
          </p:nvSpPr>
          <p:spPr bwMode="auto">
            <a:xfrm>
              <a:off x="3387725" y="2141538"/>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08" name="Rectangle 15">
              <a:extLst>
                <a:ext uri="{FF2B5EF4-FFF2-40B4-BE49-F238E27FC236}">
                  <a16:creationId xmlns:a16="http://schemas.microsoft.com/office/drawing/2014/main" id="{C04BB7B0-48C7-411B-B790-91F511E87BCD}"/>
                </a:ext>
              </a:extLst>
            </p:cNvPr>
            <p:cNvSpPr>
              <a:spLocks noChangeArrowheads="1"/>
            </p:cNvSpPr>
            <p:nvPr/>
          </p:nvSpPr>
          <p:spPr bwMode="auto">
            <a:xfrm>
              <a:off x="5219700"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09" name="Rectangle 16">
              <a:extLst>
                <a:ext uri="{FF2B5EF4-FFF2-40B4-BE49-F238E27FC236}">
                  <a16:creationId xmlns:a16="http://schemas.microsoft.com/office/drawing/2014/main" id="{CD82631C-14BF-4794-9EEA-131734EA6699}"/>
                </a:ext>
              </a:extLst>
            </p:cNvPr>
            <p:cNvSpPr>
              <a:spLocks noChangeArrowheads="1"/>
            </p:cNvSpPr>
            <p:nvPr/>
          </p:nvSpPr>
          <p:spPr bwMode="auto">
            <a:xfrm>
              <a:off x="6235700"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10" name="Rectangle 17">
              <a:extLst>
                <a:ext uri="{FF2B5EF4-FFF2-40B4-BE49-F238E27FC236}">
                  <a16:creationId xmlns:a16="http://schemas.microsoft.com/office/drawing/2014/main" id="{1C00038E-EA1B-45DE-9AF0-221830221E89}"/>
                </a:ext>
              </a:extLst>
            </p:cNvPr>
            <p:cNvSpPr>
              <a:spLocks noChangeArrowheads="1"/>
            </p:cNvSpPr>
            <p:nvPr/>
          </p:nvSpPr>
          <p:spPr bwMode="auto">
            <a:xfrm>
              <a:off x="3013075" y="2495550"/>
              <a:ext cx="11113"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11" name="Rectangle 18">
              <a:extLst>
                <a:ext uri="{FF2B5EF4-FFF2-40B4-BE49-F238E27FC236}">
                  <a16:creationId xmlns:a16="http://schemas.microsoft.com/office/drawing/2014/main" id="{B1B9986C-9690-4F94-8EA2-FE7E2179F9BC}"/>
                </a:ext>
              </a:extLst>
            </p:cNvPr>
            <p:cNvSpPr>
              <a:spLocks noChangeArrowheads="1"/>
            </p:cNvSpPr>
            <p:nvPr/>
          </p:nvSpPr>
          <p:spPr bwMode="auto">
            <a:xfrm>
              <a:off x="4452938" y="2141538"/>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12" name="Rectangle 19">
              <a:extLst>
                <a:ext uri="{FF2B5EF4-FFF2-40B4-BE49-F238E27FC236}">
                  <a16:creationId xmlns:a16="http://schemas.microsoft.com/office/drawing/2014/main" id="{E4FF3092-70F1-4B8E-991A-3A6CAFDE33F0}"/>
                </a:ext>
              </a:extLst>
            </p:cNvPr>
            <p:cNvSpPr>
              <a:spLocks noChangeArrowheads="1"/>
            </p:cNvSpPr>
            <p:nvPr/>
          </p:nvSpPr>
          <p:spPr bwMode="auto">
            <a:xfrm>
              <a:off x="3262313" y="2490788"/>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13" name="Rectangle 20">
              <a:extLst>
                <a:ext uri="{FF2B5EF4-FFF2-40B4-BE49-F238E27FC236}">
                  <a16:creationId xmlns:a16="http://schemas.microsoft.com/office/drawing/2014/main" id="{459E95D8-3AFE-49D3-8E20-B07FBE2696B6}"/>
                </a:ext>
              </a:extLst>
            </p:cNvPr>
            <p:cNvSpPr>
              <a:spLocks noChangeArrowheads="1"/>
            </p:cNvSpPr>
            <p:nvPr/>
          </p:nvSpPr>
          <p:spPr bwMode="auto">
            <a:xfrm>
              <a:off x="3387725"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14" name="Rectangle 21">
              <a:extLst>
                <a:ext uri="{FF2B5EF4-FFF2-40B4-BE49-F238E27FC236}">
                  <a16:creationId xmlns:a16="http://schemas.microsoft.com/office/drawing/2014/main" id="{8CDA8C5C-607C-42C0-B065-5B61AAEC5804}"/>
                </a:ext>
              </a:extLst>
            </p:cNvPr>
            <p:cNvSpPr>
              <a:spLocks noChangeArrowheads="1"/>
            </p:cNvSpPr>
            <p:nvPr/>
          </p:nvSpPr>
          <p:spPr bwMode="auto">
            <a:xfrm>
              <a:off x="3498850" y="2490788"/>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15" name="Rectangle 22">
              <a:extLst>
                <a:ext uri="{FF2B5EF4-FFF2-40B4-BE49-F238E27FC236}">
                  <a16:creationId xmlns:a16="http://schemas.microsoft.com/office/drawing/2014/main" id="{6E0A5648-F100-4CC4-ACF9-C035833070EC}"/>
                </a:ext>
              </a:extLst>
            </p:cNvPr>
            <p:cNvSpPr>
              <a:spLocks noChangeArrowheads="1"/>
            </p:cNvSpPr>
            <p:nvPr/>
          </p:nvSpPr>
          <p:spPr bwMode="auto">
            <a:xfrm>
              <a:off x="36242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16" name="Rectangle 23">
              <a:extLst>
                <a:ext uri="{FF2B5EF4-FFF2-40B4-BE49-F238E27FC236}">
                  <a16:creationId xmlns:a16="http://schemas.microsoft.com/office/drawing/2014/main" id="{75996FC2-49F8-4229-ACBD-037D5C37EF11}"/>
                </a:ext>
              </a:extLst>
            </p:cNvPr>
            <p:cNvSpPr>
              <a:spLocks noChangeArrowheads="1"/>
            </p:cNvSpPr>
            <p:nvPr/>
          </p:nvSpPr>
          <p:spPr bwMode="auto">
            <a:xfrm>
              <a:off x="3738563" y="2490788"/>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17" name="Rectangle 24">
              <a:extLst>
                <a:ext uri="{FF2B5EF4-FFF2-40B4-BE49-F238E27FC236}">
                  <a16:creationId xmlns:a16="http://schemas.microsoft.com/office/drawing/2014/main" id="{8535D0A9-C4C8-450A-A0EF-E0CC9D7CDA44}"/>
                </a:ext>
              </a:extLst>
            </p:cNvPr>
            <p:cNvSpPr>
              <a:spLocks noChangeArrowheads="1"/>
            </p:cNvSpPr>
            <p:nvPr/>
          </p:nvSpPr>
          <p:spPr bwMode="auto">
            <a:xfrm>
              <a:off x="4129088"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18" name="Rectangle 25">
              <a:extLst>
                <a:ext uri="{FF2B5EF4-FFF2-40B4-BE49-F238E27FC236}">
                  <a16:creationId xmlns:a16="http://schemas.microsoft.com/office/drawing/2014/main" id="{F94928F1-2A23-4D03-ACD2-E8168EDC0890}"/>
                </a:ext>
              </a:extLst>
            </p:cNvPr>
            <p:cNvSpPr>
              <a:spLocks noChangeArrowheads="1"/>
            </p:cNvSpPr>
            <p:nvPr/>
          </p:nvSpPr>
          <p:spPr bwMode="auto">
            <a:xfrm>
              <a:off x="386238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19" name="Rectangle 26">
              <a:extLst>
                <a:ext uri="{FF2B5EF4-FFF2-40B4-BE49-F238E27FC236}">
                  <a16:creationId xmlns:a16="http://schemas.microsoft.com/office/drawing/2014/main" id="{61857C06-819D-461A-90C7-AD9FDAF147A5}"/>
                </a:ext>
              </a:extLst>
            </p:cNvPr>
            <p:cNvSpPr>
              <a:spLocks noChangeArrowheads="1"/>
            </p:cNvSpPr>
            <p:nvPr/>
          </p:nvSpPr>
          <p:spPr bwMode="auto">
            <a:xfrm>
              <a:off x="4295775" y="2490788"/>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20" name="Rectangle 27">
              <a:extLst>
                <a:ext uri="{FF2B5EF4-FFF2-40B4-BE49-F238E27FC236}">
                  <a16:creationId xmlns:a16="http://schemas.microsoft.com/office/drawing/2014/main" id="{3ADEBFC0-0CD2-4305-8D3E-638452A7DE5C}"/>
                </a:ext>
              </a:extLst>
            </p:cNvPr>
            <p:cNvSpPr>
              <a:spLocks noChangeArrowheads="1"/>
            </p:cNvSpPr>
            <p:nvPr/>
          </p:nvSpPr>
          <p:spPr bwMode="auto">
            <a:xfrm>
              <a:off x="44402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21" name="Rectangle 28">
              <a:extLst>
                <a:ext uri="{FF2B5EF4-FFF2-40B4-BE49-F238E27FC236}">
                  <a16:creationId xmlns:a16="http://schemas.microsoft.com/office/drawing/2014/main" id="{FA5D63E9-EAB2-448D-8A02-7D8510059CA7}"/>
                </a:ext>
              </a:extLst>
            </p:cNvPr>
            <p:cNvSpPr>
              <a:spLocks noChangeArrowheads="1"/>
            </p:cNvSpPr>
            <p:nvPr/>
          </p:nvSpPr>
          <p:spPr bwMode="auto">
            <a:xfrm>
              <a:off x="4556125" y="2490788"/>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22" name="Rectangle 29">
              <a:extLst>
                <a:ext uri="{FF2B5EF4-FFF2-40B4-BE49-F238E27FC236}">
                  <a16:creationId xmlns:a16="http://schemas.microsoft.com/office/drawing/2014/main" id="{92DF8829-C5EB-4710-9E0F-5F0C4AAF681C}"/>
                </a:ext>
              </a:extLst>
            </p:cNvPr>
            <p:cNvSpPr>
              <a:spLocks noChangeArrowheads="1"/>
            </p:cNvSpPr>
            <p:nvPr/>
          </p:nvSpPr>
          <p:spPr bwMode="auto">
            <a:xfrm>
              <a:off x="4702175"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23" name="Rectangle 30">
              <a:extLst>
                <a:ext uri="{FF2B5EF4-FFF2-40B4-BE49-F238E27FC236}">
                  <a16:creationId xmlns:a16="http://schemas.microsoft.com/office/drawing/2014/main" id="{6B966D3E-1891-4A39-B91C-AE230D8B7DD4}"/>
                </a:ext>
              </a:extLst>
            </p:cNvPr>
            <p:cNvSpPr>
              <a:spLocks noChangeArrowheads="1"/>
            </p:cNvSpPr>
            <p:nvPr/>
          </p:nvSpPr>
          <p:spPr bwMode="auto">
            <a:xfrm>
              <a:off x="4814888" y="2490788"/>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24" name="Rectangle 31">
              <a:extLst>
                <a:ext uri="{FF2B5EF4-FFF2-40B4-BE49-F238E27FC236}">
                  <a16:creationId xmlns:a16="http://schemas.microsoft.com/office/drawing/2014/main" id="{D2F227BB-BF57-45FF-B2B3-61B43D4B929A}"/>
                </a:ext>
              </a:extLst>
            </p:cNvPr>
            <p:cNvSpPr>
              <a:spLocks noChangeArrowheads="1"/>
            </p:cNvSpPr>
            <p:nvPr/>
          </p:nvSpPr>
          <p:spPr bwMode="auto">
            <a:xfrm>
              <a:off x="5219700"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25" name="Rectangle 32">
              <a:extLst>
                <a:ext uri="{FF2B5EF4-FFF2-40B4-BE49-F238E27FC236}">
                  <a16:creationId xmlns:a16="http://schemas.microsoft.com/office/drawing/2014/main" id="{4C0547C5-35C8-4EF5-AF4B-347192D3B936}"/>
                </a:ext>
              </a:extLst>
            </p:cNvPr>
            <p:cNvSpPr>
              <a:spLocks noChangeArrowheads="1"/>
            </p:cNvSpPr>
            <p:nvPr/>
          </p:nvSpPr>
          <p:spPr bwMode="auto">
            <a:xfrm>
              <a:off x="49609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26" name="Rectangle 33">
              <a:extLst>
                <a:ext uri="{FF2B5EF4-FFF2-40B4-BE49-F238E27FC236}">
                  <a16:creationId xmlns:a16="http://schemas.microsoft.com/office/drawing/2014/main" id="{5F455E18-FE8E-47CF-B012-1092F178DFC9}"/>
                </a:ext>
              </a:extLst>
            </p:cNvPr>
            <p:cNvSpPr>
              <a:spLocks noChangeArrowheads="1"/>
            </p:cNvSpPr>
            <p:nvPr/>
          </p:nvSpPr>
          <p:spPr bwMode="auto">
            <a:xfrm>
              <a:off x="5384800"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27" name="Rectangle 34">
              <a:extLst>
                <a:ext uri="{FF2B5EF4-FFF2-40B4-BE49-F238E27FC236}">
                  <a16:creationId xmlns:a16="http://schemas.microsoft.com/office/drawing/2014/main" id="{27620487-4156-4414-9E38-3E1E5CD5A8E8}"/>
                </a:ext>
              </a:extLst>
            </p:cNvPr>
            <p:cNvSpPr>
              <a:spLocks noChangeArrowheads="1"/>
            </p:cNvSpPr>
            <p:nvPr/>
          </p:nvSpPr>
          <p:spPr bwMode="auto">
            <a:xfrm>
              <a:off x="55038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28" name="Rectangle 35">
              <a:extLst>
                <a:ext uri="{FF2B5EF4-FFF2-40B4-BE49-F238E27FC236}">
                  <a16:creationId xmlns:a16="http://schemas.microsoft.com/office/drawing/2014/main" id="{1802ED45-B20B-40FA-B52F-D47D13CD2472}"/>
                </a:ext>
              </a:extLst>
            </p:cNvPr>
            <p:cNvSpPr>
              <a:spLocks noChangeArrowheads="1"/>
            </p:cNvSpPr>
            <p:nvPr/>
          </p:nvSpPr>
          <p:spPr bwMode="auto">
            <a:xfrm>
              <a:off x="5613400"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29" name="Rectangle 36">
              <a:extLst>
                <a:ext uri="{FF2B5EF4-FFF2-40B4-BE49-F238E27FC236}">
                  <a16:creationId xmlns:a16="http://schemas.microsoft.com/office/drawing/2014/main" id="{EC4D6B82-CA98-4CF8-8C00-FA2052CD2982}"/>
                </a:ext>
              </a:extLst>
            </p:cNvPr>
            <p:cNvSpPr>
              <a:spLocks noChangeArrowheads="1"/>
            </p:cNvSpPr>
            <p:nvPr/>
          </p:nvSpPr>
          <p:spPr bwMode="auto">
            <a:xfrm>
              <a:off x="57324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30" name="Rectangle 37">
              <a:extLst>
                <a:ext uri="{FF2B5EF4-FFF2-40B4-BE49-F238E27FC236}">
                  <a16:creationId xmlns:a16="http://schemas.microsoft.com/office/drawing/2014/main" id="{2E3DF480-2223-4781-8121-2FE0A6DCA82C}"/>
                </a:ext>
              </a:extLst>
            </p:cNvPr>
            <p:cNvSpPr>
              <a:spLocks noChangeArrowheads="1"/>
            </p:cNvSpPr>
            <p:nvPr/>
          </p:nvSpPr>
          <p:spPr bwMode="auto">
            <a:xfrm>
              <a:off x="5845175"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31" name="Rectangle 38">
              <a:extLst>
                <a:ext uri="{FF2B5EF4-FFF2-40B4-BE49-F238E27FC236}">
                  <a16:creationId xmlns:a16="http://schemas.microsoft.com/office/drawing/2014/main" id="{80268F0D-EFE3-4248-9393-6CEF346ACE7D}"/>
                </a:ext>
              </a:extLst>
            </p:cNvPr>
            <p:cNvSpPr>
              <a:spLocks noChangeArrowheads="1"/>
            </p:cNvSpPr>
            <p:nvPr/>
          </p:nvSpPr>
          <p:spPr bwMode="auto">
            <a:xfrm>
              <a:off x="6235700"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32" name="Rectangle 39">
              <a:extLst>
                <a:ext uri="{FF2B5EF4-FFF2-40B4-BE49-F238E27FC236}">
                  <a16:creationId xmlns:a16="http://schemas.microsoft.com/office/drawing/2014/main" id="{D1FB91A2-32FB-49A8-BE33-FC02070A706B}"/>
                </a:ext>
              </a:extLst>
            </p:cNvPr>
            <p:cNvSpPr>
              <a:spLocks noChangeArrowheads="1"/>
            </p:cNvSpPr>
            <p:nvPr/>
          </p:nvSpPr>
          <p:spPr bwMode="auto">
            <a:xfrm>
              <a:off x="3038475" y="2833688"/>
              <a:ext cx="3203575"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33" name="Rectangle 40">
              <a:extLst>
                <a:ext uri="{FF2B5EF4-FFF2-40B4-BE49-F238E27FC236}">
                  <a16:creationId xmlns:a16="http://schemas.microsoft.com/office/drawing/2014/main" id="{874ED859-8BAC-4E91-A3C8-DB1F0076ED79}"/>
                </a:ext>
              </a:extLst>
            </p:cNvPr>
            <p:cNvSpPr>
              <a:spLocks noChangeArrowheads="1"/>
            </p:cNvSpPr>
            <p:nvPr/>
          </p:nvSpPr>
          <p:spPr bwMode="auto">
            <a:xfrm>
              <a:off x="3013075" y="2846388"/>
              <a:ext cx="11113"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34" name="Rectangle 41">
              <a:extLst>
                <a:ext uri="{FF2B5EF4-FFF2-40B4-BE49-F238E27FC236}">
                  <a16:creationId xmlns:a16="http://schemas.microsoft.com/office/drawing/2014/main" id="{9EF59DC2-BD14-4062-8385-A0A0047C8114}"/>
                </a:ext>
              </a:extLst>
            </p:cNvPr>
            <p:cNvSpPr>
              <a:spLocks noChangeArrowheads="1"/>
            </p:cNvSpPr>
            <p:nvPr/>
          </p:nvSpPr>
          <p:spPr bwMode="auto">
            <a:xfrm>
              <a:off x="59642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35" name="Rectangle 42">
              <a:extLst>
                <a:ext uri="{FF2B5EF4-FFF2-40B4-BE49-F238E27FC236}">
                  <a16:creationId xmlns:a16="http://schemas.microsoft.com/office/drawing/2014/main" id="{E65D6F86-EE8E-41F4-94EC-7E43E1679D16}"/>
                </a:ext>
              </a:extLst>
            </p:cNvPr>
            <p:cNvSpPr>
              <a:spLocks noChangeArrowheads="1"/>
            </p:cNvSpPr>
            <p:nvPr/>
          </p:nvSpPr>
          <p:spPr bwMode="auto">
            <a:xfrm>
              <a:off x="4129088"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36" name="Rectangle 43">
              <a:extLst>
                <a:ext uri="{FF2B5EF4-FFF2-40B4-BE49-F238E27FC236}">
                  <a16:creationId xmlns:a16="http://schemas.microsoft.com/office/drawing/2014/main" id="{F449DF84-FB0E-4500-A8DE-4B69E3DC0496}"/>
                </a:ext>
              </a:extLst>
            </p:cNvPr>
            <p:cNvSpPr>
              <a:spLocks noChangeArrowheads="1"/>
            </p:cNvSpPr>
            <p:nvPr/>
          </p:nvSpPr>
          <p:spPr bwMode="auto">
            <a:xfrm>
              <a:off x="3335338" y="29575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37" name="Rectangle 44">
              <a:extLst>
                <a:ext uri="{FF2B5EF4-FFF2-40B4-BE49-F238E27FC236}">
                  <a16:creationId xmlns:a16="http://schemas.microsoft.com/office/drawing/2014/main" id="{3167A8EA-4F89-4F90-AEC4-E899AC6E1C09}"/>
                </a:ext>
              </a:extLst>
            </p:cNvPr>
            <p:cNvSpPr>
              <a:spLocks noChangeArrowheads="1"/>
            </p:cNvSpPr>
            <p:nvPr/>
          </p:nvSpPr>
          <p:spPr bwMode="auto">
            <a:xfrm>
              <a:off x="4465638" y="2957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38" name="Rectangle 45">
              <a:extLst>
                <a:ext uri="{FF2B5EF4-FFF2-40B4-BE49-F238E27FC236}">
                  <a16:creationId xmlns:a16="http://schemas.microsoft.com/office/drawing/2014/main" id="{7ED9B81D-354D-4EF4-B145-34D8FB6B3ACF}"/>
                </a:ext>
              </a:extLst>
            </p:cNvPr>
            <p:cNvSpPr>
              <a:spLocks noChangeArrowheads="1"/>
            </p:cNvSpPr>
            <p:nvPr/>
          </p:nvSpPr>
          <p:spPr bwMode="auto">
            <a:xfrm>
              <a:off x="5219700"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39" name="Rectangle 46">
              <a:extLst>
                <a:ext uri="{FF2B5EF4-FFF2-40B4-BE49-F238E27FC236}">
                  <a16:creationId xmlns:a16="http://schemas.microsoft.com/office/drawing/2014/main" id="{D440860C-701B-406F-B7DD-B33E95BEFD7B}"/>
                </a:ext>
              </a:extLst>
            </p:cNvPr>
            <p:cNvSpPr>
              <a:spLocks noChangeArrowheads="1"/>
            </p:cNvSpPr>
            <p:nvPr/>
          </p:nvSpPr>
          <p:spPr bwMode="auto">
            <a:xfrm>
              <a:off x="4618038" y="29575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40" name="Rectangle 47">
              <a:extLst>
                <a:ext uri="{FF2B5EF4-FFF2-40B4-BE49-F238E27FC236}">
                  <a16:creationId xmlns:a16="http://schemas.microsoft.com/office/drawing/2014/main" id="{FC89FE9B-82CA-4C90-8EFA-D3D705EC5612}"/>
                </a:ext>
              </a:extLst>
            </p:cNvPr>
            <p:cNvSpPr>
              <a:spLocks noChangeArrowheads="1"/>
            </p:cNvSpPr>
            <p:nvPr/>
          </p:nvSpPr>
          <p:spPr bwMode="auto">
            <a:xfrm>
              <a:off x="5518150" y="2957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41" name="Rectangle 48">
              <a:extLst>
                <a:ext uri="{FF2B5EF4-FFF2-40B4-BE49-F238E27FC236}">
                  <a16:creationId xmlns:a16="http://schemas.microsoft.com/office/drawing/2014/main" id="{3E51A77E-1C05-4756-99CC-CFCB61DF259C}"/>
                </a:ext>
              </a:extLst>
            </p:cNvPr>
            <p:cNvSpPr>
              <a:spLocks noChangeArrowheads="1"/>
            </p:cNvSpPr>
            <p:nvPr/>
          </p:nvSpPr>
          <p:spPr bwMode="auto">
            <a:xfrm>
              <a:off x="6235700"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42" name="Rectangle 49">
              <a:extLst>
                <a:ext uri="{FF2B5EF4-FFF2-40B4-BE49-F238E27FC236}">
                  <a16:creationId xmlns:a16="http://schemas.microsoft.com/office/drawing/2014/main" id="{F15A3CFA-A318-4E6D-8E35-A8353B610A4C}"/>
                </a:ext>
              </a:extLst>
            </p:cNvPr>
            <p:cNvSpPr>
              <a:spLocks noChangeArrowheads="1"/>
            </p:cNvSpPr>
            <p:nvPr/>
          </p:nvSpPr>
          <p:spPr bwMode="auto">
            <a:xfrm>
              <a:off x="3013075" y="3303588"/>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43" name="Rectangle 50">
              <a:extLst>
                <a:ext uri="{FF2B5EF4-FFF2-40B4-BE49-F238E27FC236}">
                  <a16:creationId xmlns:a16="http://schemas.microsoft.com/office/drawing/2014/main" id="{DE4F96B4-7480-48A0-8B19-D5729BFD14FD}"/>
                </a:ext>
              </a:extLst>
            </p:cNvPr>
            <p:cNvSpPr>
              <a:spLocks noChangeArrowheads="1"/>
            </p:cNvSpPr>
            <p:nvPr/>
          </p:nvSpPr>
          <p:spPr bwMode="auto">
            <a:xfrm>
              <a:off x="5657850" y="29575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44" name="Rectangle 51">
              <a:extLst>
                <a:ext uri="{FF2B5EF4-FFF2-40B4-BE49-F238E27FC236}">
                  <a16:creationId xmlns:a16="http://schemas.microsoft.com/office/drawing/2014/main" id="{3A09817B-9FD2-4EF4-9B7D-980648DC678E}"/>
                </a:ext>
              </a:extLst>
            </p:cNvPr>
            <p:cNvSpPr>
              <a:spLocks noChangeArrowheads="1"/>
            </p:cNvSpPr>
            <p:nvPr/>
          </p:nvSpPr>
          <p:spPr bwMode="auto">
            <a:xfrm>
              <a:off x="4129088"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45" name="Rectangle 52">
              <a:extLst>
                <a:ext uri="{FF2B5EF4-FFF2-40B4-BE49-F238E27FC236}">
                  <a16:creationId xmlns:a16="http://schemas.microsoft.com/office/drawing/2014/main" id="{F73AB96A-5550-4BA9-A9C7-70D00F6F9A8F}"/>
                </a:ext>
              </a:extLst>
            </p:cNvPr>
            <p:cNvSpPr>
              <a:spLocks noChangeArrowheads="1"/>
            </p:cNvSpPr>
            <p:nvPr/>
          </p:nvSpPr>
          <p:spPr bwMode="auto">
            <a:xfrm>
              <a:off x="3335338" y="330676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46" name="Rectangle 53">
              <a:extLst>
                <a:ext uri="{FF2B5EF4-FFF2-40B4-BE49-F238E27FC236}">
                  <a16:creationId xmlns:a16="http://schemas.microsoft.com/office/drawing/2014/main" id="{7BD8252E-2869-476B-9132-BCD808E68F15}"/>
                </a:ext>
              </a:extLst>
            </p:cNvPr>
            <p:cNvSpPr>
              <a:spLocks noChangeArrowheads="1"/>
            </p:cNvSpPr>
            <p:nvPr/>
          </p:nvSpPr>
          <p:spPr bwMode="auto">
            <a:xfrm>
              <a:off x="4465638" y="33067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47" name="Rectangle 54">
              <a:extLst>
                <a:ext uri="{FF2B5EF4-FFF2-40B4-BE49-F238E27FC236}">
                  <a16:creationId xmlns:a16="http://schemas.microsoft.com/office/drawing/2014/main" id="{0C6FA061-648A-4646-8120-1754BDEEAB69}"/>
                </a:ext>
              </a:extLst>
            </p:cNvPr>
            <p:cNvSpPr>
              <a:spLocks noChangeArrowheads="1"/>
            </p:cNvSpPr>
            <p:nvPr/>
          </p:nvSpPr>
          <p:spPr bwMode="auto">
            <a:xfrm>
              <a:off x="5219700"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48" name="Rectangle 55">
              <a:extLst>
                <a:ext uri="{FF2B5EF4-FFF2-40B4-BE49-F238E27FC236}">
                  <a16:creationId xmlns:a16="http://schemas.microsoft.com/office/drawing/2014/main" id="{931FF579-E4CA-4C94-857A-A97957721E94}"/>
                </a:ext>
              </a:extLst>
            </p:cNvPr>
            <p:cNvSpPr>
              <a:spLocks noChangeArrowheads="1"/>
            </p:cNvSpPr>
            <p:nvPr/>
          </p:nvSpPr>
          <p:spPr bwMode="auto">
            <a:xfrm>
              <a:off x="4618038" y="33067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49" name="Rectangle 56">
              <a:extLst>
                <a:ext uri="{FF2B5EF4-FFF2-40B4-BE49-F238E27FC236}">
                  <a16:creationId xmlns:a16="http://schemas.microsoft.com/office/drawing/2014/main" id="{2C44CAAB-16ED-45D2-890C-AE089DF5F36C}"/>
                </a:ext>
              </a:extLst>
            </p:cNvPr>
            <p:cNvSpPr>
              <a:spLocks noChangeArrowheads="1"/>
            </p:cNvSpPr>
            <p:nvPr/>
          </p:nvSpPr>
          <p:spPr bwMode="auto">
            <a:xfrm>
              <a:off x="5518150" y="33067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50" name="Rectangle 57">
              <a:extLst>
                <a:ext uri="{FF2B5EF4-FFF2-40B4-BE49-F238E27FC236}">
                  <a16:creationId xmlns:a16="http://schemas.microsoft.com/office/drawing/2014/main" id="{8B42D04E-DBDD-4748-9D1B-36CE64AB0445}"/>
                </a:ext>
              </a:extLst>
            </p:cNvPr>
            <p:cNvSpPr>
              <a:spLocks noChangeArrowheads="1"/>
            </p:cNvSpPr>
            <p:nvPr/>
          </p:nvSpPr>
          <p:spPr bwMode="auto">
            <a:xfrm>
              <a:off x="6235700"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51" name="Rectangle 58">
              <a:extLst>
                <a:ext uri="{FF2B5EF4-FFF2-40B4-BE49-F238E27FC236}">
                  <a16:creationId xmlns:a16="http://schemas.microsoft.com/office/drawing/2014/main" id="{1603C7C5-4912-475F-8D46-8741B910BBFD}"/>
                </a:ext>
              </a:extLst>
            </p:cNvPr>
            <p:cNvSpPr>
              <a:spLocks noChangeArrowheads="1"/>
            </p:cNvSpPr>
            <p:nvPr/>
          </p:nvSpPr>
          <p:spPr bwMode="auto">
            <a:xfrm>
              <a:off x="3013075" y="3608388"/>
              <a:ext cx="11113"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52" name="Rectangle 59">
              <a:extLst>
                <a:ext uri="{FF2B5EF4-FFF2-40B4-BE49-F238E27FC236}">
                  <a16:creationId xmlns:a16="http://schemas.microsoft.com/office/drawing/2014/main" id="{4C0745D4-5ABE-4104-932B-7E46F35FEFDD}"/>
                </a:ext>
              </a:extLst>
            </p:cNvPr>
            <p:cNvSpPr>
              <a:spLocks noChangeArrowheads="1"/>
            </p:cNvSpPr>
            <p:nvPr/>
          </p:nvSpPr>
          <p:spPr bwMode="auto">
            <a:xfrm>
              <a:off x="5657850" y="33067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53" name="Rectangle 60">
              <a:extLst>
                <a:ext uri="{FF2B5EF4-FFF2-40B4-BE49-F238E27FC236}">
                  <a16:creationId xmlns:a16="http://schemas.microsoft.com/office/drawing/2014/main" id="{752E95B3-36FD-41F7-9AD1-2BE710CDF304}"/>
                </a:ext>
              </a:extLst>
            </p:cNvPr>
            <p:cNvSpPr>
              <a:spLocks noChangeArrowheads="1"/>
            </p:cNvSpPr>
            <p:nvPr/>
          </p:nvSpPr>
          <p:spPr bwMode="auto">
            <a:xfrm>
              <a:off x="4129088"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54" name="Rectangle 61">
              <a:extLst>
                <a:ext uri="{FF2B5EF4-FFF2-40B4-BE49-F238E27FC236}">
                  <a16:creationId xmlns:a16="http://schemas.microsoft.com/office/drawing/2014/main" id="{7D731A3B-631C-48F1-95E3-12B9BE6573B6}"/>
                </a:ext>
              </a:extLst>
            </p:cNvPr>
            <p:cNvSpPr>
              <a:spLocks noChangeArrowheads="1"/>
            </p:cNvSpPr>
            <p:nvPr/>
          </p:nvSpPr>
          <p:spPr bwMode="auto">
            <a:xfrm>
              <a:off x="3335338" y="361156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55" name="Rectangle 62">
              <a:extLst>
                <a:ext uri="{FF2B5EF4-FFF2-40B4-BE49-F238E27FC236}">
                  <a16:creationId xmlns:a16="http://schemas.microsoft.com/office/drawing/2014/main" id="{BA29B013-69CF-4FA8-818D-A58DCC66767F}"/>
                </a:ext>
              </a:extLst>
            </p:cNvPr>
            <p:cNvSpPr>
              <a:spLocks noChangeArrowheads="1"/>
            </p:cNvSpPr>
            <p:nvPr/>
          </p:nvSpPr>
          <p:spPr bwMode="auto">
            <a:xfrm>
              <a:off x="4465638" y="36115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56" name="Rectangle 63">
              <a:extLst>
                <a:ext uri="{FF2B5EF4-FFF2-40B4-BE49-F238E27FC236}">
                  <a16:creationId xmlns:a16="http://schemas.microsoft.com/office/drawing/2014/main" id="{A537BD0C-8FBE-4DB7-83DF-87BEA2DD5F1E}"/>
                </a:ext>
              </a:extLst>
            </p:cNvPr>
            <p:cNvSpPr>
              <a:spLocks noChangeArrowheads="1"/>
            </p:cNvSpPr>
            <p:nvPr/>
          </p:nvSpPr>
          <p:spPr bwMode="auto">
            <a:xfrm>
              <a:off x="5219700"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57" name="Rectangle 64">
              <a:extLst>
                <a:ext uri="{FF2B5EF4-FFF2-40B4-BE49-F238E27FC236}">
                  <a16:creationId xmlns:a16="http://schemas.microsoft.com/office/drawing/2014/main" id="{193448B8-84C1-4062-BADC-ED0593AC7834}"/>
                </a:ext>
              </a:extLst>
            </p:cNvPr>
            <p:cNvSpPr>
              <a:spLocks noChangeArrowheads="1"/>
            </p:cNvSpPr>
            <p:nvPr/>
          </p:nvSpPr>
          <p:spPr bwMode="auto">
            <a:xfrm>
              <a:off x="4618038" y="36115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58" name="Rectangle 65">
              <a:extLst>
                <a:ext uri="{FF2B5EF4-FFF2-40B4-BE49-F238E27FC236}">
                  <a16:creationId xmlns:a16="http://schemas.microsoft.com/office/drawing/2014/main" id="{B79959B2-9A70-4ADC-8CD0-472E6C2298FA}"/>
                </a:ext>
              </a:extLst>
            </p:cNvPr>
            <p:cNvSpPr>
              <a:spLocks noChangeArrowheads="1"/>
            </p:cNvSpPr>
            <p:nvPr/>
          </p:nvSpPr>
          <p:spPr bwMode="auto">
            <a:xfrm>
              <a:off x="5518150" y="36115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59" name="Rectangle 66">
              <a:extLst>
                <a:ext uri="{FF2B5EF4-FFF2-40B4-BE49-F238E27FC236}">
                  <a16:creationId xmlns:a16="http://schemas.microsoft.com/office/drawing/2014/main" id="{514C3458-A9D1-4C0F-ACA3-BCED02BFC25A}"/>
                </a:ext>
              </a:extLst>
            </p:cNvPr>
            <p:cNvSpPr>
              <a:spLocks noChangeArrowheads="1"/>
            </p:cNvSpPr>
            <p:nvPr/>
          </p:nvSpPr>
          <p:spPr bwMode="auto">
            <a:xfrm>
              <a:off x="6235700"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60" name="Rectangle 67">
              <a:extLst>
                <a:ext uri="{FF2B5EF4-FFF2-40B4-BE49-F238E27FC236}">
                  <a16:creationId xmlns:a16="http://schemas.microsoft.com/office/drawing/2014/main" id="{916023E7-F2A2-4779-AFE0-7B59B50F2DF8}"/>
                </a:ext>
              </a:extLst>
            </p:cNvPr>
            <p:cNvSpPr>
              <a:spLocks noChangeArrowheads="1"/>
            </p:cNvSpPr>
            <p:nvPr/>
          </p:nvSpPr>
          <p:spPr bwMode="auto">
            <a:xfrm>
              <a:off x="3013075" y="39116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61" name="Rectangle 68">
              <a:extLst>
                <a:ext uri="{FF2B5EF4-FFF2-40B4-BE49-F238E27FC236}">
                  <a16:creationId xmlns:a16="http://schemas.microsoft.com/office/drawing/2014/main" id="{8E52486A-1265-4048-A967-4FEDCC8D2680}"/>
                </a:ext>
              </a:extLst>
            </p:cNvPr>
            <p:cNvSpPr>
              <a:spLocks noChangeArrowheads="1"/>
            </p:cNvSpPr>
            <p:nvPr/>
          </p:nvSpPr>
          <p:spPr bwMode="auto">
            <a:xfrm>
              <a:off x="5657850" y="36115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62" name="Rectangle 69">
              <a:extLst>
                <a:ext uri="{FF2B5EF4-FFF2-40B4-BE49-F238E27FC236}">
                  <a16:creationId xmlns:a16="http://schemas.microsoft.com/office/drawing/2014/main" id="{408CF15A-2D7C-4E3C-84C5-3D8CC2DCF744}"/>
                </a:ext>
              </a:extLst>
            </p:cNvPr>
            <p:cNvSpPr>
              <a:spLocks noChangeArrowheads="1"/>
            </p:cNvSpPr>
            <p:nvPr/>
          </p:nvSpPr>
          <p:spPr bwMode="auto">
            <a:xfrm>
              <a:off x="4129088"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63" name="Rectangle 70">
              <a:extLst>
                <a:ext uri="{FF2B5EF4-FFF2-40B4-BE49-F238E27FC236}">
                  <a16:creationId xmlns:a16="http://schemas.microsoft.com/office/drawing/2014/main" id="{97341E81-CAAE-4FCC-9A34-9B57C867DE3B}"/>
                </a:ext>
              </a:extLst>
            </p:cNvPr>
            <p:cNvSpPr>
              <a:spLocks noChangeArrowheads="1"/>
            </p:cNvSpPr>
            <p:nvPr/>
          </p:nvSpPr>
          <p:spPr bwMode="auto">
            <a:xfrm>
              <a:off x="3335338" y="3914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64" name="Rectangle 71">
              <a:extLst>
                <a:ext uri="{FF2B5EF4-FFF2-40B4-BE49-F238E27FC236}">
                  <a16:creationId xmlns:a16="http://schemas.microsoft.com/office/drawing/2014/main" id="{B73F54FC-BB50-481D-BCBE-E82DE2459F70}"/>
                </a:ext>
              </a:extLst>
            </p:cNvPr>
            <p:cNvSpPr>
              <a:spLocks noChangeArrowheads="1"/>
            </p:cNvSpPr>
            <p:nvPr/>
          </p:nvSpPr>
          <p:spPr bwMode="auto">
            <a:xfrm>
              <a:off x="4465638" y="39147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65" name="Rectangle 72">
              <a:extLst>
                <a:ext uri="{FF2B5EF4-FFF2-40B4-BE49-F238E27FC236}">
                  <a16:creationId xmlns:a16="http://schemas.microsoft.com/office/drawing/2014/main" id="{5885F9DB-06E1-4FB0-9467-E6601205084E}"/>
                </a:ext>
              </a:extLst>
            </p:cNvPr>
            <p:cNvSpPr>
              <a:spLocks noChangeArrowheads="1"/>
            </p:cNvSpPr>
            <p:nvPr/>
          </p:nvSpPr>
          <p:spPr bwMode="auto">
            <a:xfrm>
              <a:off x="5219700"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66" name="Rectangle 73">
              <a:extLst>
                <a:ext uri="{FF2B5EF4-FFF2-40B4-BE49-F238E27FC236}">
                  <a16:creationId xmlns:a16="http://schemas.microsoft.com/office/drawing/2014/main" id="{4286E6AB-60DD-4A1F-9643-CA187911D751}"/>
                </a:ext>
              </a:extLst>
            </p:cNvPr>
            <p:cNvSpPr>
              <a:spLocks noChangeArrowheads="1"/>
            </p:cNvSpPr>
            <p:nvPr/>
          </p:nvSpPr>
          <p:spPr bwMode="auto">
            <a:xfrm>
              <a:off x="4618038" y="39147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67" name="Rectangle 74">
              <a:extLst>
                <a:ext uri="{FF2B5EF4-FFF2-40B4-BE49-F238E27FC236}">
                  <a16:creationId xmlns:a16="http://schemas.microsoft.com/office/drawing/2014/main" id="{9D777C80-1415-4522-9FC2-69A68A2A2ED8}"/>
                </a:ext>
              </a:extLst>
            </p:cNvPr>
            <p:cNvSpPr>
              <a:spLocks noChangeArrowheads="1"/>
            </p:cNvSpPr>
            <p:nvPr/>
          </p:nvSpPr>
          <p:spPr bwMode="auto">
            <a:xfrm>
              <a:off x="5518150" y="39147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68" name="Rectangle 75">
              <a:extLst>
                <a:ext uri="{FF2B5EF4-FFF2-40B4-BE49-F238E27FC236}">
                  <a16:creationId xmlns:a16="http://schemas.microsoft.com/office/drawing/2014/main" id="{0AA5BBE8-ED77-4C61-AA5C-3F072856F010}"/>
                </a:ext>
              </a:extLst>
            </p:cNvPr>
            <p:cNvSpPr>
              <a:spLocks noChangeArrowheads="1"/>
            </p:cNvSpPr>
            <p:nvPr/>
          </p:nvSpPr>
          <p:spPr bwMode="auto">
            <a:xfrm>
              <a:off x="6235700"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69" name="Rectangle 76">
              <a:extLst>
                <a:ext uri="{FF2B5EF4-FFF2-40B4-BE49-F238E27FC236}">
                  <a16:creationId xmlns:a16="http://schemas.microsoft.com/office/drawing/2014/main" id="{C782B2A5-984D-407E-A3E0-385B54644F08}"/>
                </a:ext>
              </a:extLst>
            </p:cNvPr>
            <p:cNvSpPr>
              <a:spLocks noChangeArrowheads="1"/>
            </p:cNvSpPr>
            <p:nvPr/>
          </p:nvSpPr>
          <p:spPr bwMode="auto">
            <a:xfrm>
              <a:off x="3013075" y="42164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70" name="Rectangle 77">
              <a:extLst>
                <a:ext uri="{FF2B5EF4-FFF2-40B4-BE49-F238E27FC236}">
                  <a16:creationId xmlns:a16="http://schemas.microsoft.com/office/drawing/2014/main" id="{820EBD18-25D7-40F2-8716-329AC63E75AC}"/>
                </a:ext>
              </a:extLst>
            </p:cNvPr>
            <p:cNvSpPr>
              <a:spLocks noChangeArrowheads="1"/>
            </p:cNvSpPr>
            <p:nvPr/>
          </p:nvSpPr>
          <p:spPr bwMode="auto">
            <a:xfrm>
              <a:off x="5657850" y="39147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71" name="Rectangle 78">
              <a:extLst>
                <a:ext uri="{FF2B5EF4-FFF2-40B4-BE49-F238E27FC236}">
                  <a16:creationId xmlns:a16="http://schemas.microsoft.com/office/drawing/2014/main" id="{9555A27A-F51E-4B58-9263-83B4DF0EB181}"/>
                </a:ext>
              </a:extLst>
            </p:cNvPr>
            <p:cNvSpPr>
              <a:spLocks noChangeArrowheads="1"/>
            </p:cNvSpPr>
            <p:nvPr/>
          </p:nvSpPr>
          <p:spPr bwMode="auto">
            <a:xfrm>
              <a:off x="4129088"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72" name="Rectangle 79">
              <a:extLst>
                <a:ext uri="{FF2B5EF4-FFF2-40B4-BE49-F238E27FC236}">
                  <a16:creationId xmlns:a16="http://schemas.microsoft.com/office/drawing/2014/main" id="{047D81CF-D8F0-4035-92E1-7432730A6A28}"/>
                </a:ext>
              </a:extLst>
            </p:cNvPr>
            <p:cNvSpPr>
              <a:spLocks noChangeArrowheads="1"/>
            </p:cNvSpPr>
            <p:nvPr/>
          </p:nvSpPr>
          <p:spPr bwMode="auto">
            <a:xfrm>
              <a:off x="3335338" y="4219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73" name="Rectangle 80">
              <a:extLst>
                <a:ext uri="{FF2B5EF4-FFF2-40B4-BE49-F238E27FC236}">
                  <a16:creationId xmlns:a16="http://schemas.microsoft.com/office/drawing/2014/main" id="{B479A1B9-99C6-43CC-BD7C-569AA52872D8}"/>
                </a:ext>
              </a:extLst>
            </p:cNvPr>
            <p:cNvSpPr>
              <a:spLocks noChangeArrowheads="1"/>
            </p:cNvSpPr>
            <p:nvPr/>
          </p:nvSpPr>
          <p:spPr bwMode="auto">
            <a:xfrm>
              <a:off x="4465638" y="42195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74" name="Rectangle 81">
              <a:extLst>
                <a:ext uri="{FF2B5EF4-FFF2-40B4-BE49-F238E27FC236}">
                  <a16:creationId xmlns:a16="http://schemas.microsoft.com/office/drawing/2014/main" id="{F13F8525-0E28-4DDB-986D-632E835FB65A}"/>
                </a:ext>
              </a:extLst>
            </p:cNvPr>
            <p:cNvSpPr>
              <a:spLocks noChangeArrowheads="1"/>
            </p:cNvSpPr>
            <p:nvPr/>
          </p:nvSpPr>
          <p:spPr bwMode="auto">
            <a:xfrm>
              <a:off x="5219700"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75" name="Rectangle 82">
              <a:extLst>
                <a:ext uri="{FF2B5EF4-FFF2-40B4-BE49-F238E27FC236}">
                  <a16:creationId xmlns:a16="http://schemas.microsoft.com/office/drawing/2014/main" id="{11687EE3-483A-4387-A365-36099CD6FA32}"/>
                </a:ext>
              </a:extLst>
            </p:cNvPr>
            <p:cNvSpPr>
              <a:spLocks noChangeArrowheads="1"/>
            </p:cNvSpPr>
            <p:nvPr/>
          </p:nvSpPr>
          <p:spPr bwMode="auto">
            <a:xfrm>
              <a:off x="4618038" y="42195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76" name="Rectangle 83">
              <a:extLst>
                <a:ext uri="{FF2B5EF4-FFF2-40B4-BE49-F238E27FC236}">
                  <a16:creationId xmlns:a16="http://schemas.microsoft.com/office/drawing/2014/main" id="{75F17268-AD18-44BB-9E03-9B90DFA1A734}"/>
                </a:ext>
              </a:extLst>
            </p:cNvPr>
            <p:cNvSpPr>
              <a:spLocks noChangeArrowheads="1"/>
            </p:cNvSpPr>
            <p:nvPr/>
          </p:nvSpPr>
          <p:spPr bwMode="auto">
            <a:xfrm>
              <a:off x="5518150" y="42195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77" name="Rectangle 84">
              <a:extLst>
                <a:ext uri="{FF2B5EF4-FFF2-40B4-BE49-F238E27FC236}">
                  <a16:creationId xmlns:a16="http://schemas.microsoft.com/office/drawing/2014/main" id="{7C7EDFEF-5B2C-48FF-A16A-13BE27D04FBE}"/>
                </a:ext>
              </a:extLst>
            </p:cNvPr>
            <p:cNvSpPr>
              <a:spLocks noChangeArrowheads="1"/>
            </p:cNvSpPr>
            <p:nvPr/>
          </p:nvSpPr>
          <p:spPr bwMode="auto">
            <a:xfrm>
              <a:off x="6235700"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78" name="Rectangle 85">
              <a:extLst>
                <a:ext uri="{FF2B5EF4-FFF2-40B4-BE49-F238E27FC236}">
                  <a16:creationId xmlns:a16="http://schemas.microsoft.com/office/drawing/2014/main" id="{9D305342-F3CB-4A13-87AC-52003F49F6A9}"/>
                </a:ext>
              </a:extLst>
            </p:cNvPr>
            <p:cNvSpPr>
              <a:spLocks noChangeArrowheads="1"/>
            </p:cNvSpPr>
            <p:nvPr/>
          </p:nvSpPr>
          <p:spPr bwMode="auto">
            <a:xfrm>
              <a:off x="3013075" y="45212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79" name="Rectangle 86">
              <a:extLst>
                <a:ext uri="{FF2B5EF4-FFF2-40B4-BE49-F238E27FC236}">
                  <a16:creationId xmlns:a16="http://schemas.microsoft.com/office/drawing/2014/main" id="{69CC837F-DA0C-4956-AF28-4FF5E397C600}"/>
                </a:ext>
              </a:extLst>
            </p:cNvPr>
            <p:cNvSpPr>
              <a:spLocks noChangeArrowheads="1"/>
            </p:cNvSpPr>
            <p:nvPr/>
          </p:nvSpPr>
          <p:spPr bwMode="auto">
            <a:xfrm>
              <a:off x="5657850" y="42195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80" name="Rectangle 87">
              <a:extLst>
                <a:ext uri="{FF2B5EF4-FFF2-40B4-BE49-F238E27FC236}">
                  <a16:creationId xmlns:a16="http://schemas.microsoft.com/office/drawing/2014/main" id="{2A28287D-95E9-4D12-98AB-EFEBC3C3B3F8}"/>
                </a:ext>
              </a:extLst>
            </p:cNvPr>
            <p:cNvSpPr>
              <a:spLocks noChangeArrowheads="1"/>
            </p:cNvSpPr>
            <p:nvPr/>
          </p:nvSpPr>
          <p:spPr bwMode="auto">
            <a:xfrm>
              <a:off x="4129088"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81" name="Rectangle 88">
              <a:extLst>
                <a:ext uri="{FF2B5EF4-FFF2-40B4-BE49-F238E27FC236}">
                  <a16:creationId xmlns:a16="http://schemas.microsoft.com/office/drawing/2014/main" id="{016F6110-165E-443A-B390-9474355BC1A2}"/>
                </a:ext>
              </a:extLst>
            </p:cNvPr>
            <p:cNvSpPr>
              <a:spLocks noChangeArrowheads="1"/>
            </p:cNvSpPr>
            <p:nvPr/>
          </p:nvSpPr>
          <p:spPr bwMode="auto">
            <a:xfrm>
              <a:off x="3335338" y="4522788"/>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82" name="Rectangle 89">
              <a:extLst>
                <a:ext uri="{FF2B5EF4-FFF2-40B4-BE49-F238E27FC236}">
                  <a16:creationId xmlns:a16="http://schemas.microsoft.com/office/drawing/2014/main" id="{4EEACC54-42BE-48D9-B63A-7808271492B1}"/>
                </a:ext>
              </a:extLst>
            </p:cNvPr>
            <p:cNvSpPr>
              <a:spLocks noChangeArrowheads="1"/>
            </p:cNvSpPr>
            <p:nvPr/>
          </p:nvSpPr>
          <p:spPr bwMode="auto">
            <a:xfrm>
              <a:off x="4465638" y="45227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83" name="Rectangle 90">
              <a:extLst>
                <a:ext uri="{FF2B5EF4-FFF2-40B4-BE49-F238E27FC236}">
                  <a16:creationId xmlns:a16="http://schemas.microsoft.com/office/drawing/2014/main" id="{87D98857-4C6F-4E8C-8684-B45F1CCE5D7E}"/>
                </a:ext>
              </a:extLst>
            </p:cNvPr>
            <p:cNvSpPr>
              <a:spLocks noChangeArrowheads="1"/>
            </p:cNvSpPr>
            <p:nvPr/>
          </p:nvSpPr>
          <p:spPr bwMode="auto">
            <a:xfrm>
              <a:off x="5219700"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84" name="Rectangle 91">
              <a:extLst>
                <a:ext uri="{FF2B5EF4-FFF2-40B4-BE49-F238E27FC236}">
                  <a16:creationId xmlns:a16="http://schemas.microsoft.com/office/drawing/2014/main" id="{B73B4B6A-515E-4AC7-AA8C-E6B8D8172F2F}"/>
                </a:ext>
              </a:extLst>
            </p:cNvPr>
            <p:cNvSpPr>
              <a:spLocks noChangeArrowheads="1"/>
            </p:cNvSpPr>
            <p:nvPr/>
          </p:nvSpPr>
          <p:spPr bwMode="auto">
            <a:xfrm>
              <a:off x="4618038" y="4522788"/>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85" name="Rectangle 92">
              <a:extLst>
                <a:ext uri="{FF2B5EF4-FFF2-40B4-BE49-F238E27FC236}">
                  <a16:creationId xmlns:a16="http://schemas.microsoft.com/office/drawing/2014/main" id="{2135A9A4-6694-44BD-BA1E-B33492884243}"/>
                </a:ext>
              </a:extLst>
            </p:cNvPr>
            <p:cNvSpPr>
              <a:spLocks noChangeArrowheads="1"/>
            </p:cNvSpPr>
            <p:nvPr/>
          </p:nvSpPr>
          <p:spPr bwMode="auto">
            <a:xfrm>
              <a:off x="5518150" y="45227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86" name="Rectangle 93">
              <a:extLst>
                <a:ext uri="{FF2B5EF4-FFF2-40B4-BE49-F238E27FC236}">
                  <a16:creationId xmlns:a16="http://schemas.microsoft.com/office/drawing/2014/main" id="{59C4B21C-EF01-4C99-8692-9D3664304655}"/>
                </a:ext>
              </a:extLst>
            </p:cNvPr>
            <p:cNvSpPr>
              <a:spLocks noChangeArrowheads="1"/>
            </p:cNvSpPr>
            <p:nvPr/>
          </p:nvSpPr>
          <p:spPr bwMode="auto">
            <a:xfrm>
              <a:off x="6235700"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87" name="Rectangle 94">
              <a:extLst>
                <a:ext uri="{FF2B5EF4-FFF2-40B4-BE49-F238E27FC236}">
                  <a16:creationId xmlns:a16="http://schemas.microsoft.com/office/drawing/2014/main" id="{6264E51A-B6E5-4D64-BF47-31733F107C77}"/>
                </a:ext>
              </a:extLst>
            </p:cNvPr>
            <p:cNvSpPr>
              <a:spLocks noChangeArrowheads="1"/>
            </p:cNvSpPr>
            <p:nvPr/>
          </p:nvSpPr>
          <p:spPr bwMode="auto">
            <a:xfrm>
              <a:off x="3013075" y="48260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88" name="Rectangle 95">
              <a:extLst>
                <a:ext uri="{FF2B5EF4-FFF2-40B4-BE49-F238E27FC236}">
                  <a16:creationId xmlns:a16="http://schemas.microsoft.com/office/drawing/2014/main" id="{138B94B1-D0A0-49F6-8D11-A427DF3A64C3}"/>
                </a:ext>
              </a:extLst>
            </p:cNvPr>
            <p:cNvSpPr>
              <a:spLocks noChangeArrowheads="1"/>
            </p:cNvSpPr>
            <p:nvPr/>
          </p:nvSpPr>
          <p:spPr bwMode="auto">
            <a:xfrm>
              <a:off x="5657850" y="4522788"/>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89" name="Rectangle 96">
              <a:extLst>
                <a:ext uri="{FF2B5EF4-FFF2-40B4-BE49-F238E27FC236}">
                  <a16:creationId xmlns:a16="http://schemas.microsoft.com/office/drawing/2014/main" id="{DDF01DF1-9E14-4887-895F-1F081D21943D}"/>
                </a:ext>
              </a:extLst>
            </p:cNvPr>
            <p:cNvSpPr>
              <a:spLocks noChangeArrowheads="1"/>
            </p:cNvSpPr>
            <p:nvPr/>
          </p:nvSpPr>
          <p:spPr bwMode="auto">
            <a:xfrm>
              <a:off x="4129088"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90" name="Rectangle 97">
              <a:extLst>
                <a:ext uri="{FF2B5EF4-FFF2-40B4-BE49-F238E27FC236}">
                  <a16:creationId xmlns:a16="http://schemas.microsoft.com/office/drawing/2014/main" id="{58592410-5071-4ECD-9529-04943ACCEB76}"/>
                </a:ext>
              </a:extLst>
            </p:cNvPr>
            <p:cNvSpPr>
              <a:spLocks noChangeArrowheads="1"/>
            </p:cNvSpPr>
            <p:nvPr/>
          </p:nvSpPr>
          <p:spPr bwMode="auto">
            <a:xfrm>
              <a:off x="3335338" y="48244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91" name="Rectangle 98">
              <a:extLst>
                <a:ext uri="{FF2B5EF4-FFF2-40B4-BE49-F238E27FC236}">
                  <a16:creationId xmlns:a16="http://schemas.microsoft.com/office/drawing/2014/main" id="{87AE71BC-A283-4F66-B188-4012B9BE6F06}"/>
                </a:ext>
              </a:extLst>
            </p:cNvPr>
            <p:cNvSpPr>
              <a:spLocks noChangeArrowheads="1"/>
            </p:cNvSpPr>
            <p:nvPr/>
          </p:nvSpPr>
          <p:spPr bwMode="auto">
            <a:xfrm>
              <a:off x="4465638" y="48244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92" name="Rectangle 99">
              <a:extLst>
                <a:ext uri="{FF2B5EF4-FFF2-40B4-BE49-F238E27FC236}">
                  <a16:creationId xmlns:a16="http://schemas.microsoft.com/office/drawing/2014/main" id="{75D0EA2D-BB32-4297-A912-A909A094ED37}"/>
                </a:ext>
              </a:extLst>
            </p:cNvPr>
            <p:cNvSpPr>
              <a:spLocks noChangeArrowheads="1"/>
            </p:cNvSpPr>
            <p:nvPr/>
          </p:nvSpPr>
          <p:spPr bwMode="auto">
            <a:xfrm>
              <a:off x="5219700"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93" name="Rectangle 100">
              <a:extLst>
                <a:ext uri="{FF2B5EF4-FFF2-40B4-BE49-F238E27FC236}">
                  <a16:creationId xmlns:a16="http://schemas.microsoft.com/office/drawing/2014/main" id="{06FE619B-CDF4-4EB7-968C-4EB9FB566309}"/>
                </a:ext>
              </a:extLst>
            </p:cNvPr>
            <p:cNvSpPr>
              <a:spLocks noChangeArrowheads="1"/>
            </p:cNvSpPr>
            <p:nvPr/>
          </p:nvSpPr>
          <p:spPr bwMode="auto">
            <a:xfrm>
              <a:off x="4618038" y="48244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94" name="Rectangle 101">
              <a:extLst>
                <a:ext uri="{FF2B5EF4-FFF2-40B4-BE49-F238E27FC236}">
                  <a16:creationId xmlns:a16="http://schemas.microsoft.com/office/drawing/2014/main" id="{B61FCF0E-577F-4794-BEE3-A977D4E91B5A}"/>
                </a:ext>
              </a:extLst>
            </p:cNvPr>
            <p:cNvSpPr>
              <a:spLocks noChangeArrowheads="1"/>
            </p:cNvSpPr>
            <p:nvPr/>
          </p:nvSpPr>
          <p:spPr bwMode="auto">
            <a:xfrm>
              <a:off x="5518150" y="48244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95" name="Rectangle 102">
              <a:extLst>
                <a:ext uri="{FF2B5EF4-FFF2-40B4-BE49-F238E27FC236}">
                  <a16:creationId xmlns:a16="http://schemas.microsoft.com/office/drawing/2014/main" id="{024DFA0F-0113-41EB-AE0A-898A8CD11E7B}"/>
                </a:ext>
              </a:extLst>
            </p:cNvPr>
            <p:cNvSpPr>
              <a:spLocks noChangeArrowheads="1"/>
            </p:cNvSpPr>
            <p:nvPr/>
          </p:nvSpPr>
          <p:spPr bwMode="auto">
            <a:xfrm>
              <a:off x="6235700"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96" name="Rectangle 103">
              <a:extLst>
                <a:ext uri="{FF2B5EF4-FFF2-40B4-BE49-F238E27FC236}">
                  <a16:creationId xmlns:a16="http://schemas.microsoft.com/office/drawing/2014/main" id="{4E3D74EE-1912-48EC-94AA-75A2283BB95A}"/>
                </a:ext>
              </a:extLst>
            </p:cNvPr>
            <p:cNvSpPr>
              <a:spLocks noChangeArrowheads="1"/>
            </p:cNvSpPr>
            <p:nvPr/>
          </p:nvSpPr>
          <p:spPr bwMode="auto">
            <a:xfrm>
              <a:off x="3013075" y="5135563"/>
              <a:ext cx="11113"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97" name="Rectangle 104">
              <a:extLst>
                <a:ext uri="{FF2B5EF4-FFF2-40B4-BE49-F238E27FC236}">
                  <a16:creationId xmlns:a16="http://schemas.microsoft.com/office/drawing/2014/main" id="{FA699D8E-0CAE-4639-BE75-F362C0AA2AB0}"/>
                </a:ext>
              </a:extLst>
            </p:cNvPr>
            <p:cNvSpPr>
              <a:spLocks noChangeArrowheads="1"/>
            </p:cNvSpPr>
            <p:nvPr/>
          </p:nvSpPr>
          <p:spPr bwMode="auto">
            <a:xfrm>
              <a:off x="5657850" y="48244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98" name="Rectangle 105">
              <a:extLst>
                <a:ext uri="{FF2B5EF4-FFF2-40B4-BE49-F238E27FC236}">
                  <a16:creationId xmlns:a16="http://schemas.microsoft.com/office/drawing/2014/main" id="{9ED29E12-CF67-4F89-89C4-EF5F5BBC5455}"/>
                </a:ext>
              </a:extLst>
            </p:cNvPr>
            <p:cNvSpPr>
              <a:spLocks noChangeArrowheads="1"/>
            </p:cNvSpPr>
            <p:nvPr/>
          </p:nvSpPr>
          <p:spPr bwMode="auto">
            <a:xfrm>
              <a:off x="4129088"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999" name="Rectangle 106">
              <a:extLst>
                <a:ext uri="{FF2B5EF4-FFF2-40B4-BE49-F238E27FC236}">
                  <a16:creationId xmlns:a16="http://schemas.microsoft.com/office/drawing/2014/main" id="{BB18D7A1-4694-4D68-88CD-B44CB0BC5115}"/>
                </a:ext>
              </a:extLst>
            </p:cNvPr>
            <p:cNvSpPr>
              <a:spLocks noChangeArrowheads="1"/>
            </p:cNvSpPr>
            <p:nvPr/>
          </p:nvSpPr>
          <p:spPr bwMode="auto">
            <a:xfrm>
              <a:off x="3335338" y="51292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000" name="Rectangle 107">
              <a:extLst>
                <a:ext uri="{FF2B5EF4-FFF2-40B4-BE49-F238E27FC236}">
                  <a16:creationId xmlns:a16="http://schemas.microsoft.com/office/drawing/2014/main" id="{B1EF68FD-0363-4A64-BD4B-3E5D7371793E}"/>
                </a:ext>
              </a:extLst>
            </p:cNvPr>
            <p:cNvSpPr>
              <a:spLocks noChangeArrowheads="1"/>
            </p:cNvSpPr>
            <p:nvPr/>
          </p:nvSpPr>
          <p:spPr bwMode="auto">
            <a:xfrm>
              <a:off x="4465638" y="51292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001" name="Rectangle 108">
              <a:extLst>
                <a:ext uri="{FF2B5EF4-FFF2-40B4-BE49-F238E27FC236}">
                  <a16:creationId xmlns:a16="http://schemas.microsoft.com/office/drawing/2014/main" id="{D1F2CDE2-B8D5-4BF8-9955-68DB25B38FAC}"/>
                </a:ext>
              </a:extLst>
            </p:cNvPr>
            <p:cNvSpPr>
              <a:spLocks noChangeArrowheads="1"/>
            </p:cNvSpPr>
            <p:nvPr/>
          </p:nvSpPr>
          <p:spPr bwMode="auto">
            <a:xfrm>
              <a:off x="5219700"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002" name="Rectangle 109">
              <a:extLst>
                <a:ext uri="{FF2B5EF4-FFF2-40B4-BE49-F238E27FC236}">
                  <a16:creationId xmlns:a16="http://schemas.microsoft.com/office/drawing/2014/main" id="{4AB16435-93DB-41E9-9F41-D07D575002A0}"/>
                </a:ext>
              </a:extLst>
            </p:cNvPr>
            <p:cNvSpPr>
              <a:spLocks noChangeArrowheads="1"/>
            </p:cNvSpPr>
            <p:nvPr/>
          </p:nvSpPr>
          <p:spPr bwMode="auto">
            <a:xfrm>
              <a:off x="4618038" y="51292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003" name="Rectangle 110">
              <a:extLst>
                <a:ext uri="{FF2B5EF4-FFF2-40B4-BE49-F238E27FC236}">
                  <a16:creationId xmlns:a16="http://schemas.microsoft.com/office/drawing/2014/main" id="{675B4843-8892-4EF2-B610-A7AC435E51E8}"/>
                </a:ext>
              </a:extLst>
            </p:cNvPr>
            <p:cNvSpPr>
              <a:spLocks noChangeArrowheads="1"/>
            </p:cNvSpPr>
            <p:nvPr/>
          </p:nvSpPr>
          <p:spPr bwMode="auto">
            <a:xfrm>
              <a:off x="5518150" y="51292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004" name="Rectangle 111">
              <a:extLst>
                <a:ext uri="{FF2B5EF4-FFF2-40B4-BE49-F238E27FC236}">
                  <a16:creationId xmlns:a16="http://schemas.microsoft.com/office/drawing/2014/main" id="{CD0391F9-322E-435C-9573-3B2E71FEAB1B}"/>
                </a:ext>
              </a:extLst>
            </p:cNvPr>
            <p:cNvSpPr>
              <a:spLocks noChangeArrowheads="1"/>
            </p:cNvSpPr>
            <p:nvPr/>
          </p:nvSpPr>
          <p:spPr bwMode="auto">
            <a:xfrm>
              <a:off x="6235700"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005" name="Rectangle 112">
              <a:extLst>
                <a:ext uri="{FF2B5EF4-FFF2-40B4-BE49-F238E27FC236}">
                  <a16:creationId xmlns:a16="http://schemas.microsoft.com/office/drawing/2014/main" id="{2AEF68F8-B0E4-4732-8A6B-AAFA4C8FC47B}"/>
                </a:ext>
              </a:extLst>
            </p:cNvPr>
            <p:cNvSpPr>
              <a:spLocks noChangeArrowheads="1"/>
            </p:cNvSpPr>
            <p:nvPr/>
          </p:nvSpPr>
          <p:spPr bwMode="auto">
            <a:xfrm>
              <a:off x="3038475" y="5473700"/>
              <a:ext cx="3203575"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006" name="Rectangle 113">
              <a:extLst>
                <a:ext uri="{FF2B5EF4-FFF2-40B4-BE49-F238E27FC236}">
                  <a16:creationId xmlns:a16="http://schemas.microsoft.com/office/drawing/2014/main" id="{6847735C-C5D4-4D08-9C42-416C6CB21135}"/>
                </a:ext>
              </a:extLst>
            </p:cNvPr>
            <p:cNvSpPr>
              <a:spLocks noChangeArrowheads="1"/>
            </p:cNvSpPr>
            <p:nvPr/>
          </p:nvSpPr>
          <p:spPr bwMode="auto">
            <a:xfrm>
              <a:off x="5657850" y="51292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21858" name="Title 1">
            <a:extLst>
              <a:ext uri="{FF2B5EF4-FFF2-40B4-BE49-F238E27FC236}">
                <a16:creationId xmlns:a16="http://schemas.microsoft.com/office/drawing/2014/main" id="{C748E24C-6F1C-4FE9-89AD-0FB725C4576B}"/>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K-map for Y</a:t>
            </a:r>
            <a:r>
              <a:rPr kumimoji="0" lang="en-US" altLang="en-US" sz="3200" b="1" i="0" u="none" strike="noStrike" kern="120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cs typeface="+mn-cs"/>
              </a:rPr>
              <a:t>0</a:t>
            </a:r>
          </a:p>
        </p:txBody>
      </p:sp>
      <p:grpSp>
        <p:nvGrpSpPr>
          <p:cNvPr id="121859" name="Group 114">
            <a:extLst>
              <a:ext uri="{FF2B5EF4-FFF2-40B4-BE49-F238E27FC236}">
                <a16:creationId xmlns:a16="http://schemas.microsoft.com/office/drawing/2014/main" id="{8AB40B7F-F75A-4B1B-8188-59CC99883661}"/>
              </a:ext>
            </a:extLst>
          </p:cNvPr>
          <p:cNvGrpSpPr>
            <a:grpSpLocks/>
          </p:cNvGrpSpPr>
          <p:nvPr/>
        </p:nvGrpSpPr>
        <p:grpSpPr bwMode="auto">
          <a:xfrm>
            <a:off x="5562600" y="2438400"/>
            <a:ext cx="2820988" cy="1806575"/>
            <a:chOff x="2286000" y="881063"/>
            <a:chExt cx="2820987" cy="1806575"/>
          </a:xfrm>
        </p:grpSpPr>
        <p:sp>
          <p:nvSpPr>
            <p:cNvPr id="121870" name="Rectangle 16">
              <a:extLst>
                <a:ext uri="{FF2B5EF4-FFF2-40B4-BE49-F238E27FC236}">
                  <a16:creationId xmlns:a16="http://schemas.microsoft.com/office/drawing/2014/main" id="{CD4B3CEC-E2A5-4607-BA9B-5AF08912678E}"/>
                </a:ext>
              </a:extLst>
            </p:cNvPr>
            <p:cNvSpPr>
              <a:spLocks noChangeArrowheads="1"/>
            </p:cNvSpPr>
            <p:nvPr/>
          </p:nvSpPr>
          <p:spPr bwMode="auto">
            <a:xfrm>
              <a:off x="2924175" y="1604963"/>
              <a:ext cx="1077912" cy="108267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1871" name="Line 17">
              <a:extLst>
                <a:ext uri="{FF2B5EF4-FFF2-40B4-BE49-F238E27FC236}">
                  <a16:creationId xmlns:a16="http://schemas.microsoft.com/office/drawing/2014/main" id="{C60FBFBE-F968-487F-818B-230B77674727}"/>
                </a:ext>
              </a:extLst>
            </p:cNvPr>
            <p:cNvSpPr>
              <a:spLocks noChangeShapeType="1"/>
            </p:cNvSpPr>
            <p:nvPr/>
          </p:nvSpPr>
          <p:spPr bwMode="auto">
            <a:xfrm flipH="1">
              <a:off x="2924175" y="2146300"/>
              <a:ext cx="1077912"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872" name="Line 18">
              <a:extLst>
                <a:ext uri="{FF2B5EF4-FFF2-40B4-BE49-F238E27FC236}">
                  <a16:creationId xmlns:a16="http://schemas.microsoft.com/office/drawing/2014/main" id="{C0F1DD39-874E-4570-9C51-F3ABA0D476C0}"/>
                </a:ext>
              </a:extLst>
            </p:cNvPr>
            <p:cNvSpPr>
              <a:spLocks noChangeShapeType="1"/>
            </p:cNvSpPr>
            <p:nvPr/>
          </p:nvSpPr>
          <p:spPr bwMode="auto">
            <a:xfrm flipV="1">
              <a:off x="3462337" y="1604963"/>
              <a:ext cx="1588" cy="10826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873" name="Line 19">
              <a:extLst>
                <a:ext uri="{FF2B5EF4-FFF2-40B4-BE49-F238E27FC236}">
                  <a16:creationId xmlns:a16="http://schemas.microsoft.com/office/drawing/2014/main" id="{BD62C6D3-3F6D-4153-903A-9FCB8C61DBFF}"/>
                </a:ext>
              </a:extLst>
            </p:cNvPr>
            <p:cNvSpPr>
              <a:spLocks noChangeShapeType="1"/>
            </p:cNvSpPr>
            <p:nvPr/>
          </p:nvSpPr>
          <p:spPr bwMode="auto">
            <a:xfrm>
              <a:off x="2384425" y="1036638"/>
              <a:ext cx="539750" cy="5683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874" name="Rectangle 21">
              <a:extLst>
                <a:ext uri="{FF2B5EF4-FFF2-40B4-BE49-F238E27FC236}">
                  <a16:creationId xmlns:a16="http://schemas.microsoft.com/office/drawing/2014/main" id="{343B99F8-E498-419A-ACCC-B3341338245B}"/>
                </a:ext>
              </a:extLst>
            </p:cNvPr>
            <p:cNvSpPr>
              <a:spLocks noChangeArrowheads="1"/>
            </p:cNvSpPr>
            <p:nvPr/>
          </p:nvSpPr>
          <p:spPr bwMode="auto">
            <a:xfrm>
              <a:off x="2549525" y="881063"/>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1875" name="Rectangle 22">
              <a:extLst>
                <a:ext uri="{FF2B5EF4-FFF2-40B4-BE49-F238E27FC236}">
                  <a16:creationId xmlns:a16="http://schemas.microsoft.com/office/drawing/2014/main" id="{207D483A-AE3F-4FD3-AE40-A5A3BE4AF9C4}"/>
                </a:ext>
              </a:extLst>
            </p:cNvPr>
            <p:cNvSpPr>
              <a:spLocks noChangeArrowheads="1"/>
            </p:cNvSpPr>
            <p:nvPr/>
          </p:nvSpPr>
          <p:spPr bwMode="auto">
            <a:xfrm>
              <a:off x="2662237" y="1003300"/>
              <a:ext cx="120650" cy="258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1876" name="Rectangle 23">
              <a:extLst>
                <a:ext uri="{FF2B5EF4-FFF2-40B4-BE49-F238E27FC236}">
                  <a16:creationId xmlns:a16="http://schemas.microsoft.com/office/drawing/2014/main" id="{3D6E6B98-6F55-4F2B-8736-4A36818198AA}"/>
                </a:ext>
              </a:extLst>
            </p:cNvPr>
            <p:cNvSpPr>
              <a:spLocks noChangeArrowheads="1"/>
            </p:cNvSpPr>
            <p:nvPr/>
          </p:nvSpPr>
          <p:spPr bwMode="auto">
            <a:xfrm>
              <a:off x="2784475" y="881063"/>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1877" name="Rectangle 24">
              <a:extLst>
                <a:ext uri="{FF2B5EF4-FFF2-40B4-BE49-F238E27FC236}">
                  <a16:creationId xmlns:a16="http://schemas.microsoft.com/office/drawing/2014/main" id="{314BDC33-34DC-475D-B89B-4D9290F6448A}"/>
                </a:ext>
              </a:extLst>
            </p:cNvPr>
            <p:cNvSpPr>
              <a:spLocks noChangeArrowheads="1"/>
            </p:cNvSpPr>
            <p:nvPr/>
          </p:nvSpPr>
          <p:spPr bwMode="auto">
            <a:xfrm>
              <a:off x="2897187" y="1003300"/>
              <a:ext cx="10900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1878" name="Rectangle 25">
              <a:extLst>
                <a:ext uri="{FF2B5EF4-FFF2-40B4-BE49-F238E27FC236}">
                  <a16:creationId xmlns:a16="http://schemas.microsoft.com/office/drawing/2014/main" id="{31B6553B-AA96-4415-BD43-D6676C7C00E0}"/>
                </a:ext>
              </a:extLst>
            </p:cNvPr>
            <p:cNvSpPr>
              <a:spLocks noChangeArrowheads="1"/>
            </p:cNvSpPr>
            <p:nvPr/>
          </p:nvSpPr>
          <p:spPr bwMode="auto">
            <a:xfrm>
              <a:off x="2286000" y="1143000"/>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1879" name="Rectangle 26">
              <a:extLst>
                <a:ext uri="{FF2B5EF4-FFF2-40B4-BE49-F238E27FC236}">
                  <a16:creationId xmlns:a16="http://schemas.microsoft.com/office/drawing/2014/main" id="{CE92AC3B-F58B-4B97-8BCE-8BBF28280019}"/>
                </a:ext>
              </a:extLst>
            </p:cNvPr>
            <p:cNvSpPr>
              <a:spLocks noChangeArrowheads="1"/>
            </p:cNvSpPr>
            <p:nvPr/>
          </p:nvSpPr>
          <p:spPr bwMode="auto">
            <a:xfrm>
              <a:off x="2400300" y="1265238"/>
              <a:ext cx="10900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1880" name="Rectangle 27">
              <a:extLst>
                <a:ext uri="{FF2B5EF4-FFF2-40B4-BE49-F238E27FC236}">
                  <a16:creationId xmlns:a16="http://schemas.microsoft.com/office/drawing/2014/main" id="{9B1F3D56-20E4-4015-80EF-2FEC6AADB5B0}"/>
                </a:ext>
              </a:extLst>
            </p:cNvPr>
            <p:cNvSpPr>
              <a:spLocks noChangeArrowheads="1"/>
            </p:cNvSpPr>
            <p:nvPr/>
          </p:nvSpPr>
          <p:spPr bwMode="auto">
            <a:xfrm>
              <a:off x="3132137" y="1752600"/>
              <a:ext cx="134938"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1881" name="Rectangle 28">
              <a:extLst>
                <a:ext uri="{FF2B5EF4-FFF2-40B4-BE49-F238E27FC236}">
                  <a16:creationId xmlns:a16="http://schemas.microsoft.com/office/drawing/2014/main" id="{7F105E9C-8A99-4DC8-A08C-8293894E3E65}"/>
                </a:ext>
              </a:extLst>
            </p:cNvPr>
            <p:cNvSpPr>
              <a:spLocks noChangeArrowheads="1"/>
            </p:cNvSpPr>
            <p:nvPr/>
          </p:nvSpPr>
          <p:spPr bwMode="auto">
            <a:xfrm>
              <a:off x="3678237" y="1752600"/>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1882" name="Rectangle 29">
              <a:extLst>
                <a:ext uri="{FF2B5EF4-FFF2-40B4-BE49-F238E27FC236}">
                  <a16:creationId xmlns:a16="http://schemas.microsoft.com/office/drawing/2014/main" id="{F8A31D71-8658-4D6A-ADA2-0725C2D7B8EE}"/>
                </a:ext>
              </a:extLst>
            </p:cNvPr>
            <p:cNvSpPr>
              <a:spLocks noChangeArrowheads="1"/>
            </p:cNvSpPr>
            <p:nvPr/>
          </p:nvSpPr>
          <p:spPr bwMode="auto">
            <a:xfrm>
              <a:off x="3132137" y="2300288"/>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1883" name="Rectangle 30">
              <a:extLst>
                <a:ext uri="{FF2B5EF4-FFF2-40B4-BE49-F238E27FC236}">
                  <a16:creationId xmlns:a16="http://schemas.microsoft.com/office/drawing/2014/main" id="{673477CE-6E2A-4EE7-913B-6C90E9B3F4AE}"/>
                </a:ext>
              </a:extLst>
            </p:cNvPr>
            <p:cNvSpPr>
              <a:spLocks noChangeArrowheads="1"/>
            </p:cNvSpPr>
            <p:nvPr/>
          </p:nvSpPr>
          <p:spPr bwMode="auto">
            <a:xfrm>
              <a:off x="4002087" y="1604963"/>
              <a:ext cx="1104900" cy="108267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1884" name="Line 31">
              <a:extLst>
                <a:ext uri="{FF2B5EF4-FFF2-40B4-BE49-F238E27FC236}">
                  <a16:creationId xmlns:a16="http://schemas.microsoft.com/office/drawing/2014/main" id="{F4023B93-EAC8-482C-9BFB-1A4386FAB075}"/>
                </a:ext>
              </a:extLst>
            </p:cNvPr>
            <p:cNvSpPr>
              <a:spLocks noChangeShapeType="1"/>
            </p:cNvSpPr>
            <p:nvPr/>
          </p:nvSpPr>
          <p:spPr bwMode="auto">
            <a:xfrm flipH="1">
              <a:off x="4002087" y="2146300"/>
              <a:ext cx="1104900"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885" name="Line 32">
              <a:extLst>
                <a:ext uri="{FF2B5EF4-FFF2-40B4-BE49-F238E27FC236}">
                  <a16:creationId xmlns:a16="http://schemas.microsoft.com/office/drawing/2014/main" id="{A9A0E527-156E-4DA5-A503-BDE9FA868965}"/>
                </a:ext>
              </a:extLst>
            </p:cNvPr>
            <p:cNvSpPr>
              <a:spLocks noChangeShapeType="1"/>
            </p:cNvSpPr>
            <p:nvPr/>
          </p:nvSpPr>
          <p:spPr bwMode="auto">
            <a:xfrm flipV="1">
              <a:off x="4567237" y="1604963"/>
              <a:ext cx="1588" cy="10826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886" name="Rectangle 33">
              <a:extLst>
                <a:ext uri="{FF2B5EF4-FFF2-40B4-BE49-F238E27FC236}">
                  <a16:creationId xmlns:a16="http://schemas.microsoft.com/office/drawing/2014/main" id="{699BF773-E46E-4478-AEAB-91ABBA772D32}"/>
                </a:ext>
              </a:extLst>
            </p:cNvPr>
            <p:cNvSpPr>
              <a:spLocks noChangeArrowheads="1"/>
            </p:cNvSpPr>
            <p:nvPr/>
          </p:nvSpPr>
          <p:spPr bwMode="auto">
            <a:xfrm>
              <a:off x="3678237" y="2300288"/>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1887" name="Rectangle 34">
              <a:extLst>
                <a:ext uri="{FF2B5EF4-FFF2-40B4-BE49-F238E27FC236}">
                  <a16:creationId xmlns:a16="http://schemas.microsoft.com/office/drawing/2014/main" id="{78895980-7F3A-47DE-8B5D-1330A9892288}"/>
                </a:ext>
              </a:extLst>
            </p:cNvPr>
            <p:cNvSpPr>
              <a:spLocks noChangeArrowheads="1"/>
            </p:cNvSpPr>
            <p:nvPr/>
          </p:nvSpPr>
          <p:spPr bwMode="auto">
            <a:xfrm>
              <a:off x="4225925" y="1752600"/>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1888" name="Rectangle 35">
              <a:extLst>
                <a:ext uri="{FF2B5EF4-FFF2-40B4-BE49-F238E27FC236}">
                  <a16:creationId xmlns:a16="http://schemas.microsoft.com/office/drawing/2014/main" id="{3DFEE9CA-8DA8-4031-B270-F93A4955EFC3}"/>
                </a:ext>
              </a:extLst>
            </p:cNvPr>
            <p:cNvSpPr>
              <a:spLocks noChangeArrowheads="1"/>
            </p:cNvSpPr>
            <p:nvPr/>
          </p:nvSpPr>
          <p:spPr bwMode="auto">
            <a:xfrm>
              <a:off x="4770437" y="1752600"/>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1889" name="Rectangle 36">
              <a:extLst>
                <a:ext uri="{FF2B5EF4-FFF2-40B4-BE49-F238E27FC236}">
                  <a16:creationId xmlns:a16="http://schemas.microsoft.com/office/drawing/2014/main" id="{85B9EA44-679F-42B0-BEAB-8677C7D0853B}"/>
                </a:ext>
              </a:extLst>
            </p:cNvPr>
            <p:cNvSpPr>
              <a:spLocks noChangeArrowheads="1"/>
            </p:cNvSpPr>
            <p:nvPr/>
          </p:nvSpPr>
          <p:spPr bwMode="auto">
            <a:xfrm>
              <a:off x="4225925" y="2300288"/>
              <a:ext cx="134937"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1890" name="Rectangle 41">
              <a:extLst>
                <a:ext uri="{FF2B5EF4-FFF2-40B4-BE49-F238E27FC236}">
                  <a16:creationId xmlns:a16="http://schemas.microsoft.com/office/drawing/2014/main" id="{5C5D9450-1703-4426-A3E2-105DDFBAFC4E}"/>
                </a:ext>
              </a:extLst>
            </p:cNvPr>
            <p:cNvSpPr>
              <a:spLocks noChangeArrowheads="1"/>
            </p:cNvSpPr>
            <p:nvPr/>
          </p:nvSpPr>
          <p:spPr bwMode="auto">
            <a:xfrm>
              <a:off x="4770437" y="2300288"/>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1891" name="Rectangle 79">
              <a:extLst>
                <a:ext uri="{FF2B5EF4-FFF2-40B4-BE49-F238E27FC236}">
                  <a16:creationId xmlns:a16="http://schemas.microsoft.com/office/drawing/2014/main" id="{28A7C1ED-9883-4E99-8270-5FF63B10BC3A}"/>
                </a:ext>
              </a:extLst>
            </p:cNvPr>
            <p:cNvSpPr>
              <a:spLocks noChangeArrowheads="1"/>
            </p:cNvSpPr>
            <p:nvPr/>
          </p:nvSpPr>
          <p:spPr bwMode="auto">
            <a:xfrm>
              <a:off x="30749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1892" name="Rectangle 80">
              <a:extLst>
                <a:ext uri="{FF2B5EF4-FFF2-40B4-BE49-F238E27FC236}">
                  <a16:creationId xmlns:a16="http://schemas.microsoft.com/office/drawing/2014/main" id="{75B55B85-4B65-4D33-B745-ADBB1FF7949C}"/>
                </a:ext>
              </a:extLst>
            </p:cNvPr>
            <p:cNvSpPr>
              <a:spLocks noChangeArrowheads="1"/>
            </p:cNvSpPr>
            <p:nvPr/>
          </p:nvSpPr>
          <p:spPr bwMode="auto">
            <a:xfrm>
              <a:off x="36210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1893" name="Rectangle 81">
              <a:extLst>
                <a:ext uri="{FF2B5EF4-FFF2-40B4-BE49-F238E27FC236}">
                  <a16:creationId xmlns:a16="http://schemas.microsoft.com/office/drawing/2014/main" id="{6D90135F-52E3-46C3-A449-0D81FD0C3468}"/>
                </a:ext>
              </a:extLst>
            </p:cNvPr>
            <p:cNvSpPr>
              <a:spLocks noChangeArrowheads="1"/>
            </p:cNvSpPr>
            <p:nvPr/>
          </p:nvSpPr>
          <p:spPr bwMode="auto">
            <a:xfrm>
              <a:off x="41671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1894" name="Rectangle 82">
              <a:extLst>
                <a:ext uri="{FF2B5EF4-FFF2-40B4-BE49-F238E27FC236}">
                  <a16:creationId xmlns:a16="http://schemas.microsoft.com/office/drawing/2014/main" id="{A7ABB650-259F-4CD5-BB99-7373074963F5}"/>
                </a:ext>
              </a:extLst>
            </p:cNvPr>
            <p:cNvSpPr>
              <a:spLocks noChangeArrowheads="1"/>
            </p:cNvSpPr>
            <p:nvPr/>
          </p:nvSpPr>
          <p:spPr bwMode="auto">
            <a:xfrm>
              <a:off x="47132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1895" name="Rectangle 83">
              <a:extLst>
                <a:ext uri="{FF2B5EF4-FFF2-40B4-BE49-F238E27FC236}">
                  <a16:creationId xmlns:a16="http://schemas.microsoft.com/office/drawing/2014/main" id="{188F88DF-9125-4BF2-A0C9-15074623F4E2}"/>
                </a:ext>
              </a:extLst>
            </p:cNvPr>
            <p:cNvSpPr>
              <a:spLocks noChangeArrowheads="1"/>
            </p:cNvSpPr>
            <p:nvPr/>
          </p:nvSpPr>
          <p:spPr bwMode="auto">
            <a:xfrm>
              <a:off x="2657475" y="1752600"/>
              <a:ext cx="134937"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1896" name="Rectangle 85">
              <a:extLst>
                <a:ext uri="{FF2B5EF4-FFF2-40B4-BE49-F238E27FC236}">
                  <a16:creationId xmlns:a16="http://schemas.microsoft.com/office/drawing/2014/main" id="{D75FF3A0-5743-4838-9876-9A48F4DCE2FD}"/>
                </a:ext>
              </a:extLst>
            </p:cNvPr>
            <p:cNvSpPr>
              <a:spLocks noChangeArrowheads="1"/>
            </p:cNvSpPr>
            <p:nvPr/>
          </p:nvSpPr>
          <p:spPr bwMode="auto">
            <a:xfrm>
              <a:off x="2644775" y="2300288"/>
              <a:ext cx="134937"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grpSp>
      <p:sp>
        <p:nvSpPr>
          <p:cNvPr id="121860" name="Rectangle 142">
            <a:extLst>
              <a:ext uri="{FF2B5EF4-FFF2-40B4-BE49-F238E27FC236}">
                <a16:creationId xmlns:a16="http://schemas.microsoft.com/office/drawing/2014/main" id="{8A2461AB-B62F-4124-B2A9-8BDA7F158CC1}"/>
              </a:ext>
            </a:extLst>
          </p:cNvPr>
          <p:cNvSpPr>
            <a:spLocks noChangeArrowheads="1"/>
          </p:cNvSpPr>
          <p:nvPr/>
        </p:nvSpPr>
        <p:spPr bwMode="auto">
          <a:xfrm>
            <a:off x="2611438" y="3001963"/>
            <a:ext cx="173037" cy="2403475"/>
          </a:xfrm>
          <a:prstGeom prst="rect">
            <a:avLst/>
          </a:prstGeom>
          <a:solidFill>
            <a:srgbClr val="FF0000">
              <a:alpha val="36078"/>
            </a:srgbClr>
          </a:solidFill>
          <a:ln w="9525">
            <a:solidFill>
              <a:srgbClr val="FF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861" name="Rectangle 34">
            <a:extLst>
              <a:ext uri="{FF2B5EF4-FFF2-40B4-BE49-F238E27FC236}">
                <a16:creationId xmlns:a16="http://schemas.microsoft.com/office/drawing/2014/main" id="{FA3E9CB4-93E3-4484-B8F2-6A9200A505D9}"/>
              </a:ext>
            </a:extLst>
          </p:cNvPr>
          <p:cNvSpPr>
            <a:spLocks noChangeArrowheads="1"/>
          </p:cNvSpPr>
          <p:nvPr/>
        </p:nvSpPr>
        <p:spPr bwMode="auto">
          <a:xfrm>
            <a:off x="7502525" y="3309938"/>
            <a:ext cx="122238"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1862" name="Freeform 8">
            <a:extLst>
              <a:ext uri="{FF2B5EF4-FFF2-40B4-BE49-F238E27FC236}">
                <a16:creationId xmlns:a16="http://schemas.microsoft.com/office/drawing/2014/main" id="{004E5673-DA68-422F-980D-7825EFF5CA76}"/>
              </a:ext>
            </a:extLst>
          </p:cNvPr>
          <p:cNvSpPr>
            <a:spLocks/>
          </p:cNvSpPr>
          <p:nvPr/>
        </p:nvSpPr>
        <p:spPr bwMode="auto">
          <a:xfrm>
            <a:off x="7899400" y="3797300"/>
            <a:ext cx="444500" cy="414338"/>
          </a:xfrm>
          <a:custGeom>
            <a:avLst/>
            <a:gdLst>
              <a:gd name="T0" fmla="*/ 0 w 560"/>
              <a:gd name="T1" fmla="*/ 2147483646 h 522"/>
              <a:gd name="T2" fmla="*/ 2147483646 w 560"/>
              <a:gd name="T3" fmla="*/ 2147483646 h 522"/>
              <a:gd name="T4" fmla="*/ 2147483646 w 560"/>
              <a:gd name="T5" fmla="*/ 2147483646 h 522"/>
              <a:gd name="T6" fmla="*/ 2147483646 w 560"/>
              <a:gd name="T7" fmla="*/ 2147483646 h 522"/>
              <a:gd name="T8" fmla="*/ 2147483646 w 560"/>
              <a:gd name="T9" fmla="*/ 2147483646 h 522"/>
              <a:gd name="T10" fmla="*/ 2147483646 w 560"/>
              <a:gd name="T11" fmla="*/ 2147483646 h 522"/>
              <a:gd name="T12" fmla="*/ 2147483646 w 560"/>
              <a:gd name="T13" fmla="*/ 2147483646 h 522"/>
              <a:gd name="T14" fmla="*/ 2147483646 w 560"/>
              <a:gd name="T15" fmla="*/ 2147483646 h 522"/>
              <a:gd name="T16" fmla="*/ 2147483646 w 560"/>
              <a:gd name="T17" fmla="*/ 2147483646 h 522"/>
              <a:gd name="T18" fmla="*/ 2147483646 w 560"/>
              <a:gd name="T19" fmla="*/ 2147483646 h 522"/>
              <a:gd name="T20" fmla="*/ 2147483646 w 560"/>
              <a:gd name="T21" fmla="*/ 2147483646 h 522"/>
              <a:gd name="T22" fmla="*/ 2147483646 w 560"/>
              <a:gd name="T23" fmla="*/ 0 h 522"/>
              <a:gd name="T24" fmla="*/ 2147483646 w 560"/>
              <a:gd name="T25" fmla="*/ 2147483646 h 522"/>
              <a:gd name="T26" fmla="*/ 2147483646 w 560"/>
              <a:gd name="T27" fmla="*/ 2147483646 h 522"/>
              <a:gd name="T28" fmla="*/ 2147483646 w 560"/>
              <a:gd name="T29" fmla="*/ 2147483646 h 522"/>
              <a:gd name="T30" fmla="*/ 2147483646 w 560"/>
              <a:gd name="T31" fmla="*/ 2147483646 h 522"/>
              <a:gd name="T32" fmla="*/ 2147483646 w 560"/>
              <a:gd name="T33" fmla="*/ 2147483646 h 522"/>
              <a:gd name="T34" fmla="*/ 2147483646 w 560"/>
              <a:gd name="T35" fmla="*/ 2147483646 h 522"/>
              <a:gd name="T36" fmla="*/ 2147483646 w 560"/>
              <a:gd name="T37" fmla="*/ 2147483646 h 522"/>
              <a:gd name="T38" fmla="*/ 2147483646 w 560"/>
              <a:gd name="T39" fmla="*/ 2147483646 h 522"/>
              <a:gd name="T40" fmla="*/ 2147483646 w 560"/>
              <a:gd name="T41" fmla="*/ 2147483646 h 522"/>
              <a:gd name="T42" fmla="*/ 2147483646 w 560"/>
              <a:gd name="T43" fmla="*/ 2147483646 h 522"/>
              <a:gd name="T44" fmla="*/ 2147483646 w 560"/>
              <a:gd name="T45" fmla="*/ 2147483646 h 522"/>
              <a:gd name="T46" fmla="*/ 2147483646 w 560"/>
              <a:gd name="T47" fmla="*/ 2147483646 h 522"/>
              <a:gd name="T48" fmla="*/ 2147483646 w 560"/>
              <a:gd name="T49" fmla="*/ 2147483646 h 522"/>
              <a:gd name="T50" fmla="*/ 2147483646 w 560"/>
              <a:gd name="T51" fmla="*/ 2147483646 h 522"/>
              <a:gd name="T52" fmla="*/ 2147483646 w 560"/>
              <a:gd name="T53" fmla="*/ 2147483646 h 522"/>
              <a:gd name="T54" fmla="*/ 2147483646 w 560"/>
              <a:gd name="T55" fmla="*/ 2147483646 h 522"/>
              <a:gd name="T56" fmla="*/ 2147483646 w 560"/>
              <a:gd name="T57" fmla="*/ 2147483646 h 522"/>
              <a:gd name="T58" fmla="*/ 2147483646 w 560"/>
              <a:gd name="T59" fmla="*/ 2147483646 h 522"/>
              <a:gd name="T60" fmla="*/ 2147483646 w 560"/>
              <a:gd name="T61" fmla="*/ 2147483646 h 522"/>
              <a:gd name="T62" fmla="*/ 2147483646 w 560"/>
              <a:gd name="T63" fmla="*/ 2147483646 h 522"/>
              <a:gd name="T64" fmla="*/ 2147483646 w 560"/>
              <a:gd name="T65" fmla="*/ 2147483646 h 522"/>
              <a:gd name="T66" fmla="*/ 2147483646 w 560"/>
              <a:gd name="T67" fmla="*/ 2147483646 h 522"/>
              <a:gd name="T68" fmla="*/ 2147483646 w 560"/>
              <a:gd name="T69" fmla="*/ 2147483646 h 522"/>
              <a:gd name="T70" fmla="*/ 2147483646 w 560"/>
              <a:gd name="T71" fmla="*/ 2147483646 h 522"/>
              <a:gd name="T72" fmla="*/ 2147483646 w 560"/>
              <a:gd name="T73" fmla="*/ 2147483646 h 522"/>
              <a:gd name="T74" fmla="*/ 2147483646 w 560"/>
              <a:gd name="T75" fmla="*/ 2147483646 h 522"/>
              <a:gd name="T76" fmla="*/ 2147483646 w 560"/>
              <a:gd name="T77" fmla="*/ 2147483646 h 522"/>
              <a:gd name="T78" fmla="*/ 2147483646 w 560"/>
              <a:gd name="T79" fmla="*/ 2147483646 h 522"/>
              <a:gd name="T80" fmla="*/ 2147483646 w 560"/>
              <a:gd name="T81" fmla="*/ 2147483646 h 522"/>
              <a:gd name="T82" fmla="*/ 2147483646 w 560"/>
              <a:gd name="T83" fmla="*/ 2147483646 h 522"/>
              <a:gd name="T84" fmla="*/ 2147483646 w 560"/>
              <a:gd name="T85" fmla="*/ 2147483646 h 522"/>
              <a:gd name="T86" fmla="*/ 2147483646 w 560"/>
              <a:gd name="T87" fmla="*/ 2147483646 h 522"/>
              <a:gd name="T88" fmla="*/ 2147483646 w 560"/>
              <a:gd name="T89" fmla="*/ 2147483646 h 522"/>
              <a:gd name="T90" fmla="*/ 2147483646 w 560"/>
              <a:gd name="T91" fmla="*/ 2147483646 h 522"/>
              <a:gd name="T92" fmla="*/ 2147483646 w 560"/>
              <a:gd name="T93" fmla="*/ 2147483646 h 522"/>
              <a:gd name="T94" fmla="*/ 2147483646 w 560"/>
              <a:gd name="T95" fmla="*/ 2147483646 h 522"/>
              <a:gd name="T96" fmla="*/ 2147483646 w 560"/>
              <a:gd name="T97" fmla="*/ 2147483646 h 522"/>
              <a:gd name="T98" fmla="*/ 2147483646 w 560"/>
              <a:gd name="T99" fmla="*/ 2147483646 h 522"/>
              <a:gd name="T100" fmla="*/ 2147483646 w 560"/>
              <a:gd name="T101" fmla="*/ 2147483646 h 522"/>
              <a:gd name="T102" fmla="*/ 2147483646 w 560"/>
              <a:gd name="T103" fmla="*/ 2147483646 h 522"/>
              <a:gd name="T104" fmla="*/ 2147483646 w 560"/>
              <a:gd name="T105" fmla="*/ 2147483646 h 522"/>
              <a:gd name="T106" fmla="*/ 2147483646 w 560"/>
              <a:gd name="T107" fmla="*/ 2147483646 h 522"/>
              <a:gd name="T108" fmla="*/ 2147483646 w 560"/>
              <a:gd name="T109" fmla="*/ 2147483646 h 522"/>
              <a:gd name="T110" fmla="*/ 0 w 560"/>
              <a:gd name="T111" fmla="*/ 2147483646 h 5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560" h="522">
                <a:moveTo>
                  <a:pt x="0" y="259"/>
                </a:moveTo>
                <a:lnTo>
                  <a:pt x="0" y="265"/>
                </a:lnTo>
                <a:lnTo>
                  <a:pt x="0" y="252"/>
                </a:lnTo>
                <a:lnTo>
                  <a:pt x="2" y="239"/>
                </a:lnTo>
                <a:lnTo>
                  <a:pt x="4" y="226"/>
                </a:lnTo>
                <a:lnTo>
                  <a:pt x="6" y="212"/>
                </a:lnTo>
                <a:lnTo>
                  <a:pt x="10" y="199"/>
                </a:lnTo>
                <a:lnTo>
                  <a:pt x="13" y="186"/>
                </a:lnTo>
                <a:lnTo>
                  <a:pt x="17" y="173"/>
                </a:lnTo>
                <a:lnTo>
                  <a:pt x="21" y="162"/>
                </a:lnTo>
                <a:lnTo>
                  <a:pt x="26" y="151"/>
                </a:lnTo>
                <a:lnTo>
                  <a:pt x="32" y="140"/>
                </a:lnTo>
                <a:lnTo>
                  <a:pt x="39" y="128"/>
                </a:lnTo>
                <a:lnTo>
                  <a:pt x="47" y="117"/>
                </a:lnTo>
                <a:lnTo>
                  <a:pt x="52" y="106"/>
                </a:lnTo>
                <a:lnTo>
                  <a:pt x="62" y="97"/>
                </a:lnTo>
                <a:lnTo>
                  <a:pt x="69" y="87"/>
                </a:lnTo>
                <a:lnTo>
                  <a:pt x="79" y="78"/>
                </a:lnTo>
                <a:lnTo>
                  <a:pt x="88" y="69"/>
                </a:lnTo>
                <a:lnTo>
                  <a:pt x="97" y="61"/>
                </a:lnTo>
                <a:lnTo>
                  <a:pt x="107" y="54"/>
                </a:lnTo>
                <a:lnTo>
                  <a:pt x="118" y="46"/>
                </a:lnTo>
                <a:lnTo>
                  <a:pt x="129" y="39"/>
                </a:lnTo>
                <a:lnTo>
                  <a:pt x="138" y="33"/>
                </a:lnTo>
                <a:lnTo>
                  <a:pt x="151" y="26"/>
                </a:lnTo>
                <a:lnTo>
                  <a:pt x="163" y="22"/>
                </a:lnTo>
                <a:lnTo>
                  <a:pt x="174" y="16"/>
                </a:lnTo>
                <a:lnTo>
                  <a:pt x="187" y="13"/>
                </a:lnTo>
                <a:lnTo>
                  <a:pt x="200" y="9"/>
                </a:lnTo>
                <a:lnTo>
                  <a:pt x="213" y="5"/>
                </a:lnTo>
                <a:lnTo>
                  <a:pt x="224" y="3"/>
                </a:lnTo>
                <a:lnTo>
                  <a:pt x="239" y="1"/>
                </a:lnTo>
                <a:lnTo>
                  <a:pt x="252" y="1"/>
                </a:lnTo>
                <a:lnTo>
                  <a:pt x="265" y="0"/>
                </a:lnTo>
                <a:lnTo>
                  <a:pt x="295" y="0"/>
                </a:lnTo>
                <a:lnTo>
                  <a:pt x="310" y="1"/>
                </a:lnTo>
                <a:lnTo>
                  <a:pt x="323" y="1"/>
                </a:lnTo>
                <a:lnTo>
                  <a:pt x="336" y="3"/>
                </a:lnTo>
                <a:lnTo>
                  <a:pt x="349" y="5"/>
                </a:lnTo>
                <a:lnTo>
                  <a:pt x="362" y="9"/>
                </a:lnTo>
                <a:lnTo>
                  <a:pt x="375" y="13"/>
                </a:lnTo>
                <a:lnTo>
                  <a:pt x="387" y="16"/>
                </a:lnTo>
                <a:lnTo>
                  <a:pt x="400" y="22"/>
                </a:lnTo>
                <a:lnTo>
                  <a:pt x="411" y="26"/>
                </a:lnTo>
                <a:lnTo>
                  <a:pt x="422" y="33"/>
                </a:lnTo>
                <a:lnTo>
                  <a:pt x="433" y="39"/>
                </a:lnTo>
                <a:lnTo>
                  <a:pt x="444" y="46"/>
                </a:lnTo>
                <a:lnTo>
                  <a:pt x="454" y="54"/>
                </a:lnTo>
                <a:lnTo>
                  <a:pt x="465" y="61"/>
                </a:lnTo>
                <a:lnTo>
                  <a:pt x="474" y="69"/>
                </a:lnTo>
                <a:lnTo>
                  <a:pt x="484" y="78"/>
                </a:lnTo>
                <a:lnTo>
                  <a:pt x="491" y="87"/>
                </a:lnTo>
                <a:lnTo>
                  <a:pt x="500" y="97"/>
                </a:lnTo>
                <a:lnTo>
                  <a:pt x="508" y="106"/>
                </a:lnTo>
                <a:lnTo>
                  <a:pt x="515" y="117"/>
                </a:lnTo>
                <a:lnTo>
                  <a:pt x="523" y="128"/>
                </a:lnTo>
                <a:lnTo>
                  <a:pt x="528" y="140"/>
                </a:lnTo>
                <a:lnTo>
                  <a:pt x="534" y="151"/>
                </a:lnTo>
                <a:lnTo>
                  <a:pt x="540" y="162"/>
                </a:lnTo>
                <a:lnTo>
                  <a:pt x="545" y="173"/>
                </a:lnTo>
                <a:lnTo>
                  <a:pt x="549" y="186"/>
                </a:lnTo>
                <a:lnTo>
                  <a:pt x="553" y="199"/>
                </a:lnTo>
                <a:lnTo>
                  <a:pt x="555" y="212"/>
                </a:lnTo>
                <a:lnTo>
                  <a:pt x="558" y="226"/>
                </a:lnTo>
                <a:lnTo>
                  <a:pt x="560" y="239"/>
                </a:lnTo>
                <a:lnTo>
                  <a:pt x="560" y="252"/>
                </a:lnTo>
                <a:lnTo>
                  <a:pt x="560" y="265"/>
                </a:lnTo>
                <a:lnTo>
                  <a:pt x="560" y="259"/>
                </a:lnTo>
                <a:lnTo>
                  <a:pt x="560" y="272"/>
                </a:lnTo>
                <a:lnTo>
                  <a:pt x="560" y="285"/>
                </a:lnTo>
                <a:lnTo>
                  <a:pt x="558" y="298"/>
                </a:lnTo>
                <a:lnTo>
                  <a:pt x="555" y="311"/>
                </a:lnTo>
                <a:lnTo>
                  <a:pt x="553" y="325"/>
                </a:lnTo>
                <a:lnTo>
                  <a:pt x="549" y="338"/>
                </a:lnTo>
                <a:lnTo>
                  <a:pt x="545" y="349"/>
                </a:lnTo>
                <a:lnTo>
                  <a:pt x="540" y="362"/>
                </a:lnTo>
                <a:lnTo>
                  <a:pt x="534" y="373"/>
                </a:lnTo>
                <a:lnTo>
                  <a:pt x="528" y="384"/>
                </a:lnTo>
                <a:lnTo>
                  <a:pt x="523" y="395"/>
                </a:lnTo>
                <a:lnTo>
                  <a:pt x="515" y="407"/>
                </a:lnTo>
                <a:lnTo>
                  <a:pt x="508" y="416"/>
                </a:lnTo>
                <a:lnTo>
                  <a:pt x="500" y="427"/>
                </a:lnTo>
                <a:lnTo>
                  <a:pt x="491" y="437"/>
                </a:lnTo>
                <a:lnTo>
                  <a:pt x="484" y="446"/>
                </a:lnTo>
                <a:lnTo>
                  <a:pt x="474" y="455"/>
                </a:lnTo>
                <a:lnTo>
                  <a:pt x="465" y="463"/>
                </a:lnTo>
                <a:lnTo>
                  <a:pt x="454" y="470"/>
                </a:lnTo>
                <a:lnTo>
                  <a:pt x="444" y="478"/>
                </a:lnTo>
                <a:lnTo>
                  <a:pt x="433" y="485"/>
                </a:lnTo>
                <a:lnTo>
                  <a:pt x="422" y="491"/>
                </a:lnTo>
                <a:lnTo>
                  <a:pt x="411" y="496"/>
                </a:lnTo>
                <a:lnTo>
                  <a:pt x="400" y="502"/>
                </a:lnTo>
                <a:lnTo>
                  <a:pt x="387" y="508"/>
                </a:lnTo>
                <a:lnTo>
                  <a:pt x="375" y="511"/>
                </a:lnTo>
                <a:lnTo>
                  <a:pt x="362" y="515"/>
                </a:lnTo>
                <a:lnTo>
                  <a:pt x="349" y="519"/>
                </a:lnTo>
                <a:lnTo>
                  <a:pt x="336" y="521"/>
                </a:lnTo>
                <a:lnTo>
                  <a:pt x="323" y="522"/>
                </a:lnTo>
                <a:lnTo>
                  <a:pt x="310" y="522"/>
                </a:lnTo>
                <a:lnTo>
                  <a:pt x="295" y="522"/>
                </a:lnTo>
                <a:lnTo>
                  <a:pt x="265" y="522"/>
                </a:lnTo>
                <a:lnTo>
                  <a:pt x="252" y="522"/>
                </a:lnTo>
                <a:lnTo>
                  <a:pt x="239" y="522"/>
                </a:lnTo>
                <a:lnTo>
                  <a:pt x="224" y="521"/>
                </a:lnTo>
                <a:lnTo>
                  <a:pt x="213" y="519"/>
                </a:lnTo>
                <a:lnTo>
                  <a:pt x="200" y="515"/>
                </a:lnTo>
                <a:lnTo>
                  <a:pt x="187" y="511"/>
                </a:lnTo>
                <a:lnTo>
                  <a:pt x="174" y="508"/>
                </a:lnTo>
                <a:lnTo>
                  <a:pt x="163" y="502"/>
                </a:lnTo>
                <a:lnTo>
                  <a:pt x="151" y="496"/>
                </a:lnTo>
                <a:lnTo>
                  <a:pt x="138" y="491"/>
                </a:lnTo>
                <a:lnTo>
                  <a:pt x="129" y="485"/>
                </a:lnTo>
                <a:lnTo>
                  <a:pt x="118" y="478"/>
                </a:lnTo>
                <a:lnTo>
                  <a:pt x="107" y="470"/>
                </a:lnTo>
                <a:lnTo>
                  <a:pt x="97" y="463"/>
                </a:lnTo>
                <a:lnTo>
                  <a:pt x="88" y="455"/>
                </a:lnTo>
                <a:lnTo>
                  <a:pt x="79" y="446"/>
                </a:lnTo>
                <a:lnTo>
                  <a:pt x="69" y="437"/>
                </a:lnTo>
                <a:lnTo>
                  <a:pt x="62" y="427"/>
                </a:lnTo>
                <a:lnTo>
                  <a:pt x="52" y="416"/>
                </a:lnTo>
                <a:lnTo>
                  <a:pt x="47" y="407"/>
                </a:lnTo>
                <a:lnTo>
                  <a:pt x="39" y="395"/>
                </a:lnTo>
                <a:lnTo>
                  <a:pt x="32" y="384"/>
                </a:lnTo>
                <a:lnTo>
                  <a:pt x="26" y="373"/>
                </a:lnTo>
                <a:lnTo>
                  <a:pt x="21" y="362"/>
                </a:lnTo>
                <a:lnTo>
                  <a:pt x="17" y="349"/>
                </a:lnTo>
                <a:lnTo>
                  <a:pt x="13" y="338"/>
                </a:lnTo>
                <a:lnTo>
                  <a:pt x="10" y="325"/>
                </a:lnTo>
                <a:lnTo>
                  <a:pt x="6" y="311"/>
                </a:lnTo>
                <a:lnTo>
                  <a:pt x="4" y="298"/>
                </a:lnTo>
                <a:lnTo>
                  <a:pt x="2" y="285"/>
                </a:lnTo>
                <a:lnTo>
                  <a:pt x="0" y="272"/>
                </a:lnTo>
                <a:lnTo>
                  <a:pt x="0" y="259"/>
                </a:lnTo>
                <a:close/>
              </a:path>
            </a:pathLst>
          </a:custGeom>
          <a:noFill/>
          <a:ln w="28575">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863" name="Freeform 41">
            <a:extLst>
              <a:ext uri="{FF2B5EF4-FFF2-40B4-BE49-F238E27FC236}">
                <a16:creationId xmlns:a16="http://schemas.microsoft.com/office/drawing/2014/main" id="{600F4C4A-0796-4B71-8EE9-9BCB97DBB9B7}"/>
              </a:ext>
            </a:extLst>
          </p:cNvPr>
          <p:cNvSpPr>
            <a:spLocks/>
          </p:cNvSpPr>
          <p:nvPr/>
        </p:nvSpPr>
        <p:spPr bwMode="auto">
          <a:xfrm>
            <a:off x="6864350" y="3216275"/>
            <a:ext cx="306388" cy="1006475"/>
          </a:xfrm>
          <a:custGeom>
            <a:avLst/>
            <a:gdLst>
              <a:gd name="T0" fmla="*/ 0 w 352"/>
              <a:gd name="T1" fmla="*/ 2147483646 h 1152"/>
              <a:gd name="T2" fmla="*/ 2147483646 w 352"/>
              <a:gd name="T3" fmla="*/ 2147483646 h 1152"/>
              <a:gd name="T4" fmla="*/ 2147483646 w 352"/>
              <a:gd name="T5" fmla="*/ 2147483646 h 1152"/>
              <a:gd name="T6" fmla="*/ 2147483646 w 352"/>
              <a:gd name="T7" fmla="*/ 2147483646 h 1152"/>
              <a:gd name="T8" fmla="*/ 2147483646 w 352"/>
              <a:gd name="T9" fmla="*/ 2147483646 h 1152"/>
              <a:gd name="T10" fmla="*/ 2147483646 w 352"/>
              <a:gd name="T11" fmla="*/ 2147483646 h 1152"/>
              <a:gd name="T12" fmla="*/ 2147483646 w 352"/>
              <a:gd name="T13" fmla="*/ 2147483646 h 1152"/>
              <a:gd name="T14" fmla="*/ 2147483646 w 352"/>
              <a:gd name="T15" fmla="*/ 2147483646 h 1152"/>
              <a:gd name="T16" fmla="*/ 2147483646 w 352"/>
              <a:gd name="T17" fmla="*/ 2147483646 h 1152"/>
              <a:gd name="T18" fmla="*/ 2147483646 w 352"/>
              <a:gd name="T19" fmla="*/ 2147483646 h 1152"/>
              <a:gd name="T20" fmla="*/ 2147483646 w 352"/>
              <a:gd name="T21" fmla="*/ 0 h 1152"/>
              <a:gd name="T22" fmla="*/ 2147483646 w 352"/>
              <a:gd name="T23" fmla="*/ 0 h 1152"/>
              <a:gd name="T24" fmla="*/ 2147483646 w 352"/>
              <a:gd name="T25" fmla="*/ 2147483646 h 1152"/>
              <a:gd name="T26" fmla="*/ 2147483646 w 352"/>
              <a:gd name="T27" fmla="*/ 2147483646 h 1152"/>
              <a:gd name="T28" fmla="*/ 2147483646 w 352"/>
              <a:gd name="T29" fmla="*/ 2147483646 h 1152"/>
              <a:gd name="T30" fmla="*/ 2147483646 w 352"/>
              <a:gd name="T31" fmla="*/ 2147483646 h 1152"/>
              <a:gd name="T32" fmla="*/ 2147483646 w 352"/>
              <a:gd name="T33" fmla="*/ 2147483646 h 1152"/>
              <a:gd name="T34" fmla="*/ 2147483646 w 352"/>
              <a:gd name="T35" fmla="*/ 2147483646 h 1152"/>
              <a:gd name="T36" fmla="*/ 2147483646 w 352"/>
              <a:gd name="T37" fmla="*/ 2147483646 h 1152"/>
              <a:gd name="T38" fmla="*/ 2147483646 w 352"/>
              <a:gd name="T39" fmla="*/ 2147483646 h 1152"/>
              <a:gd name="T40" fmla="*/ 2147483646 w 352"/>
              <a:gd name="T41" fmla="*/ 2147483646 h 1152"/>
              <a:gd name="T42" fmla="*/ 2147483646 w 352"/>
              <a:gd name="T43" fmla="*/ 2147483646 h 1152"/>
              <a:gd name="T44" fmla="*/ 2147483646 w 352"/>
              <a:gd name="T45" fmla="*/ 2147483646 h 1152"/>
              <a:gd name="T46" fmla="*/ 2147483646 w 352"/>
              <a:gd name="T47" fmla="*/ 2147483646 h 1152"/>
              <a:gd name="T48" fmla="*/ 2147483646 w 352"/>
              <a:gd name="T49" fmla="*/ 2147483646 h 1152"/>
              <a:gd name="T50" fmla="*/ 2147483646 w 352"/>
              <a:gd name="T51" fmla="*/ 2147483646 h 1152"/>
              <a:gd name="T52" fmla="*/ 2147483646 w 352"/>
              <a:gd name="T53" fmla="*/ 2147483646 h 1152"/>
              <a:gd name="T54" fmla="*/ 2147483646 w 352"/>
              <a:gd name="T55" fmla="*/ 2147483646 h 1152"/>
              <a:gd name="T56" fmla="*/ 2147483646 w 352"/>
              <a:gd name="T57" fmla="*/ 2147483646 h 1152"/>
              <a:gd name="T58" fmla="*/ 2147483646 w 352"/>
              <a:gd name="T59" fmla="*/ 2147483646 h 1152"/>
              <a:gd name="T60" fmla="*/ 2147483646 w 352"/>
              <a:gd name="T61" fmla="*/ 2147483646 h 1152"/>
              <a:gd name="T62" fmla="*/ 2147483646 w 352"/>
              <a:gd name="T63" fmla="*/ 2147483646 h 1152"/>
              <a:gd name="T64" fmla="*/ 2147483646 w 352"/>
              <a:gd name="T65" fmla="*/ 2147483646 h 1152"/>
              <a:gd name="T66" fmla="*/ 2147483646 w 352"/>
              <a:gd name="T67" fmla="*/ 2147483646 h 1152"/>
              <a:gd name="T68" fmla="*/ 2147483646 w 352"/>
              <a:gd name="T69" fmla="*/ 2147483646 h 1152"/>
              <a:gd name="T70" fmla="*/ 2147483646 w 352"/>
              <a:gd name="T71" fmla="*/ 2147483646 h 1152"/>
              <a:gd name="T72" fmla="*/ 2147483646 w 352"/>
              <a:gd name="T73" fmla="*/ 2147483646 h 1152"/>
              <a:gd name="T74" fmla="*/ 2147483646 w 352"/>
              <a:gd name="T75" fmla="*/ 2147483646 h 1152"/>
              <a:gd name="T76" fmla="*/ 2147483646 w 352"/>
              <a:gd name="T77" fmla="*/ 2147483646 h 1152"/>
              <a:gd name="T78" fmla="*/ 2147483646 w 352"/>
              <a:gd name="T79" fmla="*/ 2147483646 h 1152"/>
              <a:gd name="T80" fmla="*/ 2147483646 w 352"/>
              <a:gd name="T81" fmla="*/ 2147483646 h 1152"/>
              <a:gd name="T82" fmla="*/ 2147483646 w 352"/>
              <a:gd name="T83" fmla="*/ 2147483646 h 1152"/>
              <a:gd name="T84" fmla="*/ 2147483646 w 352"/>
              <a:gd name="T85" fmla="*/ 2147483646 h 1152"/>
              <a:gd name="T86" fmla="*/ 2147483646 w 352"/>
              <a:gd name="T87" fmla="*/ 2147483646 h 1152"/>
              <a:gd name="T88" fmla="*/ 0 w 352"/>
              <a:gd name="T89" fmla="*/ 2147483646 h 115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352" h="1152">
                <a:moveTo>
                  <a:pt x="0" y="981"/>
                </a:moveTo>
                <a:lnTo>
                  <a:pt x="0" y="170"/>
                </a:lnTo>
                <a:lnTo>
                  <a:pt x="0" y="162"/>
                </a:lnTo>
                <a:lnTo>
                  <a:pt x="0" y="152"/>
                </a:lnTo>
                <a:lnTo>
                  <a:pt x="1" y="144"/>
                </a:lnTo>
                <a:lnTo>
                  <a:pt x="3" y="136"/>
                </a:lnTo>
                <a:lnTo>
                  <a:pt x="5" y="126"/>
                </a:lnTo>
                <a:lnTo>
                  <a:pt x="8" y="118"/>
                </a:lnTo>
                <a:lnTo>
                  <a:pt x="9" y="110"/>
                </a:lnTo>
                <a:lnTo>
                  <a:pt x="13" y="104"/>
                </a:lnTo>
                <a:lnTo>
                  <a:pt x="16" y="96"/>
                </a:lnTo>
                <a:lnTo>
                  <a:pt x="21" y="88"/>
                </a:lnTo>
                <a:lnTo>
                  <a:pt x="24" y="82"/>
                </a:lnTo>
                <a:lnTo>
                  <a:pt x="29" y="75"/>
                </a:lnTo>
                <a:lnTo>
                  <a:pt x="33" y="67"/>
                </a:lnTo>
                <a:lnTo>
                  <a:pt x="38" y="61"/>
                </a:lnTo>
                <a:lnTo>
                  <a:pt x="45" y="54"/>
                </a:lnTo>
                <a:lnTo>
                  <a:pt x="49" y="50"/>
                </a:lnTo>
                <a:lnTo>
                  <a:pt x="56" y="43"/>
                </a:lnTo>
                <a:lnTo>
                  <a:pt x="62" y="38"/>
                </a:lnTo>
                <a:lnTo>
                  <a:pt x="69" y="34"/>
                </a:lnTo>
                <a:lnTo>
                  <a:pt x="75" y="29"/>
                </a:lnTo>
                <a:lnTo>
                  <a:pt x="81" y="24"/>
                </a:lnTo>
                <a:lnTo>
                  <a:pt x="89" y="19"/>
                </a:lnTo>
                <a:lnTo>
                  <a:pt x="96" y="16"/>
                </a:lnTo>
                <a:lnTo>
                  <a:pt x="104" y="13"/>
                </a:lnTo>
                <a:lnTo>
                  <a:pt x="112" y="10"/>
                </a:lnTo>
                <a:lnTo>
                  <a:pt x="120" y="6"/>
                </a:lnTo>
                <a:lnTo>
                  <a:pt x="128" y="5"/>
                </a:lnTo>
                <a:lnTo>
                  <a:pt x="136" y="3"/>
                </a:lnTo>
                <a:lnTo>
                  <a:pt x="144" y="2"/>
                </a:lnTo>
                <a:lnTo>
                  <a:pt x="152" y="0"/>
                </a:lnTo>
                <a:lnTo>
                  <a:pt x="161" y="0"/>
                </a:lnTo>
                <a:lnTo>
                  <a:pt x="169" y="0"/>
                </a:lnTo>
                <a:lnTo>
                  <a:pt x="181" y="0"/>
                </a:lnTo>
                <a:lnTo>
                  <a:pt x="190" y="0"/>
                </a:lnTo>
                <a:lnTo>
                  <a:pt x="198" y="0"/>
                </a:lnTo>
                <a:lnTo>
                  <a:pt x="208" y="2"/>
                </a:lnTo>
                <a:lnTo>
                  <a:pt x="216" y="3"/>
                </a:lnTo>
                <a:lnTo>
                  <a:pt x="224" y="5"/>
                </a:lnTo>
                <a:lnTo>
                  <a:pt x="232" y="6"/>
                </a:lnTo>
                <a:lnTo>
                  <a:pt x="240" y="10"/>
                </a:lnTo>
                <a:lnTo>
                  <a:pt x="248" y="13"/>
                </a:lnTo>
                <a:lnTo>
                  <a:pt x="256" y="16"/>
                </a:lnTo>
                <a:lnTo>
                  <a:pt x="262" y="19"/>
                </a:lnTo>
                <a:lnTo>
                  <a:pt x="270" y="24"/>
                </a:lnTo>
                <a:lnTo>
                  <a:pt x="277" y="29"/>
                </a:lnTo>
                <a:lnTo>
                  <a:pt x="283" y="34"/>
                </a:lnTo>
                <a:lnTo>
                  <a:pt x="290" y="38"/>
                </a:lnTo>
                <a:lnTo>
                  <a:pt x="296" y="43"/>
                </a:lnTo>
                <a:lnTo>
                  <a:pt x="302" y="50"/>
                </a:lnTo>
                <a:lnTo>
                  <a:pt x="307" y="54"/>
                </a:lnTo>
                <a:lnTo>
                  <a:pt x="314" y="61"/>
                </a:lnTo>
                <a:lnTo>
                  <a:pt x="318" y="67"/>
                </a:lnTo>
                <a:lnTo>
                  <a:pt x="323" y="75"/>
                </a:lnTo>
                <a:lnTo>
                  <a:pt x="326" y="82"/>
                </a:lnTo>
                <a:lnTo>
                  <a:pt x="331" y="88"/>
                </a:lnTo>
                <a:lnTo>
                  <a:pt x="334" y="96"/>
                </a:lnTo>
                <a:lnTo>
                  <a:pt x="339" y="104"/>
                </a:lnTo>
                <a:lnTo>
                  <a:pt x="341" y="110"/>
                </a:lnTo>
                <a:lnTo>
                  <a:pt x="344" y="118"/>
                </a:lnTo>
                <a:lnTo>
                  <a:pt x="347" y="126"/>
                </a:lnTo>
                <a:lnTo>
                  <a:pt x="349" y="136"/>
                </a:lnTo>
                <a:lnTo>
                  <a:pt x="350" y="144"/>
                </a:lnTo>
                <a:lnTo>
                  <a:pt x="350" y="152"/>
                </a:lnTo>
                <a:lnTo>
                  <a:pt x="352" y="162"/>
                </a:lnTo>
                <a:lnTo>
                  <a:pt x="352" y="170"/>
                </a:lnTo>
                <a:lnTo>
                  <a:pt x="352" y="981"/>
                </a:lnTo>
                <a:lnTo>
                  <a:pt x="352" y="991"/>
                </a:lnTo>
                <a:lnTo>
                  <a:pt x="350" y="999"/>
                </a:lnTo>
                <a:lnTo>
                  <a:pt x="350" y="1007"/>
                </a:lnTo>
                <a:lnTo>
                  <a:pt x="349" y="1016"/>
                </a:lnTo>
                <a:lnTo>
                  <a:pt x="347" y="1024"/>
                </a:lnTo>
                <a:lnTo>
                  <a:pt x="344" y="1032"/>
                </a:lnTo>
                <a:lnTo>
                  <a:pt x="341" y="1040"/>
                </a:lnTo>
                <a:lnTo>
                  <a:pt x="339" y="1048"/>
                </a:lnTo>
                <a:lnTo>
                  <a:pt x="334" y="1055"/>
                </a:lnTo>
                <a:lnTo>
                  <a:pt x="331" y="1063"/>
                </a:lnTo>
                <a:lnTo>
                  <a:pt x="326" y="1069"/>
                </a:lnTo>
                <a:lnTo>
                  <a:pt x="323" y="1077"/>
                </a:lnTo>
                <a:lnTo>
                  <a:pt x="318" y="1084"/>
                </a:lnTo>
                <a:lnTo>
                  <a:pt x="314" y="1090"/>
                </a:lnTo>
                <a:lnTo>
                  <a:pt x="307" y="1096"/>
                </a:lnTo>
                <a:lnTo>
                  <a:pt x="302" y="1101"/>
                </a:lnTo>
                <a:lnTo>
                  <a:pt x="296" y="1108"/>
                </a:lnTo>
                <a:lnTo>
                  <a:pt x="290" y="1112"/>
                </a:lnTo>
                <a:lnTo>
                  <a:pt x="283" y="1119"/>
                </a:lnTo>
                <a:lnTo>
                  <a:pt x="277" y="1122"/>
                </a:lnTo>
                <a:lnTo>
                  <a:pt x="270" y="1127"/>
                </a:lnTo>
                <a:lnTo>
                  <a:pt x="262" y="1132"/>
                </a:lnTo>
                <a:lnTo>
                  <a:pt x="256" y="1135"/>
                </a:lnTo>
                <a:lnTo>
                  <a:pt x="248" y="1138"/>
                </a:lnTo>
                <a:lnTo>
                  <a:pt x="240" y="1141"/>
                </a:lnTo>
                <a:lnTo>
                  <a:pt x="232" y="1144"/>
                </a:lnTo>
                <a:lnTo>
                  <a:pt x="224" y="1146"/>
                </a:lnTo>
                <a:lnTo>
                  <a:pt x="216" y="1148"/>
                </a:lnTo>
                <a:lnTo>
                  <a:pt x="208" y="1149"/>
                </a:lnTo>
                <a:lnTo>
                  <a:pt x="198" y="1151"/>
                </a:lnTo>
                <a:lnTo>
                  <a:pt x="190" y="1151"/>
                </a:lnTo>
                <a:lnTo>
                  <a:pt x="181" y="1152"/>
                </a:lnTo>
                <a:lnTo>
                  <a:pt x="169" y="1152"/>
                </a:lnTo>
                <a:lnTo>
                  <a:pt x="161" y="1151"/>
                </a:lnTo>
                <a:lnTo>
                  <a:pt x="152" y="1151"/>
                </a:lnTo>
                <a:lnTo>
                  <a:pt x="144" y="1149"/>
                </a:lnTo>
                <a:lnTo>
                  <a:pt x="136" y="1148"/>
                </a:lnTo>
                <a:lnTo>
                  <a:pt x="128" y="1146"/>
                </a:lnTo>
                <a:lnTo>
                  <a:pt x="120" y="1144"/>
                </a:lnTo>
                <a:lnTo>
                  <a:pt x="112" y="1141"/>
                </a:lnTo>
                <a:lnTo>
                  <a:pt x="104" y="1138"/>
                </a:lnTo>
                <a:lnTo>
                  <a:pt x="96" y="1135"/>
                </a:lnTo>
                <a:lnTo>
                  <a:pt x="89" y="1132"/>
                </a:lnTo>
                <a:lnTo>
                  <a:pt x="81" y="1127"/>
                </a:lnTo>
                <a:lnTo>
                  <a:pt x="75" y="1122"/>
                </a:lnTo>
                <a:lnTo>
                  <a:pt x="69" y="1119"/>
                </a:lnTo>
                <a:lnTo>
                  <a:pt x="62" y="1112"/>
                </a:lnTo>
                <a:lnTo>
                  <a:pt x="56" y="1108"/>
                </a:lnTo>
                <a:lnTo>
                  <a:pt x="49" y="1101"/>
                </a:lnTo>
                <a:lnTo>
                  <a:pt x="45" y="1096"/>
                </a:lnTo>
                <a:lnTo>
                  <a:pt x="38" y="1090"/>
                </a:lnTo>
                <a:lnTo>
                  <a:pt x="33" y="1084"/>
                </a:lnTo>
                <a:lnTo>
                  <a:pt x="29" y="1077"/>
                </a:lnTo>
                <a:lnTo>
                  <a:pt x="24" y="1069"/>
                </a:lnTo>
                <a:lnTo>
                  <a:pt x="21" y="1063"/>
                </a:lnTo>
                <a:lnTo>
                  <a:pt x="16" y="1055"/>
                </a:lnTo>
                <a:lnTo>
                  <a:pt x="13" y="1048"/>
                </a:lnTo>
                <a:lnTo>
                  <a:pt x="9" y="1040"/>
                </a:lnTo>
                <a:lnTo>
                  <a:pt x="8" y="1032"/>
                </a:lnTo>
                <a:lnTo>
                  <a:pt x="5" y="1024"/>
                </a:lnTo>
                <a:lnTo>
                  <a:pt x="3" y="1016"/>
                </a:lnTo>
                <a:lnTo>
                  <a:pt x="1" y="1007"/>
                </a:lnTo>
                <a:lnTo>
                  <a:pt x="0" y="999"/>
                </a:lnTo>
                <a:lnTo>
                  <a:pt x="0" y="991"/>
                </a:lnTo>
                <a:lnTo>
                  <a:pt x="0" y="981"/>
                </a:lnTo>
                <a:close/>
              </a:path>
            </a:pathLst>
          </a:custGeom>
          <a:noFill/>
          <a:ln w="23813">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864" name="Freeform 47">
            <a:extLst>
              <a:ext uri="{FF2B5EF4-FFF2-40B4-BE49-F238E27FC236}">
                <a16:creationId xmlns:a16="http://schemas.microsoft.com/office/drawing/2014/main" id="{A0FC6CDB-A358-4AC1-949F-707F2B29B74D}"/>
              </a:ext>
            </a:extLst>
          </p:cNvPr>
          <p:cNvSpPr>
            <a:spLocks/>
          </p:cNvSpPr>
          <p:nvPr/>
        </p:nvSpPr>
        <p:spPr bwMode="auto">
          <a:xfrm>
            <a:off x="6772275" y="3271838"/>
            <a:ext cx="979488" cy="381000"/>
          </a:xfrm>
          <a:custGeom>
            <a:avLst/>
            <a:gdLst>
              <a:gd name="T0" fmla="*/ 0 w 1248"/>
              <a:gd name="T1" fmla="*/ 2147483646 h 544"/>
              <a:gd name="T2" fmla="*/ 2147483646 w 1248"/>
              <a:gd name="T3" fmla="*/ 2147483646 h 544"/>
              <a:gd name="T4" fmla="*/ 2147483646 w 1248"/>
              <a:gd name="T5" fmla="*/ 2147483646 h 544"/>
              <a:gd name="T6" fmla="*/ 2147483646 w 1248"/>
              <a:gd name="T7" fmla="*/ 2147483646 h 544"/>
              <a:gd name="T8" fmla="*/ 2147483646 w 1248"/>
              <a:gd name="T9" fmla="*/ 2147483646 h 544"/>
              <a:gd name="T10" fmla="*/ 2147483646 w 1248"/>
              <a:gd name="T11" fmla="*/ 2147483646 h 544"/>
              <a:gd name="T12" fmla="*/ 2147483646 w 1248"/>
              <a:gd name="T13" fmla="*/ 2147483646 h 544"/>
              <a:gd name="T14" fmla="*/ 2147483646 w 1248"/>
              <a:gd name="T15" fmla="*/ 2147483646 h 544"/>
              <a:gd name="T16" fmla="*/ 2147483646 w 1248"/>
              <a:gd name="T17" fmla="*/ 2147483646 h 544"/>
              <a:gd name="T18" fmla="*/ 2147483646 w 1248"/>
              <a:gd name="T19" fmla="*/ 2147483646 h 544"/>
              <a:gd name="T20" fmla="*/ 2147483646 w 1248"/>
              <a:gd name="T21" fmla="*/ 0 h 544"/>
              <a:gd name="T22" fmla="*/ 2147483646 w 1248"/>
              <a:gd name="T23" fmla="*/ 0 h 544"/>
              <a:gd name="T24" fmla="*/ 2147483646 w 1248"/>
              <a:gd name="T25" fmla="*/ 2147483646 h 544"/>
              <a:gd name="T26" fmla="*/ 2147483646 w 1248"/>
              <a:gd name="T27" fmla="*/ 2147483646 h 544"/>
              <a:gd name="T28" fmla="*/ 2147483646 w 1248"/>
              <a:gd name="T29" fmla="*/ 2147483646 h 544"/>
              <a:gd name="T30" fmla="*/ 2147483646 w 1248"/>
              <a:gd name="T31" fmla="*/ 2147483646 h 544"/>
              <a:gd name="T32" fmla="*/ 2147483646 w 1248"/>
              <a:gd name="T33" fmla="*/ 2147483646 h 544"/>
              <a:gd name="T34" fmla="*/ 2147483646 w 1248"/>
              <a:gd name="T35" fmla="*/ 2147483646 h 544"/>
              <a:gd name="T36" fmla="*/ 2147483646 w 1248"/>
              <a:gd name="T37" fmla="*/ 2147483646 h 544"/>
              <a:gd name="T38" fmla="*/ 2147483646 w 1248"/>
              <a:gd name="T39" fmla="*/ 2147483646 h 544"/>
              <a:gd name="T40" fmla="*/ 2147483646 w 1248"/>
              <a:gd name="T41" fmla="*/ 2147483646 h 544"/>
              <a:gd name="T42" fmla="*/ 2147483646 w 1248"/>
              <a:gd name="T43" fmla="*/ 2147483646 h 544"/>
              <a:gd name="T44" fmla="*/ 2147483646 w 1248"/>
              <a:gd name="T45" fmla="*/ 2147483646 h 544"/>
              <a:gd name="T46" fmla="*/ 2147483646 w 1248"/>
              <a:gd name="T47" fmla="*/ 2147483646 h 544"/>
              <a:gd name="T48" fmla="*/ 2147483646 w 1248"/>
              <a:gd name="T49" fmla="*/ 2147483646 h 544"/>
              <a:gd name="T50" fmla="*/ 2147483646 w 1248"/>
              <a:gd name="T51" fmla="*/ 2147483646 h 544"/>
              <a:gd name="T52" fmla="*/ 2147483646 w 1248"/>
              <a:gd name="T53" fmla="*/ 2147483646 h 544"/>
              <a:gd name="T54" fmla="*/ 2147483646 w 1248"/>
              <a:gd name="T55" fmla="*/ 2147483646 h 544"/>
              <a:gd name="T56" fmla="*/ 2147483646 w 1248"/>
              <a:gd name="T57" fmla="*/ 2147483646 h 544"/>
              <a:gd name="T58" fmla="*/ 2147483646 w 1248"/>
              <a:gd name="T59" fmla="*/ 2147483646 h 544"/>
              <a:gd name="T60" fmla="*/ 2147483646 w 1248"/>
              <a:gd name="T61" fmla="*/ 2147483646 h 544"/>
              <a:gd name="T62" fmla="*/ 2147483646 w 1248"/>
              <a:gd name="T63" fmla="*/ 2147483646 h 544"/>
              <a:gd name="T64" fmla="*/ 2147483646 w 1248"/>
              <a:gd name="T65" fmla="*/ 2147483646 h 544"/>
              <a:gd name="T66" fmla="*/ 2147483646 w 1248"/>
              <a:gd name="T67" fmla="*/ 2147483646 h 544"/>
              <a:gd name="T68" fmla="*/ 2147483646 w 1248"/>
              <a:gd name="T69" fmla="*/ 2147483646 h 544"/>
              <a:gd name="T70" fmla="*/ 2147483646 w 1248"/>
              <a:gd name="T71" fmla="*/ 2147483646 h 544"/>
              <a:gd name="T72" fmla="*/ 2147483646 w 1248"/>
              <a:gd name="T73" fmla="*/ 2147483646 h 544"/>
              <a:gd name="T74" fmla="*/ 2147483646 w 1248"/>
              <a:gd name="T75" fmla="*/ 2147483646 h 544"/>
              <a:gd name="T76" fmla="*/ 2147483646 w 1248"/>
              <a:gd name="T77" fmla="*/ 2147483646 h 544"/>
              <a:gd name="T78" fmla="*/ 2147483646 w 1248"/>
              <a:gd name="T79" fmla="*/ 2147483646 h 544"/>
              <a:gd name="T80" fmla="*/ 2147483646 w 1248"/>
              <a:gd name="T81" fmla="*/ 2147483646 h 544"/>
              <a:gd name="T82" fmla="*/ 2147483646 w 1248"/>
              <a:gd name="T83" fmla="*/ 2147483646 h 544"/>
              <a:gd name="T84" fmla="*/ 2147483646 w 1248"/>
              <a:gd name="T85" fmla="*/ 2147483646 h 544"/>
              <a:gd name="T86" fmla="*/ 2147483646 w 1248"/>
              <a:gd name="T87" fmla="*/ 2147483646 h 544"/>
              <a:gd name="T88" fmla="*/ 0 w 1248"/>
              <a:gd name="T89" fmla="*/ 2147483646 h 5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248" h="544">
                <a:moveTo>
                  <a:pt x="0" y="271"/>
                </a:moveTo>
                <a:lnTo>
                  <a:pt x="0" y="272"/>
                </a:lnTo>
                <a:lnTo>
                  <a:pt x="0" y="258"/>
                </a:lnTo>
                <a:lnTo>
                  <a:pt x="1" y="243"/>
                </a:lnTo>
                <a:lnTo>
                  <a:pt x="3" y="231"/>
                </a:lnTo>
                <a:lnTo>
                  <a:pt x="5" y="218"/>
                </a:lnTo>
                <a:lnTo>
                  <a:pt x="8" y="203"/>
                </a:lnTo>
                <a:lnTo>
                  <a:pt x="13" y="191"/>
                </a:lnTo>
                <a:lnTo>
                  <a:pt x="16" y="178"/>
                </a:lnTo>
                <a:lnTo>
                  <a:pt x="21" y="167"/>
                </a:lnTo>
                <a:lnTo>
                  <a:pt x="27" y="154"/>
                </a:lnTo>
                <a:lnTo>
                  <a:pt x="32" y="143"/>
                </a:lnTo>
                <a:lnTo>
                  <a:pt x="40" y="131"/>
                </a:lnTo>
                <a:lnTo>
                  <a:pt x="46" y="120"/>
                </a:lnTo>
                <a:lnTo>
                  <a:pt x="54" y="109"/>
                </a:lnTo>
                <a:lnTo>
                  <a:pt x="62" y="99"/>
                </a:lnTo>
                <a:lnTo>
                  <a:pt x="70" y="88"/>
                </a:lnTo>
                <a:lnTo>
                  <a:pt x="80" y="79"/>
                </a:lnTo>
                <a:lnTo>
                  <a:pt x="89" y="71"/>
                </a:lnTo>
                <a:lnTo>
                  <a:pt x="99" y="63"/>
                </a:lnTo>
                <a:lnTo>
                  <a:pt x="109" y="53"/>
                </a:lnTo>
                <a:lnTo>
                  <a:pt x="120" y="47"/>
                </a:lnTo>
                <a:lnTo>
                  <a:pt x="131" y="39"/>
                </a:lnTo>
                <a:lnTo>
                  <a:pt x="142" y="32"/>
                </a:lnTo>
                <a:lnTo>
                  <a:pt x="153" y="26"/>
                </a:lnTo>
                <a:lnTo>
                  <a:pt x="166" y="21"/>
                </a:lnTo>
                <a:lnTo>
                  <a:pt x="179" y="16"/>
                </a:lnTo>
                <a:lnTo>
                  <a:pt x="190" y="11"/>
                </a:lnTo>
                <a:lnTo>
                  <a:pt x="205" y="8"/>
                </a:lnTo>
                <a:lnTo>
                  <a:pt x="217" y="5"/>
                </a:lnTo>
                <a:lnTo>
                  <a:pt x="230" y="3"/>
                </a:lnTo>
                <a:lnTo>
                  <a:pt x="245" y="2"/>
                </a:lnTo>
                <a:lnTo>
                  <a:pt x="257" y="0"/>
                </a:lnTo>
                <a:lnTo>
                  <a:pt x="272" y="0"/>
                </a:lnTo>
                <a:lnTo>
                  <a:pt x="976" y="0"/>
                </a:lnTo>
                <a:lnTo>
                  <a:pt x="989" y="0"/>
                </a:lnTo>
                <a:lnTo>
                  <a:pt x="1003" y="2"/>
                </a:lnTo>
                <a:lnTo>
                  <a:pt x="1018" y="3"/>
                </a:lnTo>
                <a:lnTo>
                  <a:pt x="1031" y="5"/>
                </a:lnTo>
                <a:lnTo>
                  <a:pt x="1043" y="8"/>
                </a:lnTo>
                <a:lnTo>
                  <a:pt x="1056" y="11"/>
                </a:lnTo>
                <a:lnTo>
                  <a:pt x="1069" y="16"/>
                </a:lnTo>
                <a:lnTo>
                  <a:pt x="1082" y="21"/>
                </a:lnTo>
                <a:lnTo>
                  <a:pt x="1093" y="26"/>
                </a:lnTo>
                <a:lnTo>
                  <a:pt x="1106" y="32"/>
                </a:lnTo>
                <a:lnTo>
                  <a:pt x="1117" y="39"/>
                </a:lnTo>
                <a:lnTo>
                  <a:pt x="1128" y="47"/>
                </a:lnTo>
                <a:lnTo>
                  <a:pt x="1140" y="53"/>
                </a:lnTo>
                <a:lnTo>
                  <a:pt x="1149" y="63"/>
                </a:lnTo>
                <a:lnTo>
                  <a:pt x="1159" y="71"/>
                </a:lnTo>
                <a:lnTo>
                  <a:pt x="1168" y="79"/>
                </a:lnTo>
                <a:lnTo>
                  <a:pt x="1178" y="88"/>
                </a:lnTo>
                <a:lnTo>
                  <a:pt x="1186" y="99"/>
                </a:lnTo>
                <a:lnTo>
                  <a:pt x="1194" y="109"/>
                </a:lnTo>
                <a:lnTo>
                  <a:pt x="1202" y="120"/>
                </a:lnTo>
                <a:lnTo>
                  <a:pt x="1208" y="131"/>
                </a:lnTo>
                <a:lnTo>
                  <a:pt x="1215" y="143"/>
                </a:lnTo>
                <a:lnTo>
                  <a:pt x="1221" y="154"/>
                </a:lnTo>
                <a:lnTo>
                  <a:pt x="1228" y="167"/>
                </a:lnTo>
                <a:lnTo>
                  <a:pt x="1232" y="178"/>
                </a:lnTo>
                <a:lnTo>
                  <a:pt x="1236" y="191"/>
                </a:lnTo>
                <a:lnTo>
                  <a:pt x="1240" y="203"/>
                </a:lnTo>
                <a:lnTo>
                  <a:pt x="1242" y="218"/>
                </a:lnTo>
                <a:lnTo>
                  <a:pt x="1245" y="231"/>
                </a:lnTo>
                <a:lnTo>
                  <a:pt x="1247" y="243"/>
                </a:lnTo>
                <a:lnTo>
                  <a:pt x="1248" y="258"/>
                </a:lnTo>
                <a:lnTo>
                  <a:pt x="1248" y="272"/>
                </a:lnTo>
                <a:lnTo>
                  <a:pt x="1248" y="271"/>
                </a:lnTo>
                <a:lnTo>
                  <a:pt x="1248" y="285"/>
                </a:lnTo>
                <a:lnTo>
                  <a:pt x="1247" y="299"/>
                </a:lnTo>
                <a:lnTo>
                  <a:pt x="1245" y="312"/>
                </a:lnTo>
                <a:lnTo>
                  <a:pt x="1242" y="327"/>
                </a:lnTo>
                <a:lnTo>
                  <a:pt x="1240" y="339"/>
                </a:lnTo>
                <a:lnTo>
                  <a:pt x="1236" y="352"/>
                </a:lnTo>
                <a:lnTo>
                  <a:pt x="1232" y="365"/>
                </a:lnTo>
                <a:lnTo>
                  <a:pt x="1228" y="378"/>
                </a:lnTo>
                <a:lnTo>
                  <a:pt x="1221" y="389"/>
                </a:lnTo>
                <a:lnTo>
                  <a:pt x="1215" y="402"/>
                </a:lnTo>
                <a:lnTo>
                  <a:pt x="1208" y="413"/>
                </a:lnTo>
                <a:lnTo>
                  <a:pt x="1202" y="424"/>
                </a:lnTo>
                <a:lnTo>
                  <a:pt x="1194" y="434"/>
                </a:lnTo>
                <a:lnTo>
                  <a:pt x="1186" y="445"/>
                </a:lnTo>
                <a:lnTo>
                  <a:pt x="1178" y="455"/>
                </a:lnTo>
                <a:lnTo>
                  <a:pt x="1168" y="464"/>
                </a:lnTo>
                <a:lnTo>
                  <a:pt x="1159" y="472"/>
                </a:lnTo>
                <a:lnTo>
                  <a:pt x="1149" y="482"/>
                </a:lnTo>
                <a:lnTo>
                  <a:pt x="1140" y="490"/>
                </a:lnTo>
                <a:lnTo>
                  <a:pt x="1128" y="498"/>
                </a:lnTo>
                <a:lnTo>
                  <a:pt x="1117" y="504"/>
                </a:lnTo>
                <a:lnTo>
                  <a:pt x="1106" y="511"/>
                </a:lnTo>
                <a:lnTo>
                  <a:pt x="1093" y="517"/>
                </a:lnTo>
                <a:lnTo>
                  <a:pt x="1082" y="522"/>
                </a:lnTo>
                <a:lnTo>
                  <a:pt x="1069" y="527"/>
                </a:lnTo>
                <a:lnTo>
                  <a:pt x="1056" y="532"/>
                </a:lnTo>
                <a:lnTo>
                  <a:pt x="1043" y="535"/>
                </a:lnTo>
                <a:lnTo>
                  <a:pt x="1031" y="538"/>
                </a:lnTo>
                <a:lnTo>
                  <a:pt x="1018" y="541"/>
                </a:lnTo>
                <a:lnTo>
                  <a:pt x="1003" y="543"/>
                </a:lnTo>
                <a:lnTo>
                  <a:pt x="989" y="543"/>
                </a:lnTo>
                <a:lnTo>
                  <a:pt x="976" y="544"/>
                </a:lnTo>
                <a:lnTo>
                  <a:pt x="272" y="544"/>
                </a:lnTo>
                <a:lnTo>
                  <a:pt x="257" y="543"/>
                </a:lnTo>
                <a:lnTo>
                  <a:pt x="245" y="543"/>
                </a:lnTo>
                <a:lnTo>
                  <a:pt x="230" y="541"/>
                </a:lnTo>
                <a:lnTo>
                  <a:pt x="217" y="538"/>
                </a:lnTo>
                <a:lnTo>
                  <a:pt x="205" y="535"/>
                </a:lnTo>
                <a:lnTo>
                  <a:pt x="190" y="532"/>
                </a:lnTo>
                <a:lnTo>
                  <a:pt x="179" y="527"/>
                </a:lnTo>
                <a:lnTo>
                  <a:pt x="166" y="522"/>
                </a:lnTo>
                <a:lnTo>
                  <a:pt x="153" y="517"/>
                </a:lnTo>
                <a:lnTo>
                  <a:pt x="142" y="511"/>
                </a:lnTo>
                <a:lnTo>
                  <a:pt x="131" y="504"/>
                </a:lnTo>
                <a:lnTo>
                  <a:pt x="120" y="498"/>
                </a:lnTo>
                <a:lnTo>
                  <a:pt x="109" y="490"/>
                </a:lnTo>
                <a:lnTo>
                  <a:pt x="99" y="482"/>
                </a:lnTo>
                <a:lnTo>
                  <a:pt x="89" y="472"/>
                </a:lnTo>
                <a:lnTo>
                  <a:pt x="80" y="464"/>
                </a:lnTo>
                <a:lnTo>
                  <a:pt x="70" y="455"/>
                </a:lnTo>
                <a:lnTo>
                  <a:pt x="62" y="445"/>
                </a:lnTo>
                <a:lnTo>
                  <a:pt x="54" y="434"/>
                </a:lnTo>
                <a:lnTo>
                  <a:pt x="46" y="424"/>
                </a:lnTo>
                <a:lnTo>
                  <a:pt x="40" y="413"/>
                </a:lnTo>
                <a:lnTo>
                  <a:pt x="32" y="402"/>
                </a:lnTo>
                <a:lnTo>
                  <a:pt x="27" y="389"/>
                </a:lnTo>
                <a:lnTo>
                  <a:pt x="21" y="378"/>
                </a:lnTo>
                <a:lnTo>
                  <a:pt x="16" y="365"/>
                </a:lnTo>
                <a:lnTo>
                  <a:pt x="13" y="352"/>
                </a:lnTo>
                <a:lnTo>
                  <a:pt x="8" y="339"/>
                </a:lnTo>
                <a:lnTo>
                  <a:pt x="5" y="327"/>
                </a:lnTo>
                <a:lnTo>
                  <a:pt x="3" y="312"/>
                </a:lnTo>
                <a:lnTo>
                  <a:pt x="1" y="299"/>
                </a:lnTo>
                <a:lnTo>
                  <a:pt x="0" y="285"/>
                </a:lnTo>
                <a:lnTo>
                  <a:pt x="0" y="271"/>
                </a:lnTo>
                <a:close/>
              </a:path>
            </a:pathLst>
          </a:custGeom>
          <a:noFill/>
          <a:ln w="23813">
            <a:solidFill>
              <a:srgbClr val="1EFFE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21865" name="Group 2">
            <a:extLst>
              <a:ext uri="{FF2B5EF4-FFF2-40B4-BE49-F238E27FC236}">
                <a16:creationId xmlns:a16="http://schemas.microsoft.com/office/drawing/2014/main" id="{4FFCA499-79F7-42E8-A2F3-EFD60E9E1BA4}"/>
              </a:ext>
            </a:extLst>
          </p:cNvPr>
          <p:cNvGrpSpPr>
            <a:grpSpLocks/>
          </p:cNvGrpSpPr>
          <p:nvPr/>
        </p:nvGrpSpPr>
        <p:grpSpPr bwMode="auto">
          <a:xfrm>
            <a:off x="5410200" y="4440238"/>
            <a:ext cx="3395663" cy="461962"/>
            <a:chOff x="5410200" y="4572000"/>
            <a:chExt cx="3395138" cy="461665"/>
          </a:xfrm>
        </p:grpSpPr>
        <p:sp>
          <p:nvSpPr>
            <p:cNvPr id="121866" name="TextBox 147">
              <a:extLst>
                <a:ext uri="{FF2B5EF4-FFF2-40B4-BE49-F238E27FC236}">
                  <a16:creationId xmlns:a16="http://schemas.microsoft.com/office/drawing/2014/main" id="{125E377B-5EF5-476C-A35E-71F0918C0628}"/>
                </a:ext>
              </a:extLst>
            </p:cNvPr>
            <p:cNvSpPr txBox="1">
              <a:spLocks noChangeArrowheads="1"/>
            </p:cNvSpPr>
            <p:nvPr/>
          </p:nvSpPr>
          <p:spPr bwMode="auto">
            <a:xfrm>
              <a:off x="5410200" y="4572000"/>
              <a:ext cx="339513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a:t>
              </a:r>
              <a:r>
                <a:rPr kumimoji="0" lang="en-US" altLang="en-US" sz="20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 </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2</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 </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2 </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 </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121867" name="Straight Connector 148">
              <a:extLst>
                <a:ext uri="{FF2B5EF4-FFF2-40B4-BE49-F238E27FC236}">
                  <a16:creationId xmlns:a16="http://schemas.microsoft.com/office/drawing/2014/main" id="{EF45C94C-A186-4C9A-A21D-DA237ACBC5CB}"/>
                </a:ext>
              </a:extLst>
            </p:cNvPr>
            <p:cNvCxnSpPr>
              <a:cxnSpLocks noChangeShapeType="1"/>
            </p:cNvCxnSpPr>
            <p:nvPr/>
          </p:nvCxnSpPr>
          <p:spPr bwMode="auto">
            <a:xfrm>
              <a:off x="6035578" y="4664016"/>
              <a:ext cx="228565"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cxnSp>
        <p:cxnSp>
          <p:nvCxnSpPr>
            <p:cNvPr id="121868" name="Straight Connector 149">
              <a:extLst>
                <a:ext uri="{FF2B5EF4-FFF2-40B4-BE49-F238E27FC236}">
                  <a16:creationId xmlns:a16="http://schemas.microsoft.com/office/drawing/2014/main" id="{C170E71C-FCA4-4C54-AA2C-3F02E4330BC0}"/>
                </a:ext>
              </a:extLst>
            </p:cNvPr>
            <p:cNvCxnSpPr>
              <a:cxnSpLocks noChangeShapeType="1"/>
            </p:cNvCxnSpPr>
            <p:nvPr/>
          </p:nvCxnSpPr>
          <p:spPr bwMode="auto">
            <a:xfrm>
              <a:off x="6818095" y="4668775"/>
              <a:ext cx="228565"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cxnSp>
        <p:cxnSp>
          <p:nvCxnSpPr>
            <p:cNvPr id="121869" name="Straight Connector 150">
              <a:extLst>
                <a:ext uri="{FF2B5EF4-FFF2-40B4-BE49-F238E27FC236}">
                  <a16:creationId xmlns:a16="http://schemas.microsoft.com/office/drawing/2014/main" id="{E1C3E12D-EC9F-4A19-8D48-E201CC873E49}"/>
                </a:ext>
              </a:extLst>
            </p:cNvPr>
            <p:cNvCxnSpPr>
              <a:cxnSpLocks noChangeShapeType="1"/>
            </p:cNvCxnSpPr>
            <p:nvPr/>
          </p:nvCxnSpPr>
          <p:spPr bwMode="auto">
            <a:xfrm>
              <a:off x="8300591" y="4668775"/>
              <a:ext cx="228565"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cxnSp>
      </p:grpSp>
    </p:spTree>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2881" name="Group 1">
            <a:extLst>
              <a:ext uri="{FF2B5EF4-FFF2-40B4-BE49-F238E27FC236}">
                <a16:creationId xmlns:a16="http://schemas.microsoft.com/office/drawing/2014/main" id="{816473FA-E6CF-49DF-BBD9-913EEB8AE2C3}"/>
              </a:ext>
            </a:extLst>
          </p:cNvPr>
          <p:cNvGrpSpPr>
            <a:grpSpLocks/>
          </p:cNvGrpSpPr>
          <p:nvPr/>
        </p:nvGrpSpPr>
        <p:grpSpPr bwMode="auto">
          <a:xfrm>
            <a:off x="879475" y="1666875"/>
            <a:ext cx="3235325" cy="3819525"/>
            <a:chOff x="3013075" y="1666875"/>
            <a:chExt cx="3235325" cy="3819525"/>
          </a:xfrm>
        </p:grpSpPr>
        <p:sp>
          <p:nvSpPr>
            <p:cNvPr id="122933" name="Rectangle 4">
              <a:extLst>
                <a:ext uri="{FF2B5EF4-FFF2-40B4-BE49-F238E27FC236}">
                  <a16:creationId xmlns:a16="http://schemas.microsoft.com/office/drawing/2014/main" id="{74F2A86B-ABF2-4245-A0A5-3FBAED857956}"/>
                </a:ext>
              </a:extLst>
            </p:cNvPr>
            <p:cNvSpPr>
              <a:spLocks noChangeArrowheads="1"/>
            </p:cNvSpPr>
            <p:nvPr/>
          </p:nvSpPr>
          <p:spPr bwMode="auto">
            <a:xfrm>
              <a:off x="3038475" y="1666875"/>
              <a:ext cx="3203575"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34" name="Rectangle 5">
              <a:extLst>
                <a:ext uri="{FF2B5EF4-FFF2-40B4-BE49-F238E27FC236}">
                  <a16:creationId xmlns:a16="http://schemas.microsoft.com/office/drawing/2014/main" id="{EA7677D8-E3BD-47C2-9D4F-883C062F56B4}"/>
                </a:ext>
              </a:extLst>
            </p:cNvPr>
            <p:cNvSpPr>
              <a:spLocks noChangeArrowheads="1"/>
            </p:cNvSpPr>
            <p:nvPr/>
          </p:nvSpPr>
          <p:spPr bwMode="auto">
            <a:xfrm>
              <a:off x="3013075" y="1677988"/>
              <a:ext cx="11113"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35" name="Rectangle 6">
              <a:extLst>
                <a:ext uri="{FF2B5EF4-FFF2-40B4-BE49-F238E27FC236}">
                  <a16:creationId xmlns:a16="http://schemas.microsoft.com/office/drawing/2014/main" id="{46EBFD29-78C3-4A50-8F89-6DAED139F207}"/>
                </a:ext>
              </a:extLst>
            </p:cNvPr>
            <p:cNvSpPr>
              <a:spLocks noChangeArrowheads="1"/>
            </p:cNvSpPr>
            <p:nvPr/>
          </p:nvSpPr>
          <p:spPr bwMode="auto">
            <a:xfrm>
              <a:off x="4129088"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36" name="Rectangle 7">
              <a:extLst>
                <a:ext uri="{FF2B5EF4-FFF2-40B4-BE49-F238E27FC236}">
                  <a16:creationId xmlns:a16="http://schemas.microsoft.com/office/drawing/2014/main" id="{71AC1035-5333-49D6-93C4-F96B94506998}"/>
                </a:ext>
              </a:extLst>
            </p:cNvPr>
            <p:cNvSpPr>
              <a:spLocks noChangeArrowheads="1"/>
            </p:cNvSpPr>
            <p:nvPr/>
          </p:nvSpPr>
          <p:spPr bwMode="auto">
            <a:xfrm>
              <a:off x="3246438" y="1792288"/>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37" name="Rectangle 8">
              <a:extLst>
                <a:ext uri="{FF2B5EF4-FFF2-40B4-BE49-F238E27FC236}">
                  <a16:creationId xmlns:a16="http://schemas.microsoft.com/office/drawing/2014/main" id="{2E5798AC-5E34-4EBD-BFD3-4C16E966BC57}"/>
                </a:ext>
              </a:extLst>
            </p:cNvPr>
            <p:cNvSpPr>
              <a:spLocks noChangeArrowheads="1"/>
            </p:cNvSpPr>
            <p:nvPr/>
          </p:nvSpPr>
          <p:spPr bwMode="auto">
            <a:xfrm>
              <a:off x="5219700"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38" name="Rectangle 9">
              <a:extLst>
                <a:ext uri="{FF2B5EF4-FFF2-40B4-BE49-F238E27FC236}">
                  <a16:creationId xmlns:a16="http://schemas.microsoft.com/office/drawing/2014/main" id="{640589C1-345B-4432-8334-8E9593642D9B}"/>
                </a:ext>
              </a:extLst>
            </p:cNvPr>
            <p:cNvSpPr>
              <a:spLocks noChangeArrowheads="1"/>
            </p:cNvSpPr>
            <p:nvPr/>
          </p:nvSpPr>
          <p:spPr bwMode="auto">
            <a:xfrm>
              <a:off x="4440238" y="1792288"/>
              <a:ext cx="4937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39" name="Rectangle 10">
              <a:extLst>
                <a:ext uri="{FF2B5EF4-FFF2-40B4-BE49-F238E27FC236}">
                  <a16:creationId xmlns:a16="http://schemas.microsoft.com/office/drawing/2014/main" id="{A2E75C42-FFC7-467C-B7A0-FE7EC3804402}"/>
                </a:ext>
              </a:extLst>
            </p:cNvPr>
            <p:cNvSpPr>
              <a:spLocks noChangeArrowheads="1"/>
            </p:cNvSpPr>
            <p:nvPr/>
          </p:nvSpPr>
          <p:spPr bwMode="auto">
            <a:xfrm>
              <a:off x="6235700" y="16779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40" name="Rectangle 11">
              <a:extLst>
                <a:ext uri="{FF2B5EF4-FFF2-40B4-BE49-F238E27FC236}">
                  <a16:creationId xmlns:a16="http://schemas.microsoft.com/office/drawing/2014/main" id="{ABF05D12-15E5-4AFE-BD8C-60267BB5F0FB}"/>
                </a:ext>
              </a:extLst>
            </p:cNvPr>
            <p:cNvSpPr>
              <a:spLocks noChangeArrowheads="1"/>
            </p:cNvSpPr>
            <p:nvPr/>
          </p:nvSpPr>
          <p:spPr bwMode="auto">
            <a:xfrm>
              <a:off x="3013075" y="2139950"/>
              <a:ext cx="11113"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41" name="Rectangle 12">
              <a:extLst>
                <a:ext uri="{FF2B5EF4-FFF2-40B4-BE49-F238E27FC236}">
                  <a16:creationId xmlns:a16="http://schemas.microsoft.com/office/drawing/2014/main" id="{555774C2-D700-4807-8C93-B8F2742693EA}"/>
                </a:ext>
              </a:extLst>
            </p:cNvPr>
            <p:cNvSpPr>
              <a:spLocks noChangeArrowheads="1"/>
            </p:cNvSpPr>
            <p:nvPr/>
          </p:nvSpPr>
          <p:spPr bwMode="auto">
            <a:xfrm>
              <a:off x="5375275" y="1792288"/>
              <a:ext cx="704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Output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42" name="Rectangle 13">
              <a:extLst>
                <a:ext uri="{FF2B5EF4-FFF2-40B4-BE49-F238E27FC236}">
                  <a16:creationId xmlns:a16="http://schemas.microsoft.com/office/drawing/2014/main" id="{C5D1A529-F82E-4B96-B242-4411AE39724C}"/>
                </a:ext>
              </a:extLst>
            </p:cNvPr>
            <p:cNvSpPr>
              <a:spLocks noChangeArrowheads="1"/>
            </p:cNvSpPr>
            <p:nvPr/>
          </p:nvSpPr>
          <p:spPr bwMode="auto">
            <a:xfrm>
              <a:off x="4129088"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43" name="Rectangle 14">
              <a:extLst>
                <a:ext uri="{FF2B5EF4-FFF2-40B4-BE49-F238E27FC236}">
                  <a16:creationId xmlns:a16="http://schemas.microsoft.com/office/drawing/2014/main" id="{36BFACA6-8A49-476B-BEB5-0010EA019A9C}"/>
                </a:ext>
              </a:extLst>
            </p:cNvPr>
            <p:cNvSpPr>
              <a:spLocks noChangeArrowheads="1"/>
            </p:cNvSpPr>
            <p:nvPr/>
          </p:nvSpPr>
          <p:spPr bwMode="auto">
            <a:xfrm>
              <a:off x="3387725" y="2141538"/>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44" name="Rectangle 15">
              <a:extLst>
                <a:ext uri="{FF2B5EF4-FFF2-40B4-BE49-F238E27FC236}">
                  <a16:creationId xmlns:a16="http://schemas.microsoft.com/office/drawing/2014/main" id="{BBBC4B68-9B21-4483-A874-6819A3C10A61}"/>
                </a:ext>
              </a:extLst>
            </p:cNvPr>
            <p:cNvSpPr>
              <a:spLocks noChangeArrowheads="1"/>
            </p:cNvSpPr>
            <p:nvPr/>
          </p:nvSpPr>
          <p:spPr bwMode="auto">
            <a:xfrm>
              <a:off x="5219700"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45" name="Rectangle 16">
              <a:extLst>
                <a:ext uri="{FF2B5EF4-FFF2-40B4-BE49-F238E27FC236}">
                  <a16:creationId xmlns:a16="http://schemas.microsoft.com/office/drawing/2014/main" id="{2443DD1D-6712-48B6-9634-0BA7DED89784}"/>
                </a:ext>
              </a:extLst>
            </p:cNvPr>
            <p:cNvSpPr>
              <a:spLocks noChangeArrowheads="1"/>
            </p:cNvSpPr>
            <p:nvPr/>
          </p:nvSpPr>
          <p:spPr bwMode="auto">
            <a:xfrm>
              <a:off x="6235700" y="21399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46" name="Rectangle 17">
              <a:extLst>
                <a:ext uri="{FF2B5EF4-FFF2-40B4-BE49-F238E27FC236}">
                  <a16:creationId xmlns:a16="http://schemas.microsoft.com/office/drawing/2014/main" id="{3C3BC4DD-8A2D-4A73-BF33-36747310F35F}"/>
                </a:ext>
              </a:extLst>
            </p:cNvPr>
            <p:cNvSpPr>
              <a:spLocks noChangeArrowheads="1"/>
            </p:cNvSpPr>
            <p:nvPr/>
          </p:nvSpPr>
          <p:spPr bwMode="auto">
            <a:xfrm>
              <a:off x="3013075" y="2495550"/>
              <a:ext cx="11113"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47" name="Rectangle 18">
              <a:extLst>
                <a:ext uri="{FF2B5EF4-FFF2-40B4-BE49-F238E27FC236}">
                  <a16:creationId xmlns:a16="http://schemas.microsoft.com/office/drawing/2014/main" id="{A57D014E-4CEA-4889-8EF3-B3A49F7F793D}"/>
                </a:ext>
              </a:extLst>
            </p:cNvPr>
            <p:cNvSpPr>
              <a:spLocks noChangeArrowheads="1"/>
            </p:cNvSpPr>
            <p:nvPr/>
          </p:nvSpPr>
          <p:spPr bwMode="auto">
            <a:xfrm>
              <a:off x="4452938" y="2141538"/>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48" name="Rectangle 19">
              <a:extLst>
                <a:ext uri="{FF2B5EF4-FFF2-40B4-BE49-F238E27FC236}">
                  <a16:creationId xmlns:a16="http://schemas.microsoft.com/office/drawing/2014/main" id="{82B67F45-4398-433D-A424-D27D9B24F6A6}"/>
                </a:ext>
              </a:extLst>
            </p:cNvPr>
            <p:cNvSpPr>
              <a:spLocks noChangeArrowheads="1"/>
            </p:cNvSpPr>
            <p:nvPr/>
          </p:nvSpPr>
          <p:spPr bwMode="auto">
            <a:xfrm>
              <a:off x="3262313" y="2490788"/>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49" name="Rectangle 20">
              <a:extLst>
                <a:ext uri="{FF2B5EF4-FFF2-40B4-BE49-F238E27FC236}">
                  <a16:creationId xmlns:a16="http://schemas.microsoft.com/office/drawing/2014/main" id="{2635FC50-6184-4B42-BB8E-A5164088EDE6}"/>
                </a:ext>
              </a:extLst>
            </p:cNvPr>
            <p:cNvSpPr>
              <a:spLocks noChangeArrowheads="1"/>
            </p:cNvSpPr>
            <p:nvPr/>
          </p:nvSpPr>
          <p:spPr bwMode="auto">
            <a:xfrm>
              <a:off x="3387725"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50" name="Rectangle 21">
              <a:extLst>
                <a:ext uri="{FF2B5EF4-FFF2-40B4-BE49-F238E27FC236}">
                  <a16:creationId xmlns:a16="http://schemas.microsoft.com/office/drawing/2014/main" id="{5475DF9B-8674-413E-883D-8B21D229BC9B}"/>
                </a:ext>
              </a:extLst>
            </p:cNvPr>
            <p:cNvSpPr>
              <a:spLocks noChangeArrowheads="1"/>
            </p:cNvSpPr>
            <p:nvPr/>
          </p:nvSpPr>
          <p:spPr bwMode="auto">
            <a:xfrm>
              <a:off x="3498850" y="2490788"/>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51" name="Rectangle 22">
              <a:extLst>
                <a:ext uri="{FF2B5EF4-FFF2-40B4-BE49-F238E27FC236}">
                  <a16:creationId xmlns:a16="http://schemas.microsoft.com/office/drawing/2014/main" id="{81C86455-79AE-495A-A062-ADDFF195FDF5}"/>
                </a:ext>
              </a:extLst>
            </p:cNvPr>
            <p:cNvSpPr>
              <a:spLocks noChangeArrowheads="1"/>
            </p:cNvSpPr>
            <p:nvPr/>
          </p:nvSpPr>
          <p:spPr bwMode="auto">
            <a:xfrm>
              <a:off x="36242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52" name="Rectangle 23">
              <a:extLst>
                <a:ext uri="{FF2B5EF4-FFF2-40B4-BE49-F238E27FC236}">
                  <a16:creationId xmlns:a16="http://schemas.microsoft.com/office/drawing/2014/main" id="{16EFBF52-9D5B-4F4A-BD82-086B04154008}"/>
                </a:ext>
              </a:extLst>
            </p:cNvPr>
            <p:cNvSpPr>
              <a:spLocks noChangeArrowheads="1"/>
            </p:cNvSpPr>
            <p:nvPr/>
          </p:nvSpPr>
          <p:spPr bwMode="auto">
            <a:xfrm>
              <a:off x="3738563" y="2490788"/>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53" name="Rectangle 24">
              <a:extLst>
                <a:ext uri="{FF2B5EF4-FFF2-40B4-BE49-F238E27FC236}">
                  <a16:creationId xmlns:a16="http://schemas.microsoft.com/office/drawing/2014/main" id="{D7887B4B-B326-43CF-A98B-40EEF256B64B}"/>
                </a:ext>
              </a:extLst>
            </p:cNvPr>
            <p:cNvSpPr>
              <a:spLocks noChangeArrowheads="1"/>
            </p:cNvSpPr>
            <p:nvPr/>
          </p:nvSpPr>
          <p:spPr bwMode="auto">
            <a:xfrm>
              <a:off x="4129088"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54" name="Rectangle 25">
              <a:extLst>
                <a:ext uri="{FF2B5EF4-FFF2-40B4-BE49-F238E27FC236}">
                  <a16:creationId xmlns:a16="http://schemas.microsoft.com/office/drawing/2014/main" id="{AF19ACA1-B4A7-4521-ADBF-0E970826CB93}"/>
                </a:ext>
              </a:extLst>
            </p:cNvPr>
            <p:cNvSpPr>
              <a:spLocks noChangeArrowheads="1"/>
            </p:cNvSpPr>
            <p:nvPr/>
          </p:nvSpPr>
          <p:spPr bwMode="auto">
            <a:xfrm>
              <a:off x="386238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55" name="Rectangle 26">
              <a:extLst>
                <a:ext uri="{FF2B5EF4-FFF2-40B4-BE49-F238E27FC236}">
                  <a16:creationId xmlns:a16="http://schemas.microsoft.com/office/drawing/2014/main" id="{3A6DF705-F8FC-40DE-B27F-6E8BC3F2E5C1}"/>
                </a:ext>
              </a:extLst>
            </p:cNvPr>
            <p:cNvSpPr>
              <a:spLocks noChangeArrowheads="1"/>
            </p:cNvSpPr>
            <p:nvPr/>
          </p:nvSpPr>
          <p:spPr bwMode="auto">
            <a:xfrm>
              <a:off x="4295775" y="2490788"/>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56" name="Rectangle 27">
              <a:extLst>
                <a:ext uri="{FF2B5EF4-FFF2-40B4-BE49-F238E27FC236}">
                  <a16:creationId xmlns:a16="http://schemas.microsoft.com/office/drawing/2014/main" id="{8F705473-C132-4B8D-B57F-2E2E9D2C84F6}"/>
                </a:ext>
              </a:extLst>
            </p:cNvPr>
            <p:cNvSpPr>
              <a:spLocks noChangeArrowheads="1"/>
            </p:cNvSpPr>
            <p:nvPr/>
          </p:nvSpPr>
          <p:spPr bwMode="auto">
            <a:xfrm>
              <a:off x="44402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57" name="Rectangle 28">
              <a:extLst>
                <a:ext uri="{FF2B5EF4-FFF2-40B4-BE49-F238E27FC236}">
                  <a16:creationId xmlns:a16="http://schemas.microsoft.com/office/drawing/2014/main" id="{EC149174-8341-43F7-96DD-B021D95F990B}"/>
                </a:ext>
              </a:extLst>
            </p:cNvPr>
            <p:cNvSpPr>
              <a:spLocks noChangeArrowheads="1"/>
            </p:cNvSpPr>
            <p:nvPr/>
          </p:nvSpPr>
          <p:spPr bwMode="auto">
            <a:xfrm>
              <a:off x="4556125" y="2490788"/>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58" name="Rectangle 29">
              <a:extLst>
                <a:ext uri="{FF2B5EF4-FFF2-40B4-BE49-F238E27FC236}">
                  <a16:creationId xmlns:a16="http://schemas.microsoft.com/office/drawing/2014/main" id="{D0422D91-E68F-480E-B0D8-B5F1E27C8F49}"/>
                </a:ext>
              </a:extLst>
            </p:cNvPr>
            <p:cNvSpPr>
              <a:spLocks noChangeArrowheads="1"/>
            </p:cNvSpPr>
            <p:nvPr/>
          </p:nvSpPr>
          <p:spPr bwMode="auto">
            <a:xfrm>
              <a:off x="4702175"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59" name="Rectangle 30">
              <a:extLst>
                <a:ext uri="{FF2B5EF4-FFF2-40B4-BE49-F238E27FC236}">
                  <a16:creationId xmlns:a16="http://schemas.microsoft.com/office/drawing/2014/main" id="{DE5670D7-CFB1-4416-841D-617E1C01BF6B}"/>
                </a:ext>
              </a:extLst>
            </p:cNvPr>
            <p:cNvSpPr>
              <a:spLocks noChangeArrowheads="1"/>
            </p:cNvSpPr>
            <p:nvPr/>
          </p:nvSpPr>
          <p:spPr bwMode="auto">
            <a:xfrm>
              <a:off x="4814888" y="2490788"/>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60" name="Rectangle 31">
              <a:extLst>
                <a:ext uri="{FF2B5EF4-FFF2-40B4-BE49-F238E27FC236}">
                  <a16:creationId xmlns:a16="http://schemas.microsoft.com/office/drawing/2014/main" id="{180C17F0-F06B-4DDA-90A7-46556D46E298}"/>
                </a:ext>
              </a:extLst>
            </p:cNvPr>
            <p:cNvSpPr>
              <a:spLocks noChangeArrowheads="1"/>
            </p:cNvSpPr>
            <p:nvPr/>
          </p:nvSpPr>
          <p:spPr bwMode="auto">
            <a:xfrm>
              <a:off x="5219700"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61" name="Rectangle 32">
              <a:extLst>
                <a:ext uri="{FF2B5EF4-FFF2-40B4-BE49-F238E27FC236}">
                  <a16:creationId xmlns:a16="http://schemas.microsoft.com/office/drawing/2014/main" id="{F7A89ABD-D3F5-42A0-88DE-E93822FB83F6}"/>
                </a:ext>
              </a:extLst>
            </p:cNvPr>
            <p:cNvSpPr>
              <a:spLocks noChangeArrowheads="1"/>
            </p:cNvSpPr>
            <p:nvPr/>
          </p:nvSpPr>
          <p:spPr bwMode="auto">
            <a:xfrm>
              <a:off x="49609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62" name="Rectangle 33">
              <a:extLst>
                <a:ext uri="{FF2B5EF4-FFF2-40B4-BE49-F238E27FC236}">
                  <a16:creationId xmlns:a16="http://schemas.microsoft.com/office/drawing/2014/main" id="{989A2AE5-64E4-4866-A26E-FA1AD310A713}"/>
                </a:ext>
              </a:extLst>
            </p:cNvPr>
            <p:cNvSpPr>
              <a:spLocks noChangeArrowheads="1"/>
            </p:cNvSpPr>
            <p:nvPr/>
          </p:nvSpPr>
          <p:spPr bwMode="auto">
            <a:xfrm>
              <a:off x="5384800"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63" name="Rectangle 34">
              <a:extLst>
                <a:ext uri="{FF2B5EF4-FFF2-40B4-BE49-F238E27FC236}">
                  <a16:creationId xmlns:a16="http://schemas.microsoft.com/office/drawing/2014/main" id="{D5A40248-176B-4405-98B0-20FF1FFA8B5F}"/>
                </a:ext>
              </a:extLst>
            </p:cNvPr>
            <p:cNvSpPr>
              <a:spLocks noChangeArrowheads="1"/>
            </p:cNvSpPr>
            <p:nvPr/>
          </p:nvSpPr>
          <p:spPr bwMode="auto">
            <a:xfrm>
              <a:off x="55038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64" name="Rectangle 35">
              <a:extLst>
                <a:ext uri="{FF2B5EF4-FFF2-40B4-BE49-F238E27FC236}">
                  <a16:creationId xmlns:a16="http://schemas.microsoft.com/office/drawing/2014/main" id="{0F4FEA13-8C40-43E0-BDB8-6F91ED036199}"/>
                </a:ext>
              </a:extLst>
            </p:cNvPr>
            <p:cNvSpPr>
              <a:spLocks noChangeArrowheads="1"/>
            </p:cNvSpPr>
            <p:nvPr/>
          </p:nvSpPr>
          <p:spPr bwMode="auto">
            <a:xfrm>
              <a:off x="5613400"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65" name="Rectangle 36">
              <a:extLst>
                <a:ext uri="{FF2B5EF4-FFF2-40B4-BE49-F238E27FC236}">
                  <a16:creationId xmlns:a16="http://schemas.microsoft.com/office/drawing/2014/main" id="{4FB9975D-A136-4F82-B3DE-D3B41002E7F0}"/>
                </a:ext>
              </a:extLst>
            </p:cNvPr>
            <p:cNvSpPr>
              <a:spLocks noChangeArrowheads="1"/>
            </p:cNvSpPr>
            <p:nvPr/>
          </p:nvSpPr>
          <p:spPr bwMode="auto">
            <a:xfrm>
              <a:off x="5732463"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66" name="Rectangle 37">
              <a:extLst>
                <a:ext uri="{FF2B5EF4-FFF2-40B4-BE49-F238E27FC236}">
                  <a16:creationId xmlns:a16="http://schemas.microsoft.com/office/drawing/2014/main" id="{091B29DF-3466-456B-87FF-DFBEAAE48A72}"/>
                </a:ext>
              </a:extLst>
            </p:cNvPr>
            <p:cNvSpPr>
              <a:spLocks noChangeArrowheads="1"/>
            </p:cNvSpPr>
            <p:nvPr/>
          </p:nvSpPr>
          <p:spPr bwMode="auto">
            <a:xfrm>
              <a:off x="5845175" y="24907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67" name="Rectangle 38">
              <a:extLst>
                <a:ext uri="{FF2B5EF4-FFF2-40B4-BE49-F238E27FC236}">
                  <a16:creationId xmlns:a16="http://schemas.microsoft.com/office/drawing/2014/main" id="{840C074C-3A5B-435F-860D-C2D86909CABB}"/>
                </a:ext>
              </a:extLst>
            </p:cNvPr>
            <p:cNvSpPr>
              <a:spLocks noChangeArrowheads="1"/>
            </p:cNvSpPr>
            <p:nvPr/>
          </p:nvSpPr>
          <p:spPr bwMode="auto">
            <a:xfrm>
              <a:off x="6235700" y="249555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68" name="Rectangle 39">
              <a:extLst>
                <a:ext uri="{FF2B5EF4-FFF2-40B4-BE49-F238E27FC236}">
                  <a16:creationId xmlns:a16="http://schemas.microsoft.com/office/drawing/2014/main" id="{E068C978-FCCA-4D11-8366-3B8559AB2D10}"/>
                </a:ext>
              </a:extLst>
            </p:cNvPr>
            <p:cNvSpPr>
              <a:spLocks noChangeArrowheads="1"/>
            </p:cNvSpPr>
            <p:nvPr/>
          </p:nvSpPr>
          <p:spPr bwMode="auto">
            <a:xfrm>
              <a:off x="3038475" y="2833688"/>
              <a:ext cx="3203575"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69" name="Rectangle 40">
              <a:extLst>
                <a:ext uri="{FF2B5EF4-FFF2-40B4-BE49-F238E27FC236}">
                  <a16:creationId xmlns:a16="http://schemas.microsoft.com/office/drawing/2014/main" id="{C2806045-2AB2-4AB4-8466-28254ACB6366}"/>
                </a:ext>
              </a:extLst>
            </p:cNvPr>
            <p:cNvSpPr>
              <a:spLocks noChangeArrowheads="1"/>
            </p:cNvSpPr>
            <p:nvPr/>
          </p:nvSpPr>
          <p:spPr bwMode="auto">
            <a:xfrm>
              <a:off x="3013075" y="2846388"/>
              <a:ext cx="11113"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70" name="Rectangle 41">
              <a:extLst>
                <a:ext uri="{FF2B5EF4-FFF2-40B4-BE49-F238E27FC236}">
                  <a16:creationId xmlns:a16="http://schemas.microsoft.com/office/drawing/2014/main" id="{29A4DC0B-A687-4BD3-90C1-CDCCEB114FEE}"/>
                </a:ext>
              </a:extLst>
            </p:cNvPr>
            <p:cNvSpPr>
              <a:spLocks noChangeArrowheads="1"/>
            </p:cNvSpPr>
            <p:nvPr/>
          </p:nvSpPr>
          <p:spPr bwMode="auto">
            <a:xfrm>
              <a:off x="5964238" y="2589213"/>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71" name="Rectangle 42">
              <a:extLst>
                <a:ext uri="{FF2B5EF4-FFF2-40B4-BE49-F238E27FC236}">
                  <a16:creationId xmlns:a16="http://schemas.microsoft.com/office/drawing/2014/main" id="{E3C077B2-D8B9-4C3D-B146-1A21DCD18869}"/>
                </a:ext>
              </a:extLst>
            </p:cNvPr>
            <p:cNvSpPr>
              <a:spLocks noChangeArrowheads="1"/>
            </p:cNvSpPr>
            <p:nvPr/>
          </p:nvSpPr>
          <p:spPr bwMode="auto">
            <a:xfrm>
              <a:off x="4129088"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72" name="Rectangle 43">
              <a:extLst>
                <a:ext uri="{FF2B5EF4-FFF2-40B4-BE49-F238E27FC236}">
                  <a16:creationId xmlns:a16="http://schemas.microsoft.com/office/drawing/2014/main" id="{6D8A9B34-06A6-479C-84AB-6E230134544E}"/>
                </a:ext>
              </a:extLst>
            </p:cNvPr>
            <p:cNvSpPr>
              <a:spLocks noChangeArrowheads="1"/>
            </p:cNvSpPr>
            <p:nvPr/>
          </p:nvSpPr>
          <p:spPr bwMode="auto">
            <a:xfrm>
              <a:off x="3335338" y="29575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73" name="Rectangle 44">
              <a:extLst>
                <a:ext uri="{FF2B5EF4-FFF2-40B4-BE49-F238E27FC236}">
                  <a16:creationId xmlns:a16="http://schemas.microsoft.com/office/drawing/2014/main" id="{9F8D2FA4-7717-4332-8CC2-3BB018DF4F40}"/>
                </a:ext>
              </a:extLst>
            </p:cNvPr>
            <p:cNvSpPr>
              <a:spLocks noChangeArrowheads="1"/>
            </p:cNvSpPr>
            <p:nvPr/>
          </p:nvSpPr>
          <p:spPr bwMode="auto">
            <a:xfrm>
              <a:off x="4465638" y="2957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74" name="Rectangle 45">
              <a:extLst>
                <a:ext uri="{FF2B5EF4-FFF2-40B4-BE49-F238E27FC236}">
                  <a16:creationId xmlns:a16="http://schemas.microsoft.com/office/drawing/2014/main" id="{52393E6D-B8B8-4A26-81C4-E960B7B9B88B}"/>
                </a:ext>
              </a:extLst>
            </p:cNvPr>
            <p:cNvSpPr>
              <a:spLocks noChangeArrowheads="1"/>
            </p:cNvSpPr>
            <p:nvPr/>
          </p:nvSpPr>
          <p:spPr bwMode="auto">
            <a:xfrm>
              <a:off x="5219700"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75" name="Rectangle 46">
              <a:extLst>
                <a:ext uri="{FF2B5EF4-FFF2-40B4-BE49-F238E27FC236}">
                  <a16:creationId xmlns:a16="http://schemas.microsoft.com/office/drawing/2014/main" id="{F952E1F2-03DB-4861-A409-C5FD67A9B9A3}"/>
                </a:ext>
              </a:extLst>
            </p:cNvPr>
            <p:cNvSpPr>
              <a:spLocks noChangeArrowheads="1"/>
            </p:cNvSpPr>
            <p:nvPr/>
          </p:nvSpPr>
          <p:spPr bwMode="auto">
            <a:xfrm>
              <a:off x="4618038" y="29575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76" name="Rectangle 47">
              <a:extLst>
                <a:ext uri="{FF2B5EF4-FFF2-40B4-BE49-F238E27FC236}">
                  <a16:creationId xmlns:a16="http://schemas.microsoft.com/office/drawing/2014/main" id="{F0119396-E29A-4FE4-9ED9-44E5D7EDB2A4}"/>
                </a:ext>
              </a:extLst>
            </p:cNvPr>
            <p:cNvSpPr>
              <a:spLocks noChangeArrowheads="1"/>
            </p:cNvSpPr>
            <p:nvPr/>
          </p:nvSpPr>
          <p:spPr bwMode="auto">
            <a:xfrm>
              <a:off x="5518150" y="2957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77" name="Rectangle 48">
              <a:extLst>
                <a:ext uri="{FF2B5EF4-FFF2-40B4-BE49-F238E27FC236}">
                  <a16:creationId xmlns:a16="http://schemas.microsoft.com/office/drawing/2014/main" id="{DCBAB53B-1B04-4060-847C-E32E4EDF8C40}"/>
                </a:ext>
              </a:extLst>
            </p:cNvPr>
            <p:cNvSpPr>
              <a:spLocks noChangeArrowheads="1"/>
            </p:cNvSpPr>
            <p:nvPr/>
          </p:nvSpPr>
          <p:spPr bwMode="auto">
            <a:xfrm>
              <a:off x="6235700" y="2846388"/>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78" name="Rectangle 49">
              <a:extLst>
                <a:ext uri="{FF2B5EF4-FFF2-40B4-BE49-F238E27FC236}">
                  <a16:creationId xmlns:a16="http://schemas.microsoft.com/office/drawing/2014/main" id="{CEDA2173-A225-47E1-A37A-BA6AEEED6B0C}"/>
                </a:ext>
              </a:extLst>
            </p:cNvPr>
            <p:cNvSpPr>
              <a:spLocks noChangeArrowheads="1"/>
            </p:cNvSpPr>
            <p:nvPr/>
          </p:nvSpPr>
          <p:spPr bwMode="auto">
            <a:xfrm>
              <a:off x="3013075" y="3303588"/>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79" name="Rectangle 50">
              <a:extLst>
                <a:ext uri="{FF2B5EF4-FFF2-40B4-BE49-F238E27FC236}">
                  <a16:creationId xmlns:a16="http://schemas.microsoft.com/office/drawing/2014/main" id="{7E11FB28-1EAC-4BD2-8B86-15304BD94A02}"/>
                </a:ext>
              </a:extLst>
            </p:cNvPr>
            <p:cNvSpPr>
              <a:spLocks noChangeArrowheads="1"/>
            </p:cNvSpPr>
            <p:nvPr/>
          </p:nvSpPr>
          <p:spPr bwMode="auto">
            <a:xfrm>
              <a:off x="5657850" y="29575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80" name="Rectangle 51">
              <a:extLst>
                <a:ext uri="{FF2B5EF4-FFF2-40B4-BE49-F238E27FC236}">
                  <a16:creationId xmlns:a16="http://schemas.microsoft.com/office/drawing/2014/main" id="{3EF1BF90-C34A-486C-9AA2-8C4541C15FD9}"/>
                </a:ext>
              </a:extLst>
            </p:cNvPr>
            <p:cNvSpPr>
              <a:spLocks noChangeArrowheads="1"/>
            </p:cNvSpPr>
            <p:nvPr/>
          </p:nvSpPr>
          <p:spPr bwMode="auto">
            <a:xfrm>
              <a:off x="4129088"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81" name="Rectangle 52">
              <a:extLst>
                <a:ext uri="{FF2B5EF4-FFF2-40B4-BE49-F238E27FC236}">
                  <a16:creationId xmlns:a16="http://schemas.microsoft.com/office/drawing/2014/main" id="{3A69A292-64BC-452F-B797-488DB8F481DF}"/>
                </a:ext>
              </a:extLst>
            </p:cNvPr>
            <p:cNvSpPr>
              <a:spLocks noChangeArrowheads="1"/>
            </p:cNvSpPr>
            <p:nvPr/>
          </p:nvSpPr>
          <p:spPr bwMode="auto">
            <a:xfrm>
              <a:off x="3335338" y="330676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82" name="Rectangle 53">
              <a:extLst>
                <a:ext uri="{FF2B5EF4-FFF2-40B4-BE49-F238E27FC236}">
                  <a16:creationId xmlns:a16="http://schemas.microsoft.com/office/drawing/2014/main" id="{91280CA3-32A0-4FC3-B9C7-BD6330CF467E}"/>
                </a:ext>
              </a:extLst>
            </p:cNvPr>
            <p:cNvSpPr>
              <a:spLocks noChangeArrowheads="1"/>
            </p:cNvSpPr>
            <p:nvPr/>
          </p:nvSpPr>
          <p:spPr bwMode="auto">
            <a:xfrm>
              <a:off x="4465638" y="33067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83" name="Rectangle 54">
              <a:extLst>
                <a:ext uri="{FF2B5EF4-FFF2-40B4-BE49-F238E27FC236}">
                  <a16:creationId xmlns:a16="http://schemas.microsoft.com/office/drawing/2014/main" id="{B0F5649B-64EF-4610-AC7A-858D3E77E502}"/>
                </a:ext>
              </a:extLst>
            </p:cNvPr>
            <p:cNvSpPr>
              <a:spLocks noChangeArrowheads="1"/>
            </p:cNvSpPr>
            <p:nvPr/>
          </p:nvSpPr>
          <p:spPr bwMode="auto">
            <a:xfrm>
              <a:off x="5219700"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84" name="Rectangle 55">
              <a:extLst>
                <a:ext uri="{FF2B5EF4-FFF2-40B4-BE49-F238E27FC236}">
                  <a16:creationId xmlns:a16="http://schemas.microsoft.com/office/drawing/2014/main" id="{C62C50A6-8C1D-46CD-AD48-B82D822A802D}"/>
                </a:ext>
              </a:extLst>
            </p:cNvPr>
            <p:cNvSpPr>
              <a:spLocks noChangeArrowheads="1"/>
            </p:cNvSpPr>
            <p:nvPr/>
          </p:nvSpPr>
          <p:spPr bwMode="auto">
            <a:xfrm>
              <a:off x="4618038" y="33067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85" name="Rectangle 56">
              <a:extLst>
                <a:ext uri="{FF2B5EF4-FFF2-40B4-BE49-F238E27FC236}">
                  <a16:creationId xmlns:a16="http://schemas.microsoft.com/office/drawing/2014/main" id="{25C52AFF-1D8F-4F05-A54A-5709089961F3}"/>
                </a:ext>
              </a:extLst>
            </p:cNvPr>
            <p:cNvSpPr>
              <a:spLocks noChangeArrowheads="1"/>
            </p:cNvSpPr>
            <p:nvPr/>
          </p:nvSpPr>
          <p:spPr bwMode="auto">
            <a:xfrm>
              <a:off x="5518150" y="33067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86" name="Rectangle 57">
              <a:extLst>
                <a:ext uri="{FF2B5EF4-FFF2-40B4-BE49-F238E27FC236}">
                  <a16:creationId xmlns:a16="http://schemas.microsoft.com/office/drawing/2014/main" id="{71B395A6-61AE-49DB-A385-099787698CF8}"/>
                </a:ext>
              </a:extLst>
            </p:cNvPr>
            <p:cNvSpPr>
              <a:spLocks noChangeArrowheads="1"/>
            </p:cNvSpPr>
            <p:nvPr/>
          </p:nvSpPr>
          <p:spPr bwMode="auto">
            <a:xfrm>
              <a:off x="6235700" y="33035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87" name="Rectangle 58">
              <a:extLst>
                <a:ext uri="{FF2B5EF4-FFF2-40B4-BE49-F238E27FC236}">
                  <a16:creationId xmlns:a16="http://schemas.microsoft.com/office/drawing/2014/main" id="{0677E2AF-17DB-4B78-92BF-A22488ADA2D8}"/>
                </a:ext>
              </a:extLst>
            </p:cNvPr>
            <p:cNvSpPr>
              <a:spLocks noChangeArrowheads="1"/>
            </p:cNvSpPr>
            <p:nvPr/>
          </p:nvSpPr>
          <p:spPr bwMode="auto">
            <a:xfrm>
              <a:off x="3013075" y="3608388"/>
              <a:ext cx="11113"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88" name="Rectangle 59">
              <a:extLst>
                <a:ext uri="{FF2B5EF4-FFF2-40B4-BE49-F238E27FC236}">
                  <a16:creationId xmlns:a16="http://schemas.microsoft.com/office/drawing/2014/main" id="{746CEEAF-1011-4F48-9C84-902D15078FEA}"/>
                </a:ext>
              </a:extLst>
            </p:cNvPr>
            <p:cNvSpPr>
              <a:spLocks noChangeArrowheads="1"/>
            </p:cNvSpPr>
            <p:nvPr/>
          </p:nvSpPr>
          <p:spPr bwMode="auto">
            <a:xfrm>
              <a:off x="5657850" y="33067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89" name="Rectangle 60">
              <a:extLst>
                <a:ext uri="{FF2B5EF4-FFF2-40B4-BE49-F238E27FC236}">
                  <a16:creationId xmlns:a16="http://schemas.microsoft.com/office/drawing/2014/main" id="{CE1A26EF-CA4E-4AB6-BB19-1851EA073259}"/>
                </a:ext>
              </a:extLst>
            </p:cNvPr>
            <p:cNvSpPr>
              <a:spLocks noChangeArrowheads="1"/>
            </p:cNvSpPr>
            <p:nvPr/>
          </p:nvSpPr>
          <p:spPr bwMode="auto">
            <a:xfrm>
              <a:off x="4129088"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90" name="Rectangle 61">
              <a:extLst>
                <a:ext uri="{FF2B5EF4-FFF2-40B4-BE49-F238E27FC236}">
                  <a16:creationId xmlns:a16="http://schemas.microsoft.com/office/drawing/2014/main" id="{6CA27C5A-C034-4455-9E15-8C78D19D01E5}"/>
                </a:ext>
              </a:extLst>
            </p:cNvPr>
            <p:cNvSpPr>
              <a:spLocks noChangeArrowheads="1"/>
            </p:cNvSpPr>
            <p:nvPr/>
          </p:nvSpPr>
          <p:spPr bwMode="auto">
            <a:xfrm>
              <a:off x="3335338" y="361156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91" name="Rectangle 62">
              <a:extLst>
                <a:ext uri="{FF2B5EF4-FFF2-40B4-BE49-F238E27FC236}">
                  <a16:creationId xmlns:a16="http://schemas.microsoft.com/office/drawing/2014/main" id="{89CAEDE2-510E-47FC-842F-86BC0B2DB846}"/>
                </a:ext>
              </a:extLst>
            </p:cNvPr>
            <p:cNvSpPr>
              <a:spLocks noChangeArrowheads="1"/>
            </p:cNvSpPr>
            <p:nvPr/>
          </p:nvSpPr>
          <p:spPr bwMode="auto">
            <a:xfrm>
              <a:off x="4465638" y="36115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92" name="Rectangle 63">
              <a:extLst>
                <a:ext uri="{FF2B5EF4-FFF2-40B4-BE49-F238E27FC236}">
                  <a16:creationId xmlns:a16="http://schemas.microsoft.com/office/drawing/2014/main" id="{8353A2A9-C449-454F-9C56-45F2FBE9027B}"/>
                </a:ext>
              </a:extLst>
            </p:cNvPr>
            <p:cNvSpPr>
              <a:spLocks noChangeArrowheads="1"/>
            </p:cNvSpPr>
            <p:nvPr/>
          </p:nvSpPr>
          <p:spPr bwMode="auto">
            <a:xfrm>
              <a:off x="5219700"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93" name="Rectangle 64">
              <a:extLst>
                <a:ext uri="{FF2B5EF4-FFF2-40B4-BE49-F238E27FC236}">
                  <a16:creationId xmlns:a16="http://schemas.microsoft.com/office/drawing/2014/main" id="{A6B4D37D-971F-4666-82D7-6835CE68ABED}"/>
                </a:ext>
              </a:extLst>
            </p:cNvPr>
            <p:cNvSpPr>
              <a:spLocks noChangeArrowheads="1"/>
            </p:cNvSpPr>
            <p:nvPr/>
          </p:nvSpPr>
          <p:spPr bwMode="auto">
            <a:xfrm>
              <a:off x="4618038" y="36115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94" name="Rectangle 65">
              <a:extLst>
                <a:ext uri="{FF2B5EF4-FFF2-40B4-BE49-F238E27FC236}">
                  <a16:creationId xmlns:a16="http://schemas.microsoft.com/office/drawing/2014/main" id="{F66C5051-B7AD-4746-BFE9-8223969BFD75}"/>
                </a:ext>
              </a:extLst>
            </p:cNvPr>
            <p:cNvSpPr>
              <a:spLocks noChangeArrowheads="1"/>
            </p:cNvSpPr>
            <p:nvPr/>
          </p:nvSpPr>
          <p:spPr bwMode="auto">
            <a:xfrm>
              <a:off x="5518150" y="36115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95" name="Rectangle 66">
              <a:extLst>
                <a:ext uri="{FF2B5EF4-FFF2-40B4-BE49-F238E27FC236}">
                  <a16:creationId xmlns:a16="http://schemas.microsoft.com/office/drawing/2014/main" id="{CACB0C69-5999-424C-8841-B30C3BB286B5}"/>
                </a:ext>
              </a:extLst>
            </p:cNvPr>
            <p:cNvSpPr>
              <a:spLocks noChangeArrowheads="1"/>
            </p:cNvSpPr>
            <p:nvPr/>
          </p:nvSpPr>
          <p:spPr bwMode="auto">
            <a:xfrm>
              <a:off x="6235700" y="360838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96" name="Rectangle 67">
              <a:extLst>
                <a:ext uri="{FF2B5EF4-FFF2-40B4-BE49-F238E27FC236}">
                  <a16:creationId xmlns:a16="http://schemas.microsoft.com/office/drawing/2014/main" id="{5826125E-FEA1-4AE2-AE0F-48ABAA998024}"/>
                </a:ext>
              </a:extLst>
            </p:cNvPr>
            <p:cNvSpPr>
              <a:spLocks noChangeArrowheads="1"/>
            </p:cNvSpPr>
            <p:nvPr/>
          </p:nvSpPr>
          <p:spPr bwMode="auto">
            <a:xfrm>
              <a:off x="3013075" y="39116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97" name="Rectangle 68">
              <a:extLst>
                <a:ext uri="{FF2B5EF4-FFF2-40B4-BE49-F238E27FC236}">
                  <a16:creationId xmlns:a16="http://schemas.microsoft.com/office/drawing/2014/main" id="{F87B36B6-2EF0-446F-BE69-0916C5FD24AD}"/>
                </a:ext>
              </a:extLst>
            </p:cNvPr>
            <p:cNvSpPr>
              <a:spLocks noChangeArrowheads="1"/>
            </p:cNvSpPr>
            <p:nvPr/>
          </p:nvSpPr>
          <p:spPr bwMode="auto">
            <a:xfrm>
              <a:off x="5657850" y="36115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98" name="Rectangle 69">
              <a:extLst>
                <a:ext uri="{FF2B5EF4-FFF2-40B4-BE49-F238E27FC236}">
                  <a16:creationId xmlns:a16="http://schemas.microsoft.com/office/drawing/2014/main" id="{E2AC4B45-C430-4EC9-A025-056B807563D2}"/>
                </a:ext>
              </a:extLst>
            </p:cNvPr>
            <p:cNvSpPr>
              <a:spLocks noChangeArrowheads="1"/>
            </p:cNvSpPr>
            <p:nvPr/>
          </p:nvSpPr>
          <p:spPr bwMode="auto">
            <a:xfrm>
              <a:off x="4129088"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99" name="Rectangle 70">
              <a:extLst>
                <a:ext uri="{FF2B5EF4-FFF2-40B4-BE49-F238E27FC236}">
                  <a16:creationId xmlns:a16="http://schemas.microsoft.com/office/drawing/2014/main" id="{1EF38A07-6EAC-4137-B67F-1A76716D06BE}"/>
                </a:ext>
              </a:extLst>
            </p:cNvPr>
            <p:cNvSpPr>
              <a:spLocks noChangeArrowheads="1"/>
            </p:cNvSpPr>
            <p:nvPr/>
          </p:nvSpPr>
          <p:spPr bwMode="auto">
            <a:xfrm>
              <a:off x="3335338" y="39147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00" name="Rectangle 71">
              <a:extLst>
                <a:ext uri="{FF2B5EF4-FFF2-40B4-BE49-F238E27FC236}">
                  <a16:creationId xmlns:a16="http://schemas.microsoft.com/office/drawing/2014/main" id="{6A49B666-8966-4BE9-81D5-D0144949C003}"/>
                </a:ext>
              </a:extLst>
            </p:cNvPr>
            <p:cNvSpPr>
              <a:spLocks noChangeArrowheads="1"/>
            </p:cNvSpPr>
            <p:nvPr/>
          </p:nvSpPr>
          <p:spPr bwMode="auto">
            <a:xfrm>
              <a:off x="4465638" y="39147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01" name="Rectangle 72">
              <a:extLst>
                <a:ext uri="{FF2B5EF4-FFF2-40B4-BE49-F238E27FC236}">
                  <a16:creationId xmlns:a16="http://schemas.microsoft.com/office/drawing/2014/main" id="{AD922AD2-4E49-44B0-8DA6-01051156AFF5}"/>
                </a:ext>
              </a:extLst>
            </p:cNvPr>
            <p:cNvSpPr>
              <a:spLocks noChangeArrowheads="1"/>
            </p:cNvSpPr>
            <p:nvPr/>
          </p:nvSpPr>
          <p:spPr bwMode="auto">
            <a:xfrm>
              <a:off x="5219700"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02" name="Rectangle 73">
              <a:extLst>
                <a:ext uri="{FF2B5EF4-FFF2-40B4-BE49-F238E27FC236}">
                  <a16:creationId xmlns:a16="http://schemas.microsoft.com/office/drawing/2014/main" id="{F7842AF5-CBF6-41F5-9B8E-2492B6526C54}"/>
                </a:ext>
              </a:extLst>
            </p:cNvPr>
            <p:cNvSpPr>
              <a:spLocks noChangeArrowheads="1"/>
            </p:cNvSpPr>
            <p:nvPr/>
          </p:nvSpPr>
          <p:spPr bwMode="auto">
            <a:xfrm>
              <a:off x="4618038" y="39147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03" name="Rectangle 74">
              <a:extLst>
                <a:ext uri="{FF2B5EF4-FFF2-40B4-BE49-F238E27FC236}">
                  <a16:creationId xmlns:a16="http://schemas.microsoft.com/office/drawing/2014/main" id="{5FBE8421-90AB-4EDA-A17E-1FA919F26444}"/>
                </a:ext>
              </a:extLst>
            </p:cNvPr>
            <p:cNvSpPr>
              <a:spLocks noChangeArrowheads="1"/>
            </p:cNvSpPr>
            <p:nvPr/>
          </p:nvSpPr>
          <p:spPr bwMode="auto">
            <a:xfrm>
              <a:off x="5518150" y="39147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04" name="Rectangle 75">
              <a:extLst>
                <a:ext uri="{FF2B5EF4-FFF2-40B4-BE49-F238E27FC236}">
                  <a16:creationId xmlns:a16="http://schemas.microsoft.com/office/drawing/2014/main" id="{19DB3745-5A9F-479B-8FDD-A43235E2FBFC}"/>
                </a:ext>
              </a:extLst>
            </p:cNvPr>
            <p:cNvSpPr>
              <a:spLocks noChangeArrowheads="1"/>
            </p:cNvSpPr>
            <p:nvPr/>
          </p:nvSpPr>
          <p:spPr bwMode="auto">
            <a:xfrm>
              <a:off x="6235700" y="39116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05" name="Rectangle 76">
              <a:extLst>
                <a:ext uri="{FF2B5EF4-FFF2-40B4-BE49-F238E27FC236}">
                  <a16:creationId xmlns:a16="http://schemas.microsoft.com/office/drawing/2014/main" id="{3FED30B6-00C5-4F20-9F37-317909ECE5F2}"/>
                </a:ext>
              </a:extLst>
            </p:cNvPr>
            <p:cNvSpPr>
              <a:spLocks noChangeArrowheads="1"/>
            </p:cNvSpPr>
            <p:nvPr/>
          </p:nvSpPr>
          <p:spPr bwMode="auto">
            <a:xfrm>
              <a:off x="3013075" y="42164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06" name="Rectangle 77">
              <a:extLst>
                <a:ext uri="{FF2B5EF4-FFF2-40B4-BE49-F238E27FC236}">
                  <a16:creationId xmlns:a16="http://schemas.microsoft.com/office/drawing/2014/main" id="{A5E31EA8-7CCF-4C21-95E7-C8152A57DA91}"/>
                </a:ext>
              </a:extLst>
            </p:cNvPr>
            <p:cNvSpPr>
              <a:spLocks noChangeArrowheads="1"/>
            </p:cNvSpPr>
            <p:nvPr/>
          </p:nvSpPr>
          <p:spPr bwMode="auto">
            <a:xfrm>
              <a:off x="5657850" y="39147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07" name="Rectangle 78">
              <a:extLst>
                <a:ext uri="{FF2B5EF4-FFF2-40B4-BE49-F238E27FC236}">
                  <a16:creationId xmlns:a16="http://schemas.microsoft.com/office/drawing/2014/main" id="{1F94C4FF-7167-4BD7-A017-A3C1286AE672}"/>
                </a:ext>
              </a:extLst>
            </p:cNvPr>
            <p:cNvSpPr>
              <a:spLocks noChangeArrowheads="1"/>
            </p:cNvSpPr>
            <p:nvPr/>
          </p:nvSpPr>
          <p:spPr bwMode="auto">
            <a:xfrm>
              <a:off x="4129088"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08" name="Rectangle 79">
              <a:extLst>
                <a:ext uri="{FF2B5EF4-FFF2-40B4-BE49-F238E27FC236}">
                  <a16:creationId xmlns:a16="http://schemas.microsoft.com/office/drawing/2014/main" id="{83F2535A-F21B-4A87-BBD2-FF4C023B9661}"/>
                </a:ext>
              </a:extLst>
            </p:cNvPr>
            <p:cNvSpPr>
              <a:spLocks noChangeArrowheads="1"/>
            </p:cNvSpPr>
            <p:nvPr/>
          </p:nvSpPr>
          <p:spPr bwMode="auto">
            <a:xfrm>
              <a:off x="3335338" y="4219575"/>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09" name="Rectangle 80">
              <a:extLst>
                <a:ext uri="{FF2B5EF4-FFF2-40B4-BE49-F238E27FC236}">
                  <a16:creationId xmlns:a16="http://schemas.microsoft.com/office/drawing/2014/main" id="{1748FD78-3927-4CE0-8540-AAFAD476E9CA}"/>
                </a:ext>
              </a:extLst>
            </p:cNvPr>
            <p:cNvSpPr>
              <a:spLocks noChangeArrowheads="1"/>
            </p:cNvSpPr>
            <p:nvPr/>
          </p:nvSpPr>
          <p:spPr bwMode="auto">
            <a:xfrm>
              <a:off x="4465638" y="42195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10" name="Rectangle 81">
              <a:extLst>
                <a:ext uri="{FF2B5EF4-FFF2-40B4-BE49-F238E27FC236}">
                  <a16:creationId xmlns:a16="http://schemas.microsoft.com/office/drawing/2014/main" id="{82B95EA4-7888-4EB8-8E1A-41A4C65DF26A}"/>
                </a:ext>
              </a:extLst>
            </p:cNvPr>
            <p:cNvSpPr>
              <a:spLocks noChangeArrowheads="1"/>
            </p:cNvSpPr>
            <p:nvPr/>
          </p:nvSpPr>
          <p:spPr bwMode="auto">
            <a:xfrm>
              <a:off x="5219700"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11" name="Rectangle 82">
              <a:extLst>
                <a:ext uri="{FF2B5EF4-FFF2-40B4-BE49-F238E27FC236}">
                  <a16:creationId xmlns:a16="http://schemas.microsoft.com/office/drawing/2014/main" id="{0F015D45-9548-496A-A67B-32F2692AE62A}"/>
                </a:ext>
              </a:extLst>
            </p:cNvPr>
            <p:cNvSpPr>
              <a:spLocks noChangeArrowheads="1"/>
            </p:cNvSpPr>
            <p:nvPr/>
          </p:nvSpPr>
          <p:spPr bwMode="auto">
            <a:xfrm>
              <a:off x="4618038" y="42195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12" name="Rectangle 83">
              <a:extLst>
                <a:ext uri="{FF2B5EF4-FFF2-40B4-BE49-F238E27FC236}">
                  <a16:creationId xmlns:a16="http://schemas.microsoft.com/office/drawing/2014/main" id="{D2D8B442-EDE7-42D7-AAD9-1CDB80752B81}"/>
                </a:ext>
              </a:extLst>
            </p:cNvPr>
            <p:cNvSpPr>
              <a:spLocks noChangeArrowheads="1"/>
            </p:cNvSpPr>
            <p:nvPr/>
          </p:nvSpPr>
          <p:spPr bwMode="auto">
            <a:xfrm>
              <a:off x="5518150" y="42195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13" name="Rectangle 84">
              <a:extLst>
                <a:ext uri="{FF2B5EF4-FFF2-40B4-BE49-F238E27FC236}">
                  <a16:creationId xmlns:a16="http://schemas.microsoft.com/office/drawing/2014/main" id="{D049BBF4-AFA6-4DC8-83F1-62C6AC9D9D63}"/>
                </a:ext>
              </a:extLst>
            </p:cNvPr>
            <p:cNvSpPr>
              <a:spLocks noChangeArrowheads="1"/>
            </p:cNvSpPr>
            <p:nvPr/>
          </p:nvSpPr>
          <p:spPr bwMode="auto">
            <a:xfrm>
              <a:off x="6235700" y="42164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14" name="Rectangle 85">
              <a:extLst>
                <a:ext uri="{FF2B5EF4-FFF2-40B4-BE49-F238E27FC236}">
                  <a16:creationId xmlns:a16="http://schemas.microsoft.com/office/drawing/2014/main" id="{DEFADF84-26EB-4EB1-B0F8-72C8DFA97C3D}"/>
                </a:ext>
              </a:extLst>
            </p:cNvPr>
            <p:cNvSpPr>
              <a:spLocks noChangeArrowheads="1"/>
            </p:cNvSpPr>
            <p:nvPr/>
          </p:nvSpPr>
          <p:spPr bwMode="auto">
            <a:xfrm>
              <a:off x="3013075" y="45212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15" name="Rectangle 86">
              <a:extLst>
                <a:ext uri="{FF2B5EF4-FFF2-40B4-BE49-F238E27FC236}">
                  <a16:creationId xmlns:a16="http://schemas.microsoft.com/office/drawing/2014/main" id="{C369C4B2-B341-483B-8EC6-2FE59A883A1B}"/>
                </a:ext>
              </a:extLst>
            </p:cNvPr>
            <p:cNvSpPr>
              <a:spLocks noChangeArrowheads="1"/>
            </p:cNvSpPr>
            <p:nvPr/>
          </p:nvSpPr>
          <p:spPr bwMode="auto">
            <a:xfrm>
              <a:off x="5657850" y="4219575"/>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16" name="Rectangle 87">
              <a:extLst>
                <a:ext uri="{FF2B5EF4-FFF2-40B4-BE49-F238E27FC236}">
                  <a16:creationId xmlns:a16="http://schemas.microsoft.com/office/drawing/2014/main" id="{FCDB0FD5-432E-4155-95EB-00F6728C732A}"/>
                </a:ext>
              </a:extLst>
            </p:cNvPr>
            <p:cNvSpPr>
              <a:spLocks noChangeArrowheads="1"/>
            </p:cNvSpPr>
            <p:nvPr/>
          </p:nvSpPr>
          <p:spPr bwMode="auto">
            <a:xfrm>
              <a:off x="4129088"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17" name="Rectangle 88">
              <a:extLst>
                <a:ext uri="{FF2B5EF4-FFF2-40B4-BE49-F238E27FC236}">
                  <a16:creationId xmlns:a16="http://schemas.microsoft.com/office/drawing/2014/main" id="{7A914070-76B7-416C-A01C-9F4D55F08DEB}"/>
                </a:ext>
              </a:extLst>
            </p:cNvPr>
            <p:cNvSpPr>
              <a:spLocks noChangeArrowheads="1"/>
            </p:cNvSpPr>
            <p:nvPr/>
          </p:nvSpPr>
          <p:spPr bwMode="auto">
            <a:xfrm>
              <a:off x="3335338" y="4522788"/>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18" name="Rectangle 89">
              <a:extLst>
                <a:ext uri="{FF2B5EF4-FFF2-40B4-BE49-F238E27FC236}">
                  <a16:creationId xmlns:a16="http://schemas.microsoft.com/office/drawing/2014/main" id="{7262F099-7126-4AFD-91FF-82110E06FD99}"/>
                </a:ext>
              </a:extLst>
            </p:cNvPr>
            <p:cNvSpPr>
              <a:spLocks noChangeArrowheads="1"/>
            </p:cNvSpPr>
            <p:nvPr/>
          </p:nvSpPr>
          <p:spPr bwMode="auto">
            <a:xfrm>
              <a:off x="4465638" y="45227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19" name="Rectangle 90">
              <a:extLst>
                <a:ext uri="{FF2B5EF4-FFF2-40B4-BE49-F238E27FC236}">
                  <a16:creationId xmlns:a16="http://schemas.microsoft.com/office/drawing/2014/main" id="{7718A064-5E28-46E5-B7E7-A44B1F977925}"/>
                </a:ext>
              </a:extLst>
            </p:cNvPr>
            <p:cNvSpPr>
              <a:spLocks noChangeArrowheads="1"/>
            </p:cNvSpPr>
            <p:nvPr/>
          </p:nvSpPr>
          <p:spPr bwMode="auto">
            <a:xfrm>
              <a:off x="5219700"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20" name="Rectangle 91">
              <a:extLst>
                <a:ext uri="{FF2B5EF4-FFF2-40B4-BE49-F238E27FC236}">
                  <a16:creationId xmlns:a16="http://schemas.microsoft.com/office/drawing/2014/main" id="{35E54AB7-D6B6-4DFC-89C8-FCCA3B7E7224}"/>
                </a:ext>
              </a:extLst>
            </p:cNvPr>
            <p:cNvSpPr>
              <a:spLocks noChangeArrowheads="1"/>
            </p:cNvSpPr>
            <p:nvPr/>
          </p:nvSpPr>
          <p:spPr bwMode="auto">
            <a:xfrm>
              <a:off x="4618038" y="4522788"/>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21" name="Rectangle 92">
              <a:extLst>
                <a:ext uri="{FF2B5EF4-FFF2-40B4-BE49-F238E27FC236}">
                  <a16:creationId xmlns:a16="http://schemas.microsoft.com/office/drawing/2014/main" id="{FA6E1375-C0B8-4537-BF65-AAAF3D34D970}"/>
                </a:ext>
              </a:extLst>
            </p:cNvPr>
            <p:cNvSpPr>
              <a:spLocks noChangeArrowheads="1"/>
            </p:cNvSpPr>
            <p:nvPr/>
          </p:nvSpPr>
          <p:spPr bwMode="auto">
            <a:xfrm>
              <a:off x="5518150" y="45227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22" name="Rectangle 93">
              <a:extLst>
                <a:ext uri="{FF2B5EF4-FFF2-40B4-BE49-F238E27FC236}">
                  <a16:creationId xmlns:a16="http://schemas.microsoft.com/office/drawing/2014/main" id="{D1218326-8F6F-43F9-870F-D593F7F682C3}"/>
                </a:ext>
              </a:extLst>
            </p:cNvPr>
            <p:cNvSpPr>
              <a:spLocks noChangeArrowheads="1"/>
            </p:cNvSpPr>
            <p:nvPr/>
          </p:nvSpPr>
          <p:spPr bwMode="auto">
            <a:xfrm>
              <a:off x="6235700" y="45212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23" name="Rectangle 94">
              <a:extLst>
                <a:ext uri="{FF2B5EF4-FFF2-40B4-BE49-F238E27FC236}">
                  <a16:creationId xmlns:a16="http://schemas.microsoft.com/office/drawing/2014/main" id="{76E206FE-26B7-489F-BDCC-4A2E30266494}"/>
                </a:ext>
              </a:extLst>
            </p:cNvPr>
            <p:cNvSpPr>
              <a:spLocks noChangeArrowheads="1"/>
            </p:cNvSpPr>
            <p:nvPr/>
          </p:nvSpPr>
          <p:spPr bwMode="auto">
            <a:xfrm>
              <a:off x="3013075" y="4826000"/>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24" name="Rectangle 95">
              <a:extLst>
                <a:ext uri="{FF2B5EF4-FFF2-40B4-BE49-F238E27FC236}">
                  <a16:creationId xmlns:a16="http://schemas.microsoft.com/office/drawing/2014/main" id="{1E19E124-7B14-4FB0-8686-56BBB80E3A05}"/>
                </a:ext>
              </a:extLst>
            </p:cNvPr>
            <p:cNvSpPr>
              <a:spLocks noChangeArrowheads="1"/>
            </p:cNvSpPr>
            <p:nvPr/>
          </p:nvSpPr>
          <p:spPr bwMode="auto">
            <a:xfrm>
              <a:off x="5657850" y="4522788"/>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25" name="Rectangle 96">
              <a:extLst>
                <a:ext uri="{FF2B5EF4-FFF2-40B4-BE49-F238E27FC236}">
                  <a16:creationId xmlns:a16="http://schemas.microsoft.com/office/drawing/2014/main" id="{41DB9F0F-D30B-472B-AA9E-D92C923234B1}"/>
                </a:ext>
              </a:extLst>
            </p:cNvPr>
            <p:cNvSpPr>
              <a:spLocks noChangeArrowheads="1"/>
            </p:cNvSpPr>
            <p:nvPr/>
          </p:nvSpPr>
          <p:spPr bwMode="auto">
            <a:xfrm>
              <a:off x="4129088"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26" name="Rectangle 97">
              <a:extLst>
                <a:ext uri="{FF2B5EF4-FFF2-40B4-BE49-F238E27FC236}">
                  <a16:creationId xmlns:a16="http://schemas.microsoft.com/office/drawing/2014/main" id="{80AD41D1-97D6-4234-9EFD-EECB8E70EBAA}"/>
                </a:ext>
              </a:extLst>
            </p:cNvPr>
            <p:cNvSpPr>
              <a:spLocks noChangeArrowheads="1"/>
            </p:cNvSpPr>
            <p:nvPr/>
          </p:nvSpPr>
          <p:spPr bwMode="auto">
            <a:xfrm>
              <a:off x="3335338" y="48244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27" name="Rectangle 98">
              <a:extLst>
                <a:ext uri="{FF2B5EF4-FFF2-40B4-BE49-F238E27FC236}">
                  <a16:creationId xmlns:a16="http://schemas.microsoft.com/office/drawing/2014/main" id="{AFCC5E37-3453-47F3-B78D-70DE08DC133F}"/>
                </a:ext>
              </a:extLst>
            </p:cNvPr>
            <p:cNvSpPr>
              <a:spLocks noChangeArrowheads="1"/>
            </p:cNvSpPr>
            <p:nvPr/>
          </p:nvSpPr>
          <p:spPr bwMode="auto">
            <a:xfrm>
              <a:off x="4465638" y="48244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28" name="Rectangle 99">
              <a:extLst>
                <a:ext uri="{FF2B5EF4-FFF2-40B4-BE49-F238E27FC236}">
                  <a16:creationId xmlns:a16="http://schemas.microsoft.com/office/drawing/2014/main" id="{6FBF139D-1B7B-42CE-9DE5-CEAB0546CD14}"/>
                </a:ext>
              </a:extLst>
            </p:cNvPr>
            <p:cNvSpPr>
              <a:spLocks noChangeArrowheads="1"/>
            </p:cNvSpPr>
            <p:nvPr/>
          </p:nvSpPr>
          <p:spPr bwMode="auto">
            <a:xfrm>
              <a:off x="5219700"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29" name="Rectangle 100">
              <a:extLst>
                <a:ext uri="{FF2B5EF4-FFF2-40B4-BE49-F238E27FC236}">
                  <a16:creationId xmlns:a16="http://schemas.microsoft.com/office/drawing/2014/main" id="{CF495E26-A010-4EFA-BFF8-C851D7A5ED1C}"/>
                </a:ext>
              </a:extLst>
            </p:cNvPr>
            <p:cNvSpPr>
              <a:spLocks noChangeArrowheads="1"/>
            </p:cNvSpPr>
            <p:nvPr/>
          </p:nvSpPr>
          <p:spPr bwMode="auto">
            <a:xfrm>
              <a:off x="4618038" y="48244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30" name="Rectangle 101">
              <a:extLst>
                <a:ext uri="{FF2B5EF4-FFF2-40B4-BE49-F238E27FC236}">
                  <a16:creationId xmlns:a16="http://schemas.microsoft.com/office/drawing/2014/main" id="{AFF42C1B-6E09-457E-BB31-1DB8E444CBDE}"/>
                </a:ext>
              </a:extLst>
            </p:cNvPr>
            <p:cNvSpPr>
              <a:spLocks noChangeArrowheads="1"/>
            </p:cNvSpPr>
            <p:nvPr/>
          </p:nvSpPr>
          <p:spPr bwMode="auto">
            <a:xfrm>
              <a:off x="5518150" y="48244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31" name="Rectangle 102">
              <a:extLst>
                <a:ext uri="{FF2B5EF4-FFF2-40B4-BE49-F238E27FC236}">
                  <a16:creationId xmlns:a16="http://schemas.microsoft.com/office/drawing/2014/main" id="{36F69F98-0DD4-4881-9081-A7DEBDC037CF}"/>
                </a:ext>
              </a:extLst>
            </p:cNvPr>
            <p:cNvSpPr>
              <a:spLocks noChangeArrowheads="1"/>
            </p:cNvSpPr>
            <p:nvPr/>
          </p:nvSpPr>
          <p:spPr bwMode="auto">
            <a:xfrm>
              <a:off x="6235700" y="4826000"/>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32" name="Rectangle 103">
              <a:extLst>
                <a:ext uri="{FF2B5EF4-FFF2-40B4-BE49-F238E27FC236}">
                  <a16:creationId xmlns:a16="http://schemas.microsoft.com/office/drawing/2014/main" id="{9AAF9537-CAFA-4D5E-BBD5-9B5BE0544533}"/>
                </a:ext>
              </a:extLst>
            </p:cNvPr>
            <p:cNvSpPr>
              <a:spLocks noChangeArrowheads="1"/>
            </p:cNvSpPr>
            <p:nvPr/>
          </p:nvSpPr>
          <p:spPr bwMode="auto">
            <a:xfrm>
              <a:off x="3013075" y="5135563"/>
              <a:ext cx="11113"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33" name="Rectangle 104">
              <a:extLst>
                <a:ext uri="{FF2B5EF4-FFF2-40B4-BE49-F238E27FC236}">
                  <a16:creationId xmlns:a16="http://schemas.microsoft.com/office/drawing/2014/main" id="{DBE1E545-4228-420D-BE2A-C57C57AD70B0}"/>
                </a:ext>
              </a:extLst>
            </p:cNvPr>
            <p:cNvSpPr>
              <a:spLocks noChangeArrowheads="1"/>
            </p:cNvSpPr>
            <p:nvPr/>
          </p:nvSpPr>
          <p:spPr bwMode="auto">
            <a:xfrm>
              <a:off x="5657850" y="48244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34" name="Rectangle 105">
              <a:extLst>
                <a:ext uri="{FF2B5EF4-FFF2-40B4-BE49-F238E27FC236}">
                  <a16:creationId xmlns:a16="http://schemas.microsoft.com/office/drawing/2014/main" id="{38E3DE4E-2FF9-4E68-89A0-7193E67D77F3}"/>
                </a:ext>
              </a:extLst>
            </p:cNvPr>
            <p:cNvSpPr>
              <a:spLocks noChangeArrowheads="1"/>
            </p:cNvSpPr>
            <p:nvPr/>
          </p:nvSpPr>
          <p:spPr bwMode="auto">
            <a:xfrm>
              <a:off x="4129088"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35" name="Rectangle 106">
              <a:extLst>
                <a:ext uri="{FF2B5EF4-FFF2-40B4-BE49-F238E27FC236}">
                  <a16:creationId xmlns:a16="http://schemas.microsoft.com/office/drawing/2014/main" id="{DE6B4D28-1A2B-48E2-A501-F56BE8EE43B5}"/>
                </a:ext>
              </a:extLst>
            </p:cNvPr>
            <p:cNvSpPr>
              <a:spLocks noChangeArrowheads="1"/>
            </p:cNvSpPr>
            <p:nvPr/>
          </p:nvSpPr>
          <p:spPr bwMode="auto">
            <a:xfrm>
              <a:off x="3335338" y="5129213"/>
              <a:ext cx="444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36" name="Rectangle 107">
              <a:extLst>
                <a:ext uri="{FF2B5EF4-FFF2-40B4-BE49-F238E27FC236}">
                  <a16:creationId xmlns:a16="http://schemas.microsoft.com/office/drawing/2014/main" id="{B844DD3E-38CC-4AB7-8CC4-CCFEBD2F269D}"/>
                </a:ext>
              </a:extLst>
            </p:cNvPr>
            <p:cNvSpPr>
              <a:spLocks noChangeArrowheads="1"/>
            </p:cNvSpPr>
            <p:nvPr/>
          </p:nvSpPr>
          <p:spPr bwMode="auto">
            <a:xfrm>
              <a:off x="4465638" y="51292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37" name="Rectangle 108">
              <a:extLst>
                <a:ext uri="{FF2B5EF4-FFF2-40B4-BE49-F238E27FC236}">
                  <a16:creationId xmlns:a16="http://schemas.microsoft.com/office/drawing/2014/main" id="{327B8E75-FE0F-4E34-AE8A-9637F75D85A4}"/>
                </a:ext>
              </a:extLst>
            </p:cNvPr>
            <p:cNvSpPr>
              <a:spLocks noChangeArrowheads="1"/>
            </p:cNvSpPr>
            <p:nvPr/>
          </p:nvSpPr>
          <p:spPr bwMode="auto">
            <a:xfrm>
              <a:off x="5219700"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38" name="Rectangle 109">
              <a:extLst>
                <a:ext uri="{FF2B5EF4-FFF2-40B4-BE49-F238E27FC236}">
                  <a16:creationId xmlns:a16="http://schemas.microsoft.com/office/drawing/2014/main" id="{A4682578-3464-499C-9C0E-CE06AD371561}"/>
                </a:ext>
              </a:extLst>
            </p:cNvPr>
            <p:cNvSpPr>
              <a:spLocks noChangeArrowheads="1"/>
            </p:cNvSpPr>
            <p:nvPr/>
          </p:nvSpPr>
          <p:spPr bwMode="auto">
            <a:xfrm>
              <a:off x="4618038" y="51292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39" name="Rectangle 110">
              <a:extLst>
                <a:ext uri="{FF2B5EF4-FFF2-40B4-BE49-F238E27FC236}">
                  <a16:creationId xmlns:a16="http://schemas.microsoft.com/office/drawing/2014/main" id="{17B8AD03-3ED3-437F-9568-6BD5E9C5F032}"/>
                </a:ext>
              </a:extLst>
            </p:cNvPr>
            <p:cNvSpPr>
              <a:spLocks noChangeArrowheads="1"/>
            </p:cNvSpPr>
            <p:nvPr/>
          </p:nvSpPr>
          <p:spPr bwMode="auto">
            <a:xfrm>
              <a:off x="5518150" y="51292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40" name="Rectangle 111">
              <a:extLst>
                <a:ext uri="{FF2B5EF4-FFF2-40B4-BE49-F238E27FC236}">
                  <a16:creationId xmlns:a16="http://schemas.microsoft.com/office/drawing/2014/main" id="{48107C53-32AD-4BAE-B08F-FA568DE8965A}"/>
                </a:ext>
              </a:extLst>
            </p:cNvPr>
            <p:cNvSpPr>
              <a:spLocks noChangeArrowheads="1"/>
            </p:cNvSpPr>
            <p:nvPr/>
          </p:nvSpPr>
          <p:spPr bwMode="auto">
            <a:xfrm>
              <a:off x="6235700" y="5135563"/>
              <a:ext cx="12700" cy="3508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41" name="Rectangle 112">
              <a:extLst>
                <a:ext uri="{FF2B5EF4-FFF2-40B4-BE49-F238E27FC236}">
                  <a16:creationId xmlns:a16="http://schemas.microsoft.com/office/drawing/2014/main" id="{7157BB45-496A-4788-B760-9FEACF2F8775}"/>
                </a:ext>
              </a:extLst>
            </p:cNvPr>
            <p:cNvSpPr>
              <a:spLocks noChangeArrowheads="1"/>
            </p:cNvSpPr>
            <p:nvPr/>
          </p:nvSpPr>
          <p:spPr bwMode="auto">
            <a:xfrm>
              <a:off x="3038475" y="5473700"/>
              <a:ext cx="3203575"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042" name="Rectangle 113">
              <a:extLst>
                <a:ext uri="{FF2B5EF4-FFF2-40B4-BE49-F238E27FC236}">
                  <a16:creationId xmlns:a16="http://schemas.microsoft.com/office/drawing/2014/main" id="{4EFE4782-F374-4EE8-AA86-B2C3F0C5E5A4}"/>
                </a:ext>
              </a:extLst>
            </p:cNvPr>
            <p:cNvSpPr>
              <a:spLocks noChangeArrowheads="1"/>
            </p:cNvSpPr>
            <p:nvPr/>
          </p:nvSpPr>
          <p:spPr bwMode="auto">
            <a:xfrm>
              <a:off x="5657850" y="512921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22882" name="Title 1">
            <a:extLst>
              <a:ext uri="{FF2B5EF4-FFF2-40B4-BE49-F238E27FC236}">
                <a16:creationId xmlns:a16="http://schemas.microsoft.com/office/drawing/2014/main" id="{ADD18CD0-F1E5-422C-B1EA-980FECB66243}"/>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K-map for Y</a:t>
            </a:r>
            <a:r>
              <a:rPr kumimoji="0" lang="en-US" altLang="en-US" sz="3200" b="1" i="0" u="none" strike="noStrike" kern="120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cs typeface="+mn-cs"/>
              </a:rPr>
              <a:t>0</a:t>
            </a:r>
          </a:p>
        </p:txBody>
      </p:sp>
      <p:grpSp>
        <p:nvGrpSpPr>
          <p:cNvPr id="122883" name="Group 114">
            <a:extLst>
              <a:ext uri="{FF2B5EF4-FFF2-40B4-BE49-F238E27FC236}">
                <a16:creationId xmlns:a16="http://schemas.microsoft.com/office/drawing/2014/main" id="{98D0D315-818F-4839-8182-5C1F6B708220}"/>
              </a:ext>
            </a:extLst>
          </p:cNvPr>
          <p:cNvGrpSpPr>
            <a:grpSpLocks/>
          </p:cNvGrpSpPr>
          <p:nvPr/>
        </p:nvGrpSpPr>
        <p:grpSpPr bwMode="auto">
          <a:xfrm>
            <a:off x="5562600" y="2438400"/>
            <a:ext cx="2820988" cy="1806575"/>
            <a:chOff x="2286000" y="881063"/>
            <a:chExt cx="2820987" cy="1806575"/>
          </a:xfrm>
        </p:grpSpPr>
        <p:sp>
          <p:nvSpPr>
            <p:cNvPr id="122906" name="Rectangle 16">
              <a:extLst>
                <a:ext uri="{FF2B5EF4-FFF2-40B4-BE49-F238E27FC236}">
                  <a16:creationId xmlns:a16="http://schemas.microsoft.com/office/drawing/2014/main" id="{1872FB4D-AD38-450D-8495-CD11607580BC}"/>
                </a:ext>
              </a:extLst>
            </p:cNvPr>
            <p:cNvSpPr>
              <a:spLocks noChangeArrowheads="1"/>
            </p:cNvSpPr>
            <p:nvPr/>
          </p:nvSpPr>
          <p:spPr bwMode="auto">
            <a:xfrm>
              <a:off x="2924175" y="1604963"/>
              <a:ext cx="1077912" cy="108267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2907" name="Line 17">
              <a:extLst>
                <a:ext uri="{FF2B5EF4-FFF2-40B4-BE49-F238E27FC236}">
                  <a16:creationId xmlns:a16="http://schemas.microsoft.com/office/drawing/2014/main" id="{92ADD359-96BD-4CD7-A924-385DB0DE7EF2}"/>
                </a:ext>
              </a:extLst>
            </p:cNvPr>
            <p:cNvSpPr>
              <a:spLocks noChangeShapeType="1"/>
            </p:cNvSpPr>
            <p:nvPr/>
          </p:nvSpPr>
          <p:spPr bwMode="auto">
            <a:xfrm flipH="1">
              <a:off x="2924175" y="2146300"/>
              <a:ext cx="1077912"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08" name="Line 18">
              <a:extLst>
                <a:ext uri="{FF2B5EF4-FFF2-40B4-BE49-F238E27FC236}">
                  <a16:creationId xmlns:a16="http://schemas.microsoft.com/office/drawing/2014/main" id="{C68FF562-69EF-4EBE-A9D5-F1FEC5267134}"/>
                </a:ext>
              </a:extLst>
            </p:cNvPr>
            <p:cNvSpPr>
              <a:spLocks noChangeShapeType="1"/>
            </p:cNvSpPr>
            <p:nvPr/>
          </p:nvSpPr>
          <p:spPr bwMode="auto">
            <a:xfrm flipV="1">
              <a:off x="3462337" y="1604963"/>
              <a:ext cx="1588" cy="10826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09" name="Line 19">
              <a:extLst>
                <a:ext uri="{FF2B5EF4-FFF2-40B4-BE49-F238E27FC236}">
                  <a16:creationId xmlns:a16="http://schemas.microsoft.com/office/drawing/2014/main" id="{9ACFD890-1E90-4036-985A-E61C85558174}"/>
                </a:ext>
              </a:extLst>
            </p:cNvPr>
            <p:cNvSpPr>
              <a:spLocks noChangeShapeType="1"/>
            </p:cNvSpPr>
            <p:nvPr/>
          </p:nvSpPr>
          <p:spPr bwMode="auto">
            <a:xfrm>
              <a:off x="2384425" y="1036638"/>
              <a:ext cx="539750" cy="5683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10" name="Rectangle 21">
              <a:extLst>
                <a:ext uri="{FF2B5EF4-FFF2-40B4-BE49-F238E27FC236}">
                  <a16:creationId xmlns:a16="http://schemas.microsoft.com/office/drawing/2014/main" id="{4C2E860B-9C01-47D4-9A59-4719F6459D5F}"/>
                </a:ext>
              </a:extLst>
            </p:cNvPr>
            <p:cNvSpPr>
              <a:spLocks noChangeArrowheads="1"/>
            </p:cNvSpPr>
            <p:nvPr/>
          </p:nvSpPr>
          <p:spPr bwMode="auto">
            <a:xfrm>
              <a:off x="2549525" y="881063"/>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2911" name="Rectangle 22">
              <a:extLst>
                <a:ext uri="{FF2B5EF4-FFF2-40B4-BE49-F238E27FC236}">
                  <a16:creationId xmlns:a16="http://schemas.microsoft.com/office/drawing/2014/main" id="{4F0C393F-6C3A-479F-9C7A-6C98D41C9237}"/>
                </a:ext>
              </a:extLst>
            </p:cNvPr>
            <p:cNvSpPr>
              <a:spLocks noChangeArrowheads="1"/>
            </p:cNvSpPr>
            <p:nvPr/>
          </p:nvSpPr>
          <p:spPr bwMode="auto">
            <a:xfrm>
              <a:off x="2662237" y="1003300"/>
              <a:ext cx="120650" cy="258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2912" name="Rectangle 23">
              <a:extLst>
                <a:ext uri="{FF2B5EF4-FFF2-40B4-BE49-F238E27FC236}">
                  <a16:creationId xmlns:a16="http://schemas.microsoft.com/office/drawing/2014/main" id="{81158735-7ED6-4B1C-A16B-51A848F0FF98}"/>
                </a:ext>
              </a:extLst>
            </p:cNvPr>
            <p:cNvSpPr>
              <a:spLocks noChangeArrowheads="1"/>
            </p:cNvSpPr>
            <p:nvPr/>
          </p:nvSpPr>
          <p:spPr bwMode="auto">
            <a:xfrm>
              <a:off x="2784475" y="881063"/>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2913" name="Rectangle 24">
              <a:extLst>
                <a:ext uri="{FF2B5EF4-FFF2-40B4-BE49-F238E27FC236}">
                  <a16:creationId xmlns:a16="http://schemas.microsoft.com/office/drawing/2014/main" id="{23B84152-3B4E-4141-8725-E23CA7766B6F}"/>
                </a:ext>
              </a:extLst>
            </p:cNvPr>
            <p:cNvSpPr>
              <a:spLocks noChangeArrowheads="1"/>
            </p:cNvSpPr>
            <p:nvPr/>
          </p:nvSpPr>
          <p:spPr bwMode="auto">
            <a:xfrm>
              <a:off x="2897187" y="1003300"/>
              <a:ext cx="10900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2914" name="Rectangle 25">
              <a:extLst>
                <a:ext uri="{FF2B5EF4-FFF2-40B4-BE49-F238E27FC236}">
                  <a16:creationId xmlns:a16="http://schemas.microsoft.com/office/drawing/2014/main" id="{2852B8C7-FC74-4F45-B51E-3ED91B192126}"/>
                </a:ext>
              </a:extLst>
            </p:cNvPr>
            <p:cNvSpPr>
              <a:spLocks noChangeArrowheads="1"/>
            </p:cNvSpPr>
            <p:nvPr/>
          </p:nvSpPr>
          <p:spPr bwMode="auto">
            <a:xfrm>
              <a:off x="2286000" y="1143000"/>
              <a:ext cx="12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y</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2915" name="Rectangle 26">
              <a:extLst>
                <a:ext uri="{FF2B5EF4-FFF2-40B4-BE49-F238E27FC236}">
                  <a16:creationId xmlns:a16="http://schemas.microsoft.com/office/drawing/2014/main" id="{1B3B2C61-C77A-4897-B32D-E4D58CA46FB0}"/>
                </a:ext>
              </a:extLst>
            </p:cNvPr>
            <p:cNvSpPr>
              <a:spLocks noChangeArrowheads="1"/>
            </p:cNvSpPr>
            <p:nvPr/>
          </p:nvSpPr>
          <p:spPr bwMode="auto">
            <a:xfrm>
              <a:off x="2400300" y="1265238"/>
              <a:ext cx="10900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2916" name="Rectangle 27">
              <a:extLst>
                <a:ext uri="{FF2B5EF4-FFF2-40B4-BE49-F238E27FC236}">
                  <a16:creationId xmlns:a16="http://schemas.microsoft.com/office/drawing/2014/main" id="{D1DF5693-D391-4823-8545-81701421CC39}"/>
                </a:ext>
              </a:extLst>
            </p:cNvPr>
            <p:cNvSpPr>
              <a:spLocks noChangeArrowheads="1"/>
            </p:cNvSpPr>
            <p:nvPr/>
          </p:nvSpPr>
          <p:spPr bwMode="auto">
            <a:xfrm>
              <a:off x="3132137" y="1752600"/>
              <a:ext cx="134938"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2917" name="Rectangle 28">
              <a:extLst>
                <a:ext uri="{FF2B5EF4-FFF2-40B4-BE49-F238E27FC236}">
                  <a16:creationId xmlns:a16="http://schemas.microsoft.com/office/drawing/2014/main" id="{ABA164DD-40D6-4F78-BE54-E180EF40F188}"/>
                </a:ext>
              </a:extLst>
            </p:cNvPr>
            <p:cNvSpPr>
              <a:spLocks noChangeArrowheads="1"/>
            </p:cNvSpPr>
            <p:nvPr/>
          </p:nvSpPr>
          <p:spPr bwMode="auto">
            <a:xfrm>
              <a:off x="3678237" y="1752600"/>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2918" name="Rectangle 29">
              <a:extLst>
                <a:ext uri="{FF2B5EF4-FFF2-40B4-BE49-F238E27FC236}">
                  <a16:creationId xmlns:a16="http://schemas.microsoft.com/office/drawing/2014/main" id="{ED15057A-A571-4BC9-9766-0C18F802BC01}"/>
                </a:ext>
              </a:extLst>
            </p:cNvPr>
            <p:cNvSpPr>
              <a:spLocks noChangeArrowheads="1"/>
            </p:cNvSpPr>
            <p:nvPr/>
          </p:nvSpPr>
          <p:spPr bwMode="auto">
            <a:xfrm>
              <a:off x="3132137" y="2300288"/>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2919" name="Rectangle 30">
              <a:extLst>
                <a:ext uri="{FF2B5EF4-FFF2-40B4-BE49-F238E27FC236}">
                  <a16:creationId xmlns:a16="http://schemas.microsoft.com/office/drawing/2014/main" id="{B9592245-DFB5-4338-825A-B1004C6E61EA}"/>
                </a:ext>
              </a:extLst>
            </p:cNvPr>
            <p:cNvSpPr>
              <a:spLocks noChangeArrowheads="1"/>
            </p:cNvSpPr>
            <p:nvPr/>
          </p:nvSpPr>
          <p:spPr bwMode="auto">
            <a:xfrm>
              <a:off x="4002087" y="1604963"/>
              <a:ext cx="1104900" cy="108267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2920" name="Line 31">
              <a:extLst>
                <a:ext uri="{FF2B5EF4-FFF2-40B4-BE49-F238E27FC236}">
                  <a16:creationId xmlns:a16="http://schemas.microsoft.com/office/drawing/2014/main" id="{C6B98AAB-F209-4AE0-BDEA-FD3BF85B8410}"/>
                </a:ext>
              </a:extLst>
            </p:cNvPr>
            <p:cNvSpPr>
              <a:spLocks noChangeShapeType="1"/>
            </p:cNvSpPr>
            <p:nvPr/>
          </p:nvSpPr>
          <p:spPr bwMode="auto">
            <a:xfrm flipH="1">
              <a:off x="4002087" y="2146300"/>
              <a:ext cx="1104900"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21" name="Line 32">
              <a:extLst>
                <a:ext uri="{FF2B5EF4-FFF2-40B4-BE49-F238E27FC236}">
                  <a16:creationId xmlns:a16="http://schemas.microsoft.com/office/drawing/2014/main" id="{8A487576-D51C-48E9-9398-4A1977093B38}"/>
                </a:ext>
              </a:extLst>
            </p:cNvPr>
            <p:cNvSpPr>
              <a:spLocks noChangeShapeType="1"/>
            </p:cNvSpPr>
            <p:nvPr/>
          </p:nvSpPr>
          <p:spPr bwMode="auto">
            <a:xfrm flipV="1">
              <a:off x="4567237" y="1604963"/>
              <a:ext cx="1588" cy="10826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922" name="Rectangle 33">
              <a:extLst>
                <a:ext uri="{FF2B5EF4-FFF2-40B4-BE49-F238E27FC236}">
                  <a16:creationId xmlns:a16="http://schemas.microsoft.com/office/drawing/2014/main" id="{B7E336BA-B3BE-4F6D-9837-4081652215EA}"/>
                </a:ext>
              </a:extLst>
            </p:cNvPr>
            <p:cNvSpPr>
              <a:spLocks noChangeArrowheads="1"/>
            </p:cNvSpPr>
            <p:nvPr/>
          </p:nvSpPr>
          <p:spPr bwMode="auto">
            <a:xfrm>
              <a:off x="3678237" y="2300288"/>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2923" name="Rectangle 34">
              <a:extLst>
                <a:ext uri="{FF2B5EF4-FFF2-40B4-BE49-F238E27FC236}">
                  <a16:creationId xmlns:a16="http://schemas.microsoft.com/office/drawing/2014/main" id="{A330777B-3213-4351-96DB-2B1DBFBF9E1B}"/>
                </a:ext>
              </a:extLst>
            </p:cNvPr>
            <p:cNvSpPr>
              <a:spLocks noChangeArrowheads="1"/>
            </p:cNvSpPr>
            <p:nvPr/>
          </p:nvSpPr>
          <p:spPr bwMode="auto">
            <a:xfrm>
              <a:off x="4225925" y="1752600"/>
              <a:ext cx="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2924" name="Rectangle 35">
              <a:extLst>
                <a:ext uri="{FF2B5EF4-FFF2-40B4-BE49-F238E27FC236}">
                  <a16:creationId xmlns:a16="http://schemas.microsoft.com/office/drawing/2014/main" id="{2148354C-03D9-4FC5-92A4-35CCBA32D9A7}"/>
                </a:ext>
              </a:extLst>
            </p:cNvPr>
            <p:cNvSpPr>
              <a:spLocks noChangeArrowheads="1"/>
            </p:cNvSpPr>
            <p:nvPr/>
          </p:nvSpPr>
          <p:spPr bwMode="auto">
            <a:xfrm>
              <a:off x="4770437" y="1752600"/>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2925" name="Rectangle 36">
              <a:extLst>
                <a:ext uri="{FF2B5EF4-FFF2-40B4-BE49-F238E27FC236}">
                  <a16:creationId xmlns:a16="http://schemas.microsoft.com/office/drawing/2014/main" id="{B5220FE9-9E5E-40DD-BF90-60747C6F5CE2}"/>
                </a:ext>
              </a:extLst>
            </p:cNvPr>
            <p:cNvSpPr>
              <a:spLocks noChangeArrowheads="1"/>
            </p:cNvSpPr>
            <p:nvPr/>
          </p:nvSpPr>
          <p:spPr bwMode="auto">
            <a:xfrm>
              <a:off x="4225925" y="2300288"/>
              <a:ext cx="134937"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2926" name="Rectangle 41">
              <a:extLst>
                <a:ext uri="{FF2B5EF4-FFF2-40B4-BE49-F238E27FC236}">
                  <a16:creationId xmlns:a16="http://schemas.microsoft.com/office/drawing/2014/main" id="{ADA3391F-D8A8-491A-8CEB-B4B67AF484DE}"/>
                </a:ext>
              </a:extLst>
            </p:cNvPr>
            <p:cNvSpPr>
              <a:spLocks noChangeArrowheads="1"/>
            </p:cNvSpPr>
            <p:nvPr/>
          </p:nvSpPr>
          <p:spPr bwMode="auto">
            <a:xfrm>
              <a:off x="4770437" y="2300288"/>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2927" name="Rectangle 79">
              <a:extLst>
                <a:ext uri="{FF2B5EF4-FFF2-40B4-BE49-F238E27FC236}">
                  <a16:creationId xmlns:a16="http://schemas.microsoft.com/office/drawing/2014/main" id="{B2984927-3850-4BCF-BDEB-5915D34C56DF}"/>
                </a:ext>
              </a:extLst>
            </p:cNvPr>
            <p:cNvSpPr>
              <a:spLocks noChangeArrowheads="1"/>
            </p:cNvSpPr>
            <p:nvPr/>
          </p:nvSpPr>
          <p:spPr bwMode="auto">
            <a:xfrm>
              <a:off x="30749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2928" name="Rectangle 80">
              <a:extLst>
                <a:ext uri="{FF2B5EF4-FFF2-40B4-BE49-F238E27FC236}">
                  <a16:creationId xmlns:a16="http://schemas.microsoft.com/office/drawing/2014/main" id="{8593EF55-C4DB-49DD-9666-55B8AAD5F5B3}"/>
                </a:ext>
              </a:extLst>
            </p:cNvPr>
            <p:cNvSpPr>
              <a:spLocks noChangeArrowheads="1"/>
            </p:cNvSpPr>
            <p:nvPr/>
          </p:nvSpPr>
          <p:spPr bwMode="auto">
            <a:xfrm>
              <a:off x="36210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2929" name="Rectangle 81">
              <a:extLst>
                <a:ext uri="{FF2B5EF4-FFF2-40B4-BE49-F238E27FC236}">
                  <a16:creationId xmlns:a16="http://schemas.microsoft.com/office/drawing/2014/main" id="{7D068908-AC0C-42C8-98BA-520D91D3D13B}"/>
                </a:ext>
              </a:extLst>
            </p:cNvPr>
            <p:cNvSpPr>
              <a:spLocks noChangeArrowheads="1"/>
            </p:cNvSpPr>
            <p:nvPr/>
          </p:nvSpPr>
          <p:spPr bwMode="auto">
            <a:xfrm>
              <a:off x="41671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2930" name="Rectangle 82">
              <a:extLst>
                <a:ext uri="{FF2B5EF4-FFF2-40B4-BE49-F238E27FC236}">
                  <a16:creationId xmlns:a16="http://schemas.microsoft.com/office/drawing/2014/main" id="{38B2863D-711E-4DB8-A081-07C5F08703C0}"/>
                </a:ext>
              </a:extLst>
            </p:cNvPr>
            <p:cNvSpPr>
              <a:spLocks noChangeArrowheads="1"/>
            </p:cNvSpPr>
            <p:nvPr/>
          </p:nvSpPr>
          <p:spPr bwMode="auto">
            <a:xfrm>
              <a:off x="4713287" y="1295400"/>
              <a:ext cx="2698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2931" name="Rectangle 83">
              <a:extLst>
                <a:ext uri="{FF2B5EF4-FFF2-40B4-BE49-F238E27FC236}">
                  <a16:creationId xmlns:a16="http://schemas.microsoft.com/office/drawing/2014/main" id="{066D8967-DDB9-475C-A165-4AA300F3233B}"/>
                </a:ext>
              </a:extLst>
            </p:cNvPr>
            <p:cNvSpPr>
              <a:spLocks noChangeArrowheads="1"/>
            </p:cNvSpPr>
            <p:nvPr/>
          </p:nvSpPr>
          <p:spPr bwMode="auto">
            <a:xfrm>
              <a:off x="2657475" y="1752600"/>
              <a:ext cx="134937"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2932" name="Rectangle 85">
              <a:extLst>
                <a:ext uri="{FF2B5EF4-FFF2-40B4-BE49-F238E27FC236}">
                  <a16:creationId xmlns:a16="http://schemas.microsoft.com/office/drawing/2014/main" id="{6BD8F490-0CDC-4097-8D4B-225E13FF43E5}"/>
                </a:ext>
              </a:extLst>
            </p:cNvPr>
            <p:cNvSpPr>
              <a:spLocks noChangeArrowheads="1"/>
            </p:cNvSpPr>
            <p:nvPr/>
          </p:nvSpPr>
          <p:spPr bwMode="auto">
            <a:xfrm>
              <a:off x="2644775" y="2300288"/>
              <a:ext cx="134937"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grpSp>
      <p:sp>
        <p:nvSpPr>
          <p:cNvPr id="122884" name="Rectangle 142">
            <a:extLst>
              <a:ext uri="{FF2B5EF4-FFF2-40B4-BE49-F238E27FC236}">
                <a16:creationId xmlns:a16="http://schemas.microsoft.com/office/drawing/2014/main" id="{9E5B33D0-BCB3-4184-8C06-3558E8B6ABBA}"/>
              </a:ext>
            </a:extLst>
          </p:cNvPr>
          <p:cNvSpPr>
            <a:spLocks noChangeArrowheads="1"/>
          </p:cNvSpPr>
          <p:nvPr/>
        </p:nvSpPr>
        <p:spPr bwMode="auto">
          <a:xfrm>
            <a:off x="2611438" y="3001963"/>
            <a:ext cx="173037" cy="2403475"/>
          </a:xfrm>
          <a:prstGeom prst="rect">
            <a:avLst/>
          </a:prstGeom>
          <a:solidFill>
            <a:srgbClr val="FF0000">
              <a:alpha val="36078"/>
            </a:srgbClr>
          </a:solidFill>
          <a:ln w="9525">
            <a:solidFill>
              <a:srgbClr val="FF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885" name="Rectangle 34">
            <a:extLst>
              <a:ext uri="{FF2B5EF4-FFF2-40B4-BE49-F238E27FC236}">
                <a16:creationId xmlns:a16="http://schemas.microsoft.com/office/drawing/2014/main" id="{38CA3C12-BDED-4670-B21A-508A13C7B4FB}"/>
              </a:ext>
            </a:extLst>
          </p:cNvPr>
          <p:cNvSpPr>
            <a:spLocks noChangeArrowheads="1"/>
          </p:cNvSpPr>
          <p:nvPr/>
        </p:nvSpPr>
        <p:spPr bwMode="auto">
          <a:xfrm>
            <a:off x="7502525" y="3309938"/>
            <a:ext cx="122238"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900" b="1"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a:t>
            </a:r>
            <a:endParaRPr kumimoji="0"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122886" name="Freeform 8">
            <a:extLst>
              <a:ext uri="{FF2B5EF4-FFF2-40B4-BE49-F238E27FC236}">
                <a16:creationId xmlns:a16="http://schemas.microsoft.com/office/drawing/2014/main" id="{EDC55A83-F335-4AA7-834C-8601D24D92C8}"/>
              </a:ext>
            </a:extLst>
          </p:cNvPr>
          <p:cNvSpPr>
            <a:spLocks/>
          </p:cNvSpPr>
          <p:nvPr/>
        </p:nvSpPr>
        <p:spPr bwMode="auto">
          <a:xfrm>
            <a:off x="7899400" y="3797300"/>
            <a:ext cx="444500" cy="414338"/>
          </a:xfrm>
          <a:custGeom>
            <a:avLst/>
            <a:gdLst>
              <a:gd name="T0" fmla="*/ 0 w 560"/>
              <a:gd name="T1" fmla="*/ 2147483646 h 522"/>
              <a:gd name="T2" fmla="*/ 2147483646 w 560"/>
              <a:gd name="T3" fmla="*/ 2147483646 h 522"/>
              <a:gd name="T4" fmla="*/ 2147483646 w 560"/>
              <a:gd name="T5" fmla="*/ 2147483646 h 522"/>
              <a:gd name="T6" fmla="*/ 2147483646 w 560"/>
              <a:gd name="T7" fmla="*/ 2147483646 h 522"/>
              <a:gd name="T8" fmla="*/ 2147483646 w 560"/>
              <a:gd name="T9" fmla="*/ 2147483646 h 522"/>
              <a:gd name="T10" fmla="*/ 2147483646 w 560"/>
              <a:gd name="T11" fmla="*/ 2147483646 h 522"/>
              <a:gd name="T12" fmla="*/ 2147483646 w 560"/>
              <a:gd name="T13" fmla="*/ 2147483646 h 522"/>
              <a:gd name="T14" fmla="*/ 2147483646 w 560"/>
              <a:gd name="T15" fmla="*/ 2147483646 h 522"/>
              <a:gd name="T16" fmla="*/ 2147483646 w 560"/>
              <a:gd name="T17" fmla="*/ 2147483646 h 522"/>
              <a:gd name="T18" fmla="*/ 2147483646 w 560"/>
              <a:gd name="T19" fmla="*/ 2147483646 h 522"/>
              <a:gd name="T20" fmla="*/ 2147483646 w 560"/>
              <a:gd name="T21" fmla="*/ 2147483646 h 522"/>
              <a:gd name="T22" fmla="*/ 2147483646 w 560"/>
              <a:gd name="T23" fmla="*/ 0 h 522"/>
              <a:gd name="T24" fmla="*/ 2147483646 w 560"/>
              <a:gd name="T25" fmla="*/ 2147483646 h 522"/>
              <a:gd name="T26" fmla="*/ 2147483646 w 560"/>
              <a:gd name="T27" fmla="*/ 2147483646 h 522"/>
              <a:gd name="T28" fmla="*/ 2147483646 w 560"/>
              <a:gd name="T29" fmla="*/ 2147483646 h 522"/>
              <a:gd name="T30" fmla="*/ 2147483646 w 560"/>
              <a:gd name="T31" fmla="*/ 2147483646 h 522"/>
              <a:gd name="T32" fmla="*/ 2147483646 w 560"/>
              <a:gd name="T33" fmla="*/ 2147483646 h 522"/>
              <a:gd name="T34" fmla="*/ 2147483646 w 560"/>
              <a:gd name="T35" fmla="*/ 2147483646 h 522"/>
              <a:gd name="T36" fmla="*/ 2147483646 w 560"/>
              <a:gd name="T37" fmla="*/ 2147483646 h 522"/>
              <a:gd name="T38" fmla="*/ 2147483646 w 560"/>
              <a:gd name="T39" fmla="*/ 2147483646 h 522"/>
              <a:gd name="T40" fmla="*/ 2147483646 w 560"/>
              <a:gd name="T41" fmla="*/ 2147483646 h 522"/>
              <a:gd name="T42" fmla="*/ 2147483646 w 560"/>
              <a:gd name="T43" fmla="*/ 2147483646 h 522"/>
              <a:gd name="T44" fmla="*/ 2147483646 w 560"/>
              <a:gd name="T45" fmla="*/ 2147483646 h 522"/>
              <a:gd name="T46" fmla="*/ 2147483646 w 560"/>
              <a:gd name="T47" fmla="*/ 2147483646 h 522"/>
              <a:gd name="T48" fmla="*/ 2147483646 w 560"/>
              <a:gd name="T49" fmla="*/ 2147483646 h 522"/>
              <a:gd name="T50" fmla="*/ 2147483646 w 560"/>
              <a:gd name="T51" fmla="*/ 2147483646 h 522"/>
              <a:gd name="T52" fmla="*/ 2147483646 w 560"/>
              <a:gd name="T53" fmla="*/ 2147483646 h 522"/>
              <a:gd name="T54" fmla="*/ 2147483646 w 560"/>
              <a:gd name="T55" fmla="*/ 2147483646 h 522"/>
              <a:gd name="T56" fmla="*/ 2147483646 w 560"/>
              <a:gd name="T57" fmla="*/ 2147483646 h 522"/>
              <a:gd name="T58" fmla="*/ 2147483646 w 560"/>
              <a:gd name="T59" fmla="*/ 2147483646 h 522"/>
              <a:gd name="T60" fmla="*/ 2147483646 w 560"/>
              <a:gd name="T61" fmla="*/ 2147483646 h 522"/>
              <a:gd name="T62" fmla="*/ 2147483646 w 560"/>
              <a:gd name="T63" fmla="*/ 2147483646 h 522"/>
              <a:gd name="T64" fmla="*/ 2147483646 w 560"/>
              <a:gd name="T65" fmla="*/ 2147483646 h 522"/>
              <a:gd name="T66" fmla="*/ 2147483646 w 560"/>
              <a:gd name="T67" fmla="*/ 2147483646 h 522"/>
              <a:gd name="T68" fmla="*/ 2147483646 w 560"/>
              <a:gd name="T69" fmla="*/ 2147483646 h 522"/>
              <a:gd name="T70" fmla="*/ 2147483646 w 560"/>
              <a:gd name="T71" fmla="*/ 2147483646 h 522"/>
              <a:gd name="T72" fmla="*/ 2147483646 w 560"/>
              <a:gd name="T73" fmla="*/ 2147483646 h 522"/>
              <a:gd name="T74" fmla="*/ 2147483646 w 560"/>
              <a:gd name="T75" fmla="*/ 2147483646 h 522"/>
              <a:gd name="T76" fmla="*/ 2147483646 w 560"/>
              <a:gd name="T77" fmla="*/ 2147483646 h 522"/>
              <a:gd name="T78" fmla="*/ 2147483646 w 560"/>
              <a:gd name="T79" fmla="*/ 2147483646 h 522"/>
              <a:gd name="T80" fmla="*/ 2147483646 w 560"/>
              <a:gd name="T81" fmla="*/ 2147483646 h 522"/>
              <a:gd name="T82" fmla="*/ 2147483646 w 560"/>
              <a:gd name="T83" fmla="*/ 2147483646 h 522"/>
              <a:gd name="T84" fmla="*/ 2147483646 w 560"/>
              <a:gd name="T85" fmla="*/ 2147483646 h 522"/>
              <a:gd name="T86" fmla="*/ 2147483646 w 560"/>
              <a:gd name="T87" fmla="*/ 2147483646 h 522"/>
              <a:gd name="T88" fmla="*/ 2147483646 w 560"/>
              <a:gd name="T89" fmla="*/ 2147483646 h 522"/>
              <a:gd name="T90" fmla="*/ 2147483646 w 560"/>
              <a:gd name="T91" fmla="*/ 2147483646 h 522"/>
              <a:gd name="T92" fmla="*/ 2147483646 w 560"/>
              <a:gd name="T93" fmla="*/ 2147483646 h 522"/>
              <a:gd name="T94" fmla="*/ 2147483646 w 560"/>
              <a:gd name="T95" fmla="*/ 2147483646 h 522"/>
              <a:gd name="T96" fmla="*/ 2147483646 w 560"/>
              <a:gd name="T97" fmla="*/ 2147483646 h 522"/>
              <a:gd name="T98" fmla="*/ 2147483646 w 560"/>
              <a:gd name="T99" fmla="*/ 2147483646 h 522"/>
              <a:gd name="T100" fmla="*/ 2147483646 w 560"/>
              <a:gd name="T101" fmla="*/ 2147483646 h 522"/>
              <a:gd name="T102" fmla="*/ 2147483646 w 560"/>
              <a:gd name="T103" fmla="*/ 2147483646 h 522"/>
              <a:gd name="T104" fmla="*/ 2147483646 w 560"/>
              <a:gd name="T105" fmla="*/ 2147483646 h 522"/>
              <a:gd name="T106" fmla="*/ 2147483646 w 560"/>
              <a:gd name="T107" fmla="*/ 2147483646 h 522"/>
              <a:gd name="T108" fmla="*/ 2147483646 w 560"/>
              <a:gd name="T109" fmla="*/ 2147483646 h 522"/>
              <a:gd name="T110" fmla="*/ 0 w 560"/>
              <a:gd name="T111" fmla="*/ 2147483646 h 5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560" h="522">
                <a:moveTo>
                  <a:pt x="0" y="259"/>
                </a:moveTo>
                <a:lnTo>
                  <a:pt x="0" y="265"/>
                </a:lnTo>
                <a:lnTo>
                  <a:pt x="0" y="252"/>
                </a:lnTo>
                <a:lnTo>
                  <a:pt x="2" y="239"/>
                </a:lnTo>
                <a:lnTo>
                  <a:pt x="4" y="226"/>
                </a:lnTo>
                <a:lnTo>
                  <a:pt x="6" y="212"/>
                </a:lnTo>
                <a:lnTo>
                  <a:pt x="10" y="199"/>
                </a:lnTo>
                <a:lnTo>
                  <a:pt x="13" y="186"/>
                </a:lnTo>
                <a:lnTo>
                  <a:pt x="17" y="173"/>
                </a:lnTo>
                <a:lnTo>
                  <a:pt x="21" y="162"/>
                </a:lnTo>
                <a:lnTo>
                  <a:pt x="26" y="151"/>
                </a:lnTo>
                <a:lnTo>
                  <a:pt x="32" y="140"/>
                </a:lnTo>
                <a:lnTo>
                  <a:pt x="39" y="128"/>
                </a:lnTo>
                <a:lnTo>
                  <a:pt x="47" y="117"/>
                </a:lnTo>
                <a:lnTo>
                  <a:pt x="52" y="106"/>
                </a:lnTo>
                <a:lnTo>
                  <a:pt x="62" y="97"/>
                </a:lnTo>
                <a:lnTo>
                  <a:pt x="69" y="87"/>
                </a:lnTo>
                <a:lnTo>
                  <a:pt x="79" y="78"/>
                </a:lnTo>
                <a:lnTo>
                  <a:pt x="88" y="69"/>
                </a:lnTo>
                <a:lnTo>
                  <a:pt x="97" y="61"/>
                </a:lnTo>
                <a:lnTo>
                  <a:pt x="107" y="54"/>
                </a:lnTo>
                <a:lnTo>
                  <a:pt x="118" y="46"/>
                </a:lnTo>
                <a:lnTo>
                  <a:pt x="129" y="39"/>
                </a:lnTo>
                <a:lnTo>
                  <a:pt x="138" y="33"/>
                </a:lnTo>
                <a:lnTo>
                  <a:pt x="151" y="26"/>
                </a:lnTo>
                <a:lnTo>
                  <a:pt x="163" y="22"/>
                </a:lnTo>
                <a:lnTo>
                  <a:pt x="174" y="16"/>
                </a:lnTo>
                <a:lnTo>
                  <a:pt x="187" y="13"/>
                </a:lnTo>
                <a:lnTo>
                  <a:pt x="200" y="9"/>
                </a:lnTo>
                <a:lnTo>
                  <a:pt x="213" y="5"/>
                </a:lnTo>
                <a:lnTo>
                  <a:pt x="224" y="3"/>
                </a:lnTo>
                <a:lnTo>
                  <a:pt x="239" y="1"/>
                </a:lnTo>
                <a:lnTo>
                  <a:pt x="252" y="1"/>
                </a:lnTo>
                <a:lnTo>
                  <a:pt x="265" y="0"/>
                </a:lnTo>
                <a:lnTo>
                  <a:pt x="295" y="0"/>
                </a:lnTo>
                <a:lnTo>
                  <a:pt x="310" y="1"/>
                </a:lnTo>
                <a:lnTo>
                  <a:pt x="323" y="1"/>
                </a:lnTo>
                <a:lnTo>
                  <a:pt x="336" y="3"/>
                </a:lnTo>
                <a:lnTo>
                  <a:pt x="349" y="5"/>
                </a:lnTo>
                <a:lnTo>
                  <a:pt x="362" y="9"/>
                </a:lnTo>
                <a:lnTo>
                  <a:pt x="375" y="13"/>
                </a:lnTo>
                <a:lnTo>
                  <a:pt x="387" y="16"/>
                </a:lnTo>
                <a:lnTo>
                  <a:pt x="400" y="22"/>
                </a:lnTo>
                <a:lnTo>
                  <a:pt x="411" y="26"/>
                </a:lnTo>
                <a:lnTo>
                  <a:pt x="422" y="33"/>
                </a:lnTo>
                <a:lnTo>
                  <a:pt x="433" y="39"/>
                </a:lnTo>
                <a:lnTo>
                  <a:pt x="444" y="46"/>
                </a:lnTo>
                <a:lnTo>
                  <a:pt x="454" y="54"/>
                </a:lnTo>
                <a:lnTo>
                  <a:pt x="465" y="61"/>
                </a:lnTo>
                <a:lnTo>
                  <a:pt x="474" y="69"/>
                </a:lnTo>
                <a:lnTo>
                  <a:pt x="484" y="78"/>
                </a:lnTo>
                <a:lnTo>
                  <a:pt x="491" y="87"/>
                </a:lnTo>
                <a:lnTo>
                  <a:pt x="500" y="97"/>
                </a:lnTo>
                <a:lnTo>
                  <a:pt x="508" y="106"/>
                </a:lnTo>
                <a:lnTo>
                  <a:pt x="515" y="117"/>
                </a:lnTo>
                <a:lnTo>
                  <a:pt x="523" y="128"/>
                </a:lnTo>
                <a:lnTo>
                  <a:pt x="528" y="140"/>
                </a:lnTo>
                <a:lnTo>
                  <a:pt x="534" y="151"/>
                </a:lnTo>
                <a:lnTo>
                  <a:pt x="540" y="162"/>
                </a:lnTo>
                <a:lnTo>
                  <a:pt x="545" y="173"/>
                </a:lnTo>
                <a:lnTo>
                  <a:pt x="549" y="186"/>
                </a:lnTo>
                <a:lnTo>
                  <a:pt x="553" y="199"/>
                </a:lnTo>
                <a:lnTo>
                  <a:pt x="555" y="212"/>
                </a:lnTo>
                <a:lnTo>
                  <a:pt x="558" y="226"/>
                </a:lnTo>
                <a:lnTo>
                  <a:pt x="560" y="239"/>
                </a:lnTo>
                <a:lnTo>
                  <a:pt x="560" y="252"/>
                </a:lnTo>
                <a:lnTo>
                  <a:pt x="560" y="265"/>
                </a:lnTo>
                <a:lnTo>
                  <a:pt x="560" y="259"/>
                </a:lnTo>
                <a:lnTo>
                  <a:pt x="560" y="272"/>
                </a:lnTo>
                <a:lnTo>
                  <a:pt x="560" y="285"/>
                </a:lnTo>
                <a:lnTo>
                  <a:pt x="558" y="298"/>
                </a:lnTo>
                <a:lnTo>
                  <a:pt x="555" y="311"/>
                </a:lnTo>
                <a:lnTo>
                  <a:pt x="553" y="325"/>
                </a:lnTo>
                <a:lnTo>
                  <a:pt x="549" y="338"/>
                </a:lnTo>
                <a:lnTo>
                  <a:pt x="545" y="349"/>
                </a:lnTo>
                <a:lnTo>
                  <a:pt x="540" y="362"/>
                </a:lnTo>
                <a:lnTo>
                  <a:pt x="534" y="373"/>
                </a:lnTo>
                <a:lnTo>
                  <a:pt x="528" y="384"/>
                </a:lnTo>
                <a:lnTo>
                  <a:pt x="523" y="395"/>
                </a:lnTo>
                <a:lnTo>
                  <a:pt x="515" y="407"/>
                </a:lnTo>
                <a:lnTo>
                  <a:pt x="508" y="416"/>
                </a:lnTo>
                <a:lnTo>
                  <a:pt x="500" y="427"/>
                </a:lnTo>
                <a:lnTo>
                  <a:pt x="491" y="437"/>
                </a:lnTo>
                <a:lnTo>
                  <a:pt x="484" y="446"/>
                </a:lnTo>
                <a:lnTo>
                  <a:pt x="474" y="455"/>
                </a:lnTo>
                <a:lnTo>
                  <a:pt x="465" y="463"/>
                </a:lnTo>
                <a:lnTo>
                  <a:pt x="454" y="470"/>
                </a:lnTo>
                <a:lnTo>
                  <a:pt x="444" y="478"/>
                </a:lnTo>
                <a:lnTo>
                  <a:pt x="433" y="485"/>
                </a:lnTo>
                <a:lnTo>
                  <a:pt x="422" y="491"/>
                </a:lnTo>
                <a:lnTo>
                  <a:pt x="411" y="496"/>
                </a:lnTo>
                <a:lnTo>
                  <a:pt x="400" y="502"/>
                </a:lnTo>
                <a:lnTo>
                  <a:pt x="387" y="508"/>
                </a:lnTo>
                <a:lnTo>
                  <a:pt x="375" y="511"/>
                </a:lnTo>
                <a:lnTo>
                  <a:pt x="362" y="515"/>
                </a:lnTo>
                <a:lnTo>
                  <a:pt x="349" y="519"/>
                </a:lnTo>
                <a:lnTo>
                  <a:pt x="336" y="521"/>
                </a:lnTo>
                <a:lnTo>
                  <a:pt x="323" y="522"/>
                </a:lnTo>
                <a:lnTo>
                  <a:pt x="310" y="522"/>
                </a:lnTo>
                <a:lnTo>
                  <a:pt x="295" y="522"/>
                </a:lnTo>
                <a:lnTo>
                  <a:pt x="265" y="522"/>
                </a:lnTo>
                <a:lnTo>
                  <a:pt x="252" y="522"/>
                </a:lnTo>
                <a:lnTo>
                  <a:pt x="239" y="522"/>
                </a:lnTo>
                <a:lnTo>
                  <a:pt x="224" y="521"/>
                </a:lnTo>
                <a:lnTo>
                  <a:pt x="213" y="519"/>
                </a:lnTo>
                <a:lnTo>
                  <a:pt x="200" y="515"/>
                </a:lnTo>
                <a:lnTo>
                  <a:pt x="187" y="511"/>
                </a:lnTo>
                <a:lnTo>
                  <a:pt x="174" y="508"/>
                </a:lnTo>
                <a:lnTo>
                  <a:pt x="163" y="502"/>
                </a:lnTo>
                <a:lnTo>
                  <a:pt x="151" y="496"/>
                </a:lnTo>
                <a:lnTo>
                  <a:pt x="138" y="491"/>
                </a:lnTo>
                <a:lnTo>
                  <a:pt x="129" y="485"/>
                </a:lnTo>
                <a:lnTo>
                  <a:pt x="118" y="478"/>
                </a:lnTo>
                <a:lnTo>
                  <a:pt x="107" y="470"/>
                </a:lnTo>
                <a:lnTo>
                  <a:pt x="97" y="463"/>
                </a:lnTo>
                <a:lnTo>
                  <a:pt x="88" y="455"/>
                </a:lnTo>
                <a:lnTo>
                  <a:pt x="79" y="446"/>
                </a:lnTo>
                <a:lnTo>
                  <a:pt x="69" y="437"/>
                </a:lnTo>
                <a:lnTo>
                  <a:pt x="62" y="427"/>
                </a:lnTo>
                <a:lnTo>
                  <a:pt x="52" y="416"/>
                </a:lnTo>
                <a:lnTo>
                  <a:pt x="47" y="407"/>
                </a:lnTo>
                <a:lnTo>
                  <a:pt x="39" y="395"/>
                </a:lnTo>
                <a:lnTo>
                  <a:pt x="32" y="384"/>
                </a:lnTo>
                <a:lnTo>
                  <a:pt x="26" y="373"/>
                </a:lnTo>
                <a:lnTo>
                  <a:pt x="21" y="362"/>
                </a:lnTo>
                <a:lnTo>
                  <a:pt x="17" y="349"/>
                </a:lnTo>
                <a:lnTo>
                  <a:pt x="13" y="338"/>
                </a:lnTo>
                <a:lnTo>
                  <a:pt x="10" y="325"/>
                </a:lnTo>
                <a:lnTo>
                  <a:pt x="6" y="311"/>
                </a:lnTo>
                <a:lnTo>
                  <a:pt x="4" y="298"/>
                </a:lnTo>
                <a:lnTo>
                  <a:pt x="2" y="285"/>
                </a:lnTo>
                <a:lnTo>
                  <a:pt x="0" y="272"/>
                </a:lnTo>
                <a:lnTo>
                  <a:pt x="0" y="259"/>
                </a:lnTo>
                <a:close/>
              </a:path>
            </a:pathLst>
          </a:custGeom>
          <a:noFill/>
          <a:ln w="28575">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887" name="Freeform 41">
            <a:extLst>
              <a:ext uri="{FF2B5EF4-FFF2-40B4-BE49-F238E27FC236}">
                <a16:creationId xmlns:a16="http://schemas.microsoft.com/office/drawing/2014/main" id="{1021BCE4-5DB7-43CF-B46F-4F65A0087044}"/>
              </a:ext>
            </a:extLst>
          </p:cNvPr>
          <p:cNvSpPr>
            <a:spLocks/>
          </p:cNvSpPr>
          <p:nvPr/>
        </p:nvSpPr>
        <p:spPr bwMode="auto">
          <a:xfrm>
            <a:off x="6864350" y="3216275"/>
            <a:ext cx="306388" cy="1006475"/>
          </a:xfrm>
          <a:custGeom>
            <a:avLst/>
            <a:gdLst>
              <a:gd name="T0" fmla="*/ 0 w 352"/>
              <a:gd name="T1" fmla="*/ 2147483646 h 1152"/>
              <a:gd name="T2" fmla="*/ 2147483646 w 352"/>
              <a:gd name="T3" fmla="*/ 2147483646 h 1152"/>
              <a:gd name="T4" fmla="*/ 2147483646 w 352"/>
              <a:gd name="T5" fmla="*/ 2147483646 h 1152"/>
              <a:gd name="T6" fmla="*/ 2147483646 w 352"/>
              <a:gd name="T7" fmla="*/ 2147483646 h 1152"/>
              <a:gd name="T8" fmla="*/ 2147483646 w 352"/>
              <a:gd name="T9" fmla="*/ 2147483646 h 1152"/>
              <a:gd name="T10" fmla="*/ 2147483646 w 352"/>
              <a:gd name="T11" fmla="*/ 2147483646 h 1152"/>
              <a:gd name="T12" fmla="*/ 2147483646 w 352"/>
              <a:gd name="T13" fmla="*/ 2147483646 h 1152"/>
              <a:gd name="T14" fmla="*/ 2147483646 w 352"/>
              <a:gd name="T15" fmla="*/ 2147483646 h 1152"/>
              <a:gd name="T16" fmla="*/ 2147483646 w 352"/>
              <a:gd name="T17" fmla="*/ 2147483646 h 1152"/>
              <a:gd name="T18" fmla="*/ 2147483646 w 352"/>
              <a:gd name="T19" fmla="*/ 2147483646 h 1152"/>
              <a:gd name="T20" fmla="*/ 2147483646 w 352"/>
              <a:gd name="T21" fmla="*/ 0 h 1152"/>
              <a:gd name="T22" fmla="*/ 2147483646 w 352"/>
              <a:gd name="T23" fmla="*/ 0 h 1152"/>
              <a:gd name="T24" fmla="*/ 2147483646 w 352"/>
              <a:gd name="T25" fmla="*/ 2147483646 h 1152"/>
              <a:gd name="T26" fmla="*/ 2147483646 w 352"/>
              <a:gd name="T27" fmla="*/ 2147483646 h 1152"/>
              <a:gd name="T28" fmla="*/ 2147483646 w 352"/>
              <a:gd name="T29" fmla="*/ 2147483646 h 1152"/>
              <a:gd name="T30" fmla="*/ 2147483646 w 352"/>
              <a:gd name="T31" fmla="*/ 2147483646 h 1152"/>
              <a:gd name="T32" fmla="*/ 2147483646 w 352"/>
              <a:gd name="T33" fmla="*/ 2147483646 h 1152"/>
              <a:gd name="T34" fmla="*/ 2147483646 w 352"/>
              <a:gd name="T35" fmla="*/ 2147483646 h 1152"/>
              <a:gd name="T36" fmla="*/ 2147483646 w 352"/>
              <a:gd name="T37" fmla="*/ 2147483646 h 1152"/>
              <a:gd name="T38" fmla="*/ 2147483646 w 352"/>
              <a:gd name="T39" fmla="*/ 2147483646 h 1152"/>
              <a:gd name="T40" fmla="*/ 2147483646 w 352"/>
              <a:gd name="T41" fmla="*/ 2147483646 h 1152"/>
              <a:gd name="T42" fmla="*/ 2147483646 w 352"/>
              <a:gd name="T43" fmla="*/ 2147483646 h 1152"/>
              <a:gd name="T44" fmla="*/ 2147483646 w 352"/>
              <a:gd name="T45" fmla="*/ 2147483646 h 1152"/>
              <a:gd name="T46" fmla="*/ 2147483646 w 352"/>
              <a:gd name="T47" fmla="*/ 2147483646 h 1152"/>
              <a:gd name="T48" fmla="*/ 2147483646 w 352"/>
              <a:gd name="T49" fmla="*/ 2147483646 h 1152"/>
              <a:gd name="T50" fmla="*/ 2147483646 w 352"/>
              <a:gd name="T51" fmla="*/ 2147483646 h 1152"/>
              <a:gd name="T52" fmla="*/ 2147483646 w 352"/>
              <a:gd name="T53" fmla="*/ 2147483646 h 1152"/>
              <a:gd name="T54" fmla="*/ 2147483646 w 352"/>
              <a:gd name="T55" fmla="*/ 2147483646 h 1152"/>
              <a:gd name="T56" fmla="*/ 2147483646 w 352"/>
              <a:gd name="T57" fmla="*/ 2147483646 h 1152"/>
              <a:gd name="T58" fmla="*/ 2147483646 w 352"/>
              <a:gd name="T59" fmla="*/ 2147483646 h 1152"/>
              <a:gd name="T60" fmla="*/ 2147483646 w 352"/>
              <a:gd name="T61" fmla="*/ 2147483646 h 1152"/>
              <a:gd name="T62" fmla="*/ 2147483646 w 352"/>
              <a:gd name="T63" fmla="*/ 2147483646 h 1152"/>
              <a:gd name="T64" fmla="*/ 2147483646 w 352"/>
              <a:gd name="T65" fmla="*/ 2147483646 h 1152"/>
              <a:gd name="T66" fmla="*/ 2147483646 w 352"/>
              <a:gd name="T67" fmla="*/ 2147483646 h 1152"/>
              <a:gd name="T68" fmla="*/ 2147483646 w 352"/>
              <a:gd name="T69" fmla="*/ 2147483646 h 1152"/>
              <a:gd name="T70" fmla="*/ 2147483646 w 352"/>
              <a:gd name="T71" fmla="*/ 2147483646 h 1152"/>
              <a:gd name="T72" fmla="*/ 2147483646 w 352"/>
              <a:gd name="T73" fmla="*/ 2147483646 h 1152"/>
              <a:gd name="T74" fmla="*/ 2147483646 w 352"/>
              <a:gd name="T75" fmla="*/ 2147483646 h 1152"/>
              <a:gd name="T76" fmla="*/ 2147483646 w 352"/>
              <a:gd name="T77" fmla="*/ 2147483646 h 1152"/>
              <a:gd name="T78" fmla="*/ 2147483646 w 352"/>
              <a:gd name="T79" fmla="*/ 2147483646 h 1152"/>
              <a:gd name="T80" fmla="*/ 2147483646 w 352"/>
              <a:gd name="T81" fmla="*/ 2147483646 h 1152"/>
              <a:gd name="T82" fmla="*/ 2147483646 w 352"/>
              <a:gd name="T83" fmla="*/ 2147483646 h 1152"/>
              <a:gd name="T84" fmla="*/ 2147483646 w 352"/>
              <a:gd name="T85" fmla="*/ 2147483646 h 1152"/>
              <a:gd name="T86" fmla="*/ 2147483646 w 352"/>
              <a:gd name="T87" fmla="*/ 2147483646 h 1152"/>
              <a:gd name="T88" fmla="*/ 0 w 352"/>
              <a:gd name="T89" fmla="*/ 2147483646 h 115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352" h="1152">
                <a:moveTo>
                  <a:pt x="0" y="981"/>
                </a:moveTo>
                <a:lnTo>
                  <a:pt x="0" y="170"/>
                </a:lnTo>
                <a:lnTo>
                  <a:pt x="0" y="162"/>
                </a:lnTo>
                <a:lnTo>
                  <a:pt x="0" y="152"/>
                </a:lnTo>
                <a:lnTo>
                  <a:pt x="1" y="144"/>
                </a:lnTo>
                <a:lnTo>
                  <a:pt x="3" y="136"/>
                </a:lnTo>
                <a:lnTo>
                  <a:pt x="5" y="126"/>
                </a:lnTo>
                <a:lnTo>
                  <a:pt x="8" y="118"/>
                </a:lnTo>
                <a:lnTo>
                  <a:pt x="9" y="110"/>
                </a:lnTo>
                <a:lnTo>
                  <a:pt x="13" y="104"/>
                </a:lnTo>
                <a:lnTo>
                  <a:pt x="16" y="96"/>
                </a:lnTo>
                <a:lnTo>
                  <a:pt x="21" y="88"/>
                </a:lnTo>
                <a:lnTo>
                  <a:pt x="24" y="82"/>
                </a:lnTo>
                <a:lnTo>
                  <a:pt x="29" y="75"/>
                </a:lnTo>
                <a:lnTo>
                  <a:pt x="33" y="67"/>
                </a:lnTo>
                <a:lnTo>
                  <a:pt x="38" y="61"/>
                </a:lnTo>
                <a:lnTo>
                  <a:pt x="45" y="54"/>
                </a:lnTo>
                <a:lnTo>
                  <a:pt x="49" y="50"/>
                </a:lnTo>
                <a:lnTo>
                  <a:pt x="56" y="43"/>
                </a:lnTo>
                <a:lnTo>
                  <a:pt x="62" y="38"/>
                </a:lnTo>
                <a:lnTo>
                  <a:pt x="69" y="34"/>
                </a:lnTo>
                <a:lnTo>
                  <a:pt x="75" y="29"/>
                </a:lnTo>
                <a:lnTo>
                  <a:pt x="81" y="24"/>
                </a:lnTo>
                <a:lnTo>
                  <a:pt x="89" y="19"/>
                </a:lnTo>
                <a:lnTo>
                  <a:pt x="96" y="16"/>
                </a:lnTo>
                <a:lnTo>
                  <a:pt x="104" y="13"/>
                </a:lnTo>
                <a:lnTo>
                  <a:pt x="112" y="10"/>
                </a:lnTo>
                <a:lnTo>
                  <a:pt x="120" y="6"/>
                </a:lnTo>
                <a:lnTo>
                  <a:pt x="128" y="5"/>
                </a:lnTo>
                <a:lnTo>
                  <a:pt x="136" y="3"/>
                </a:lnTo>
                <a:lnTo>
                  <a:pt x="144" y="2"/>
                </a:lnTo>
                <a:lnTo>
                  <a:pt x="152" y="0"/>
                </a:lnTo>
                <a:lnTo>
                  <a:pt x="161" y="0"/>
                </a:lnTo>
                <a:lnTo>
                  <a:pt x="169" y="0"/>
                </a:lnTo>
                <a:lnTo>
                  <a:pt x="181" y="0"/>
                </a:lnTo>
                <a:lnTo>
                  <a:pt x="190" y="0"/>
                </a:lnTo>
                <a:lnTo>
                  <a:pt x="198" y="0"/>
                </a:lnTo>
                <a:lnTo>
                  <a:pt x="208" y="2"/>
                </a:lnTo>
                <a:lnTo>
                  <a:pt x="216" y="3"/>
                </a:lnTo>
                <a:lnTo>
                  <a:pt x="224" y="5"/>
                </a:lnTo>
                <a:lnTo>
                  <a:pt x="232" y="6"/>
                </a:lnTo>
                <a:lnTo>
                  <a:pt x="240" y="10"/>
                </a:lnTo>
                <a:lnTo>
                  <a:pt x="248" y="13"/>
                </a:lnTo>
                <a:lnTo>
                  <a:pt x="256" y="16"/>
                </a:lnTo>
                <a:lnTo>
                  <a:pt x="262" y="19"/>
                </a:lnTo>
                <a:lnTo>
                  <a:pt x="270" y="24"/>
                </a:lnTo>
                <a:lnTo>
                  <a:pt x="277" y="29"/>
                </a:lnTo>
                <a:lnTo>
                  <a:pt x="283" y="34"/>
                </a:lnTo>
                <a:lnTo>
                  <a:pt x="290" y="38"/>
                </a:lnTo>
                <a:lnTo>
                  <a:pt x="296" y="43"/>
                </a:lnTo>
                <a:lnTo>
                  <a:pt x="302" y="50"/>
                </a:lnTo>
                <a:lnTo>
                  <a:pt x="307" y="54"/>
                </a:lnTo>
                <a:lnTo>
                  <a:pt x="314" y="61"/>
                </a:lnTo>
                <a:lnTo>
                  <a:pt x="318" y="67"/>
                </a:lnTo>
                <a:lnTo>
                  <a:pt x="323" y="75"/>
                </a:lnTo>
                <a:lnTo>
                  <a:pt x="326" y="82"/>
                </a:lnTo>
                <a:lnTo>
                  <a:pt x="331" y="88"/>
                </a:lnTo>
                <a:lnTo>
                  <a:pt x="334" y="96"/>
                </a:lnTo>
                <a:lnTo>
                  <a:pt x="339" y="104"/>
                </a:lnTo>
                <a:lnTo>
                  <a:pt x="341" y="110"/>
                </a:lnTo>
                <a:lnTo>
                  <a:pt x="344" y="118"/>
                </a:lnTo>
                <a:lnTo>
                  <a:pt x="347" y="126"/>
                </a:lnTo>
                <a:lnTo>
                  <a:pt x="349" y="136"/>
                </a:lnTo>
                <a:lnTo>
                  <a:pt x="350" y="144"/>
                </a:lnTo>
                <a:lnTo>
                  <a:pt x="350" y="152"/>
                </a:lnTo>
                <a:lnTo>
                  <a:pt x="352" y="162"/>
                </a:lnTo>
                <a:lnTo>
                  <a:pt x="352" y="170"/>
                </a:lnTo>
                <a:lnTo>
                  <a:pt x="352" y="981"/>
                </a:lnTo>
                <a:lnTo>
                  <a:pt x="352" y="991"/>
                </a:lnTo>
                <a:lnTo>
                  <a:pt x="350" y="999"/>
                </a:lnTo>
                <a:lnTo>
                  <a:pt x="350" y="1007"/>
                </a:lnTo>
                <a:lnTo>
                  <a:pt x="349" y="1016"/>
                </a:lnTo>
                <a:lnTo>
                  <a:pt x="347" y="1024"/>
                </a:lnTo>
                <a:lnTo>
                  <a:pt x="344" y="1032"/>
                </a:lnTo>
                <a:lnTo>
                  <a:pt x="341" y="1040"/>
                </a:lnTo>
                <a:lnTo>
                  <a:pt x="339" y="1048"/>
                </a:lnTo>
                <a:lnTo>
                  <a:pt x="334" y="1055"/>
                </a:lnTo>
                <a:lnTo>
                  <a:pt x="331" y="1063"/>
                </a:lnTo>
                <a:lnTo>
                  <a:pt x="326" y="1069"/>
                </a:lnTo>
                <a:lnTo>
                  <a:pt x="323" y="1077"/>
                </a:lnTo>
                <a:lnTo>
                  <a:pt x="318" y="1084"/>
                </a:lnTo>
                <a:lnTo>
                  <a:pt x="314" y="1090"/>
                </a:lnTo>
                <a:lnTo>
                  <a:pt x="307" y="1096"/>
                </a:lnTo>
                <a:lnTo>
                  <a:pt x="302" y="1101"/>
                </a:lnTo>
                <a:lnTo>
                  <a:pt x="296" y="1108"/>
                </a:lnTo>
                <a:lnTo>
                  <a:pt x="290" y="1112"/>
                </a:lnTo>
                <a:lnTo>
                  <a:pt x="283" y="1119"/>
                </a:lnTo>
                <a:lnTo>
                  <a:pt x="277" y="1122"/>
                </a:lnTo>
                <a:lnTo>
                  <a:pt x="270" y="1127"/>
                </a:lnTo>
                <a:lnTo>
                  <a:pt x="262" y="1132"/>
                </a:lnTo>
                <a:lnTo>
                  <a:pt x="256" y="1135"/>
                </a:lnTo>
                <a:lnTo>
                  <a:pt x="248" y="1138"/>
                </a:lnTo>
                <a:lnTo>
                  <a:pt x="240" y="1141"/>
                </a:lnTo>
                <a:lnTo>
                  <a:pt x="232" y="1144"/>
                </a:lnTo>
                <a:lnTo>
                  <a:pt x="224" y="1146"/>
                </a:lnTo>
                <a:lnTo>
                  <a:pt x="216" y="1148"/>
                </a:lnTo>
                <a:lnTo>
                  <a:pt x="208" y="1149"/>
                </a:lnTo>
                <a:lnTo>
                  <a:pt x="198" y="1151"/>
                </a:lnTo>
                <a:lnTo>
                  <a:pt x="190" y="1151"/>
                </a:lnTo>
                <a:lnTo>
                  <a:pt x="181" y="1152"/>
                </a:lnTo>
                <a:lnTo>
                  <a:pt x="169" y="1152"/>
                </a:lnTo>
                <a:lnTo>
                  <a:pt x="161" y="1151"/>
                </a:lnTo>
                <a:lnTo>
                  <a:pt x="152" y="1151"/>
                </a:lnTo>
                <a:lnTo>
                  <a:pt x="144" y="1149"/>
                </a:lnTo>
                <a:lnTo>
                  <a:pt x="136" y="1148"/>
                </a:lnTo>
                <a:lnTo>
                  <a:pt x="128" y="1146"/>
                </a:lnTo>
                <a:lnTo>
                  <a:pt x="120" y="1144"/>
                </a:lnTo>
                <a:lnTo>
                  <a:pt x="112" y="1141"/>
                </a:lnTo>
                <a:lnTo>
                  <a:pt x="104" y="1138"/>
                </a:lnTo>
                <a:lnTo>
                  <a:pt x="96" y="1135"/>
                </a:lnTo>
                <a:lnTo>
                  <a:pt x="89" y="1132"/>
                </a:lnTo>
                <a:lnTo>
                  <a:pt x="81" y="1127"/>
                </a:lnTo>
                <a:lnTo>
                  <a:pt x="75" y="1122"/>
                </a:lnTo>
                <a:lnTo>
                  <a:pt x="69" y="1119"/>
                </a:lnTo>
                <a:lnTo>
                  <a:pt x="62" y="1112"/>
                </a:lnTo>
                <a:lnTo>
                  <a:pt x="56" y="1108"/>
                </a:lnTo>
                <a:lnTo>
                  <a:pt x="49" y="1101"/>
                </a:lnTo>
                <a:lnTo>
                  <a:pt x="45" y="1096"/>
                </a:lnTo>
                <a:lnTo>
                  <a:pt x="38" y="1090"/>
                </a:lnTo>
                <a:lnTo>
                  <a:pt x="33" y="1084"/>
                </a:lnTo>
                <a:lnTo>
                  <a:pt x="29" y="1077"/>
                </a:lnTo>
                <a:lnTo>
                  <a:pt x="24" y="1069"/>
                </a:lnTo>
                <a:lnTo>
                  <a:pt x="21" y="1063"/>
                </a:lnTo>
                <a:lnTo>
                  <a:pt x="16" y="1055"/>
                </a:lnTo>
                <a:lnTo>
                  <a:pt x="13" y="1048"/>
                </a:lnTo>
                <a:lnTo>
                  <a:pt x="9" y="1040"/>
                </a:lnTo>
                <a:lnTo>
                  <a:pt x="8" y="1032"/>
                </a:lnTo>
                <a:lnTo>
                  <a:pt x="5" y="1024"/>
                </a:lnTo>
                <a:lnTo>
                  <a:pt x="3" y="1016"/>
                </a:lnTo>
                <a:lnTo>
                  <a:pt x="1" y="1007"/>
                </a:lnTo>
                <a:lnTo>
                  <a:pt x="0" y="999"/>
                </a:lnTo>
                <a:lnTo>
                  <a:pt x="0" y="991"/>
                </a:lnTo>
                <a:lnTo>
                  <a:pt x="0" y="981"/>
                </a:lnTo>
                <a:close/>
              </a:path>
            </a:pathLst>
          </a:custGeom>
          <a:noFill/>
          <a:ln w="23813">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888" name="Freeform 47">
            <a:extLst>
              <a:ext uri="{FF2B5EF4-FFF2-40B4-BE49-F238E27FC236}">
                <a16:creationId xmlns:a16="http://schemas.microsoft.com/office/drawing/2014/main" id="{D92DF500-B8D6-469F-B6F7-2C2D03544561}"/>
              </a:ext>
            </a:extLst>
          </p:cNvPr>
          <p:cNvSpPr>
            <a:spLocks/>
          </p:cNvSpPr>
          <p:nvPr/>
        </p:nvSpPr>
        <p:spPr bwMode="auto">
          <a:xfrm>
            <a:off x="6772275" y="3271838"/>
            <a:ext cx="979488" cy="381000"/>
          </a:xfrm>
          <a:custGeom>
            <a:avLst/>
            <a:gdLst>
              <a:gd name="T0" fmla="*/ 0 w 1248"/>
              <a:gd name="T1" fmla="*/ 2147483646 h 544"/>
              <a:gd name="T2" fmla="*/ 2147483646 w 1248"/>
              <a:gd name="T3" fmla="*/ 2147483646 h 544"/>
              <a:gd name="T4" fmla="*/ 2147483646 w 1248"/>
              <a:gd name="T5" fmla="*/ 2147483646 h 544"/>
              <a:gd name="T6" fmla="*/ 2147483646 w 1248"/>
              <a:gd name="T7" fmla="*/ 2147483646 h 544"/>
              <a:gd name="T8" fmla="*/ 2147483646 w 1248"/>
              <a:gd name="T9" fmla="*/ 2147483646 h 544"/>
              <a:gd name="T10" fmla="*/ 2147483646 w 1248"/>
              <a:gd name="T11" fmla="*/ 2147483646 h 544"/>
              <a:gd name="T12" fmla="*/ 2147483646 w 1248"/>
              <a:gd name="T13" fmla="*/ 2147483646 h 544"/>
              <a:gd name="T14" fmla="*/ 2147483646 w 1248"/>
              <a:gd name="T15" fmla="*/ 2147483646 h 544"/>
              <a:gd name="T16" fmla="*/ 2147483646 w 1248"/>
              <a:gd name="T17" fmla="*/ 2147483646 h 544"/>
              <a:gd name="T18" fmla="*/ 2147483646 w 1248"/>
              <a:gd name="T19" fmla="*/ 2147483646 h 544"/>
              <a:gd name="T20" fmla="*/ 2147483646 w 1248"/>
              <a:gd name="T21" fmla="*/ 0 h 544"/>
              <a:gd name="T22" fmla="*/ 2147483646 w 1248"/>
              <a:gd name="T23" fmla="*/ 0 h 544"/>
              <a:gd name="T24" fmla="*/ 2147483646 w 1248"/>
              <a:gd name="T25" fmla="*/ 2147483646 h 544"/>
              <a:gd name="T26" fmla="*/ 2147483646 w 1248"/>
              <a:gd name="T27" fmla="*/ 2147483646 h 544"/>
              <a:gd name="T28" fmla="*/ 2147483646 w 1248"/>
              <a:gd name="T29" fmla="*/ 2147483646 h 544"/>
              <a:gd name="T30" fmla="*/ 2147483646 w 1248"/>
              <a:gd name="T31" fmla="*/ 2147483646 h 544"/>
              <a:gd name="T32" fmla="*/ 2147483646 w 1248"/>
              <a:gd name="T33" fmla="*/ 2147483646 h 544"/>
              <a:gd name="T34" fmla="*/ 2147483646 w 1248"/>
              <a:gd name="T35" fmla="*/ 2147483646 h 544"/>
              <a:gd name="T36" fmla="*/ 2147483646 w 1248"/>
              <a:gd name="T37" fmla="*/ 2147483646 h 544"/>
              <a:gd name="T38" fmla="*/ 2147483646 w 1248"/>
              <a:gd name="T39" fmla="*/ 2147483646 h 544"/>
              <a:gd name="T40" fmla="*/ 2147483646 w 1248"/>
              <a:gd name="T41" fmla="*/ 2147483646 h 544"/>
              <a:gd name="T42" fmla="*/ 2147483646 w 1248"/>
              <a:gd name="T43" fmla="*/ 2147483646 h 544"/>
              <a:gd name="T44" fmla="*/ 2147483646 w 1248"/>
              <a:gd name="T45" fmla="*/ 2147483646 h 544"/>
              <a:gd name="T46" fmla="*/ 2147483646 w 1248"/>
              <a:gd name="T47" fmla="*/ 2147483646 h 544"/>
              <a:gd name="T48" fmla="*/ 2147483646 w 1248"/>
              <a:gd name="T49" fmla="*/ 2147483646 h 544"/>
              <a:gd name="T50" fmla="*/ 2147483646 w 1248"/>
              <a:gd name="T51" fmla="*/ 2147483646 h 544"/>
              <a:gd name="T52" fmla="*/ 2147483646 w 1248"/>
              <a:gd name="T53" fmla="*/ 2147483646 h 544"/>
              <a:gd name="T54" fmla="*/ 2147483646 w 1248"/>
              <a:gd name="T55" fmla="*/ 2147483646 h 544"/>
              <a:gd name="T56" fmla="*/ 2147483646 w 1248"/>
              <a:gd name="T57" fmla="*/ 2147483646 h 544"/>
              <a:gd name="T58" fmla="*/ 2147483646 w 1248"/>
              <a:gd name="T59" fmla="*/ 2147483646 h 544"/>
              <a:gd name="T60" fmla="*/ 2147483646 w 1248"/>
              <a:gd name="T61" fmla="*/ 2147483646 h 544"/>
              <a:gd name="T62" fmla="*/ 2147483646 w 1248"/>
              <a:gd name="T63" fmla="*/ 2147483646 h 544"/>
              <a:gd name="T64" fmla="*/ 2147483646 w 1248"/>
              <a:gd name="T65" fmla="*/ 2147483646 h 544"/>
              <a:gd name="T66" fmla="*/ 2147483646 w 1248"/>
              <a:gd name="T67" fmla="*/ 2147483646 h 544"/>
              <a:gd name="T68" fmla="*/ 2147483646 w 1248"/>
              <a:gd name="T69" fmla="*/ 2147483646 h 544"/>
              <a:gd name="T70" fmla="*/ 2147483646 w 1248"/>
              <a:gd name="T71" fmla="*/ 2147483646 h 544"/>
              <a:gd name="T72" fmla="*/ 2147483646 w 1248"/>
              <a:gd name="T73" fmla="*/ 2147483646 h 544"/>
              <a:gd name="T74" fmla="*/ 2147483646 w 1248"/>
              <a:gd name="T75" fmla="*/ 2147483646 h 544"/>
              <a:gd name="T76" fmla="*/ 2147483646 w 1248"/>
              <a:gd name="T77" fmla="*/ 2147483646 h 544"/>
              <a:gd name="T78" fmla="*/ 2147483646 w 1248"/>
              <a:gd name="T79" fmla="*/ 2147483646 h 544"/>
              <a:gd name="T80" fmla="*/ 2147483646 w 1248"/>
              <a:gd name="T81" fmla="*/ 2147483646 h 544"/>
              <a:gd name="T82" fmla="*/ 2147483646 w 1248"/>
              <a:gd name="T83" fmla="*/ 2147483646 h 544"/>
              <a:gd name="T84" fmla="*/ 2147483646 w 1248"/>
              <a:gd name="T85" fmla="*/ 2147483646 h 544"/>
              <a:gd name="T86" fmla="*/ 2147483646 w 1248"/>
              <a:gd name="T87" fmla="*/ 2147483646 h 544"/>
              <a:gd name="T88" fmla="*/ 0 w 1248"/>
              <a:gd name="T89" fmla="*/ 2147483646 h 5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248" h="544">
                <a:moveTo>
                  <a:pt x="0" y="271"/>
                </a:moveTo>
                <a:lnTo>
                  <a:pt x="0" y="272"/>
                </a:lnTo>
                <a:lnTo>
                  <a:pt x="0" y="258"/>
                </a:lnTo>
                <a:lnTo>
                  <a:pt x="1" y="243"/>
                </a:lnTo>
                <a:lnTo>
                  <a:pt x="3" y="231"/>
                </a:lnTo>
                <a:lnTo>
                  <a:pt x="5" y="218"/>
                </a:lnTo>
                <a:lnTo>
                  <a:pt x="8" y="203"/>
                </a:lnTo>
                <a:lnTo>
                  <a:pt x="13" y="191"/>
                </a:lnTo>
                <a:lnTo>
                  <a:pt x="16" y="178"/>
                </a:lnTo>
                <a:lnTo>
                  <a:pt x="21" y="167"/>
                </a:lnTo>
                <a:lnTo>
                  <a:pt x="27" y="154"/>
                </a:lnTo>
                <a:lnTo>
                  <a:pt x="32" y="143"/>
                </a:lnTo>
                <a:lnTo>
                  <a:pt x="40" y="131"/>
                </a:lnTo>
                <a:lnTo>
                  <a:pt x="46" y="120"/>
                </a:lnTo>
                <a:lnTo>
                  <a:pt x="54" y="109"/>
                </a:lnTo>
                <a:lnTo>
                  <a:pt x="62" y="99"/>
                </a:lnTo>
                <a:lnTo>
                  <a:pt x="70" y="88"/>
                </a:lnTo>
                <a:lnTo>
                  <a:pt x="80" y="79"/>
                </a:lnTo>
                <a:lnTo>
                  <a:pt x="89" y="71"/>
                </a:lnTo>
                <a:lnTo>
                  <a:pt x="99" y="63"/>
                </a:lnTo>
                <a:lnTo>
                  <a:pt x="109" y="53"/>
                </a:lnTo>
                <a:lnTo>
                  <a:pt x="120" y="47"/>
                </a:lnTo>
                <a:lnTo>
                  <a:pt x="131" y="39"/>
                </a:lnTo>
                <a:lnTo>
                  <a:pt x="142" y="32"/>
                </a:lnTo>
                <a:lnTo>
                  <a:pt x="153" y="26"/>
                </a:lnTo>
                <a:lnTo>
                  <a:pt x="166" y="21"/>
                </a:lnTo>
                <a:lnTo>
                  <a:pt x="179" y="16"/>
                </a:lnTo>
                <a:lnTo>
                  <a:pt x="190" y="11"/>
                </a:lnTo>
                <a:lnTo>
                  <a:pt x="205" y="8"/>
                </a:lnTo>
                <a:lnTo>
                  <a:pt x="217" y="5"/>
                </a:lnTo>
                <a:lnTo>
                  <a:pt x="230" y="3"/>
                </a:lnTo>
                <a:lnTo>
                  <a:pt x="245" y="2"/>
                </a:lnTo>
                <a:lnTo>
                  <a:pt x="257" y="0"/>
                </a:lnTo>
                <a:lnTo>
                  <a:pt x="272" y="0"/>
                </a:lnTo>
                <a:lnTo>
                  <a:pt x="976" y="0"/>
                </a:lnTo>
                <a:lnTo>
                  <a:pt x="989" y="0"/>
                </a:lnTo>
                <a:lnTo>
                  <a:pt x="1003" y="2"/>
                </a:lnTo>
                <a:lnTo>
                  <a:pt x="1018" y="3"/>
                </a:lnTo>
                <a:lnTo>
                  <a:pt x="1031" y="5"/>
                </a:lnTo>
                <a:lnTo>
                  <a:pt x="1043" y="8"/>
                </a:lnTo>
                <a:lnTo>
                  <a:pt x="1056" y="11"/>
                </a:lnTo>
                <a:lnTo>
                  <a:pt x="1069" y="16"/>
                </a:lnTo>
                <a:lnTo>
                  <a:pt x="1082" y="21"/>
                </a:lnTo>
                <a:lnTo>
                  <a:pt x="1093" y="26"/>
                </a:lnTo>
                <a:lnTo>
                  <a:pt x="1106" y="32"/>
                </a:lnTo>
                <a:lnTo>
                  <a:pt x="1117" y="39"/>
                </a:lnTo>
                <a:lnTo>
                  <a:pt x="1128" y="47"/>
                </a:lnTo>
                <a:lnTo>
                  <a:pt x="1140" y="53"/>
                </a:lnTo>
                <a:lnTo>
                  <a:pt x="1149" y="63"/>
                </a:lnTo>
                <a:lnTo>
                  <a:pt x="1159" y="71"/>
                </a:lnTo>
                <a:lnTo>
                  <a:pt x="1168" y="79"/>
                </a:lnTo>
                <a:lnTo>
                  <a:pt x="1178" y="88"/>
                </a:lnTo>
                <a:lnTo>
                  <a:pt x="1186" y="99"/>
                </a:lnTo>
                <a:lnTo>
                  <a:pt x="1194" y="109"/>
                </a:lnTo>
                <a:lnTo>
                  <a:pt x="1202" y="120"/>
                </a:lnTo>
                <a:lnTo>
                  <a:pt x="1208" y="131"/>
                </a:lnTo>
                <a:lnTo>
                  <a:pt x="1215" y="143"/>
                </a:lnTo>
                <a:lnTo>
                  <a:pt x="1221" y="154"/>
                </a:lnTo>
                <a:lnTo>
                  <a:pt x="1228" y="167"/>
                </a:lnTo>
                <a:lnTo>
                  <a:pt x="1232" y="178"/>
                </a:lnTo>
                <a:lnTo>
                  <a:pt x="1236" y="191"/>
                </a:lnTo>
                <a:lnTo>
                  <a:pt x="1240" y="203"/>
                </a:lnTo>
                <a:lnTo>
                  <a:pt x="1242" y="218"/>
                </a:lnTo>
                <a:lnTo>
                  <a:pt x="1245" y="231"/>
                </a:lnTo>
                <a:lnTo>
                  <a:pt x="1247" y="243"/>
                </a:lnTo>
                <a:lnTo>
                  <a:pt x="1248" y="258"/>
                </a:lnTo>
                <a:lnTo>
                  <a:pt x="1248" y="272"/>
                </a:lnTo>
                <a:lnTo>
                  <a:pt x="1248" y="271"/>
                </a:lnTo>
                <a:lnTo>
                  <a:pt x="1248" y="285"/>
                </a:lnTo>
                <a:lnTo>
                  <a:pt x="1247" y="299"/>
                </a:lnTo>
                <a:lnTo>
                  <a:pt x="1245" y="312"/>
                </a:lnTo>
                <a:lnTo>
                  <a:pt x="1242" y="327"/>
                </a:lnTo>
                <a:lnTo>
                  <a:pt x="1240" y="339"/>
                </a:lnTo>
                <a:lnTo>
                  <a:pt x="1236" y="352"/>
                </a:lnTo>
                <a:lnTo>
                  <a:pt x="1232" y="365"/>
                </a:lnTo>
                <a:lnTo>
                  <a:pt x="1228" y="378"/>
                </a:lnTo>
                <a:lnTo>
                  <a:pt x="1221" y="389"/>
                </a:lnTo>
                <a:lnTo>
                  <a:pt x="1215" y="402"/>
                </a:lnTo>
                <a:lnTo>
                  <a:pt x="1208" y="413"/>
                </a:lnTo>
                <a:lnTo>
                  <a:pt x="1202" y="424"/>
                </a:lnTo>
                <a:lnTo>
                  <a:pt x="1194" y="434"/>
                </a:lnTo>
                <a:lnTo>
                  <a:pt x="1186" y="445"/>
                </a:lnTo>
                <a:lnTo>
                  <a:pt x="1178" y="455"/>
                </a:lnTo>
                <a:lnTo>
                  <a:pt x="1168" y="464"/>
                </a:lnTo>
                <a:lnTo>
                  <a:pt x="1159" y="472"/>
                </a:lnTo>
                <a:lnTo>
                  <a:pt x="1149" y="482"/>
                </a:lnTo>
                <a:lnTo>
                  <a:pt x="1140" y="490"/>
                </a:lnTo>
                <a:lnTo>
                  <a:pt x="1128" y="498"/>
                </a:lnTo>
                <a:lnTo>
                  <a:pt x="1117" y="504"/>
                </a:lnTo>
                <a:lnTo>
                  <a:pt x="1106" y="511"/>
                </a:lnTo>
                <a:lnTo>
                  <a:pt x="1093" y="517"/>
                </a:lnTo>
                <a:lnTo>
                  <a:pt x="1082" y="522"/>
                </a:lnTo>
                <a:lnTo>
                  <a:pt x="1069" y="527"/>
                </a:lnTo>
                <a:lnTo>
                  <a:pt x="1056" y="532"/>
                </a:lnTo>
                <a:lnTo>
                  <a:pt x="1043" y="535"/>
                </a:lnTo>
                <a:lnTo>
                  <a:pt x="1031" y="538"/>
                </a:lnTo>
                <a:lnTo>
                  <a:pt x="1018" y="541"/>
                </a:lnTo>
                <a:lnTo>
                  <a:pt x="1003" y="543"/>
                </a:lnTo>
                <a:lnTo>
                  <a:pt x="989" y="543"/>
                </a:lnTo>
                <a:lnTo>
                  <a:pt x="976" y="544"/>
                </a:lnTo>
                <a:lnTo>
                  <a:pt x="272" y="544"/>
                </a:lnTo>
                <a:lnTo>
                  <a:pt x="257" y="543"/>
                </a:lnTo>
                <a:lnTo>
                  <a:pt x="245" y="543"/>
                </a:lnTo>
                <a:lnTo>
                  <a:pt x="230" y="541"/>
                </a:lnTo>
                <a:lnTo>
                  <a:pt x="217" y="538"/>
                </a:lnTo>
                <a:lnTo>
                  <a:pt x="205" y="535"/>
                </a:lnTo>
                <a:lnTo>
                  <a:pt x="190" y="532"/>
                </a:lnTo>
                <a:lnTo>
                  <a:pt x="179" y="527"/>
                </a:lnTo>
                <a:lnTo>
                  <a:pt x="166" y="522"/>
                </a:lnTo>
                <a:lnTo>
                  <a:pt x="153" y="517"/>
                </a:lnTo>
                <a:lnTo>
                  <a:pt x="142" y="511"/>
                </a:lnTo>
                <a:lnTo>
                  <a:pt x="131" y="504"/>
                </a:lnTo>
                <a:lnTo>
                  <a:pt x="120" y="498"/>
                </a:lnTo>
                <a:lnTo>
                  <a:pt x="109" y="490"/>
                </a:lnTo>
                <a:lnTo>
                  <a:pt x="99" y="482"/>
                </a:lnTo>
                <a:lnTo>
                  <a:pt x="89" y="472"/>
                </a:lnTo>
                <a:lnTo>
                  <a:pt x="80" y="464"/>
                </a:lnTo>
                <a:lnTo>
                  <a:pt x="70" y="455"/>
                </a:lnTo>
                <a:lnTo>
                  <a:pt x="62" y="445"/>
                </a:lnTo>
                <a:lnTo>
                  <a:pt x="54" y="434"/>
                </a:lnTo>
                <a:lnTo>
                  <a:pt x="46" y="424"/>
                </a:lnTo>
                <a:lnTo>
                  <a:pt x="40" y="413"/>
                </a:lnTo>
                <a:lnTo>
                  <a:pt x="32" y="402"/>
                </a:lnTo>
                <a:lnTo>
                  <a:pt x="27" y="389"/>
                </a:lnTo>
                <a:lnTo>
                  <a:pt x="21" y="378"/>
                </a:lnTo>
                <a:lnTo>
                  <a:pt x="16" y="365"/>
                </a:lnTo>
                <a:lnTo>
                  <a:pt x="13" y="352"/>
                </a:lnTo>
                <a:lnTo>
                  <a:pt x="8" y="339"/>
                </a:lnTo>
                <a:lnTo>
                  <a:pt x="5" y="327"/>
                </a:lnTo>
                <a:lnTo>
                  <a:pt x="3" y="312"/>
                </a:lnTo>
                <a:lnTo>
                  <a:pt x="1" y="299"/>
                </a:lnTo>
                <a:lnTo>
                  <a:pt x="0" y="285"/>
                </a:lnTo>
                <a:lnTo>
                  <a:pt x="0" y="271"/>
                </a:lnTo>
                <a:close/>
              </a:path>
            </a:pathLst>
          </a:custGeom>
          <a:noFill/>
          <a:ln w="23813">
            <a:solidFill>
              <a:srgbClr val="1EFFE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nvGrpSpPr>
          <p:cNvPr id="122889" name="Group 2">
            <a:extLst>
              <a:ext uri="{FF2B5EF4-FFF2-40B4-BE49-F238E27FC236}">
                <a16:creationId xmlns:a16="http://schemas.microsoft.com/office/drawing/2014/main" id="{FBE247EA-F2FF-4081-BEFB-006932AF6852}"/>
              </a:ext>
            </a:extLst>
          </p:cNvPr>
          <p:cNvGrpSpPr>
            <a:grpSpLocks/>
          </p:cNvGrpSpPr>
          <p:nvPr/>
        </p:nvGrpSpPr>
        <p:grpSpPr bwMode="auto">
          <a:xfrm>
            <a:off x="5410200" y="4440238"/>
            <a:ext cx="3395663" cy="461962"/>
            <a:chOff x="5410200" y="4572000"/>
            <a:chExt cx="3395138" cy="461665"/>
          </a:xfrm>
        </p:grpSpPr>
        <p:sp>
          <p:nvSpPr>
            <p:cNvPr id="122902" name="TextBox 147">
              <a:extLst>
                <a:ext uri="{FF2B5EF4-FFF2-40B4-BE49-F238E27FC236}">
                  <a16:creationId xmlns:a16="http://schemas.microsoft.com/office/drawing/2014/main" id="{79D2C2F2-2FEB-4DF4-B5D5-BE3451375FD0}"/>
                </a:ext>
              </a:extLst>
            </p:cNvPr>
            <p:cNvSpPr txBox="1">
              <a:spLocks noChangeArrowheads="1"/>
            </p:cNvSpPr>
            <p:nvPr/>
          </p:nvSpPr>
          <p:spPr bwMode="auto">
            <a:xfrm>
              <a:off x="5410200" y="4572000"/>
              <a:ext cx="339513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a:t>
              </a:r>
              <a:r>
                <a:rPr kumimoji="0" lang="en-US" altLang="en-US" sz="20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 </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2</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 </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2 </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 </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122903" name="Straight Connector 148">
              <a:extLst>
                <a:ext uri="{FF2B5EF4-FFF2-40B4-BE49-F238E27FC236}">
                  <a16:creationId xmlns:a16="http://schemas.microsoft.com/office/drawing/2014/main" id="{9DCDA7C9-DFBF-424D-8052-8BA937242710}"/>
                </a:ext>
              </a:extLst>
            </p:cNvPr>
            <p:cNvCxnSpPr>
              <a:cxnSpLocks noChangeShapeType="1"/>
            </p:cNvCxnSpPr>
            <p:nvPr/>
          </p:nvCxnSpPr>
          <p:spPr bwMode="auto">
            <a:xfrm>
              <a:off x="6035578" y="4664016"/>
              <a:ext cx="228565"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cxnSp>
        <p:cxnSp>
          <p:nvCxnSpPr>
            <p:cNvPr id="122904" name="Straight Connector 149">
              <a:extLst>
                <a:ext uri="{FF2B5EF4-FFF2-40B4-BE49-F238E27FC236}">
                  <a16:creationId xmlns:a16="http://schemas.microsoft.com/office/drawing/2014/main" id="{66934749-A9E3-49C0-AED2-32022AF59005}"/>
                </a:ext>
              </a:extLst>
            </p:cNvPr>
            <p:cNvCxnSpPr>
              <a:cxnSpLocks noChangeShapeType="1"/>
            </p:cNvCxnSpPr>
            <p:nvPr/>
          </p:nvCxnSpPr>
          <p:spPr bwMode="auto">
            <a:xfrm>
              <a:off x="6818095" y="4668775"/>
              <a:ext cx="228565"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cxnSp>
        <p:cxnSp>
          <p:nvCxnSpPr>
            <p:cNvPr id="122905" name="Straight Connector 150">
              <a:extLst>
                <a:ext uri="{FF2B5EF4-FFF2-40B4-BE49-F238E27FC236}">
                  <a16:creationId xmlns:a16="http://schemas.microsoft.com/office/drawing/2014/main" id="{A441474D-260A-4034-A055-48256219341F}"/>
                </a:ext>
              </a:extLst>
            </p:cNvPr>
            <p:cNvCxnSpPr>
              <a:cxnSpLocks noChangeShapeType="1"/>
            </p:cNvCxnSpPr>
            <p:nvPr/>
          </p:nvCxnSpPr>
          <p:spPr bwMode="auto">
            <a:xfrm>
              <a:off x="8300591" y="4668775"/>
              <a:ext cx="228565"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cxnSp>
      </p:grpSp>
      <p:grpSp>
        <p:nvGrpSpPr>
          <p:cNvPr id="122890" name="Group 151">
            <a:extLst>
              <a:ext uri="{FF2B5EF4-FFF2-40B4-BE49-F238E27FC236}">
                <a16:creationId xmlns:a16="http://schemas.microsoft.com/office/drawing/2014/main" id="{3B00C8E5-A981-4ECB-9EA5-7471CE36DC7A}"/>
              </a:ext>
            </a:extLst>
          </p:cNvPr>
          <p:cNvGrpSpPr>
            <a:grpSpLocks/>
          </p:cNvGrpSpPr>
          <p:nvPr/>
        </p:nvGrpSpPr>
        <p:grpSpPr bwMode="auto">
          <a:xfrm>
            <a:off x="5419725" y="5045075"/>
            <a:ext cx="3395663" cy="461963"/>
            <a:chOff x="5410200" y="4572000"/>
            <a:chExt cx="3394955" cy="461665"/>
          </a:xfrm>
        </p:grpSpPr>
        <p:sp>
          <p:nvSpPr>
            <p:cNvPr id="122898" name="TextBox 152">
              <a:extLst>
                <a:ext uri="{FF2B5EF4-FFF2-40B4-BE49-F238E27FC236}">
                  <a16:creationId xmlns:a16="http://schemas.microsoft.com/office/drawing/2014/main" id="{E13F389F-7F68-42EC-BCE1-744A7CF907D9}"/>
                </a:ext>
              </a:extLst>
            </p:cNvPr>
            <p:cNvSpPr txBox="1">
              <a:spLocks noChangeArrowheads="1"/>
            </p:cNvSpPr>
            <p:nvPr/>
          </p:nvSpPr>
          <p:spPr bwMode="auto">
            <a:xfrm>
              <a:off x="5410200" y="4572000"/>
              <a:ext cx="339495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 ( 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 </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2</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 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 </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2 </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 </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122899" name="Straight Connector 153">
              <a:extLst>
                <a:ext uri="{FF2B5EF4-FFF2-40B4-BE49-F238E27FC236}">
                  <a16:creationId xmlns:a16="http://schemas.microsoft.com/office/drawing/2014/main" id="{A1EFF558-2A3B-42B6-8F75-1DBD57348E25}"/>
                </a:ext>
              </a:extLst>
            </p:cNvPr>
            <p:cNvCxnSpPr>
              <a:cxnSpLocks noChangeShapeType="1"/>
            </p:cNvCxnSpPr>
            <p:nvPr/>
          </p:nvCxnSpPr>
          <p:spPr bwMode="auto">
            <a:xfrm>
              <a:off x="6187913" y="4664016"/>
              <a:ext cx="228552"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cxnSp>
        <p:cxnSp>
          <p:nvCxnSpPr>
            <p:cNvPr id="122900" name="Straight Connector 154">
              <a:extLst>
                <a:ext uri="{FF2B5EF4-FFF2-40B4-BE49-F238E27FC236}">
                  <a16:creationId xmlns:a16="http://schemas.microsoft.com/office/drawing/2014/main" id="{4FEDDC5C-4053-4AE1-B40D-F79C5C772E5A}"/>
                </a:ext>
              </a:extLst>
            </p:cNvPr>
            <p:cNvCxnSpPr>
              <a:cxnSpLocks noChangeShapeType="1"/>
            </p:cNvCxnSpPr>
            <p:nvPr/>
          </p:nvCxnSpPr>
          <p:spPr bwMode="auto">
            <a:xfrm>
              <a:off x="6735487" y="4668776"/>
              <a:ext cx="228552"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cxnSp>
        <p:cxnSp>
          <p:nvCxnSpPr>
            <p:cNvPr id="122901" name="Straight Connector 155">
              <a:extLst>
                <a:ext uri="{FF2B5EF4-FFF2-40B4-BE49-F238E27FC236}">
                  <a16:creationId xmlns:a16="http://schemas.microsoft.com/office/drawing/2014/main" id="{9B9F5F26-3532-4681-AAFC-563DEAFBF66C}"/>
                </a:ext>
              </a:extLst>
            </p:cNvPr>
            <p:cNvCxnSpPr>
              <a:cxnSpLocks noChangeShapeType="1"/>
            </p:cNvCxnSpPr>
            <p:nvPr/>
          </p:nvCxnSpPr>
          <p:spPr bwMode="auto">
            <a:xfrm>
              <a:off x="8300435" y="4668776"/>
              <a:ext cx="228552"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cxnSp>
      </p:grpSp>
      <p:grpSp>
        <p:nvGrpSpPr>
          <p:cNvPr id="122891" name="Group 156">
            <a:extLst>
              <a:ext uri="{FF2B5EF4-FFF2-40B4-BE49-F238E27FC236}">
                <a16:creationId xmlns:a16="http://schemas.microsoft.com/office/drawing/2014/main" id="{201AA2CE-1EC4-4D6A-AB43-5D3ACA6C8724}"/>
              </a:ext>
            </a:extLst>
          </p:cNvPr>
          <p:cNvGrpSpPr>
            <a:grpSpLocks/>
          </p:cNvGrpSpPr>
          <p:nvPr/>
        </p:nvGrpSpPr>
        <p:grpSpPr bwMode="auto">
          <a:xfrm>
            <a:off x="5430838" y="5594350"/>
            <a:ext cx="3390900" cy="460375"/>
            <a:chOff x="5410200" y="4572000"/>
            <a:chExt cx="3391173" cy="461665"/>
          </a:xfrm>
        </p:grpSpPr>
        <p:sp>
          <p:nvSpPr>
            <p:cNvPr id="122895" name="TextBox 157">
              <a:extLst>
                <a:ext uri="{FF2B5EF4-FFF2-40B4-BE49-F238E27FC236}">
                  <a16:creationId xmlns:a16="http://schemas.microsoft.com/office/drawing/2014/main" id="{8D402F36-7E0D-4AAF-9600-5204E840F726}"/>
                </a:ext>
              </a:extLst>
            </p:cNvPr>
            <p:cNvSpPr txBox="1">
              <a:spLocks noChangeArrowheads="1"/>
            </p:cNvSpPr>
            <p:nvPr/>
          </p:nvSpPr>
          <p:spPr bwMode="auto">
            <a:xfrm>
              <a:off x="5410200" y="4572000"/>
              <a:ext cx="339117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 ( 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2</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 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 </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2 </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122896" name="Straight Connector 158">
              <a:extLst>
                <a:ext uri="{FF2B5EF4-FFF2-40B4-BE49-F238E27FC236}">
                  <a16:creationId xmlns:a16="http://schemas.microsoft.com/office/drawing/2014/main" id="{3A141D5F-22D5-4BB0-9596-49224BF1604D}"/>
                </a:ext>
              </a:extLst>
            </p:cNvPr>
            <p:cNvCxnSpPr>
              <a:cxnSpLocks noChangeShapeType="1"/>
            </p:cNvCxnSpPr>
            <p:nvPr/>
          </p:nvCxnSpPr>
          <p:spPr bwMode="auto">
            <a:xfrm flipV="1">
              <a:off x="6188138" y="4657965"/>
              <a:ext cx="639814" cy="477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cxnSp>
        <p:cxnSp>
          <p:nvCxnSpPr>
            <p:cNvPr id="122897" name="Straight Connector 160">
              <a:extLst>
                <a:ext uri="{FF2B5EF4-FFF2-40B4-BE49-F238E27FC236}">
                  <a16:creationId xmlns:a16="http://schemas.microsoft.com/office/drawing/2014/main" id="{E584AD42-6182-4FC4-85DA-39CA5189F3E1}"/>
                </a:ext>
              </a:extLst>
            </p:cNvPr>
            <p:cNvCxnSpPr>
              <a:cxnSpLocks noChangeShapeType="1"/>
            </p:cNvCxnSpPr>
            <p:nvPr/>
          </p:nvCxnSpPr>
          <p:spPr bwMode="auto">
            <a:xfrm>
              <a:off x="8402878" y="4669109"/>
              <a:ext cx="228618"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cxnSp>
      </p:grpSp>
      <p:grpSp>
        <p:nvGrpSpPr>
          <p:cNvPr id="122892" name="Group 4">
            <a:extLst>
              <a:ext uri="{FF2B5EF4-FFF2-40B4-BE49-F238E27FC236}">
                <a16:creationId xmlns:a16="http://schemas.microsoft.com/office/drawing/2014/main" id="{F0DF6D53-5760-41D9-825C-C6734E61D598}"/>
              </a:ext>
            </a:extLst>
          </p:cNvPr>
          <p:cNvGrpSpPr>
            <a:grpSpLocks/>
          </p:cNvGrpSpPr>
          <p:nvPr/>
        </p:nvGrpSpPr>
        <p:grpSpPr bwMode="auto">
          <a:xfrm>
            <a:off x="5430838" y="6081713"/>
            <a:ext cx="2416175" cy="461962"/>
            <a:chOff x="5430520" y="6081375"/>
            <a:chExt cx="2416747" cy="461665"/>
          </a:xfrm>
        </p:grpSpPr>
        <p:sp>
          <p:nvSpPr>
            <p:cNvPr id="122893" name="TextBox 163">
              <a:extLst>
                <a:ext uri="{FF2B5EF4-FFF2-40B4-BE49-F238E27FC236}">
                  <a16:creationId xmlns:a16="http://schemas.microsoft.com/office/drawing/2014/main" id="{1723A4B1-61BA-4B2A-ACB3-7C345E027CE3}"/>
                </a:ext>
              </a:extLst>
            </p:cNvPr>
            <p:cNvSpPr txBox="1">
              <a:spLocks noChangeArrowheads="1"/>
            </p:cNvSpPr>
            <p:nvPr/>
          </p:nvSpPr>
          <p:spPr bwMode="auto">
            <a:xfrm>
              <a:off x="5430520" y="6081375"/>
              <a:ext cx="241674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 ( 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2</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  +  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endParaRPr kumimoji="0" lang="en-US" altLang="en-US" sz="2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894" name="Freeform 8">
              <a:extLst>
                <a:ext uri="{FF2B5EF4-FFF2-40B4-BE49-F238E27FC236}">
                  <a16:creationId xmlns:a16="http://schemas.microsoft.com/office/drawing/2014/main" id="{CAF4261A-A90C-4855-8667-4E96B437A85C}"/>
                </a:ext>
              </a:extLst>
            </p:cNvPr>
            <p:cNvSpPr>
              <a:spLocks/>
            </p:cNvSpPr>
            <p:nvPr/>
          </p:nvSpPr>
          <p:spPr bwMode="auto">
            <a:xfrm>
              <a:off x="7116763" y="6235383"/>
              <a:ext cx="239077" cy="246697"/>
            </a:xfrm>
            <a:custGeom>
              <a:avLst/>
              <a:gdLst>
                <a:gd name="T0" fmla="*/ 0 w 560"/>
                <a:gd name="T1" fmla="*/ 2147483646 h 522"/>
                <a:gd name="T2" fmla="*/ 2147483646 w 560"/>
                <a:gd name="T3" fmla="*/ 2147483646 h 522"/>
                <a:gd name="T4" fmla="*/ 2147483646 w 560"/>
                <a:gd name="T5" fmla="*/ 2147483646 h 522"/>
                <a:gd name="T6" fmla="*/ 2147483646 w 560"/>
                <a:gd name="T7" fmla="*/ 2147483646 h 522"/>
                <a:gd name="T8" fmla="*/ 2147483646 w 560"/>
                <a:gd name="T9" fmla="*/ 2147483646 h 522"/>
                <a:gd name="T10" fmla="*/ 2147483646 w 560"/>
                <a:gd name="T11" fmla="*/ 2147483646 h 522"/>
                <a:gd name="T12" fmla="*/ 2147483646 w 560"/>
                <a:gd name="T13" fmla="*/ 2147483646 h 522"/>
                <a:gd name="T14" fmla="*/ 2147483646 w 560"/>
                <a:gd name="T15" fmla="*/ 2147483646 h 522"/>
                <a:gd name="T16" fmla="*/ 2147483646 w 560"/>
                <a:gd name="T17" fmla="*/ 2147483646 h 522"/>
                <a:gd name="T18" fmla="*/ 2147483646 w 560"/>
                <a:gd name="T19" fmla="*/ 2147483646 h 522"/>
                <a:gd name="T20" fmla="*/ 2147483646 w 560"/>
                <a:gd name="T21" fmla="*/ 2147483646 h 522"/>
                <a:gd name="T22" fmla="*/ 2147483646 w 560"/>
                <a:gd name="T23" fmla="*/ 0 h 522"/>
                <a:gd name="T24" fmla="*/ 2147483646 w 560"/>
                <a:gd name="T25" fmla="*/ 2147483646 h 522"/>
                <a:gd name="T26" fmla="*/ 2147483646 w 560"/>
                <a:gd name="T27" fmla="*/ 2147483646 h 522"/>
                <a:gd name="T28" fmla="*/ 2147483646 w 560"/>
                <a:gd name="T29" fmla="*/ 2147483646 h 522"/>
                <a:gd name="T30" fmla="*/ 2147483646 w 560"/>
                <a:gd name="T31" fmla="*/ 2147483646 h 522"/>
                <a:gd name="T32" fmla="*/ 2147483646 w 560"/>
                <a:gd name="T33" fmla="*/ 2147483646 h 522"/>
                <a:gd name="T34" fmla="*/ 2147483646 w 560"/>
                <a:gd name="T35" fmla="*/ 2147483646 h 522"/>
                <a:gd name="T36" fmla="*/ 2147483646 w 560"/>
                <a:gd name="T37" fmla="*/ 2147483646 h 522"/>
                <a:gd name="T38" fmla="*/ 2147483646 w 560"/>
                <a:gd name="T39" fmla="*/ 2147483646 h 522"/>
                <a:gd name="T40" fmla="*/ 2147483646 w 560"/>
                <a:gd name="T41" fmla="*/ 2147483646 h 522"/>
                <a:gd name="T42" fmla="*/ 2147483646 w 560"/>
                <a:gd name="T43" fmla="*/ 2147483646 h 522"/>
                <a:gd name="T44" fmla="*/ 2147483646 w 560"/>
                <a:gd name="T45" fmla="*/ 2147483646 h 522"/>
                <a:gd name="T46" fmla="*/ 2147483646 w 560"/>
                <a:gd name="T47" fmla="*/ 2147483646 h 522"/>
                <a:gd name="T48" fmla="*/ 2147483646 w 560"/>
                <a:gd name="T49" fmla="*/ 2147483646 h 522"/>
                <a:gd name="T50" fmla="*/ 2147483646 w 560"/>
                <a:gd name="T51" fmla="*/ 2147483646 h 522"/>
                <a:gd name="T52" fmla="*/ 2147483646 w 560"/>
                <a:gd name="T53" fmla="*/ 2147483646 h 522"/>
                <a:gd name="T54" fmla="*/ 2147483646 w 560"/>
                <a:gd name="T55" fmla="*/ 2147483646 h 522"/>
                <a:gd name="T56" fmla="*/ 2147483646 w 560"/>
                <a:gd name="T57" fmla="*/ 2147483646 h 522"/>
                <a:gd name="T58" fmla="*/ 2147483646 w 560"/>
                <a:gd name="T59" fmla="*/ 2147483646 h 522"/>
                <a:gd name="T60" fmla="*/ 2147483646 w 560"/>
                <a:gd name="T61" fmla="*/ 2147483646 h 522"/>
                <a:gd name="T62" fmla="*/ 2147483646 w 560"/>
                <a:gd name="T63" fmla="*/ 2147483646 h 522"/>
                <a:gd name="T64" fmla="*/ 2147483646 w 560"/>
                <a:gd name="T65" fmla="*/ 2147483646 h 522"/>
                <a:gd name="T66" fmla="*/ 2147483646 w 560"/>
                <a:gd name="T67" fmla="*/ 2147483646 h 522"/>
                <a:gd name="T68" fmla="*/ 2147483646 w 560"/>
                <a:gd name="T69" fmla="*/ 2147483646 h 522"/>
                <a:gd name="T70" fmla="*/ 2147483646 w 560"/>
                <a:gd name="T71" fmla="*/ 2147483646 h 522"/>
                <a:gd name="T72" fmla="*/ 2147483646 w 560"/>
                <a:gd name="T73" fmla="*/ 2147483646 h 522"/>
                <a:gd name="T74" fmla="*/ 2147483646 w 560"/>
                <a:gd name="T75" fmla="*/ 2147483646 h 522"/>
                <a:gd name="T76" fmla="*/ 2147483646 w 560"/>
                <a:gd name="T77" fmla="*/ 2147483646 h 522"/>
                <a:gd name="T78" fmla="*/ 2147483646 w 560"/>
                <a:gd name="T79" fmla="*/ 2147483646 h 522"/>
                <a:gd name="T80" fmla="*/ 2147483646 w 560"/>
                <a:gd name="T81" fmla="*/ 2147483646 h 522"/>
                <a:gd name="T82" fmla="*/ 2147483646 w 560"/>
                <a:gd name="T83" fmla="*/ 2147483646 h 522"/>
                <a:gd name="T84" fmla="*/ 2147483646 w 560"/>
                <a:gd name="T85" fmla="*/ 2147483646 h 522"/>
                <a:gd name="T86" fmla="*/ 2147483646 w 560"/>
                <a:gd name="T87" fmla="*/ 2147483646 h 522"/>
                <a:gd name="T88" fmla="*/ 2147483646 w 560"/>
                <a:gd name="T89" fmla="*/ 2147483646 h 522"/>
                <a:gd name="T90" fmla="*/ 2147483646 w 560"/>
                <a:gd name="T91" fmla="*/ 2147483646 h 522"/>
                <a:gd name="T92" fmla="*/ 2147483646 w 560"/>
                <a:gd name="T93" fmla="*/ 2147483646 h 522"/>
                <a:gd name="T94" fmla="*/ 2147483646 w 560"/>
                <a:gd name="T95" fmla="*/ 2147483646 h 522"/>
                <a:gd name="T96" fmla="*/ 2147483646 w 560"/>
                <a:gd name="T97" fmla="*/ 2147483646 h 522"/>
                <a:gd name="T98" fmla="*/ 2147483646 w 560"/>
                <a:gd name="T99" fmla="*/ 2147483646 h 522"/>
                <a:gd name="T100" fmla="*/ 2147483646 w 560"/>
                <a:gd name="T101" fmla="*/ 2147483646 h 522"/>
                <a:gd name="T102" fmla="*/ 2147483646 w 560"/>
                <a:gd name="T103" fmla="*/ 2147483646 h 522"/>
                <a:gd name="T104" fmla="*/ 2147483646 w 560"/>
                <a:gd name="T105" fmla="*/ 2147483646 h 522"/>
                <a:gd name="T106" fmla="*/ 2147483646 w 560"/>
                <a:gd name="T107" fmla="*/ 2147483646 h 522"/>
                <a:gd name="T108" fmla="*/ 2147483646 w 560"/>
                <a:gd name="T109" fmla="*/ 2147483646 h 522"/>
                <a:gd name="T110" fmla="*/ 0 w 560"/>
                <a:gd name="T111" fmla="*/ 2147483646 h 5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560" h="522">
                  <a:moveTo>
                    <a:pt x="0" y="259"/>
                  </a:moveTo>
                  <a:lnTo>
                    <a:pt x="0" y="265"/>
                  </a:lnTo>
                  <a:lnTo>
                    <a:pt x="0" y="252"/>
                  </a:lnTo>
                  <a:lnTo>
                    <a:pt x="2" y="239"/>
                  </a:lnTo>
                  <a:lnTo>
                    <a:pt x="4" y="226"/>
                  </a:lnTo>
                  <a:lnTo>
                    <a:pt x="6" y="212"/>
                  </a:lnTo>
                  <a:lnTo>
                    <a:pt x="10" y="199"/>
                  </a:lnTo>
                  <a:lnTo>
                    <a:pt x="13" y="186"/>
                  </a:lnTo>
                  <a:lnTo>
                    <a:pt x="17" y="173"/>
                  </a:lnTo>
                  <a:lnTo>
                    <a:pt x="21" y="162"/>
                  </a:lnTo>
                  <a:lnTo>
                    <a:pt x="26" y="151"/>
                  </a:lnTo>
                  <a:lnTo>
                    <a:pt x="32" y="140"/>
                  </a:lnTo>
                  <a:lnTo>
                    <a:pt x="39" y="128"/>
                  </a:lnTo>
                  <a:lnTo>
                    <a:pt x="47" y="117"/>
                  </a:lnTo>
                  <a:lnTo>
                    <a:pt x="52" y="106"/>
                  </a:lnTo>
                  <a:lnTo>
                    <a:pt x="62" y="97"/>
                  </a:lnTo>
                  <a:lnTo>
                    <a:pt x="69" y="87"/>
                  </a:lnTo>
                  <a:lnTo>
                    <a:pt x="79" y="78"/>
                  </a:lnTo>
                  <a:lnTo>
                    <a:pt x="88" y="69"/>
                  </a:lnTo>
                  <a:lnTo>
                    <a:pt x="97" y="61"/>
                  </a:lnTo>
                  <a:lnTo>
                    <a:pt x="107" y="54"/>
                  </a:lnTo>
                  <a:lnTo>
                    <a:pt x="118" y="46"/>
                  </a:lnTo>
                  <a:lnTo>
                    <a:pt x="129" y="39"/>
                  </a:lnTo>
                  <a:lnTo>
                    <a:pt x="138" y="33"/>
                  </a:lnTo>
                  <a:lnTo>
                    <a:pt x="151" y="26"/>
                  </a:lnTo>
                  <a:lnTo>
                    <a:pt x="163" y="22"/>
                  </a:lnTo>
                  <a:lnTo>
                    <a:pt x="174" y="16"/>
                  </a:lnTo>
                  <a:lnTo>
                    <a:pt x="187" y="13"/>
                  </a:lnTo>
                  <a:lnTo>
                    <a:pt x="200" y="9"/>
                  </a:lnTo>
                  <a:lnTo>
                    <a:pt x="213" y="5"/>
                  </a:lnTo>
                  <a:lnTo>
                    <a:pt x="224" y="3"/>
                  </a:lnTo>
                  <a:lnTo>
                    <a:pt x="239" y="1"/>
                  </a:lnTo>
                  <a:lnTo>
                    <a:pt x="252" y="1"/>
                  </a:lnTo>
                  <a:lnTo>
                    <a:pt x="265" y="0"/>
                  </a:lnTo>
                  <a:lnTo>
                    <a:pt x="295" y="0"/>
                  </a:lnTo>
                  <a:lnTo>
                    <a:pt x="310" y="1"/>
                  </a:lnTo>
                  <a:lnTo>
                    <a:pt x="323" y="1"/>
                  </a:lnTo>
                  <a:lnTo>
                    <a:pt x="336" y="3"/>
                  </a:lnTo>
                  <a:lnTo>
                    <a:pt x="349" y="5"/>
                  </a:lnTo>
                  <a:lnTo>
                    <a:pt x="362" y="9"/>
                  </a:lnTo>
                  <a:lnTo>
                    <a:pt x="375" y="13"/>
                  </a:lnTo>
                  <a:lnTo>
                    <a:pt x="387" y="16"/>
                  </a:lnTo>
                  <a:lnTo>
                    <a:pt x="400" y="22"/>
                  </a:lnTo>
                  <a:lnTo>
                    <a:pt x="411" y="26"/>
                  </a:lnTo>
                  <a:lnTo>
                    <a:pt x="422" y="33"/>
                  </a:lnTo>
                  <a:lnTo>
                    <a:pt x="433" y="39"/>
                  </a:lnTo>
                  <a:lnTo>
                    <a:pt x="444" y="46"/>
                  </a:lnTo>
                  <a:lnTo>
                    <a:pt x="454" y="54"/>
                  </a:lnTo>
                  <a:lnTo>
                    <a:pt x="465" y="61"/>
                  </a:lnTo>
                  <a:lnTo>
                    <a:pt x="474" y="69"/>
                  </a:lnTo>
                  <a:lnTo>
                    <a:pt x="484" y="78"/>
                  </a:lnTo>
                  <a:lnTo>
                    <a:pt x="491" y="87"/>
                  </a:lnTo>
                  <a:lnTo>
                    <a:pt x="500" y="97"/>
                  </a:lnTo>
                  <a:lnTo>
                    <a:pt x="508" y="106"/>
                  </a:lnTo>
                  <a:lnTo>
                    <a:pt x="515" y="117"/>
                  </a:lnTo>
                  <a:lnTo>
                    <a:pt x="523" y="128"/>
                  </a:lnTo>
                  <a:lnTo>
                    <a:pt x="528" y="140"/>
                  </a:lnTo>
                  <a:lnTo>
                    <a:pt x="534" y="151"/>
                  </a:lnTo>
                  <a:lnTo>
                    <a:pt x="540" y="162"/>
                  </a:lnTo>
                  <a:lnTo>
                    <a:pt x="545" y="173"/>
                  </a:lnTo>
                  <a:lnTo>
                    <a:pt x="549" y="186"/>
                  </a:lnTo>
                  <a:lnTo>
                    <a:pt x="553" y="199"/>
                  </a:lnTo>
                  <a:lnTo>
                    <a:pt x="555" y="212"/>
                  </a:lnTo>
                  <a:lnTo>
                    <a:pt x="558" y="226"/>
                  </a:lnTo>
                  <a:lnTo>
                    <a:pt x="560" y="239"/>
                  </a:lnTo>
                  <a:lnTo>
                    <a:pt x="560" y="252"/>
                  </a:lnTo>
                  <a:lnTo>
                    <a:pt x="560" y="265"/>
                  </a:lnTo>
                  <a:lnTo>
                    <a:pt x="560" y="259"/>
                  </a:lnTo>
                  <a:lnTo>
                    <a:pt x="560" y="272"/>
                  </a:lnTo>
                  <a:lnTo>
                    <a:pt x="560" y="285"/>
                  </a:lnTo>
                  <a:lnTo>
                    <a:pt x="558" y="298"/>
                  </a:lnTo>
                  <a:lnTo>
                    <a:pt x="555" y="311"/>
                  </a:lnTo>
                  <a:lnTo>
                    <a:pt x="553" y="325"/>
                  </a:lnTo>
                  <a:lnTo>
                    <a:pt x="549" y="338"/>
                  </a:lnTo>
                  <a:lnTo>
                    <a:pt x="545" y="349"/>
                  </a:lnTo>
                  <a:lnTo>
                    <a:pt x="540" y="362"/>
                  </a:lnTo>
                  <a:lnTo>
                    <a:pt x="534" y="373"/>
                  </a:lnTo>
                  <a:lnTo>
                    <a:pt x="528" y="384"/>
                  </a:lnTo>
                  <a:lnTo>
                    <a:pt x="523" y="395"/>
                  </a:lnTo>
                  <a:lnTo>
                    <a:pt x="515" y="407"/>
                  </a:lnTo>
                  <a:lnTo>
                    <a:pt x="508" y="416"/>
                  </a:lnTo>
                  <a:lnTo>
                    <a:pt x="500" y="427"/>
                  </a:lnTo>
                  <a:lnTo>
                    <a:pt x="491" y="437"/>
                  </a:lnTo>
                  <a:lnTo>
                    <a:pt x="484" y="446"/>
                  </a:lnTo>
                  <a:lnTo>
                    <a:pt x="474" y="455"/>
                  </a:lnTo>
                  <a:lnTo>
                    <a:pt x="465" y="463"/>
                  </a:lnTo>
                  <a:lnTo>
                    <a:pt x="454" y="470"/>
                  </a:lnTo>
                  <a:lnTo>
                    <a:pt x="444" y="478"/>
                  </a:lnTo>
                  <a:lnTo>
                    <a:pt x="433" y="485"/>
                  </a:lnTo>
                  <a:lnTo>
                    <a:pt x="422" y="491"/>
                  </a:lnTo>
                  <a:lnTo>
                    <a:pt x="411" y="496"/>
                  </a:lnTo>
                  <a:lnTo>
                    <a:pt x="400" y="502"/>
                  </a:lnTo>
                  <a:lnTo>
                    <a:pt x="387" y="508"/>
                  </a:lnTo>
                  <a:lnTo>
                    <a:pt x="375" y="511"/>
                  </a:lnTo>
                  <a:lnTo>
                    <a:pt x="362" y="515"/>
                  </a:lnTo>
                  <a:lnTo>
                    <a:pt x="349" y="519"/>
                  </a:lnTo>
                  <a:lnTo>
                    <a:pt x="336" y="521"/>
                  </a:lnTo>
                  <a:lnTo>
                    <a:pt x="323" y="522"/>
                  </a:lnTo>
                  <a:lnTo>
                    <a:pt x="310" y="522"/>
                  </a:lnTo>
                  <a:lnTo>
                    <a:pt x="295" y="522"/>
                  </a:lnTo>
                  <a:lnTo>
                    <a:pt x="265" y="522"/>
                  </a:lnTo>
                  <a:lnTo>
                    <a:pt x="252" y="522"/>
                  </a:lnTo>
                  <a:lnTo>
                    <a:pt x="239" y="522"/>
                  </a:lnTo>
                  <a:lnTo>
                    <a:pt x="224" y="521"/>
                  </a:lnTo>
                  <a:lnTo>
                    <a:pt x="213" y="519"/>
                  </a:lnTo>
                  <a:lnTo>
                    <a:pt x="200" y="515"/>
                  </a:lnTo>
                  <a:lnTo>
                    <a:pt x="187" y="511"/>
                  </a:lnTo>
                  <a:lnTo>
                    <a:pt x="174" y="508"/>
                  </a:lnTo>
                  <a:lnTo>
                    <a:pt x="163" y="502"/>
                  </a:lnTo>
                  <a:lnTo>
                    <a:pt x="151" y="496"/>
                  </a:lnTo>
                  <a:lnTo>
                    <a:pt x="138" y="491"/>
                  </a:lnTo>
                  <a:lnTo>
                    <a:pt x="129" y="485"/>
                  </a:lnTo>
                  <a:lnTo>
                    <a:pt x="118" y="478"/>
                  </a:lnTo>
                  <a:lnTo>
                    <a:pt x="107" y="470"/>
                  </a:lnTo>
                  <a:lnTo>
                    <a:pt x="97" y="463"/>
                  </a:lnTo>
                  <a:lnTo>
                    <a:pt x="88" y="455"/>
                  </a:lnTo>
                  <a:lnTo>
                    <a:pt x="79" y="446"/>
                  </a:lnTo>
                  <a:lnTo>
                    <a:pt x="69" y="437"/>
                  </a:lnTo>
                  <a:lnTo>
                    <a:pt x="62" y="427"/>
                  </a:lnTo>
                  <a:lnTo>
                    <a:pt x="52" y="416"/>
                  </a:lnTo>
                  <a:lnTo>
                    <a:pt x="47" y="407"/>
                  </a:lnTo>
                  <a:lnTo>
                    <a:pt x="39" y="395"/>
                  </a:lnTo>
                  <a:lnTo>
                    <a:pt x="32" y="384"/>
                  </a:lnTo>
                  <a:lnTo>
                    <a:pt x="26" y="373"/>
                  </a:lnTo>
                  <a:lnTo>
                    <a:pt x="21" y="362"/>
                  </a:lnTo>
                  <a:lnTo>
                    <a:pt x="17" y="349"/>
                  </a:lnTo>
                  <a:lnTo>
                    <a:pt x="13" y="338"/>
                  </a:lnTo>
                  <a:lnTo>
                    <a:pt x="10" y="325"/>
                  </a:lnTo>
                  <a:lnTo>
                    <a:pt x="6" y="311"/>
                  </a:lnTo>
                  <a:lnTo>
                    <a:pt x="4" y="298"/>
                  </a:lnTo>
                  <a:lnTo>
                    <a:pt x="2" y="285"/>
                  </a:lnTo>
                  <a:lnTo>
                    <a:pt x="0" y="272"/>
                  </a:lnTo>
                  <a:lnTo>
                    <a:pt x="0" y="259"/>
                  </a:lnTo>
                  <a:close/>
                </a:path>
              </a:pathLst>
            </a:custGeom>
            <a:noFill/>
            <a:ln w="28575">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5" name="Title 1">
            <a:extLst>
              <a:ext uri="{FF2B5EF4-FFF2-40B4-BE49-F238E27FC236}">
                <a16:creationId xmlns:a16="http://schemas.microsoft.com/office/drawing/2014/main" id="{68579B27-7D73-4FCB-A53E-804A8606F8F0}"/>
              </a:ext>
            </a:extLst>
          </p:cNvPr>
          <p:cNvSpPr txBox="1">
            <a:spLocks/>
          </p:cNvSpPr>
          <p:nvPr/>
        </p:nvSpPr>
        <p:spPr bwMode="auto">
          <a:xfrm>
            <a:off x="0" y="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Let’s Draw the Circuit for this example</a:t>
            </a:r>
          </a:p>
        </p:txBody>
      </p:sp>
      <p:grpSp>
        <p:nvGrpSpPr>
          <p:cNvPr id="123906" name="Group 2">
            <a:extLst>
              <a:ext uri="{FF2B5EF4-FFF2-40B4-BE49-F238E27FC236}">
                <a16:creationId xmlns:a16="http://schemas.microsoft.com/office/drawing/2014/main" id="{81413B62-B6B4-471B-88B6-83EE0ED13EE1}"/>
              </a:ext>
            </a:extLst>
          </p:cNvPr>
          <p:cNvGrpSpPr>
            <a:grpSpLocks/>
          </p:cNvGrpSpPr>
          <p:nvPr/>
        </p:nvGrpSpPr>
        <p:grpSpPr bwMode="auto">
          <a:xfrm>
            <a:off x="3116263" y="1371600"/>
            <a:ext cx="5265737" cy="4754563"/>
            <a:chOff x="1897062" y="1524000"/>
            <a:chExt cx="5265738" cy="4754563"/>
          </a:xfrm>
        </p:grpSpPr>
        <p:sp>
          <p:nvSpPr>
            <p:cNvPr id="123907" name="Rectangle 4">
              <a:extLst>
                <a:ext uri="{FF2B5EF4-FFF2-40B4-BE49-F238E27FC236}">
                  <a16:creationId xmlns:a16="http://schemas.microsoft.com/office/drawing/2014/main" id="{E7861D2C-525B-492E-B000-4AC6BF5BE82E}"/>
                </a:ext>
              </a:extLst>
            </p:cNvPr>
            <p:cNvSpPr>
              <a:spLocks noChangeArrowheads="1"/>
            </p:cNvSpPr>
            <p:nvPr/>
          </p:nvSpPr>
          <p:spPr bwMode="auto">
            <a:xfrm>
              <a:off x="4970462" y="1524000"/>
              <a:ext cx="736600" cy="1177925"/>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08" name="Rectangle 5">
              <a:extLst>
                <a:ext uri="{FF2B5EF4-FFF2-40B4-BE49-F238E27FC236}">
                  <a16:creationId xmlns:a16="http://schemas.microsoft.com/office/drawing/2014/main" id="{E33E11CB-83F6-4CBB-9051-9364AD50DB18}"/>
                </a:ext>
              </a:extLst>
            </p:cNvPr>
            <p:cNvSpPr>
              <a:spLocks noChangeArrowheads="1"/>
            </p:cNvSpPr>
            <p:nvPr/>
          </p:nvSpPr>
          <p:spPr bwMode="auto">
            <a:xfrm>
              <a:off x="5045075" y="1717675"/>
              <a:ext cx="173037"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p>
          </p:txBody>
        </p:sp>
        <p:sp>
          <p:nvSpPr>
            <p:cNvPr id="123909" name="Rectangle 6">
              <a:extLst>
                <a:ext uri="{FF2B5EF4-FFF2-40B4-BE49-F238E27FC236}">
                  <a16:creationId xmlns:a16="http://schemas.microsoft.com/office/drawing/2014/main" id="{999C1995-7A36-4544-9F05-9FCE6FA2B340}"/>
                </a:ext>
              </a:extLst>
            </p:cNvPr>
            <p:cNvSpPr>
              <a:spLocks noChangeArrowheads="1"/>
            </p:cNvSpPr>
            <p:nvPr/>
          </p:nvSpPr>
          <p:spPr bwMode="auto">
            <a:xfrm>
              <a:off x="5481637" y="1709738"/>
              <a:ext cx="173038"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Q </a:t>
              </a:r>
            </a:p>
          </p:txBody>
        </p:sp>
        <p:sp>
          <p:nvSpPr>
            <p:cNvPr id="123910" name="Line 7">
              <a:extLst>
                <a:ext uri="{FF2B5EF4-FFF2-40B4-BE49-F238E27FC236}">
                  <a16:creationId xmlns:a16="http://schemas.microsoft.com/office/drawing/2014/main" id="{8F9C0269-2D92-4F91-8CB3-EE4E5B61953C}"/>
                </a:ext>
              </a:extLst>
            </p:cNvPr>
            <p:cNvSpPr>
              <a:spLocks noChangeShapeType="1"/>
            </p:cNvSpPr>
            <p:nvPr/>
          </p:nvSpPr>
          <p:spPr bwMode="auto">
            <a:xfrm flipH="1">
              <a:off x="5495925" y="2303463"/>
              <a:ext cx="106362"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11" name="Freeform 8">
              <a:extLst>
                <a:ext uri="{FF2B5EF4-FFF2-40B4-BE49-F238E27FC236}">
                  <a16:creationId xmlns:a16="http://schemas.microsoft.com/office/drawing/2014/main" id="{0CDBF620-B6A4-4008-A144-DB1D40DAB053}"/>
                </a:ext>
              </a:extLst>
            </p:cNvPr>
            <p:cNvSpPr>
              <a:spLocks/>
            </p:cNvSpPr>
            <p:nvPr/>
          </p:nvSpPr>
          <p:spPr bwMode="auto">
            <a:xfrm>
              <a:off x="4970462" y="2324100"/>
              <a:ext cx="147638" cy="168275"/>
            </a:xfrm>
            <a:custGeom>
              <a:avLst/>
              <a:gdLst>
                <a:gd name="T0" fmla="*/ 0 w 185"/>
                <a:gd name="T1" fmla="*/ 2147483646 h 212"/>
                <a:gd name="T2" fmla="*/ 2147483646 w 185"/>
                <a:gd name="T3" fmla="*/ 2147483646 h 212"/>
                <a:gd name="T4" fmla="*/ 0 w 185"/>
                <a:gd name="T5" fmla="*/ 0 h 212"/>
                <a:gd name="T6" fmla="*/ 0 60000 65536"/>
                <a:gd name="T7" fmla="*/ 0 60000 65536"/>
                <a:gd name="T8" fmla="*/ 0 60000 65536"/>
                <a:gd name="T9" fmla="*/ 0 w 185"/>
                <a:gd name="T10" fmla="*/ 0 h 212"/>
                <a:gd name="T11" fmla="*/ 185 w 185"/>
                <a:gd name="T12" fmla="*/ 212 h 212"/>
              </a:gdLst>
              <a:ahLst/>
              <a:cxnLst>
                <a:cxn ang="T6">
                  <a:pos x="T0" y="T1"/>
                </a:cxn>
                <a:cxn ang="T7">
                  <a:pos x="T2" y="T3"/>
                </a:cxn>
                <a:cxn ang="T8">
                  <a:pos x="T4" y="T5"/>
                </a:cxn>
              </a:cxnLst>
              <a:rect l="T9" t="T10" r="T11" b="T12"/>
              <a:pathLst>
                <a:path w="185" h="212">
                  <a:moveTo>
                    <a:pt x="0" y="212"/>
                  </a:moveTo>
                  <a:lnTo>
                    <a:pt x="185" y="106"/>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12" name="Rectangle 10">
              <a:extLst>
                <a:ext uri="{FF2B5EF4-FFF2-40B4-BE49-F238E27FC236}">
                  <a16:creationId xmlns:a16="http://schemas.microsoft.com/office/drawing/2014/main" id="{203E72D8-99DF-41EC-B68E-51A1D7B6D530}"/>
                </a:ext>
              </a:extLst>
            </p:cNvPr>
            <p:cNvSpPr>
              <a:spLocks noChangeArrowheads="1"/>
            </p:cNvSpPr>
            <p:nvPr/>
          </p:nvSpPr>
          <p:spPr bwMode="auto">
            <a:xfrm>
              <a:off x="5483225" y="2311400"/>
              <a:ext cx="173037"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Q </a:t>
              </a:r>
            </a:p>
          </p:txBody>
        </p:sp>
        <p:sp>
          <p:nvSpPr>
            <p:cNvPr id="123913" name="Rectangle 11">
              <a:extLst>
                <a:ext uri="{FF2B5EF4-FFF2-40B4-BE49-F238E27FC236}">
                  <a16:creationId xmlns:a16="http://schemas.microsoft.com/office/drawing/2014/main" id="{F7D5283C-723C-4813-8849-D01B45502425}"/>
                </a:ext>
              </a:extLst>
            </p:cNvPr>
            <p:cNvSpPr>
              <a:spLocks noChangeArrowheads="1"/>
            </p:cNvSpPr>
            <p:nvPr/>
          </p:nvSpPr>
          <p:spPr bwMode="auto">
            <a:xfrm>
              <a:off x="6905625" y="5257800"/>
              <a:ext cx="211137" cy="269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z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14" name="Rectangle 29">
              <a:extLst>
                <a:ext uri="{FF2B5EF4-FFF2-40B4-BE49-F238E27FC236}">
                  <a16:creationId xmlns:a16="http://schemas.microsoft.com/office/drawing/2014/main" id="{D4B5C479-2A37-451A-914C-EEEC3B1395F0}"/>
                </a:ext>
              </a:extLst>
            </p:cNvPr>
            <p:cNvSpPr>
              <a:spLocks noChangeArrowheads="1"/>
            </p:cNvSpPr>
            <p:nvPr/>
          </p:nvSpPr>
          <p:spPr bwMode="auto">
            <a:xfrm>
              <a:off x="4970462" y="3313113"/>
              <a:ext cx="736600" cy="1177925"/>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15" name="Rectangle 30">
              <a:extLst>
                <a:ext uri="{FF2B5EF4-FFF2-40B4-BE49-F238E27FC236}">
                  <a16:creationId xmlns:a16="http://schemas.microsoft.com/office/drawing/2014/main" id="{BE0EEC0E-B285-4632-B5B0-BAC5F7F19112}"/>
                </a:ext>
              </a:extLst>
            </p:cNvPr>
            <p:cNvSpPr>
              <a:spLocks noChangeArrowheads="1"/>
            </p:cNvSpPr>
            <p:nvPr/>
          </p:nvSpPr>
          <p:spPr bwMode="auto">
            <a:xfrm>
              <a:off x="6986587" y="5353050"/>
              <a:ext cx="176213" cy="211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16" name="Rectangle 31">
              <a:extLst>
                <a:ext uri="{FF2B5EF4-FFF2-40B4-BE49-F238E27FC236}">
                  <a16:creationId xmlns:a16="http://schemas.microsoft.com/office/drawing/2014/main" id="{08A6799A-B178-4AA7-983C-3B2AC109AB86}"/>
                </a:ext>
              </a:extLst>
            </p:cNvPr>
            <p:cNvSpPr>
              <a:spLocks noChangeArrowheads="1"/>
            </p:cNvSpPr>
            <p:nvPr/>
          </p:nvSpPr>
          <p:spPr bwMode="auto">
            <a:xfrm>
              <a:off x="5045075" y="3506788"/>
              <a:ext cx="277812"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17" name="Rectangle 32">
              <a:extLst>
                <a:ext uri="{FF2B5EF4-FFF2-40B4-BE49-F238E27FC236}">
                  <a16:creationId xmlns:a16="http://schemas.microsoft.com/office/drawing/2014/main" id="{273DD4D8-845C-464B-AB62-0F2204335F63}"/>
                </a:ext>
              </a:extLst>
            </p:cNvPr>
            <p:cNvSpPr>
              <a:spLocks noChangeArrowheads="1"/>
            </p:cNvSpPr>
            <p:nvPr/>
          </p:nvSpPr>
          <p:spPr bwMode="auto">
            <a:xfrm>
              <a:off x="5481637" y="3498850"/>
              <a:ext cx="277813"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18" name="Line 33">
              <a:extLst>
                <a:ext uri="{FF2B5EF4-FFF2-40B4-BE49-F238E27FC236}">
                  <a16:creationId xmlns:a16="http://schemas.microsoft.com/office/drawing/2014/main" id="{2FD4207A-ADAF-4973-A49E-5D2A2C4E4073}"/>
                </a:ext>
              </a:extLst>
            </p:cNvPr>
            <p:cNvSpPr>
              <a:spLocks noChangeShapeType="1"/>
            </p:cNvSpPr>
            <p:nvPr/>
          </p:nvSpPr>
          <p:spPr bwMode="auto">
            <a:xfrm flipH="1">
              <a:off x="5495925" y="4090988"/>
              <a:ext cx="106362"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19" name="Freeform 34">
              <a:extLst>
                <a:ext uri="{FF2B5EF4-FFF2-40B4-BE49-F238E27FC236}">
                  <a16:creationId xmlns:a16="http://schemas.microsoft.com/office/drawing/2014/main" id="{E5C59C30-F665-4ACE-BBB8-CBB5CF63EDE9}"/>
                </a:ext>
              </a:extLst>
            </p:cNvPr>
            <p:cNvSpPr>
              <a:spLocks/>
            </p:cNvSpPr>
            <p:nvPr/>
          </p:nvSpPr>
          <p:spPr bwMode="auto">
            <a:xfrm>
              <a:off x="4970462" y="4133850"/>
              <a:ext cx="147638" cy="146050"/>
            </a:xfrm>
            <a:custGeom>
              <a:avLst/>
              <a:gdLst>
                <a:gd name="T0" fmla="*/ 0 w 185"/>
                <a:gd name="T1" fmla="*/ 2147483646 h 186"/>
                <a:gd name="T2" fmla="*/ 2147483646 w 185"/>
                <a:gd name="T3" fmla="*/ 2147483646 h 186"/>
                <a:gd name="T4" fmla="*/ 0 w 185"/>
                <a:gd name="T5" fmla="*/ 0 h 186"/>
                <a:gd name="T6" fmla="*/ 0 60000 65536"/>
                <a:gd name="T7" fmla="*/ 0 60000 65536"/>
                <a:gd name="T8" fmla="*/ 0 60000 65536"/>
                <a:gd name="T9" fmla="*/ 0 w 185"/>
                <a:gd name="T10" fmla="*/ 0 h 186"/>
                <a:gd name="T11" fmla="*/ 185 w 185"/>
                <a:gd name="T12" fmla="*/ 186 h 186"/>
              </a:gdLst>
              <a:ahLst/>
              <a:cxnLst>
                <a:cxn ang="T6">
                  <a:pos x="T0" y="T1"/>
                </a:cxn>
                <a:cxn ang="T7">
                  <a:pos x="T2" y="T3"/>
                </a:cxn>
                <a:cxn ang="T8">
                  <a:pos x="T4" y="T5"/>
                </a:cxn>
              </a:cxnLst>
              <a:rect l="T9" t="T10" r="T11" b="T12"/>
              <a:pathLst>
                <a:path w="185" h="186">
                  <a:moveTo>
                    <a:pt x="0" y="186"/>
                  </a:moveTo>
                  <a:lnTo>
                    <a:pt x="185" y="80"/>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20" name="Rectangle 35">
              <a:extLst>
                <a:ext uri="{FF2B5EF4-FFF2-40B4-BE49-F238E27FC236}">
                  <a16:creationId xmlns:a16="http://schemas.microsoft.com/office/drawing/2014/main" id="{71BA6241-165B-4A36-9FCB-FA3E6D2ACFEB}"/>
                </a:ext>
              </a:extLst>
            </p:cNvPr>
            <p:cNvSpPr>
              <a:spLocks noChangeArrowheads="1"/>
            </p:cNvSpPr>
            <p:nvPr/>
          </p:nvSpPr>
          <p:spPr bwMode="auto">
            <a:xfrm>
              <a:off x="4970462" y="5100638"/>
              <a:ext cx="736600" cy="1177925"/>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21" name="Rectangle 36">
              <a:extLst>
                <a:ext uri="{FF2B5EF4-FFF2-40B4-BE49-F238E27FC236}">
                  <a16:creationId xmlns:a16="http://schemas.microsoft.com/office/drawing/2014/main" id="{510064DD-5CDA-4B34-A8D1-669ED1D363B9}"/>
                </a:ext>
              </a:extLst>
            </p:cNvPr>
            <p:cNvSpPr>
              <a:spLocks noChangeArrowheads="1"/>
            </p:cNvSpPr>
            <p:nvPr/>
          </p:nvSpPr>
          <p:spPr bwMode="auto">
            <a:xfrm>
              <a:off x="5483225" y="4100513"/>
              <a:ext cx="277812"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22" name="Rectangle 37">
              <a:extLst>
                <a:ext uri="{FF2B5EF4-FFF2-40B4-BE49-F238E27FC236}">
                  <a16:creationId xmlns:a16="http://schemas.microsoft.com/office/drawing/2014/main" id="{F79DD4AF-D430-41D1-B394-08B7353BE7AA}"/>
                </a:ext>
              </a:extLst>
            </p:cNvPr>
            <p:cNvSpPr>
              <a:spLocks noChangeArrowheads="1"/>
            </p:cNvSpPr>
            <p:nvPr/>
          </p:nvSpPr>
          <p:spPr bwMode="auto">
            <a:xfrm>
              <a:off x="5045075" y="5295900"/>
              <a:ext cx="27781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23" name="Rectangle 38">
              <a:extLst>
                <a:ext uri="{FF2B5EF4-FFF2-40B4-BE49-F238E27FC236}">
                  <a16:creationId xmlns:a16="http://schemas.microsoft.com/office/drawing/2014/main" id="{27B1F068-9996-4B51-828E-6061601BF7BC}"/>
                </a:ext>
              </a:extLst>
            </p:cNvPr>
            <p:cNvSpPr>
              <a:spLocks noChangeArrowheads="1"/>
            </p:cNvSpPr>
            <p:nvPr/>
          </p:nvSpPr>
          <p:spPr bwMode="auto">
            <a:xfrm>
              <a:off x="5481637" y="5289550"/>
              <a:ext cx="277813"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24" name="Line 39">
              <a:extLst>
                <a:ext uri="{FF2B5EF4-FFF2-40B4-BE49-F238E27FC236}">
                  <a16:creationId xmlns:a16="http://schemas.microsoft.com/office/drawing/2014/main" id="{11133BE3-49E8-4E98-A039-781ACB47DB4D}"/>
                </a:ext>
              </a:extLst>
            </p:cNvPr>
            <p:cNvSpPr>
              <a:spLocks noChangeShapeType="1"/>
            </p:cNvSpPr>
            <p:nvPr/>
          </p:nvSpPr>
          <p:spPr bwMode="auto">
            <a:xfrm flipH="1">
              <a:off x="5495925" y="5880100"/>
              <a:ext cx="106362"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25" name="Freeform 40">
              <a:extLst>
                <a:ext uri="{FF2B5EF4-FFF2-40B4-BE49-F238E27FC236}">
                  <a16:creationId xmlns:a16="http://schemas.microsoft.com/office/drawing/2014/main" id="{7FA75D7B-C0C9-4A00-B9EA-9E17F2006602}"/>
                </a:ext>
              </a:extLst>
            </p:cNvPr>
            <p:cNvSpPr>
              <a:spLocks/>
            </p:cNvSpPr>
            <p:nvPr/>
          </p:nvSpPr>
          <p:spPr bwMode="auto">
            <a:xfrm>
              <a:off x="4970462" y="5921375"/>
              <a:ext cx="147638" cy="147638"/>
            </a:xfrm>
            <a:custGeom>
              <a:avLst/>
              <a:gdLst>
                <a:gd name="T0" fmla="*/ 0 w 185"/>
                <a:gd name="T1" fmla="*/ 2147483646 h 186"/>
                <a:gd name="T2" fmla="*/ 2147483646 w 185"/>
                <a:gd name="T3" fmla="*/ 2147483646 h 186"/>
                <a:gd name="T4" fmla="*/ 0 w 185"/>
                <a:gd name="T5" fmla="*/ 0 h 186"/>
                <a:gd name="T6" fmla="*/ 0 60000 65536"/>
                <a:gd name="T7" fmla="*/ 0 60000 65536"/>
                <a:gd name="T8" fmla="*/ 0 60000 65536"/>
                <a:gd name="T9" fmla="*/ 0 w 185"/>
                <a:gd name="T10" fmla="*/ 0 h 186"/>
                <a:gd name="T11" fmla="*/ 185 w 185"/>
                <a:gd name="T12" fmla="*/ 186 h 186"/>
              </a:gdLst>
              <a:ahLst/>
              <a:cxnLst>
                <a:cxn ang="T6">
                  <a:pos x="T0" y="T1"/>
                </a:cxn>
                <a:cxn ang="T7">
                  <a:pos x="T2" y="T3"/>
                </a:cxn>
                <a:cxn ang="T8">
                  <a:pos x="T4" y="T5"/>
                </a:cxn>
              </a:cxnLst>
              <a:rect l="T9" t="T10" r="T11" b="T12"/>
              <a:pathLst>
                <a:path w="185" h="186">
                  <a:moveTo>
                    <a:pt x="0" y="186"/>
                  </a:moveTo>
                  <a:lnTo>
                    <a:pt x="185" y="80"/>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26" name="Freeform 41">
              <a:extLst>
                <a:ext uri="{FF2B5EF4-FFF2-40B4-BE49-F238E27FC236}">
                  <a16:creationId xmlns:a16="http://schemas.microsoft.com/office/drawing/2014/main" id="{7C3611A5-42A7-43E2-A7B0-2F6B95F747BD}"/>
                </a:ext>
              </a:extLst>
            </p:cNvPr>
            <p:cNvSpPr>
              <a:spLocks/>
            </p:cNvSpPr>
            <p:nvPr/>
          </p:nvSpPr>
          <p:spPr bwMode="auto">
            <a:xfrm>
              <a:off x="4676775" y="2408238"/>
              <a:ext cx="293687" cy="3576637"/>
            </a:xfrm>
            <a:custGeom>
              <a:avLst/>
              <a:gdLst>
                <a:gd name="T0" fmla="*/ 0 w 371"/>
                <a:gd name="T1" fmla="*/ 2147483646 h 4506"/>
                <a:gd name="T2" fmla="*/ 0 w 371"/>
                <a:gd name="T3" fmla="*/ 0 h 4506"/>
                <a:gd name="T4" fmla="*/ 2147483646 w 371"/>
                <a:gd name="T5" fmla="*/ 0 h 4506"/>
                <a:gd name="T6" fmla="*/ 0 60000 65536"/>
                <a:gd name="T7" fmla="*/ 0 60000 65536"/>
                <a:gd name="T8" fmla="*/ 0 60000 65536"/>
                <a:gd name="T9" fmla="*/ 0 w 371"/>
                <a:gd name="T10" fmla="*/ 0 h 4506"/>
                <a:gd name="T11" fmla="*/ 371 w 371"/>
                <a:gd name="T12" fmla="*/ 4506 h 4506"/>
              </a:gdLst>
              <a:ahLst/>
              <a:cxnLst>
                <a:cxn ang="T6">
                  <a:pos x="T0" y="T1"/>
                </a:cxn>
                <a:cxn ang="T7">
                  <a:pos x="T2" y="T3"/>
                </a:cxn>
                <a:cxn ang="T8">
                  <a:pos x="T4" y="T5"/>
                </a:cxn>
              </a:cxnLst>
              <a:rect l="T9" t="T10" r="T11" b="T12"/>
              <a:pathLst>
                <a:path w="371" h="4506">
                  <a:moveTo>
                    <a:pt x="0" y="4506"/>
                  </a:moveTo>
                  <a:lnTo>
                    <a:pt x="0" y="0"/>
                  </a:lnTo>
                  <a:lnTo>
                    <a:pt x="371"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27" name="Line 42">
              <a:extLst>
                <a:ext uri="{FF2B5EF4-FFF2-40B4-BE49-F238E27FC236}">
                  <a16:creationId xmlns:a16="http://schemas.microsoft.com/office/drawing/2014/main" id="{13357A5E-7052-47FC-9B6C-A42049907BD0}"/>
                </a:ext>
              </a:extLst>
            </p:cNvPr>
            <p:cNvSpPr>
              <a:spLocks noChangeShapeType="1"/>
            </p:cNvSpPr>
            <p:nvPr/>
          </p:nvSpPr>
          <p:spPr bwMode="auto">
            <a:xfrm>
              <a:off x="2132012" y="5986463"/>
              <a:ext cx="283845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28" name="Line 43">
              <a:extLst>
                <a:ext uri="{FF2B5EF4-FFF2-40B4-BE49-F238E27FC236}">
                  <a16:creationId xmlns:a16="http://schemas.microsoft.com/office/drawing/2014/main" id="{1D3A32BC-00FA-49A6-A942-71EB5E83720B}"/>
                </a:ext>
              </a:extLst>
            </p:cNvPr>
            <p:cNvSpPr>
              <a:spLocks noChangeShapeType="1"/>
            </p:cNvSpPr>
            <p:nvPr/>
          </p:nvSpPr>
          <p:spPr bwMode="auto">
            <a:xfrm flipH="1" flipV="1">
              <a:off x="4368800" y="3600450"/>
              <a:ext cx="601662" cy="63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29" name="Line 47">
              <a:extLst>
                <a:ext uri="{FF2B5EF4-FFF2-40B4-BE49-F238E27FC236}">
                  <a16:creationId xmlns:a16="http://schemas.microsoft.com/office/drawing/2014/main" id="{394AECCA-F1FB-4D0B-B1E4-3F0D40314344}"/>
                </a:ext>
              </a:extLst>
            </p:cNvPr>
            <p:cNvSpPr>
              <a:spLocks noChangeShapeType="1"/>
            </p:cNvSpPr>
            <p:nvPr/>
          </p:nvSpPr>
          <p:spPr bwMode="auto">
            <a:xfrm flipH="1">
              <a:off x="4381500" y="5395913"/>
              <a:ext cx="147637"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30" name="Line 54">
              <a:extLst>
                <a:ext uri="{FF2B5EF4-FFF2-40B4-BE49-F238E27FC236}">
                  <a16:creationId xmlns:a16="http://schemas.microsoft.com/office/drawing/2014/main" id="{3750BE8F-52E7-48DF-9F44-D4EE4B8AEB6A}"/>
                </a:ext>
              </a:extLst>
            </p:cNvPr>
            <p:cNvSpPr>
              <a:spLocks noChangeShapeType="1"/>
            </p:cNvSpPr>
            <p:nvPr/>
          </p:nvSpPr>
          <p:spPr bwMode="auto">
            <a:xfrm flipH="1">
              <a:off x="4529137" y="5395913"/>
              <a:ext cx="441325"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31" name="Line 55">
              <a:extLst>
                <a:ext uri="{FF2B5EF4-FFF2-40B4-BE49-F238E27FC236}">
                  <a16:creationId xmlns:a16="http://schemas.microsoft.com/office/drawing/2014/main" id="{D7D6CD1F-93C5-473A-AB38-33EDEA9CEA62}"/>
                </a:ext>
              </a:extLst>
            </p:cNvPr>
            <p:cNvSpPr>
              <a:spLocks noChangeShapeType="1"/>
            </p:cNvSpPr>
            <p:nvPr/>
          </p:nvSpPr>
          <p:spPr bwMode="auto">
            <a:xfrm flipH="1">
              <a:off x="5707062" y="5395913"/>
              <a:ext cx="1050925"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32" name="Line 56">
              <a:extLst>
                <a:ext uri="{FF2B5EF4-FFF2-40B4-BE49-F238E27FC236}">
                  <a16:creationId xmlns:a16="http://schemas.microsoft.com/office/drawing/2014/main" id="{6C0DC601-FD00-4D55-B643-3543EE0C28D2}"/>
                </a:ext>
              </a:extLst>
            </p:cNvPr>
            <p:cNvSpPr>
              <a:spLocks noChangeShapeType="1"/>
            </p:cNvSpPr>
            <p:nvPr/>
          </p:nvSpPr>
          <p:spPr bwMode="auto">
            <a:xfrm flipH="1" flipV="1">
              <a:off x="5707062" y="3608388"/>
              <a:ext cx="105092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33" name="Line 57">
              <a:extLst>
                <a:ext uri="{FF2B5EF4-FFF2-40B4-BE49-F238E27FC236}">
                  <a16:creationId xmlns:a16="http://schemas.microsoft.com/office/drawing/2014/main" id="{3B5AEB85-D53F-44CA-96DB-6408F9DD3A0D}"/>
                </a:ext>
              </a:extLst>
            </p:cNvPr>
            <p:cNvSpPr>
              <a:spLocks noChangeShapeType="1"/>
            </p:cNvSpPr>
            <p:nvPr/>
          </p:nvSpPr>
          <p:spPr bwMode="auto">
            <a:xfrm flipH="1">
              <a:off x="5715000" y="1828800"/>
              <a:ext cx="1050925"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34" name="Freeform 67">
              <a:extLst>
                <a:ext uri="{FF2B5EF4-FFF2-40B4-BE49-F238E27FC236}">
                  <a16:creationId xmlns:a16="http://schemas.microsoft.com/office/drawing/2014/main" id="{21D14AAC-9AB7-4DC9-BB8D-589E0A393115}"/>
                </a:ext>
              </a:extLst>
            </p:cNvPr>
            <p:cNvSpPr>
              <a:spLocks/>
            </p:cNvSpPr>
            <p:nvPr/>
          </p:nvSpPr>
          <p:spPr bwMode="auto">
            <a:xfrm>
              <a:off x="4656137" y="5964238"/>
              <a:ext cx="41275" cy="41275"/>
            </a:xfrm>
            <a:custGeom>
              <a:avLst/>
              <a:gdLst>
                <a:gd name="T0" fmla="*/ 0 w 53"/>
                <a:gd name="T1" fmla="*/ 2147483646 h 53"/>
                <a:gd name="T2" fmla="*/ 0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2147483646 h 53"/>
                <a:gd name="T20" fmla="*/ 2147483646 w 53"/>
                <a:gd name="T21" fmla="*/ 2147483646 h 53"/>
                <a:gd name="T22" fmla="*/ 2147483646 w 53"/>
                <a:gd name="T23" fmla="*/ 0 h 53"/>
                <a:gd name="T24" fmla="*/ 2147483646 w 53"/>
                <a:gd name="T25" fmla="*/ 2147483646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0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1"/>
                  </a:moveTo>
                  <a:lnTo>
                    <a:pt x="0" y="33"/>
                  </a:lnTo>
                  <a:lnTo>
                    <a:pt x="0" y="31"/>
                  </a:lnTo>
                  <a:lnTo>
                    <a:pt x="0" y="29"/>
                  </a:lnTo>
                  <a:lnTo>
                    <a:pt x="0" y="28"/>
                  </a:lnTo>
                  <a:lnTo>
                    <a:pt x="0" y="27"/>
                  </a:lnTo>
                  <a:lnTo>
                    <a:pt x="0" y="25"/>
                  </a:lnTo>
                  <a:lnTo>
                    <a:pt x="2" y="23"/>
                  </a:lnTo>
                  <a:lnTo>
                    <a:pt x="2" y="21"/>
                  </a:lnTo>
                  <a:lnTo>
                    <a:pt x="3" y="20"/>
                  </a:lnTo>
                  <a:lnTo>
                    <a:pt x="3" y="19"/>
                  </a:lnTo>
                  <a:lnTo>
                    <a:pt x="4" y="17"/>
                  </a:lnTo>
                  <a:lnTo>
                    <a:pt x="4" y="16"/>
                  </a:lnTo>
                  <a:lnTo>
                    <a:pt x="5" y="15"/>
                  </a:lnTo>
                  <a:lnTo>
                    <a:pt x="5" y="13"/>
                  </a:lnTo>
                  <a:lnTo>
                    <a:pt x="7" y="12"/>
                  </a:lnTo>
                  <a:lnTo>
                    <a:pt x="8" y="11"/>
                  </a:lnTo>
                  <a:lnTo>
                    <a:pt x="9" y="11"/>
                  </a:lnTo>
                  <a:lnTo>
                    <a:pt x="11" y="9"/>
                  </a:lnTo>
                  <a:lnTo>
                    <a:pt x="11" y="8"/>
                  </a:lnTo>
                  <a:lnTo>
                    <a:pt x="12" y="7"/>
                  </a:lnTo>
                  <a:lnTo>
                    <a:pt x="13" y="7"/>
                  </a:lnTo>
                  <a:lnTo>
                    <a:pt x="15" y="5"/>
                  </a:lnTo>
                  <a:lnTo>
                    <a:pt x="16" y="4"/>
                  </a:lnTo>
                  <a:lnTo>
                    <a:pt x="17" y="4"/>
                  </a:lnTo>
                  <a:lnTo>
                    <a:pt x="19" y="3"/>
                  </a:lnTo>
                  <a:lnTo>
                    <a:pt x="21" y="3"/>
                  </a:lnTo>
                  <a:lnTo>
                    <a:pt x="23" y="3"/>
                  </a:lnTo>
                  <a:lnTo>
                    <a:pt x="24" y="1"/>
                  </a:lnTo>
                  <a:lnTo>
                    <a:pt x="25" y="1"/>
                  </a:lnTo>
                  <a:lnTo>
                    <a:pt x="27" y="1"/>
                  </a:lnTo>
                  <a:lnTo>
                    <a:pt x="28" y="1"/>
                  </a:lnTo>
                  <a:lnTo>
                    <a:pt x="31" y="1"/>
                  </a:lnTo>
                  <a:lnTo>
                    <a:pt x="32" y="0"/>
                  </a:lnTo>
                  <a:lnTo>
                    <a:pt x="20" y="0"/>
                  </a:lnTo>
                  <a:lnTo>
                    <a:pt x="23" y="1"/>
                  </a:lnTo>
                  <a:lnTo>
                    <a:pt x="24" y="1"/>
                  </a:lnTo>
                  <a:lnTo>
                    <a:pt x="25" y="1"/>
                  </a:lnTo>
                  <a:lnTo>
                    <a:pt x="27" y="1"/>
                  </a:lnTo>
                  <a:lnTo>
                    <a:pt x="29" y="1"/>
                  </a:lnTo>
                  <a:lnTo>
                    <a:pt x="31" y="3"/>
                  </a:lnTo>
                  <a:lnTo>
                    <a:pt x="32" y="3"/>
                  </a:lnTo>
                  <a:lnTo>
                    <a:pt x="33" y="3"/>
                  </a:lnTo>
                  <a:lnTo>
                    <a:pt x="35" y="4"/>
                  </a:lnTo>
                  <a:lnTo>
                    <a:pt x="36" y="4"/>
                  </a:lnTo>
                  <a:lnTo>
                    <a:pt x="37" y="5"/>
                  </a:lnTo>
                  <a:lnTo>
                    <a:pt x="39" y="7"/>
                  </a:lnTo>
                  <a:lnTo>
                    <a:pt x="40" y="7"/>
                  </a:lnTo>
                  <a:lnTo>
                    <a:pt x="41" y="8"/>
                  </a:lnTo>
                  <a:lnTo>
                    <a:pt x="43" y="9"/>
                  </a:lnTo>
                  <a:lnTo>
                    <a:pt x="44" y="11"/>
                  </a:lnTo>
                  <a:lnTo>
                    <a:pt x="45" y="12"/>
                  </a:lnTo>
                  <a:lnTo>
                    <a:pt x="47" y="13"/>
                  </a:lnTo>
                  <a:lnTo>
                    <a:pt x="48" y="15"/>
                  </a:lnTo>
                  <a:lnTo>
                    <a:pt x="48" y="16"/>
                  </a:lnTo>
                  <a:lnTo>
                    <a:pt x="49" y="17"/>
                  </a:lnTo>
                  <a:lnTo>
                    <a:pt x="49" y="19"/>
                  </a:lnTo>
                  <a:lnTo>
                    <a:pt x="51" y="20"/>
                  </a:lnTo>
                  <a:lnTo>
                    <a:pt x="51" y="21"/>
                  </a:lnTo>
                  <a:lnTo>
                    <a:pt x="52" y="23"/>
                  </a:lnTo>
                  <a:lnTo>
                    <a:pt x="52" y="25"/>
                  </a:lnTo>
                  <a:lnTo>
                    <a:pt x="52" y="27"/>
                  </a:lnTo>
                  <a:lnTo>
                    <a:pt x="52" y="28"/>
                  </a:lnTo>
                  <a:lnTo>
                    <a:pt x="53" y="29"/>
                  </a:lnTo>
                  <a:lnTo>
                    <a:pt x="53" y="31"/>
                  </a:lnTo>
                  <a:lnTo>
                    <a:pt x="53" y="33"/>
                  </a:lnTo>
                  <a:lnTo>
                    <a:pt x="53" y="21"/>
                  </a:lnTo>
                  <a:lnTo>
                    <a:pt x="53" y="24"/>
                  </a:lnTo>
                  <a:lnTo>
                    <a:pt x="53" y="25"/>
                  </a:lnTo>
                  <a:lnTo>
                    <a:pt x="52" y="27"/>
                  </a:lnTo>
                  <a:lnTo>
                    <a:pt x="52" y="28"/>
                  </a:lnTo>
                  <a:lnTo>
                    <a:pt x="52" y="29"/>
                  </a:lnTo>
                  <a:lnTo>
                    <a:pt x="52" y="31"/>
                  </a:lnTo>
                  <a:lnTo>
                    <a:pt x="51" y="33"/>
                  </a:lnTo>
                  <a:lnTo>
                    <a:pt x="51" y="35"/>
                  </a:lnTo>
                  <a:lnTo>
                    <a:pt x="49" y="36"/>
                  </a:lnTo>
                  <a:lnTo>
                    <a:pt x="49" y="37"/>
                  </a:lnTo>
                  <a:lnTo>
                    <a:pt x="48" y="39"/>
                  </a:lnTo>
                  <a:lnTo>
                    <a:pt x="48" y="40"/>
                  </a:lnTo>
                  <a:lnTo>
                    <a:pt x="47" y="41"/>
                  </a:lnTo>
                  <a:lnTo>
                    <a:pt x="45" y="43"/>
                  </a:lnTo>
                  <a:lnTo>
                    <a:pt x="44" y="44"/>
                  </a:lnTo>
                  <a:lnTo>
                    <a:pt x="43" y="45"/>
                  </a:lnTo>
                  <a:lnTo>
                    <a:pt x="41" y="47"/>
                  </a:lnTo>
                  <a:lnTo>
                    <a:pt x="40" y="48"/>
                  </a:lnTo>
                  <a:lnTo>
                    <a:pt x="39" y="48"/>
                  </a:lnTo>
                  <a:lnTo>
                    <a:pt x="37" y="49"/>
                  </a:lnTo>
                  <a:lnTo>
                    <a:pt x="36" y="51"/>
                  </a:lnTo>
                  <a:lnTo>
                    <a:pt x="35" y="51"/>
                  </a:lnTo>
                  <a:lnTo>
                    <a:pt x="33" y="52"/>
                  </a:lnTo>
                  <a:lnTo>
                    <a:pt x="32" y="52"/>
                  </a:lnTo>
                  <a:lnTo>
                    <a:pt x="31" y="52"/>
                  </a:lnTo>
                  <a:lnTo>
                    <a:pt x="29" y="53"/>
                  </a:lnTo>
                  <a:lnTo>
                    <a:pt x="27" y="53"/>
                  </a:lnTo>
                  <a:lnTo>
                    <a:pt x="25" y="53"/>
                  </a:lnTo>
                  <a:lnTo>
                    <a:pt x="24" y="53"/>
                  </a:lnTo>
                  <a:lnTo>
                    <a:pt x="23" y="53"/>
                  </a:lnTo>
                  <a:lnTo>
                    <a:pt x="20" y="53"/>
                  </a:lnTo>
                  <a:lnTo>
                    <a:pt x="32" y="53"/>
                  </a:lnTo>
                  <a:lnTo>
                    <a:pt x="31" y="53"/>
                  </a:lnTo>
                  <a:lnTo>
                    <a:pt x="28" y="53"/>
                  </a:lnTo>
                  <a:lnTo>
                    <a:pt x="27" y="53"/>
                  </a:lnTo>
                  <a:lnTo>
                    <a:pt x="25" y="53"/>
                  </a:lnTo>
                  <a:lnTo>
                    <a:pt x="24" y="53"/>
                  </a:lnTo>
                  <a:lnTo>
                    <a:pt x="23" y="52"/>
                  </a:lnTo>
                  <a:lnTo>
                    <a:pt x="21" y="52"/>
                  </a:lnTo>
                  <a:lnTo>
                    <a:pt x="19" y="52"/>
                  </a:lnTo>
                  <a:lnTo>
                    <a:pt x="17" y="51"/>
                  </a:lnTo>
                  <a:lnTo>
                    <a:pt x="16" y="51"/>
                  </a:lnTo>
                  <a:lnTo>
                    <a:pt x="15" y="49"/>
                  </a:lnTo>
                  <a:lnTo>
                    <a:pt x="13" y="48"/>
                  </a:lnTo>
                  <a:lnTo>
                    <a:pt x="12" y="48"/>
                  </a:lnTo>
                  <a:lnTo>
                    <a:pt x="11" y="47"/>
                  </a:lnTo>
                  <a:lnTo>
                    <a:pt x="11" y="45"/>
                  </a:lnTo>
                  <a:lnTo>
                    <a:pt x="9" y="44"/>
                  </a:lnTo>
                  <a:lnTo>
                    <a:pt x="8" y="44"/>
                  </a:lnTo>
                  <a:lnTo>
                    <a:pt x="7" y="43"/>
                  </a:lnTo>
                  <a:lnTo>
                    <a:pt x="5" y="41"/>
                  </a:lnTo>
                  <a:lnTo>
                    <a:pt x="5" y="40"/>
                  </a:lnTo>
                  <a:lnTo>
                    <a:pt x="4" y="39"/>
                  </a:lnTo>
                  <a:lnTo>
                    <a:pt x="4" y="37"/>
                  </a:lnTo>
                  <a:lnTo>
                    <a:pt x="3" y="36"/>
                  </a:lnTo>
                  <a:lnTo>
                    <a:pt x="3" y="35"/>
                  </a:lnTo>
                  <a:lnTo>
                    <a:pt x="2" y="33"/>
                  </a:lnTo>
                  <a:lnTo>
                    <a:pt x="2" y="31"/>
                  </a:lnTo>
                  <a:lnTo>
                    <a:pt x="0" y="29"/>
                  </a:lnTo>
                  <a:lnTo>
                    <a:pt x="0" y="28"/>
                  </a:lnTo>
                  <a:lnTo>
                    <a:pt x="0" y="27"/>
                  </a:lnTo>
                  <a:lnTo>
                    <a:pt x="0" y="25"/>
                  </a:lnTo>
                  <a:lnTo>
                    <a:pt x="0" y="24"/>
                  </a:lnTo>
                  <a:lnTo>
                    <a:pt x="0" y="21"/>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35" name="Line 70">
              <a:extLst>
                <a:ext uri="{FF2B5EF4-FFF2-40B4-BE49-F238E27FC236}">
                  <a16:creationId xmlns:a16="http://schemas.microsoft.com/office/drawing/2014/main" id="{B0172CE8-596C-470C-8AC1-EA5FB22C97F6}"/>
                </a:ext>
              </a:extLst>
            </p:cNvPr>
            <p:cNvSpPr>
              <a:spLocks noChangeShapeType="1"/>
            </p:cNvSpPr>
            <p:nvPr/>
          </p:nvSpPr>
          <p:spPr bwMode="auto">
            <a:xfrm flipH="1">
              <a:off x="5707062" y="2408238"/>
              <a:ext cx="315913"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36" name="Rectangle 71">
              <a:extLst>
                <a:ext uri="{FF2B5EF4-FFF2-40B4-BE49-F238E27FC236}">
                  <a16:creationId xmlns:a16="http://schemas.microsoft.com/office/drawing/2014/main" id="{1AC83215-0ABA-4619-881F-B7FBDAD3FC9C}"/>
                </a:ext>
              </a:extLst>
            </p:cNvPr>
            <p:cNvSpPr>
              <a:spLocks noChangeArrowheads="1"/>
            </p:cNvSpPr>
            <p:nvPr/>
          </p:nvSpPr>
          <p:spPr bwMode="auto">
            <a:xfrm>
              <a:off x="5483225" y="5891213"/>
              <a:ext cx="277812"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37" name="Rectangle 72">
              <a:extLst>
                <a:ext uri="{FF2B5EF4-FFF2-40B4-BE49-F238E27FC236}">
                  <a16:creationId xmlns:a16="http://schemas.microsoft.com/office/drawing/2014/main" id="{8C7543DF-11F3-4CAB-89F9-BF8A2764AD2A}"/>
                </a:ext>
              </a:extLst>
            </p:cNvPr>
            <p:cNvSpPr>
              <a:spLocks noChangeArrowheads="1"/>
            </p:cNvSpPr>
            <p:nvPr/>
          </p:nvSpPr>
          <p:spPr bwMode="auto">
            <a:xfrm>
              <a:off x="6905625" y="3468688"/>
              <a:ext cx="211137" cy="269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z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38" name="Rectangle 73">
              <a:extLst>
                <a:ext uri="{FF2B5EF4-FFF2-40B4-BE49-F238E27FC236}">
                  <a16:creationId xmlns:a16="http://schemas.microsoft.com/office/drawing/2014/main" id="{23DFE345-6057-4DDE-9C17-E06D88DE950F}"/>
                </a:ext>
              </a:extLst>
            </p:cNvPr>
            <p:cNvSpPr>
              <a:spLocks noChangeArrowheads="1"/>
            </p:cNvSpPr>
            <p:nvPr/>
          </p:nvSpPr>
          <p:spPr bwMode="auto">
            <a:xfrm>
              <a:off x="6986587" y="3563938"/>
              <a:ext cx="176213" cy="211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39" name="Rectangle 74">
              <a:extLst>
                <a:ext uri="{FF2B5EF4-FFF2-40B4-BE49-F238E27FC236}">
                  <a16:creationId xmlns:a16="http://schemas.microsoft.com/office/drawing/2014/main" id="{C99AEED4-D90A-4513-9727-043F3151C9FB}"/>
                </a:ext>
              </a:extLst>
            </p:cNvPr>
            <p:cNvSpPr>
              <a:spLocks noChangeArrowheads="1"/>
            </p:cNvSpPr>
            <p:nvPr/>
          </p:nvSpPr>
          <p:spPr bwMode="auto">
            <a:xfrm>
              <a:off x="6905625" y="1679575"/>
              <a:ext cx="211137" cy="269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z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40" name="Rectangle 75">
              <a:extLst>
                <a:ext uri="{FF2B5EF4-FFF2-40B4-BE49-F238E27FC236}">
                  <a16:creationId xmlns:a16="http://schemas.microsoft.com/office/drawing/2014/main" id="{7113AD4B-9998-433B-BBC8-61653C2CC9C0}"/>
                </a:ext>
              </a:extLst>
            </p:cNvPr>
            <p:cNvSpPr>
              <a:spLocks noChangeArrowheads="1"/>
            </p:cNvSpPr>
            <p:nvPr/>
          </p:nvSpPr>
          <p:spPr bwMode="auto">
            <a:xfrm>
              <a:off x="6986587" y="1774825"/>
              <a:ext cx="176213" cy="211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41" name="Line 76">
              <a:extLst>
                <a:ext uri="{FF2B5EF4-FFF2-40B4-BE49-F238E27FC236}">
                  <a16:creationId xmlns:a16="http://schemas.microsoft.com/office/drawing/2014/main" id="{FAAF8661-3529-40E9-A8C7-56E8F064399A}"/>
                </a:ext>
              </a:extLst>
            </p:cNvPr>
            <p:cNvSpPr>
              <a:spLocks noChangeShapeType="1"/>
            </p:cNvSpPr>
            <p:nvPr/>
          </p:nvSpPr>
          <p:spPr bwMode="auto">
            <a:xfrm flipH="1">
              <a:off x="4676775" y="4195763"/>
              <a:ext cx="293687"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42" name="Freeform 77">
              <a:extLst>
                <a:ext uri="{FF2B5EF4-FFF2-40B4-BE49-F238E27FC236}">
                  <a16:creationId xmlns:a16="http://schemas.microsoft.com/office/drawing/2014/main" id="{71664010-1E7D-4C6A-8D04-F0E369F6FF08}"/>
                </a:ext>
              </a:extLst>
            </p:cNvPr>
            <p:cNvSpPr>
              <a:spLocks/>
            </p:cNvSpPr>
            <p:nvPr/>
          </p:nvSpPr>
          <p:spPr bwMode="auto">
            <a:xfrm>
              <a:off x="4656137" y="4175125"/>
              <a:ext cx="41275" cy="42863"/>
            </a:xfrm>
            <a:custGeom>
              <a:avLst/>
              <a:gdLst>
                <a:gd name="T0" fmla="*/ 0 w 53"/>
                <a:gd name="T1" fmla="*/ 2147483646 h 53"/>
                <a:gd name="T2" fmla="*/ 0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2147483646 h 53"/>
                <a:gd name="T20" fmla="*/ 2147483646 w 53"/>
                <a:gd name="T21" fmla="*/ 2147483646 h 53"/>
                <a:gd name="T22" fmla="*/ 2147483646 w 53"/>
                <a:gd name="T23" fmla="*/ 0 h 53"/>
                <a:gd name="T24" fmla="*/ 2147483646 w 53"/>
                <a:gd name="T25" fmla="*/ 2147483646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0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1"/>
                  </a:moveTo>
                  <a:lnTo>
                    <a:pt x="0" y="33"/>
                  </a:lnTo>
                  <a:lnTo>
                    <a:pt x="0" y="31"/>
                  </a:lnTo>
                  <a:lnTo>
                    <a:pt x="0" y="29"/>
                  </a:lnTo>
                  <a:lnTo>
                    <a:pt x="0" y="28"/>
                  </a:lnTo>
                  <a:lnTo>
                    <a:pt x="0" y="27"/>
                  </a:lnTo>
                  <a:lnTo>
                    <a:pt x="0" y="25"/>
                  </a:lnTo>
                  <a:lnTo>
                    <a:pt x="2" y="23"/>
                  </a:lnTo>
                  <a:lnTo>
                    <a:pt x="2" y="21"/>
                  </a:lnTo>
                  <a:lnTo>
                    <a:pt x="3" y="20"/>
                  </a:lnTo>
                  <a:lnTo>
                    <a:pt x="3" y="19"/>
                  </a:lnTo>
                  <a:lnTo>
                    <a:pt x="4" y="17"/>
                  </a:lnTo>
                  <a:lnTo>
                    <a:pt x="4" y="16"/>
                  </a:lnTo>
                  <a:lnTo>
                    <a:pt x="5" y="15"/>
                  </a:lnTo>
                  <a:lnTo>
                    <a:pt x="5" y="13"/>
                  </a:lnTo>
                  <a:lnTo>
                    <a:pt x="7" y="12"/>
                  </a:lnTo>
                  <a:lnTo>
                    <a:pt x="8" y="11"/>
                  </a:lnTo>
                  <a:lnTo>
                    <a:pt x="9" y="11"/>
                  </a:lnTo>
                  <a:lnTo>
                    <a:pt x="11" y="10"/>
                  </a:lnTo>
                  <a:lnTo>
                    <a:pt x="11" y="8"/>
                  </a:lnTo>
                  <a:lnTo>
                    <a:pt x="12" y="7"/>
                  </a:lnTo>
                  <a:lnTo>
                    <a:pt x="13" y="7"/>
                  </a:lnTo>
                  <a:lnTo>
                    <a:pt x="15" y="6"/>
                  </a:lnTo>
                  <a:lnTo>
                    <a:pt x="16" y="4"/>
                  </a:lnTo>
                  <a:lnTo>
                    <a:pt x="17" y="4"/>
                  </a:lnTo>
                  <a:lnTo>
                    <a:pt x="19" y="3"/>
                  </a:lnTo>
                  <a:lnTo>
                    <a:pt x="21" y="3"/>
                  </a:lnTo>
                  <a:lnTo>
                    <a:pt x="23" y="3"/>
                  </a:lnTo>
                  <a:lnTo>
                    <a:pt x="24" y="2"/>
                  </a:lnTo>
                  <a:lnTo>
                    <a:pt x="25" y="2"/>
                  </a:lnTo>
                  <a:lnTo>
                    <a:pt x="27" y="2"/>
                  </a:lnTo>
                  <a:lnTo>
                    <a:pt x="28" y="2"/>
                  </a:lnTo>
                  <a:lnTo>
                    <a:pt x="31" y="2"/>
                  </a:lnTo>
                  <a:lnTo>
                    <a:pt x="32" y="0"/>
                  </a:lnTo>
                  <a:lnTo>
                    <a:pt x="20" y="0"/>
                  </a:lnTo>
                  <a:lnTo>
                    <a:pt x="23" y="2"/>
                  </a:lnTo>
                  <a:lnTo>
                    <a:pt x="24" y="2"/>
                  </a:lnTo>
                  <a:lnTo>
                    <a:pt x="25" y="2"/>
                  </a:lnTo>
                  <a:lnTo>
                    <a:pt x="27" y="2"/>
                  </a:lnTo>
                  <a:lnTo>
                    <a:pt x="29" y="2"/>
                  </a:lnTo>
                  <a:lnTo>
                    <a:pt x="31" y="3"/>
                  </a:lnTo>
                  <a:lnTo>
                    <a:pt x="32" y="3"/>
                  </a:lnTo>
                  <a:lnTo>
                    <a:pt x="33" y="3"/>
                  </a:lnTo>
                  <a:lnTo>
                    <a:pt x="35" y="4"/>
                  </a:lnTo>
                  <a:lnTo>
                    <a:pt x="36" y="4"/>
                  </a:lnTo>
                  <a:lnTo>
                    <a:pt x="37" y="6"/>
                  </a:lnTo>
                  <a:lnTo>
                    <a:pt x="39" y="7"/>
                  </a:lnTo>
                  <a:lnTo>
                    <a:pt x="40" y="7"/>
                  </a:lnTo>
                  <a:lnTo>
                    <a:pt x="41" y="8"/>
                  </a:lnTo>
                  <a:lnTo>
                    <a:pt x="43" y="10"/>
                  </a:lnTo>
                  <a:lnTo>
                    <a:pt x="44" y="11"/>
                  </a:lnTo>
                  <a:lnTo>
                    <a:pt x="45" y="12"/>
                  </a:lnTo>
                  <a:lnTo>
                    <a:pt x="47" y="13"/>
                  </a:lnTo>
                  <a:lnTo>
                    <a:pt x="48" y="15"/>
                  </a:lnTo>
                  <a:lnTo>
                    <a:pt x="48" y="16"/>
                  </a:lnTo>
                  <a:lnTo>
                    <a:pt x="49" y="17"/>
                  </a:lnTo>
                  <a:lnTo>
                    <a:pt x="49" y="19"/>
                  </a:lnTo>
                  <a:lnTo>
                    <a:pt x="51" y="20"/>
                  </a:lnTo>
                  <a:lnTo>
                    <a:pt x="51" y="21"/>
                  </a:lnTo>
                  <a:lnTo>
                    <a:pt x="52" y="23"/>
                  </a:lnTo>
                  <a:lnTo>
                    <a:pt x="52" y="25"/>
                  </a:lnTo>
                  <a:lnTo>
                    <a:pt x="52" y="27"/>
                  </a:lnTo>
                  <a:lnTo>
                    <a:pt x="52" y="28"/>
                  </a:lnTo>
                  <a:lnTo>
                    <a:pt x="53" y="29"/>
                  </a:lnTo>
                  <a:lnTo>
                    <a:pt x="53" y="31"/>
                  </a:lnTo>
                  <a:lnTo>
                    <a:pt x="53" y="33"/>
                  </a:lnTo>
                  <a:lnTo>
                    <a:pt x="53" y="21"/>
                  </a:lnTo>
                  <a:lnTo>
                    <a:pt x="53" y="24"/>
                  </a:lnTo>
                  <a:lnTo>
                    <a:pt x="53" y="25"/>
                  </a:lnTo>
                  <a:lnTo>
                    <a:pt x="52" y="27"/>
                  </a:lnTo>
                  <a:lnTo>
                    <a:pt x="52" y="28"/>
                  </a:lnTo>
                  <a:lnTo>
                    <a:pt x="52" y="29"/>
                  </a:lnTo>
                  <a:lnTo>
                    <a:pt x="52" y="31"/>
                  </a:lnTo>
                  <a:lnTo>
                    <a:pt x="51" y="33"/>
                  </a:lnTo>
                  <a:lnTo>
                    <a:pt x="51" y="35"/>
                  </a:lnTo>
                  <a:lnTo>
                    <a:pt x="49" y="36"/>
                  </a:lnTo>
                  <a:lnTo>
                    <a:pt x="49" y="37"/>
                  </a:lnTo>
                  <a:lnTo>
                    <a:pt x="48" y="39"/>
                  </a:lnTo>
                  <a:lnTo>
                    <a:pt x="48" y="40"/>
                  </a:lnTo>
                  <a:lnTo>
                    <a:pt x="47" y="41"/>
                  </a:lnTo>
                  <a:lnTo>
                    <a:pt x="45" y="43"/>
                  </a:lnTo>
                  <a:lnTo>
                    <a:pt x="44" y="44"/>
                  </a:lnTo>
                  <a:lnTo>
                    <a:pt x="43" y="45"/>
                  </a:lnTo>
                  <a:lnTo>
                    <a:pt x="41" y="47"/>
                  </a:lnTo>
                  <a:lnTo>
                    <a:pt x="40" y="48"/>
                  </a:lnTo>
                  <a:lnTo>
                    <a:pt x="39" y="48"/>
                  </a:lnTo>
                  <a:lnTo>
                    <a:pt x="37" y="49"/>
                  </a:lnTo>
                  <a:lnTo>
                    <a:pt x="36" y="51"/>
                  </a:lnTo>
                  <a:lnTo>
                    <a:pt x="35" y="51"/>
                  </a:lnTo>
                  <a:lnTo>
                    <a:pt x="33" y="52"/>
                  </a:lnTo>
                  <a:lnTo>
                    <a:pt x="32" y="52"/>
                  </a:lnTo>
                  <a:lnTo>
                    <a:pt x="31" y="52"/>
                  </a:lnTo>
                  <a:lnTo>
                    <a:pt x="29" y="53"/>
                  </a:lnTo>
                  <a:lnTo>
                    <a:pt x="27" y="53"/>
                  </a:lnTo>
                  <a:lnTo>
                    <a:pt x="25" y="53"/>
                  </a:lnTo>
                  <a:lnTo>
                    <a:pt x="24" y="53"/>
                  </a:lnTo>
                  <a:lnTo>
                    <a:pt x="23" y="53"/>
                  </a:lnTo>
                  <a:lnTo>
                    <a:pt x="20" y="53"/>
                  </a:lnTo>
                  <a:lnTo>
                    <a:pt x="32" y="53"/>
                  </a:lnTo>
                  <a:lnTo>
                    <a:pt x="31" y="53"/>
                  </a:lnTo>
                  <a:lnTo>
                    <a:pt x="28" y="53"/>
                  </a:lnTo>
                  <a:lnTo>
                    <a:pt x="27" y="53"/>
                  </a:lnTo>
                  <a:lnTo>
                    <a:pt x="25" y="53"/>
                  </a:lnTo>
                  <a:lnTo>
                    <a:pt x="24" y="53"/>
                  </a:lnTo>
                  <a:lnTo>
                    <a:pt x="23" y="52"/>
                  </a:lnTo>
                  <a:lnTo>
                    <a:pt x="21" y="52"/>
                  </a:lnTo>
                  <a:lnTo>
                    <a:pt x="19" y="52"/>
                  </a:lnTo>
                  <a:lnTo>
                    <a:pt x="17" y="51"/>
                  </a:lnTo>
                  <a:lnTo>
                    <a:pt x="16" y="51"/>
                  </a:lnTo>
                  <a:lnTo>
                    <a:pt x="15" y="49"/>
                  </a:lnTo>
                  <a:lnTo>
                    <a:pt x="13" y="48"/>
                  </a:lnTo>
                  <a:lnTo>
                    <a:pt x="12" y="48"/>
                  </a:lnTo>
                  <a:lnTo>
                    <a:pt x="11" y="47"/>
                  </a:lnTo>
                  <a:lnTo>
                    <a:pt x="11" y="45"/>
                  </a:lnTo>
                  <a:lnTo>
                    <a:pt x="9" y="44"/>
                  </a:lnTo>
                  <a:lnTo>
                    <a:pt x="8" y="44"/>
                  </a:lnTo>
                  <a:lnTo>
                    <a:pt x="7" y="43"/>
                  </a:lnTo>
                  <a:lnTo>
                    <a:pt x="5" y="41"/>
                  </a:lnTo>
                  <a:lnTo>
                    <a:pt x="5" y="40"/>
                  </a:lnTo>
                  <a:lnTo>
                    <a:pt x="4" y="39"/>
                  </a:lnTo>
                  <a:lnTo>
                    <a:pt x="4" y="37"/>
                  </a:lnTo>
                  <a:lnTo>
                    <a:pt x="3" y="36"/>
                  </a:lnTo>
                  <a:lnTo>
                    <a:pt x="3" y="35"/>
                  </a:lnTo>
                  <a:lnTo>
                    <a:pt x="2" y="33"/>
                  </a:lnTo>
                  <a:lnTo>
                    <a:pt x="2" y="31"/>
                  </a:lnTo>
                  <a:lnTo>
                    <a:pt x="0" y="29"/>
                  </a:lnTo>
                  <a:lnTo>
                    <a:pt x="0" y="28"/>
                  </a:lnTo>
                  <a:lnTo>
                    <a:pt x="0" y="27"/>
                  </a:lnTo>
                  <a:lnTo>
                    <a:pt x="0" y="25"/>
                  </a:lnTo>
                  <a:lnTo>
                    <a:pt x="0" y="24"/>
                  </a:lnTo>
                  <a:lnTo>
                    <a:pt x="0" y="21"/>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43" name="Rectangle 78">
              <a:extLst>
                <a:ext uri="{FF2B5EF4-FFF2-40B4-BE49-F238E27FC236}">
                  <a16:creationId xmlns:a16="http://schemas.microsoft.com/office/drawing/2014/main" id="{D52C06FA-E847-47A8-BDEF-FC2935377AD1}"/>
                </a:ext>
              </a:extLst>
            </p:cNvPr>
            <p:cNvSpPr>
              <a:spLocks noChangeArrowheads="1"/>
            </p:cNvSpPr>
            <p:nvPr/>
          </p:nvSpPr>
          <p:spPr bwMode="auto">
            <a:xfrm>
              <a:off x="1897062" y="5859463"/>
              <a:ext cx="268288" cy="269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944" name="Line 43">
              <a:extLst>
                <a:ext uri="{FF2B5EF4-FFF2-40B4-BE49-F238E27FC236}">
                  <a16:creationId xmlns:a16="http://schemas.microsoft.com/office/drawing/2014/main" id="{23A0FEDC-B470-4B11-8374-1667D531F75B}"/>
                </a:ext>
              </a:extLst>
            </p:cNvPr>
            <p:cNvSpPr>
              <a:spLocks noChangeShapeType="1"/>
            </p:cNvSpPr>
            <p:nvPr/>
          </p:nvSpPr>
          <p:spPr bwMode="auto">
            <a:xfrm flipH="1" flipV="1">
              <a:off x="4343400" y="1828800"/>
              <a:ext cx="601662" cy="63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29" name="Title 1">
            <a:extLst>
              <a:ext uri="{FF2B5EF4-FFF2-40B4-BE49-F238E27FC236}">
                <a16:creationId xmlns:a16="http://schemas.microsoft.com/office/drawing/2014/main" id="{E9D3150E-B7A4-4DC8-98DA-631C28FC30B4}"/>
              </a:ext>
            </a:extLst>
          </p:cNvPr>
          <p:cNvSpPr txBox="1">
            <a:spLocks/>
          </p:cNvSpPr>
          <p:nvPr/>
        </p:nvSpPr>
        <p:spPr bwMode="auto">
          <a:xfrm>
            <a:off x="0" y="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Let’s Draw the Circuit for this example</a:t>
            </a:r>
          </a:p>
        </p:txBody>
      </p:sp>
      <p:grpSp>
        <p:nvGrpSpPr>
          <p:cNvPr id="124930" name="Group 2">
            <a:extLst>
              <a:ext uri="{FF2B5EF4-FFF2-40B4-BE49-F238E27FC236}">
                <a16:creationId xmlns:a16="http://schemas.microsoft.com/office/drawing/2014/main" id="{88F67144-4242-4690-930C-EA42A3F19284}"/>
              </a:ext>
            </a:extLst>
          </p:cNvPr>
          <p:cNvGrpSpPr>
            <a:grpSpLocks/>
          </p:cNvGrpSpPr>
          <p:nvPr/>
        </p:nvGrpSpPr>
        <p:grpSpPr bwMode="auto">
          <a:xfrm>
            <a:off x="3116263" y="1371600"/>
            <a:ext cx="5265737" cy="4754563"/>
            <a:chOff x="1897062" y="1524000"/>
            <a:chExt cx="5265738" cy="4754563"/>
          </a:xfrm>
        </p:grpSpPr>
        <p:sp>
          <p:nvSpPr>
            <p:cNvPr id="124940" name="Rectangle 4">
              <a:extLst>
                <a:ext uri="{FF2B5EF4-FFF2-40B4-BE49-F238E27FC236}">
                  <a16:creationId xmlns:a16="http://schemas.microsoft.com/office/drawing/2014/main" id="{CEEE4BD6-8E6A-407C-B600-0FEB4F4D5A17}"/>
                </a:ext>
              </a:extLst>
            </p:cNvPr>
            <p:cNvSpPr>
              <a:spLocks noChangeArrowheads="1"/>
            </p:cNvSpPr>
            <p:nvPr/>
          </p:nvSpPr>
          <p:spPr bwMode="auto">
            <a:xfrm>
              <a:off x="4970462" y="1524000"/>
              <a:ext cx="736600" cy="1177925"/>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941" name="Rectangle 5">
              <a:extLst>
                <a:ext uri="{FF2B5EF4-FFF2-40B4-BE49-F238E27FC236}">
                  <a16:creationId xmlns:a16="http://schemas.microsoft.com/office/drawing/2014/main" id="{74A414B3-85B0-4592-8917-C2EC2B46CE61}"/>
                </a:ext>
              </a:extLst>
            </p:cNvPr>
            <p:cNvSpPr>
              <a:spLocks noChangeArrowheads="1"/>
            </p:cNvSpPr>
            <p:nvPr/>
          </p:nvSpPr>
          <p:spPr bwMode="auto">
            <a:xfrm>
              <a:off x="5045075" y="1717675"/>
              <a:ext cx="173037"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p>
          </p:txBody>
        </p:sp>
        <p:sp>
          <p:nvSpPr>
            <p:cNvPr id="124942" name="Rectangle 6">
              <a:extLst>
                <a:ext uri="{FF2B5EF4-FFF2-40B4-BE49-F238E27FC236}">
                  <a16:creationId xmlns:a16="http://schemas.microsoft.com/office/drawing/2014/main" id="{BE7F9E72-D26E-4D48-820C-08DC676182C9}"/>
                </a:ext>
              </a:extLst>
            </p:cNvPr>
            <p:cNvSpPr>
              <a:spLocks noChangeArrowheads="1"/>
            </p:cNvSpPr>
            <p:nvPr/>
          </p:nvSpPr>
          <p:spPr bwMode="auto">
            <a:xfrm>
              <a:off x="5481637" y="1709738"/>
              <a:ext cx="173038"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Q </a:t>
              </a:r>
            </a:p>
          </p:txBody>
        </p:sp>
        <p:sp>
          <p:nvSpPr>
            <p:cNvPr id="124943" name="Line 7">
              <a:extLst>
                <a:ext uri="{FF2B5EF4-FFF2-40B4-BE49-F238E27FC236}">
                  <a16:creationId xmlns:a16="http://schemas.microsoft.com/office/drawing/2014/main" id="{42259774-EB08-4527-BA55-DE47FFA49156}"/>
                </a:ext>
              </a:extLst>
            </p:cNvPr>
            <p:cNvSpPr>
              <a:spLocks noChangeShapeType="1"/>
            </p:cNvSpPr>
            <p:nvPr/>
          </p:nvSpPr>
          <p:spPr bwMode="auto">
            <a:xfrm flipH="1">
              <a:off x="5495925" y="2303463"/>
              <a:ext cx="106362"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944" name="Freeform 8">
              <a:extLst>
                <a:ext uri="{FF2B5EF4-FFF2-40B4-BE49-F238E27FC236}">
                  <a16:creationId xmlns:a16="http://schemas.microsoft.com/office/drawing/2014/main" id="{FE91A30E-9390-4C94-A69A-A0B5F37EC31C}"/>
                </a:ext>
              </a:extLst>
            </p:cNvPr>
            <p:cNvSpPr>
              <a:spLocks/>
            </p:cNvSpPr>
            <p:nvPr/>
          </p:nvSpPr>
          <p:spPr bwMode="auto">
            <a:xfrm>
              <a:off x="4970462" y="2324100"/>
              <a:ext cx="147638" cy="168275"/>
            </a:xfrm>
            <a:custGeom>
              <a:avLst/>
              <a:gdLst>
                <a:gd name="T0" fmla="*/ 0 w 185"/>
                <a:gd name="T1" fmla="*/ 2147483646 h 212"/>
                <a:gd name="T2" fmla="*/ 2147483646 w 185"/>
                <a:gd name="T3" fmla="*/ 2147483646 h 212"/>
                <a:gd name="T4" fmla="*/ 0 w 185"/>
                <a:gd name="T5" fmla="*/ 0 h 212"/>
                <a:gd name="T6" fmla="*/ 0 60000 65536"/>
                <a:gd name="T7" fmla="*/ 0 60000 65536"/>
                <a:gd name="T8" fmla="*/ 0 60000 65536"/>
                <a:gd name="T9" fmla="*/ 0 w 185"/>
                <a:gd name="T10" fmla="*/ 0 h 212"/>
                <a:gd name="T11" fmla="*/ 185 w 185"/>
                <a:gd name="T12" fmla="*/ 212 h 212"/>
              </a:gdLst>
              <a:ahLst/>
              <a:cxnLst>
                <a:cxn ang="T6">
                  <a:pos x="T0" y="T1"/>
                </a:cxn>
                <a:cxn ang="T7">
                  <a:pos x="T2" y="T3"/>
                </a:cxn>
                <a:cxn ang="T8">
                  <a:pos x="T4" y="T5"/>
                </a:cxn>
              </a:cxnLst>
              <a:rect l="T9" t="T10" r="T11" b="T12"/>
              <a:pathLst>
                <a:path w="185" h="212">
                  <a:moveTo>
                    <a:pt x="0" y="212"/>
                  </a:moveTo>
                  <a:lnTo>
                    <a:pt x="185" y="106"/>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945" name="Rectangle 10">
              <a:extLst>
                <a:ext uri="{FF2B5EF4-FFF2-40B4-BE49-F238E27FC236}">
                  <a16:creationId xmlns:a16="http://schemas.microsoft.com/office/drawing/2014/main" id="{FB45E44E-3C9E-4117-B5B2-BA904F5D8C40}"/>
                </a:ext>
              </a:extLst>
            </p:cNvPr>
            <p:cNvSpPr>
              <a:spLocks noChangeArrowheads="1"/>
            </p:cNvSpPr>
            <p:nvPr/>
          </p:nvSpPr>
          <p:spPr bwMode="auto">
            <a:xfrm>
              <a:off x="5483225" y="2311400"/>
              <a:ext cx="173037"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Q </a:t>
              </a:r>
            </a:p>
          </p:txBody>
        </p:sp>
        <p:sp>
          <p:nvSpPr>
            <p:cNvPr id="124946" name="Rectangle 11">
              <a:extLst>
                <a:ext uri="{FF2B5EF4-FFF2-40B4-BE49-F238E27FC236}">
                  <a16:creationId xmlns:a16="http://schemas.microsoft.com/office/drawing/2014/main" id="{B8A9F12E-854A-44B5-ACC6-99685F492BE3}"/>
                </a:ext>
              </a:extLst>
            </p:cNvPr>
            <p:cNvSpPr>
              <a:spLocks noChangeArrowheads="1"/>
            </p:cNvSpPr>
            <p:nvPr/>
          </p:nvSpPr>
          <p:spPr bwMode="auto">
            <a:xfrm>
              <a:off x="6905625" y="5257800"/>
              <a:ext cx="211137" cy="269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z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947" name="Rectangle 29">
              <a:extLst>
                <a:ext uri="{FF2B5EF4-FFF2-40B4-BE49-F238E27FC236}">
                  <a16:creationId xmlns:a16="http://schemas.microsoft.com/office/drawing/2014/main" id="{7274C949-1AEC-4823-8074-D97F85FF79DD}"/>
                </a:ext>
              </a:extLst>
            </p:cNvPr>
            <p:cNvSpPr>
              <a:spLocks noChangeArrowheads="1"/>
            </p:cNvSpPr>
            <p:nvPr/>
          </p:nvSpPr>
          <p:spPr bwMode="auto">
            <a:xfrm>
              <a:off x="4970462" y="3313113"/>
              <a:ext cx="736600" cy="1177925"/>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948" name="Rectangle 30">
              <a:extLst>
                <a:ext uri="{FF2B5EF4-FFF2-40B4-BE49-F238E27FC236}">
                  <a16:creationId xmlns:a16="http://schemas.microsoft.com/office/drawing/2014/main" id="{B73E8B08-160D-45D5-9F93-4A1F90FDF17E}"/>
                </a:ext>
              </a:extLst>
            </p:cNvPr>
            <p:cNvSpPr>
              <a:spLocks noChangeArrowheads="1"/>
            </p:cNvSpPr>
            <p:nvPr/>
          </p:nvSpPr>
          <p:spPr bwMode="auto">
            <a:xfrm>
              <a:off x="6986587" y="5353050"/>
              <a:ext cx="176213" cy="211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949" name="Rectangle 31">
              <a:extLst>
                <a:ext uri="{FF2B5EF4-FFF2-40B4-BE49-F238E27FC236}">
                  <a16:creationId xmlns:a16="http://schemas.microsoft.com/office/drawing/2014/main" id="{23E18F71-7E8D-40C2-A9D4-E037DD220BAF}"/>
                </a:ext>
              </a:extLst>
            </p:cNvPr>
            <p:cNvSpPr>
              <a:spLocks noChangeArrowheads="1"/>
            </p:cNvSpPr>
            <p:nvPr/>
          </p:nvSpPr>
          <p:spPr bwMode="auto">
            <a:xfrm>
              <a:off x="5045075" y="3506788"/>
              <a:ext cx="277812"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950" name="Rectangle 32">
              <a:extLst>
                <a:ext uri="{FF2B5EF4-FFF2-40B4-BE49-F238E27FC236}">
                  <a16:creationId xmlns:a16="http://schemas.microsoft.com/office/drawing/2014/main" id="{9EDEEC5D-D149-4506-8445-AE126DF19C35}"/>
                </a:ext>
              </a:extLst>
            </p:cNvPr>
            <p:cNvSpPr>
              <a:spLocks noChangeArrowheads="1"/>
            </p:cNvSpPr>
            <p:nvPr/>
          </p:nvSpPr>
          <p:spPr bwMode="auto">
            <a:xfrm>
              <a:off x="5481637" y="3498850"/>
              <a:ext cx="277813"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951" name="Line 33">
              <a:extLst>
                <a:ext uri="{FF2B5EF4-FFF2-40B4-BE49-F238E27FC236}">
                  <a16:creationId xmlns:a16="http://schemas.microsoft.com/office/drawing/2014/main" id="{75D05793-59A7-4487-A3C1-50DF543CE397}"/>
                </a:ext>
              </a:extLst>
            </p:cNvPr>
            <p:cNvSpPr>
              <a:spLocks noChangeShapeType="1"/>
            </p:cNvSpPr>
            <p:nvPr/>
          </p:nvSpPr>
          <p:spPr bwMode="auto">
            <a:xfrm flipH="1">
              <a:off x="5495925" y="4090988"/>
              <a:ext cx="106362"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952" name="Freeform 34">
              <a:extLst>
                <a:ext uri="{FF2B5EF4-FFF2-40B4-BE49-F238E27FC236}">
                  <a16:creationId xmlns:a16="http://schemas.microsoft.com/office/drawing/2014/main" id="{6C1B2B16-383A-42DF-8F46-2D5D6DB571A5}"/>
                </a:ext>
              </a:extLst>
            </p:cNvPr>
            <p:cNvSpPr>
              <a:spLocks/>
            </p:cNvSpPr>
            <p:nvPr/>
          </p:nvSpPr>
          <p:spPr bwMode="auto">
            <a:xfrm>
              <a:off x="4970462" y="4133850"/>
              <a:ext cx="147638" cy="146050"/>
            </a:xfrm>
            <a:custGeom>
              <a:avLst/>
              <a:gdLst>
                <a:gd name="T0" fmla="*/ 0 w 185"/>
                <a:gd name="T1" fmla="*/ 2147483646 h 186"/>
                <a:gd name="T2" fmla="*/ 2147483646 w 185"/>
                <a:gd name="T3" fmla="*/ 2147483646 h 186"/>
                <a:gd name="T4" fmla="*/ 0 w 185"/>
                <a:gd name="T5" fmla="*/ 0 h 186"/>
                <a:gd name="T6" fmla="*/ 0 60000 65536"/>
                <a:gd name="T7" fmla="*/ 0 60000 65536"/>
                <a:gd name="T8" fmla="*/ 0 60000 65536"/>
                <a:gd name="T9" fmla="*/ 0 w 185"/>
                <a:gd name="T10" fmla="*/ 0 h 186"/>
                <a:gd name="T11" fmla="*/ 185 w 185"/>
                <a:gd name="T12" fmla="*/ 186 h 186"/>
              </a:gdLst>
              <a:ahLst/>
              <a:cxnLst>
                <a:cxn ang="T6">
                  <a:pos x="T0" y="T1"/>
                </a:cxn>
                <a:cxn ang="T7">
                  <a:pos x="T2" y="T3"/>
                </a:cxn>
                <a:cxn ang="T8">
                  <a:pos x="T4" y="T5"/>
                </a:cxn>
              </a:cxnLst>
              <a:rect l="T9" t="T10" r="T11" b="T12"/>
              <a:pathLst>
                <a:path w="185" h="186">
                  <a:moveTo>
                    <a:pt x="0" y="186"/>
                  </a:moveTo>
                  <a:lnTo>
                    <a:pt x="185" y="80"/>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953" name="Rectangle 35">
              <a:extLst>
                <a:ext uri="{FF2B5EF4-FFF2-40B4-BE49-F238E27FC236}">
                  <a16:creationId xmlns:a16="http://schemas.microsoft.com/office/drawing/2014/main" id="{B0BA3507-B16D-4A9B-8752-F410167EE9F5}"/>
                </a:ext>
              </a:extLst>
            </p:cNvPr>
            <p:cNvSpPr>
              <a:spLocks noChangeArrowheads="1"/>
            </p:cNvSpPr>
            <p:nvPr/>
          </p:nvSpPr>
          <p:spPr bwMode="auto">
            <a:xfrm>
              <a:off x="4970462" y="5100638"/>
              <a:ext cx="736600" cy="1177925"/>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954" name="Rectangle 36">
              <a:extLst>
                <a:ext uri="{FF2B5EF4-FFF2-40B4-BE49-F238E27FC236}">
                  <a16:creationId xmlns:a16="http://schemas.microsoft.com/office/drawing/2014/main" id="{DB86CF8D-50FB-4F25-9C6E-4708B0EBC7AE}"/>
                </a:ext>
              </a:extLst>
            </p:cNvPr>
            <p:cNvSpPr>
              <a:spLocks noChangeArrowheads="1"/>
            </p:cNvSpPr>
            <p:nvPr/>
          </p:nvSpPr>
          <p:spPr bwMode="auto">
            <a:xfrm>
              <a:off x="5483225" y="4100513"/>
              <a:ext cx="277812"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955" name="Rectangle 37">
              <a:extLst>
                <a:ext uri="{FF2B5EF4-FFF2-40B4-BE49-F238E27FC236}">
                  <a16:creationId xmlns:a16="http://schemas.microsoft.com/office/drawing/2014/main" id="{AFEE62F5-65B6-4823-AC0E-12D5F60A6FAC}"/>
                </a:ext>
              </a:extLst>
            </p:cNvPr>
            <p:cNvSpPr>
              <a:spLocks noChangeArrowheads="1"/>
            </p:cNvSpPr>
            <p:nvPr/>
          </p:nvSpPr>
          <p:spPr bwMode="auto">
            <a:xfrm>
              <a:off x="5045075" y="5295900"/>
              <a:ext cx="27781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956" name="Rectangle 38">
              <a:extLst>
                <a:ext uri="{FF2B5EF4-FFF2-40B4-BE49-F238E27FC236}">
                  <a16:creationId xmlns:a16="http://schemas.microsoft.com/office/drawing/2014/main" id="{8C41FA2C-6846-426E-B8A9-197C9B2E365E}"/>
                </a:ext>
              </a:extLst>
            </p:cNvPr>
            <p:cNvSpPr>
              <a:spLocks noChangeArrowheads="1"/>
            </p:cNvSpPr>
            <p:nvPr/>
          </p:nvSpPr>
          <p:spPr bwMode="auto">
            <a:xfrm>
              <a:off x="5481637" y="5289550"/>
              <a:ext cx="277813"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957" name="Line 39">
              <a:extLst>
                <a:ext uri="{FF2B5EF4-FFF2-40B4-BE49-F238E27FC236}">
                  <a16:creationId xmlns:a16="http://schemas.microsoft.com/office/drawing/2014/main" id="{B3288FC5-EA0D-4580-9213-A4249602745A}"/>
                </a:ext>
              </a:extLst>
            </p:cNvPr>
            <p:cNvSpPr>
              <a:spLocks noChangeShapeType="1"/>
            </p:cNvSpPr>
            <p:nvPr/>
          </p:nvSpPr>
          <p:spPr bwMode="auto">
            <a:xfrm flipH="1">
              <a:off x="5495925" y="5880100"/>
              <a:ext cx="106362"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958" name="Freeform 40">
              <a:extLst>
                <a:ext uri="{FF2B5EF4-FFF2-40B4-BE49-F238E27FC236}">
                  <a16:creationId xmlns:a16="http://schemas.microsoft.com/office/drawing/2014/main" id="{2DCEDA18-0FA6-4971-9F49-F995C674D4ED}"/>
                </a:ext>
              </a:extLst>
            </p:cNvPr>
            <p:cNvSpPr>
              <a:spLocks/>
            </p:cNvSpPr>
            <p:nvPr/>
          </p:nvSpPr>
          <p:spPr bwMode="auto">
            <a:xfrm>
              <a:off x="4970462" y="5921375"/>
              <a:ext cx="147638" cy="147638"/>
            </a:xfrm>
            <a:custGeom>
              <a:avLst/>
              <a:gdLst>
                <a:gd name="T0" fmla="*/ 0 w 185"/>
                <a:gd name="T1" fmla="*/ 2147483646 h 186"/>
                <a:gd name="T2" fmla="*/ 2147483646 w 185"/>
                <a:gd name="T3" fmla="*/ 2147483646 h 186"/>
                <a:gd name="T4" fmla="*/ 0 w 185"/>
                <a:gd name="T5" fmla="*/ 0 h 186"/>
                <a:gd name="T6" fmla="*/ 0 60000 65536"/>
                <a:gd name="T7" fmla="*/ 0 60000 65536"/>
                <a:gd name="T8" fmla="*/ 0 60000 65536"/>
                <a:gd name="T9" fmla="*/ 0 w 185"/>
                <a:gd name="T10" fmla="*/ 0 h 186"/>
                <a:gd name="T11" fmla="*/ 185 w 185"/>
                <a:gd name="T12" fmla="*/ 186 h 186"/>
              </a:gdLst>
              <a:ahLst/>
              <a:cxnLst>
                <a:cxn ang="T6">
                  <a:pos x="T0" y="T1"/>
                </a:cxn>
                <a:cxn ang="T7">
                  <a:pos x="T2" y="T3"/>
                </a:cxn>
                <a:cxn ang="T8">
                  <a:pos x="T4" y="T5"/>
                </a:cxn>
              </a:cxnLst>
              <a:rect l="T9" t="T10" r="T11" b="T12"/>
              <a:pathLst>
                <a:path w="185" h="186">
                  <a:moveTo>
                    <a:pt x="0" y="186"/>
                  </a:moveTo>
                  <a:lnTo>
                    <a:pt x="185" y="80"/>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959" name="Freeform 41">
              <a:extLst>
                <a:ext uri="{FF2B5EF4-FFF2-40B4-BE49-F238E27FC236}">
                  <a16:creationId xmlns:a16="http://schemas.microsoft.com/office/drawing/2014/main" id="{35688505-C0B5-4EF7-BD96-CB246A72CB37}"/>
                </a:ext>
              </a:extLst>
            </p:cNvPr>
            <p:cNvSpPr>
              <a:spLocks/>
            </p:cNvSpPr>
            <p:nvPr/>
          </p:nvSpPr>
          <p:spPr bwMode="auto">
            <a:xfrm>
              <a:off x="4676775" y="2408238"/>
              <a:ext cx="293687" cy="3576637"/>
            </a:xfrm>
            <a:custGeom>
              <a:avLst/>
              <a:gdLst>
                <a:gd name="T0" fmla="*/ 0 w 371"/>
                <a:gd name="T1" fmla="*/ 2147483646 h 4506"/>
                <a:gd name="T2" fmla="*/ 0 w 371"/>
                <a:gd name="T3" fmla="*/ 0 h 4506"/>
                <a:gd name="T4" fmla="*/ 2147483646 w 371"/>
                <a:gd name="T5" fmla="*/ 0 h 4506"/>
                <a:gd name="T6" fmla="*/ 0 60000 65536"/>
                <a:gd name="T7" fmla="*/ 0 60000 65536"/>
                <a:gd name="T8" fmla="*/ 0 60000 65536"/>
                <a:gd name="T9" fmla="*/ 0 w 371"/>
                <a:gd name="T10" fmla="*/ 0 h 4506"/>
                <a:gd name="T11" fmla="*/ 371 w 371"/>
                <a:gd name="T12" fmla="*/ 4506 h 4506"/>
              </a:gdLst>
              <a:ahLst/>
              <a:cxnLst>
                <a:cxn ang="T6">
                  <a:pos x="T0" y="T1"/>
                </a:cxn>
                <a:cxn ang="T7">
                  <a:pos x="T2" y="T3"/>
                </a:cxn>
                <a:cxn ang="T8">
                  <a:pos x="T4" y="T5"/>
                </a:cxn>
              </a:cxnLst>
              <a:rect l="T9" t="T10" r="T11" b="T12"/>
              <a:pathLst>
                <a:path w="371" h="4506">
                  <a:moveTo>
                    <a:pt x="0" y="4506"/>
                  </a:moveTo>
                  <a:lnTo>
                    <a:pt x="0" y="0"/>
                  </a:lnTo>
                  <a:lnTo>
                    <a:pt x="371"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960" name="Line 42">
              <a:extLst>
                <a:ext uri="{FF2B5EF4-FFF2-40B4-BE49-F238E27FC236}">
                  <a16:creationId xmlns:a16="http://schemas.microsoft.com/office/drawing/2014/main" id="{36042BC5-D3EE-47A4-9704-33886F981EEC}"/>
                </a:ext>
              </a:extLst>
            </p:cNvPr>
            <p:cNvSpPr>
              <a:spLocks noChangeShapeType="1"/>
            </p:cNvSpPr>
            <p:nvPr/>
          </p:nvSpPr>
          <p:spPr bwMode="auto">
            <a:xfrm>
              <a:off x="2132012" y="5986463"/>
              <a:ext cx="283845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961" name="Line 43">
              <a:extLst>
                <a:ext uri="{FF2B5EF4-FFF2-40B4-BE49-F238E27FC236}">
                  <a16:creationId xmlns:a16="http://schemas.microsoft.com/office/drawing/2014/main" id="{1AF96519-788C-454B-A396-2B8BAE3F779C}"/>
                </a:ext>
              </a:extLst>
            </p:cNvPr>
            <p:cNvSpPr>
              <a:spLocks noChangeShapeType="1"/>
            </p:cNvSpPr>
            <p:nvPr/>
          </p:nvSpPr>
          <p:spPr bwMode="auto">
            <a:xfrm flipH="1" flipV="1">
              <a:off x="4368800" y="3600450"/>
              <a:ext cx="601662" cy="63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962" name="Line 47">
              <a:extLst>
                <a:ext uri="{FF2B5EF4-FFF2-40B4-BE49-F238E27FC236}">
                  <a16:creationId xmlns:a16="http://schemas.microsoft.com/office/drawing/2014/main" id="{4A4FE953-05FB-46CD-B4DA-B809B5A2B0C2}"/>
                </a:ext>
              </a:extLst>
            </p:cNvPr>
            <p:cNvSpPr>
              <a:spLocks noChangeShapeType="1"/>
            </p:cNvSpPr>
            <p:nvPr/>
          </p:nvSpPr>
          <p:spPr bwMode="auto">
            <a:xfrm flipH="1">
              <a:off x="4381500" y="5395913"/>
              <a:ext cx="147637"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963" name="Line 54">
              <a:extLst>
                <a:ext uri="{FF2B5EF4-FFF2-40B4-BE49-F238E27FC236}">
                  <a16:creationId xmlns:a16="http://schemas.microsoft.com/office/drawing/2014/main" id="{4FDD62EE-8142-4A21-B2D6-68D0908BED1B}"/>
                </a:ext>
              </a:extLst>
            </p:cNvPr>
            <p:cNvSpPr>
              <a:spLocks noChangeShapeType="1"/>
            </p:cNvSpPr>
            <p:nvPr/>
          </p:nvSpPr>
          <p:spPr bwMode="auto">
            <a:xfrm flipH="1">
              <a:off x="4529137" y="5395913"/>
              <a:ext cx="441325"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964" name="Line 55">
              <a:extLst>
                <a:ext uri="{FF2B5EF4-FFF2-40B4-BE49-F238E27FC236}">
                  <a16:creationId xmlns:a16="http://schemas.microsoft.com/office/drawing/2014/main" id="{36703088-B8C7-42A4-A4B4-230C15DBB1FE}"/>
                </a:ext>
              </a:extLst>
            </p:cNvPr>
            <p:cNvSpPr>
              <a:spLocks noChangeShapeType="1"/>
            </p:cNvSpPr>
            <p:nvPr/>
          </p:nvSpPr>
          <p:spPr bwMode="auto">
            <a:xfrm flipH="1">
              <a:off x="5707062" y="5395913"/>
              <a:ext cx="1050925"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965" name="Line 56">
              <a:extLst>
                <a:ext uri="{FF2B5EF4-FFF2-40B4-BE49-F238E27FC236}">
                  <a16:creationId xmlns:a16="http://schemas.microsoft.com/office/drawing/2014/main" id="{06F15958-C91D-4E1B-8679-9EB2AABA8AE2}"/>
                </a:ext>
              </a:extLst>
            </p:cNvPr>
            <p:cNvSpPr>
              <a:spLocks noChangeShapeType="1"/>
            </p:cNvSpPr>
            <p:nvPr/>
          </p:nvSpPr>
          <p:spPr bwMode="auto">
            <a:xfrm flipH="1" flipV="1">
              <a:off x="5707062" y="3608388"/>
              <a:ext cx="105092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966" name="Line 57">
              <a:extLst>
                <a:ext uri="{FF2B5EF4-FFF2-40B4-BE49-F238E27FC236}">
                  <a16:creationId xmlns:a16="http://schemas.microsoft.com/office/drawing/2014/main" id="{638AB76A-2C1B-473A-9571-3584B532509E}"/>
                </a:ext>
              </a:extLst>
            </p:cNvPr>
            <p:cNvSpPr>
              <a:spLocks noChangeShapeType="1"/>
            </p:cNvSpPr>
            <p:nvPr/>
          </p:nvSpPr>
          <p:spPr bwMode="auto">
            <a:xfrm flipH="1">
              <a:off x="5715000" y="1828800"/>
              <a:ext cx="1050925"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967" name="Freeform 67">
              <a:extLst>
                <a:ext uri="{FF2B5EF4-FFF2-40B4-BE49-F238E27FC236}">
                  <a16:creationId xmlns:a16="http://schemas.microsoft.com/office/drawing/2014/main" id="{F88848B2-2120-4DCA-A97B-8F01107A701B}"/>
                </a:ext>
              </a:extLst>
            </p:cNvPr>
            <p:cNvSpPr>
              <a:spLocks/>
            </p:cNvSpPr>
            <p:nvPr/>
          </p:nvSpPr>
          <p:spPr bwMode="auto">
            <a:xfrm>
              <a:off x="4656137" y="5964238"/>
              <a:ext cx="41275" cy="41275"/>
            </a:xfrm>
            <a:custGeom>
              <a:avLst/>
              <a:gdLst>
                <a:gd name="T0" fmla="*/ 0 w 53"/>
                <a:gd name="T1" fmla="*/ 2147483646 h 53"/>
                <a:gd name="T2" fmla="*/ 0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2147483646 h 53"/>
                <a:gd name="T20" fmla="*/ 2147483646 w 53"/>
                <a:gd name="T21" fmla="*/ 2147483646 h 53"/>
                <a:gd name="T22" fmla="*/ 2147483646 w 53"/>
                <a:gd name="T23" fmla="*/ 0 h 53"/>
                <a:gd name="T24" fmla="*/ 2147483646 w 53"/>
                <a:gd name="T25" fmla="*/ 2147483646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0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1"/>
                  </a:moveTo>
                  <a:lnTo>
                    <a:pt x="0" y="33"/>
                  </a:lnTo>
                  <a:lnTo>
                    <a:pt x="0" y="31"/>
                  </a:lnTo>
                  <a:lnTo>
                    <a:pt x="0" y="29"/>
                  </a:lnTo>
                  <a:lnTo>
                    <a:pt x="0" y="28"/>
                  </a:lnTo>
                  <a:lnTo>
                    <a:pt x="0" y="27"/>
                  </a:lnTo>
                  <a:lnTo>
                    <a:pt x="0" y="25"/>
                  </a:lnTo>
                  <a:lnTo>
                    <a:pt x="2" y="23"/>
                  </a:lnTo>
                  <a:lnTo>
                    <a:pt x="2" y="21"/>
                  </a:lnTo>
                  <a:lnTo>
                    <a:pt x="3" y="20"/>
                  </a:lnTo>
                  <a:lnTo>
                    <a:pt x="3" y="19"/>
                  </a:lnTo>
                  <a:lnTo>
                    <a:pt x="4" y="17"/>
                  </a:lnTo>
                  <a:lnTo>
                    <a:pt x="4" y="16"/>
                  </a:lnTo>
                  <a:lnTo>
                    <a:pt x="5" y="15"/>
                  </a:lnTo>
                  <a:lnTo>
                    <a:pt x="5" y="13"/>
                  </a:lnTo>
                  <a:lnTo>
                    <a:pt x="7" y="12"/>
                  </a:lnTo>
                  <a:lnTo>
                    <a:pt x="8" y="11"/>
                  </a:lnTo>
                  <a:lnTo>
                    <a:pt x="9" y="11"/>
                  </a:lnTo>
                  <a:lnTo>
                    <a:pt x="11" y="9"/>
                  </a:lnTo>
                  <a:lnTo>
                    <a:pt x="11" y="8"/>
                  </a:lnTo>
                  <a:lnTo>
                    <a:pt x="12" y="7"/>
                  </a:lnTo>
                  <a:lnTo>
                    <a:pt x="13" y="7"/>
                  </a:lnTo>
                  <a:lnTo>
                    <a:pt x="15" y="5"/>
                  </a:lnTo>
                  <a:lnTo>
                    <a:pt x="16" y="4"/>
                  </a:lnTo>
                  <a:lnTo>
                    <a:pt x="17" y="4"/>
                  </a:lnTo>
                  <a:lnTo>
                    <a:pt x="19" y="3"/>
                  </a:lnTo>
                  <a:lnTo>
                    <a:pt x="21" y="3"/>
                  </a:lnTo>
                  <a:lnTo>
                    <a:pt x="23" y="3"/>
                  </a:lnTo>
                  <a:lnTo>
                    <a:pt x="24" y="1"/>
                  </a:lnTo>
                  <a:lnTo>
                    <a:pt x="25" y="1"/>
                  </a:lnTo>
                  <a:lnTo>
                    <a:pt x="27" y="1"/>
                  </a:lnTo>
                  <a:lnTo>
                    <a:pt x="28" y="1"/>
                  </a:lnTo>
                  <a:lnTo>
                    <a:pt x="31" y="1"/>
                  </a:lnTo>
                  <a:lnTo>
                    <a:pt x="32" y="0"/>
                  </a:lnTo>
                  <a:lnTo>
                    <a:pt x="20" y="0"/>
                  </a:lnTo>
                  <a:lnTo>
                    <a:pt x="23" y="1"/>
                  </a:lnTo>
                  <a:lnTo>
                    <a:pt x="24" y="1"/>
                  </a:lnTo>
                  <a:lnTo>
                    <a:pt x="25" y="1"/>
                  </a:lnTo>
                  <a:lnTo>
                    <a:pt x="27" y="1"/>
                  </a:lnTo>
                  <a:lnTo>
                    <a:pt x="29" y="1"/>
                  </a:lnTo>
                  <a:lnTo>
                    <a:pt x="31" y="3"/>
                  </a:lnTo>
                  <a:lnTo>
                    <a:pt x="32" y="3"/>
                  </a:lnTo>
                  <a:lnTo>
                    <a:pt x="33" y="3"/>
                  </a:lnTo>
                  <a:lnTo>
                    <a:pt x="35" y="4"/>
                  </a:lnTo>
                  <a:lnTo>
                    <a:pt x="36" y="4"/>
                  </a:lnTo>
                  <a:lnTo>
                    <a:pt x="37" y="5"/>
                  </a:lnTo>
                  <a:lnTo>
                    <a:pt x="39" y="7"/>
                  </a:lnTo>
                  <a:lnTo>
                    <a:pt x="40" y="7"/>
                  </a:lnTo>
                  <a:lnTo>
                    <a:pt x="41" y="8"/>
                  </a:lnTo>
                  <a:lnTo>
                    <a:pt x="43" y="9"/>
                  </a:lnTo>
                  <a:lnTo>
                    <a:pt x="44" y="11"/>
                  </a:lnTo>
                  <a:lnTo>
                    <a:pt x="45" y="12"/>
                  </a:lnTo>
                  <a:lnTo>
                    <a:pt x="47" y="13"/>
                  </a:lnTo>
                  <a:lnTo>
                    <a:pt x="48" y="15"/>
                  </a:lnTo>
                  <a:lnTo>
                    <a:pt x="48" y="16"/>
                  </a:lnTo>
                  <a:lnTo>
                    <a:pt x="49" y="17"/>
                  </a:lnTo>
                  <a:lnTo>
                    <a:pt x="49" y="19"/>
                  </a:lnTo>
                  <a:lnTo>
                    <a:pt x="51" y="20"/>
                  </a:lnTo>
                  <a:lnTo>
                    <a:pt x="51" y="21"/>
                  </a:lnTo>
                  <a:lnTo>
                    <a:pt x="52" y="23"/>
                  </a:lnTo>
                  <a:lnTo>
                    <a:pt x="52" y="25"/>
                  </a:lnTo>
                  <a:lnTo>
                    <a:pt x="52" y="27"/>
                  </a:lnTo>
                  <a:lnTo>
                    <a:pt x="52" y="28"/>
                  </a:lnTo>
                  <a:lnTo>
                    <a:pt x="53" y="29"/>
                  </a:lnTo>
                  <a:lnTo>
                    <a:pt x="53" y="31"/>
                  </a:lnTo>
                  <a:lnTo>
                    <a:pt x="53" y="33"/>
                  </a:lnTo>
                  <a:lnTo>
                    <a:pt x="53" y="21"/>
                  </a:lnTo>
                  <a:lnTo>
                    <a:pt x="53" y="24"/>
                  </a:lnTo>
                  <a:lnTo>
                    <a:pt x="53" y="25"/>
                  </a:lnTo>
                  <a:lnTo>
                    <a:pt x="52" y="27"/>
                  </a:lnTo>
                  <a:lnTo>
                    <a:pt x="52" y="28"/>
                  </a:lnTo>
                  <a:lnTo>
                    <a:pt x="52" y="29"/>
                  </a:lnTo>
                  <a:lnTo>
                    <a:pt x="52" y="31"/>
                  </a:lnTo>
                  <a:lnTo>
                    <a:pt x="51" y="33"/>
                  </a:lnTo>
                  <a:lnTo>
                    <a:pt x="51" y="35"/>
                  </a:lnTo>
                  <a:lnTo>
                    <a:pt x="49" y="36"/>
                  </a:lnTo>
                  <a:lnTo>
                    <a:pt x="49" y="37"/>
                  </a:lnTo>
                  <a:lnTo>
                    <a:pt x="48" y="39"/>
                  </a:lnTo>
                  <a:lnTo>
                    <a:pt x="48" y="40"/>
                  </a:lnTo>
                  <a:lnTo>
                    <a:pt x="47" y="41"/>
                  </a:lnTo>
                  <a:lnTo>
                    <a:pt x="45" y="43"/>
                  </a:lnTo>
                  <a:lnTo>
                    <a:pt x="44" y="44"/>
                  </a:lnTo>
                  <a:lnTo>
                    <a:pt x="43" y="45"/>
                  </a:lnTo>
                  <a:lnTo>
                    <a:pt x="41" y="47"/>
                  </a:lnTo>
                  <a:lnTo>
                    <a:pt x="40" y="48"/>
                  </a:lnTo>
                  <a:lnTo>
                    <a:pt x="39" y="48"/>
                  </a:lnTo>
                  <a:lnTo>
                    <a:pt x="37" y="49"/>
                  </a:lnTo>
                  <a:lnTo>
                    <a:pt x="36" y="51"/>
                  </a:lnTo>
                  <a:lnTo>
                    <a:pt x="35" y="51"/>
                  </a:lnTo>
                  <a:lnTo>
                    <a:pt x="33" y="52"/>
                  </a:lnTo>
                  <a:lnTo>
                    <a:pt x="32" y="52"/>
                  </a:lnTo>
                  <a:lnTo>
                    <a:pt x="31" y="52"/>
                  </a:lnTo>
                  <a:lnTo>
                    <a:pt x="29" y="53"/>
                  </a:lnTo>
                  <a:lnTo>
                    <a:pt x="27" y="53"/>
                  </a:lnTo>
                  <a:lnTo>
                    <a:pt x="25" y="53"/>
                  </a:lnTo>
                  <a:lnTo>
                    <a:pt x="24" y="53"/>
                  </a:lnTo>
                  <a:lnTo>
                    <a:pt x="23" y="53"/>
                  </a:lnTo>
                  <a:lnTo>
                    <a:pt x="20" y="53"/>
                  </a:lnTo>
                  <a:lnTo>
                    <a:pt x="32" y="53"/>
                  </a:lnTo>
                  <a:lnTo>
                    <a:pt x="31" y="53"/>
                  </a:lnTo>
                  <a:lnTo>
                    <a:pt x="28" y="53"/>
                  </a:lnTo>
                  <a:lnTo>
                    <a:pt x="27" y="53"/>
                  </a:lnTo>
                  <a:lnTo>
                    <a:pt x="25" y="53"/>
                  </a:lnTo>
                  <a:lnTo>
                    <a:pt x="24" y="53"/>
                  </a:lnTo>
                  <a:lnTo>
                    <a:pt x="23" y="52"/>
                  </a:lnTo>
                  <a:lnTo>
                    <a:pt x="21" y="52"/>
                  </a:lnTo>
                  <a:lnTo>
                    <a:pt x="19" y="52"/>
                  </a:lnTo>
                  <a:lnTo>
                    <a:pt x="17" y="51"/>
                  </a:lnTo>
                  <a:lnTo>
                    <a:pt x="16" y="51"/>
                  </a:lnTo>
                  <a:lnTo>
                    <a:pt x="15" y="49"/>
                  </a:lnTo>
                  <a:lnTo>
                    <a:pt x="13" y="48"/>
                  </a:lnTo>
                  <a:lnTo>
                    <a:pt x="12" y="48"/>
                  </a:lnTo>
                  <a:lnTo>
                    <a:pt x="11" y="47"/>
                  </a:lnTo>
                  <a:lnTo>
                    <a:pt x="11" y="45"/>
                  </a:lnTo>
                  <a:lnTo>
                    <a:pt x="9" y="44"/>
                  </a:lnTo>
                  <a:lnTo>
                    <a:pt x="8" y="44"/>
                  </a:lnTo>
                  <a:lnTo>
                    <a:pt x="7" y="43"/>
                  </a:lnTo>
                  <a:lnTo>
                    <a:pt x="5" y="41"/>
                  </a:lnTo>
                  <a:lnTo>
                    <a:pt x="5" y="40"/>
                  </a:lnTo>
                  <a:lnTo>
                    <a:pt x="4" y="39"/>
                  </a:lnTo>
                  <a:lnTo>
                    <a:pt x="4" y="37"/>
                  </a:lnTo>
                  <a:lnTo>
                    <a:pt x="3" y="36"/>
                  </a:lnTo>
                  <a:lnTo>
                    <a:pt x="3" y="35"/>
                  </a:lnTo>
                  <a:lnTo>
                    <a:pt x="2" y="33"/>
                  </a:lnTo>
                  <a:lnTo>
                    <a:pt x="2" y="31"/>
                  </a:lnTo>
                  <a:lnTo>
                    <a:pt x="0" y="29"/>
                  </a:lnTo>
                  <a:lnTo>
                    <a:pt x="0" y="28"/>
                  </a:lnTo>
                  <a:lnTo>
                    <a:pt x="0" y="27"/>
                  </a:lnTo>
                  <a:lnTo>
                    <a:pt x="0" y="25"/>
                  </a:lnTo>
                  <a:lnTo>
                    <a:pt x="0" y="24"/>
                  </a:lnTo>
                  <a:lnTo>
                    <a:pt x="0" y="21"/>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968" name="Line 70">
              <a:extLst>
                <a:ext uri="{FF2B5EF4-FFF2-40B4-BE49-F238E27FC236}">
                  <a16:creationId xmlns:a16="http://schemas.microsoft.com/office/drawing/2014/main" id="{EC844006-BE66-4F6A-A212-E0F5720D66EE}"/>
                </a:ext>
              </a:extLst>
            </p:cNvPr>
            <p:cNvSpPr>
              <a:spLocks noChangeShapeType="1"/>
            </p:cNvSpPr>
            <p:nvPr/>
          </p:nvSpPr>
          <p:spPr bwMode="auto">
            <a:xfrm flipH="1">
              <a:off x="5707062" y="2408238"/>
              <a:ext cx="315913"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969" name="Rectangle 71">
              <a:extLst>
                <a:ext uri="{FF2B5EF4-FFF2-40B4-BE49-F238E27FC236}">
                  <a16:creationId xmlns:a16="http://schemas.microsoft.com/office/drawing/2014/main" id="{06C90B72-32DD-4F36-9D8E-EEFC486715B9}"/>
                </a:ext>
              </a:extLst>
            </p:cNvPr>
            <p:cNvSpPr>
              <a:spLocks noChangeArrowheads="1"/>
            </p:cNvSpPr>
            <p:nvPr/>
          </p:nvSpPr>
          <p:spPr bwMode="auto">
            <a:xfrm>
              <a:off x="5483225" y="5891213"/>
              <a:ext cx="277812"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970" name="Rectangle 72">
              <a:extLst>
                <a:ext uri="{FF2B5EF4-FFF2-40B4-BE49-F238E27FC236}">
                  <a16:creationId xmlns:a16="http://schemas.microsoft.com/office/drawing/2014/main" id="{807ECBE9-3CED-4229-B081-071DDDD35398}"/>
                </a:ext>
              </a:extLst>
            </p:cNvPr>
            <p:cNvSpPr>
              <a:spLocks noChangeArrowheads="1"/>
            </p:cNvSpPr>
            <p:nvPr/>
          </p:nvSpPr>
          <p:spPr bwMode="auto">
            <a:xfrm>
              <a:off x="6905625" y="3468688"/>
              <a:ext cx="211137" cy="269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z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971" name="Rectangle 73">
              <a:extLst>
                <a:ext uri="{FF2B5EF4-FFF2-40B4-BE49-F238E27FC236}">
                  <a16:creationId xmlns:a16="http://schemas.microsoft.com/office/drawing/2014/main" id="{366E044E-4E52-4E15-9247-0067BF83F591}"/>
                </a:ext>
              </a:extLst>
            </p:cNvPr>
            <p:cNvSpPr>
              <a:spLocks noChangeArrowheads="1"/>
            </p:cNvSpPr>
            <p:nvPr/>
          </p:nvSpPr>
          <p:spPr bwMode="auto">
            <a:xfrm>
              <a:off x="6986587" y="3563938"/>
              <a:ext cx="176213" cy="211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972" name="Rectangle 74">
              <a:extLst>
                <a:ext uri="{FF2B5EF4-FFF2-40B4-BE49-F238E27FC236}">
                  <a16:creationId xmlns:a16="http://schemas.microsoft.com/office/drawing/2014/main" id="{CD88C724-AFDA-4E83-9EB3-E8CF958A6425}"/>
                </a:ext>
              </a:extLst>
            </p:cNvPr>
            <p:cNvSpPr>
              <a:spLocks noChangeArrowheads="1"/>
            </p:cNvSpPr>
            <p:nvPr/>
          </p:nvSpPr>
          <p:spPr bwMode="auto">
            <a:xfrm>
              <a:off x="6905625" y="1679575"/>
              <a:ext cx="211137" cy="269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z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973" name="Rectangle 75">
              <a:extLst>
                <a:ext uri="{FF2B5EF4-FFF2-40B4-BE49-F238E27FC236}">
                  <a16:creationId xmlns:a16="http://schemas.microsoft.com/office/drawing/2014/main" id="{2CCF2A57-A1D7-4743-80EC-7079A2737EC1}"/>
                </a:ext>
              </a:extLst>
            </p:cNvPr>
            <p:cNvSpPr>
              <a:spLocks noChangeArrowheads="1"/>
            </p:cNvSpPr>
            <p:nvPr/>
          </p:nvSpPr>
          <p:spPr bwMode="auto">
            <a:xfrm>
              <a:off x="6986587" y="1774825"/>
              <a:ext cx="176213" cy="211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974" name="Line 76">
              <a:extLst>
                <a:ext uri="{FF2B5EF4-FFF2-40B4-BE49-F238E27FC236}">
                  <a16:creationId xmlns:a16="http://schemas.microsoft.com/office/drawing/2014/main" id="{A94F64B3-8777-452C-AC0A-CB8649FA4905}"/>
                </a:ext>
              </a:extLst>
            </p:cNvPr>
            <p:cNvSpPr>
              <a:spLocks noChangeShapeType="1"/>
            </p:cNvSpPr>
            <p:nvPr/>
          </p:nvSpPr>
          <p:spPr bwMode="auto">
            <a:xfrm flipH="1">
              <a:off x="4676775" y="4195763"/>
              <a:ext cx="293687"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975" name="Freeform 77">
              <a:extLst>
                <a:ext uri="{FF2B5EF4-FFF2-40B4-BE49-F238E27FC236}">
                  <a16:creationId xmlns:a16="http://schemas.microsoft.com/office/drawing/2014/main" id="{B1889C9C-58FC-4034-B862-81B41F66D841}"/>
                </a:ext>
              </a:extLst>
            </p:cNvPr>
            <p:cNvSpPr>
              <a:spLocks/>
            </p:cNvSpPr>
            <p:nvPr/>
          </p:nvSpPr>
          <p:spPr bwMode="auto">
            <a:xfrm>
              <a:off x="4656137" y="4175125"/>
              <a:ext cx="41275" cy="42863"/>
            </a:xfrm>
            <a:custGeom>
              <a:avLst/>
              <a:gdLst>
                <a:gd name="T0" fmla="*/ 0 w 53"/>
                <a:gd name="T1" fmla="*/ 2147483646 h 53"/>
                <a:gd name="T2" fmla="*/ 0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2147483646 h 53"/>
                <a:gd name="T20" fmla="*/ 2147483646 w 53"/>
                <a:gd name="T21" fmla="*/ 2147483646 h 53"/>
                <a:gd name="T22" fmla="*/ 2147483646 w 53"/>
                <a:gd name="T23" fmla="*/ 0 h 53"/>
                <a:gd name="T24" fmla="*/ 2147483646 w 53"/>
                <a:gd name="T25" fmla="*/ 2147483646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0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1"/>
                  </a:moveTo>
                  <a:lnTo>
                    <a:pt x="0" y="33"/>
                  </a:lnTo>
                  <a:lnTo>
                    <a:pt x="0" y="31"/>
                  </a:lnTo>
                  <a:lnTo>
                    <a:pt x="0" y="29"/>
                  </a:lnTo>
                  <a:lnTo>
                    <a:pt x="0" y="28"/>
                  </a:lnTo>
                  <a:lnTo>
                    <a:pt x="0" y="27"/>
                  </a:lnTo>
                  <a:lnTo>
                    <a:pt x="0" y="25"/>
                  </a:lnTo>
                  <a:lnTo>
                    <a:pt x="2" y="23"/>
                  </a:lnTo>
                  <a:lnTo>
                    <a:pt x="2" y="21"/>
                  </a:lnTo>
                  <a:lnTo>
                    <a:pt x="3" y="20"/>
                  </a:lnTo>
                  <a:lnTo>
                    <a:pt x="3" y="19"/>
                  </a:lnTo>
                  <a:lnTo>
                    <a:pt x="4" y="17"/>
                  </a:lnTo>
                  <a:lnTo>
                    <a:pt x="4" y="16"/>
                  </a:lnTo>
                  <a:lnTo>
                    <a:pt x="5" y="15"/>
                  </a:lnTo>
                  <a:lnTo>
                    <a:pt x="5" y="13"/>
                  </a:lnTo>
                  <a:lnTo>
                    <a:pt x="7" y="12"/>
                  </a:lnTo>
                  <a:lnTo>
                    <a:pt x="8" y="11"/>
                  </a:lnTo>
                  <a:lnTo>
                    <a:pt x="9" y="11"/>
                  </a:lnTo>
                  <a:lnTo>
                    <a:pt x="11" y="10"/>
                  </a:lnTo>
                  <a:lnTo>
                    <a:pt x="11" y="8"/>
                  </a:lnTo>
                  <a:lnTo>
                    <a:pt x="12" y="7"/>
                  </a:lnTo>
                  <a:lnTo>
                    <a:pt x="13" y="7"/>
                  </a:lnTo>
                  <a:lnTo>
                    <a:pt x="15" y="6"/>
                  </a:lnTo>
                  <a:lnTo>
                    <a:pt x="16" y="4"/>
                  </a:lnTo>
                  <a:lnTo>
                    <a:pt x="17" y="4"/>
                  </a:lnTo>
                  <a:lnTo>
                    <a:pt x="19" y="3"/>
                  </a:lnTo>
                  <a:lnTo>
                    <a:pt x="21" y="3"/>
                  </a:lnTo>
                  <a:lnTo>
                    <a:pt x="23" y="3"/>
                  </a:lnTo>
                  <a:lnTo>
                    <a:pt x="24" y="2"/>
                  </a:lnTo>
                  <a:lnTo>
                    <a:pt x="25" y="2"/>
                  </a:lnTo>
                  <a:lnTo>
                    <a:pt x="27" y="2"/>
                  </a:lnTo>
                  <a:lnTo>
                    <a:pt x="28" y="2"/>
                  </a:lnTo>
                  <a:lnTo>
                    <a:pt x="31" y="2"/>
                  </a:lnTo>
                  <a:lnTo>
                    <a:pt x="32" y="0"/>
                  </a:lnTo>
                  <a:lnTo>
                    <a:pt x="20" y="0"/>
                  </a:lnTo>
                  <a:lnTo>
                    <a:pt x="23" y="2"/>
                  </a:lnTo>
                  <a:lnTo>
                    <a:pt x="24" y="2"/>
                  </a:lnTo>
                  <a:lnTo>
                    <a:pt x="25" y="2"/>
                  </a:lnTo>
                  <a:lnTo>
                    <a:pt x="27" y="2"/>
                  </a:lnTo>
                  <a:lnTo>
                    <a:pt x="29" y="2"/>
                  </a:lnTo>
                  <a:lnTo>
                    <a:pt x="31" y="3"/>
                  </a:lnTo>
                  <a:lnTo>
                    <a:pt x="32" y="3"/>
                  </a:lnTo>
                  <a:lnTo>
                    <a:pt x="33" y="3"/>
                  </a:lnTo>
                  <a:lnTo>
                    <a:pt x="35" y="4"/>
                  </a:lnTo>
                  <a:lnTo>
                    <a:pt x="36" y="4"/>
                  </a:lnTo>
                  <a:lnTo>
                    <a:pt x="37" y="6"/>
                  </a:lnTo>
                  <a:lnTo>
                    <a:pt x="39" y="7"/>
                  </a:lnTo>
                  <a:lnTo>
                    <a:pt x="40" y="7"/>
                  </a:lnTo>
                  <a:lnTo>
                    <a:pt x="41" y="8"/>
                  </a:lnTo>
                  <a:lnTo>
                    <a:pt x="43" y="10"/>
                  </a:lnTo>
                  <a:lnTo>
                    <a:pt x="44" y="11"/>
                  </a:lnTo>
                  <a:lnTo>
                    <a:pt x="45" y="12"/>
                  </a:lnTo>
                  <a:lnTo>
                    <a:pt x="47" y="13"/>
                  </a:lnTo>
                  <a:lnTo>
                    <a:pt x="48" y="15"/>
                  </a:lnTo>
                  <a:lnTo>
                    <a:pt x="48" y="16"/>
                  </a:lnTo>
                  <a:lnTo>
                    <a:pt x="49" y="17"/>
                  </a:lnTo>
                  <a:lnTo>
                    <a:pt x="49" y="19"/>
                  </a:lnTo>
                  <a:lnTo>
                    <a:pt x="51" y="20"/>
                  </a:lnTo>
                  <a:lnTo>
                    <a:pt x="51" y="21"/>
                  </a:lnTo>
                  <a:lnTo>
                    <a:pt x="52" y="23"/>
                  </a:lnTo>
                  <a:lnTo>
                    <a:pt x="52" y="25"/>
                  </a:lnTo>
                  <a:lnTo>
                    <a:pt x="52" y="27"/>
                  </a:lnTo>
                  <a:lnTo>
                    <a:pt x="52" y="28"/>
                  </a:lnTo>
                  <a:lnTo>
                    <a:pt x="53" y="29"/>
                  </a:lnTo>
                  <a:lnTo>
                    <a:pt x="53" y="31"/>
                  </a:lnTo>
                  <a:lnTo>
                    <a:pt x="53" y="33"/>
                  </a:lnTo>
                  <a:lnTo>
                    <a:pt x="53" y="21"/>
                  </a:lnTo>
                  <a:lnTo>
                    <a:pt x="53" y="24"/>
                  </a:lnTo>
                  <a:lnTo>
                    <a:pt x="53" y="25"/>
                  </a:lnTo>
                  <a:lnTo>
                    <a:pt x="52" y="27"/>
                  </a:lnTo>
                  <a:lnTo>
                    <a:pt x="52" y="28"/>
                  </a:lnTo>
                  <a:lnTo>
                    <a:pt x="52" y="29"/>
                  </a:lnTo>
                  <a:lnTo>
                    <a:pt x="52" y="31"/>
                  </a:lnTo>
                  <a:lnTo>
                    <a:pt x="51" y="33"/>
                  </a:lnTo>
                  <a:lnTo>
                    <a:pt x="51" y="35"/>
                  </a:lnTo>
                  <a:lnTo>
                    <a:pt x="49" y="36"/>
                  </a:lnTo>
                  <a:lnTo>
                    <a:pt x="49" y="37"/>
                  </a:lnTo>
                  <a:lnTo>
                    <a:pt x="48" y="39"/>
                  </a:lnTo>
                  <a:lnTo>
                    <a:pt x="48" y="40"/>
                  </a:lnTo>
                  <a:lnTo>
                    <a:pt x="47" y="41"/>
                  </a:lnTo>
                  <a:lnTo>
                    <a:pt x="45" y="43"/>
                  </a:lnTo>
                  <a:lnTo>
                    <a:pt x="44" y="44"/>
                  </a:lnTo>
                  <a:lnTo>
                    <a:pt x="43" y="45"/>
                  </a:lnTo>
                  <a:lnTo>
                    <a:pt x="41" y="47"/>
                  </a:lnTo>
                  <a:lnTo>
                    <a:pt x="40" y="48"/>
                  </a:lnTo>
                  <a:lnTo>
                    <a:pt x="39" y="48"/>
                  </a:lnTo>
                  <a:lnTo>
                    <a:pt x="37" y="49"/>
                  </a:lnTo>
                  <a:lnTo>
                    <a:pt x="36" y="51"/>
                  </a:lnTo>
                  <a:lnTo>
                    <a:pt x="35" y="51"/>
                  </a:lnTo>
                  <a:lnTo>
                    <a:pt x="33" y="52"/>
                  </a:lnTo>
                  <a:lnTo>
                    <a:pt x="32" y="52"/>
                  </a:lnTo>
                  <a:lnTo>
                    <a:pt x="31" y="52"/>
                  </a:lnTo>
                  <a:lnTo>
                    <a:pt x="29" y="53"/>
                  </a:lnTo>
                  <a:lnTo>
                    <a:pt x="27" y="53"/>
                  </a:lnTo>
                  <a:lnTo>
                    <a:pt x="25" y="53"/>
                  </a:lnTo>
                  <a:lnTo>
                    <a:pt x="24" y="53"/>
                  </a:lnTo>
                  <a:lnTo>
                    <a:pt x="23" y="53"/>
                  </a:lnTo>
                  <a:lnTo>
                    <a:pt x="20" y="53"/>
                  </a:lnTo>
                  <a:lnTo>
                    <a:pt x="32" y="53"/>
                  </a:lnTo>
                  <a:lnTo>
                    <a:pt x="31" y="53"/>
                  </a:lnTo>
                  <a:lnTo>
                    <a:pt x="28" y="53"/>
                  </a:lnTo>
                  <a:lnTo>
                    <a:pt x="27" y="53"/>
                  </a:lnTo>
                  <a:lnTo>
                    <a:pt x="25" y="53"/>
                  </a:lnTo>
                  <a:lnTo>
                    <a:pt x="24" y="53"/>
                  </a:lnTo>
                  <a:lnTo>
                    <a:pt x="23" y="52"/>
                  </a:lnTo>
                  <a:lnTo>
                    <a:pt x="21" y="52"/>
                  </a:lnTo>
                  <a:lnTo>
                    <a:pt x="19" y="52"/>
                  </a:lnTo>
                  <a:lnTo>
                    <a:pt x="17" y="51"/>
                  </a:lnTo>
                  <a:lnTo>
                    <a:pt x="16" y="51"/>
                  </a:lnTo>
                  <a:lnTo>
                    <a:pt x="15" y="49"/>
                  </a:lnTo>
                  <a:lnTo>
                    <a:pt x="13" y="48"/>
                  </a:lnTo>
                  <a:lnTo>
                    <a:pt x="12" y="48"/>
                  </a:lnTo>
                  <a:lnTo>
                    <a:pt x="11" y="47"/>
                  </a:lnTo>
                  <a:lnTo>
                    <a:pt x="11" y="45"/>
                  </a:lnTo>
                  <a:lnTo>
                    <a:pt x="9" y="44"/>
                  </a:lnTo>
                  <a:lnTo>
                    <a:pt x="8" y="44"/>
                  </a:lnTo>
                  <a:lnTo>
                    <a:pt x="7" y="43"/>
                  </a:lnTo>
                  <a:lnTo>
                    <a:pt x="5" y="41"/>
                  </a:lnTo>
                  <a:lnTo>
                    <a:pt x="5" y="40"/>
                  </a:lnTo>
                  <a:lnTo>
                    <a:pt x="4" y="39"/>
                  </a:lnTo>
                  <a:lnTo>
                    <a:pt x="4" y="37"/>
                  </a:lnTo>
                  <a:lnTo>
                    <a:pt x="3" y="36"/>
                  </a:lnTo>
                  <a:lnTo>
                    <a:pt x="3" y="35"/>
                  </a:lnTo>
                  <a:lnTo>
                    <a:pt x="2" y="33"/>
                  </a:lnTo>
                  <a:lnTo>
                    <a:pt x="2" y="31"/>
                  </a:lnTo>
                  <a:lnTo>
                    <a:pt x="0" y="29"/>
                  </a:lnTo>
                  <a:lnTo>
                    <a:pt x="0" y="28"/>
                  </a:lnTo>
                  <a:lnTo>
                    <a:pt x="0" y="27"/>
                  </a:lnTo>
                  <a:lnTo>
                    <a:pt x="0" y="25"/>
                  </a:lnTo>
                  <a:lnTo>
                    <a:pt x="0" y="24"/>
                  </a:lnTo>
                  <a:lnTo>
                    <a:pt x="0" y="21"/>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976" name="Rectangle 78">
              <a:extLst>
                <a:ext uri="{FF2B5EF4-FFF2-40B4-BE49-F238E27FC236}">
                  <a16:creationId xmlns:a16="http://schemas.microsoft.com/office/drawing/2014/main" id="{062A7DDC-D105-4C25-A105-BD5F52F5EECB}"/>
                </a:ext>
              </a:extLst>
            </p:cNvPr>
            <p:cNvSpPr>
              <a:spLocks noChangeArrowheads="1"/>
            </p:cNvSpPr>
            <p:nvPr/>
          </p:nvSpPr>
          <p:spPr bwMode="auto">
            <a:xfrm>
              <a:off x="1897062" y="5859463"/>
              <a:ext cx="268288" cy="269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977" name="Line 43">
              <a:extLst>
                <a:ext uri="{FF2B5EF4-FFF2-40B4-BE49-F238E27FC236}">
                  <a16:creationId xmlns:a16="http://schemas.microsoft.com/office/drawing/2014/main" id="{E3DD6857-5AB5-4CE3-B24C-022AC20BEE7C}"/>
                </a:ext>
              </a:extLst>
            </p:cNvPr>
            <p:cNvSpPr>
              <a:spLocks noChangeShapeType="1"/>
            </p:cNvSpPr>
            <p:nvPr/>
          </p:nvSpPr>
          <p:spPr bwMode="auto">
            <a:xfrm flipH="1" flipV="1">
              <a:off x="4343400" y="1828800"/>
              <a:ext cx="601662" cy="63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24931" name="Group 76">
            <a:extLst>
              <a:ext uri="{FF2B5EF4-FFF2-40B4-BE49-F238E27FC236}">
                <a16:creationId xmlns:a16="http://schemas.microsoft.com/office/drawing/2014/main" id="{FD7C749C-2297-4170-AC05-8FC05100F48D}"/>
              </a:ext>
            </a:extLst>
          </p:cNvPr>
          <p:cNvGrpSpPr>
            <a:grpSpLocks/>
          </p:cNvGrpSpPr>
          <p:nvPr/>
        </p:nvGrpSpPr>
        <p:grpSpPr bwMode="auto">
          <a:xfrm>
            <a:off x="-15875" y="4759325"/>
            <a:ext cx="2782888" cy="461963"/>
            <a:chOff x="5430520" y="6081375"/>
            <a:chExt cx="2781631" cy="461665"/>
          </a:xfrm>
        </p:grpSpPr>
        <p:sp>
          <p:nvSpPr>
            <p:cNvPr id="124938" name="TextBox 77">
              <a:extLst>
                <a:ext uri="{FF2B5EF4-FFF2-40B4-BE49-F238E27FC236}">
                  <a16:creationId xmlns:a16="http://schemas.microsoft.com/office/drawing/2014/main" id="{DD49F15D-1AB5-493E-9826-5E12BA9A2E74}"/>
                </a:ext>
              </a:extLst>
            </p:cNvPr>
            <p:cNvSpPr txBox="1">
              <a:spLocks noChangeArrowheads="1"/>
            </p:cNvSpPr>
            <p:nvPr/>
          </p:nvSpPr>
          <p:spPr bwMode="auto">
            <a:xfrm>
              <a:off x="5430520" y="6081375"/>
              <a:ext cx="27816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 </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 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2</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  +  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endParaRPr kumimoji="0" lang="en-US" altLang="en-US" sz="2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939" name="Freeform 8">
              <a:extLst>
                <a:ext uri="{FF2B5EF4-FFF2-40B4-BE49-F238E27FC236}">
                  <a16:creationId xmlns:a16="http://schemas.microsoft.com/office/drawing/2014/main" id="{6829808F-0B8E-462A-9E40-B70AAA8D179D}"/>
                </a:ext>
              </a:extLst>
            </p:cNvPr>
            <p:cNvSpPr>
              <a:spLocks/>
            </p:cNvSpPr>
            <p:nvPr/>
          </p:nvSpPr>
          <p:spPr bwMode="auto">
            <a:xfrm>
              <a:off x="7477443" y="6235383"/>
              <a:ext cx="239077" cy="246697"/>
            </a:xfrm>
            <a:custGeom>
              <a:avLst/>
              <a:gdLst>
                <a:gd name="T0" fmla="*/ 0 w 560"/>
                <a:gd name="T1" fmla="*/ 2147483646 h 522"/>
                <a:gd name="T2" fmla="*/ 2147483646 w 560"/>
                <a:gd name="T3" fmla="*/ 2147483646 h 522"/>
                <a:gd name="T4" fmla="*/ 2147483646 w 560"/>
                <a:gd name="T5" fmla="*/ 2147483646 h 522"/>
                <a:gd name="T6" fmla="*/ 2147483646 w 560"/>
                <a:gd name="T7" fmla="*/ 2147483646 h 522"/>
                <a:gd name="T8" fmla="*/ 2147483646 w 560"/>
                <a:gd name="T9" fmla="*/ 2147483646 h 522"/>
                <a:gd name="T10" fmla="*/ 2147483646 w 560"/>
                <a:gd name="T11" fmla="*/ 2147483646 h 522"/>
                <a:gd name="T12" fmla="*/ 2147483646 w 560"/>
                <a:gd name="T13" fmla="*/ 2147483646 h 522"/>
                <a:gd name="T14" fmla="*/ 2147483646 w 560"/>
                <a:gd name="T15" fmla="*/ 2147483646 h 522"/>
                <a:gd name="T16" fmla="*/ 2147483646 w 560"/>
                <a:gd name="T17" fmla="*/ 2147483646 h 522"/>
                <a:gd name="T18" fmla="*/ 2147483646 w 560"/>
                <a:gd name="T19" fmla="*/ 2147483646 h 522"/>
                <a:gd name="T20" fmla="*/ 2147483646 w 560"/>
                <a:gd name="T21" fmla="*/ 2147483646 h 522"/>
                <a:gd name="T22" fmla="*/ 2147483646 w 560"/>
                <a:gd name="T23" fmla="*/ 0 h 522"/>
                <a:gd name="T24" fmla="*/ 2147483646 w 560"/>
                <a:gd name="T25" fmla="*/ 2147483646 h 522"/>
                <a:gd name="T26" fmla="*/ 2147483646 w 560"/>
                <a:gd name="T27" fmla="*/ 2147483646 h 522"/>
                <a:gd name="T28" fmla="*/ 2147483646 w 560"/>
                <a:gd name="T29" fmla="*/ 2147483646 h 522"/>
                <a:gd name="T30" fmla="*/ 2147483646 w 560"/>
                <a:gd name="T31" fmla="*/ 2147483646 h 522"/>
                <a:gd name="T32" fmla="*/ 2147483646 w 560"/>
                <a:gd name="T33" fmla="*/ 2147483646 h 522"/>
                <a:gd name="T34" fmla="*/ 2147483646 w 560"/>
                <a:gd name="T35" fmla="*/ 2147483646 h 522"/>
                <a:gd name="T36" fmla="*/ 2147483646 w 560"/>
                <a:gd name="T37" fmla="*/ 2147483646 h 522"/>
                <a:gd name="T38" fmla="*/ 2147483646 w 560"/>
                <a:gd name="T39" fmla="*/ 2147483646 h 522"/>
                <a:gd name="T40" fmla="*/ 2147483646 w 560"/>
                <a:gd name="T41" fmla="*/ 2147483646 h 522"/>
                <a:gd name="T42" fmla="*/ 2147483646 w 560"/>
                <a:gd name="T43" fmla="*/ 2147483646 h 522"/>
                <a:gd name="T44" fmla="*/ 2147483646 w 560"/>
                <a:gd name="T45" fmla="*/ 2147483646 h 522"/>
                <a:gd name="T46" fmla="*/ 2147483646 w 560"/>
                <a:gd name="T47" fmla="*/ 2147483646 h 522"/>
                <a:gd name="T48" fmla="*/ 2147483646 w 560"/>
                <a:gd name="T49" fmla="*/ 2147483646 h 522"/>
                <a:gd name="T50" fmla="*/ 2147483646 w 560"/>
                <a:gd name="T51" fmla="*/ 2147483646 h 522"/>
                <a:gd name="T52" fmla="*/ 2147483646 w 560"/>
                <a:gd name="T53" fmla="*/ 2147483646 h 522"/>
                <a:gd name="T54" fmla="*/ 2147483646 w 560"/>
                <a:gd name="T55" fmla="*/ 2147483646 h 522"/>
                <a:gd name="T56" fmla="*/ 2147483646 w 560"/>
                <a:gd name="T57" fmla="*/ 2147483646 h 522"/>
                <a:gd name="T58" fmla="*/ 2147483646 w 560"/>
                <a:gd name="T59" fmla="*/ 2147483646 h 522"/>
                <a:gd name="T60" fmla="*/ 2147483646 w 560"/>
                <a:gd name="T61" fmla="*/ 2147483646 h 522"/>
                <a:gd name="T62" fmla="*/ 2147483646 w 560"/>
                <a:gd name="T63" fmla="*/ 2147483646 h 522"/>
                <a:gd name="T64" fmla="*/ 2147483646 w 560"/>
                <a:gd name="T65" fmla="*/ 2147483646 h 522"/>
                <a:gd name="T66" fmla="*/ 2147483646 w 560"/>
                <a:gd name="T67" fmla="*/ 2147483646 h 522"/>
                <a:gd name="T68" fmla="*/ 2147483646 w 560"/>
                <a:gd name="T69" fmla="*/ 2147483646 h 522"/>
                <a:gd name="T70" fmla="*/ 2147483646 w 560"/>
                <a:gd name="T71" fmla="*/ 2147483646 h 522"/>
                <a:gd name="T72" fmla="*/ 2147483646 w 560"/>
                <a:gd name="T73" fmla="*/ 2147483646 h 522"/>
                <a:gd name="T74" fmla="*/ 2147483646 w 560"/>
                <a:gd name="T75" fmla="*/ 2147483646 h 522"/>
                <a:gd name="T76" fmla="*/ 2147483646 w 560"/>
                <a:gd name="T77" fmla="*/ 2147483646 h 522"/>
                <a:gd name="T78" fmla="*/ 2147483646 w 560"/>
                <a:gd name="T79" fmla="*/ 2147483646 h 522"/>
                <a:gd name="T80" fmla="*/ 2147483646 w 560"/>
                <a:gd name="T81" fmla="*/ 2147483646 h 522"/>
                <a:gd name="T82" fmla="*/ 2147483646 w 560"/>
                <a:gd name="T83" fmla="*/ 2147483646 h 522"/>
                <a:gd name="T84" fmla="*/ 2147483646 w 560"/>
                <a:gd name="T85" fmla="*/ 2147483646 h 522"/>
                <a:gd name="T86" fmla="*/ 2147483646 w 560"/>
                <a:gd name="T87" fmla="*/ 2147483646 h 522"/>
                <a:gd name="T88" fmla="*/ 2147483646 w 560"/>
                <a:gd name="T89" fmla="*/ 2147483646 h 522"/>
                <a:gd name="T90" fmla="*/ 2147483646 w 560"/>
                <a:gd name="T91" fmla="*/ 2147483646 h 522"/>
                <a:gd name="T92" fmla="*/ 2147483646 w 560"/>
                <a:gd name="T93" fmla="*/ 2147483646 h 522"/>
                <a:gd name="T94" fmla="*/ 2147483646 w 560"/>
                <a:gd name="T95" fmla="*/ 2147483646 h 522"/>
                <a:gd name="T96" fmla="*/ 2147483646 w 560"/>
                <a:gd name="T97" fmla="*/ 2147483646 h 522"/>
                <a:gd name="T98" fmla="*/ 2147483646 w 560"/>
                <a:gd name="T99" fmla="*/ 2147483646 h 522"/>
                <a:gd name="T100" fmla="*/ 2147483646 w 560"/>
                <a:gd name="T101" fmla="*/ 2147483646 h 522"/>
                <a:gd name="T102" fmla="*/ 2147483646 w 560"/>
                <a:gd name="T103" fmla="*/ 2147483646 h 522"/>
                <a:gd name="T104" fmla="*/ 2147483646 w 560"/>
                <a:gd name="T105" fmla="*/ 2147483646 h 522"/>
                <a:gd name="T106" fmla="*/ 2147483646 w 560"/>
                <a:gd name="T107" fmla="*/ 2147483646 h 522"/>
                <a:gd name="T108" fmla="*/ 2147483646 w 560"/>
                <a:gd name="T109" fmla="*/ 2147483646 h 522"/>
                <a:gd name="T110" fmla="*/ 0 w 560"/>
                <a:gd name="T111" fmla="*/ 2147483646 h 5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560" h="522">
                  <a:moveTo>
                    <a:pt x="0" y="259"/>
                  </a:moveTo>
                  <a:lnTo>
                    <a:pt x="0" y="265"/>
                  </a:lnTo>
                  <a:lnTo>
                    <a:pt x="0" y="252"/>
                  </a:lnTo>
                  <a:lnTo>
                    <a:pt x="2" y="239"/>
                  </a:lnTo>
                  <a:lnTo>
                    <a:pt x="4" y="226"/>
                  </a:lnTo>
                  <a:lnTo>
                    <a:pt x="6" y="212"/>
                  </a:lnTo>
                  <a:lnTo>
                    <a:pt x="10" y="199"/>
                  </a:lnTo>
                  <a:lnTo>
                    <a:pt x="13" y="186"/>
                  </a:lnTo>
                  <a:lnTo>
                    <a:pt x="17" y="173"/>
                  </a:lnTo>
                  <a:lnTo>
                    <a:pt x="21" y="162"/>
                  </a:lnTo>
                  <a:lnTo>
                    <a:pt x="26" y="151"/>
                  </a:lnTo>
                  <a:lnTo>
                    <a:pt x="32" y="140"/>
                  </a:lnTo>
                  <a:lnTo>
                    <a:pt x="39" y="128"/>
                  </a:lnTo>
                  <a:lnTo>
                    <a:pt x="47" y="117"/>
                  </a:lnTo>
                  <a:lnTo>
                    <a:pt x="52" y="106"/>
                  </a:lnTo>
                  <a:lnTo>
                    <a:pt x="62" y="97"/>
                  </a:lnTo>
                  <a:lnTo>
                    <a:pt x="69" y="87"/>
                  </a:lnTo>
                  <a:lnTo>
                    <a:pt x="79" y="78"/>
                  </a:lnTo>
                  <a:lnTo>
                    <a:pt x="88" y="69"/>
                  </a:lnTo>
                  <a:lnTo>
                    <a:pt x="97" y="61"/>
                  </a:lnTo>
                  <a:lnTo>
                    <a:pt x="107" y="54"/>
                  </a:lnTo>
                  <a:lnTo>
                    <a:pt x="118" y="46"/>
                  </a:lnTo>
                  <a:lnTo>
                    <a:pt x="129" y="39"/>
                  </a:lnTo>
                  <a:lnTo>
                    <a:pt x="138" y="33"/>
                  </a:lnTo>
                  <a:lnTo>
                    <a:pt x="151" y="26"/>
                  </a:lnTo>
                  <a:lnTo>
                    <a:pt x="163" y="22"/>
                  </a:lnTo>
                  <a:lnTo>
                    <a:pt x="174" y="16"/>
                  </a:lnTo>
                  <a:lnTo>
                    <a:pt x="187" y="13"/>
                  </a:lnTo>
                  <a:lnTo>
                    <a:pt x="200" y="9"/>
                  </a:lnTo>
                  <a:lnTo>
                    <a:pt x="213" y="5"/>
                  </a:lnTo>
                  <a:lnTo>
                    <a:pt x="224" y="3"/>
                  </a:lnTo>
                  <a:lnTo>
                    <a:pt x="239" y="1"/>
                  </a:lnTo>
                  <a:lnTo>
                    <a:pt x="252" y="1"/>
                  </a:lnTo>
                  <a:lnTo>
                    <a:pt x="265" y="0"/>
                  </a:lnTo>
                  <a:lnTo>
                    <a:pt x="295" y="0"/>
                  </a:lnTo>
                  <a:lnTo>
                    <a:pt x="310" y="1"/>
                  </a:lnTo>
                  <a:lnTo>
                    <a:pt x="323" y="1"/>
                  </a:lnTo>
                  <a:lnTo>
                    <a:pt x="336" y="3"/>
                  </a:lnTo>
                  <a:lnTo>
                    <a:pt x="349" y="5"/>
                  </a:lnTo>
                  <a:lnTo>
                    <a:pt x="362" y="9"/>
                  </a:lnTo>
                  <a:lnTo>
                    <a:pt x="375" y="13"/>
                  </a:lnTo>
                  <a:lnTo>
                    <a:pt x="387" y="16"/>
                  </a:lnTo>
                  <a:lnTo>
                    <a:pt x="400" y="22"/>
                  </a:lnTo>
                  <a:lnTo>
                    <a:pt x="411" y="26"/>
                  </a:lnTo>
                  <a:lnTo>
                    <a:pt x="422" y="33"/>
                  </a:lnTo>
                  <a:lnTo>
                    <a:pt x="433" y="39"/>
                  </a:lnTo>
                  <a:lnTo>
                    <a:pt x="444" y="46"/>
                  </a:lnTo>
                  <a:lnTo>
                    <a:pt x="454" y="54"/>
                  </a:lnTo>
                  <a:lnTo>
                    <a:pt x="465" y="61"/>
                  </a:lnTo>
                  <a:lnTo>
                    <a:pt x="474" y="69"/>
                  </a:lnTo>
                  <a:lnTo>
                    <a:pt x="484" y="78"/>
                  </a:lnTo>
                  <a:lnTo>
                    <a:pt x="491" y="87"/>
                  </a:lnTo>
                  <a:lnTo>
                    <a:pt x="500" y="97"/>
                  </a:lnTo>
                  <a:lnTo>
                    <a:pt x="508" y="106"/>
                  </a:lnTo>
                  <a:lnTo>
                    <a:pt x="515" y="117"/>
                  </a:lnTo>
                  <a:lnTo>
                    <a:pt x="523" y="128"/>
                  </a:lnTo>
                  <a:lnTo>
                    <a:pt x="528" y="140"/>
                  </a:lnTo>
                  <a:lnTo>
                    <a:pt x="534" y="151"/>
                  </a:lnTo>
                  <a:lnTo>
                    <a:pt x="540" y="162"/>
                  </a:lnTo>
                  <a:lnTo>
                    <a:pt x="545" y="173"/>
                  </a:lnTo>
                  <a:lnTo>
                    <a:pt x="549" y="186"/>
                  </a:lnTo>
                  <a:lnTo>
                    <a:pt x="553" y="199"/>
                  </a:lnTo>
                  <a:lnTo>
                    <a:pt x="555" y="212"/>
                  </a:lnTo>
                  <a:lnTo>
                    <a:pt x="558" y="226"/>
                  </a:lnTo>
                  <a:lnTo>
                    <a:pt x="560" y="239"/>
                  </a:lnTo>
                  <a:lnTo>
                    <a:pt x="560" y="252"/>
                  </a:lnTo>
                  <a:lnTo>
                    <a:pt x="560" y="265"/>
                  </a:lnTo>
                  <a:lnTo>
                    <a:pt x="560" y="259"/>
                  </a:lnTo>
                  <a:lnTo>
                    <a:pt x="560" y="272"/>
                  </a:lnTo>
                  <a:lnTo>
                    <a:pt x="560" y="285"/>
                  </a:lnTo>
                  <a:lnTo>
                    <a:pt x="558" y="298"/>
                  </a:lnTo>
                  <a:lnTo>
                    <a:pt x="555" y="311"/>
                  </a:lnTo>
                  <a:lnTo>
                    <a:pt x="553" y="325"/>
                  </a:lnTo>
                  <a:lnTo>
                    <a:pt x="549" y="338"/>
                  </a:lnTo>
                  <a:lnTo>
                    <a:pt x="545" y="349"/>
                  </a:lnTo>
                  <a:lnTo>
                    <a:pt x="540" y="362"/>
                  </a:lnTo>
                  <a:lnTo>
                    <a:pt x="534" y="373"/>
                  </a:lnTo>
                  <a:lnTo>
                    <a:pt x="528" y="384"/>
                  </a:lnTo>
                  <a:lnTo>
                    <a:pt x="523" y="395"/>
                  </a:lnTo>
                  <a:lnTo>
                    <a:pt x="515" y="407"/>
                  </a:lnTo>
                  <a:lnTo>
                    <a:pt x="508" y="416"/>
                  </a:lnTo>
                  <a:lnTo>
                    <a:pt x="500" y="427"/>
                  </a:lnTo>
                  <a:lnTo>
                    <a:pt x="491" y="437"/>
                  </a:lnTo>
                  <a:lnTo>
                    <a:pt x="484" y="446"/>
                  </a:lnTo>
                  <a:lnTo>
                    <a:pt x="474" y="455"/>
                  </a:lnTo>
                  <a:lnTo>
                    <a:pt x="465" y="463"/>
                  </a:lnTo>
                  <a:lnTo>
                    <a:pt x="454" y="470"/>
                  </a:lnTo>
                  <a:lnTo>
                    <a:pt x="444" y="478"/>
                  </a:lnTo>
                  <a:lnTo>
                    <a:pt x="433" y="485"/>
                  </a:lnTo>
                  <a:lnTo>
                    <a:pt x="422" y="491"/>
                  </a:lnTo>
                  <a:lnTo>
                    <a:pt x="411" y="496"/>
                  </a:lnTo>
                  <a:lnTo>
                    <a:pt x="400" y="502"/>
                  </a:lnTo>
                  <a:lnTo>
                    <a:pt x="387" y="508"/>
                  </a:lnTo>
                  <a:lnTo>
                    <a:pt x="375" y="511"/>
                  </a:lnTo>
                  <a:lnTo>
                    <a:pt x="362" y="515"/>
                  </a:lnTo>
                  <a:lnTo>
                    <a:pt x="349" y="519"/>
                  </a:lnTo>
                  <a:lnTo>
                    <a:pt x="336" y="521"/>
                  </a:lnTo>
                  <a:lnTo>
                    <a:pt x="323" y="522"/>
                  </a:lnTo>
                  <a:lnTo>
                    <a:pt x="310" y="522"/>
                  </a:lnTo>
                  <a:lnTo>
                    <a:pt x="295" y="522"/>
                  </a:lnTo>
                  <a:lnTo>
                    <a:pt x="265" y="522"/>
                  </a:lnTo>
                  <a:lnTo>
                    <a:pt x="252" y="522"/>
                  </a:lnTo>
                  <a:lnTo>
                    <a:pt x="239" y="522"/>
                  </a:lnTo>
                  <a:lnTo>
                    <a:pt x="224" y="521"/>
                  </a:lnTo>
                  <a:lnTo>
                    <a:pt x="213" y="519"/>
                  </a:lnTo>
                  <a:lnTo>
                    <a:pt x="200" y="515"/>
                  </a:lnTo>
                  <a:lnTo>
                    <a:pt x="187" y="511"/>
                  </a:lnTo>
                  <a:lnTo>
                    <a:pt x="174" y="508"/>
                  </a:lnTo>
                  <a:lnTo>
                    <a:pt x="163" y="502"/>
                  </a:lnTo>
                  <a:lnTo>
                    <a:pt x="151" y="496"/>
                  </a:lnTo>
                  <a:lnTo>
                    <a:pt x="138" y="491"/>
                  </a:lnTo>
                  <a:lnTo>
                    <a:pt x="129" y="485"/>
                  </a:lnTo>
                  <a:lnTo>
                    <a:pt x="118" y="478"/>
                  </a:lnTo>
                  <a:lnTo>
                    <a:pt x="107" y="470"/>
                  </a:lnTo>
                  <a:lnTo>
                    <a:pt x="97" y="463"/>
                  </a:lnTo>
                  <a:lnTo>
                    <a:pt x="88" y="455"/>
                  </a:lnTo>
                  <a:lnTo>
                    <a:pt x="79" y="446"/>
                  </a:lnTo>
                  <a:lnTo>
                    <a:pt x="69" y="437"/>
                  </a:lnTo>
                  <a:lnTo>
                    <a:pt x="62" y="427"/>
                  </a:lnTo>
                  <a:lnTo>
                    <a:pt x="52" y="416"/>
                  </a:lnTo>
                  <a:lnTo>
                    <a:pt x="47" y="407"/>
                  </a:lnTo>
                  <a:lnTo>
                    <a:pt x="39" y="395"/>
                  </a:lnTo>
                  <a:lnTo>
                    <a:pt x="32" y="384"/>
                  </a:lnTo>
                  <a:lnTo>
                    <a:pt x="26" y="373"/>
                  </a:lnTo>
                  <a:lnTo>
                    <a:pt x="21" y="362"/>
                  </a:lnTo>
                  <a:lnTo>
                    <a:pt x="17" y="349"/>
                  </a:lnTo>
                  <a:lnTo>
                    <a:pt x="13" y="338"/>
                  </a:lnTo>
                  <a:lnTo>
                    <a:pt x="10" y="325"/>
                  </a:lnTo>
                  <a:lnTo>
                    <a:pt x="6" y="311"/>
                  </a:lnTo>
                  <a:lnTo>
                    <a:pt x="4" y="298"/>
                  </a:lnTo>
                  <a:lnTo>
                    <a:pt x="2" y="285"/>
                  </a:lnTo>
                  <a:lnTo>
                    <a:pt x="0" y="272"/>
                  </a:lnTo>
                  <a:lnTo>
                    <a:pt x="0" y="259"/>
                  </a:lnTo>
                  <a:close/>
                </a:path>
              </a:pathLst>
            </a:custGeom>
            <a:noFill/>
            <a:ln w="28575">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24932" name="Group 80">
            <a:extLst>
              <a:ext uri="{FF2B5EF4-FFF2-40B4-BE49-F238E27FC236}">
                <a16:creationId xmlns:a16="http://schemas.microsoft.com/office/drawing/2014/main" id="{8A591817-105C-4E35-B99E-D4888EC01772}"/>
              </a:ext>
            </a:extLst>
          </p:cNvPr>
          <p:cNvGrpSpPr>
            <a:grpSpLocks/>
          </p:cNvGrpSpPr>
          <p:nvPr/>
        </p:nvGrpSpPr>
        <p:grpSpPr bwMode="auto">
          <a:xfrm>
            <a:off x="-50800" y="3429000"/>
            <a:ext cx="2025650" cy="461963"/>
            <a:chOff x="5430520" y="6081375"/>
            <a:chExt cx="2025214" cy="461665"/>
          </a:xfrm>
        </p:grpSpPr>
        <p:sp>
          <p:nvSpPr>
            <p:cNvPr id="124936" name="TextBox 81">
              <a:extLst>
                <a:ext uri="{FF2B5EF4-FFF2-40B4-BE49-F238E27FC236}">
                  <a16:creationId xmlns:a16="http://schemas.microsoft.com/office/drawing/2014/main" id="{EF787971-5113-4A7D-8428-309CC2471400}"/>
                </a:ext>
              </a:extLst>
            </p:cNvPr>
            <p:cNvSpPr txBox="1">
              <a:spLocks noChangeArrowheads="1"/>
            </p:cNvSpPr>
            <p:nvPr/>
          </p:nvSpPr>
          <p:spPr bwMode="auto">
            <a:xfrm>
              <a:off x="5430520" y="6081375"/>
              <a:ext cx="2025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 </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  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2</a:t>
              </a:r>
              <a:endParaRPr kumimoji="0" lang="en-US" altLang="en-US" sz="2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937" name="Freeform 8">
              <a:extLst>
                <a:ext uri="{FF2B5EF4-FFF2-40B4-BE49-F238E27FC236}">
                  <a16:creationId xmlns:a16="http://schemas.microsoft.com/office/drawing/2014/main" id="{E1A91F20-1382-4A95-894B-B06C6D66023D}"/>
                </a:ext>
              </a:extLst>
            </p:cNvPr>
            <p:cNvSpPr>
              <a:spLocks/>
            </p:cNvSpPr>
            <p:nvPr/>
          </p:nvSpPr>
          <p:spPr bwMode="auto">
            <a:xfrm>
              <a:off x="6735763" y="6225223"/>
              <a:ext cx="239077" cy="246697"/>
            </a:xfrm>
            <a:custGeom>
              <a:avLst/>
              <a:gdLst>
                <a:gd name="T0" fmla="*/ 0 w 560"/>
                <a:gd name="T1" fmla="*/ 2147483646 h 522"/>
                <a:gd name="T2" fmla="*/ 2147483646 w 560"/>
                <a:gd name="T3" fmla="*/ 2147483646 h 522"/>
                <a:gd name="T4" fmla="*/ 2147483646 w 560"/>
                <a:gd name="T5" fmla="*/ 2147483646 h 522"/>
                <a:gd name="T6" fmla="*/ 2147483646 w 560"/>
                <a:gd name="T7" fmla="*/ 2147483646 h 522"/>
                <a:gd name="T8" fmla="*/ 2147483646 w 560"/>
                <a:gd name="T9" fmla="*/ 2147483646 h 522"/>
                <a:gd name="T10" fmla="*/ 2147483646 w 560"/>
                <a:gd name="T11" fmla="*/ 2147483646 h 522"/>
                <a:gd name="T12" fmla="*/ 2147483646 w 560"/>
                <a:gd name="T13" fmla="*/ 2147483646 h 522"/>
                <a:gd name="T14" fmla="*/ 2147483646 w 560"/>
                <a:gd name="T15" fmla="*/ 2147483646 h 522"/>
                <a:gd name="T16" fmla="*/ 2147483646 w 560"/>
                <a:gd name="T17" fmla="*/ 2147483646 h 522"/>
                <a:gd name="T18" fmla="*/ 2147483646 w 560"/>
                <a:gd name="T19" fmla="*/ 2147483646 h 522"/>
                <a:gd name="T20" fmla="*/ 2147483646 w 560"/>
                <a:gd name="T21" fmla="*/ 2147483646 h 522"/>
                <a:gd name="T22" fmla="*/ 2147483646 w 560"/>
                <a:gd name="T23" fmla="*/ 0 h 522"/>
                <a:gd name="T24" fmla="*/ 2147483646 w 560"/>
                <a:gd name="T25" fmla="*/ 2147483646 h 522"/>
                <a:gd name="T26" fmla="*/ 2147483646 w 560"/>
                <a:gd name="T27" fmla="*/ 2147483646 h 522"/>
                <a:gd name="T28" fmla="*/ 2147483646 w 560"/>
                <a:gd name="T29" fmla="*/ 2147483646 h 522"/>
                <a:gd name="T30" fmla="*/ 2147483646 w 560"/>
                <a:gd name="T31" fmla="*/ 2147483646 h 522"/>
                <a:gd name="T32" fmla="*/ 2147483646 w 560"/>
                <a:gd name="T33" fmla="*/ 2147483646 h 522"/>
                <a:gd name="T34" fmla="*/ 2147483646 w 560"/>
                <a:gd name="T35" fmla="*/ 2147483646 h 522"/>
                <a:gd name="T36" fmla="*/ 2147483646 w 560"/>
                <a:gd name="T37" fmla="*/ 2147483646 h 522"/>
                <a:gd name="T38" fmla="*/ 2147483646 w 560"/>
                <a:gd name="T39" fmla="*/ 2147483646 h 522"/>
                <a:gd name="T40" fmla="*/ 2147483646 w 560"/>
                <a:gd name="T41" fmla="*/ 2147483646 h 522"/>
                <a:gd name="T42" fmla="*/ 2147483646 w 560"/>
                <a:gd name="T43" fmla="*/ 2147483646 h 522"/>
                <a:gd name="T44" fmla="*/ 2147483646 w 560"/>
                <a:gd name="T45" fmla="*/ 2147483646 h 522"/>
                <a:gd name="T46" fmla="*/ 2147483646 w 560"/>
                <a:gd name="T47" fmla="*/ 2147483646 h 522"/>
                <a:gd name="T48" fmla="*/ 2147483646 w 560"/>
                <a:gd name="T49" fmla="*/ 2147483646 h 522"/>
                <a:gd name="T50" fmla="*/ 2147483646 w 560"/>
                <a:gd name="T51" fmla="*/ 2147483646 h 522"/>
                <a:gd name="T52" fmla="*/ 2147483646 w 560"/>
                <a:gd name="T53" fmla="*/ 2147483646 h 522"/>
                <a:gd name="T54" fmla="*/ 2147483646 w 560"/>
                <a:gd name="T55" fmla="*/ 2147483646 h 522"/>
                <a:gd name="T56" fmla="*/ 2147483646 w 560"/>
                <a:gd name="T57" fmla="*/ 2147483646 h 522"/>
                <a:gd name="T58" fmla="*/ 2147483646 w 560"/>
                <a:gd name="T59" fmla="*/ 2147483646 h 522"/>
                <a:gd name="T60" fmla="*/ 2147483646 w 560"/>
                <a:gd name="T61" fmla="*/ 2147483646 h 522"/>
                <a:gd name="T62" fmla="*/ 2147483646 w 560"/>
                <a:gd name="T63" fmla="*/ 2147483646 h 522"/>
                <a:gd name="T64" fmla="*/ 2147483646 w 560"/>
                <a:gd name="T65" fmla="*/ 2147483646 h 522"/>
                <a:gd name="T66" fmla="*/ 2147483646 w 560"/>
                <a:gd name="T67" fmla="*/ 2147483646 h 522"/>
                <a:gd name="T68" fmla="*/ 2147483646 w 560"/>
                <a:gd name="T69" fmla="*/ 2147483646 h 522"/>
                <a:gd name="T70" fmla="*/ 2147483646 w 560"/>
                <a:gd name="T71" fmla="*/ 2147483646 h 522"/>
                <a:gd name="T72" fmla="*/ 2147483646 w 560"/>
                <a:gd name="T73" fmla="*/ 2147483646 h 522"/>
                <a:gd name="T74" fmla="*/ 2147483646 w 560"/>
                <a:gd name="T75" fmla="*/ 2147483646 h 522"/>
                <a:gd name="T76" fmla="*/ 2147483646 w 560"/>
                <a:gd name="T77" fmla="*/ 2147483646 h 522"/>
                <a:gd name="T78" fmla="*/ 2147483646 w 560"/>
                <a:gd name="T79" fmla="*/ 2147483646 h 522"/>
                <a:gd name="T80" fmla="*/ 2147483646 w 560"/>
                <a:gd name="T81" fmla="*/ 2147483646 h 522"/>
                <a:gd name="T82" fmla="*/ 2147483646 w 560"/>
                <a:gd name="T83" fmla="*/ 2147483646 h 522"/>
                <a:gd name="T84" fmla="*/ 2147483646 w 560"/>
                <a:gd name="T85" fmla="*/ 2147483646 h 522"/>
                <a:gd name="T86" fmla="*/ 2147483646 w 560"/>
                <a:gd name="T87" fmla="*/ 2147483646 h 522"/>
                <a:gd name="T88" fmla="*/ 2147483646 w 560"/>
                <a:gd name="T89" fmla="*/ 2147483646 h 522"/>
                <a:gd name="T90" fmla="*/ 2147483646 w 560"/>
                <a:gd name="T91" fmla="*/ 2147483646 h 522"/>
                <a:gd name="T92" fmla="*/ 2147483646 w 560"/>
                <a:gd name="T93" fmla="*/ 2147483646 h 522"/>
                <a:gd name="T94" fmla="*/ 2147483646 w 560"/>
                <a:gd name="T95" fmla="*/ 2147483646 h 522"/>
                <a:gd name="T96" fmla="*/ 2147483646 w 560"/>
                <a:gd name="T97" fmla="*/ 2147483646 h 522"/>
                <a:gd name="T98" fmla="*/ 2147483646 w 560"/>
                <a:gd name="T99" fmla="*/ 2147483646 h 522"/>
                <a:gd name="T100" fmla="*/ 2147483646 w 560"/>
                <a:gd name="T101" fmla="*/ 2147483646 h 522"/>
                <a:gd name="T102" fmla="*/ 2147483646 w 560"/>
                <a:gd name="T103" fmla="*/ 2147483646 h 522"/>
                <a:gd name="T104" fmla="*/ 2147483646 w 560"/>
                <a:gd name="T105" fmla="*/ 2147483646 h 522"/>
                <a:gd name="T106" fmla="*/ 2147483646 w 560"/>
                <a:gd name="T107" fmla="*/ 2147483646 h 522"/>
                <a:gd name="T108" fmla="*/ 2147483646 w 560"/>
                <a:gd name="T109" fmla="*/ 2147483646 h 522"/>
                <a:gd name="T110" fmla="*/ 0 w 560"/>
                <a:gd name="T111" fmla="*/ 2147483646 h 5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560" h="522">
                  <a:moveTo>
                    <a:pt x="0" y="259"/>
                  </a:moveTo>
                  <a:lnTo>
                    <a:pt x="0" y="265"/>
                  </a:lnTo>
                  <a:lnTo>
                    <a:pt x="0" y="252"/>
                  </a:lnTo>
                  <a:lnTo>
                    <a:pt x="2" y="239"/>
                  </a:lnTo>
                  <a:lnTo>
                    <a:pt x="4" y="226"/>
                  </a:lnTo>
                  <a:lnTo>
                    <a:pt x="6" y="212"/>
                  </a:lnTo>
                  <a:lnTo>
                    <a:pt x="10" y="199"/>
                  </a:lnTo>
                  <a:lnTo>
                    <a:pt x="13" y="186"/>
                  </a:lnTo>
                  <a:lnTo>
                    <a:pt x="17" y="173"/>
                  </a:lnTo>
                  <a:lnTo>
                    <a:pt x="21" y="162"/>
                  </a:lnTo>
                  <a:lnTo>
                    <a:pt x="26" y="151"/>
                  </a:lnTo>
                  <a:lnTo>
                    <a:pt x="32" y="140"/>
                  </a:lnTo>
                  <a:lnTo>
                    <a:pt x="39" y="128"/>
                  </a:lnTo>
                  <a:lnTo>
                    <a:pt x="47" y="117"/>
                  </a:lnTo>
                  <a:lnTo>
                    <a:pt x="52" y="106"/>
                  </a:lnTo>
                  <a:lnTo>
                    <a:pt x="62" y="97"/>
                  </a:lnTo>
                  <a:lnTo>
                    <a:pt x="69" y="87"/>
                  </a:lnTo>
                  <a:lnTo>
                    <a:pt x="79" y="78"/>
                  </a:lnTo>
                  <a:lnTo>
                    <a:pt x="88" y="69"/>
                  </a:lnTo>
                  <a:lnTo>
                    <a:pt x="97" y="61"/>
                  </a:lnTo>
                  <a:lnTo>
                    <a:pt x="107" y="54"/>
                  </a:lnTo>
                  <a:lnTo>
                    <a:pt x="118" y="46"/>
                  </a:lnTo>
                  <a:lnTo>
                    <a:pt x="129" y="39"/>
                  </a:lnTo>
                  <a:lnTo>
                    <a:pt x="138" y="33"/>
                  </a:lnTo>
                  <a:lnTo>
                    <a:pt x="151" y="26"/>
                  </a:lnTo>
                  <a:lnTo>
                    <a:pt x="163" y="22"/>
                  </a:lnTo>
                  <a:lnTo>
                    <a:pt x="174" y="16"/>
                  </a:lnTo>
                  <a:lnTo>
                    <a:pt x="187" y="13"/>
                  </a:lnTo>
                  <a:lnTo>
                    <a:pt x="200" y="9"/>
                  </a:lnTo>
                  <a:lnTo>
                    <a:pt x="213" y="5"/>
                  </a:lnTo>
                  <a:lnTo>
                    <a:pt x="224" y="3"/>
                  </a:lnTo>
                  <a:lnTo>
                    <a:pt x="239" y="1"/>
                  </a:lnTo>
                  <a:lnTo>
                    <a:pt x="252" y="1"/>
                  </a:lnTo>
                  <a:lnTo>
                    <a:pt x="265" y="0"/>
                  </a:lnTo>
                  <a:lnTo>
                    <a:pt x="295" y="0"/>
                  </a:lnTo>
                  <a:lnTo>
                    <a:pt x="310" y="1"/>
                  </a:lnTo>
                  <a:lnTo>
                    <a:pt x="323" y="1"/>
                  </a:lnTo>
                  <a:lnTo>
                    <a:pt x="336" y="3"/>
                  </a:lnTo>
                  <a:lnTo>
                    <a:pt x="349" y="5"/>
                  </a:lnTo>
                  <a:lnTo>
                    <a:pt x="362" y="9"/>
                  </a:lnTo>
                  <a:lnTo>
                    <a:pt x="375" y="13"/>
                  </a:lnTo>
                  <a:lnTo>
                    <a:pt x="387" y="16"/>
                  </a:lnTo>
                  <a:lnTo>
                    <a:pt x="400" y="22"/>
                  </a:lnTo>
                  <a:lnTo>
                    <a:pt x="411" y="26"/>
                  </a:lnTo>
                  <a:lnTo>
                    <a:pt x="422" y="33"/>
                  </a:lnTo>
                  <a:lnTo>
                    <a:pt x="433" y="39"/>
                  </a:lnTo>
                  <a:lnTo>
                    <a:pt x="444" y="46"/>
                  </a:lnTo>
                  <a:lnTo>
                    <a:pt x="454" y="54"/>
                  </a:lnTo>
                  <a:lnTo>
                    <a:pt x="465" y="61"/>
                  </a:lnTo>
                  <a:lnTo>
                    <a:pt x="474" y="69"/>
                  </a:lnTo>
                  <a:lnTo>
                    <a:pt x="484" y="78"/>
                  </a:lnTo>
                  <a:lnTo>
                    <a:pt x="491" y="87"/>
                  </a:lnTo>
                  <a:lnTo>
                    <a:pt x="500" y="97"/>
                  </a:lnTo>
                  <a:lnTo>
                    <a:pt x="508" y="106"/>
                  </a:lnTo>
                  <a:lnTo>
                    <a:pt x="515" y="117"/>
                  </a:lnTo>
                  <a:lnTo>
                    <a:pt x="523" y="128"/>
                  </a:lnTo>
                  <a:lnTo>
                    <a:pt x="528" y="140"/>
                  </a:lnTo>
                  <a:lnTo>
                    <a:pt x="534" y="151"/>
                  </a:lnTo>
                  <a:lnTo>
                    <a:pt x="540" y="162"/>
                  </a:lnTo>
                  <a:lnTo>
                    <a:pt x="545" y="173"/>
                  </a:lnTo>
                  <a:lnTo>
                    <a:pt x="549" y="186"/>
                  </a:lnTo>
                  <a:lnTo>
                    <a:pt x="553" y="199"/>
                  </a:lnTo>
                  <a:lnTo>
                    <a:pt x="555" y="212"/>
                  </a:lnTo>
                  <a:lnTo>
                    <a:pt x="558" y="226"/>
                  </a:lnTo>
                  <a:lnTo>
                    <a:pt x="560" y="239"/>
                  </a:lnTo>
                  <a:lnTo>
                    <a:pt x="560" y="252"/>
                  </a:lnTo>
                  <a:lnTo>
                    <a:pt x="560" y="265"/>
                  </a:lnTo>
                  <a:lnTo>
                    <a:pt x="560" y="259"/>
                  </a:lnTo>
                  <a:lnTo>
                    <a:pt x="560" y="272"/>
                  </a:lnTo>
                  <a:lnTo>
                    <a:pt x="560" y="285"/>
                  </a:lnTo>
                  <a:lnTo>
                    <a:pt x="558" y="298"/>
                  </a:lnTo>
                  <a:lnTo>
                    <a:pt x="555" y="311"/>
                  </a:lnTo>
                  <a:lnTo>
                    <a:pt x="553" y="325"/>
                  </a:lnTo>
                  <a:lnTo>
                    <a:pt x="549" y="338"/>
                  </a:lnTo>
                  <a:lnTo>
                    <a:pt x="545" y="349"/>
                  </a:lnTo>
                  <a:lnTo>
                    <a:pt x="540" y="362"/>
                  </a:lnTo>
                  <a:lnTo>
                    <a:pt x="534" y="373"/>
                  </a:lnTo>
                  <a:lnTo>
                    <a:pt x="528" y="384"/>
                  </a:lnTo>
                  <a:lnTo>
                    <a:pt x="523" y="395"/>
                  </a:lnTo>
                  <a:lnTo>
                    <a:pt x="515" y="407"/>
                  </a:lnTo>
                  <a:lnTo>
                    <a:pt x="508" y="416"/>
                  </a:lnTo>
                  <a:lnTo>
                    <a:pt x="500" y="427"/>
                  </a:lnTo>
                  <a:lnTo>
                    <a:pt x="491" y="437"/>
                  </a:lnTo>
                  <a:lnTo>
                    <a:pt x="484" y="446"/>
                  </a:lnTo>
                  <a:lnTo>
                    <a:pt x="474" y="455"/>
                  </a:lnTo>
                  <a:lnTo>
                    <a:pt x="465" y="463"/>
                  </a:lnTo>
                  <a:lnTo>
                    <a:pt x="454" y="470"/>
                  </a:lnTo>
                  <a:lnTo>
                    <a:pt x="444" y="478"/>
                  </a:lnTo>
                  <a:lnTo>
                    <a:pt x="433" y="485"/>
                  </a:lnTo>
                  <a:lnTo>
                    <a:pt x="422" y="491"/>
                  </a:lnTo>
                  <a:lnTo>
                    <a:pt x="411" y="496"/>
                  </a:lnTo>
                  <a:lnTo>
                    <a:pt x="400" y="502"/>
                  </a:lnTo>
                  <a:lnTo>
                    <a:pt x="387" y="508"/>
                  </a:lnTo>
                  <a:lnTo>
                    <a:pt x="375" y="511"/>
                  </a:lnTo>
                  <a:lnTo>
                    <a:pt x="362" y="515"/>
                  </a:lnTo>
                  <a:lnTo>
                    <a:pt x="349" y="519"/>
                  </a:lnTo>
                  <a:lnTo>
                    <a:pt x="336" y="521"/>
                  </a:lnTo>
                  <a:lnTo>
                    <a:pt x="323" y="522"/>
                  </a:lnTo>
                  <a:lnTo>
                    <a:pt x="310" y="522"/>
                  </a:lnTo>
                  <a:lnTo>
                    <a:pt x="295" y="522"/>
                  </a:lnTo>
                  <a:lnTo>
                    <a:pt x="265" y="522"/>
                  </a:lnTo>
                  <a:lnTo>
                    <a:pt x="252" y="522"/>
                  </a:lnTo>
                  <a:lnTo>
                    <a:pt x="239" y="522"/>
                  </a:lnTo>
                  <a:lnTo>
                    <a:pt x="224" y="521"/>
                  </a:lnTo>
                  <a:lnTo>
                    <a:pt x="213" y="519"/>
                  </a:lnTo>
                  <a:lnTo>
                    <a:pt x="200" y="515"/>
                  </a:lnTo>
                  <a:lnTo>
                    <a:pt x="187" y="511"/>
                  </a:lnTo>
                  <a:lnTo>
                    <a:pt x="174" y="508"/>
                  </a:lnTo>
                  <a:lnTo>
                    <a:pt x="163" y="502"/>
                  </a:lnTo>
                  <a:lnTo>
                    <a:pt x="151" y="496"/>
                  </a:lnTo>
                  <a:lnTo>
                    <a:pt x="138" y="491"/>
                  </a:lnTo>
                  <a:lnTo>
                    <a:pt x="129" y="485"/>
                  </a:lnTo>
                  <a:lnTo>
                    <a:pt x="118" y="478"/>
                  </a:lnTo>
                  <a:lnTo>
                    <a:pt x="107" y="470"/>
                  </a:lnTo>
                  <a:lnTo>
                    <a:pt x="97" y="463"/>
                  </a:lnTo>
                  <a:lnTo>
                    <a:pt x="88" y="455"/>
                  </a:lnTo>
                  <a:lnTo>
                    <a:pt x="79" y="446"/>
                  </a:lnTo>
                  <a:lnTo>
                    <a:pt x="69" y="437"/>
                  </a:lnTo>
                  <a:lnTo>
                    <a:pt x="62" y="427"/>
                  </a:lnTo>
                  <a:lnTo>
                    <a:pt x="52" y="416"/>
                  </a:lnTo>
                  <a:lnTo>
                    <a:pt x="47" y="407"/>
                  </a:lnTo>
                  <a:lnTo>
                    <a:pt x="39" y="395"/>
                  </a:lnTo>
                  <a:lnTo>
                    <a:pt x="32" y="384"/>
                  </a:lnTo>
                  <a:lnTo>
                    <a:pt x="26" y="373"/>
                  </a:lnTo>
                  <a:lnTo>
                    <a:pt x="21" y="362"/>
                  </a:lnTo>
                  <a:lnTo>
                    <a:pt x="17" y="349"/>
                  </a:lnTo>
                  <a:lnTo>
                    <a:pt x="13" y="338"/>
                  </a:lnTo>
                  <a:lnTo>
                    <a:pt x="10" y="325"/>
                  </a:lnTo>
                  <a:lnTo>
                    <a:pt x="6" y="311"/>
                  </a:lnTo>
                  <a:lnTo>
                    <a:pt x="4" y="298"/>
                  </a:lnTo>
                  <a:lnTo>
                    <a:pt x="2" y="285"/>
                  </a:lnTo>
                  <a:lnTo>
                    <a:pt x="0" y="272"/>
                  </a:lnTo>
                  <a:lnTo>
                    <a:pt x="0" y="259"/>
                  </a:lnTo>
                  <a:close/>
                </a:path>
              </a:pathLst>
            </a:custGeom>
            <a:noFill/>
            <a:ln w="28575">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24933" name="Group 83">
            <a:extLst>
              <a:ext uri="{FF2B5EF4-FFF2-40B4-BE49-F238E27FC236}">
                <a16:creationId xmlns:a16="http://schemas.microsoft.com/office/drawing/2014/main" id="{C50A4AC7-21C8-4C77-ABE6-2BC6653E8C68}"/>
              </a:ext>
            </a:extLst>
          </p:cNvPr>
          <p:cNvGrpSpPr>
            <a:grpSpLocks/>
          </p:cNvGrpSpPr>
          <p:nvPr/>
        </p:nvGrpSpPr>
        <p:grpSpPr bwMode="auto">
          <a:xfrm>
            <a:off x="274638" y="1600200"/>
            <a:ext cx="998537" cy="461963"/>
            <a:chOff x="6629400" y="4800600"/>
            <a:chExt cx="999425" cy="461665"/>
          </a:xfrm>
        </p:grpSpPr>
        <p:sp>
          <p:nvSpPr>
            <p:cNvPr id="124934" name="TextBox 84">
              <a:extLst>
                <a:ext uri="{FF2B5EF4-FFF2-40B4-BE49-F238E27FC236}">
                  <a16:creationId xmlns:a16="http://schemas.microsoft.com/office/drawing/2014/main" id="{C17B4BEA-DF1B-46AA-80E0-9F3738412537}"/>
                </a:ext>
              </a:extLst>
            </p:cNvPr>
            <p:cNvSpPr txBox="1">
              <a:spLocks noChangeArrowheads="1"/>
            </p:cNvSpPr>
            <p:nvPr/>
          </p:nvSpPr>
          <p:spPr bwMode="auto">
            <a:xfrm>
              <a:off x="6629400" y="4800600"/>
              <a:ext cx="99942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2</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y</a:t>
              </a:r>
              <a:r>
                <a:rPr kumimoji="0" lang="en-US" altLang="en-US" sz="20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2</a:t>
              </a:r>
              <a:endPar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124935" name="Straight Connector 85">
              <a:extLst>
                <a:ext uri="{FF2B5EF4-FFF2-40B4-BE49-F238E27FC236}">
                  <a16:creationId xmlns:a16="http://schemas.microsoft.com/office/drawing/2014/main" id="{BD108DF5-6966-42AB-8470-E59935A36412}"/>
                </a:ext>
              </a:extLst>
            </p:cNvPr>
            <p:cNvCxnSpPr>
              <a:cxnSpLocks noChangeShapeType="1"/>
            </p:cNvCxnSpPr>
            <p:nvPr/>
          </p:nvCxnSpPr>
          <p:spPr bwMode="auto">
            <a:xfrm>
              <a:off x="7269731" y="4906894"/>
              <a:ext cx="228803"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cxnSp>
      </p:grpSp>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5953" name="Group 50">
            <a:extLst>
              <a:ext uri="{FF2B5EF4-FFF2-40B4-BE49-F238E27FC236}">
                <a16:creationId xmlns:a16="http://schemas.microsoft.com/office/drawing/2014/main" id="{A8C867DD-55D4-45F0-8B12-28D1B2B1E523}"/>
              </a:ext>
            </a:extLst>
          </p:cNvPr>
          <p:cNvGrpSpPr>
            <a:grpSpLocks/>
          </p:cNvGrpSpPr>
          <p:nvPr/>
        </p:nvGrpSpPr>
        <p:grpSpPr bwMode="auto">
          <a:xfrm>
            <a:off x="3121025" y="762000"/>
            <a:ext cx="5265738" cy="5364163"/>
            <a:chOff x="1898650" y="412750"/>
            <a:chExt cx="5265738" cy="5364163"/>
          </a:xfrm>
        </p:grpSpPr>
        <p:sp>
          <p:nvSpPr>
            <p:cNvPr id="125965" name="Rectangle 4">
              <a:extLst>
                <a:ext uri="{FF2B5EF4-FFF2-40B4-BE49-F238E27FC236}">
                  <a16:creationId xmlns:a16="http://schemas.microsoft.com/office/drawing/2014/main" id="{BCBF0DE9-C681-4CAD-9D72-58C0C21A34C6}"/>
                </a:ext>
              </a:extLst>
            </p:cNvPr>
            <p:cNvSpPr>
              <a:spLocks noChangeArrowheads="1"/>
            </p:cNvSpPr>
            <p:nvPr/>
          </p:nvSpPr>
          <p:spPr bwMode="auto">
            <a:xfrm>
              <a:off x="4972050" y="1022350"/>
              <a:ext cx="736600" cy="1177925"/>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5966" name="Rectangle 5">
              <a:extLst>
                <a:ext uri="{FF2B5EF4-FFF2-40B4-BE49-F238E27FC236}">
                  <a16:creationId xmlns:a16="http://schemas.microsoft.com/office/drawing/2014/main" id="{E835F50F-DA0A-418D-AA7E-3262155578CD}"/>
                </a:ext>
              </a:extLst>
            </p:cNvPr>
            <p:cNvSpPr>
              <a:spLocks noChangeArrowheads="1"/>
            </p:cNvSpPr>
            <p:nvPr/>
          </p:nvSpPr>
          <p:spPr bwMode="auto">
            <a:xfrm>
              <a:off x="5046663" y="1216025"/>
              <a:ext cx="173037"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p>
          </p:txBody>
        </p:sp>
        <p:sp>
          <p:nvSpPr>
            <p:cNvPr id="125967" name="Rectangle 6">
              <a:extLst>
                <a:ext uri="{FF2B5EF4-FFF2-40B4-BE49-F238E27FC236}">
                  <a16:creationId xmlns:a16="http://schemas.microsoft.com/office/drawing/2014/main" id="{F465F115-5131-4795-853B-E1B23D60E224}"/>
                </a:ext>
              </a:extLst>
            </p:cNvPr>
            <p:cNvSpPr>
              <a:spLocks noChangeArrowheads="1"/>
            </p:cNvSpPr>
            <p:nvPr/>
          </p:nvSpPr>
          <p:spPr bwMode="auto">
            <a:xfrm>
              <a:off x="5483225" y="1208088"/>
              <a:ext cx="173038"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Q </a:t>
              </a:r>
            </a:p>
          </p:txBody>
        </p:sp>
        <p:sp>
          <p:nvSpPr>
            <p:cNvPr id="125968" name="Line 7">
              <a:extLst>
                <a:ext uri="{FF2B5EF4-FFF2-40B4-BE49-F238E27FC236}">
                  <a16:creationId xmlns:a16="http://schemas.microsoft.com/office/drawing/2014/main" id="{E46ED7A0-9922-4D9D-B731-C00F135E3AD1}"/>
                </a:ext>
              </a:extLst>
            </p:cNvPr>
            <p:cNvSpPr>
              <a:spLocks noChangeShapeType="1"/>
            </p:cNvSpPr>
            <p:nvPr/>
          </p:nvSpPr>
          <p:spPr bwMode="auto">
            <a:xfrm flipH="1">
              <a:off x="5497513" y="1801813"/>
              <a:ext cx="106362"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5969" name="Freeform 8">
              <a:extLst>
                <a:ext uri="{FF2B5EF4-FFF2-40B4-BE49-F238E27FC236}">
                  <a16:creationId xmlns:a16="http://schemas.microsoft.com/office/drawing/2014/main" id="{C8DC1ECA-9140-4688-B82E-73D32E50C52E}"/>
                </a:ext>
              </a:extLst>
            </p:cNvPr>
            <p:cNvSpPr>
              <a:spLocks/>
            </p:cNvSpPr>
            <p:nvPr/>
          </p:nvSpPr>
          <p:spPr bwMode="auto">
            <a:xfrm>
              <a:off x="4972050" y="1822450"/>
              <a:ext cx="147638" cy="168275"/>
            </a:xfrm>
            <a:custGeom>
              <a:avLst/>
              <a:gdLst>
                <a:gd name="T0" fmla="*/ 0 w 185"/>
                <a:gd name="T1" fmla="*/ 2147483646 h 212"/>
                <a:gd name="T2" fmla="*/ 2147483646 w 185"/>
                <a:gd name="T3" fmla="*/ 2147483646 h 212"/>
                <a:gd name="T4" fmla="*/ 0 w 185"/>
                <a:gd name="T5" fmla="*/ 0 h 212"/>
                <a:gd name="T6" fmla="*/ 0 60000 65536"/>
                <a:gd name="T7" fmla="*/ 0 60000 65536"/>
                <a:gd name="T8" fmla="*/ 0 60000 65536"/>
                <a:gd name="T9" fmla="*/ 0 w 185"/>
                <a:gd name="T10" fmla="*/ 0 h 212"/>
                <a:gd name="T11" fmla="*/ 185 w 185"/>
                <a:gd name="T12" fmla="*/ 212 h 212"/>
              </a:gdLst>
              <a:ahLst/>
              <a:cxnLst>
                <a:cxn ang="T6">
                  <a:pos x="T0" y="T1"/>
                </a:cxn>
                <a:cxn ang="T7">
                  <a:pos x="T2" y="T3"/>
                </a:cxn>
                <a:cxn ang="T8">
                  <a:pos x="T4" y="T5"/>
                </a:cxn>
              </a:cxnLst>
              <a:rect l="T9" t="T10" r="T11" b="T12"/>
              <a:pathLst>
                <a:path w="185" h="212">
                  <a:moveTo>
                    <a:pt x="0" y="212"/>
                  </a:moveTo>
                  <a:lnTo>
                    <a:pt x="185" y="106"/>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5970" name="Freeform 9">
              <a:extLst>
                <a:ext uri="{FF2B5EF4-FFF2-40B4-BE49-F238E27FC236}">
                  <a16:creationId xmlns:a16="http://schemas.microsoft.com/office/drawing/2014/main" id="{C2C01916-CB38-461D-A128-B9DA02C206F7}"/>
                </a:ext>
              </a:extLst>
            </p:cNvPr>
            <p:cNvSpPr>
              <a:spLocks/>
            </p:cNvSpPr>
            <p:nvPr/>
          </p:nvSpPr>
          <p:spPr bwMode="auto">
            <a:xfrm>
              <a:off x="6297613" y="1274763"/>
              <a:ext cx="41275" cy="63500"/>
            </a:xfrm>
            <a:custGeom>
              <a:avLst/>
              <a:gdLst>
                <a:gd name="T0" fmla="*/ 0 w 53"/>
                <a:gd name="T1" fmla="*/ 2147483646 h 79"/>
                <a:gd name="T2" fmla="*/ 0 w 53"/>
                <a:gd name="T3" fmla="*/ 2147483646 h 79"/>
                <a:gd name="T4" fmla="*/ 2147483646 w 53"/>
                <a:gd name="T5" fmla="*/ 2147483646 h 79"/>
                <a:gd name="T6" fmla="*/ 2147483646 w 53"/>
                <a:gd name="T7" fmla="*/ 2147483646 h 79"/>
                <a:gd name="T8" fmla="*/ 2147483646 w 53"/>
                <a:gd name="T9" fmla="*/ 2147483646 h 79"/>
                <a:gd name="T10" fmla="*/ 2147483646 w 53"/>
                <a:gd name="T11" fmla="*/ 2147483646 h 79"/>
                <a:gd name="T12" fmla="*/ 2147483646 w 53"/>
                <a:gd name="T13" fmla="*/ 2147483646 h 79"/>
                <a:gd name="T14" fmla="*/ 2147483646 w 53"/>
                <a:gd name="T15" fmla="*/ 2147483646 h 79"/>
                <a:gd name="T16" fmla="*/ 2147483646 w 53"/>
                <a:gd name="T17" fmla="*/ 2147483646 h 79"/>
                <a:gd name="T18" fmla="*/ 2147483646 w 53"/>
                <a:gd name="T19" fmla="*/ 2147483646 h 79"/>
                <a:gd name="T20" fmla="*/ 2147483646 w 53"/>
                <a:gd name="T21" fmla="*/ 2147483646 h 79"/>
                <a:gd name="T22" fmla="*/ 2147483646 w 53"/>
                <a:gd name="T23" fmla="*/ 0 h 79"/>
                <a:gd name="T24" fmla="*/ 2147483646 w 53"/>
                <a:gd name="T25" fmla="*/ 2147483646 h 79"/>
                <a:gd name="T26" fmla="*/ 2147483646 w 53"/>
                <a:gd name="T27" fmla="*/ 2147483646 h 79"/>
                <a:gd name="T28" fmla="*/ 2147483646 w 53"/>
                <a:gd name="T29" fmla="*/ 2147483646 h 79"/>
                <a:gd name="T30" fmla="*/ 2147483646 w 53"/>
                <a:gd name="T31" fmla="*/ 2147483646 h 79"/>
                <a:gd name="T32" fmla="*/ 2147483646 w 53"/>
                <a:gd name="T33" fmla="*/ 2147483646 h 79"/>
                <a:gd name="T34" fmla="*/ 2147483646 w 53"/>
                <a:gd name="T35" fmla="*/ 2147483646 h 79"/>
                <a:gd name="T36" fmla="*/ 2147483646 w 53"/>
                <a:gd name="T37" fmla="*/ 2147483646 h 79"/>
                <a:gd name="T38" fmla="*/ 2147483646 w 53"/>
                <a:gd name="T39" fmla="*/ 2147483646 h 79"/>
                <a:gd name="T40" fmla="*/ 2147483646 w 53"/>
                <a:gd name="T41" fmla="*/ 2147483646 h 79"/>
                <a:gd name="T42" fmla="*/ 2147483646 w 53"/>
                <a:gd name="T43" fmla="*/ 2147483646 h 79"/>
                <a:gd name="T44" fmla="*/ 2147483646 w 53"/>
                <a:gd name="T45" fmla="*/ 2147483646 h 79"/>
                <a:gd name="T46" fmla="*/ 2147483646 w 53"/>
                <a:gd name="T47" fmla="*/ 2147483646 h 79"/>
                <a:gd name="T48" fmla="*/ 2147483646 w 53"/>
                <a:gd name="T49" fmla="*/ 2147483646 h 79"/>
                <a:gd name="T50" fmla="*/ 2147483646 w 53"/>
                <a:gd name="T51" fmla="*/ 2147483646 h 79"/>
                <a:gd name="T52" fmla="*/ 2147483646 w 53"/>
                <a:gd name="T53" fmla="*/ 2147483646 h 79"/>
                <a:gd name="T54" fmla="*/ 2147483646 w 53"/>
                <a:gd name="T55" fmla="*/ 2147483646 h 79"/>
                <a:gd name="T56" fmla="*/ 2147483646 w 53"/>
                <a:gd name="T57" fmla="*/ 2147483646 h 79"/>
                <a:gd name="T58" fmla="*/ 2147483646 w 53"/>
                <a:gd name="T59" fmla="*/ 2147483646 h 79"/>
                <a:gd name="T60" fmla="*/ 2147483646 w 53"/>
                <a:gd name="T61" fmla="*/ 2147483646 h 79"/>
                <a:gd name="T62" fmla="*/ 2147483646 w 53"/>
                <a:gd name="T63" fmla="*/ 2147483646 h 79"/>
                <a:gd name="T64" fmla="*/ 2147483646 w 53"/>
                <a:gd name="T65" fmla="*/ 2147483646 h 79"/>
                <a:gd name="T66" fmla="*/ 2147483646 w 53"/>
                <a:gd name="T67" fmla="*/ 2147483646 h 79"/>
                <a:gd name="T68" fmla="*/ 2147483646 w 53"/>
                <a:gd name="T69" fmla="*/ 2147483646 h 79"/>
                <a:gd name="T70" fmla="*/ 2147483646 w 53"/>
                <a:gd name="T71" fmla="*/ 2147483646 h 79"/>
                <a:gd name="T72" fmla="*/ 2147483646 w 53"/>
                <a:gd name="T73" fmla="*/ 2147483646 h 79"/>
                <a:gd name="T74" fmla="*/ 2147483646 w 53"/>
                <a:gd name="T75" fmla="*/ 2147483646 h 79"/>
                <a:gd name="T76" fmla="*/ 2147483646 w 53"/>
                <a:gd name="T77" fmla="*/ 2147483646 h 79"/>
                <a:gd name="T78" fmla="*/ 2147483646 w 53"/>
                <a:gd name="T79" fmla="*/ 2147483646 h 79"/>
                <a:gd name="T80" fmla="*/ 2147483646 w 53"/>
                <a:gd name="T81" fmla="*/ 2147483646 h 79"/>
                <a:gd name="T82" fmla="*/ 2147483646 w 53"/>
                <a:gd name="T83" fmla="*/ 2147483646 h 79"/>
                <a:gd name="T84" fmla="*/ 2147483646 w 53"/>
                <a:gd name="T85" fmla="*/ 2147483646 h 79"/>
                <a:gd name="T86" fmla="*/ 2147483646 w 53"/>
                <a:gd name="T87" fmla="*/ 2147483646 h 79"/>
                <a:gd name="T88" fmla="*/ 2147483646 w 53"/>
                <a:gd name="T89" fmla="*/ 2147483646 h 79"/>
                <a:gd name="T90" fmla="*/ 2147483646 w 53"/>
                <a:gd name="T91" fmla="*/ 2147483646 h 79"/>
                <a:gd name="T92" fmla="*/ 2147483646 w 53"/>
                <a:gd name="T93" fmla="*/ 2147483646 h 79"/>
                <a:gd name="T94" fmla="*/ 2147483646 w 53"/>
                <a:gd name="T95" fmla="*/ 2147483646 h 79"/>
                <a:gd name="T96" fmla="*/ 2147483646 w 53"/>
                <a:gd name="T97" fmla="*/ 2147483646 h 79"/>
                <a:gd name="T98" fmla="*/ 2147483646 w 53"/>
                <a:gd name="T99" fmla="*/ 2147483646 h 79"/>
                <a:gd name="T100" fmla="*/ 2147483646 w 53"/>
                <a:gd name="T101" fmla="*/ 2147483646 h 79"/>
                <a:gd name="T102" fmla="*/ 2147483646 w 53"/>
                <a:gd name="T103" fmla="*/ 2147483646 h 79"/>
                <a:gd name="T104" fmla="*/ 2147483646 w 53"/>
                <a:gd name="T105" fmla="*/ 2147483646 h 79"/>
                <a:gd name="T106" fmla="*/ 2147483646 w 53"/>
                <a:gd name="T107" fmla="*/ 2147483646 h 79"/>
                <a:gd name="T108" fmla="*/ 0 w 53"/>
                <a:gd name="T109" fmla="*/ 2147483646 h 79"/>
                <a:gd name="T110" fmla="*/ 0 w 53"/>
                <a:gd name="T111" fmla="*/ 2147483646 h 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79"/>
                <a:gd name="T170" fmla="*/ 53 w 53"/>
                <a:gd name="T171" fmla="*/ 79 h 7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79">
                  <a:moveTo>
                    <a:pt x="0" y="47"/>
                  </a:moveTo>
                  <a:lnTo>
                    <a:pt x="0" y="33"/>
                  </a:lnTo>
                  <a:lnTo>
                    <a:pt x="0" y="30"/>
                  </a:lnTo>
                  <a:lnTo>
                    <a:pt x="0" y="29"/>
                  </a:lnTo>
                  <a:lnTo>
                    <a:pt x="0" y="27"/>
                  </a:lnTo>
                  <a:lnTo>
                    <a:pt x="0" y="26"/>
                  </a:lnTo>
                  <a:lnTo>
                    <a:pt x="0" y="25"/>
                  </a:lnTo>
                  <a:lnTo>
                    <a:pt x="1" y="23"/>
                  </a:lnTo>
                  <a:lnTo>
                    <a:pt x="1" y="21"/>
                  </a:lnTo>
                  <a:lnTo>
                    <a:pt x="2" y="20"/>
                  </a:lnTo>
                  <a:lnTo>
                    <a:pt x="2" y="18"/>
                  </a:lnTo>
                  <a:lnTo>
                    <a:pt x="4" y="17"/>
                  </a:lnTo>
                  <a:lnTo>
                    <a:pt x="4" y="16"/>
                  </a:lnTo>
                  <a:lnTo>
                    <a:pt x="5" y="14"/>
                  </a:lnTo>
                  <a:lnTo>
                    <a:pt x="5" y="13"/>
                  </a:lnTo>
                  <a:lnTo>
                    <a:pt x="6" y="12"/>
                  </a:lnTo>
                  <a:lnTo>
                    <a:pt x="8" y="10"/>
                  </a:lnTo>
                  <a:lnTo>
                    <a:pt x="9" y="10"/>
                  </a:lnTo>
                  <a:lnTo>
                    <a:pt x="10" y="9"/>
                  </a:lnTo>
                  <a:lnTo>
                    <a:pt x="10" y="8"/>
                  </a:lnTo>
                  <a:lnTo>
                    <a:pt x="12" y="6"/>
                  </a:lnTo>
                  <a:lnTo>
                    <a:pt x="13" y="6"/>
                  </a:lnTo>
                  <a:lnTo>
                    <a:pt x="14" y="5"/>
                  </a:lnTo>
                  <a:lnTo>
                    <a:pt x="16" y="4"/>
                  </a:lnTo>
                  <a:lnTo>
                    <a:pt x="17" y="4"/>
                  </a:lnTo>
                  <a:lnTo>
                    <a:pt x="18" y="2"/>
                  </a:lnTo>
                  <a:lnTo>
                    <a:pt x="21" y="2"/>
                  </a:lnTo>
                  <a:lnTo>
                    <a:pt x="22" y="2"/>
                  </a:lnTo>
                  <a:lnTo>
                    <a:pt x="24" y="1"/>
                  </a:lnTo>
                  <a:lnTo>
                    <a:pt x="25" y="1"/>
                  </a:lnTo>
                  <a:lnTo>
                    <a:pt x="26" y="1"/>
                  </a:lnTo>
                  <a:lnTo>
                    <a:pt x="28" y="1"/>
                  </a:lnTo>
                  <a:lnTo>
                    <a:pt x="30" y="1"/>
                  </a:lnTo>
                  <a:lnTo>
                    <a:pt x="32" y="0"/>
                  </a:lnTo>
                  <a:lnTo>
                    <a:pt x="20" y="0"/>
                  </a:lnTo>
                  <a:lnTo>
                    <a:pt x="22" y="1"/>
                  </a:lnTo>
                  <a:lnTo>
                    <a:pt x="24" y="1"/>
                  </a:lnTo>
                  <a:lnTo>
                    <a:pt x="25" y="1"/>
                  </a:lnTo>
                  <a:lnTo>
                    <a:pt x="26" y="1"/>
                  </a:lnTo>
                  <a:lnTo>
                    <a:pt x="29" y="1"/>
                  </a:lnTo>
                  <a:lnTo>
                    <a:pt x="30" y="2"/>
                  </a:lnTo>
                  <a:lnTo>
                    <a:pt x="32" y="2"/>
                  </a:lnTo>
                  <a:lnTo>
                    <a:pt x="33" y="2"/>
                  </a:lnTo>
                  <a:lnTo>
                    <a:pt x="34" y="4"/>
                  </a:lnTo>
                  <a:lnTo>
                    <a:pt x="36" y="4"/>
                  </a:lnTo>
                  <a:lnTo>
                    <a:pt x="37" y="5"/>
                  </a:lnTo>
                  <a:lnTo>
                    <a:pt x="38" y="6"/>
                  </a:lnTo>
                  <a:lnTo>
                    <a:pt x="40" y="6"/>
                  </a:lnTo>
                  <a:lnTo>
                    <a:pt x="41" y="8"/>
                  </a:lnTo>
                  <a:lnTo>
                    <a:pt x="42" y="9"/>
                  </a:lnTo>
                  <a:lnTo>
                    <a:pt x="44" y="10"/>
                  </a:lnTo>
                  <a:lnTo>
                    <a:pt x="45" y="12"/>
                  </a:lnTo>
                  <a:lnTo>
                    <a:pt x="46" y="13"/>
                  </a:lnTo>
                  <a:lnTo>
                    <a:pt x="48" y="14"/>
                  </a:lnTo>
                  <a:lnTo>
                    <a:pt x="48" y="16"/>
                  </a:lnTo>
                  <a:lnTo>
                    <a:pt x="49" y="17"/>
                  </a:lnTo>
                  <a:lnTo>
                    <a:pt x="49" y="18"/>
                  </a:lnTo>
                  <a:lnTo>
                    <a:pt x="50" y="20"/>
                  </a:lnTo>
                  <a:lnTo>
                    <a:pt x="50" y="21"/>
                  </a:lnTo>
                  <a:lnTo>
                    <a:pt x="51" y="23"/>
                  </a:lnTo>
                  <a:lnTo>
                    <a:pt x="51" y="25"/>
                  </a:lnTo>
                  <a:lnTo>
                    <a:pt x="51" y="26"/>
                  </a:lnTo>
                  <a:lnTo>
                    <a:pt x="51" y="27"/>
                  </a:lnTo>
                  <a:lnTo>
                    <a:pt x="53" y="29"/>
                  </a:lnTo>
                  <a:lnTo>
                    <a:pt x="53" y="30"/>
                  </a:lnTo>
                  <a:lnTo>
                    <a:pt x="53" y="33"/>
                  </a:lnTo>
                  <a:lnTo>
                    <a:pt x="53" y="47"/>
                  </a:lnTo>
                  <a:lnTo>
                    <a:pt x="53" y="50"/>
                  </a:lnTo>
                  <a:lnTo>
                    <a:pt x="53" y="51"/>
                  </a:lnTo>
                  <a:lnTo>
                    <a:pt x="51" y="53"/>
                  </a:lnTo>
                  <a:lnTo>
                    <a:pt x="51" y="54"/>
                  </a:lnTo>
                  <a:lnTo>
                    <a:pt x="51" y="55"/>
                  </a:lnTo>
                  <a:lnTo>
                    <a:pt x="51" y="57"/>
                  </a:lnTo>
                  <a:lnTo>
                    <a:pt x="50" y="59"/>
                  </a:lnTo>
                  <a:lnTo>
                    <a:pt x="50" y="61"/>
                  </a:lnTo>
                  <a:lnTo>
                    <a:pt x="49" y="62"/>
                  </a:lnTo>
                  <a:lnTo>
                    <a:pt x="49" y="63"/>
                  </a:lnTo>
                  <a:lnTo>
                    <a:pt x="48" y="65"/>
                  </a:lnTo>
                  <a:lnTo>
                    <a:pt x="48" y="66"/>
                  </a:lnTo>
                  <a:lnTo>
                    <a:pt x="46" y="67"/>
                  </a:lnTo>
                  <a:lnTo>
                    <a:pt x="45" y="69"/>
                  </a:lnTo>
                  <a:lnTo>
                    <a:pt x="44" y="70"/>
                  </a:lnTo>
                  <a:lnTo>
                    <a:pt x="42" y="71"/>
                  </a:lnTo>
                  <a:lnTo>
                    <a:pt x="41" y="73"/>
                  </a:lnTo>
                  <a:lnTo>
                    <a:pt x="40" y="74"/>
                  </a:lnTo>
                  <a:lnTo>
                    <a:pt x="38" y="74"/>
                  </a:lnTo>
                  <a:lnTo>
                    <a:pt x="37" y="75"/>
                  </a:lnTo>
                  <a:lnTo>
                    <a:pt x="36" y="77"/>
                  </a:lnTo>
                  <a:lnTo>
                    <a:pt x="34" y="77"/>
                  </a:lnTo>
                  <a:lnTo>
                    <a:pt x="33" y="78"/>
                  </a:lnTo>
                  <a:lnTo>
                    <a:pt x="32" y="78"/>
                  </a:lnTo>
                  <a:lnTo>
                    <a:pt x="30" y="78"/>
                  </a:lnTo>
                  <a:lnTo>
                    <a:pt x="29" y="79"/>
                  </a:lnTo>
                  <a:lnTo>
                    <a:pt x="26" y="79"/>
                  </a:lnTo>
                  <a:lnTo>
                    <a:pt x="25" y="79"/>
                  </a:lnTo>
                  <a:lnTo>
                    <a:pt x="24" y="79"/>
                  </a:lnTo>
                  <a:lnTo>
                    <a:pt x="22" y="79"/>
                  </a:lnTo>
                  <a:lnTo>
                    <a:pt x="20" y="79"/>
                  </a:lnTo>
                  <a:lnTo>
                    <a:pt x="32" y="79"/>
                  </a:lnTo>
                  <a:lnTo>
                    <a:pt x="30" y="79"/>
                  </a:lnTo>
                  <a:lnTo>
                    <a:pt x="28" y="79"/>
                  </a:lnTo>
                  <a:lnTo>
                    <a:pt x="26" y="79"/>
                  </a:lnTo>
                  <a:lnTo>
                    <a:pt x="25" y="79"/>
                  </a:lnTo>
                  <a:lnTo>
                    <a:pt x="24" y="79"/>
                  </a:lnTo>
                  <a:lnTo>
                    <a:pt x="22" y="78"/>
                  </a:lnTo>
                  <a:lnTo>
                    <a:pt x="21" y="78"/>
                  </a:lnTo>
                  <a:lnTo>
                    <a:pt x="18" y="78"/>
                  </a:lnTo>
                  <a:lnTo>
                    <a:pt x="17" y="77"/>
                  </a:lnTo>
                  <a:lnTo>
                    <a:pt x="16" y="77"/>
                  </a:lnTo>
                  <a:lnTo>
                    <a:pt x="14" y="75"/>
                  </a:lnTo>
                  <a:lnTo>
                    <a:pt x="13" y="74"/>
                  </a:lnTo>
                  <a:lnTo>
                    <a:pt x="12" y="74"/>
                  </a:lnTo>
                  <a:lnTo>
                    <a:pt x="10" y="73"/>
                  </a:lnTo>
                  <a:lnTo>
                    <a:pt x="10" y="71"/>
                  </a:lnTo>
                  <a:lnTo>
                    <a:pt x="9" y="70"/>
                  </a:lnTo>
                  <a:lnTo>
                    <a:pt x="8" y="70"/>
                  </a:lnTo>
                  <a:lnTo>
                    <a:pt x="6" y="69"/>
                  </a:lnTo>
                  <a:lnTo>
                    <a:pt x="5" y="67"/>
                  </a:lnTo>
                  <a:lnTo>
                    <a:pt x="5" y="66"/>
                  </a:lnTo>
                  <a:lnTo>
                    <a:pt x="4" y="65"/>
                  </a:lnTo>
                  <a:lnTo>
                    <a:pt x="4" y="63"/>
                  </a:lnTo>
                  <a:lnTo>
                    <a:pt x="2" y="62"/>
                  </a:lnTo>
                  <a:lnTo>
                    <a:pt x="2" y="61"/>
                  </a:lnTo>
                  <a:lnTo>
                    <a:pt x="1" y="59"/>
                  </a:lnTo>
                  <a:lnTo>
                    <a:pt x="1" y="57"/>
                  </a:lnTo>
                  <a:lnTo>
                    <a:pt x="0" y="55"/>
                  </a:lnTo>
                  <a:lnTo>
                    <a:pt x="0" y="54"/>
                  </a:lnTo>
                  <a:lnTo>
                    <a:pt x="0" y="53"/>
                  </a:lnTo>
                  <a:lnTo>
                    <a:pt x="0" y="51"/>
                  </a:lnTo>
                  <a:lnTo>
                    <a:pt x="0" y="50"/>
                  </a:lnTo>
                  <a:lnTo>
                    <a:pt x="0" y="47"/>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5971" name="Rectangle 10">
              <a:extLst>
                <a:ext uri="{FF2B5EF4-FFF2-40B4-BE49-F238E27FC236}">
                  <a16:creationId xmlns:a16="http://schemas.microsoft.com/office/drawing/2014/main" id="{28C8A1C1-7F04-49E3-A6D8-860BEC1B8FD4}"/>
                </a:ext>
              </a:extLst>
            </p:cNvPr>
            <p:cNvSpPr>
              <a:spLocks noChangeArrowheads="1"/>
            </p:cNvSpPr>
            <p:nvPr/>
          </p:nvSpPr>
          <p:spPr bwMode="auto">
            <a:xfrm>
              <a:off x="5484813" y="1809750"/>
              <a:ext cx="173037"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Q </a:t>
              </a:r>
            </a:p>
          </p:txBody>
        </p:sp>
        <p:sp>
          <p:nvSpPr>
            <p:cNvPr id="125972" name="Rectangle 11">
              <a:extLst>
                <a:ext uri="{FF2B5EF4-FFF2-40B4-BE49-F238E27FC236}">
                  <a16:creationId xmlns:a16="http://schemas.microsoft.com/office/drawing/2014/main" id="{DD4349CC-3E2E-4A87-9BD4-BB3534FA6F76}"/>
                </a:ext>
              </a:extLst>
            </p:cNvPr>
            <p:cNvSpPr>
              <a:spLocks noChangeArrowheads="1"/>
            </p:cNvSpPr>
            <p:nvPr/>
          </p:nvSpPr>
          <p:spPr bwMode="auto">
            <a:xfrm>
              <a:off x="6907213" y="4756150"/>
              <a:ext cx="211137" cy="269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z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5973" name="Line 13">
              <a:extLst>
                <a:ext uri="{FF2B5EF4-FFF2-40B4-BE49-F238E27FC236}">
                  <a16:creationId xmlns:a16="http://schemas.microsoft.com/office/drawing/2014/main" id="{F49AB927-2F14-4EC4-ABB3-ADF1FEA56A3F}"/>
                </a:ext>
              </a:extLst>
            </p:cNvPr>
            <p:cNvSpPr>
              <a:spLocks noChangeShapeType="1"/>
            </p:cNvSpPr>
            <p:nvPr/>
          </p:nvSpPr>
          <p:spPr bwMode="auto">
            <a:xfrm>
              <a:off x="3479800" y="2959100"/>
              <a:ext cx="230188"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5974" name="Line 14">
              <a:extLst>
                <a:ext uri="{FF2B5EF4-FFF2-40B4-BE49-F238E27FC236}">
                  <a16:creationId xmlns:a16="http://schemas.microsoft.com/office/drawing/2014/main" id="{BDC99888-D4A5-417F-944B-6A9AD0639E80}"/>
                </a:ext>
              </a:extLst>
            </p:cNvPr>
            <p:cNvSpPr>
              <a:spLocks noChangeShapeType="1"/>
            </p:cNvSpPr>
            <p:nvPr/>
          </p:nvSpPr>
          <p:spPr bwMode="auto">
            <a:xfrm>
              <a:off x="3479800" y="3252788"/>
              <a:ext cx="230188"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5975" name="Freeform 16">
              <a:extLst>
                <a:ext uri="{FF2B5EF4-FFF2-40B4-BE49-F238E27FC236}">
                  <a16:creationId xmlns:a16="http://schemas.microsoft.com/office/drawing/2014/main" id="{56247BA1-08C3-47FE-BCE2-16142ABA0866}"/>
                </a:ext>
              </a:extLst>
            </p:cNvPr>
            <p:cNvSpPr>
              <a:spLocks/>
            </p:cNvSpPr>
            <p:nvPr/>
          </p:nvSpPr>
          <p:spPr bwMode="auto">
            <a:xfrm>
              <a:off x="3738563" y="2849563"/>
              <a:ext cx="628650" cy="249237"/>
            </a:xfrm>
            <a:custGeom>
              <a:avLst/>
              <a:gdLst>
                <a:gd name="T0" fmla="*/ 2147483646 w 792"/>
                <a:gd name="T1" fmla="*/ 0 h 314"/>
                <a:gd name="T2" fmla="*/ 2147483646 w 792"/>
                <a:gd name="T3" fmla="*/ 0 h 314"/>
                <a:gd name="T4" fmla="*/ 2147483646 w 792"/>
                <a:gd name="T5" fmla="*/ 0 h 314"/>
                <a:gd name="T6" fmla="*/ 2147483646 w 792"/>
                <a:gd name="T7" fmla="*/ 0 h 314"/>
                <a:gd name="T8" fmla="*/ 2147483646 w 792"/>
                <a:gd name="T9" fmla="*/ 2147483646 h 314"/>
                <a:gd name="T10" fmla="*/ 2147483646 w 792"/>
                <a:gd name="T11" fmla="*/ 2147483646 h 314"/>
                <a:gd name="T12" fmla="*/ 2147483646 w 792"/>
                <a:gd name="T13" fmla="*/ 2147483646 h 314"/>
                <a:gd name="T14" fmla="*/ 2147483646 w 792"/>
                <a:gd name="T15" fmla="*/ 2147483646 h 314"/>
                <a:gd name="T16" fmla="*/ 2147483646 w 792"/>
                <a:gd name="T17" fmla="*/ 2147483646 h 314"/>
                <a:gd name="T18" fmla="*/ 2147483646 w 792"/>
                <a:gd name="T19" fmla="*/ 2147483646 h 314"/>
                <a:gd name="T20" fmla="*/ 2147483646 w 792"/>
                <a:gd name="T21" fmla="*/ 2147483646 h 314"/>
                <a:gd name="T22" fmla="*/ 2147483646 w 792"/>
                <a:gd name="T23" fmla="*/ 2147483646 h 314"/>
                <a:gd name="T24" fmla="*/ 2147483646 w 792"/>
                <a:gd name="T25" fmla="*/ 2147483646 h 314"/>
                <a:gd name="T26" fmla="*/ 2147483646 w 792"/>
                <a:gd name="T27" fmla="*/ 2147483646 h 314"/>
                <a:gd name="T28" fmla="*/ 2147483646 w 792"/>
                <a:gd name="T29" fmla="*/ 2147483646 h 314"/>
                <a:gd name="T30" fmla="*/ 2147483646 w 792"/>
                <a:gd name="T31" fmla="*/ 2147483646 h 314"/>
                <a:gd name="T32" fmla="*/ 2147483646 w 792"/>
                <a:gd name="T33" fmla="*/ 2147483646 h 314"/>
                <a:gd name="T34" fmla="*/ 2147483646 w 792"/>
                <a:gd name="T35" fmla="*/ 2147483646 h 314"/>
                <a:gd name="T36" fmla="*/ 2147483646 w 792"/>
                <a:gd name="T37" fmla="*/ 2147483646 h 314"/>
                <a:gd name="T38" fmla="*/ 2147483646 w 792"/>
                <a:gd name="T39" fmla="*/ 2147483646 h 314"/>
                <a:gd name="T40" fmla="*/ 2147483646 w 792"/>
                <a:gd name="T41" fmla="*/ 2147483646 h 314"/>
                <a:gd name="T42" fmla="*/ 2147483646 w 792"/>
                <a:gd name="T43" fmla="*/ 2147483646 h 314"/>
                <a:gd name="T44" fmla="*/ 2147483646 w 792"/>
                <a:gd name="T45" fmla="*/ 2147483646 h 314"/>
                <a:gd name="T46" fmla="*/ 2147483646 w 792"/>
                <a:gd name="T47" fmla="*/ 2147483646 h 314"/>
                <a:gd name="T48" fmla="*/ 2147483646 w 792"/>
                <a:gd name="T49" fmla="*/ 2147483646 h 314"/>
                <a:gd name="T50" fmla="*/ 2147483646 w 792"/>
                <a:gd name="T51" fmla="*/ 2147483646 h 314"/>
                <a:gd name="T52" fmla="*/ 2147483646 w 792"/>
                <a:gd name="T53" fmla="*/ 2147483646 h 314"/>
                <a:gd name="T54" fmla="*/ 2147483646 w 792"/>
                <a:gd name="T55" fmla="*/ 2147483646 h 314"/>
                <a:gd name="T56" fmla="*/ 2147483646 w 792"/>
                <a:gd name="T57" fmla="*/ 2147483646 h 314"/>
                <a:gd name="T58" fmla="*/ 2147483646 w 792"/>
                <a:gd name="T59" fmla="*/ 2147483646 h 314"/>
                <a:gd name="T60" fmla="*/ 2147483646 w 792"/>
                <a:gd name="T61" fmla="*/ 2147483646 h 314"/>
                <a:gd name="T62" fmla="*/ 2147483646 w 792"/>
                <a:gd name="T63" fmla="*/ 2147483646 h 314"/>
                <a:gd name="T64" fmla="*/ 2147483646 w 792"/>
                <a:gd name="T65" fmla="*/ 2147483646 h 314"/>
                <a:gd name="T66" fmla="*/ 2147483646 w 792"/>
                <a:gd name="T67" fmla="*/ 2147483646 h 314"/>
                <a:gd name="T68" fmla="*/ 2147483646 w 792"/>
                <a:gd name="T69" fmla="*/ 2147483646 h 314"/>
                <a:gd name="T70" fmla="*/ 2147483646 w 792"/>
                <a:gd name="T71" fmla="*/ 2147483646 h 314"/>
                <a:gd name="T72" fmla="*/ 2147483646 w 792"/>
                <a:gd name="T73" fmla="*/ 2147483646 h 314"/>
                <a:gd name="T74" fmla="*/ 2147483646 w 792"/>
                <a:gd name="T75" fmla="*/ 2147483646 h 314"/>
                <a:gd name="T76" fmla="*/ 2147483646 w 792"/>
                <a:gd name="T77" fmla="*/ 2147483646 h 314"/>
                <a:gd name="T78" fmla="*/ 2147483646 w 792"/>
                <a:gd name="T79" fmla="*/ 2147483646 h 314"/>
                <a:gd name="T80" fmla="*/ 2147483646 w 792"/>
                <a:gd name="T81" fmla="*/ 2147483646 h 314"/>
                <a:gd name="T82" fmla="*/ 2147483646 w 792"/>
                <a:gd name="T83" fmla="*/ 2147483646 h 314"/>
                <a:gd name="T84" fmla="*/ 2147483646 w 792"/>
                <a:gd name="T85" fmla="*/ 2147483646 h 314"/>
                <a:gd name="T86" fmla="*/ 2147483646 w 792"/>
                <a:gd name="T87" fmla="*/ 2147483646 h 314"/>
                <a:gd name="T88" fmla="*/ 2147483646 w 792"/>
                <a:gd name="T89" fmla="*/ 2147483646 h 314"/>
                <a:gd name="T90" fmla="*/ 2147483646 w 792"/>
                <a:gd name="T91" fmla="*/ 2147483646 h 314"/>
                <a:gd name="T92" fmla="*/ 2147483646 w 792"/>
                <a:gd name="T93" fmla="*/ 2147483646 h 314"/>
                <a:gd name="T94" fmla="*/ 2147483646 w 792"/>
                <a:gd name="T95" fmla="*/ 2147483646 h 314"/>
                <a:gd name="T96" fmla="*/ 2147483646 w 792"/>
                <a:gd name="T97" fmla="*/ 2147483646 h 314"/>
                <a:gd name="T98" fmla="*/ 2147483646 w 792"/>
                <a:gd name="T99" fmla="*/ 2147483646 h 314"/>
                <a:gd name="T100" fmla="*/ 2147483646 w 792"/>
                <a:gd name="T101" fmla="*/ 2147483646 h 314"/>
                <a:gd name="T102" fmla="*/ 2147483646 w 792"/>
                <a:gd name="T103" fmla="*/ 2147483646 h 314"/>
                <a:gd name="T104" fmla="*/ 2147483646 w 792"/>
                <a:gd name="T105" fmla="*/ 2147483646 h 314"/>
                <a:gd name="T106" fmla="*/ 2147483646 w 792"/>
                <a:gd name="T107" fmla="*/ 2147483646 h 314"/>
                <a:gd name="T108" fmla="*/ 2147483646 w 792"/>
                <a:gd name="T109" fmla="*/ 2147483646 h 314"/>
                <a:gd name="T110" fmla="*/ 2147483646 w 792"/>
                <a:gd name="T111" fmla="*/ 2147483646 h 314"/>
                <a:gd name="T112" fmla="*/ 2147483646 w 792"/>
                <a:gd name="T113" fmla="*/ 2147483646 h 314"/>
                <a:gd name="T114" fmla="*/ 2147483646 w 792"/>
                <a:gd name="T115" fmla="*/ 2147483646 h 314"/>
                <a:gd name="T116" fmla="*/ 2147483646 w 792"/>
                <a:gd name="T117" fmla="*/ 2147483646 h 314"/>
                <a:gd name="T118" fmla="*/ 2147483646 w 792"/>
                <a:gd name="T119" fmla="*/ 2147483646 h 314"/>
                <a:gd name="T120" fmla="*/ 2147483646 w 792"/>
                <a:gd name="T121" fmla="*/ 2147483646 h 31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92"/>
                <a:gd name="T184" fmla="*/ 0 h 314"/>
                <a:gd name="T185" fmla="*/ 792 w 792"/>
                <a:gd name="T186" fmla="*/ 314 h 31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92" h="314">
                  <a:moveTo>
                    <a:pt x="0" y="0"/>
                  </a:moveTo>
                  <a:lnTo>
                    <a:pt x="30" y="0"/>
                  </a:lnTo>
                  <a:lnTo>
                    <a:pt x="58" y="0"/>
                  </a:lnTo>
                  <a:lnTo>
                    <a:pt x="84" y="0"/>
                  </a:lnTo>
                  <a:lnTo>
                    <a:pt x="110" y="0"/>
                  </a:lnTo>
                  <a:lnTo>
                    <a:pt x="132" y="0"/>
                  </a:lnTo>
                  <a:lnTo>
                    <a:pt x="155" y="0"/>
                  </a:lnTo>
                  <a:lnTo>
                    <a:pt x="175" y="0"/>
                  </a:lnTo>
                  <a:lnTo>
                    <a:pt x="193" y="0"/>
                  </a:lnTo>
                  <a:lnTo>
                    <a:pt x="209" y="0"/>
                  </a:lnTo>
                  <a:lnTo>
                    <a:pt x="225" y="0"/>
                  </a:lnTo>
                  <a:lnTo>
                    <a:pt x="239" y="0"/>
                  </a:lnTo>
                  <a:lnTo>
                    <a:pt x="253" y="0"/>
                  </a:lnTo>
                  <a:lnTo>
                    <a:pt x="265" y="0"/>
                  </a:lnTo>
                  <a:lnTo>
                    <a:pt x="275" y="0"/>
                  </a:lnTo>
                  <a:lnTo>
                    <a:pt x="286" y="0"/>
                  </a:lnTo>
                  <a:lnTo>
                    <a:pt x="294" y="0"/>
                  </a:lnTo>
                  <a:lnTo>
                    <a:pt x="302" y="0"/>
                  </a:lnTo>
                  <a:lnTo>
                    <a:pt x="308" y="0"/>
                  </a:lnTo>
                  <a:lnTo>
                    <a:pt x="315" y="0"/>
                  </a:lnTo>
                  <a:lnTo>
                    <a:pt x="320" y="0"/>
                  </a:lnTo>
                  <a:lnTo>
                    <a:pt x="326" y="0"/>
                  </a:lnTo>
                  <a:lnTo>
                    <a:pt x="331" y="0"/>
                  </a:lnTo>
                  <a:lnTo>
                    <a:pt x="334" y="0"/>
                  </a:lnTo>
                  <a:lnTo>
                    <a:pt x="337" y="0"/>
                  </a:lnTo>
                  <a:lnTo>
                    <a:pt x="340" y="0"/>
                  </a:lnTo>
                  <a:lnTo>
                    <a:pt x="343" y="0"/>
                  </a:lnTo>
                  <a:lnTo>
                    <a:pt x="345" y="0"/>
                  </a:lnTo>
                  <a:lnTo>
                    <a:pt x="348" y="1"/>
                  </a:lnTo>
                  <a:lnTo>
                    <a:pt x="351" y="1"/>
                  </a:lnTo>
                  <a:lnTo>
                    <a:pt x="352" y="1"/>
                  </a:lnTo>
                  <a:lnTo>
                    <a:pt x="355" y="1"/>
                  </a:lnTo>
                  <a:lnTo>
                    <a:pt x="356" y="1"/>
                  </a:lnTo>
                  <a:lnTo>
                    <a:pt x="359" y="1"/>
                  </a:lnTo>
                  <a:lnTo>
                    <a:pt x="361" y="1"/>
                  </a:lnTo>
                  <a:lnTo>
                    <a:pt x="363" y="1"/>
                  </a:lnTo>
                  <a:lnTo>
                    <a:pt x="365" y="1"/>
                  </a:lnTo>
                  <a:lnTo>
                    <a:pt x="367" y="1"/>
                  </a:lnTo>
                  <a:lnTo>
                    <a:pt x="368" y="1"/>
                  </a:lnTo>
                  <a:lnTo>
                    <a:pt x="369" y="2"/>
                  </a:lnTo>
                  <a:lnTo>
                    <a:pt x="371" y="2"/>
                  </a:lnTo>
                  <a:lnTo>
                    <a:pt x="372" y="2"/>
                  </a:lnTo>
                  <a:lnTo>
                    <a:pt x="373" y="2"/>
                  </a:lnTo>
                  <a:lnTo>
                    <a:pt x="375" y="2"/>
                  </a:lnTo>
                  <a:lnTo>
                    <a:pt x="376" y="2"/>
                  </a:lnTo>
                  <a:lnTo>
                    <a:pt x="377" y="2"/>
                  </a:lnTo>
                  <a:lnTo>
                    <a:pt x="379" y="2"/>
                  </a:lnTo>
                  <a:lnTo>
                    <a:pt x="380" y="2"/>
                  </a:lnTo>
                  <a:lnTo>
                    <a:pt x="381" y="2"/>
                  </a:lnTo>
                  <a:lnTo>
                    <a:pt x="383" y="2"/>
                  </a:lnTo>
                  <a:lnTo>
                    <a:pt x="384" y="4"/>
                  </a:lnTo>
                  <a:lnTo>
                    <a:pt x="385" y="4"/>
                  </a:lnTo>
                  <a:lnTo>
                    <a:pt x="387" y="4"/>
                  </a:lnTo>
                  <a:lnTo>
                    <a:pt x="388" y="4"/>
                  </a:lnTo>
                  <a:lnTo>
                    <a:pt x="389" y="4"/>
                  </a:lnTo>
                  <a:lnTo>
                    <a:pt x="390" y="4"/>
                  </a:lnTo>
                  <a:lnTo>
                    <a:pt x="392" y="4"/>
                  </a:lnTo>
                  <a:lnTo>
                    <a:pt x="393" y="4"/>
                  </a:lnTo>
                  <a:lnTo>
                    <a:pt x="394" y="5"/>
                  </a:lnTo>
                  <a:lnTo>
                    <a:pt x="396" y="5"/>
                  </a:lnTo>
                  <a:lnTo>
                    <a:pt x="398" y="5"/>
                  </a:lnTo>
                  <a:lnTo>
                    <a:pt x="400" y="5"/>
                  </a:lnTo>
                  <a:lnTo>
                    <a:pt x="402" y="5"/>
                  </a:lnTo>
                  <a:lnTo>
                    <a:pt x="404" y="6"/>
                  </a:lnTo>
                  <a:lnTo>
                    <a:pt x="406" y="6"/>
                  </a:lnTo>
                  <a:lnTo>
                    <a:pt x="408" y="6"/>
                  </a:lnTo>
                  <a:lnTo>
                    <a:pt x="410" y="6"/>
                  </a:lnTo>
                  <a:lnTo>
                    <a:pt x="412" y="8"/>
                  </a:lnTo>
                  <a:lnTo>
                    <a:pt x="413" y="8"/>
                  </a:lnTo>
                  <a:lnTo>
                    <a:pt x="414" y="8"/>
                  </a:lnTo>
                  <a:lnTo>
                    <a:pt x="417" y="8"/>
                  </a:lnTo>
                  <a:lnTo>
                    <a:pt x="418" y="8"/>
                  </a:lnTo>
                  <a:lnTo>
                    <a:pt x="420" y="8"/>
                  </a:lnTo>
                  <a:lnTo>
                    <a:pt x="421" y="9"/>
                  </a:lnTo>
                  <a:lnTo>
                    <a:pt x="422" y="9"/>
                  </a:lnTo>
                  <a:lnTo>
                    <a:pt x="424" y="9"/>
                  </a:lnTo>
                  <a:lnTo>
                    <a:pt x="425" y="9"/>
                  </a:lnTo>
                  <a:lnTo>
                    <a:pt x="426" y="9"/>
                  </a:lnTo>
                  <a:lnTo>
                    <a:pt x="428" y="10"/>
                  </a:lnTo>
                  <a:lnTo>
                    <a:pt x="429" y="10"/>
                  </a:lnTo>
                  <a:lnTo>
                    <a:pt x="430" y="10"/>
                  </a:lnTo>
                  <a:lnTo>
                    <a:pt x="432" y="10"/>
                  </a:lnTo>
                  <a:lnTo>
                    <a:pt x="433" y="10"/>
                  </a:lnTo>
                  <a:lnTo>
                    <a:pt x="434" y="11"/>
                  </a:lnTo>
                  <a:lnTo>
                    <a:pt x="436" y="11"/>
                  </a:lnTo>
                  <a:lnTo>
                    <a:pt x="437" y="11"/>
                  </a:lnTo>
                  <a:lnTo>
                    <a:pt x="438" y="13"/>
                  </a:lnTo>
                  <a:lnTo>
                    <a:pt x="440" y="13"/>
                  </a:lnTo>
                  <a:lnTo>
                    <a:pt x="441" y="13"/>
                  </a:lnTo>
                  <a:lnTo>
                    <a:pt x="443" y="14"/>
                  </a:lnTo>
                  <a:lnTo>
                    <a:pt x="445" y="14"/>
                  </a:lnTo>
                  <a:lnTo>
                    <a:pt x="447" y="15"/>
                  </a:lnTo>
                  <a:lnTo>
                    <a:pt x="449" y="15"/>
                  </a:lnTo>
                  <a:lnTo>
                    <a:pt x="451" y="17"/>
                  </a:lnTo>
                  <a:lnTo>
                    <a:pt x="454" y="17"/>
                  </a:lnTo>
                  <a:lnTo>
                    <a:pt x="457" y="18"/>
                  </a:lnTo>
                  <a:lnTo>
                    <a:pt x="458" y="18"/>
                  </a:lnTo>
                  <a:lnTo>
                    <a:pt x="461" y="19"/>
                  </a:lnTo>
                  <a:lnTo>
                    <a:pt x="462" y="19"/>
                  </a:lnTo>
                  <a:lnTo>
                    <a:pt x="465" y="21"/>
                  </a:lnTo>
                  <a:lnTo>
                    <a:pt x="466" y="21"/>
                  </a:lnTo>
                  <a:lnTo>
                    <a:pt x="467" y="22"/>
                  </a:lnTo>
                  <a:lnTo>
                    <a:pt x="470" y="22"/>
                  </a:lnTo>
                  <a:lnTo>
                    <a:pt x="471" y="23"/>
                  </a:lnTo>
                  <a:lnTo>
                    <a:pt x="473" y="23"/>
                  </a:lnTo>
                  <a:lnTo>
                    <a:pt x="474" y="23"/>
                  </a:lnTo>
                  <a:lnTo>
                    <a:pt x="475" y="25"/>
                  </a:lnTo>
                  <a:lnTo>
                    <a:pt x="477" y="25"/>
                  </a:lnTo>
                  <a:lnTo>
                    <a:pt x="478" y="25"/>
                  </a:lnTo>
                  <a:lnTo>
                    <a:pt x="478" y="26"/>
                  </a:lnTo>
                  <a:lnTo>
                    <a:pt x="479" y="26"/>
                  </a:lnTo>
                  <a:lnTo>
                    <a:pt x="481" y="26"/>
                  </a:lnTo>
                  <a:lnTo>
                    <a:pt x="482" y="27"/>
                  </a:lnTo>
                  <a:lnTo>
                    <a:pt x="483" y="27"/>
                  </a:lnTo>
                  <a:lnTo>
                    <a:pt x="485" y="27"/>
                  </a:lnTo>
                  <a:lnTo>
                    <a:pt x="486" y="29"/>
                  </a:lnTo>
                  <a:lnTo>
                    <a:pt x="487" y="29"/>
                  </a:lnTo>
                  <a:lnTo>
                    <a:pt x="489" y="30"/>
                  </a:lnTo>
                  <a:lnTo>
                    <a:pt x="490" y="30"/>
                  </a:lnTo>
                  <a:lnTo>
                    <a:pt x="491" y="31"/>
                  </a:lnTo>
                  <a:lnTo>
                    <a:pt x="492" y="31"/>
                  </a:lnTo>
                  <a:lnTo>
                    <a:pt x="494" y="33"/>
                  </a:lnTo>
                  <a:lnTo>
                    <a:pt x="495" y="33"/>
                  </a:lnTo>
                  <a:lnTo>
                    <a:pt x="498" y="34"/>
                  </a:lnTo>
                  <a:lnTo>
                    <a:pt x="499" y="35"/>
                  </a:lnTo>
                  <a:lnTo>
                    <a:pt x="502" y="37"/>
                  </a:lnTo>
                  <a:lnTo>
                    <a:pt x="503" y="37"/>
                  </a:lnTo>
                  <a:lnTo>
                    <a:pt x="506" y="38"/>
                  </a:lnTo>
                  <a:lnTo>
                    <a:pt x="507" y="39"/>
                  </a:lnTo>
                  <a:lnTo>
                    <a:pt x="510" y="41"/>
                  </a:lnTo>
                  <a:lnTo>
                    <a:pt x="511" y="41"/>
                  </a:lnTo>
                  <a:lnTo>
                    <a:pt x="512" y="42"/>
                  </a:lnTo>
                  <a:lnTo>
                    <a:pt x="514" y="42"/>
                  </a:lnTo>
                  <a:lnTo>
                    <a:pt x="515" y="43"/>
                  </a:lnTo>
                  <a:lnTo>
                    <a:pt x="518" y="45"/>
                  </a:lnTo>
                  <a:lnTo>
                    <a:pt x="519" y="45"/>
                  </a:lnTo>
                  <a:lnTo>
                    <a:pt x="519" y="46"/>
                  </a:lnTo>
                  <a:lnTo>
                    <a:pt x="520" y="46"/>
                  </a:lnTo>
                  <a:lnTo>
                    <a:pt x="522" y="46"/>
                  </a:lnTo>
                  <a:lnTo>
                    <a:pt x="523" y="47"/>
                  </a:lnTo>
                  <a:lnTo>
                    <a:pt x="524" y="47"/>
                  </a:lnTo>
                  <a:lnTo>
                    <a:pt x="526" y="49"/>
                  </a:lnTo>
                  <a:lnTo>
                    <a:pt x="527" y="50"/>
                  </a:lnTo>
                  <a:lnTo>
                    <a:pt x="528" y="50"/>
                  </a:lnTo>
                  <a:lnTo>
                    <a:pt x="530" y="50"/>
                  </a:lnTo>
                  <a:lnTo>
                    <a:pt x="531" y="51"/>
                  </a:lnTo>
                  <a:lnTo>
                    <a:pt x="532" y="53"/>
                  </a:lnTo>
                  <a:lnTo>
                    <a:pt x="534" y="53"/>
                  </a:lnTo>
                  <a:lnTo>
                    <a:pt x="535" y="54"/>
                  </a:lnTo>
                  <a:lnTo>
                    <a:pt x="536" y="54"/>
                  </a:lnTo>
                  <a:lnTo>
                    <a:pt x="538" y="55"/>
                  </a:lnTo>
                  <a:lnTo>
                    <a:pt x="539" y="55"/>
                  </a:lnTo>
                  <a:lnTo>
                    <a:pt x="540" y="57"/>
                  </a:lnTo>
                  <a:lnTo>
                    <a:pt x="542" y="58"/>
                  </a:lnTo>
                  <a:lnTo>
                    <a:pt x="544" y="58"/>
                  </a:lnTo>
                  <a:lnTo>
                    <a:pt x="545" y="59"/>
                  </a:lnTo>
                  <a:lnTo>
                    <a:pt x="547" y="61"/>
                  </a:lnTo>
                  <a:lnTo>
                    <a:pt x="549" y="62"/>
                  </a:lnTo>
                  <a:lnTo>
                    <a:pt x="551" y="62"/>
                  </a:lnTo>
                  <a:lnTo>
                    <a:pt x="552" y="63"/>
                  </a:lnTo>
                  <a:lnTo>
                    <a:pt x="553" y="64"/>
                  </a:lnTo>
                  <a:lnTo>
                    <a:pt x="556" y="64"/>
                  </a:lnTo>
                  <a:lnTo>
                    <a:pt x="557" y="66"/>
                  </a:lnTo>
                  <a:lnTo>
                    <a:pt x="559" y="67"/>
                  </a:lnTo>
                  <a:lnTo>
                    <a:pt x="560" y="67"/>
                  </a:lnTo>
                  <a:lnTo>
                    <a:pt x="560" y="68"/>
                  </a:lnTo>
                  <a:lnTo>
                    <a:pt x="561" y="68"/>
                  </a:lnTo>
                  <a:lnTo>
                    <a:pt x="563" y="70"/>
                  </a:lnTo>
                  <a:lnTo>
                    <a:pt x="564" y="70"/>
                  </a:lnTo>
                  <a:lnTo>
                    <a:pt x="565" y="71"/>
                  </a:lnTo>
                  <a:lnTo>
                    <a:pt x="567" y="71"/>
                  </a:lnTo>
                  <a:lnTo>
                    <a:pt x="567" y="72"/>
                  </a:lnTo>
                  <a:lnTo>
                    <a:pt x="568" y="72"/>
                  </a:lnTo>
                  <a:lnTo>
                    <a:pt x="569" y="72"/>
                  </a:lnTo>
                  <a:lnTo>
                    <a:pt x="569" y="74"/>
                  </a:lnTo>
                  <a:lnTo>
                    <a:pt x="571" y="74"/>
                  </a:lnTo>
                  <a:lnTo>
                    <a:pt x="572" y="75"/>
                  </a:lnTo>
                  <a:lnTo>
                    <a:pt x="573" y="75"/>
                  </a:lnTo>
                  <a:lnTo>
                    <a:pt x="575" y="76"/>
                  </a:lnTo>
                  <a:lnTo>
                    <a:pt x="576" y="76"/>
                  </a:lnTo>
                  <a:lnTo>
                    <a:pt x="576" y="78"/>
                  </a:lnTo>
                  <a:lnTo>
                    <a:pt x="577" y="78"/>
                  </a:lnTo>
                  <a:lnTo>
                    <a:pt x="579" y="79"/>
                  </a:lnTo>
                  <a:lnTo>
                    <a:pt x="580" y="80"/>
                  </a:lnTo>
                  <a:lnTo>
                    <a:pt x="581" y="80"/>
                  </a:lnTo>
                  <a:lnTo>
                    <a:pt x="583" y="82"/>
                  </a:lnTo>
                  <a:lnTo>
                    <a:pt x="584" y="83"/>
                  </a:lnTo>
                  <a:lnTo>
                    <a:pt x="585" y="83"/>
                  </a:lnTo>
                  <a:lnTo>
                    <a:pt x="588" y="84"/>
                  </a:lnTo>
                  <a:lnTo>
                    <a:pt x="589" y="86"/>
                  </a:lnTo>
                  <a:lnTo>
                    <a:pt x="591" y="87"/>
                  </a:lnTo>
                  <a:lnTo>
                    <a:pt x="592" y="88"/>
                  </a:lnTo>
                  <a:lnTo>
                    <a:pt x="593" y="88"/>
                  </a:lnTo>
                  <a:lnTo>
                    <a:pt x="594" y="90"/>
                  </a:lnTo>
                  <a:lnTo>
                    <a:pt x="596" y="90"/>
                  </a:lnTo>
                  <a:lnTo>
                    <a:pt x="597" y="91"/>
                  </a:lnTo>
                  <a:lnTo>
                    <a:pt x="598" y="92"/>
                  </a:lnTo>
                  <a:lnTo>
                    <a:pt x="600" y="92"/>
                  </a:lnTo>
                  <a:lnTo>
                    <a:pt x="600" y="94"/>
                  </a:lnTo>
                  <a:lnTo>
                    <a:pt x="601" y="94"/>
                  </a:lnTo>
                  <a:lnTo>
                    <a:pt x="602" y="95"/>
                  </a:lnTo>
                  <a:lnTo>
                    <a:pt x="604" y="95"/>
                  </a:lnTo>
                  <a:lnTo>
                    <a:pt x="604" y="96"/>
                  </a:lnTo>
                  <a:lnTo>
                    <a:pt x="605" y="96"/>
                  </a:lnTo>
                  <a:lnTo>
                    <a:pt x="605" y="98"/>
                  </a:lnTo>
                  <a:lnTo>
                    <a:pt x="606" y="98"/>
                  </a:lnTo>
                  <a:lnTo>
                    <a:pt x="608" y="98"/>
                  </a:lnTo>
                  <a:lnTo>
                    <a:pt x="608" y="99"/>
                  </a:lnTo>
                  <a:lnTo>
                    <a:pt x="609" y="99"/>
                  </a:lnTo>
                  <a:lnTo>
                    <a:pt x="609" y="100"/>
                  </a:lnTo>
                  <a:lnTo>
                    <a:pt x="610" y="100"/>
                  </a:lnTo>
                  <a:lnTo>
                    <a:pt x="612" y="102"/>
                  </a:lnTo>
                  <a:lnTo>
                    <a:pt x="613" y="103"/>
                  </a:lnTo>
                  <a:lnTo>
                    <a:pt x="614" y="104"/>
                  </a:lnTo>
                  <a:lnTo>
                    <a:pt x="616" y="104"/>
                  </a:lnTo>
                  <a:lnTo>
                    <a:pt x="617" y="106"/>
                  </a:lnTo>
                  <a:lnTo>
                    <a:pt x="617" y="107"/>
                  </a:lnTo>
                  <a:lnTo>
                    <a:pt x="618" y="107"/>
                  </a:lnTo>
                  <a:lnTo>
                    <a:pt x="620" y="108"/>
                  </a:lnTo>
                  <a:lnTo>
                    <a:pt x="621" y="110"/>
                  </a:lnTo>
                  <a:lnTo>
                    <a:pt x="622" y="110"/>
                  </a:lnTo>
                  <a:lnTo>
                    <a:pt x="622" y="111"/>
                  </a:lnTo>
                  <a:lnTo>
                    <a:pt x="624" y="111"/>
                  </a:lnTo>
                  <a:lnTo>
                    <a:pt x="624" y="112"/>
                  </a:lnTo>
                  <a:lnTo>
                    <a:pt x="625" y="112"/>
                  </a:lnTo>
                  <a:lnTo>
                    <a:pt x="626" y="114"/>
                  </a:lnTo>
                  <a:lnTo>
                    <a:pt x="628" y="114"/>
                  </a:lnTo>
                  <a:lnTo>
                    <a:pt x="628" y="115"/>
                  </a:lnTo>
                  <a:lnTo>
                    <a:pt x="629" y="115"/>
                  </a:lnTo>
                  <a:lnTo>
                    <a:pt x="630" y="116"/>
                  </a:lnTo>
                  <a:lnTo>
                    <a:pt x="632" y="116"/>
                  </a:lnTo>
                  <a:lnTo>
                    <a:pt x="632" y="118"/>
                  </a:lnTo>
                  <a:lnTo>
                    <a:pt x="633" y="118"/>
                  </a:lnTo>
                  <a:lnTo>
                    <a:pt x="634" y="119"/>
                  </a:lnTo>
                  <a:lnTo>
                    <a:pt x="636" y="119"/>
                  </a:lnTo>
                  <a:lnTo>
                    <a:pt x="636" y="120"/>
                  </a:lnTo>
                  <a:lnTo>
                    <a:pt x="637" y="120"/>
                  </a:lnTo>
                  <a:lnTo>
                    <a:pt x="638" y="121"/>
                  </a:lnTo>
                  <a:lnTo>
                    <a:pt x="640" y="123"/>
                  </a:lnTo>
                  <a:lnTo>
                    <a:pt x="641" y="123"/>
                  </a:lnTo>
                  <a:lnTo>
                    <a:pt x="642" y="124"/>
                  </a:lnTo>
                  <a:lnTo>
                    <a:pt x="644" y="125"/>
                  </a:lnTo>
                  <a:lnTo>
                    <a:pt x="645" y="125"/>
                  </a:lnTo>
                  <a:lnTo>
                    <a:pt x="645" y="127"/>
                  </a:lnTo>
                  <a:lnTo>
                    <a:pt x="646" y="127"/>
                  </a:lnTo>
                  <a:lnTo>
                    <a:pt x="647" y="128"/>
                  </a:lnTo>
                  <a:lnTo>
                    <a:pt x="649" y="129"/>
                  </a:lnTo>
                  <a:lnTo>
                    <a:pt x="650" y="129"/>
                  </a:lnTo>
                  <a:lnTo>
                    <a:pt x="650" y="131"/>
                  </a:lnTo>
                  <a:lnTo>
                    <a:pt x="651" y="131"/>
                  </a:lnTo>
                  <a:lnTo>
                    <a:pt x="651" y="132"/>
                  </a:lnTo>
                  <a:lnTo>
                    <a:pt x="653" y="132"/>
                  </a:lnTo>
                  <a:lnTo>
                    <a:pt x="653" y="133"/>
                  </a:lnTo>
                  <a:lnTo>
                    <a:pt x="654" y="133"/>
                  </a:lnTo>
                  <a:lnTo>
                    <a:pt x="654" y="135"/>
                  </a:lnTo>
                  <a:lnTo>
                    <a:pt x="655" y="135"/>
                  </a:lnTo>
                  <a:lnTo>
                    <a:pt x="657" y="136"/>
                  </a:lnTo>
                  <a:lnTo>
                    <a:pt x="657" y="137"/>
                  </a:lnTo>
                  <a:lnTo>
                    <a:pt x="658" y="137"/>
                  </a:lnTo>
                  <a:lnTo>
                    <a:pt x="659" y="139"/>
                  </a:lnTo>
                  <a:lnTo>
                    <a:pt x="659" y="140"/>
                  </a:lnTo>
                  <a:lnTo>
                    <a:pt x="661" y="141"/>
                  </a:lnTo>
                  <a:lnTo>
                    <a:pt x="662" y="143"/>
                  </a:lnTo>
                  <a:lnTo>
                    <a:pt x="663" y="144"/>
                  </a:lnTo>
                  <a:lnTo>
                    <a:pt x="665" y="145"/>
                  </a:lnTo>
                  <a:lnTo>
                    <a:pt x="666" y="147"/>
                  </a:lnTo>
                  <a:lnTo>
                    <a:pt x="667" y="148"/>
                  </a:lnTo>
                  <a:lnTo>
                    <a:pt x="669" y="149"/>
                  </a:lnTo>
                  <a:lnTo>
                    <a:pt x="670" y="151"/>
                  </a:lnTo>
                  <a:lnTo>
                    <a:pt x="671" y="152"/>
                  </a:lnTo>
                  <a:lnTo>
                    <a:pt x="673" y="153"/>
                  </a:lnTo>
                  <a:lnTo>
                    <a:pt x="674" y="155"/>
                  </a:lnTo>
                  <a:lnTo>
                    <a:pt x="675" y="156"/>
                  </a:lnTo>
                  <a:lnTo>
                    <a:pt x="677" y="157"/>
                  </a:lnTo>
                  <a:lnTo>
                    <a:pt x="677" y="159"/>
                  </a:lnTo>
                  <a:lnTo>
                    <a:pt x="678" y="159"/>
                  </a:lnTo>
                  <a:lnTo>
                    <a:pt x="678" y="160"/>
                  </a:lnTo>
                  <a:lnTo>
                    <a:pt x="679" y="160"/>
                  </a:lnTo>
                  <a:lnTo>
                    <a:pt x="679" y="161"/>
                  </a:lnTo>
                  <a:lnTo>
                    <a:pt x="681" y="163"/>
                  </a:lnTo>
                  <a:lnTo>
                    <a:pt x="682" y="163"/>
                  </a:lnTo>
                  <a:lnTo>
                    <a:pt x="682" y="164"/>
                  </a:lnTo>
                  <a:lnTo>
                    <a:pt x="683" y="165"/>
                  </a:lnTo>
                  <a:lnTo>
                    <a:pt x="685" y="167"/>
                  </a:lnTo>
                  <a:lnTo>
                    <a:pt x="686" y="168"/>
                  </a:lnTo>
                  <a:lnTo>
                    <a:pt x="686" y="169"/>
                  </a:lnTo>
                  <a:lnTo>
                    <a:pt x="687" y="171"/>
                  </a:lnTo>
                  <a:lnTo>
                    <a:pt x="689" y="172"/>
                  </a:lnTo>
                  <a:lnTo>
                    <a:pt x="690" y="173"/>
                  </a:lnTo>
                  <a:lnTo>
                    <a:pt x="691" y="174"/>
                  </a:lnTo>
                  <a:lnTo>
                    <a:pt x="693" y="176"/>
                  </a:lnTo>
                  <a:lnTo>
                    <a:pt x="694" y="178"/>
                  </a:lnTo>
                  <a:lnTo>
                    <a:pt x="695" y="180"/>
                  </a:lnTo>
                  <a:lnTo>
                    <a:pt x="697" y="181"/>
                  </a:lnTo>
                  <a:lnTo>
                    <a:pt x="698" y="184"/>
                  </a:lnTo>
                  <a:lnTo>
                    <a:pt x="699" y="185"/>
                  </a:lnTo>
                  <a:lnTo>
                    <a:pt x="700" y="186"/>
                  </a:lnTo>
                  <a:lnTo>
                    <a:pt x="702" y="188"/>
                  </a:lnTo>
                  <a:lnTo>
                    <a:pt x="703" y="189"/>
                  </a:lnTo>
                  <a:lnTo>
                    <a:pt x="704" y="190"/>
                  </a:lnTo>
                  <a:lnTo>
                    <a:pt x="706" y="192"/>
                  </a:lnTo>
                  <a:lnTo>
                    <a:pt x="706" y="193"/>
                  </a:lnTo>
                  <a:lnTo>
                    <a:pt x="707" y="194"/>
                  </a:lnTo>
                  <a:lnTo>
                    <a:pt x="708" y="194"/>
                  </a:lnTo>
                  <a:lnTo>
                    <a:pt x="708" y="196"/>
                  </a:lnTo>
                  <a:lnTo>
                    <a:pt x="710" y="197"/>
                  </a:lnTo>
                  <a:lnTo>
                    <a:pt x="710" y="198"/>
                  </a:lnTo>
                  <a:lnTo>
                    <a:pt x="711" y="198"/>
                  </a:lnTo>
                  <a:lnTo>
                    <a:pt x="712" y="200"/>
                  </a:lnTo>
                  <a:lnTo>
                    <a:pt x="712" y="201"/>
                  </a:lnTo>
                  <a:lnTo>
                    <a:pt x="714" y="202"/>
                  </a:lnTo>
                  <a:lnTo>
                    <a:pt x="714" y="204"/>
                  </a:lnTo>
                  <a:lnTo>
                    <a:pt x="715" y="204"/>
                  </a:lnTo>
                  <a:lnTo>
                    <a:pt x="716" y="205"/>
                  </a:lnTo>
                  <a:lnTo>
                    <a:pt x="716" y="206"/>
                  </a:lnTo>
                  <a:lnTo>
                    <a:pt x="718" y="208"/>
                  </a:lnTo>
                  <a:lnTo>
                    <a:pt x="719" y="209"/>
                  </a:lnTo>
                  <a:lnTo>
                    <a:pt x="719" y="210"/>
                  </a:lnTo>
                  <a:lnTo>
                    <a:pt x="720" y="212"/>
                  </a:lnTo>
                  <a:lnTo>
                    <a:pt x="722" y="213"/>
                  </a:lnTo>
                  <a:lnTo>
                    <a:pt x="723" y="216"/>
                  </a:lnTo>
                  <a:lnTo>
                    <a:pt x="724" y="217"/>
                  </a:lnTo>
                  <a:lnTo>
                    <a:pt x="726" y="218"/>
                  </a:lnTo>
                  <a:lnTo>
                    <a:pt x="727" y="221"/>
                  </a:lnTo>
                  <a:lnTo>
                    <a:pt x="728" y="222"/>
                  </a:lnTo>
                  <a:lnTo>
                    <a:pt x="730" y="225"/>
                  </a:lnTo>
                  <a:lnTo>
                    <a:pt x="731" y="226"/>
                  </a:lnTo>
                  <a:lnTo>
                    <a:pt x="732" y="229"/>
                  </a:lnTo>
                  <a:lnTo>
                    <a:pt x="734" y="230"/>
                  </a:lnTo>
                  <a:lnTo>
                    <a:pt x="735" y="231"/>
                  </a:lnTo>
                  <a:lnTo>
                    <a:pt x="736" y="234"/>
                  </a:lnTo>
                  <a:lnTo>
                    <a:pt x="738" y="235"/>
                  </a:lnTo>
                  <a:lnTo>
                    <a:pt x="739" y="237"/>
                  </a:lnTo>
                  <a:lnTo>
                    <a:pt x="739" y="238"/>
                  </a:lnTo>
                  <a:lnTo>
                    <a:pt x="740" y="239"/>
                  </a:lnTo>
                  <a:lnTo>
                    <a:pt x="742" y="241"/>
                  </a:lnTo>
                  <a:lnTo>
                    <a:pt x="742" y="242"/>
                  </a:lnTo>
                  <a:lnTo>
                    <a:pt x="743" y="242"/>
                  </a:lnTo>
                  <a:lnTo>
                    <a:pt x="744" y="243"/>
                  </a:lnTo>
                  <a:lnTo>
                    <a:pt x="744" y="245"/>
                  </a:lnTo>
                  <a:lnTo>
                    <a:pt x="746" y="246"/>
                  </a:lnTo>
                  <a:lnTo>
                    <a:pt x="746" y="247"/>
                  </a:lnTo>
                  <a:lnTo>
                    <a:pt x="747" y="249"/>
                  </a:lnTo>
                  <a:lnTo>
                    <a:pt x="748" y="250"/>
                  </a:lnTo>
                  <a:lnTo>
                    <a:pt x="749" y="251"/>
                  </a:lnTo>
                  <a:lnTo>
                    <a:pt x="751" y="253"/>
                  </a:lnTo>
                  <a:lnTo>
                    <a:pt x="751" y="254"/>
                  </a:lnTo>
                  <a:lnTo>
                    <a:pt x="752" y="255"/>
                  </a:lnTo>
                  <a:lnTo>
                    <a:pt x="753" y="257"/>
                  </a:lnTo>
                  <a:lnTo>
                    <a:pt x="755" y="259"/>
                  </a:lnTo>
                  <a:lnTo>
                    <a:pt x="755" y="261"/>
                  </a:lnTo>
                  <a:lnTo>
                    <a:pt x="756" y="262"/>
                  </a:lnTo>
                  <a:lnTo>
                    <a:pt x="757" y="263"/>
                  </a:lnTo>
                  <a:lnTo>
                    <a:pt x="759" y="266"/>
                  </a:lnTo>
                  <a:lnTo>
                    <a:pt x="761" y="267"/>
                  </a:lnTo>
                  <a:lnTo>
                    <a:pt x="763" y="270"/>
                  </a:lnTo>
                  <a:lnTo>
                    <a:pt x="764" y="273"/>
                  </a:lnTo>
                  <a:lnTo>
                    <a:pt x="765" y="274"/>
                  </a:lnTo>
                  <a:lnTo>
                    <a:pt x="767" y="277"/>
                  </a:lnTo>
                  <a:lnTo>
                    <a:pt x="768" y="278"/>
                  </a:lnTo>
                  <a:lnTo>
                    <a:pt x="769" y="279"/>
                  </a:lnTo>
                  <a:lnTo>
                    <a:pt x="771" y="282"/>
                  </a:lnTo>
                  <a:lnTo>
                    <a:pt x="772" y="283"/>
                  </a:lnTo>
                  <a:lnTo>
                    <a:pt x="772" y="284"/>
                  </a:lnTo>
                  <a:lnTo>
                    <a:pt x="773" y="286"/>
                  </a:lnTo>
                  <a:lnTo>
                    <a:pt x="775" y="287"/>
                  </a:lnTo>
                  <a:lnTo>
                    <a:pt x="776" y="288"/>
                  </a:lnTo>
                  <a:lnTo>
                    <a:pt x="777" y="290"/>
                  </a:lnTo>
                  <a:lnTo>
                    <a:pt x="777" y="291"/>
                  </a:lnTo>
                  <a:lnTo>
                    <a:pt x="779" y="292"/>
                  </a:lnTo>
                  <a:lnTo>
                    <a:pt x="779" y="294"/>
                  </a:lnTo>
                  <a:lnTo>
                    <a:pt x="780" y="294"/>
                  </a:lnTo>
                  <a:lnTo>
                    <a:pt x="780" y="295"/>
                  </a:lnTo>
                  <a:lnTo>
                    <a:pt x="781" y="296"/>
                  </a:lnTo>
                  <a:lnTo>
                    <a:pt x="781" y="298"/>
                  </a:lnTo>
                  <a:lnTo>
                    <a:pt x="783" y="299"/>
                  </a:lnTo>
                  <a:lnTo>
                    <a:pt x="784" y="300"/>
                  </a:lnTo>
                  <a:lnTo>
                    <a:pt x="784" y="302"/>
                  </a:lnTo>
                  <a:lnTo>
                    <a:pt x="785" y="303"/>
                  </a:lnTo>
                  <a:lnTo>
                    <a:pt x="787" y="304"/>
                  </a:lnTo>
                  <a:lnTo>
                    <a:pt x="787" y="306"/>
                  </a:lnTo>
                  <a:lnTo>
                    <a:pt x="788" y="307"/>
                  </a:lnTo>
                  <a:lnTo>
                    <a:pt x="788" y="308"/>
                  </a:lnTo>
                  <a:lnTo>
                    <a:pt x="789" y="310"/>
                  </a:lnTo>
                  <a:lnTo>
                    <a:pt x="791" y="312"/>
                  </a:lnTo>
                  <a:lnTo>
                    <a:pt x="792" y="314"/>
                  </a:lnTo>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5976" name="Freeform 17">
              <a:extLst>
                <a:ext uri="{FF2B5EF4-FFF2-40B4-BE49-F238E27FC236}">
                  <a16:creationId xmlns:a16="http://schemas.microsoft.com/office/drawing/2014/main" id="{7B3C8750-FC96-445B-B61D-125F9782F498}"/>
                </a:ext>
              </a:extLst>
            </p:cNvPr>
            <p:cNvSpPr>
              <a:spLocks/>
            </p:cNvSpPr>
            <p:nvPr/>
          </p:nvSpPr>
          <p:spPr bwMode="auto">
            <a:xfrm>
              <a:off x="3738563" y="3100388"/>
              <a:ext cx="628650" cy="250825"/>
            </a:xfrm>
            <a:custGeom>
              <a:avLst/>
              <a:gdLst>
                <a:gd name="T0" fmla="*/ 2147483646 w 792"/>
                <a:gd name="T1" fmla="*/ 2147483646 h 315"/>
                <a:gd name="T2" fmla="*/ 2147483646 w 792"/>
                <a:gd name="T3" fmla="*/ 2147483646 h 315"/>
                <a:gd name="T4" fmla="*/ 2147483646 w 792"/>
                <a:gd name="T5" fmla="*/ 2147483646 h 315"/>
                <a:gd name="T6" fmla="*/ 2147483646 w 792"/>
                <a:gd name="T7" fmla="*/ 2147483646 h 315"/>
                <a:gd name="T8" fmla="*/ 2147483646 w 792"/>
                <a:gd name="T9" fmla="*/ 2147483646 h 315"/>
                <a:gd name="T10" fmla="*/ 2147483646 w 792"/>
                <a:gd name="T11" fmla="*/ 2147483646 h 315"/>
                <a:gd name="T12" fmla="*/ 2147483646 w 792"/>
                <a:gd name="T13" fmla="*/ 2147483646 h 315"/>
                <a:gd name="T14" fmla="*/ 2147483646 w 792"/>
                <a:gd name="T15" fmla="*/ 2147483646 h 315"/>
                <a:gd name="T16" fmla="*/ 2147483646 w 792"/>
                <a:gd name="T17" fmla="*/ 2147483646 h 315"/>
                <a:gd name="T18" fmla="*/ 2147483646 w 792"/>
                <a:gd name="T19" fmla="*/ 2147483646 h 315"/>
                <a:gd name="T20" fmla="*/ 2147483646 w 792"/>
                <a:gd name="T21" fmla="*/ 2147483646 h 315"/>
                <a:gd name="T22" fmla="*/ 2147483646 w 792"/>
                <a:gd name="T23" fmla="*/ 2147483646 h 315"/>
                <a:gd name="T24" fmla="*/ 2147483646 w 792"/>
                <a:gd name="T25" fmla="*/ 2147483646 h 315"/>
                <a:gd name="T26" fmla="*/ 2147483646 w 792"/>
                <a:gd name="T27" fmla="*/ 2147483646 h 315"/>
                <a:gd name="T28" fmla="*/ 2147483646 w 792"/>
                <a:gd name="T29" fmla="*/ 2147483646 h 315"/>
                <a:gd name="T30" fmla="*/ 2147483646 w 792"/>
                <a:gd name="T31" fmla="*/ 2147483646 h 315"/>
                <a:gd name="T32" fmla="*/ 2147483646 w 792"/>
                <a:gd name="T33" fmla="*/ 2147483646 h 315"/>
                <a:gd name="T34" fmla="*/ 2147483646 w 792"/>
                <a:gd name="T35" fmla="*/ 2147483646 h 315"/>
                <a:gd name="T36" fmla="*/ 2147483646 w 792"/>
                <a:gd name="T37" fmla="*/ 2147483646 h 315"/>
                <a:gd name="T38" fmla="*/ 2147483646 w 792"/>
                <a:gd name="T39" fmla="*/ 2147483646 h 315"/>
                <a:gd name="T40" fmla="*/ 2147483646 w 792"/>
                <a:gd name="T41" fmla="*/ 2147483646 h 315"/>
                <a:gd name="T42" fmla="*/ 2147483646 w 792"/>
                <a:gd name="T43" fmla="*/ 2147483646 h 315"/>
                <a:gd name="T44" fmla="*/ 2147483646 w 792"/>
                <a:gd name="T45" fmla="*/ 2147483646 h 315"/>
                <a:gd name="T46" fmla="*/ 2147483646 w 792"/>
                <a:gd name="T47" fmla="*/ 2147483646 h 315"/>
                <a:gd name="T48" fmla="*/ 2147483646 w 792"/>
                <a:gd name="T49" fmla="*/ 2147483646 h 315"/>
                <a:gd name="T50" fmla="*/ 2147483646 w 792"/>
                <a:gd name="T51" fmla="*/ 2147483646 h 315"/>
                <a:gd name="T52" fmla="*/ 2147483646 w 792"/>
                <a:gd name="T53" fmla="*/ 2147483646 h 315"/>
                <a:gd name="T54" fmla="*/ 2147483646 w 792"/>
                <a:gd name="T55" fmla="*/ 2147483646 h 315"/>
                <a:gd name="T56" fmla="*/ 2147483646 w 792"/>
                <a:gd name="T57" fmla="*/ 2147483646 h 315"/>
                <a:gd name="T58" fmla="*/ 2147483646 w 792"/>
                <a:gd name="T59" fmla="*/ 2147483646 h 315"/>
                <a:gd name="T60" fmla="*/ 2147483646 w 792"/>
                <a:gd name="T61" fmla="*/ 2147483646 h 315"/>
                <a:gd name="T62" fmla="*/ 2147483646 w 792"/>
                <a:gd name="T63" fmla="*/ 2147483646 h 315"/>
                <a:gd name="T64" fmla="*/ 2147483646 w 792"/>
                <a:gd name="T65" fmla="*/ 2147483646 h 315"/>
                <a:gd name="T66" fmla="*/ 2147483646 w 792"/>
                <a:gd name="T67" fmla="*/ 2147483646 h 315"/>
                <a:gd name="T68" fmla="*/ 2147483646 w 792"/>
                <a:gd name="T69" fmla="*/ 2147483646 h 315"/>
                <a:gd name="T70" fmla="*/ 2147483646 w 792"/>
                <a:gd name="T71" fmla="*/ 2147483646 h 315"/>
                <a:gd name="T72" fmla="*/ 2147483646 w 792"/>
                <a:gd name="T73" fmla="*/ 2147483646 h 315"/>
                <a:gd name="T74" fmla="*/ 2147483646 w 792"/>
                <a:gd name="T75" fmla="*/ 2147483646 h 315"/>
                <a:gd name="T76" fmla="*/ 2147483646 w 792"/>
                <a:gd name="T77" fmla="*/ 2147483646 h 315"/>
                <a:gd name="T78" fmla="*/ 2147483646 w 792"/>
                <a:gd name="T79" fmla="*/ 2147483646 h 315"/>
                <a:gd name="T80" fmla="*/ 2147483646 w 792"/>
                <a:gd name="T81" fmla="*/ 2147483646 h 315"/>
                <a:gd name="T82" fmla="*/ 2147483646 w 792"/>
                <a:gd name="T83" fmla="*/ 2147483646 h 315"/>
                <a:gd name="T84" fmla="*/ 2147483646 w 792"/>
                <a:gd name="T85" fmla="*/ 2147483646 h 315"/>
                <a:gd name="T86" fmla="*/ 2147483646 w 792"/>
                <a:gd name="T87" fmla="*/ 2147483646 h 315"/>
                <a:gd name="T88" fmla="*/ 2147483646 w 792"/>
                <a:gd name="T89" fmla="*/ 2147483646 h 315"/>
                <a:gd name="T90" fmla="*/ 2147483646 w 792"/>
                <a:gd name="T91" fmla="*/ 2147483646 h 315"/>
                <a:gd name="T92" fmla="*/ 2147483646 w 792"/>
                <a:gd name="T93" fmla="*/ 2147483646 h 315"/>
                <a:gd name="T94" fmla="*/ 2147483646 w 792"/>
                <a:gd name="T95" fmla="*/ 2147483646 h 315"/>
                <a:gd name="T96" fmla="*/ 2147483646 w 792"/>
                <a:gd name="T97" fmla="*/ 2147483646 h 315"/>
                <a:gd name="T98" fmla="*/ 2147483646 w 792"/>
                <a:gd name="T99" fmla="*/ 2147483646 h 315"/>
                <a:gd name="T100" fmla="*/ 2147483646 w 792"/>
                <a:gd name="T101" fmla="*/ 2147483646 h 315"/>
                <a:gd name="T102" fmla="*/ 2147483646 w 792"/>
                <a:gd name="T103" fmla="*/ 2147483646 h 315"/>
                <a:gd name="T104" fmla="*/ 2147483646 w 792"/>
                <a:gd name="T105" fmla="*/ 2147483646 h 315"/>
                <a:gd name="T106" fmla="*/ 2147483646 w 792"/>
                <a:gd name="T107" fmla="*/ 2147483646 h 315"/>
                <a:gd name="T108" fmla="*/ 2147483646 w 792"/>
                <a:gd name="T109" fmla="*/ 2147483646 h 315"/>
                <a:gd name="T110" fmla="*/ 2147483646 w 792"/>
                <a:gd name="T111" fmla="*/ 2147483646 h 315"/>
                <a:gd name="T112" fmla="*/ 2147483646 w 792"/>
                <a:gd name="T113" fmla="*/ 2147483646 h 315"/>
                <a:gd name="T114" fmla="*/ 2147483646 w 792"/>
                <a:gd name="T115" fmla="*/ 2147483646 h 315"/>
                <a:gd name="T116" fmla="*/ 2147483646 w 792"/>
                <a:gd name="T117" fmla="*/ 2147483646 h 315"/>
                <a:gd name="T118" fmla="*/ 2147483646 w 792"/>
                <a:gd name="T119" fmla="*/ 2147483646 h 315"/>
                <a:gd name="T120" fmla="*/ 2147483646 w 792"/>
                <a:gd name="T121" fmla="*/ 2147483646 h 31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92"/>
                <a:gd name="T184" fmla="*/ 0 h 315"/>
                <a:gd name="T185" fmla="*/ 792 w 792"/>
                <a:gd name="T186" fmla="*/ 315 h 31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92" h="315">
                  <a:moveTo>
                    <a:pt x="0" y="315"/>
                  </a:moveTo>
                  <a:lnTo>
                    <a:pt x="30" y="315"/>
                  </a:lnTo>
                  <a:lnTo>
                    <a:pt x="58" y="315"/>
                  </a:lnTo>
                  <a:lnTo>
                    <a:pt x="84" y="315"/>
                  </a:lnTo>
                  <a:lnTo>
                    <a:pt x="110" y="315"/>
                  </a:lnTo>
                  <a:lnTo>
                    <a:pt x="132" y="315"/>
                  </a:lnTo>
                  <a:lnTo>
                    <a:pt x="155" y="315"/>
                  </a:lnTo>
                  <a:lnTo>
                    <a:pt x="175" y="315"/>
                  </a:lnTo>
                  <a:lnTo>
                    <a:pt x="193" y="315"/>
                  </a:lnTo>
                  <a:lnTo>
                    <a:pt x="209" y="315"/>
                  </a:lnTo>
                  <a:lnTo>
                    <a:pt x="225" y="315"/>
                  </a:lnTo>
                  <a:lnTo>
                    <a:pt x="239" y="315"/>
                  </a:lnTo>
                  <a:lnTo>
                    <a:pt x="253" y="315"/>
                  </a:lnTo>
                  <a:lnTo>
                    <a:pt x="265" y="315"/>
                  </a:lnTo>
                  <a:lnTo>
                    <a:pt x="275" y="315"/>
                  </a:lnTo>
                  <a:lnTo>
                    <a:pt x="286" y="315"/>
                  </a:lnTo>
                  <a:lnTo>
                    <a:pt x="294" y="315"/>
                  </a:lnTo>
                  <a:lnTo>
                    <a:pt x="302" y="315"/>
                  </a:lnTo>
                  <a:lnTo>
                    <a:pt x="308" y="315"/>
                  </a:lnTo>
                  <a:lnTo>
                    <a:pt x="315" y="315"/>
                  </a:lnTo>
                  <a:lnTo>
                    <a:pt x="320" y="315"/>
                  </a:lnTo>
                  <a:lnTo>
                    <a:pt x="326" y="315"/>
                  </a:lnTo>
                  <a:lnTo>
                    <a:pt x="331" y="315"/>
                  </a:lnTo>
                  <a:lnTo>
                    <a:pt x="334" y="314"/>
                  </a:lnTo>
                  <a:lnTo>
                    <a:pt x="337" y="314"/>
                  </a:lnTo>
                  <a:lnTo>
                    <a:pt x="340" y="314"/>
                  </a:lnTo>
                  <a:lnTo>
                    <a:pt x="343" y="314"/>
                  </a:lnTo>
                  <a:lnTo>
                    <a:pt x="345" y="314"/>
                  </a:lnTo>
                  <a:lnTo>
                    <a:pt x="348" y="314"/>
                  </a:lnTo>
                  <a:lnTo>
                    <a:pt x="351" y="314"/>
                  </a:lnTo>
                  <a:lnTo>
                    <a:pt x="352" y="314"/>
                  </a:lnTo>
                  <a:lnTo>
                    <a:pt x="355" y="314"/>
                  </a:lnTo>
                  <a:lnTo>
                    <a:pt x="356" y="314"/>
                  </a:lnTo>
                  <a:lnTo>
                    <a:pt x="359" y="314"/>
                  </a:lnTo>
                  <a:lnTo>
                    <a:pt x="361" y="313"/>
                  </a:lnTo>
                  <a:lnTo>
                    <a:pt x="363" y="313"/>
                  </a:lnTo>
                  <a:lnTo>
                    <a:pt x="365" y="313"/>
                  </a:lnTo>
                  <a:lnTo>
                    <a:pt x="367" y="313"/>
                  </a:lnTo>
                  <a:lnTo>
                    <a:pt x="368" y="313"/>
                  </a:lnTo>
                  <a:lnTo>
                    <a:pt x="369" y="313"/>
                  </a:lnTo>
                  <a:lnTo>
                    <a:pt x="371" y="313"/>
                  </a:lnTo>
                  <a:lnTo>
                    <a:pt x="372" y="313"/>
                  </a:lnTo>
                  <a:lnTo>
                    <a:pt x="373" y="313"/>
                  </a:lnTo>
                  <a:lnTo>
                    <a:pt x="375" y="313"/>
                  </a:lnTo>
                  <a:lnTo>
                    <a:pt x="376" y="313"/>
                  </a:lnTo>
                  <a:lnTo>
                    <a:pt x="377" y="311"/>
                  </a:lnTo>
                  <a:lnTo>
                    <a:pt x="379" y="311"/>
                  </a:lnTo>
                  <a:lnTo>
                    <a:pt x="380" y="311"/>
                  </a:lnTo>
                  <a:lnTo>
                    <a:pt x="381" y="311"/>
                  </a:lnTo>
                  <a:lnTo>
                    <a:pt x="383" y="311"/>
                  </a:lnTo>
                  <a:lnTo>
                    <a:pt x="384" y="311"/>
                  </a:lnTo>
                  <a:lnTo>
                    <a:pt x="385" y="311"/>
                  </a:lnTo>
                  <a:lnTo>
                    <a:pt x="387" y="311"/>
                  </a:lnTo>
                  <a:lnTo>
                    <a:pt x="388" y="311"/>
                  </a:lnTo>
                  <a:lnTo>
                    <a:pt x="389" y="310"/>
                  </a:lnTo>
                  <a:lnTo>
                    <a:pt x="390" y="310"/>
                  </a:lnTo>
                  <a:lnTo>
                    <a:pt x="392" y="310"/>
                  </a:lnTo>
                  <a:lnTo>
                    <a:pt x="393" y="310"/>
                  </a:lnTo>
                  <a:lnTo>
                    <a:pt x="394" y="310"/>
                  </a:lnTo>
                  <a:lnTo>
                    <a:pt x="396" y="310"/>
                  </a:lnTo>
                  <a:lnTo>
                    <a:pt x="398" y="310"/>
                  </a:lnTo>
                  <a:lnTo>
                    <a:pt x="400" y="309"/>
                  </a:lnTo>
                  <a:lnTo>
                    <a:pt x="402" y="309"/>
                  </a:lnTo>
                  <a:lnTo>
                    <a:pt x="404" y="309"/>
                  </a:lnTo>
                  <a:lnTo>
                    <a:pt x="406" y="309"/>
                  </a:lnTo>
                  <a:lnTo>
                    <a:pt x="408" y="307"/>
                  </a:lnTo>
                  <a:lnTo>
                    <a:pt x="410" y="307"/>
                  </a:lnTo>
                  <a:lnTo>
                    <a:pt x="412" y="307"/>
                  </a:lnTo>
                  <a:lnTo>
                    <a:pt x="413" y="307"/>
                  </a:lnTo>
                  <a:lnTo>
                    <a:pt x="414" y="307"/>
                  </a:lnTo>
                  <a:lnTo>
                    <a:pt x="417" y="306"/>
                  </a:lnTo>
                  <a:lnTo>
                    <a:pt x="418" y="306"/>
                  </a:lnTo>
                  <a:lnTo>
                    <a:pt x="420" y="306"/>
                  </a:lnTo>
                  <a:lnTo>
                    <a:pt x="421" y="306"/>
                  </a:lnTo>
                  <a:lnTo>
                    <a:pt x="422" y="306"/>
                  </a:lnTo>
                  <a:lnTo>
                    <a:pt x="424" y="305"/>
                  </a:lnTo>
                  <a:lnTo>
                    <a:pt x="425" y="305"/>
                  </a:lnTo>
                  <a:lnTo>
                    <a:pt x="426" y="305"/>
                  </a:lnTo>
                  <a:lnTo>
                    <a:pt x="428" y="305"/>
                  </a:lnTo>
                  <a:lnTo>
                    <a:pt x="429" y="305"/>
                  </a:lnTo>
                  <a:lnTo>
                    <a:pt x="430" y="303"/>
                  </a:lnTo>
                  <a:lnTo>
                    <a:pt x="432" y="303"/>
                  </a:lnTo>
                  <a:lnTo>
                    <a:pt x="433" y="303"/>
                  </a:lnTo>
                  <a:lnTo>
                    <a:pt x="434" y="303"/>
                  </a:lnTo>
                  <a:lnTo>
                    <a:pt x="436" y="302"/>
                  </a:lnTo>
                  <a:lnTo>
                    <a:pt x="437" y="302"/>
                  </a:lnTo>
                  <a:lnTo>
                    <a:pt x="438" y="302"/>
                  </a:lnTo>
                  <a:lnTo>
                    <a:pt x="440" y="301"/>
                  </a:lnTo>
                  <a:lnTo>
                    <a:pt x="441" y="301"/>
                  </a:lnTo>
                  <a:lnTo>
                    <a:pt x="443" y="301"/>
                  </a:lnTo>
                  <a:lnTo>
                    <a:pt x="445" y="299"/>
                  </a:lnTo>
                  <a:lnTo>
                    <a:pt x="447" y="299"/>
                  </a:lnTo>
                  <a:lnTo>
                    <a:pt x="449" y="298"/>
                  </a:lnTo>
                  <a:lnTo>
                    <a:pt x="451" y="298"/>
                  </a:lnTo>
                  <a:lnTo>
                    <a:pt x="454" y="297"/>
                  </a:lnTo>
                  <a:lnTo>
                    <a:pt x="457" y="297"/>
                  </a:lnTo>
                  <a:lnTo>
                    <a:pt x="458" y="295"/>
                  </a:lnTo>
                  <a:lnTo>
                    <a:pt x="461" y="295"/>
                  </a:lnTo>
                  <a:lnTo>
                    <a:pt x="462" y="294"/>
                  </a:lnTo>
                  <a:lnTo>
                    <a:pt x="465" y="294"/>
                  </a:lnTo>
                  <a:lnTo>
                    <a:pt x="466" y="293"/>
                  </a:lnTo>
                  <a:lnTo>
                    <a:pt x="467" y="293"/>
                  </a:lnTo>
                  <a:lnTo>
                    <a:pt x="470" y="292"/>
                  </a:lnTo>
                  <a:lnTo>
                    <a:pt x="471" y="292"/>
                  </a:lnTo>
                  <a:lnTo>
                    <a:pt x="473" y="292"/>
                  </a:lnTo>
                  <a:lnTo>
                    <a:pt x="474" y="290"/>
                  </a:lnTo>
                  <a:lnTo>
                    <a:pt x="475" y="290"/>
                  </a:lnTo>
                  <a:lnTo>
                    <a:pt x="477" y="290"/>
                  </a:lnTo>
                  <a:lnTo>
                    <a:pt x="478" y="289"/>
                  </a:lnTo>
                  <a:lnTo>
                    <a:pt x="479" y="289"/>
                  </a:lnTo>
                  <a:lnTo>
                    <a:pt x="481" y="288"/>
                  </a:lnTo>
                  <a:lnTo>
                    <a:pt x="482" y="288"/>
                  </a:lnTo>
                  <a:lnTo>
                    <a:pt x="483" y="286"/>
                  </a:lnTo>
                  <a:lnTo>
                    <a:pt x="485" y="286"/>
                  </a:lnTo>
                  <a:lnTo>
                    <a:pt x="486" y="286"/>
                  </a:lnTo>
                  <a:lnTo>
                    <a:pt x="487" y="285"/>
                  </a:lnTo>
                  <a:lnTo>
                    <a:pt x="489" y="285"/>
                  </a:lnTo>
                  <a:lnTo>
                    <a:pt x="490" y="284"/>
                  </a:lnTo>
                  <a:lnTo>
                    <a:pt x="491" y="284"/>
                  </a:lnTo>
                  <a:lnTo>
                    <a:pt x="492" y="282"/>
                  </a:lnTo>
                  <a:lnTo>
                    <a:pt x="494" y="282"/>
                  </a:lnTo>
                  <a:lnTo>
                    <a:pt x="495" y="281"/>
                  </a:lnTo>
                  <a:lnTo>
                    <a:pt x="498" y="280"/>
                  </a:lnTo>
                  <a:lnTo>
                    <a:pt x="499" y="280"/>
                  </a:lnTo>
                  <a:lnTo>
                    <a:pt x="502" y="278"/>
                  </a:lnTo>
                  <a:lnTo>
                    <a:pt x="503" y="277"/>
                  </a:lnTo>
                  <a:lnTo>
                    <a:pt x="506" y="276"/>
                  </a:lnTo>
                  <a:lnTo>
                    <a:pt x="507" y="276"/>
                  </a:lnTo>
                  <a:lnTo>
                    <a:pt x="510" y="274"/>
                  </a:lnTo>
                  <a:lnTo>
                    <a:pt x="511" y="273"/>
                  </a:lnTo>
                  <a:lnTo>
                    <a:pt x="512" y="273"/>
                  </a:lnTo>
                  <a:lnTo>
                    <a:pt x="514" y="272"/>
                  </a:lnTo>
                  <a:lnTo>
                    <a:pt x="515" y="270"/>
                  </a:lnTo>
                  <a:lnTo>
                    <a:pt x="518" y="270"/>
                  </a:lnTo>
                  <a:lnTo>
                    <a:pt x="519" y="269"/>
                  </a:lnTo>
                  <a:lnTo>
                    <a:pt x="520" y="268"/>
                  </a:lnTo>
                  <a:lnTo>
                    <a:pt x="522" y="268"/>
                  </a:lnTo>
                  <a:lnTo>
                    <a:pt x="523" y="268"/>
                  </a:lnTo>
                  <a:lnTo>
                    <a:pt x="524" y="266"/>
                  </a:lnTo>
                  <a:lnTo>
                    <a:pt x="526" y="266"/>
                  </a:lnTo>
                  <a:lnTo>
                    <a:pt x="526" y="265"/>
                  </a:lnTo>
                  <a:lnTo>
                    <a:pt x="527" y="265"/>
                  </a:lnTo>
                  <a:lnTo>
                    <a:pt x="528" y="265"/>
                  </a:lnTo>
                  <a:lnTo>
                    <a:pt x="530" y="264"/>
                  </a:lnTo>
                  <a:lnTo>
                    <a:pt x="531" y="264"/>
                  </a:lnTo>
                  <a:lnTo>
                    <a:pt x="531" y="262"/>
                  </a:lnTo>
                  <a:lnTo>
                    <a:pt x="532" y="262"/>
                  </a:lnTo>
                  <a:lnTo>
                    <a:pt x="534" y="261"/>
                  </a:lnTo>
                  <a:lnTo>
                    <a:pt x="535" y="261"/>
                  </a:lnTo>
                  <a:lnTo>
                    <a:pt x="536" y="260"/>
                  </a:lnTo>
                  <a:lnTo>
                    <a:pt x="538" y="260"/>
                  </a:lnTo>
                  <a:lnTo>
                    <a:pt x="539" y="258"/>
                  </a:lnTo>
                  <a:lnTo>
                    <a:pt x="540" y="258"/>
                  </a:lnTo>
                  <a:lnTo>
                    <a:pt x="542" y="257"/>
                  </a:lnTo>
                  <a:lnTo>
                    <a:pt x="544" y="256"/>
                  </a:lnTo>
                  <a:lnTo>
                    <a:pt x="545" y="254"/>
                  </a:lnTo>
                  <a:lnTo>
                    <a:pt x="547" y="254"/>
                  </a:lnTo>
                  <a:lnTo>
                    <a:pt x="549" y="253"/>
                  </a:lnTo>
                  <a:lnTo>
                    <a:pt x="551" y="252"/>
                  </a:lnTo>
                  <a:lnTo>
                    <a:pt x="552" y="250"/>
                  </a:lnTo>
                  <a:lnTo>
                    <a:pt x="553" y="250"/>
                  </a:lnTo>
                  <a:lnTo>
                    <a:pt x="556" y="249"/>
                  </a:lnTo>
                  <a:lnTo>
                    <a:pt x="557" y="249"/>
                  </a:lnTo>
                  <a:lnTo>
                    <a:pt x="559" y="248"/>
                  </a:lnTo>
                  <a:lnTo>
                    <a:pt x="560" y="246"/>
                  </a:lnTo>
                  <a:lnTo>
                    <a:pt x="561" y="246"/>
                  </a:lnTo>
                  <a:lnTo>
                    <a:pt x="563" y="245"/>
                  </a:lnTo>
                  <a:lnTo>
                    <a:pt x="564" y="245"/>
                  </a:lnTo>
                  <a:lnTo>
                    <a:pt x="564" y="244"/>
                  </a:lnTo>
                  <a:lnTo>
                    <a:pt x="565" y="244"/>
                  </a:lnTo>
                  <a:lnTo>
                    <a:pt x="567" y="242"/>
                  </a:lnTo>
                  <a:lnTo>
                    <a:pt x="568" y="242"/>
                  </a:lnTo>
                  <a:lnTo>
                    <a:pt x="569" y="241"/>
                  </a:lnTo>
                  <a:lnTo>
                    <a:pt x="571" y="240"/>
                  </a:lnTo>
                  <a:lnTo>
                    <a:pt x="572" y="240"/>
                  </a:lnTo>
                  <a:lnTo>
                    <a:pt x="572" y="239"/>
                  </a:lnTo>
                  <a:lnTo>
                    <a:pt x="573" y="239"/>
                  </a:lnTo>
                  <a:lnTo>
                    <a:pt x="575" y="239"/>
                  </a:lnTo>
                  <a:lnTo>
                    <a:pt x="576" y="237"/>
                  </a:lnTo>
                  <a:lnTo>
                    <a:pt x="577" y="236"/>
                  </a:lnTo>
                  <a:lnTo>
                    <a:pt x="579" y="235"/>
                  </a:lnTo>
                  <a:lnTo>
                    <a:pt x="580" y="235"/>
                  </a:lnTo>
                  <a:lnTo>
                    <a:pt x="581" y="233"/>
                  </a:lnTo>
                  <a:lnTo>
                    <a:pt x="583" y="232"/>
                  </a:lnTo>
                  <a:lnTo>
                    <a:pt x="584" y="232"/>
                  </a:lnTo>
                  <a:lnTo>
                    <a:pt x="585" y="231"/>
                  </a:lnTo>
                  <a:lnTo>
                    <a:pt x="588" y="229"/>
                  </a:lnTo>
                  <a:lnTo>
                    <a:pt x="589" y="229"/>
                  </a:lnTo>
                  <a:lnTo>
                    <a:pt x="589" y="228"/>
                  </a:lnTo>
                  <a:lnTo>
                    <a:pt x="591" y="227"/>
                  </a:lnTo>
                  <a:lnTo>
                    <a:pt x="592" y="227"/>
                  </a:lnTo>
                  <a:lnTo>
                    <a:pt x="593" y="225"/>
                  </a:lnTo>
                  <a:lnTo>
                    <a:pt x="594" y="225"/>
                  </a:lnTo>
                  <a:lnTo>
                    <a:pt x="596" y="224"/>
                  </a:lnTo>
                  <a:lnTo>
                    <a:pt x="597" y="224"/>
                  </a:lnTo>
                  <a:lnTo>
                    <a:pt x="597" y="223"/>
                  </a:lnTo>
                  <a:lnTo>
                    <a:pt x="598" y="223"/>
                  </a:lnTo>
                  <a:lnTo>
                    <a:pt x="600" y="221"/>
                  </a:lnTo>
                  <a:lnTo>
                    <a:pt x="601" y="220"/>
                  </a:lnTo>
                  <a:lnTo>
                    <a:pt x="602" y="220"/>
                  </a:lnTo>
                  <a:lnTo>
                    <a:pt x="602" y="219"/>
                  </a:lnTo>
                  <a:lnTo>
                    <a:pt x="604" y="219"/>
                  </a:lnTo>
                  <a:lnTo>
                    <a:pt x="605" y="217"/>
                  </a:lnTo>
                  <a:lnTo>
                    <a:pt x="606" y="216"/>
                  </a:lnTo>
                  <a:lnTo>
                    <a:pt x="608" y="216"/>
                  </a:lnTo>
                  <a:lnTo>
                    <a:pt x="609" y="215"/>
                  </a:lnTo>
                  <a:lnTo>
                    <a:pt x="609" y="213"/>
                  </a:lnTo>
                  <a:lnTo>
                    <a:pt x="610" y="213"/>
                  </a:lnTo>
                  <a:lnTo>
                    <a:pt x="612" y="212"/>
                  </a:lnTo>
                  <a:lnTo>
                    <a:pt x="613" y="212"/>
                  </a:lnTo>
                  <a:lnTo>
                    <a:pt x="613" y="211"/>
                  </a:lnTo>
                  <a:lnTo>
                    <a:pt x="614" y="209"/>
                  </a:lnTo>
                  <a:lnTo>
                    <a:pt x="616" y="209"/>
                  </a:lnTo>
                  <a:lnTo>
                    <a:pt x="617" y="208"/>
                  </a:lnTo>
                  <a:lnTo>
                    <a:pt x="618" y="207"/>
                  </a:lnTo>
                  <a:lnTo>
                    <a:pt x="620" y="207"/>
                  </a:lnTo>
                  <a:lnTo>
                    <a:pt x="620" y="205"/>
                  </a:lnTo>
                  <a:lnTo>
                    <a:pt x="621" y="205"/>
                  </a:lnTo>
                  <a:lnTo>
                    <a:pt x="622" y="204"/>
                  </a:lnTo>
                  <a:lnTo>
                    <a:pt x="624" y="204"/>
                  </a:lnTo>
                  <a:lnTo>
                    <a:pt x="624" y="203"/>
                  </a:lnTo>
                  <a:lnTo>
                    <a:pt x="625" y="203"/>
                  </a:lnTo>
                  <a:lnTo>
                    <a:pt x="625" y="201"/>
                  </a:lnTo>
                  <a:lnTo>
                    <a:pt x="626" y="201"/>
                  </a:lnTo>
                  <a:lnTo>
                    <a:pt x="628" y="200"/>
                  </a:lnTo>
                  <a:lnTo>
                    <a:pt x="629" y="200"/>
                  </a:lnTo>
                  <a:lnTo>
                    <a:pt x="629" y="199"/>
                  </a:lnTo>
                  <a:lnTo>
                    <a:pt x="630" y="199"/>
                  </a:lnTo>
                  <a:lnTo>
                    <a:pt x="632" y="197"/>
                  </a:lnTo>
                  <a:lnTo>
                    <a:pt x="633" y="196"/>
                  </a:lnTo>
                  <a:lnTo>
                    <a:pt x="634" y="196"/>
                  </a:lnTo>
                  <a:lnTo>
                    <a:pt x="636" y="195"/>
                  </a:lnTo>
                  <a:lnTo>
                    <a:pt x="637" y="193"/>
                  </a:lnTo>
                  <a:lnTo>
                    <a:pt x="638" y="192"/>
                  </a:lnTo>
                  <a:lnTo>
                    <a:pt x="640" y="192"/>
                  </a:lnTo>
                  <a:lnTo>
                    <a:pt x="641" y="191"/>
                  </a:lnTo>
                  <a:lnTo>
                    <a:pt x="642" y="191"/>
                  </a:lnTo>
                  <a:lnTo>
                    <a:pt x="642" y="189"/>
                  </a:lnTo>
                  <a:lnTo>
                    <a:pt x="644" y="189"/>
                  </a:lnTo>
                  <a:lnTo>
                    <a:pt x="645" y="188"/>
                  </a:lnTo>
                  <a:lnTo>
                    <a:pt x="646" y="187"/>
                  </a:lnTo>
                  <a:lnTo>
                    <a:pt x="647" y="187"/>
                  </a:lnTo>
                  <a:lnTo>
                    <a:pt x="647" y="185"/>
                  </a:lnTo>
                  <a:lnTo>
                    <a:pt x="649" y="185"/>
                  </a:lnTo>
                  <a:lnTo>
                    <a:pt x="649" y="184"/>
                  </a:lnTo>
                  <a:lnTo>
                    <a:pt x="650" y="184"/>
                  </a:lnTo>
                  <a:lnTo>
                    <a:pt x="651" y="183"/>
                  </a:lnTo>
                  <a:lnTo>
                    <a:pt x="653" y="182"/>
                  </a:lnTo>
                  <a:lnTo>
                    <a:pt x="654" y="180"/>
                  </a:lnTo>
                  <a:lnTo>
                    <a:pt x="655" y="179"/>
                  </a:lnTo>
                  <a:lnTo>
                    <a:pt x="657" y="178"/>
                  </a:lnTo>
                  <a:lnTo>
                    <a:pt x="658" y="176"/>
                  </a:lnTo>
                  <a:lnTo>
                    <a:pt x="659" y="175"/>
                  </a:lnTo>
                  <a:lnTo>
                    <a:pt x="661" y="174"/>
                  </a:lnTo>
                  <a:lnTo>
                    <a:pt x="662" y="172"/>
                  </a:lnTo>
                  <a:lnTo>
                    <a:pt x="663" y="171"/>
                  </a:lnTo>
                  <a:lnTo>
                    <a:pt x="665" y="170"/>
                  </a:lnTo>
                  <a:lnTo>
                    <a:pt x="666" y="168"/>
                  </a:lnTo>
                  <a:lnTo>
                    <a:pt x="667" y="167"/>
                  </a:lnTo>
                  <a:lnTo>
                    <a:pt x="669" y="166"/>
                  </a:lnTo>
                  <a:lnTo>
                    <a:pt x="669" y="164"/>
                  </a:lnTo>
                  <a:lnTo>
                    <a:pt x="670" y="163"/>
                  </a:lnTo>
                  <a:lnTo>
                    <a:pt x="671" y="163"/>
                  </a:lnTo>
                  <a:lnTo>
                    <a:pt x="673" y="162"/>
                  </a:lnTo>
                  <a:lnTo>
                    <a:pt x="673" y="160"/>
                  </a:lnTo>
                  <a:lnTo>
                    <a:pt x="674" y="160"/>
                  </a:lnTo>
                  <a:lnTo>
                    <a:pt x="675" y="159"/>
                  </a:lnTo>
                  <a:lnTo>
                    <a:pt x="675" y="158"/>
                  </a:lnTo>
                  <a:lnTo>
                    <a:pt x="677" y="158"/>
                  </a:lnTo>
                  <a:lnTo>
                    <a:pt x="677" y="156"/>
                  </a:lnTo>
                  <a:lnTo>
                    <a:pt x="678" y="155"/>
                  </a:lnTo>
                  <a:lnTo>
                    <a:pt x="679" y="154"/>
                  </a:lnTo>
                  <a:lnTo>
                    <a:pt x="681" y="152"/>
                  </a:lnTo>
                  <a:lnTo>
                    <a:pt x="682" y="151"/>
                  </a:lnTo>
                  <a:lnTo>
                    <a:pt x="683" y="150"/>
                  </a:lnTo>
                  <a:lnTo>
                    <a:pt x="683" y="148"/>
                  </a:lnTo>
                  <a:lnTo>
                    <a:pt x="685" y="147"/>
                  </a:lnTo>
                  <a:lnTo>
                    <a:pt x="686" y="147"/>
                  </a:lnTo>
                  <a:lnTo>
                    <a:pt x="686" y="146"/>
                  </a:lnTo>
                  <a:lnTo>
                    <a:pt x="687" y="144"/>
                  </a:lnTo>
                  <a:lnTo>
                    <a:pt x="689" y="143"/>
                  </a:lnTo>
                  <a:lnTo>
                    <a:pt x="690" y="142"/>
                  </a:lnTo>
                  <a:lnTo>
                    <a:pt x="691" y="140"/>
                  </a:lnTo>
                  <a:lnTo>
                    <a:pt x="693" y="138"/>
                  </a:lnTo>
                  <a:lnTo>
                    <a:pt x="694" y="136"/>
                  </a:lnTo>
                  <a:lnTo>
                    <a:pt x="695" y="135"/>
                  </a:lnTo>
                  <a:lnTo>
                    <a:pt x="697" y="132"/>
                  </a:lnTo>
                  <a:lnTo>
                    <a:pt x="698" y="131"/>
                  </a:lnTo>
                  <a:lnTo>
                    <a:pt x="699" y="130"/>
                  </a:lnTo>
                  <a:lnTo>
                    <a:pt x="700" y="129"/>
                  </a:lnTo>
                  <a:lnTo>
                    <a:pt x="702" y="127"/>
                  </a:lnTo>
                  <a:lnTo>
                    <a:pt x="703" y="126"/>
                  </a:lnTo>
                  <a:lnTo>
                    <a:pt x="704" y="125"/>
                  </a:lnTo>
                  <a:lnTo>
                    <a:pt x="706" y="123"/>
                  </a:lnTo>
                  <a:lnTo>
                    <a:pt x="706" y="122"/>
                  </a:lnTo>
                  <a:lnTo>
                    <a:pt x="707" y="121"/>
                  </a:lnTo>
                  <a:lnTo>
                    <a:pt x="708" y="119"/>
                  </a:lnTo>
                  <a:lnTo>
                    <a:pt x="708" y="118"/>
                  </a:lnTo>
                  <a:lnTo>
                    <a:pt x="710" y="118"/>
                  </a:lnTo>
                  <a:lnTo>
                    <a:pt x="710" y="117"/>
                  </a:lnTo>
                  <a:lnTo>
                    <a:pt x="711" y="115"/>
                  </a:lnTo>
                  <a:lnTo>
                    <a:pt x="712" y="114"/>
                  </a:lnTo>
                  <a:lnTo>
                    <a:pt x="714" y="113"/>
                  </a:lnTo>
                  <a:lnTo>
                    <a:pt x="714" y="111"/>
                  </a:lnTo>
                  <a:lnTo>
                    <a:pt x="715" y="110"/>
                  </a:lnTo>
                  <a:lnTo>
                    <a:pt x="716" y="109"/>
                  </a:lnTo>
                  <a:lnTo>
                    <a:pt x="716" y="107"/>
                  </a:lnTo>
                  <a:lnTo>
                    <a:pt x="718" y="106"/>
                  </a:lnTo>
                  <a:lnTo>
                    <a:pt x="719" y="106"/>
                  </a:lnTo>
                  <a:lnTo>
                    <a:pt x="719" y="103"/>
                  </a:lnTo>
                  <a:lnTo>
                    <a:pt x="720" y="102"/>
                  </a:lnTo>
                  <a:lnTo>
                    <a:pt x="722" y="101"/>
                  </a:lnTo>
                  <a:lnTo>
                    <a:pt x="723" y="99"/>
                  </a:lnTo>
                  <a:lnTo>
                    <a:pt x="724" y="98"/>
                  </a:lnTo>
                  <a:lnTo>
                    <a:pt x="726" y="95"/>
                  </a:lnTo>
                  <a:lnTo>
                    <a:pt x="727" y="94"/>
                  </a:lnTo>
                  <a:lnTo>
                    <a:pt x="728" y="91"/>
                  </a:lnTo>
                  <a:lnTo>
                    <a:pt x="730" y="90"/>
                  </a:lnTo>
                  <a:lnTo>
                    <a:pt x="731" y="87"/>
                  </a:lnTo>
                  <a:lnTo>
                    <a:pt x="732" y="86"/>
                  </a:lnTo>
                  <a:lnTo>
                    <a:pt x="734" y="83"/>
                  </a:lnTo>
                  <a:lnTo>
                    <a:pt x="735" y="82"/>
                  </a:lnTo>
                  <a:lnTo>
                    <a:pt x="736" y="81"/>
                  </a:lnTo>
                  <a:lnTo>
                    <a:pt x="738" y="79"/>
                  </a:lnTo>
                  <a:lnTo>
                    <a:pt x="739" y="78"/>
                  </a:lnTo>
                  <a:lnTo>
                    <a:pt x="739" y="77"/>
                  </a:lnTo>
                  <a:lnTo>
                    <a:pt x="740" y="76"/>
                  </a:lnTo>
                  <a:lnTo>
                    <a:pt x="742" y="74"/>
                  </a:lnTo>
                  <a:lnTo>
                    <a:pt x="742" y="73"/>
                  </a:lnTo>
                  <a:lnTo>
                    <a:pt x="743" y="72"/>
                  </a:lnTo>
                  <a:lnTo>
                    <a:pt x="744" y="70"/>
                  </a:lnTo>
                  <a:lnTo>
                    <a:pt x="744" y="69"/>
                  </a:lnTo>
                  <a:lnTo>
                    <a:pt x="746" y="69"/>
                  </a:lnTo>
                  <a:lnTo>
                    <a:pt x="746" y="68"/>
                  </a:lnTo>
                  <a:lnTo>
                    <a:pt x="747" y="66"/>
                  </a:lnTo>
                  <a:lnTo>
                    <a:pt x="748" y="65"/>
                  </a:lnTo>
                  <a:lnTo>
                    <a:pt x="748" y="64"/>
                  </a:lnTo>
                  <a:lnTo>
                    <a:pt x="749" y="62"/>
                  </a:lnTo>
                  <a:lnTo>
                    <a:pt x="751" y="61"/>
                  </a:lnTo>
                  <a:lnTo>
                    <a:pt x="751" y="60"/>
                  </a:lnTo>
                  <a:lnTo>
                    <a:pt x="752" y="58"/>
                  </a:lnTo>
                  <a:lnTo>
                    <a:pt x="753" y="57"/>
                  </a:lnTo>
                  <a:lnTo>
                    <a:pt x="755" y="56"/>
                  </a:lnTo>
                  <a:lnTo>
                    <a:pt x="755" y="54"/>
                  </a:lnTo>
                  <a:lnTo>
                    <a:pt x="756" y="53"/>
                  </a:lnTo>
                  <a:lnTo>
                    <a:pt x="757" y="50"/>
                  </a:lnTo>
                  <a:lnTo>
                    <a:pt x="759" y="49"/>
                  </a:lnTo>
                  <a:lnTo>
                    <a:pt x="761" y="46"/>
                  </a:lnTo>
                  <a:lnTo>
                    <a:pt x="763" y="44"/>
                  </a:lnTo>
                  <a:lnTo>
                    <a:pt x="764" y="42"/>
                  </a:lnTo>
                  <a:lnTo>
                    <a:pt x="765" y="40"/>
                  </a:lnTo>
                  <a:lnTo>
                    <a:pt x="767" y="38"/>
                  </a:lnTo>
                  <a:lnTo>
                    <a:pt x="768" y="36"/>
                  </a:lnTo>
                  <a:lnTo>
                    <a:pt x="769" y="34"/>
                  </a:lnTo>
                  <a:lnTo>
                    <a:pt x="771" y="33"/>
                  </a:lnTo>
                  <a:lnTo>
                    <a:pt x="772" y="32"/>
                  </a:lnTo>
                  <a:lnTo>
                    <a:pt x="772" y="30"/>
                  </a:lnTo>
                  <a:lnTo>
                    <a:pt x="773" y="29"/>
                  </a:lnTo>
                  <a:lnTo>
                    <a:pt x="775" y="28"/>
                  </a:lnTo>
                  <a:lnTo>
                    <a:pt x="776" y="26"/>
                  </a:lnTo>
                  <a:lnTo>
                    <a:pt x="776" y="25"/>
                  </a:lnTo>
                  <a:lnTo>
                    <a:pt x="777" y="24"/>
                  </a:lnTo>
                  <a:lnTo>
                    <a:pt x="777" y="22"/>
                  </a:lnTo>
                  <a:lnTo>
                    <a:pt x="779" y="21"/>
                  </a:lnTo>
                  <a:lnTo>
                    <a:pt x="780" y="20"/>
                  </a:lnTo>
                  <a:lnTo>
                    <a:pt x="780" y="19"/>
                  </a:lnTo>
                  <a:lnTo>
                    <a:pt x="781" y="17"/>
                  </a:lnTo>
                  <a:lnTo>
                    <a:pt x="783" y="16"/>
                  </a:lnTo>
                  <a:lnTo>
                    <a:pt x="783" y="15"/>
                  </a:lnTo>
                  <a:lnTo>
                    <a:pt x="784" y="13"/>
                  </a:lnTo>
                  <a:lnTo>
                    <a:pt x="784" y="12"/>
                  </a:lnTo>
                  <a:lnTo>
                    <a:pt x="785" y="11"/>
                  </a:lnTo>
                  <a:lnTo>
                    <a:pt x="787" y="9"/>
                  </a:lnTo>
                  <a:lnTo>
                    <a:pt x="787" y="8"/>
                  </a:lnTo>
                  <a:lnTo>
                    <a:pt x="788" y="7"/>
                  </a:lnTo>
                  <a:lnTo>
                    <a:pt x="788" y="5"/>
                  </a:lnTo>
                  <a:lnTo>
                    <a:pt x="789" y="4"/>
                  </a:lnTo>
                  <a:lnTo>
                    <a:pt x="791" y="3"/>
                  </a:lnTo>
                  <a:lnTo>
                    <a:pt x="792" y="0"/>
                  </a:lnTo>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5977" name="Freeform 18">
              <a:extLst>
                <a:ext uri="{FF2B5EF4-FFF2-40B4-BE49-F238E27FC236}">
                  <a16:creationId xmlns:a16="http://schemas.microsoft.com/office/drawing/2014/main" id="{3D484A3C-B49C-4BF7-A7D5-069BC5C46305}"/>
                </a:ext>
              </a:extLst>
            </p:cNvPr>
            <p:cNvSpPr>
              <a:spLocks/>
            </p:cNvSpPr>
            <p:nvPr/>
          </p:nvSpPr>
          <p:spPr bwMode="auto">
            <a:xfrm>
              <a:off x="3732213" y="2849563"/>
              <a:ext cx="74612" cy="250825"/>
            </a:xfrm>
            <a:custGeom>
              <a:avLst/>
              <a:gdLst>
                <a:gd name="T0" fmla="*/ 2147483646 w 94"/>
                <a:gd name="T1" fmla="*/ 2147483646 h 315"/>
                <a:gd name="T2" fmla="*/ 2147483646 w 94"/>
                <a:gd name="T3" fmla="*/ 2147483646 h 315"/>
                <a:gd name="T4" fmla="*/ 2147483646 w 94"/>
                <a:gd name="T5" fmla="*/ 2147483646 h 315"/>
                <a:gd name="T6" fmla="*/ 2147483646 w 94"/>
                <a:gd name="T7" fmla="*/ 2147483646 h 315"/>
                <a:gd name="T8" fmla="*/ 2147483646 w 94"/>
                <a:gd name="T9" fmla="*/ 2147483646 h 315"/>
                <a:gd name="T10" fmla="*/ 2147483646 w 94"/>
                <a:gd name="T11" fmla="*/ 2147483646 h 315"/>
                <a:gd name="T12" fmla="*/ 2147483646 w 94"/>
                <a:gd name="T13" fmla="*/ 2147483646 h 315"/>
                <a:gd name="T14" fmla="*/ 2147483646 w 94"/>
                <a:gd name="T15" fmla="*/ 2147483646 h 315"/>
                <a:gd name="T16" fmla="*/ 2147483646 w 94"/>
                <a:gd name="T17" fmla="*/ 2147483646 h 315"/>
                <a:gd name="T18" fmla="*/ 2147483646 w 94"/>
                <a:gd name="T19" fmla="*/ 2147483646 h 315"/>
                <a:gd name="T20" fmla="*/ 2147483646 w 94"/>
                <a:gd name="T21" fmla="*/ 2147483646 h 315"/>
                <a:gd name="T22" fmla="*/ 2147483646 w 94"/>
                <a:gd name="T23" fmla="*/ 2147483646 h 315"/>
                <a:gd name="T24" fmla="*/ 2147483646 w 94"/>
                <a:gd name="T25" fmla="*/ 2147483646 h 315"/>
                <a:gd name="T26" fmla="*/ 2147483646 w 94"/>
                <a:gd name="T27" fmla="*/ 2147483646 h 315"/>
                <a:gd name="T28" fmla="*/ 2147483646 w 94"/>
                <a:gd name="T29" fmla="*/ 2147483646 h 315"/>
                <a:gd name="T30" fmla="*/ 2147483646 w 94"/>
                <a:gd name="T31" fmla="*/ 2147483646 h 315"/>
                <a:gd name="T32" fmla="*/ 2147483646 w 94"/>
                <a:gd name="T33" fmla="*/ 2147483646 h 315"/>
                <a:gd name="T34" fmla="*/ 2147483646 w 94"/>
                <a:gd name="T35" fmla="*/ 2147483646 h 315"/>
                <a:gd name="T36" fmla="*/ 2147483646 w 94"/>
                <a:gd name="T37" fmla="*/ 2147483646 h 315"/>
                <a:gd name="T38" fmla="*/ 2147483646 w 94"/>
                <a:gd name="T39" fmla="*/ 2147483646 h 315"/>
                <a:gd name="T40" fmla="*/ 2147483646 w 94"/>
                <a:gd name="T41" fmla="*/ 2147483646 h 315"/>
                <a:gd name="T42" fmla="*/ 2147483646 w 94"/>
                <a:gd name="T43" fmla="*/ 2147483646 h 315"/>
                <a:gd name="T44" fmla="*/ 2147483646 w 94"/>
                <a:gd name="T45" fmla="*/ 2147483646 h 315"/>
                <a:gd name="T46" fmla="*/ 2147483646 w 94"/>
                <a:gd name="T47" fmla="*/ 2147483646 h 315"/>
                <a:gd name="T48" fmla="*/ 2147483646 w 94"/>
                <a:gd name="T49" fmla="*/ 2147483646 h 315"/>
                <a:gd name="T50" fmla="*/ 2147483646 w 94"/>
                <a:gd name="T51" fmla="*/ 2147483646 h 315"/>
                <a:gd name="T52" fmla="*/ 2147483646 w 94"/>
                <a:gd name="T53" fmla="*/ 2147483646 h 315"/>
                <a:gd name="T54" fmla="*/ 2147483646 w 94"/>
                <a:gd name="T55" fmla="*/ 2147483646 h 315"/>
                <a:gd name="T56" fmla="*/ 2147483646 w 94"/>
                <a:gd name="T57" fmla="*/ 2147483646 h 315"/>
                <a:gd name="T58" fmla="*/ 2147483646 w 94"/>
                <a:gd name="T59" fmla="*/ 2147483646 h 315"/>
                <a:gd name="T60" fmla="*/ 2147483646 w 94"/>
                <a:gd name="T61" fmla="*/ 2147483646 h 315"/>
                <a:gd name="T62" fmla="*/ 2147483646 w 94"/>
                <a:gd name="T63" fmla="*/ 2147483646 h 315"/>
                <a:gd name="T64" fmla="*/ 2147483646 w 94"/>
                <a:gd name="T65" fmla="*/ 2147483646 h 315"/>
                <a:gd name="T66" fmla="*/ 2147483646 w 94"/>
                <a:gd name="T67" fmla="*/ 2147483646 h 315"/>
                <a:gd name="T68" fmla="*/ 2147483646 w 94"/>
                <a:gd name="T69" fmla="*/ 2147483646 h 315"/>
                <a:gd name="T70" fmla="*/ 2147483646 w 94"/>
                <a:gd name="T71" fmla="*/ 2147483646 h 315"/>
                <a:gd name="T72" fmla="*/ 2147483646 w 94"/>
                <a:gd name="T73" fmla="*/ 2147483646 h 315"/>
                <a:gd name="T74" fmla="*/ 2147483646 w 94"/>
                <a:gd name="T75" fmla="*/ 2147483646 h 315"/>
                <a:gd name="T76" fmla="*/ 2147483646 w 94"/>
                <a:gd name="T77" fmla="*/ 2147483646 h 315"/>
                <a:gd name="T78" fmla="*/ 2147483646 w 94"/>
                <a:gd name="T79" fmla="*/ 2147483646 h 315"/>
                <a:gd name="T80" fmla="*/ 2147483646 w 94"/>
                <a:gd name="T81" fmla="*/ 2147483646 h 315"/>
                <a:gd name="T82" fmla="*/ 2147483646 w 94"/>
                <a:gd name="T83" fmla="*/ 2147483646 h 315"/>
                <a:gd name="T84" fmla="*/ 2147483646 w 94"/>
                <a:gd name="T85" fmla="*/ 2147483646 h 315"/>
                <a:gd name="T86" fmla="*/ 2147483646 w 94"/>
                <a:gd name="T87" fmla="*/ 2147483646 h 315"/>
                <a:gd name="T88" fmla="*/ 2147483646 w 94"/>
                <a:gd name="T89" fmla="*/ 2147483646 h 315"/>
                <a:gd name="T90" fmla="*/ 2147483646 w 94"/>
                <a:gd name="T91" fmla="*/ 2147483646 h 315"/>
                <a:gd name="T92" fmla="*/ 2147483646 w 94"/>
                <a:gd name="T93" fmla="*/ 2147483646 h 315"/>
                <a:gd name="T94" fmla="*/ 2147483646 w 94"/>
                <a:gd name="T95" fmla="*/ 2147483646 h 315"/>
                <a:gd name="T96" fmla="*/ 2147483646 w 94"/>
                <a:gd name="T97" fmla="*/ 2147483646 h 315"/>
                <a:gd name="T98" fmla="*/ 2147483646 w 94"/>
                <a:gd name="T99" fmla="*/ 2147483646 h 315"/>
                <a:gd name="T100" fmla="*/ 2147483646 w 94"/>
                <a:gd name="T101" fmla="*/ 2147483646 h 315"/>
                <a:gd name="T102" fmla="*/ 2147483646 w 94"/>
                <a:gd name="T103" fmla="*/ 2147483646 h 315"/>
                <a:gd name="T104" fmla="*/ 2147483646 w 94"/>
                <a:gd name="T105" fmla="*/ 2147483646 h 315"/>
                <a:gd name="T106" fmla="*/ 2147483646 w 94"/>
                <a:gd name="T107" fmla="*/ 2147483646 h 315"/>
                <a:gd name="T108" fmla="*/ 2147483646 w 94"/>
                <a:gd name="T109" fmla="*/ 2147483646 h 315"/>
                <a:gd name="T110" fmla="*/ 2147483646 w 94"/>
                <a:gd name="T111" fmla="*/ 2147483646 h 315"/>
                <a:gd name="T112" fmla="*/ 2147483646 w 94"/>
                <a:gd name="T113" fmla="*/ 2147483646 h 31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4"/>
                <a:gd name="T172" fmla="*/ 0 h 315"/>
                <a:gd name="T173" fmla="*/ 94 w 94"/>
                <a:gd name="T174" fmla="*/ 315 h 31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4" h="315">
                  <a:moveTo>
                    <a:pt x="0" y="0"/>
                  </a:moveTo>
                  <a:lnTo>
                    <a:pt x="1" y="2"/>
                  </a:lnTo>
                  <a:lnTo>
                    <a:pt x="4" y="6"/>
                  </a:lnTo>
                  <a:lnTo>
                    <a:pt x="5" y="9"/>
                  </a:lnTo>
                  <a:lnTo>
                    <a:pt x="6" y="11"/>
                  </a:lnTo>
                  <a:lnTo>
                    <a:pt x="8" y="14"/>
                  </a:lnTo>
                  <a:lnTo>
                    <a:pt x="9" y="17"/>
                  </a:lnTo>
                  <a:lnTo>
                    <a:pt x="10" y="19"/>
                  </a:lnTo>
                  <a:lnTo>
                    <a:pt x="12" y="21"/>
                  </a:lnTo>
                  <a:lnTo>
                    <a:pt x="13" y="23"/>
                  </a:lnTo>
                  <a:lnTo>
                    <a:pt x="14" y="25"/>
                  </a:lnTo>
                  <a:lnTo>
                    <a:pt x="16" y="27"/>
                  </a:lnTo>
                  <a:lnTo>
                    <a:pt x="16" y="29"/>
                  </a:lnTo>
                  <a:lnTo>
                    <a:pt x="17" y="30"/>
                  </a:lnTo>
                  <a:lnTo>
                    <a:pt x="18" y="31"/>
                  </a:lnTo>
                  <a:lnTo>
                    <a:pt x="18" y="34"/>
                  </a:lnTo>
                  <a:lnTo>
                    <a:pt x="20" y="35"/>
                  </a:lnTo>
                  <a:lnTo>
                    <a:pt x="20" y="37"/>
                  </a:lnTo>
                  <a:lnTo>
                    <a:pt x="21" y="38"/>
                  </a:lnTo>
                  <a:lnTo>
                    <a:pt x="21" y="39"/>
                  </a:lnTo>
                  <a:lnTo>
                    <a:pt x="22" y="39"/>
                  </a:lnTo>
                  <a:lnTo>
                    <a:pt x="22" y="41"/>
                  </a:lnTo>
                  <a:lnTo>
                    <a:pt x="24" y="42"/>
                  </a:lnTo>
                  <a:lnTo>
                    <a:pt x="24" y="43"/>
                  </a:lnTo>
                  <a:lnTo>
                    <a:pt x="24" y="45"/>
                  </a:lnTo>
                  <a:lnTo>
                    <a:pt x="25" y="46"/>
                  </a:lnTo>
                  <a:lnTo>
                    <a:pt x="25" y="47"/>
                  </a:lnTo>
                  <a:lnTo>
                    <a:pt x="26" y="49"/>
                  </a:lnTo>
                  <a:lnTo>
                    <a:pt x="26" y="50"/>
                  </a:lnTo>
                  <a:lnTo>
                    <a:pt x="28" y="51"/>
                  </a:lnTo>
                  <a:lnTo>
                    <a:pt x="28" y="54"/>
                  </a:lnTo>
                  <a:lnTo>
                    <a:pt x="29" y="55"/>
                  </a:lnTo>
                  <a:lnTo>
                    <a:pt x="29" y="57"/>
                  </a:lnTo>
                  <a:lnTo>
                    <a:pt x="30" y="59"/>
                  </a:lnTo>
                  <a:lnTo>
                    <a:pt x="30" y="61"/>
                  </a:lnTo>
                  <a:lnTo>
                    <a:pt x="32" y="62"/>
                  </a:lnTo>
                  <a:lnTo>
                    <a:pt x="32" y="63"/>
                  </a:lnTo>
                  <a:lnTo>
                    <a:pt x="33" y="64"/>
                  </a:lnTo>
                  <a:lnTo>
                    <a:pt x="33" y="66"/>
                  </a:lnTo>
                  <a:lnTo>
                    <a:pt x="34" y="67"/>
                  </a:lnTo>
                  <a:lnTo>
                    <a:pt x="34" y="68"/>
                  </a:lnTo>
                  <a:lnTo>
                    <a:pt x="34" y="70"/>
                  </a:lnTo>
                  <a:lnTo>
                    <a:pt x="36" y="71"/>
                  </a:lnTo>
                  <a:lnTo>
                    <a:pt x="36" y="72"/>
                  </a:lnTo>
                  <a:lnTo>
                    <a:pt x="36" y="74"/>
                  </a:lnTo>
                  <a:lnTo>
                    <a:pt x="37" y="74"/>
                  </a:lnTo>
                  <a:lnTo>
                    <a:pt x="37" y="75"/>
                  </a:lnTo>
                  <a:lnTo>
                    <a:pt x="37" y="76"/>
                  </a:lnTo>
                  <a:lnTo>
                    <a:pt x="38" y="78"/>
                  </a:lnTo>
                  <a:lnTo>
                    <a:pt x="38" y="79"/>
                  </a:lnTo>
                  <a:lnTo>
                    <a:pt x="39" y="80"/>
                  </a:lnTo>
                  <a:lnTo>
                    <a:pt x="39" y="82"/>
                  </a:lnTo>
                  <a:lnTo>
                    <a:pt x="39" y="83"/>
                  </a:lnTo>
                  <a:lnTo>
                    <a:pt x="41" y="84"/>
                  </a:lnTo>
                  <a:lnTo>
                    <a:pt x="41" y="86"/>
                  </a:lnTo>
                  <a:lnTo>
                    <a:pt x="41" y="87"/>
                  </a:lnTo>
                  <a:lnTo>
                    <a:pt x="42" y="88"/>
                  </a:lnTo>
                  <a:lnTo>
                    <a:pt x="42" y="90"/>
                  </a:lnTo>
                  <a:lnTo>
                    <a:pt x="43" y="91"/>
                  </a:lnTo>
                  <a:lnTo>
                    <a:pt x="43" y="92"/>
                  </a:lnTo>
                  <a:lnTo>
                    <a:pt x="45" y="95"/>
                  </a:lnTo>
                  <a:lnTo>
                    <a:pt x="45" y="96"/>
                  </a:lnTo>
                  <a:lnTo>
                    <a:pt x="46" y="99"/>
                  </a:lnTo>
                  <a:lnTo>
                    <a:pt x="46" y="100"/>
                  </a:lnTo>
                  <a:lnTo>
                    <a:pt x="47" y="103"/>
                  </a:lnTo>
                  <a:lnTo>
                    <a:pt x="49" y="106"/>
                  </a:lnTo>
                  <a:lnTo>
                    <a:pt x="49" y="107"/>
                  </a:lnTo>
                  <a:lnTo>
                    <a:pt x="50" y="110"/>
                  </a:lnTo>
                  <a:lnTo>
                    <a:pt x="50" y="111"/>
                  </a:lnTo>
                  <a:lnTo>
                    <a:pt x="51" y="112"/>
                  </a:lnTo>
                  <a:lnTo>
                    <a:pt x="51" y="114"/>
                  </a:lnTo>
                  <a:lnTo>
                    <a:pt x="53" y="115"/>
                  </a:lnTo>
                  <a:lnTo>
                    <a:pt x="53" y="116"/>
                  </a:lnTo>
                  <a:lnTo>
                    <a:pt x="53" y="118"/>
                  </a:lnTo>
                  <a:lnTo>
                    <a:pt x="54" y="119"/>
                  </a:lnTo>
                  <a:lnTo>
                    <a:pt x="54" y="120"/>
                  </a:lnTo>
                  <a:lnTo>
                    <a:pt x="54" y="121"/>
                  </a:lnTo>
                  <a:lnTo>
                    <a:pt x="55" y="123"/>
                  </a:lnTo>
                  <a:lnTo>
                    <a:pt x="55" y="124"/>
                  </a:lnTo>
                  <a:lnTo>
                    <a:pt x="55" y="125"/>
                  </a:lnTo>
                  <a:lnTo>
                    <a:pt x="55" y="127"/>
                  </a:lnTo>
                  <a:lnTo>
                    <a:pt x="57" y="127"/>
                  </a:lnTo>
                  <a:lnTo>
                    <a:pt x="57" y="128"/>
                  </a:lnTo>
                  <a:lnTo>
                    <a:pt x="57" y="129"/>
                  </a:lnTo>
                  <a:lnTo>
                    <a:pt x="58" y="131"/>
                  </a:lnTo>
                  <a:lnTo>
                    <a:pt x="58" y="132"/>
                  </a:lnTo>
                  <a:lnTo>
                    <a:pt x="58" y="133"/>
                  </a:lnTo>
                  <a:lnTo>
                    <a:pt x="59" y="135"/>
                  </a:lnTo>
                  <a:lnTo>
                    <a:pt x="59" y="136"/>
                  </a:lnTo>
                  <a:lnTo>
                    <a:pt x="59" y="137"/>
                  </a:lnTo>
                  <a:lnTo>
                    <a:pt x="61" y="139"/>
                  </a:lnTo>
                  <a:lnTo>
                    <a:pt x="61" y="141"/>
                  </a:lnTo>
                  <a:lnTo>
                    <a:pt x="61" y="143"/>
                  </a:lnTo>
                  <a:lnTo>
                    <a:pt x="62" y="145"/>
                  </a:lnTo>
                  <a:lnTo>
                    <a:pt x="62" y="147"/>
                  </a:lnTo>
                  <a:lnTo>
                    <a:pt x="63" y="149"/>
                  </a:lnTo>
                  <a:lnTo>
                    <a:pt x="63" y="151"/>
                  </a:lnTo>
                  <a:lnTo>
                    <a:pt x="65" y="153"/>
                  </a:lnTo>
                  <a:lnTo>
                    <a:pt x="65" y="155"/>
                  </a:lnTo>
                  <a:lnTo>
                    <a:pt x="66" y="157"/>
                  </a:lnTo>
                  <a:lnTo>
                    <a:pt x="66" y="159"/>
                  </a:lnTo>
                  <a:lnTo>
                    <a:pt x="67" y="160"/>
                  </a:lnTo>
                  <a:lnTo>
                    <a:pt x="67" y="161"/>
                  </a:lnTo>
                  <a:lnTo>
                    <a:pt x="67" y="164"/>
                  </a:lnTo>
                  <a:lnTo>
                    <a:pt x="69" y="165"/>
                  </a:lnTo>
                  <a:lnTo>
                    <a:pt x="69" y="167"/>
                  </a:lnTo>
                  <a:lnTo>
                    <a:pt x="70" y="168"/>
                  </a:lnTo>
                  <a:lnTo>
                    <a:pt x="70" y="169"/>
                  </a:lnTo>
                  <a:lnTo>
                    <a:pt x="70" y="171"/>
                  </a:lnTo>
                  <a:lnTo>
                    <a:pt x="70" y="172"/>
                  </a:lnTo>
                  <a:lnTo>
                    <a:pt x="71" y="173"/>
                  </a:lnTo>
                  <a:lnTo>
                    <a:pt x="71" y="174"/>
                  </a:lnTo>
                  <a:lnTo>
                    <a:pt x="71" y="176"/>
                  </a:lnTo>
                  <a:lnTo>
                    <a:pt x="73" y="177"/>
                  </a:lnTo>
                  <a:lnTo>
                    <a:pt x="73" y="178"/>
                  </a:lnTo>
                  <a:lnTo>
                    <a:pt x="73" y="180"/>
                  </a:lnTo>
                  <a:lnTo>
                    <a:pt x="74" y="181"/>
                  </a:lnTo>
                  <a:lnTo>
                    <a:pt x="74" y="182"/>
                  </a:lnTo>
                  <a:lnTo>
                    <a:pt x="74" y="184"/>
                  </a:lnTo>
                  <a:lnTo>
                    <a:pt x="75" y="186"/>
                  </a:lnTo>
                  <a:lnTo>
                    <a:pt x="75" y="188"/>
                  </a:lnTo>
                  <a:lnTo>
                    <a:pt x="75" y="189"/>
                  </a:lnTo>
                  <a:lnTo>
                    <a:pt x="77" y="190"/>
                  </a:lnTo>
                  <a:lnTo>
                    <a:pt x="77" y="193"/>
                  </a:lnTo>
                  <a:lnTo>
                    <a:pt x="78" y="194"/>
                  </a:lnTo>
                  <a:lnTo>
                    <a:pt x="78" y="197"/>
                  </a:lnTo>
                  <a:lnTo>
                    <a:pt x="79" y="200"/>
                  </a:lnTo>
                  <a:lnTo>
                    <a:pt x="79" y="201"/>
                  </a:lnTo>
                  <a:lnTo>
                    <a:pt x="81" y="204"/>
                  </a:lnTo>
                  <a:lnTo>
                    <a:pt x="81" y="205"/>
                  </a:lnTo>
                  <a:lnTo>
                    <a:pt x="82" y="206"/>
                  </a:lnTo>
                  <a:lnTo>
                    <a:pt x="82" y="209"/>
                  </a:lnTo>
                  <a:lnTo>
                    <a:pt x="82" y="210"/>
                  </a:lnTo>
                  <a:lnTo>
                    <a:pt x="83" y="212"/>
                  </a:lnTo>
                  <a:lnTo>
                    <a:pt x="83" y="213"/>
                  </a:lnTo>
                  <a:lnTo>
                    <a:pt x="83" y="214"/>
                  </a:lnTo>
                  <a:lnTo>
                    <a:pt x="83" y="216"/>
                  </a:lnTo>
                  <a:lnTo>
                    <a:pt x="85" y="217"/>
                  </a:lnTo>
                  <a:lnTo>
                    <a:pt x="85" y="218"/>
                  </a:lnTo>
                  <a:lnTo>
                    <a:pt x="85" y="220"/>
                  </a:lnTo>
                  <a:lnTo>
                    <a:pt x="85" y="221"/>
                  </a:lnTo>
                  <a:lnTo>
                    <a:pt x="85" y="222"/>
                  </a:lnTo>
                  <a:lnTo>
                    <a:pt x="86" y="222"/>
                  </a:lnTo>
                  <a:lnTo>
                    <a:pt x="86" y="224"/>
                  </a:lnTo>
                  <a:lnTo>
                    <a:pt x="86" y="225"/>
                  </a:lnTo>
                  <a:lnTo>
                    <a:pt x="86" y="226"/>
                  </a:lnTo>
                  <a:lnTo>
                    <a:pt x="86" y="227"/>
                  </a:lnTo>
                  <a:lnTo>
                    <a:pt x="86" y="229"/>
                  </a:lnTo>
                  <a:lnTo>
                    <a:pt x="86" y="230"/>
                  </a:lnTo>
                  <a:lnTo>
                    <a:pt x="86" y="231"/>
                  </a:lnTo>
                  <a:lnTo>
                    <a:pt x="87" y="233"/>
                  </a:lnTo>
                  <a:lnTo>
                    <a:pt x="87" y="235"/>
                  </a:lnTo>
                  <a:lnTo>
                    <a:pt x="87" y="237"/>
                  </a:lnTo>
                  <a:lnTo>
                    <a:pt x="87" y="238"/>
                  </a:lnTo>
                  <a:lnTo>
                    <a:pt x="87" y="239"/>
                  </a:lnTo>
                  <a:lnTo>
                    <a:pt x="87" y="242"/>
                  </a:lnTo>
                  <a:lnTo>
                    <a:pt x="87" y="243"/>
                  </a:lnTo>
                  <a:lnTo>
                    <a:pt x="87" y="245"/>
                  </a:lnTo>
                  <a:lnTo>
                    <a:pt x="87" y="247"/>
                  </a:lnTo>
                  <a:lnTo>
                    <a:pt x="87" y="249"/>
                  </a:lnTo>
                  <a:lnTo>
                    <a:pt x="88" y="250"/>
                  </a:lnTo>
                  <a:lnTo>
                    <a:pt x="88" y="251"/>
                  </a:lnTo>
                  <a:lnTo>
                    <a:pt x="88" y="253"/>
                  </a:lnTo>
                  <a:lnTo>
                    <a:pt x="88" y="254"/>
                  </a:lnTo>
                  <a:lnTo>
                    <a:pt x="88" y="255"/>
                  </a:lnTo>
                  <a:lnTo>
                    <a:pt x="88" y="257"/>
                  </a:lnTo>
                  <a:lnTo>
                    <a:pt x="88" y="258"/>
                  </a:lnTo>
                  <a:lnTo>
                    <a:pt x="88" y="259"/>
                  </a:lnTo>
                  <a:lnTo>
                    <a:pt x="88" y="261"/>
                  </a:lnTo>
                  <a:lnTo>
                    <a:pt x="88" y="262"/>
                  </a:lnTo>
                  <a:lnTo>
                    <a:pt x="90" y="263"/>
                  </a:lnTo>
                  <a:lnTo>
                    <a:pt x="90" y="265"/>
                  </a:lnTo>
                  <a:lnTo>
                    <a:pt x="90" y="266"/>
                  </a:lnTo>
                  <a:lnTo>
                    <a:pt x="90" y="267"/>
                  </a:lnTo>
                  <a:lnTo>
                    <a:pt x="90" y="269"/>
                  </a:lnTo>
                  <a:lnTo>
                    <a:pt x="90" y="270"/>
                  </a:lnTo>
                  <a:lnTo>
                    <a:pt x="91" y="271"/>
                  </a:lnTo>
                  <a:lnTo>
                    <a:pt x="91" y="273"/>
                  </a:lnTo>
                  <a:lnTo>
                    <a:pt x="91" y="274"/>
                  </a:lnTo>
                  <a:lnTo>
                    <a:pt x="91" y="275"/>
                  </a:lnTo>
                  <a:lnTo>
                    <a:pt x="91" y="277"/>
                  </a:lnTo>
                  <a:lnTo>
                    <a:pt x="92" y="277"/>
                  </a:lnTo>
                  <a:lnTo>
                    <a:pt x="92" y="278"/>
                  </a:lnTo>
                  <a:lnTo>
                    <a:pt x="92" y="279"/>
                  </a:lnTo>
                  <a:lnTo>
                    <a:pt x="92" y="281"/>
                  </a:lnTo>
                  <a:lnTo>
                    <a:pt x="92" y="282"/>
                  </a:lnTo>
                  <a:lnTo>
                    <a:pt x="92" y="283"/>
                  </a:lnTo>
                  <a:lnTo>
                    <a:pt x="92" y="284"/>
                  </a:lnTo>
                  <a:lnTo>
                    <a:pt x="94" y="284"/>
                  </a:lnTo>
                  <a:lnTo>
                    <a:pt x="94" y="286"/>
                  </a:lnTo>
                  <a:lnTo>
                    <a:pt x="94" y="287"/>
                  </a:lnTo>
                  <a:lnTo>
                    <a:pt x="94" y="288"/>
                  </a:lnTo>
                  <a:lnTo>
                    <a:pt x="94" y="290"/>
                  </a:lnTo>
                  <a:lnTo>
                    <a:pt x="94" y="291"/>
                  </a:lnTo>
                  <a:lnTo>
                    <a:pt x="94" y="292"/>
                  </a:lnTo>
                  <a:lnTo>
                    <a:pt x="94" y="294"/>
                  </a:lnTo>
                  <a:lnTo>
                    <a:pt x="94" y="295"/>
                  </a:lnTo>
                  <a:lnTo>
                    <a:pt x="94" y="296"/>
                  </a:lnTo>
                  <a:lnTo>
                    <a:pt x="94" y="298"/>
                  </a:lnTo>
                  <a:lnTo>
                    <a:pt x="94" y="299"/>
                  </a:lnTo>
                  <a:lnTo>
                    <a:pt x="92" y="300"/>
                  </a:lnTo>
                  <a:lnTo>
                    <a:pt x="92" y="302"/>
                  </a:lnTo>
                  <a:lnTo>
                    <a:pt x="92" y="304"/>
                  </a:lnTo>
                  <a:lnTo>
                    <a:pt x="92" y="306"/>
                  </a:lnTo>
                  <a:lnTo>
                    <a:pt x="92" y="308"/>
                  </a:lnTo>
                  <a:lnTo>
                    <a:pt x="92" y="311"/>
                  </a:lnTo>
                  <a:lnTo>
                    <a:pt x="92" y="312"/>
                  </a:lnTo>
                  <a:lnTo>
                    <a:pt x="92" y="315"/>
                  </a:lnTo>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5978" name="Freeform 19">
              <a:extLst>
                <a:ext uri="{FF2B5EF4-FFF2-40B4-BE49-F238E27FC236}">
                  <a16:creationId xmlns:a16="http://schemas.microsoft.com/office/drawing/2014/main" id="{9B32ACDE-3A86-465D-9846-3C292C7B9C8C}"/>
                </a:ext>
              </a:extLst>
            </p:cNvPr>
            <p:cNvSpPr>
              <a:spLocks/>
            </p:cNvSpPr>
            <p:nvPr/>
          </p:nvSpPr>
          <p:spPr bwMode="auto">
            <a:xfrm>
              <a:off x="3732213" y="3098800"/>
              <a:ext cx="74612" cy="252413"/>
            </a:xfrm>
            <a:custGeom>
              <a:avLst/>
              <a:gdLst>
                <a:gd name="T0" fmla="*/ 2147483646 w 94"/>
                <a:gd name="T1" fmla="*/ 2147483646 h 316"/>
                <a:gd name="T2" fmla="*/ 2147483646 w 94"/>
                <a:gd name="T3" fmla="*/ 2147483646 h 316"/>
                <a:gd name="T4" fmla="*/ 2147483646 w 94"/>
                <a:gd name="T5" fmla="*/ 2147483646 h 316"/>
                <a:gd name="T6" fmla="*/ 2147483646 w 94"/>
                <a:gd name="T7" fmla="*/ 2147483646 h 316"/>
                <a:gd name="T8" fmla="*/ 2147483646 w 94"/>
                <a:gd name="T9" fmla="*/ 2147483646 h 316"/>
                <a:gd name="T10" fmla="*/ 2147483646 w 94"/>
                <a:gd name="T11" fmla="*/ 2147483646 h 316"/>
                <a:gd name="T12" fmla="*/ 2147483646 w 94"/>
                <a:gd name="T13" fmla="*/ 2147483646 h 316"/>
                <a:gd name="T14" fmla="*/ 2147483646 w 94"/>
                <a:gd name="T15" fmla="*/ 2147483646 h 316"/>
                <a:gd name="T16" fmla="*/ 2147483646 w 94"/>
                <a:gd name="T17" fmla="*/ 2147483646 h 316"/>
                <a:gd name="T18" fmla="*/ 2147483646 w 94"/>
                <a:gd name="T19" fmla="*/ 2147483646 h 316"/>
                <a:gd name="T20" fmla="*/ 2147483646 w 94"/>
                <a:gd name="T21" fmla="*/ 2147483646 h 316"/>
                <a:gd name="T22" fmla="*/ 2147483646 w 94"/>
                <a:gd name="T23" fmla="*/ 2147483646 h 316"/>
                <a:gd name="T24" fmla="*/ 2147483646 w 94"/>
                <a:gd name="T25" fmla="*/ 2147483646 h 316"/>
                <a:gd name="T26" fmla="*/ 2147483646 w 94"/>
                <a:gd name="T27" fmla="*/ 2147483646 h 316"/>
                <a:gd name="T28" fmla="*/ 2147483646 w 94"/>
                <a:gd name="T29" fmla="*/ 2147483646 h 316"/>
                <a:gd name="T30" fmla="*/ 2147483646 w 94"/>
                <a:gd name="T31" fmla="*/ 2147483646 h 316"/>
                <a:gd name="T32" fmla="*/ 2147483646 w 94"/>
                <a:gd name="T33" fmla="*/ 2147483646 h 316"/>
                <a:gd name="T34" fmla="*/ 2147483646 w 94"/>
                <a:gd name="T35" fmla="*/ 2147483646 h 316"/>
                <a:gd name="T36" fmla="*/ 2147483646 w 94"/>
                <a:gd name="T37" fmla="*/ 2147483646 h 316"/>
                <a:gd name="T38" fmla="*/ 2147483646 w 94"/>
                <a:gd name="T39" fmla="*/ 2147483646 h 316"/>
                <a:gd name="T40" fmla="*/ 2147483646 w 94"/>
                <a:gd name="T41" fmla="*/ 2147483646 h 316"/>
                <a:gd name="T42" fmla="*/ 2147483646 w 94"/>
                <a:gd name="T43" fmla="*/ 2147483646 h 316"/>
                <a:gd name="T44" fmla="*/ 2147483646 w 94"/>
                <a:gd name="T45" fmla="*/ 2147483646 h 316"/>
                <a:gd name="T46" fmla="*/ 2147483646 w 94"/>
                <a:gd name="T47" fmla="*/ 2147483646 h 316"/>
                <a:gd name="T48" fmla="*/ 2147483646 w 94"/>
                <a:gd name="T49" fmla="*/ 2147483646 h 316"/>
                <a:gd name="T50" fmla="*/ 2147483646 w 94"/>
                <a:gd name="T51" fmla="*/ 2147483646 h 316"/>
                <a:gd name="T52" fmla="*/ 2147483646 w 94"/>
                <a:gd name="T53" fmla="*/ 2147483646 h 316"/>
                <a:gd name="T54" fmla="*/ 2147483646 w 94"/>
                <a:gd name="T55" fmla="*/ 2147483646 h 316"/>
                <a:gd name="T56" fmla="*/ 2147483646 w 94"/>
                <a:gd name="T57" fmla="*/ 2147483646 h 316"/>
                <a:gd name="T58" fmla="*/ 2147483646 w 94"/>
                <a:gd name="T59" fmla="*/ 2147483646 h 316"/>
                <a:gd name="T60" fmla="*/ 2147483646 w 94"/>
                <a:gd name="T61" fmla="*/ 2147483646 h 316"/>
                <a:gd name="T62" fmla="*/ 2147483646 w 94"/>
                <a:gd name="T63" fmla="*/ 2147483646 h 316"/>
                <a:gd name="T64" fmla="*/ 2147483646 w 94"/>
                <a:gd name="T65" fmla="*/ 2147483646 h 316"/>
                <a:gd name="T66" fmla="*/ 2147483646 w 94"/>
                <a:gd name="T67" fmla="*/ 2147483646 h 316"/>
                <a:gd name="T68" fmla="*/ 2147483646 w 94"/>
                <a:gd name="T69" fmla="*/ 2147483646 h 316"/>
                <a:gd name="T70" fmla="*/ 2147483646 w 94"/>
                <a:gd name="T71" fmla="*/ 2147483646 h 316"/>
                <a:gd name="T72" fmla="*/ 2147483646 w 94"/>
                <a:gd name="T73" fmla="*/ 2147483646 h 316"/>
                <a:gd name="T74" fmla="*/ 2147483646 w 94"/>
                <a:gd name="T75" fmla="*/ 2147483646 h 316"/>
                <a:gd name="T76" fmla="*/ 2147483646 w 94"/>
                <a:gd name="T77" fmla="*/ 2147483646 h 316"/>
                <a:gd name="T78" fmla="*/ 2147483646 w 94"/>
                <a:gd name="T79" fmla="*/ 2147483646 h 316"/>
                <a:gd name="T80" fmla="*/ 2147483646 w 94"/>
                <a:gd name="T81" fmla="*/ 2147483646 h 316"/>
                <a:gd name="T82" fmla="*/ 2147483646 w 94"/>
                <a:gd name="T83" fmla="*/ 2147483646 h 316"/>
                <a:gd name="T84" fmla="*/ 2147483646 w 94"/>
                <a:gd name="T85" fmla="*/ 2147483646 h 316"/>
                <a:gd name="T86" fmla="*/ 2147483646 w 94"/>
                <a:gd name="T87" fmla="*/ 2147483646 h 316"/>
                <a:gd name="T88" fmla="*/ 2147483646 w 94"/>
                <a:gd name="T89" fmla="*/ 2147483646 h 316"/>
                <a:gd name="T90" fmla="*/ 2147483646 w 94"/>
                <a:gd name="T91" fmla="*/ 2147483646 h 316"/>
                <a:gd name="T92" fmla="*/ 2147483646 w 94"/>
                <a:gd name="T93" fmla="*/ 2147483646 h 316"/>
                <a:gd name="T94" fmla="*/ 2147483646 w 94"/>
                <a:gd name="T95" fmla="*/ 2147483646 h 316"/>
                <a:gd name="T96" fmla="*/ 2147483646 w 94"/>
                <a:gd name="T97" fmla="*/ 2147483646 h 316"/>
                <a:gd name="T98" fmla="*/ 2147483646 w 94"/>
                <a:gd name="T99" fmla="*/ 2147483646 h 316"/>
                <a:gd name="T100" fmla="*/ 2147483646 w 94"/>
                <a:gd name="T101" fmla="*/ 2147483646 h 316"/>
                <a:gd name="T102" fmla="*/ 2147483646 w 94"/>
                <a:gd name="T103" fmla="*/ 2147483646 h 316"/>
                <a:gd name="T104" fmla="*/ 2147483646 w 94"/>
                <a:gd name="T105" fmla="*/ 2147483646 h 316"/>
                <a:gd name="T106" fmla="*/ 2147483646 w 94"/>
                <a:gd name="T107" fmla="*/ 2147483646 h 316"/>
                <a:gd name="T108" fmla="*/ 2147483646 w 94"/>
                <a:gd name="T109" fmla="*/ 2147483646 h 316"/>
                <a:gd name="T110" fmla="*/ 2147483646 w 94"/>
                <a:gd name="T111" fmla="*/ 2147483646 h 316"/>
                <a:gd name="T112" fmla="*/ 2147483646 w 94"/>
                <a:gd name="T113" fmla="*/ 2147483646 h 31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4"/>
                <a:gd name="T172" fmla="*/ 0 h 316"/>
                <a:gd name="T173" fmla="*/ 94 w 94"/>
                <a:gd name="T174" fmla="*/ 316 h 31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4" h="316">
                  <a:moveTo>
                    <a:pt x="0" y="316"/>
                  </a:moveTo>
                  <a:lnTo>
                    <a:pt x="1" y="312"/>
                  </a:lnTo>
                  <a:lnTo>
                    <a:pt x="4" y="310"/>
                  </a:lnTo>
                  <a:lnTo>
                    <a:pt x="5" y="307"/>
                  </a:lnTo>
                  <a:lnTo>
                    <a:pt x="6" y="303"/>
                  </a:lnTo>
                  <a:lnTo>
                    <a:pt x="8" y="300"/>
                  </a:lnTo>
                  <a:lnTo>
                    <a:pt x="9" y="298"/>
                  </a:lnTo>
                  <a:lnTo>
                    <a:pt x="10" y="296"/>
                  </a:lnTo>
                  <a:lnTo>
                    <a:pt x="12" y="294"/>
                  </a:lnTo>
                  <a:lnTo>
                    <a:pt x="13" y="291"/>
                  </a:lnTo>
                  <a:lnTo>
                    <a:pt x="14" y="290"/>
                  </a:lnTo>
                  <a:lnTo>
                    <a:pt x="16" y="289"/>
                  </a:lnTo>
                  <a:lnTo>
                    <a:pt x="16" y="286"/>
                  </a:lnTo>
                  <a:lnTo>
                    <a:pt x="17" y="285"/>
                  </a:lnTo>
                  <a:lnTo>
                    <a:pt x="18" y="283"/>
                  </a:lnTo>
                  <a:lnTo>
                    <a:pt x="18" y="282"/>
                  </a:lnTo>
                  <a:lnTo>
                    <a:pt x="20" y="281"/>
                  </a:lnTo>
                  <a:lnTo>
                    <a:pt x="20" y="279"/>
                  </a:lnTo>
                  <a:lnTo>
                    <a:pt x="21" y="278"/>
                  </a:lnTo>
                  <a:lnTo>
                    <a:pt x="21" y="277"/>
                  </a:lnTo>
                  <a:lnTo>
                    <a:pt x="22" y="275"/>
                  </a:lnTo>
                  <a:lnTo>
                    <a:pt x="22" y="274"/>
                  </a:lnTo>
                  <a:lnTo>
                    <a:pt x="24" y="273"/>
                  </a:lnTo>
                  <a:lnTo>
                    <a:pt x="24" y="271"/>
                  </a:lnTo>
                  <a:lnTo>
                    <a:pt x="24" y="270"/>
                  </a:lnTo>
                  <a:lnTo>
                    <a:pt x="25" y="269"/>
                  </a:lnTo>
                  <a:lnTo>
                    <a:pt x="25" y="267"/>
                  </a:lnTo>
                  <a:lnTo>
                    <a:pt x="26" y="266"/>
                  </a:lnTo>
                  <a:lnTo>
                    <a:pt x="26" y="265"/>
                  </a:lnTo>
                  <a:lnTo>
                    <a:pt x="28" y="263"/>
                  </a:lnTo>
                  <a:lnTo>
                    <a:pt x="28" y="262"/>
                  </a:lnTo>
                  <a:lnTo>
                    <a:pt x="29" y="259"/>
                  </a:lnTo>
                  <a:lnTo>
                    <a:pt x="29" y="258"/>
                  </a:lnTo>
                  <a:lnTo>
                    <a:pt x="30" y="257"/>
                  </a:lnTo>
                  <a:lnTo>
                    <a:pt x="30" y="254"/>
                  </a:lnTo>
                  <a:lnTo>
                    <a:pt x="32" y="253"/>
                  </a:lnTo>
                  <a:lnTo>
                    <a:pt x="32" y="251"/>
                  </a:lnTo>
                  <a:lnTo>
                    <a:pt x="33" y="250"/>
                  </a:lnTo>
                  <a:lnTo>
                    <a:pt x="33" y="249"/>
                  </a:lnTo>
                  <a:lnTo>
                    <a:pt x="34" y="247"/>
                  </a:lnTo>
                  <a:lnTo>
                    <a:pt x="34" y="246"/>
                  </a:lnTo>
                  <a:lnTo>
                    <a:pt x="34" y="245"/>
                  </a:lnTo>
                  <a:lnTo>
                    <a:pt x="36" y="243"/>
                  </a:lnTo>
                  <a:lnTo>
                    <a:pt x="36" y="242"/>
                  </a:lnTo>
                  <a:lnTo>
                    <a:pt x="37" y="241"/>
                  </a:lnTo>
                  <a:lnTo>
                    <a:pt x="37" y="240"/>
                  </a:lnTo>
                  <a:lnTo>
                    <a:pt x="37" y="238"/>
                  </a:lnTo>
                  <a:lnTo>
                    <a:pt x="38" y="238"/>
                  </a:lnTo>
                  <a:lnTo>
                    <a:pt x="38" y="237"/>
                  </a:lnTo>
                  <a:lnTo>
                    <a:pt x="38" y="236"/>
                  </a:lnTo>
                  <a:lnTo>
                    <a:pt x="39" y="234"/>
                  </a:lnTo>
                  <a:lnTo>
                    <a:pt x="39" y="233"/>
                  </a:lnTo>
                  <a:lnTo>
                    <a:pt x="41" y="232"/>
                  </a:lnTo>
                  <a:lnTo>
                    <a:pt x="41" y="230"/>
                  </a:lnTo>
                  <a:lnTo>
                    <a:pt x="41" y="229"/>
                  </a:lnTo>
                  <a:lnTo>
                    <a:pt x="42" y="228"/>
                  </a:lnTo>
                  <a:lnTo>
                    <a:pt x="42" y="226"/>
                  </a:lnTo>
                  <a:lnTo>
                    <a:pt x="43" y="224"/>
                  </a:lnTo>
                  <a:lnTo>
                    <a:pt x="43" y="222"/>
                  </a:lnTo>
                  <a:lnTo>
                    <a:pt x="45" y="221"/>
                  </a:lnTo>
                  <a:lnTo>
                    <a:pt x="45" y="218"/>
                  </a:lnTo>
                  <a:lnTo>
                    <a:pt x="46" y="217"/>
                  </a:lnTo>
                  <a:lnTo>
                    <a:pt x="46" y="214"/>
                  </a:lnTo>
                  <a:lnTo>
                    <a:pt x="47" y="212"/>
                  </a:lnTo>
                  <a:lnTo>
                    <a:pt x="49" y="210"/>
                  </a:lnTo>
                  <a:lnTo>
                    <a:pt x="49" y="208"/>
                  </a:lnTo>
                  <a:lnTo>
                    <a:pt x="50" y="206"/>
                  </a:lnTo>
                  <a:lnTo>
                    <a:pt x="50" y="205"/>
                  </a:lnTo>
                  <a:lnTo>
                    <a:pt x="51" y="204"/>
                  </a:lnTo>
                  <a:lnTo>
                    <a:pt x="51" y="201"/>
                  </a:lnTo>
                  <a:lnTo>
                    <a:pt x="53" y="200"/>
                  </a:lnTo>
                  <a:lnTo>
                    <a:pt x="53" y="198"/>
                  </a:lnTo>
                  <a:lnTo>
                    <a:pt x="53" y="197"/>
                  </a:lnTo>
                  <a:lnTo>
                    <a:pt x="54" y="196"/>
                  </a:lnTo>
                  <a:lnTo>
                    <a:pt x="54" y="194"/>
                  </a:lnTo>
                  <a:lnTo>
                    <a:pt x="54" y="193"/>
                  </a:lnTo>
                  <a:lnTo>
                    <a:pt x="55" y="193"/>
                  </a:lnTo>
                  <a:lnTo>
                    <a:pt x="55" y="192"/>
                  </a:lnTo>
                  <a:lnTo>
                    <a:pt x="55" y="190"/>
                  </a:lnTo>
                  <a:lnTo>
                    <a:pt x="55" y="189"/>
                  </a:lnTo>
                  <a:lnTo>
                    <a:pt x="57" y="188"/>
                  </a:lnTo>
                  <a:lnTo>
                    <a:pt x="57" y="186"/>
                  </a:lnTo>
                  <a:lnTo>
                    <a:pt x="57" y="185"/>
                  </a:lnTo>
                  <a:lnTo>
                    <a:pt x="58" y="184"/>
                  </a:lnTo>
                  <a:lnTo>
                    <a:pt x="58" y="183"/>
                  </a:lnTo>
                  <a:lnTo>
                    <a:pt x="59" y="181"/>
                  </a:lnTo>
                  <a:lnTo>
                    <a:pt x="59" y="179"/>
                  </a:lnTo>
                  <a:lnTo>
                    <a:pt x="59" y="177"/>
                  </a:lnTo>
                  <a:lnTo>
                    <a:pt x="61" y="176"/>
                  </a:lnTo>
                  <a:lnTo>
                    <a:pt x="61" y="175"/>
                  </a:lnTo>
                  <a:lnTo>
                    <a:pt x="61" y="172"/>
                  </a:lnTo>
                  <a:lnTo>
                    <a:pt x="62" y="171"/>
                  </a:lnTo>
                  <a:lnTo>
                    <a:pt x="62" y="168"/>
                  </a:lnTo>
                  <a:lnTo>
                    <a:pt x="63" y="167"/>
                  </a:lnTo>
                  <a:lnTo>
                    <a:pt x="63" y="164"/>
                  </a:lnTo>
                  <a:lnTo>
                    <a:pt x="65" y="163"/>
                  </a:lnTo>
                  <a:lnTo>
                    <a:pt x="65" y="160"/>
                  </a:lnTo>
                  <a:lnTo>
                    <a:pt x="66" y="159"/>
                  </a:lnTo>
                  <a:lnTo>
                    <a:pt x="66" y="156"/>
                  </a:lnTo>
                  <a:lnTo>
                    <a:pt x="67" y="155"/>
                  </a:lnTo>
                  <a:lnTo>
                    <a:pt x="67" y="153"/>
                  </a:lnTo>
                  <a:lnTo>
                    <a:pt x="67" y="152"/>
                  </a:lnTo>
                  <a:lnTo>
                    <a:pt x="69" y="151"/>
                  </a:lnTo>
                  <a:lnTo>
                    <a:pt x="69" y="149"/>
                  </a:lnTo>
                  <a:lnTo>
                    <a:pt x="69" y="148"/>
                  </a:lnTo>
                  <a:lnTo>
                    <a:pt x="70" y="147"/>
                  </a:lnTo>
                  <a:lnTo>
                    <a:pt x="70" y="145"/>
                  </a:lnTo>
                  <a:lnTo>
                    <a:pt x="70" y="144"/>
                  </a:lnTo>
                  <a:lnTo>
                    <a:pt x="71" y="143"/>
                  </a:lnTo>
                  <a:lnTo>
                    <a:pt x="71" y="141"/>
                  </a:lnTo>
                  <a:lnTo>
                    <a:pt x="71" y="140"/>
                  </a:lnTo>
                  <a:lnTo>
                    <a:pt x="71" y="139"/>
                  </a:lnTo>
                  <a:lnTo>
                    <a:pt x="73" y="137"/>
                  </a:lnTo>
                  <a:lnTo>
                    <a:pt x="73" y="136"/>
                  </a:lnTo>
                  <a:lnTo>
                    <a:pt x="73" y="135"/>
                  </a:lnTo>
                  <a:lnTo>
                    <a:pt x="74" y="133"/>
                  </a:lnTo>
                  <a:lnTo>
                    <a:pt x="74" y="132"/>
                  </a:lnTo>
                  <a:lnTo>
                    <a:pt x="74" y="131"/>
                  </a:lnTo>
                  <a:lnTo>
                    <a:pt x="75" y="130"/>
                  </a:lnTo>
                  <a:lnTo>
                    <a:pt x="75" y="128"/>
                  </a:lnTo>
                  <a:lnTo>
                    <a:pt x="75" y="127"/>
                  </a:lnTo>
                  <a:lnTo>
                    <a:pt x="77" y="124"/>
                  </a:lnTo>
                  <a:lnTo>
                    <a:pt x="77" y="123"/>
                  </a:lnTo>
                  <a:lnTo>
                    <a:pt x="78" y="120"/>
                  </a:lnTo>
                  <a:lnTo>
                    <a:pt x="78" y="118"/>
                  </a:lnTo>
                  <a:lnTo>
                    <a:pt x="79" y="116"/>
                  </a:lnTo>
                  <a:lnTo>
                    <a:pt x="79" y="114"/>
                  </a:lnTo>
                  <a:lnTo>
                    <a:pt x="81" y="112"/>
                  </a:lnTo>
                  <a:lnTo>
                    <a:pt x="81" y="110"/>
                  </a:lnTo>
                  <a:lnTo>
                    <a:pt x="82" y="108"/>
                  </a:lnTo>
                  <a:lnTo>
                    <a:pt x="82" y="107"/>
                  </a:lnTo>
                  <a:lnTo>
                    <a:pt x="82" y="106"/>
                  </a:lnTo>
                  <a:lnTo>
                    <a:pt x="83" y="104"/>
                  </a:lnTo>
                  <a:lnTo>
                    <a:pt x="83" y="103"/>
                  </a:lnTo>
                  <a:lnTo>
                    <a:pt x="83" y="102"/>
                  </a:lnTo>
                  <a:lnTo>
                    <a:pt x="83" y="100"/>
                  </a:lnTo>
                  <a:lnTo>
                    <a:pt x="85" y="99"/>
                  </a:lnTo>
                  <a:lnTo>
                    <a:pt x="85" y="98"/>
                  </a:lnTo>
                  <a:lnTo>
                    <a:pt x="85" y="96"/>
                  </a:lnTo>
                  <a:lnTo>
                    <a:pt x="85" y="95"/>
                  </a:lnTo>
                  <a:lnTo>
                    <a:pt x="85" y="94"/>
                  </a:lnTo>
                  <a:lnTo>
                    <a:pt x="86" y="92"/>
                  </a:lnTo>
                  <a:lnTo>
                    <a:pt x="86" y="91"/>
                  </a:lnTo>
                  <a:lnTo>
                    <a:pt x="86" y="90"/>
                  </a:lnTo>
                  <a:lnTo>
                    <a:pt x="86" y="88"/>
                  </a:lnTo>
                  <a:lnTo>
                    <a:pt x="86" y="87"/>
                  </a:lnTo>
                  <a:lnTo>
                    <a:pt x="86" y="86"/>
                  </a:lnTo>
                  <a:lnTo>
                    <a:pt x="86" y="84"/>
                  </a:lnTo>
                  <a:lnTo>
                    <a:pt x="86" y="83"/>
                  </a:lnTo>
                  <a:lnTo>
                    <a:pt x="87" y="82"/>
                  </a:lnTo>
                  <a:lnTo>
                    <a:pt x="87" y="80"/>
                  </a:lnTo>
                  <a:lnTo>
                    <a:pt x="87" y="79"/>
                  </a:lnTo>
                  <a:lnTo>
                    <a:pt x="87" y="77"/>
                  </a:lnTo>
                  <a:lnTo>
                    <a:pt x="87" y="75"/>
                  </a:lnTo>
                  <a:lnTo>
                    <a:pt x="87" y="74"/>
                  </a:lnTo>
                  <a:lnTo>
                    <a:pt x="87" y="71"/>
                  </a:lnTo>
                  <a:lnTo>
                    <a:pt x="87" y="70"/>
                  </a:lnTo>
                  <a:lnTo>
                    <a:pt x="87" y="69"/>
                  </a:lnTo>
                  <a:lnTo>
                    <a:pt x="87" y="67"/>
                  </a:lnTo>
                  <a:lnTo>
                    <a:pt x="88" y="65"/>
                  </a:lnTo>
                  <a:lnTo>
                    <a:pt x="88" y="63"/>
                  </a:lnTo>
                  <a:lnTo>
                    <a:pt x="88" y="62"/>
                  </a:lnTo>
                  <a:lnTo>
                    <a:pt x="88" y="61"/>
                  </a:lnTo>
                  <a:lnTo>
                    <a:pt x="88" y="59"/>
                  </a:lnTo>
                  <a:lnTo>
                    <a:pt x="88" y="58"/>
                  </a:lnTo>
                  <a:lnTo>
                    <a:pt x="88" y="57"/>
                  </a:lnTo>
                  <a:lnTo>
                    <a:pt x="88" y="55"/>
                  </a:lnTo>
                  <a:lnTo>
                    <a:pt x="88" y="54"/>
                  </a:lnTo>
                  <a:lnTo>
                    <a:pt x="88" y="53"/>
                  </a:lnTo>
                  <a:lnTo>
                    <a:pt x="90" y="53"/>
                  </a:lnTo>
                  <a:lnTo>
                    <a:pt x="90" y="51"/>
                  </a:lnTo>
                  <a:lnTo>
                    <a:pt x="90" y="50"/>
                  </a:lnTo>
                  <a:lnTo>
                    <a:pt x="90" y="49"/>
                  </a:lnTo>
                  <a:lnTo>
                    <a:pt x="90" y="47"/>
                  </a:lnTo>
                  <a:lnTo>
                    <a:pt x="90" y="46"/>
                  </a:lnTo>
                  <a:lnTo>
                    <a:pt x="91" y="45"/>
                  </a:lnTo>
                  <a:lnTo>
                    <a:pt x="91" y="43"/>
                  </a:lnTo>
                  <a:lnTo>
                    <a:pt x="91" y="42"/>
                  </a:lnTo>
                  <a:lnTo>
                    <a:pt x="91" y="41"/>
                  </a:lnTo>
                  <a:lnTo>
                    <a:pt x="91" y="39"/>
                  </a:lnTo>
                  <a:lnTo>
                    <a:pt x="92" y="38"/>
                  </a:lnTo>
                  <a:lnTo>
                    <a:pt x="92" y="37"/>
                  </a:lnTo>
                  <a:lnTo>
                    <a:pt x="92" y="35"/>
                  </a:lnTo>
                  <a:lnTo>
                    <a:pt x="92" y="34"/>
                  </a:lnTo>
                  <a:lnTo>
                    <a:pt x="92" y="33"/>
                  </a:lnTo>
                  <a:lnTo>
                    <a:pt x="92" y="31"/>
                  </a:lnTo>
                  <a:lnTo>
                    <a:pt x="94" y="30"/>
                  </a:lnTo>
                  <a:lnTo>
                    <a:pt x="94" y="29"/>
                  </a:lnTo>
                  <a:lnTo>
                    <a:pt x="94" y="27"/>
                  </a:lnTo>
                  <a:lnTo>
                    <a:pt x="94" y="26"/>
                  </a:lnTo>
                  <a:lnTo>
                    <a:pt x="94" y="25"/>
                  </a:lnTo>
                  <a:lnTo>
                    <a:pt x="94" y="23"/>
                  </a:lnTo>
                  <a:lnTo>
                    <a:pt x="94" y="22"/>
                  </a:lnTo>
                  <a:lnTo>
                    <a:pt x="94" y="21"/>
                  </a:lnTo>
                  <a:lnTo>
                    <a:pt x="94" y="20"/>
                  </a:lnTo>
                  <a:lnTo>
                    <a:pt x="94" y="18"/>
                  </a:lnTo>
                  <a:lnTo>
                    <a:pt x="94" y="16"/>
                  </a:lnTo>
                  <a:lnTo>
                    <a:pt x="92" y="14"/>
                  </a:lnTo>
                  <a:lnTo>
                    <a:pt x="92" y="13"/>
                  </a:lnTo>
                  <a:lnTo>
                    <a:pt x="92" y="12"/>
                  </a:lnTo>
                  <a:lnTo>
                    <a:pt x="92" y="9"/>
                  </a:lnTo>
                  <a:lnTo>
                    <a:pt x="92" y="8"/>
                  </a:lnTo>
                  <a:lnTo>
                    <a:pt x="92" y="5"/>
                  </a:lnTo>
                  <a:lnTo>
                    <a:pt x="92" y="2"/>
                  </a:lnTo>
                  <a:lnTo>
                    <a:pt x="92" y="0"/>
                  </a:lnTo>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5979" name="Freeform 20">
              <a:extLst>
                <a:ext uri="{FF2B5EF4-FFF2-40B4-BE49-F238E27FC236}">
                  <a16:creationId xmlns:a16="http://schemas.microsoft.com/office/drawing/2014/main" id="{2637CD72-8C6F-4629-819D-D6768D92C9B8}"/>
                </a:ext>
              </a:extLst>
            </p:cNvPr>
            <p:cNvSpPr>
              <a:spLocks/>
            </p:cNvSpPr>
            <p:nvPr/>
          </p:nvSpPr>
          <p:spPr bwMode="auto">
            <a:xfrm>
              <a:off x="3659188" y="2849563"/>
              <a:ext cx="74612" cy="250825"/>
            </a:xfrm>
            <a:custGeom>
              <a:avLst/>
              <a:gdLst>
                <a:gd name="T0" fmla="*/ 2147483646 w 94"/>
                <a:gd name="T1" fmla="*/ 2147483646 h 315"/>
                <a:gd name="T2" fmla="*/ 2147483646 w 94"/>
                <a:gd name="T3" fmla="*/ 2147483646 h 315"/>
                <a:gd name="T4" fmla="*/ 2147483646 w 94"/>
                <a:gd name="T5" fmla="*/ 2147483646 h 315"/>
                <a:gd name="T6" fmla="*/ 2147483646 w 94"/>
                <a:gd name="T7" fmla="*/ 2147483646 h 315"/>
                <a:gd name="T8" fmla="*/ 2147483646 w 94"/>
                <a:gd name="T9" fmla="*/ 2147483646 h 315"/>
                <a:gd name="T10" fmla="*/ 2147483646 w 94"/>
                <a:gd name="T11" fmla="*/ 2147483646 h 315"/>
                <a:gd name="T12" fmla="*/ 2147483646 w 94"/>
                <a:gd name="T13" fmla="*/ 2147483646 h 315"/>
                <a:gd name="T14" fmla="*/ 2147483646 w 94"/>
                <a:gd name="T15" fmla="*/ 2147483646 h 315"/>
                <a:gd name="T16" fmla="*/ 2147483646 w 94"/>
                <a:gd name="T17" fmla="*/ 2147483646 h 315"/>
                <a:gd name="T18" fmla="*/ 2147483646 w 94"/>
                <a:gd name="T19" fmla="*/ 2147483646 h 315"/>
                <a:gd name="T20" fmla="*/ 2147483646 w 94"/>
                <a:gd name="T21" fmla="*/ 2147483646 h 315"/>
                <a:gd name="T22" fmla="*/ 2147483646 w 94"/>
                <a:gd name="T23" fmla="*/ 2147483646 h 315"/>
                <a:gd name="T24" fmla="*/ 2147483646 w 94"/>
                <a:gd name="T25" fmla="*/ 2147483646 h 315"/>
                <a:gd name="T26" fmla="*/ 2147483646 w 94"/>
                <a:gd name="T27" fmla="*/ 2147483646 h 315"/>
                <a:gd name="T28" fmla="*/ 2147483646 w 94"/>
                <a:gd name="T29" fmla="*/ 2147483646 h 315"/>
                <a:gd name="T30" fmla="*/ 2147483646 w 94"/>
                <a:gd name="T31" fmla="*/ 2147483646 h 315"/>
                <a:gd name="T32" fmla="*/ 2147483646 w 94"/>
                <a:gd name="T33" fmla="*/ 2147483646 h 315"/>
                <a:gd name="T34" fmla="*/ 2147483646 w 94"/>
                <a:gd name="T35" fmla="*/ 2147483646 h 315"/>
                <a:gd name="T36" fmla="*/ 2147483646 w 94"/>
                <a:gd name="T37" fmla="*/ 2147483646 h 315"/>
                <a:gd name="T38" fmla="*/ 2147483646 w 94"/>
                <a:gd name="T39" fmla="*/ 2147483646 h 315"/>
                <a:gd name="T40" fmla="*/ 2147483646 w 94"/>
                <a:gd name="T41" fmla="*/ 2147483646 h 315"/>
                <a:gd name="T42" fmla="*/ 2147483646 w 94"/>
                <a:gd name="T43" fmla="*/ 2147483646 h 315"/>
                <a:gd name="T44" fmla="*/ 2147483646 w 94"/>
                <a:gd name="T45" fmla="*/ 2147483646 h 315"/>
                <a:gd name="T46" fmla="*/ 2147483646 w 94"/>
                <a:gd name="T47" fmla="*/ 2147483646 h 315"/>
                <a:gd name="T48" fmla="*/ 2147483646 w 94"/>
                <a:gd name="T49" fmla="*/ 2147483646 h 315"/>
                <a:gd name="T50" fmla="*/ 2147483646 w 94"/>
                <a:gd name="T51" fmla="*/ 2147483646 h 315"/>
                <a:gd name="T52" fmla="*/ 2147483646 w 94"/>
                <a:gd name="T53" fmla="*/ 2147483646 h 315"/>
                <a:gd name="T54" fmla="*/ 2147483646 w 94"/>
                <a:gd name="T55" fmla="*/ 2147483646 h 315"/>
                <a:gd name="T56" fmla="*/ 2147483646 w 94"/>
                <a:gd name="T57" fmla="*/ 2147483646 h 315"/>
                <a:gd name="T58" fmla="*/ 2147483646 w 94"/>
                <a:gd name="T59" fmla="*/ 2147483646 h 315"/>
                <a:gd name="T60" fmla="*/ 2147483646 w 94"/>
                <a:gd name="T61" fmla="*/ 2147483646 h 315"/>
                <a:gd name="T62" fmla="*/ 2147483646 w 94"/>
                <a:gd name="T63" fmla="*/ 2147483646 h 315"/>
                <a:gd name="T64" fmla="*/ 2147483646 w 94"/>
                <a:gd name="T65" fmla="*/ 2147483646 h 315"/>
                <a:gd name="T66" fmla="*/ 2147483646 w 94"/>
                <a:gd name="T67" fmla="*/ 2147483646 h 315"/>
                <a:gd name="T68" fmla="*/ 2147483646 w 94"/>
                <a:gd name="T69" fmla="*/ 2147483646 h 315"/>
                <a:gd name="T70" fmla="*/ 2147483646 w 94"/>
                <a:gd name="T71" fmla="*/ 2147483646 h 315"/>
                <a:gd name="T72" fmla="*/ 2147483646 w 94"/>
                <a:gd name="T73" fmla="*/ 2147483646 h 315"/>
                <a:gd name="T74" fmla="*/ 2147483646 w 94"/>
                <a:gd name="T75" fmla="*/ 2147483646 h 315"/>
                <a:gd name="T76" fmla="*/ 2147483646 w 94"/>
                <a:gd name="T77" fmla="*/ 2147483646 h 315"/>
                <a:gd name="T78" fmla="*/ 2147483646 w 94"/>
                <a:gd name="T79" fmla="*/ 2147483646 h 315"/>
                <a:gd name="T80" fmla="*/ 2147483646 w 94"/>
                <a:gd name="T81" fmla="*/ 2147483646 h 315"/>
                <a:gd name="T82" fmla="*/ 2147483646 w 94"/>
                <a:gd name="T83" fmla="*/ 2147483646 h 315"/>
                <a:gd name="T84" fmla="*/ 2147483646 w 94"/>
                <a:gd name="T85" fmla="*/ 2147483646 h 315"/>
                <a:gd name="T86" fmla="*/ 2147483646 w 94"/>
                <a:gd name="T87" fmla="*/ 2147483646 h 315"/>
                <a:gd name="T88" fmla="*/ 2147483646 w 94"/>
                <a:gd name="T89" fmla="*/ 2147483646 h 315"/>
                <a:gd name="T90" fmla="*/ 2147483646 w 94"/>
                <a:gd name="T91" fmla="*/ 2147483646 h 315"/>
                <a:gd name="T92" fmla="*/ 2147483646 w 94"/>
                <a:gd name="T93" fmla="*/ 2147483646 h 315"/>
                <a:gd name="T94" fmla="*/ 2147483646 w 94"/>
                <a:gd name="T95" fmla="*/ 2147483646 h 315"/>
                <a:gd name="T96" fmla="*/ 2147483646 w 94"/>
                <a:gd name="T97" fmla="*/ 2147483646 h 315"/>
                <a:gd name="T98" fmla="*/ 2147483646 w 94"/>
                <a:gd name="T99" fmla="*/ 2147483646 h 315"/>
                <a:gd name="T100" fmla="*/ 2147483646 w 94"/>
                <a:gd name="T101" fmla="*/ 2147483646 h 315"/>
                <a:gd name="T102" fmla="*/ 2147483646 w 94"/>
                <a:gd name="T103" fmla="*/ 2147483646 h 315"/>
                <a:gd name="T104" fmla="*/ 2147483646 w 94"/>
                <a:gd name="T105" fmla="*/ 2147483646 h 315"/>
                <a:gd name="T106" fmla="*/ 2147483646 w 94"/>
                <a:gd name="T107" fmla="*/ 2147483646 h 315"/>
                <a:gd name="T108" fmla="*/ 2147483646 w 94"/>
                <a:gd name="T109" fmla="*/ 2147483646 h 315"/>
                <a:gd name="T110" fmla="*/ 2147483646 w 94"/>
                <a:gd name="T111" fmla="*/ 2147483646 h 315"/>
                <a:gd name="T112" fmla="*/ 2147483646 w 94"/>
                <a:gd name="T113" fmla="*/ 2147483646 h 31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4"/>
                <a:gd name="T172" fmla="*/ 0 h 315"/>
                <a:gd name="T173" fmla="*/ 94 w 94"/>
                <a:gd name="T174" fmla="*/ 315 h 31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4" h="315">
                  <a:moveTo>
                    <a:pt x="0" y="0"/>
                  </a:moveTo>
                  <a:lnTo>
                    <a:pt x="1" y="2"/>
                  </a:lnTo>
                  <a:lnTo>
                    <a:pt x="4" y="6"/>
                  </a:lnTo>
                  <a:lnTo>
                    <a:pt x="5" y="9"/>
                  </a:lnTo>
                  <a:lnTo>
                    <a:pt x="7" y="11"/>
                  </a:lnTo>
                  <a:lnTo>
                    <a:pt x="8" y="14"/>
                  </a:lnTo>
                  <a:lnTo>
                    <a:pt x="9" y="17"/>
                  </a:lnTo>
                  <a:lnTo>
                    <a:pt x="11" y="19"/>
                  </a:lnTo>
                  <a:lnTo>
                    <a:pt x="12" y="21"/>
                  </a:lnTo>
                  <a:lnTo>
                    <a:pt x="13" y="23"/>
                  </a:lnTo>
                  <a:lnTo>
                    <a:pt x="15" y="25"/>
                  </a:lnTo>
                  <a:lnTo>
                    <a:pt x="16" y="27"/>
                  </a:lnTo>
                  <a:lnTo>
                    <a:pt x="16" y="29"/>
                  </a:lnTo>
                  <a:lnTo>
                    <a:pt x="17" y="30"/>
                  </a:lnTo>
                  <a:lnTo>
                    <a:pt x="19" y="31"/>
                  </a:lnTo>
                  <a:lnTo>
                    <a:pt x="19" y="34"/>
                  </a:lnTo>
                  <a:lnTo>
                    <a:pt x="20" y="35"/>
                  </a:lnTo>
                  <a:lnTo>
                    <a:pt x="20" y="37"/>
                  </a:lnTo>
                  <a:lnTo>
                    <a:pt x="21" y="38"/>
                  </a:lnTo>
                  <a:lnTo>
                    <a:pt x="21" y="39"/>
                  </a:lnTo>
                  <a:lnTo>
                    <a:pt x="23" y="39"/>
                  </a:lnTo>
                  <a:lnTo>
                    <a:pt x="23" y="41"/>
                  </a:lnTo>
                  <a:lnTo>
                    <a:pt x="24" y="42"/>
                  </a:lnTo>
                  <a:lnTo>
                    <a:pt x="24" y="43"/>
                  </a:lnTo>
                  <a:lnTo>
                    <a:pt x="24" y="45"/>
                  </a:lnTo>
                  <a:lnTo>
                    <a:pt x="25" y="46"/>
                  </a:lnTo>
                  <a:lnTo>
                    <a:pt x="25" y="47"/>
                  </a:lnTo>
                  <a:lnTo>
                    <a:pt x="26" y="49"/>
                  </a:lnTo>
                  <a:lnTo>
                    <a:pt x="26" y="50"/>
                  </a:lnTo>
                  <a:lnTo>
                    <a:pt x="28" y="51"/>
                  </a:lnTo>
                  <a:lnTo>
                    <a:pt x="28" y="54"/>
                  </a:lnTo>
                  <a:lnTo>
                    <a:pt x="29" y="55"/>
                  </a:lnTo>
                  <a:lnTo>
                    <a:pt x="29" y="57"/>
                  </a:lnTo>
                  <a:lnTo>
                    <a:pt x="30" y="59"/>
                  </a:lnTo>
                  <a:lnTo>
                    <a:pt x="30" y="61"/>
                  </a:lnTo>
                  <a:lnTo>
                    <a:pt x="32" y="62"/>
                  </a:lnTo>
                  <a:lnTo>
                    <a:pt x="32" y="63"/>
                  </a:lnTo>
                  <a:lnTo>
                    <a:pt x="33" y="64"/>
                  </a:lnTo>
                  <a:lnTo>
                    <a:pt x="33" y="66"/>
                  </a:lnTo>
                  <a:lnTo>
                    <a:pt x="34" y="67"/>
                  </a:lnTo>
                  <a:lnTo>
                    <a:pt x="34" y="68"/>
                  </a:lnTo>
                  <a:lnTo>
                    <a:pt x="34" y="70"/>
                  </a:lnTo>
                  <a:lnTo>
                    <a:pt x="36" y="71"/>
                  </a:lnTo>
                  <a:lnTo>
                    <a:pt x="36" y="72"/>
                  </a:lnTo>
                  <a:lnTo>
                    <a:pt x="36" y="74"/>
                  </a:lnTo>
                  <a:lnTo>
                    <a:pt x="37" y="74"/>
                  </a:lnTo>
                  <a:lnTo>
                    <a:pt x="37" y="75"/>
                  </a:lnTo>
                  <a:lnTo>
                    <a:pt x="37" y="76"/>
                  </a:lnTo>
                  <a:lnTo>
                    <a:pt x="38" y="78"/>
                  </a:lnTo>
                  <a:lnTo>
                    <a:pt x="38" y="79"/>
                  </a:lnTo>
                  <a:lnTo>
                    <a:pt x="40" y="80"/>
                  </a:lnTo>
                  <a:lnTo>
                    <a:pt x="40" y="82"/>
                  </a:lnTo>
                  <a:lnTo>
                    <a:pt x="40" y="83"/>
                  </a:lnTo>
                  <a:lnTo>
                    <a:pt x="41" y="84"/>
                  </a:lnTo>
                  <a:lnTo>
                    <a:pt x="41" y="86"/>
                  </a:lnTo>
                  <a:lnTo>
                    <a:pt x="41" y="87"/>
                  </a:lnTo>
                  <a:lnTo>
                    <a:pt x="42" y="88"/>
                  </a:lnTo>
                  <a:lnTo>
                    <a:pt x="42" y="90"/>
                  </a:lnTo>
                  <a:lnTo>
                    <a:pt x="44" y="91"/>
                  </a:lnTo>
                  <a:lnTo>
                    <a:pt x="44" y="92"/>
                  </a:lnTo>
                  <a:lnTo>
                    <a:pt x="45" y="95"/>
                  </a:lnTo>
                  <a:lnTo>
                    <a:pt x="45" y="96"/>
                  </a:lnTo>
                  <a:lnTo>
                    <a:pt x="46" y="99"/>
                  </a:lnTo>
                  <a:lnTo>
                    <a:pt x="46" y="100"/>
                  </a:lnTo>
                  <a:lnTo>
                    <a:pt x="48" y="103"/>
                  </a:lnTo>
                  <a:lnTo>
                    <a:pt x="49" y="106"/>
                  </a:lnTo>
                  <a:lnTo>
                    <a:pt x="49" y="107"/>
                  </a:lnTo>
                  <a:lnTo>
                    <a:pt x="50" y="110"/>
                  </a:lnTo>
                  <a:lnTo>
                    <a:pt x="50" y="111"/>
                  </a:lnTo>
                  <a:lnTo>
                    <a:pt x="52" y="112"/>
                  </a:lnTo>
                  <a:lnTo>
                    <a:pt x="52" y="114"/>
                  </a:lnTo>
                  <a:lnTo>
                    <a:pt x="53" y="115"/>
                  </a:lnTo>
                  <a:lnTo>
                    <a:pt x="53" y="116"/>
                  </a:lnTo>
                  <a:lnTo>
                    <a:pt x="53" y="118"/>
                  </a:lnTo>
                  <a:lnTo>
                    <a:pt x="54" y="119"/>
                  </a:lnTo>
                  <a:lnTo>
                    <a:pt x="54" y="120"/>
                  </a:lnTo>
                  <a:lnTo>
                    <a:pt x="54" y="121"/>
                  </a:lnTo>
                  <a:lnTo>
                    <a:pt x="56" y="123"/>
                  </a:lnTo>
                  <a:lnTo>
                    <a:pt x="56" y="124"/>
                  </a:lnTo>
                  <a:lnTo>
                    <a:pt x="56" y="125"/>
                  </a:lnTo>
                  <a:lnTo>
                    <a:pt x="56" y="127"/>
                  </a:lnTo>
                  <a:lnTo>
                    <a:pt x="57" y="127"/>
                  </a:lnTo>
                  <a:lnTo>
                    <a:pt x="57" y="128"/>
                  </a:lnTo>
                  <a:lnTo>
                    <a:pt x="57" y="129"/>
                  </a:lnTo>
                  <a:lnTo>
                    <a:pt x="58" y="131"/>
                  </a:lnTo>
                  <a:lnTo>
                    <a:pt x="58" y="132"/>
                  </a:lnTo>
                  <a:lnTo>
                    <a:pt x="58" y="133"/>
                  </a:lnTo>
                  <a:lnTo>
                    <a:pt x="60" y="135"/>
                  </a:lnTo>
                  <a:lnTo>
                    <a:pt x="60" y="136"/>
                  </a:lnTo>
                  <a:lnTo>
                    <a:pt x="60" y="137"/>
                  </a:lnTo>
                  <a:lnTo>
                    <a:pt x="61" y="139"/>
                  </a:lnTo>
                  <a:lnTo>
                    <a:pt x="61" y="141"/>
                  </a:lnTo>
                  <a:lnTo>
                    <a:pt x="61" y="143"/>
                  </a:lnTo>
                  <a:lnTo>
                    <a:pt x="62" y="145"/>
                  </a:lnTo>
                  <a:lnTo>
                    <a:pt x="62" y="147"/>
                  </a:lnTo>
                  <a:lnTo>
                    <a:pt x="64" y="149"/>
                  </a:lnTo>
                  <a:lnTo>
                    <a:pt x="64" y="151"/>
                  </a:lnTo>
                  <a:lnTo>
                    <a:pt x="65" y="153"/>
                  </a:lnTo>
                  <a:lnTo>
                    <a:pt x="65" y="155"/>
                  </a:lnTo>
                  <a:lnTo>
                    <a:pt x="66" y="157"/>
                  </a:lnTo>
                  <a:lnTo>
                    <a:pt x="66" y="159"/>
                  </a:lnTo>
                  <a:lnTo>
                    <a:pt x="68" y="160"/>
                  </a:lnTo>
                  <a:lnTo>
                    <a:pt x="68" y="161"/>
                  </a:lnTo>
                  <a:lnTo>
                    <a:pt x="68" y="164"/>
                  </a:lnTo>
                  <a:lnTo>
                    <a:pt x="69" y="165"/>
                  </a:lnTo>
                  <a:lnTo>
                    <a:pt x="69" y="167"/>
                  </a:lnTo>
                  <a:lnTo>
                    <a:pt x="70" y="168"/>
                  </a:lnTo>
                  <a:lnTo>
                    <a:pt x="70" y="169"/>
                  </a:lnTo>
                  <a:lnTo>
                    <a:pt x="70" y="171"/>
                  </a:lnTo>
                  <a:lnTo>
                    <a:pt x="70" y="172"/>
                  </a:lnTo>
                  <a:lnTo>
                    <a:pt x="72" y="173"/>
                  </a:lnTo>
                  <a:lnTo>
                    <a:pt x="72" y="174"/>
                  </a:lnTo>
                  <a:lnTo>
                    <a:pt x="72" y="176"/>
                  </a:lnTo>
                  <a:lnTo>
                    <a:pt x="73" y="177"/>
                  </a:lnTo>
                  <a:lnTo>
                    <a:pt x="73" y="178"/>
                  </a:lnTo>
                  <a:lnTo>
                    <a:pt x="73" y="180"/>
                  </a:lnTo>
                  <a:lnTo>
                    <a:pt x="74" y="181"/>
                  </a:lnTo>
                  <a:lnTo>
                    <a:pt x="74" y="182"/>
                  </a:lnTo>
                  <a:lnTo>
                    <a:pt x="74" y="184"/>
                  </a:lnTo>
                  <a:lnTo>
                    <a:pt x="76" y="186"/>
                  </a:lnTo>
                  <a:lnTo>
                    <a:pt x="76" y="188"/>
                  </a:lnTo>
                  <a:lnTo>
                    <a:pt x="76" y="189"/>
                  </a:lnTo>
                  <a:lnTo>
                    <a:pt x="77" y="190"/>
                  </a:lnTo>
                  <a:lnTo>
                    <a:pt x="77" y="193"/>
                  </a:lnTo>
                  <a:lnTo>
                    <a:pt x="78" y="194"/>
                  </a:lnTo>
                  <a:lnTo>
                    <a:pt x="78" y="197"/>
                  </a:lnTo>
                  <a:lnTo>
                    <a:pt x="79" y="200"/>
                  </a:lnTo>
                  <a:lnTo>
                    <a:pt x="79" y="201"/>
                  </a:lnTo>
                  <a:lnTo>
                    <a:pt x="81" y="204"/>
                  </a:lnTo>
                  <a:lnTo>
                    <a:pt x="81" y="205"/>
                  </a:lnTo>
                  <a:lnTo>
                    <a:pt x="82" y="206"/>
                  </a:lnTo>
                  <a:lnTo>
                    <a:pt x="82" y="209"/>
                  </a:lnTo>
                  <a:lnTo>
                    <a:pt x="82" y="210"/>
                  </a:lnTo>
                  <a:lnTo>
                    <a:pt x="83" y="212"/>
                  </a:lnTo>
                  <a:lnTo>
                    <a:pt x="83" y="213"/>
                  </a:lnTo>
                  <a:lnTo>
                    <a:pt x="83" y="214"/>
                  </a:lnTo>
                  <a:lnTo>
                    <a:pt x="83" y="216"/>
                  </a:lnTo>
                  <a:lnTo>
                    <a:pt x="85" y="217"/>
                  </a:lnTo>
                  <a:lnTo>
                    <a:pt x="85" y="218"/>
                  </a:lnTo>
                  <a:lnTo>
                    <a:pt x="85" y="220"/>
                  </a:lnTo>
                  <a:lnTo>
                    <a:pt x="85" y="221"/>
                  </a:lnTo>
                  <a:lnTo>
                    <a:pt x="85" y="222"/>
                  </a:lnTo>
                  <a:lnTo>
                    <a:pt x="86" y="222"/>
                  </a:lnTo>
                  <a:lnTo>
                    <a:pt x="86" y="224"/>
                  </a:lnTo>
                  <a:lnTo>
                    <a:pt x="86" y="225"/>
                  </a:lnTo>
                  <a:lnTo>
                    <a:pt x="86" y="226"/>
                  </a:lnTo>
                  <a:lnTo>
                    <a:pt x="86" y="227"/>
                  </a:lnTo>
                  <a:lnTo>
                    <a:pt x="86" y="229"/>
                  </a:lnTo>
                  <a:lnTo>
                    <a:pt x="86" y="230"/>
                  </a:lnTo>
                  <a:lnTo>
                    <a:pt x="86" y="231"/>
                  </a:lnTo>
                  <a:lnTo>
                    <a:pt x="87" y="233"/>
                  </a:lnTo>
                  <a:lnTo>
                    <a:pt x="87" y="235"/>
                  </a:lnTo>
                  <a:lnTo>
                    <a:pt x="87" y="237"/>
                  </a:lnTo>
                  <a:lnTo>
                    <a:pt x="87" y="238"/>
                  </a:lnTo>
                  <a:lnTo>
                    <a:pt x="87" y="239"/>
                  </a:lnTo>
                  <a:lnTo>
                    <a:pt x="87" y="242"/>
                  </a:lnTo>
                  <a:lnTo>
                    <a:pt x="87" y="243"/>
                  </a:lnTo>
                  <a:lnTo>
                    <a:pt x="87" y="245"/>
                  </a:lnTo>
                  <a:lnTo>
                    <a:pt x="87" y="247"/>
                  </a:lnTo>
                  <a:lnTo>
                    <a:pt x="87" y="249"/>
                  </a:lnTo>
                  <a:lnTo>
                    <a:pt x="89" y="250"/>
                  </a:lnTo>
                  <a:lnTo>
                    <a:pt x="89" y="251"/>
                  </a:lnTo>
                  <a:lnTo>
                    <a:pt x="89" y="253"/>
                  </a:lnTo>
                  <a:lnTo>
                    <a:pt x="89" y="254"/>
                  </a:lnTo>
                  <a:lnTo>
                    <a:pt x="89" y="255"/>
                  </a:lnTo>
                  <a:lnTo>
                    <a:pt x="89" y="257"/>
                  </a:lnTo>
                  <a:lnTo>
                    <a:pt x="89" y="258"/>
                  </a:lnTo>
                  <a:lnTo>
                    <a:pt x="89" y="259"/>
                  </a:lnTo>
                  <a:lnTo>
                    <a:pt x="89" y="261"/>
                  </a:lnTo>
                  <a:lnTo>
                    <a:pt x="89" y="262"/>
                  </a:lnTo>
                  <a:lnTo>
                    <a:pt x="90" y="263"/>
                  </a:lnTo>
                  <a:lnTo>
                    <a:pt x="90" y="265"/>
                  </a:lnTo>
                  <a:lnTo>
                    <a:pt x="90" y="266"/>
                  </a:lnTo>
                  <a:lnTo>
                    <a:pt x="90" y="267"/>
                  </a:lnTo>
                  <a:lnTo>
                    <a:pt x="90" y="269"/>
                  </a:lnTo>
                  <a:lnTo>
                    <a:pt x="90" y="270"/>
                  </a:lnTo>
                  <a:lnTo>
                    <a:pt x="91" y="271"/>
                  </a:lnTo>
                  <a:lnTo>
                    <a:pt x="91" y="273"/>
                  </a:lnTo>
                  <a:lnTo>
                    <a:pt x="91" y="274"/>
                  </a:lnTo>
                  <a:lnTo>
                    <a:pt x="91" y="275"/>
                  </a:lnTo>
                  <a:lnTo>
                    <a:pt x="91" y="277"/>
                  </a:lnTo>
                  <a:lnTo>
                    <a:pt x="93" y="277"/>
                  </a:lnTo>
                  <a:lnTo>
                    <a:pt x="93" y="278"/>
                  </a:lnTo>
                  <a:lnTo>
                    <a:pt x="93" y="279"/>
                  </a:lnTo>
                  <a:lnTo>
                    <a:pt x="93" y="281"/>
                  </a:lnTo>
                  <a:lnTo>
                    <a:pt x="93" y="282"/>
                  </a:lnTo>
                  <a:lnTo>
                    <a:pt x="93" y="283"/>
                  </a:lnTo>
                  <a:lnTo>
                    <a:pt x="93" y="284"/>
                  </a:lnTo>
                  <a:lnTo>
                    <a:pt x="94" y="284"/>
                  </a:lnTo>
                  <a:lnTo>
                    <a:pt x="94" y="286"/>
                  </a:lnTo>
                  <a:lnTo>
                    <a:pt x="94" y="287"/>
                  </a:lnTo>
                  <a:lnTo>
                    <a:pt x="94" y="288"/>
                  </a:lnTo>
                  <a:lnTo>
                    <a:pt x="94" y="290"/>
                  </a:lnTo>
                  <a:lnTo>
                    <a:pt x="94" y="291"/>
                  </a:lnTo>
                  <a:lnTo>
                    <a:pt x="94" y="292"/>
                  </a:lnTo>
                  <a:lnTo>
                    <a:pt x="94" y="294"/>
                  </a:lnTo>
                  <a:lnTo>
                    <a:pt x="94" y="295"/>
                  </a:lnTo>
                  <a:lnTo>
                    <a:pt x="94" y="296"/>
                  </a:lnTo>
                  <a:lnTo>
                    <a:pt x="94" y="298"/>
                  </a:lnTo>
                  <a:lnTo>
                    <a:pt x="94" y="299"/>
                  </a:lnTo>
                  <a:lnTo>
                    <a:pt x="93" y="300"/>
                  </a:lnTo>
                  <a:lnTo>
                    <a:pt x="93" y="302"/>
                  </a:lnTo>
                  <a:lnTo>
                    <a:pt x="93" y="304"/>
                  </a:lnTo>
                  <a:lnTo>
                    <a:pt x="93" y="306"/>
                  </a:lnTo>
                  <a:lnTo>
                    <a:pt x="93" y="308"/>
                  </a:lnTo>
                  <a:lnTo>
                    <a:pt x="93" y="311"/>
                  </a:lnTo>
                  <a:lnTo>
                    <a:pt x="93" y="312"/>
                  </a:lnTo>
                  <a:lnTo>
                    <a:pt x="93" y="315"/>
                  </a:lnTo>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5980" name="Freeform 21">
              <a:extLst>
                <a:ext uri="{FF2B5EF4-FFF2-40B4-BE49-F238E27FC236}">
                  <a16:creationId xmlns:a16="http://schemas.microsoft.com/office/drawing/2014/main" id="{5B01E12B-3982-4FB1-8FEE-F83E8D056D72}"/>
                </a:ext>
              </a:extLst>
            </p:cNvPr>
            <p:cNvSpPr>
              <a:spLocks/>
            </p:cNvSpPr>
            <p:nvPr/>
          </p:nvSpPr>
          <p:spPr bwMode="auto">
            <a:xfrm>
              <a:off x="3659188" y="3098800"/>
              <a:ext cx="74612" cy="252413"/>
            </a:xfrm>
            <a:custGeom>
              <a:avLst/>
              <a:gdLst>
                <a:gd name="T0" fmla="*/ 2147483646 w 94"/>
                <a:gd name="T1" fmla="*/ 2147483646 h 316"/>
                <a:gd name="T2" fmla="*/ 2147483646 w 94"/>
                <a:gd name="T3" fmla="*/ 2147483646 h 316"/>
                <a:gd name="T4" fmla="*/ 2147483646 w 94"/>
                <a:gd name="T5" fmla="*/ 2147483646 h 316"/>
                <a:gd name="T6" fmla="*/ 2147483646 w 94"/>
                <a:gd name="T7" fmla="*/ 2147483646 h 316"/>
                <a:gd name="T8" fmla="*/ 2147483646 w 94"/>
                <a:gd name="T9" fmla="*/ 2147483646 h 316"/>
                <a:gd name="T10" fmla="*/ 2147483646 w 94"/>
                <a:gd name="T11" fmla="*/ 2147483646 h 316"/>
                <a:gd name="T12" fmla="*/ 2147483646 w 94"/>
                <a:gd name="T13" fmla="*/ 2147483646 h 316"/>
                <a:gd name="T14" fmla="*/ 2147483646 w 94"/>
                <a:gd name="T15" fmla="*/ 2147483646 h 316"/>
                <a:gd name="T16" fmla="*/ 2147483646 w 94"/>
                <a:gd name="T17" fmla="*/ 2147483646 h 316"/>
                <a:gd name="T18" fmla="*/ 2147483646 w 94"/>
                <a:gd name="T19" fmla="*/ 2147483646 h 316"/>
                <a:gd name="T20" fmla="*/ 2147483646 w 94"/>
                <a:gd name="T21" fmla="*/ 2147483646 h 316"/>
                <a:gd name="T22" fmla="*/ 2147483646 w 94"/>
                <a:gd name="T23" fmla="*/ 2147483646 h 316"/>
                <a:gd name="T24" fmla="*/ 2147483646 w 94"/>
                <a:gd name="T25" fmla="*/ 2147483646 h 316"/>
                <a:gd name="T26" fmla="*/ 2147483646 w 94"/>
                <a:gd name="T27" fmla="*/ 2147483646 h 316"/>
                <a:gd name="T28" fmla="*/ 2147483646 w 94"/>
                <a:gd name="T29" fmla="*/ 2147483646 h 316"/>
                <a:gd name="T30" fmla="*/ 2147483646 w 94"/>
                <a:gd name="T31" fmla="*/ 2147483646 h 316"/>
                <a:gd name="T32" fmla="*/ 2147483646 w 94"/>
                <a:gd name="T33" fmla="*/ 2147483646 h 316"/>
                <a:gd name="T34" fmla="*/ 2147483646 w 94"/>
                <a:gd name="T35" fmla="*/ 2147483646 h 316"/>
                <a:gd name="T36" fmla="*/ 2147483646 w 94"/>
                <a:gd name="T37" fmla="*/ 2147483646 h 316"/>
                <a:gd name="T38" fmla="*/ 2147483646 w 94"/>
                <a:gd name="T39" fmla="*/ 2147483646 h 316"/>
                <a:gd name="T40" fmla="*/ 2147483646 w 94"/>
                <a:gd name="T41" fmla="*/ 2147483646 h 316"/>
                <a:gd name="T42" fmla="*/ 2147483646 w 94"/>
                <a:gd name="T43" fmla="*/ 2147483646 h 316"/>
                <a:gd name="T44" fmla="*/ 2147483646 w 94"/>
                <a:gd name="T45" fmla="*/ 2147483646 h 316"/>
                <a:gd name="T46" fmla="*/ 2147483646 w 94"/>
                <a:gd name="T47" fmla="*/ 2147483646 h 316"/>
                <a:gd name="T48" fmla="*/ 2147483646 w 94"/>
                <a:gd name="T49" fmla="*/ 2147483646 h 316"/>
                <a:gd name="T50" fmla="*/ 2147483646 w 94"/>
                <a:gd name="T51" fmla="*/ 2147483646 h 316"/>
                <a:gd name="T52" fmla="*/ 2147483646 w 94"/>
                <a:gd name="T53" fmla="*/ 2147483646 h 316"/>
                <a:gd name="T54" fmla="*/ 2147483646 w 94"/>
                <a:gd name="T55" fmla="*/ 2147483646 h 316"/>
                <a:gd name="T56" fmla="*/ 2147483646 w 94"/>
                <a:gd name="T57" fmla="*/ 2147483646 h 316"/>
                <a:gd name="T58" fmla="*/ 2147483646 w 94"/>
                <a:gd name="T59" fmla="*/ 2147483646 h 316"/>
                <a:gd name="T60" fmla="*/ 2147483646 w 94"/>
                <a:gd name="T61" fmla="*/ 2147483646 h 316"/>
                <a:gd name="T62" fmla="*/ 2147483646 w 94"/>
                <a:gd name="T63" fmla="*/ 2147483646 h 316"/>
                <a:gd name="T64" fmla="*/ 2147483646 w 94"/>
                <a:gd name="T65" fmla="*/ 2147483646 h 316"/>
                <a:gd name="T66" fmla="*/ 2147483646 w 94"/>
                <a:gd name="T67" fmla="*/ 2147483646 h 316"/>
                <a:gd name="T68" fmla="*/ 2147483646 w 94"/>
                <a:gd name="T69" fmla="*/ 2147483646 h 316"/>
                <a:gd name="T70" fmla="*/ 2147483646 w 94"/>
                <a:gd name="T71" fmla="*/ 2147483646 h 316"/>
                <a:gd name="T72" fmla="*/ 2147483646 w 94"/>
                <a:gd name="T73" fmla="*/ 2147483646 h 316"/>
                <a:gd name="T74" fmla="*/ 2147483646 w 94"/>
                <a:gd name="T75" fmla="*/ 2147483646 h 316"/>
                <a:gd name="T76" fmla="*/ 2147483646 w 94"/>
                <a:gd name="T77" fmla="*/ 2147483646 h 316"/>
                <a:gd name="T78" fmla="*/ 2147483646 w 94"/>
                <a:gd name="T79" fmla="*/ 2147483646 h 316"/>
                <a:gd name="T80" fmla="*/ 2147483646 w 94"/>
                <a:gd name="T81" fmla="*/ 2147483646 h 316"/>
                <a:gd name="T82" fmla="*/ 2147483646 w 94"/>
                <a:gd name="T83" fmla="*/ 2147483646 h 316"/>
                <a:gd name="T84" fmla="*/ 2147483646 w 94"/>
                <a:gd name="T85" fmla="*/ 2147483646 h 316"/>
                <a:gd name="T86" fmla="*/ 2147483646 w 94"/>
                <a:gd name="T87" fmla="*/ 2147483646 h 316"/>
                <a:gd name="T88" fmla="*/ 2147483646 w 94"/>
                <a:gd name="T89" fmla="*/ 2147483646 h 316"/>
                <a:gd name="T90" fmla="*/ 2147483646 w 94"/>
                <a:gd name="T91" fmla="*/ 2147483646 h 316"/>
                <a:gd name="T92" fmla="*/ 2147483646 w 94"/>
                <a:gd name="T93" fmla="*/ 2147483646 h 316"/>
                <a:gd name="T94" fmla="*/ 2147483646 w 94"/>
                <a:gd name="T95" fmla="*/ 2147483646 h 316"/>
                <a:gd name="T96" fmla="*/ 2147483646 w 94"/>
                <a:gd name="T97" fmla="*/ 2147483646 h 316"/>
                <a:gd name="T98" fmla="*/ 2147483646 w 94"/>
                <a:gd name="T99" fmla="*/ 2147483646 h 316"/>
                <a:gd name="T100" fmla="*/ 2147483646 w 94"/>
                <a:gd name="T101" fmla="*/ 2147483646 h 316"/>
                <a:gd name="T102" fmla="*/ 2147483646 w 94"/>
                <a:gd name="T103" fmla="*/ 2147483646 h 316"/>
                <a:gd name="T104" fmla="*/ 2147483646 w 94"/>
                <a:gd name="T105" fmla="*/ 2147483646 h 316"/>
                <a:gd name="T106" fmla="*/ 2147483646 w 94"/>
                <a:gd name="T107" fmla="*/ 2147483646 h 316"/>
                <a:gd name="T108" fmla="*/ 2147483646 w 94"/>
                <a:gd name="T109" fmla="*/ 2147483646 h 316"/>
                <a:gd name="T110" fmla="*/ 2147483646 w 94"/>
                <a:gd name="T111" fmla="*/ 2147483646 h 316"/>
                <a:gd name="T112" fmla="*/ 2147483646 w 94"/>
                <a:gd name="T113" fmla="*/ 2147483646 h 31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4"/>
                <a:gd name="T172" fmla="*/ 0 h 316"/>
                <a:gd name="T173" fmla="*/ 94 w 94"/>
                <a:gd name="T174" fmla="*/ 316 h 31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4" h="316">
                  <a:moveTo>
                    <a:pt x="0" y="316"/>
                  </a:moveTo>
                  <a:lnTo>
                    <a:pt x="1" y="312"/>
                  </a:lnTo>
                  <a:lnTo>
                    <a:pt x="4" y="310"/>
                  </a:lnTo>
                  <a:lnTo>
                    <a:pt x="5" y="307"/>
                  </a:lnTo>
                  <a:lnTo>
                    <a:pt x="7" y="303"/>
                  </a:lnTo>
                  <a:lnTo>
                    <a:pt x="8" y="300"/>
                  </a:lnTo>
                  <a:lnTo>
                    <a:pt x="9" y="298"/>
                  </a:lnTo>
                  <a:lnTo>
                    <a:pt x="11" y="296"/>
                  </a:lnTo>
                  <a:lnTo>
                    <a:pt x="12" y="294"/>
                  </a:lnTo>
                  <a:lnTo>
                    <a:pt x="13" y="291"/>
                  </a:lnTo>
                  <a:lnTo>
                    <a:pt x="15" y="290"/>
                  </a:lnTo>
                  <a:lnTo>
                    <a:pt x="16" y="289"/>
                  </a:lnTo>
                  <a:lnTo>
                    <a:pt x="16" y="286"/>
                  </a:lnTo>
                  <a:lnTo>
                    <a:pt x="17" y="285"/>
                  </a:lnTo>
                  <a:lnTo>
                    <a:pt x="19" y="283"/>
                  </a:lnTo>
                  <a:lnTo>
                    <a:pt x="19" y="282"/>
                  </a:lnTo>
                  <a:lnTo>
                    <a:pt x="20" y="281"/>
                  </a:lnTo>
                  <a:lnTo>
                    <a:pt x="20" y="279"/>
                  </a:lnTo>
                  <a:lnTo>
                    <a:pt x="21" y="278"/>
                  </a:lnTo>
                  <a:lnTo>
                    <a:pt x="21" y="277"/>
                  </a:lnTo>
                  <a:lnTo>
                    <a:pt x="23" y="275"/>
                  </a:lnTo>
                  <a:lnTo>
                    <a:pt x="23" y="274"/>
                  </a:lnTo>
                  <a:lnTo>
                    <a:pt x="24" y="273"/>
                  </a:lnTo>
                  <a:lnTo>
                    <a:pt x="24" y="271"/>
                  </a:lnTo>
                  <a:lnTo>
                    <a:pt x="24" y="270"/>
                  </a:lnTo>
                  <a:lnTo>
                    <a:pt x="25" y="269"/>
                  </a:lnTo>
                  <a:lnTo>
                    <a:pt x="25" y="267"/>
                  </a:lnTo>
                  <a:lnTo>
                    <a:pt x="26" y="266"/>
                  </a:lnTo>
                  <a:lnTo>
                    <a:pt x="26" y="265"/>
                  </a:lnTo>
                  <a:lnTo>
                    <a:pt x="28" y="263"/>
                  </a:lnTo>
                  <a:lnTo>
                    <a:pt x="28" y="262"/>
                  </a:lnTo>
                  <a:lnTo>
                    <a:pt x="29" y="259"/>
                  </a:lnTo>
                  <a:lnTo>
                    <a:pt x="29" y="258"/>
                  </a:lnTo>
                  <a:lnTo>
                    <a:pt x="30" y="257"/>
                  </a:lnTo>
                  <a:lnTo>
                    <a:pt x="30" y="254"/>
                  </a:lnTo>
                  <a:lnTo>
                    <a:pt x="32" y="253"/>
                  </a:lnTo>
                  <a:lnTo>
                    <a:pt x="32" y="251"/>
                  </a:lnTo>
                  <a:lnTo>
                    <a:pt x="33" y="250"/>
                  </a:lnTo>
                  <a:lnTo>
                    <a:pt x="33" y="249"/>
                  </a:lnTo>
                  <a:lnTo>
                    <a:pt x="34" y="247"/>
                  </a:lnTo>
                  <a:lnTo>
                    <a:pt x="34" y="246"/>
                  </a:lnTo>
                  <a:lnTo>
                    <a:pt x="34" y="245"/>
                  </a:lnTo>
                  <a:lnTo>
                    <a:pt x="36" y="243"/>
                  </a:lnTo>
                  <a:lnTo>
                    <a:pt x="36" y="242"/>
                  </a:lnTo>
                  <a:lnTo>
                    <a:pt x="37" y="241"/>
                  </a:lnTo>
                  <a:lnTo>
                    <a:pt x="37" y="240"/>
                  </a:lnTo>
                  <a:lnTo>
                    <a:pt x="37" y="238"/>
                  </a:lnTo>
                  <a:lnTo>
                    <a:pt x="38" y="238"/>
                  </a:lnTo>
                  <a:lnTo>
                    <a:pt x="38" y="237"/>
                  </a:lnTo>
                  <a:lnTo>
                    <a:pt x="38" y="236"/>
                  </a:lnTo>
                  <a:lnTo>
                    <a:pt x="40" y="234"/>
                  </a:lnTo>
                  <a:lnTo>
                    <a:pt x="40" y="233"/>
                  </a:lnTo>
                  <a:lnTo>
                    <a:pt x="41" y="232"/>
                  </a:lnTo>
                  <a:lnTo>
                    <a:pt x="41" y="230"/>
                  </a:lnTo>
                  <a:lnTo>
                    <a:pt x="41" y="229"/>
                  </a:lnTo>
                  <a:lnTo>
                    <a:pt x="42" y="228"/>
                  </a:lnTo>
                  <a:lnTo>
                    <a:pt x="42" y="226"/>
                  </a:lnTo>
                  <a:lnTo>
                    <a:pt x="44" y="224"/>
                  </a:lnTo>
                  <a:lnTo>
                    <a:pt x="44" y="222"/>
                  </a:lnTo>
                  <a:lnTo>
                    <a:pt x="45" y="221"/>
                  </a:lnTo>
                  <a:lnTo>
                    <a:pt x="45" y="218"/>
                  </a:lnTo>
                  <a:lnTo>
                    <a:pt x="46" y="217"/>
                  </a:lnTo>
                  <a:lnTo>
                    <a:pt x="46" y="214"/>
                  </a:lnTo>
                  <a:lnTo>
                    <a:pt x="48" y="212"/>
                  </a:lnTo>
                  <a:lnTo>
                    <a:pt x="49" y="210"/>
                  </a:lnTo>
                  <a:lnTo>
                    <a:pt x="49" y="208"/>
                  </a:lnTo>
                  <a:lnTo>
                    <a:pt x="50" y="206"/>
                  </a:lnTo>
                  <a:lnTo>
                    <a:pt x="50" y="205"/>
                  </a:lnTo>
                  <a:lnTo>
                    <a:pt x="52" y="204"/>
                  </a:lnTo>
                  <a:lnTo>
                    <a:pt x="52" y="201"/>
                  </a:lnTo>
                  <a:lnTo>
                    <a:pt x="53" y="200"/>
                  </a:lnTo>
                  <a:lnTo>
                    <a:pt x="53" y="198"/>
                  </a:lnTo>
                  <a:lnTo>
                    <a:pt x="53" y="197"/>
                  </a:lnTo>
                  <a:lnTo>
                    <a:pt x="54" y="196"/>
                  </a:lnTo>
                  <a:lnTo>
                    <a:pt x="54" y="194"/>
                  </a:lnTo>
                  <a:lnTo>
                    <a:pt x="54" y="193"/>
                  </a:lnTo>
                  <a:lnTo>
                    <a:pt x="56" y="193"/>
                  </a:lnTo>
                  <a:lnTo>
                    <a:pt x="56" y="192"/>
                  </a:lnTo>
                  <a:lnTo>
                    <a:pt x="56" y="190"/>
                  </a:lnTo>
                  <a:lnTo>
                    <a:pt x="56" y="189"/>
                  </a:lnTo>
                  <a:lnTo>
                    <a:pt x="57" y="188"/>
                  </a:lnTo>
                  <a:lnTo>
                    <a:pt x="57" y="186"/>
                  </a:lnTo>
                  <a:lnTo>
                    <a:pt x="57" y="185"/>
                  </a:lnTo>
                  <a:lnTo>
                    <a:pt x="58" y="184"/>
                  </a:lnTo>
                  <a:lnTo>
                    <a:pt x="58" y="183"/>
                  </a:lnTo>
                  <a:lnTo>
                    <a:pt x="60" y="181"/>
                  </a:lnTo>
                  <a:lnTo>
                    <a:pt x="60" y="179"/>
                  </a:lnTo>
                  <a:lnTo>
                    <a:pt x="60" y="177"/>
                  </a:lnTo>
                  <a:lnTo>
                    <a:pt x="61" y="176"/>
                  </a:lnTo>
                  <a:lnTo>
                    <a:pt x="61" y="175"/>
                  </a:lnTo>
                  <a:lnTo>
                    <a:pt x="61" y="172"/>
                  </a:lnTo>
                  <a:lnTo>
                    <a:pt x="62" y="171"/>
                  </a:lnTo>
                  <a:lnTo>
                    <a:pt x="62" y="168"/>
                  </a:lnTo>
                  <a:lnTo>
                    <a:pt x="64" y="167"/>
                  </a:lnTo>
                  <a:lnTo>
                    <a:pt x="64" y="164"/>
                  </a:lnTo>
                  <a:lnTo>
                    <a:pt x="65" y="163"/>
                  </a:lnTo>
                  <a:lnTo>
                    <a:pt x="65" y="160"/>
                  </a:lnTo>
                  <a:lnTo>
                    <a:pt x="66" y="159"/>
                  </a:lnTo>
                  <a:lnTo>
                    <a:pt x="66" y="156"/>
                  </a:lnTo>
                  <a:lnTo>
                    <a:pt x="68" y="155"/>
                  </a:lnTo>
                  <a:lnTo>
                    <a:pt x="68" y="153"/>
                  </a:lnTo>
                  <a:lnTo>
                    <a:pt x="68" y="152"/>
                  </a:lnTo>
                  <a:lnTo>
                    <a:pt x="69" y="151"/>
                  </a:lnTo>
                  <a:lnTo>
                    <a:pt x="69" y="149"/>
                  </a:lnTo>
                  <a:lnTo>
                    <a:pt x="69" y="148"/>
                  </a:lnTo>
                  <a:lnTo>
                    <a:pt x="70" y="147"/>
                  </a:lnTo>
                  <a:lnTo>
                    <a:pt x="70" y="145"/>
                  </a:lnTo>
                  <a:lnTo>
                    <a:pt x="70" y="144"/>
                  </a:lnTo>
                  <a:lnTo>
                    <a:pt x="72" y="143"/>
                  </a:lnTo>
                  <a:lnTo>
                    <a:pt x="72" y="141"/>
                  </a:lnTo>
                  <a:lnTo>
                    <a:pt x="72" y="140"/>
                  </a:lnTo>
                  <a:lnTo>
                    <a:pt x="72" y="139"/>
                  </a:lnTo>
                  <a:lnTo>
                    <a:pt x="73" y="137"/>
                  </a:lnTo>
                  <a:lnTo>
                    <a:pt x="73" y="136"/>
                  </a:lnTo>
                  <a:lnTo>
                    <a:pt x="73" y="135"/>
                  </a:lnTo>
                  <a:lnTo>
                    <a:pt x="74" y="133"/>
                  </a:lnTo>
                  <a:lnTo>
                    <a:pt x="74" y="132"/>
                  </a:lnTo>
                  <a:lnTo>
                    <a:pt x="74" y="131"/>
                  </a:lnTo>
                  <a:lnTo>
                    <a:pt x="76" y="130"/>
                  </a:lnTo>
                  <a:lnTo>
                    <a:pt x="76" y="128"/>
                  </a:lnTo>
                  <a:lnTo>
                    <a:pt x="76" y="127"/>
                  </a:lnTo>
                  <a:lnTo>
                    <a:pt x="77" y="124"/>
                  </a:lnTo>
                  <a:lnTo>
                    <a:pt x="77" y="123"/>
                  </a:lnTo>
                  <a:lnTo>
                    <a:pt x="78" y="120"/>
                  </a:lnTo>
                  <a:lnTo>
                    <a:pt x="78" y="118"/>
                  </a:lnTo>
                  <a:lnTo>
                    <a:pt x="79" y="116"/>
                  </a:lnTo>
                  <a:lnTo>
                    <a:pt x="79" y="114"/>
                  </a:lnTo>
                  <a:lnTo>
                    <a:pt x="81" y="112"/>
                  </a:lnTo>
                  <a:lnTo>
                    <a:pt x="81" y="110"/>
                  </a:lnTo>
                  <a:lnTo>
                    <a:pt x="82" y="108"/>
                  </a:lnTo>
                  <a:lnTo>
                    <a:pt x="82" y="107"/>
                  </a:lnTo>
                  <a:lnTo>
                    <a:pt x="82" y="106"/>
                  </a:lnTo>
                  <a:lnTo>
                    <a:pt x="83" y="104"/>
                  </a:lnTo>
                  <a:lnTo>
                    <a:pt x="83" y="103"/>
                  </a:lnTo>
                  <a:lnTo>
                    <a:pt x="83" y="102"/>
                  </a:lnTo>
                  <a:lnTo>
                    <a:pt x="83" y="100"/>
                  </a:lnTo>
                  <a:lnTo>
                    <a:pt x="85" y="99"/>
                  </a:lnTo>
                  <a:lnTo>
                    <a:pt x="85" y="98"/>
                  </a:lnTo>
                  <a:lnTo>
                    <a:pt x="85" y="96"/>
                  </a:lnTo>
                  <a:lnTo>
                    <a:pt x="85" y="95"/>
                  </a:lnTo>
                  <a:lnTo>
                    <a:pt x="85" y="94"/>
                  </a:lnTo>
                  <a:lnTo>
                    <a:pt x="86" y="92"/>
                  </a:lnTo>
                  <a:lnTo>
                    <a:pt x="86" y="91"/>
                  </a:lnTo>
                  <a:lnTo>
                    <a:pt x="86" y="90"/>
                  </a:lnTo>
                  <a:lnTo>
                    <a:pt x="86" y="88"/>
                  </a:lnTo>
                  <a:lnTo>
                    <a:pt x="86" y="87"/>
                  </a:lnTo>
                  <a:lnTo>
                    <a:pt x="86" y="86"/>
                  </a:lnTo>
                  <a:lnTo>
                    <a:pt x="86" y="84"/>
                  </a:lnTo>
                  <a:lnTo>
                    <a:pt x="86" y="83"/>
                  </a:lnTo>
                  <a:lnTo>
                    <a:pt x="87" y="82"/>
                  </a:lnTo>
                  <a:lnTo>
                    <a:pt x="87" y="80"/>
                  </a:lnTo>
                  <a:lnTo>
                    <a:pt x="87" y="79"/>
                  </a:lnTo>
                  <a:lnTo>
                    <a:pt x="87" y="77"/>
                  </a:lnTo>
                  <a:lnTo>
                    <a:pt x="87" y="75"/>
                  </a:lnTo>
                  <a:lnTo>
                    <a:pt x="87" y="74"/>
                  </a:lnTo>
                  <a:lnTo>
                    <a:pt x="87" y="71"/>
                  </a:lnTo>
                  <a:lnTo>
                    <a:pt x="87" y="70"/>
                  </a:lnTo>
                  <a:lnTo>
                    <a:pt x="87" y="69"/>
                  </a:lnTo>
                  <a:lnTo>
                    <a:pt x="87" y="67"/>
                  </a:lnTo>
                  <a:lnTo>
                    <a:pt x="89" y="65"/>
                  </a:lnTo>
                  <a:lnTo>
                    <a:pt x="89" y="63"/>
                  </a:lnTo>
                  <a:lnTo>
                    <a:pt x="89" y="62"/>
                  </a:lnTo>
                  <a:lnTo>
                    <a:pt x="89" y="61"/>
                  </a:lnTo>
                  <a:lnTo>
                    <a:pt x="89" y="59"/>
                  </a:lnTo>
                  <a:lnTo>
                    <a:pt x="89" y="58"/>
                  </a:lnTo>
                  <a:lnTo>
                    <a:pt x="89" y="57"/>
                  </a:lnTo>
                  <a:lnTo>
                    <a:pt x="89" y="55"/>
                  </a:lnTo>
                  <a:lnTo>
                    <a:pt x="89" y="54"/>
                  </a:lnTo>
                  <a:lnTo>
                    <a:pt x="89" y="53"/>
                  </a:lnTo>
                  <a:lnTo>
                    <a:pt x="90" y="53"/>
                  </a:lnTo>
                  <a:lnTo>
                    <a:pt x="90" y="51"/>
                  </a:lnTo>
                  <a:lnTo>
                    <a:pt x="90" y="50"/>
                  </a:lnTo>
                  <a:lnTo>
                    <a:pt x="90" y="49"/>
                  </a:lnTo>
                  <a:lnTo>
                    <a:pt x="90" y="47"/>
                  </a:lnTo>
                  <a:lnTo>
                    <a:pt x="90" y="46"/>
                  </a:lnTo>
                  <a:lnTo>
                    <a:pt x="91" y="45"/>
                  </a:lnTo>
                  <a:lnTo>
                    <a:pt x="91" y="43"/>
                  </a:lnTo>
                  <a:lnTo>
                    <a:pt x="91" y="42"/>
                  </a:lnTo>
                  <a:lnTo>
                    <a:pt x="91" y="41"/>
                  </a:lnTo>
                  <a:lnTo>
                    <a:pt x="91" y="39"/>
                  </a:lnTo>
                  <a:lnTo>
                    <a:pt x="93" y="38"/>
                  </a:lnTo>
                  <a:lnTo>
                    <a:pt x="93" y="37"/>
                  </a:lnTo>
                  <a:lnTo>
                    <a:pt x="93" y="35"/>
                  </a:lnTo>
                  <a:lnTo>
                    <a:pt x="93" y="34"/>
                  </a:lnTo>
                  <a:lnTo>
                    <a:pt x="93" y="33"/>
                  </a:lnTo>
                  <a:lnTo>
                    <a:pt x="93" y="31"/>
                  </a:lnTo>
                  <a:lnTo>
                    <a:pt x="94" y="30"/>
                  </a:lnTo>
                  <a:lnTo>
                    <a:pt x="94" y="29"/>
                  </a:lnTo>
                  <a:lnTo>
                    <a:pt x="94" y="27"/>
                  </a:lnTo>
                  <a:lnTo>
                    <a:pt x="94" y="26"/>
                  </a:lnTo>
                  <a:lnTo>
                    <a:pt x="94" y="25"/>
                  </a:lnTo>
                  <a:lnTo>
                    <a:pt x="94" y="23"/>
                  </a:lnTo>
                  <a:lnTo>
                    <a:pt x="94" y="22"/>
                  </a:lnTo>
                  <a:lnTo>
                    <a:pt x="94" y="21"/>
                  </a:lnTo>
                  <a:lnTo>
                    <a:pt x="94" y="20"/>
                  </a:lnTo>
                  <a:lnTo>
                    <a:pt x="94" y="18"/>
                  </a:lnTo>
                  <a:lnTo>
                    <a:pt x="94" y="16"/>
                  </a:lnTo>
                  <a:lnTo>
                    <a:pt x="93" y="14"/>
                  </a:lnTo>
                  <a:lnTo>
                    <a:pt x="93" y="13"/>
                  </a:lnTo>
                  <a:lnTo>
                    <a:pt x="93" y="12"/>
                  </a:lnTo>
                  <a:lnTo>
                    <a:pt x="93" y="9"/>
                  </a:lnTo>
                  <a:lnTo>
                    <a:pt x="93" y="8"/>
                  </a:lnTo>
                  <a:lnTo>
                    <a:pt x="93" y="5"/>
                  </a:lnTo>
                  <a:lnTo>
                    <a:pt x="93" y="2"/>
                  </a:lnTo>
                  <a:lnTo>
                    <a:pt x="93" y="0"/>
                  </a:lnTo>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5981" name="Line 26">
              <a:extLst>
                <a:ext uri="{FF2B5EF4-FFF2-40B4-BE49-F238E27FC236}">
                  <a16:creationId xmlns:a16="http://schemas.microsoft.com/office/drawing/2014/main" id="{0F216F0A-B37B-416C-A704-8A2B334EE8A5}"/>
                </a:ext>
              </a:extLst>
            </p:cNvPr>
            <p:cNvSpPr>
              <a:spLocks noChangeShapeType="1"/>
            </p:cNvSpPr>
            <p:nvPr/>
          </p:nvSpPr>
          <p:spPr bwMode="auto">
            <a:xfrm flipV="1">
              <a:off x="2890838" y="3548063"/>
              <a:ext cx="1587" cy="2936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5982" name="Line 27">
              <a:extLst>
                <a:ext uri="{FF2B5EF4-FFF2-40B4-BE49-F238E27FC236}">
                  <a16:creationId xmlns:a16="http://schemas.microsoft.com/office/drawing/2014/main" id="{CF42D199-4019-4CE5-9295-B6D96FA16CF2}"/>
                </a:ext>
              </a:extLst>
            </p:cNvPr>
            <p:cNvSpPr>
              <a:spLocks noChangeShapeType="1"/>
            </p:cNvSpPr>
            <p:nvPr/>
          </p:nvSpPr>
          <p:spPr bwMode="auto">
            <a:xfrm flipV="1">
              <a:off x="2595563" y="3548063"/>
              <a:ext cx="1587" cy="2936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5983" name="Line 28">
              <a:extLst>
                <a:ext uri="{FF2B5EF4-FFF2-40B4-BE49-F238E27FC236}">
                  <a16:creationId xmlns:a16="http://schemas.microsoft.com/office/drawing/2014/main" id="{7822DAD4-72A6-4D42-BF60-8427B2E16C67}"/>
                </a:ext>
              </a:extLst>
            </p:cNvPr>
            <p:cNvSpPr>
              <a:spLocks noChangeShapeType="1"/>
            </p:cNvSpPr>
            <p:nvPr/>
          </p:nvSpPr>
          <p:spPr bwMode="auto">
            <a:xfrm flipV="1">
              <a:off x="2743200" y="4430713"/>
              <a:ext cx="1588" cy="1682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5984" name="Rectangle 29">
              <a:extLst>
                <a:ext uri="{FF2B5EF4-FFF2-40B4-BE49-F238E27FC236}">
                  <a16:creationId xmlns:a16="http://schemas.microsoft.com/office/drawing/2014/main" id="{9DF8E17D-0D72-4971-9232-A27A4F90C2A0}"/>
                </a:ext>
              </a:extLst>
            </p:cNvPr>
            <p:cNvSpPr>
              <a:spLocks noChangeArrowheads="1"/>
            </p:cNvSpPr>
            <p:nvPr/>
          </p:nvSpPr>
          <p:spPr bwMode="auto">
            <a:xfrm>
              <a:off x="4972050" y="2811463"/>
              <a:ext cx="736600" cy="1177925"/>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5985" name="Rectangle 30">
              <a:extLst>
                <a:ext uri="{FF2B5EF4-FFF2-40B4-BE49-F238E27FC236}">
                  <a16:creationId xmlns:a16="http://schemas.microsoft.com/office/drawing/2014/main" id="{757FCFFD-99EB-4D0E-B7BB-DB89FD7E1DBA}"/>
                </a:ext>
              </a:extLst>
            </p:cNvPr>
            <p:cNvSpPr>
              <a:spLocks noChangeArrowheads="1"/>
            </p:cNvSpPr>
            <p:nvPr/>
          </p:nvSpPr>
          <p:spPr bwMode="auto">
            <a:xfrm>
              <a:off x="6988175" y="4851400"/>
              <a:ext cx="176213" cy="211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5986" name="Rectangle 31">
              <a:extLst>
                <a:ext uri="{FF2B5EF4-FFF2-40B4-BE49-F238E27FC236}">
                  <a16:creationId xmlns:a16="http://schemas.microsoft.com/office/drawing/2014/main" id="{C7E14BB4-0BE6-4221-9FC2-C1AD2A9AA82D}"/>
                </a:ext>
              </a:extLst>
            </p:cNvPr>
            <p:cNvSpPr>
              <a:spLocks noChangeArrowheads="1"/>
            </p:cNvSpPr>
            <p:nvPr/>
          </p:nvSpPr>
          <p:spPr bwMode="auto">
            <a:xfrm>
              <a:off x="5046663" y="3005138"/>
              <a:ext cx="277812"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5987" name="Rectangle 32">
              <a:extLst>
                <a:ext uri="{FF2B5EF4-FFF2-40B4-BE49-F238E27FC236}">
                  <a16:creationId xmlns:a16="http://schemas.microsoft.com/office/drawing/2014/main" id="{97BC2707-3B78-4A00-8ED4-BDCBCD71AE8D}"/>
                </a:ext>
              </a:extLst>
            </p:cNvPr>
            <p:cNvSpPr>
              <a:spLocks noChangeArrowheads="1"/>
            </p:cNvSpPr>
            <p:nvPr/>
          </p:nvSpPr>
          <p:spPr bwMode="auto">
            <a:xfrm>
              <a:off x="5483225" y="2997200"/>
              <a:ext cx="277813"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5988" name="Line 33">
              <a:extLst>
                <a:ext uri="{FF2B5EF4-FFF2-40B4-BE49-F238E27FC236}">
                  <a16:creationId xmlns:a16="http://schemas.microsoft.com/office/drawing/2014/main" id="{A05B8C18-C510-4780-BAEF-B20831756360}"/>
                </a:ext>
              </a:extLst>
            </p:cNvPr>
            <p:cNvSpPr>
              <a:spLocks noChangeShapeType="1"/>
            </p:cNvSpPr>
            <p:nvPr/>
          </p:nvSpPr>
          <p:spPr bwMode="auto">
            <a:xfrm flipH="1">
              <a:off x="5497513" y="3589338"/>
              <a:ext cx="106362"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5989" name="Freeform 34">
              <a:extLst>
                <a:ext uri="{FF2B5EF4-FFF2-40B4-BE49-F238E27FC236}">
                  <a16:creationId xmlns:a16="http://schemas.microsoft.com/office/drawing/2014/main" id="{061ACEEC-3CA2-4B9E-B1DD-1AD25471105C}"/>
                </a:ext>
              </a:extLst>
            </p:cNvPr>
            <p:cNvSpPr>
              <a:spLocks/>
            </p:cNvSpPr>
            <p:nvPr/>
          </p:nvSpPr>
          <p:spPr bwMode="auto">
            <a:xfrm>
              <a:off x="4972050" y="3632200"/>
              <a:ext cx="147638" cy="146050"/>
            </a:xfrm>
            <a:custGeom>
              <a:avLst/>
              <a:gdLst>
                <a:gd name="T0" fmla="*/ 0 w 185"/>
                <a:gd name="T1" fmla="*/ 2147483646 h 186"/>
                <a:gd name="T2" fmla="*/ 2147483646 w 185"/>
                <a:gd name="T3" fmla="*/ 2147483646 h 186"/>
                <a:gd name="T4" fmla="*/ 0 w 185"/>
                <a:gd name="T5" fmla="*/ 0 h 186"/>
                <a:gd name="T6" fmla="*/ 0 60000 65536"/>
                <a:gd name="T7" fmla="*/ 0 60000 65536"/>
                <a:gd name="T8" fmla="*/ 0 60000 65536"/>
                <a:gd name="T9" fmla="*/ 0 w 185"/>
                <a:gd name="T10" fmla="*/ 0 h 186"/>
                <a:gd name="T11" fmla="*/ 185 w 185"/>
                <a:gd name="T12" fmla="*/ 186 h 186"/>
              </a:gdLst>
              <a:ahLst/>
              <a:cxnLst>
                <a:cxn ang="T6">
                  <a:pos x="T0" y="T1"/>
                </a:cxn>
                <a:cxn ang="T7">
                  <a:pos x="T2" y="T3"/>
                </a:cxn>
                <a:cxn ang="T8">
                  <a:pos x="T4" y="T5"/>
                </a:cxn>
              </a:cxnLst>
              <a:rect l="T9" t="T10" r="T11" b="T12"/>
              <a:pathLst>
                <a:path w="185" h="186">
                  <a:moveTo>
                    <a:pt x="0" y="186"/>
                  </a:moveTo>
                  <a:lnTo>
                    <a:pt x="185" y="80"/>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5990" name="Rectangle 35">
              <a:extLst>
                <a:ext uri="{FF2B5EF4-FFF2-40B4-BE49-F238E27FC236}">
                  <a16:creationId xmlns:a16="http://schemas.microsoft.com/office/drawing/2014/main" id="{9DAD84BB-DA48-406B-A48E-B065D6309CCC}"/>
                </a:ext>
              </a:extLst>
            </p:cNvPr>
            <p:cNvSpPr>
              <a:spLocks noChangeArrowheads="1"/>
            </p:cNvSpPr>
            <p:nvPr/>
          </p:nvSpPr>
          <p:spPr bwMode="auto">
            <a:xfrm>
              <a:off x="4972050" y="4598988"/>
              <a:ext cx="736600" cy="1177925"/>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5991" name="Rectangle 36">
              <a:extLst>
                <a:ext uri="{FF2B5EF4-FFF2-40B4-BE49-F238E27FC236}">
                  <a16:creationId xmlns:a16="http://schemas.microsoft.com/office/drawing/2014/main" id="{7755BF88-9563-49EC-BB51-AD3280B1B54E}"/>
                </a:ext>
              </a:extLst>
            </p:cNvPr>
            <p:cNvSpPr>
              <a:spLocks noChangeArrowheads="1"/>
            </p:cNvSpPr>
            <p:nvPr/>
          </p:nvSpPr>
          <p:spPr bwMode="auto">
            <a:xfrm>
              <a:off x="5484813" y="3598863"/>
              <a:ext cx="277812"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5992" name="Rectangle 37">
              <a:extLst>
                <a:ext uri="{FF2B5EF4-FFF2-40B4-BE49-F238E27FC236}">
                  <a16:creationId xmlns:a16="http://schemas.microsoft.com/office/drawing/2014/main" id="{670A5489-0D21-4856-96EE-6B5B729253BF}"/>
                </a:ext>
              </a:extLst>
            </p:cNvPr>
            <p:cNvSpPr>
              <a:spLocks noChangeArrowheads="1"/>
            </p:cNvSpPr>
            <p:nvPr/>
          </p:nvSpPr>
          <p:spPr bwMode="auto">
            <a:xfrm>
              <a:off x="5046663" y="4794250"/>
              <a:ext cx="27781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5993" name="Rectangle 38">
              <a:extLst>
                <a:ext uri="{FF2B5EF4-FFF2-40B4-BE49-F238E27FC236}">
                  <a16:creationId xmlns:a16="http://schemas.microsoft.com/office/drawing/2014/main" id="{D625A55B-EADF-4098-AE74-E36300EF7FE6}"/>
                </a:ext>
              </a:extLst>
            </p:cNvPr>
            <p:cNvSpPr>
              <a:spLocks noChangeArrowheads="1"/>
            </p:cNvSpPr>
            <p:nvPr/>
          </p:nvSpPr>
          <p:spPr bwMode="auto">
            <a:xfrm>
              <a:off x="5483225" y="4787900"/>
              <a:ext cx="277813"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5994" name="Line 39">
              <a:extLst>
                <a:ext uri="{FF2B5EF4-FFF2-40B4-BE49-F238E27FC236}">
                  <a16:creationId xmlns:a16="http://schemas.microsoft.com/office/drawing/2014/main" id="{6F731F70-31E5-465D-9D05-EEE3D3660B73}"/>
                </a:ext>
              </a:extLst>
            </p:cNvPr>
            <p:cNvSpPr>
              <a:spLocks noChangeShapeType="1"/>
            </p:cNvSpPr>
            <p:nvPr/>
          </p:nvSpPr>
          <p:spPr bwMode="auto">
            <a:xfrm flipH="1">
              <a:off x="5497513" y="5378450"/>
              <a:ext cx="106362"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5995" name="Freeform 40">
              <a:extLst>
                <a:ext uri="{FF2B5EF4-FFF2-40B4-BE49-F238E27FC236}">
                  <a16:creationId xmlns:a16="http://schemas.microsoft.com/office/drawing/2014/main" id="{4E39BE78-BD84-45E8-8288-B379F3C379B0}"/>
                </a:ext>
              </a:extLst>
            </p:cNvPr>
            <p:cNvSpPr>
              <a:spLocks/>
            </p:cNvSpPr>
            <p:nvPr/>
          </p:nvSpPr>
          <p:spPr bwMode="auto">
            <a:xfrm>
              <a:off x="4972050" y="5419725"/>
              <a:ext cx="147638" cy="147638"/>
            </a:xfrm>
            <a:custGeom>
              <a:avLst/>
              <a:gdLst>
                <a:gd name="T0" fmla="*/ 0 w 185"/>
                <a:gd name="T1" fmla="*/ 2147483646 h 186"/>
                <a:gd name="T2" fmla="*/ 2147483646 w 185"/>
                <a:gd name="T3" fmla="*/ 2147483646 h 186"/>
                <a:gd name="T4" fmla="*/ 0 w 185"/>
                <a:gd name="T5" fmla="*/ 0 h 186"/>
                <a:gd name="T6" fmla="*/ 0 60000 65536"/>
                <a:gd name="T7" fmla="*/ 0 60000 65536"/>
                <a:gd name="T8" fmla="*/ 0 60000 65536"/>
                <a:gd name="T9" fmla="*/ 0 w 185"/>
                <a:gd name="T10" fmla="*/ 0 h 186"/>
                <a:gd name="T11" fmla="*/ 185 w 185"/>
                <a:gd name="T12" fmla="*/ 186 h 186"/>
              </a:gdLst>
              <a:ahLst/>
              <a:cxnLst>
                <a:cxn ang="T6">
                  <a:pos x="T0" y="T1"/>
                </a:cxn>
                <a:cxn ang="T7">
                  <a:pos x="T2" y="T3"/>
                </a:cxn>
                <a:cxn ang="T8">
                  <a:pos x="T4" y="T5"/>
                </a:cxn>
              </a:cxnLst>
              <a:rect l="T9" t="T10" r="T11" b="T12"/>
              <a:pathLst>
                <a:path w="185" h="186">
                  <a:moveTo>
                    <a:pt x="0" y="186"/>
                  </a:moveTo>
                  <a:lnTo>
                    <a:pt x="185" y="80"/>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5996" name="Freeform 41">
              <a:extLst>
                <a:ext uri="{FF2B5EF4-FFF2-40B4-BE49-F238E27FC236}">
                  <a16:creationId xmlns:a16="http://schemas.microsoft.com/office/drawing/2014/main" id="{AAA7E96D-F30D-441A-9D97-ABCBCD672927}"/>
                </a:ext>
              </a:extLst>
            </p:cNvPr>
            <p:cNvSpPr>
              <a:spLocks/>
            </p:cNvSpPr>
            <p:nvPr/>
          </p:nvSpPr>
          <p:spPr bwMode="auto">
            <a:xfrm>
              <a:off x="4678363" y="1906588"/>
              <a:ext cx="293687" cy="3576637"/>
            </a:xfrm>
            <a:custGeom>
              <a:avLst/>
              <a:gdLst>
                <a:gd name="T0" fmla="*/ 0 w 371"/>
                <a:gd name="T1" fmla="*/ 2147483646 h 4506"/>
                <a:gd name="T2" fmla="*/ 0 w 371"/>
                <a:gd name="T3" fmla="*/ 0 h 4506"/>
                <a:gd name="T4" fmla="*/ 2147483646 w 371"/>
                <a:gd name="T5" fmla="*/ 0 h 4506"/>
                <a:gd name="T6" fmla="*/ 0 60000 65536"/>
                <a:gd name="T7" fmla="*/ 0 60000 65536"/>
                <a:gd name="T8" fmla="*/ 0 60000 65536"/>
                <a:gd name="T9" fmla="*/ 0 w 371"/>
                <a:gd name="T10" fmla="*/ 0 h 4506"/>
                <a:gd name="T11" fmla="*/ 371 w 371"/>
                <a:gd name="T12" fmla="*/ 4506 h 4506"/>
              </a:gdLst>
              <a:ahLst/>
              <a:cxnLst>
                <a:cxn ang="T6">
                  <a:pos x="T0" y="T1"/>
                </a:cxn>
                <a:cxn ang="T7">
                  <a:pos x="T2" y="T3"/>
                </a:cxn>
                <a:cxn ang="T8">
                  <a:pos x="T4" y="T5"/>
                </a:cxn>
              </a:cxnLst>
              <a:rect l="T9" t="T10" r="T11" b="T12"/>
              <a:pathLst>
                <a:path w="371" h="4506">
                  <a:moveTo>
                    <a:pt x="0" y="4506"/>
                  </a:moveTo>
                  <a:lnTo>
                    <a:pt x="0" y="0"/>
                  </a:lnTo>
                  <a:lnTo>
                    <a:pt x="371"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5997" name="Line 42">
              <a:extLst>
                <a:ext uri="{FF2B5EF4-FFF2-40B4-BE49-F238E27FC236}">
                  <a16:creationId xmlns:a16="http://schemas.microsoft.com/office/drawing/2014/main" id="{F996F765-CAE9-4451-ADB1-F1AB6A383617}"/>
                </a:ext>
              </a:extLst>
            </p:cNvPr>
            <p:cNvSpPr>
              <a:spLocks noChangeShapeType="1"/>
            </p:cNvSpPr>
            <p:nvPr/>
          </p:nvSpPr>
          <p:spPr bwMode="auto">
            <a:xfrm>
              <a:off x="2133600" y="5484813"/>
              <a:ext cx="283845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5998" name="Line 43">
              <a:extLst>
                <a:ext uri="{FF2B5EF4-FFF2-40B4-BE49-F238E27FC236}">
                  <a16:creationId xmlns:a16="http://schemas.microsoft.com/office/drawing/2014/main" id="{F5B97E2E-DCC7-443C-845D-0D3171FF22B8}"/>
                </a:ext>
              </a:extLst>
            </p:cNvPr>
            <p:cNvSpPr>
              <a:spLocks noChangeShapeType="1"/>
            </p:cNvSpPr>
            <p:nvPr/>
          </p:nvSpPr>
          <p:spPr bwMode="auto">
            <a:xfrm flipH="1" flipV="1">
              <a:off x="4370388" y="3098800"/>
              <a:ext cx="601662" cy="63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5999" name="Line 45">
              <a:extLst>
                <a:ext uri="{FF2B5EF4-FFF2-40B4-BE49-F238E27FC236}">
                  <a16:creationId xmlns:a16="http://schemas.microsoft.com/office/drawing/2014/main" id="{38EDC827-B24B-4B57-97D5-F6E49171E049}"/>
                </a:ext>
              </a:extLst>
            </p:cNvPr>
            <p:cNvSpPr>
              <a:spLocks noChangeShapeType="1"/>
            </p:cNvSpPr>
            <p:nvPr/>
          </p:nvSpPr>
          <p:spPr bwMode="auto">
            <a:xfrm>
              <a:off x="3479800" y="4746625"/>
              <a:ext cx="230188"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6000" name="Line 46">
              <a:extLst>
                <a:ext uri="{FF2B5EF4-FFF2-40B4-BE49-F238E27FC236}">
                  <a16:creationId xmlns:a16="http://schemas.microsoft.com/office/drawing/2014/main" id="{E1D99D30-AC5F-4246-82EC-AC4ED1D61336}"/>
                </a:ext>
              </a:extLst>
            </p:cNvPr>
            <p:cNvSpPr>
              <a:spLocks noChangeShapeType="1"/>
            </p:cNvSpPr>
            <p:nvPr/>
          </p:nvSpPr>
          <p:spPr bwMode="auto">
            <a:xfrm>
              <a:off x="3479800" y="5041900"/>
              <a:ext cx="230188"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6001" name="Line 47">
              <a:extLst>
                <a:ext uri="{FF2B5EF4-FFF2-40B4-BE49-F238E27FC236}">
                  <a16:creationId xmlns:a16="http://schemas.microsoft.com/office/drawing/2014/main" id="{147551F7-66E9-4F8A-B699-C9BBD2231995}"/>
                </a:ext>
              </a:extLst>
            </p:cNvPr>
            <p:cNvSpPr>
              <a:spLocks noChangeShapeType="1"/>
            </p:cNvSpPr>
            <p:nvPr/>
          </p:nvSpPr>
          <p:spPr bwMode="auto">
            <a:xfrm flipH="1">
              <a:off x="4383088" y="4894263"/>
              <a:ext cx="147637"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6002" name="Freeform 48">
              <a:extLst>
                <a:ext uri="{FF2B5EF4-FFF2-40B4-BE49-F238E27FC236}">
                  <a16:creationId xmlns:a16="http://schemas.microsoft.com/office/drawing/2014/main" id="{E867250C-454F-4A0B-9AAA-7E1BADB0AA4A}"/>
                </a:ext>
              </a:extLst>
            </p:cNvPr>
            <p:cNvSpPr>
              <a:spLocks/>
            </p:cNvSpPr>
            <p:nvPr/>
          </p:nvSpPr>
          <p:spPr bwMode="auto">
            <a:xfrm>
              <a:off x="3741738" y="4638675"/>
              <a:ext cx="628650" cy="249238"/>
            </a:xfrm>
            <a:custGeom>
              <a:avLst/>
              <a:gdLst>
                <a:gd name="T0" fmla="*/ 2147483646 w 793"/>
                <a:gd name="T1" fmla="*/ 2147483646 h 316"/>
                <a:gd name="T2" fmla="*/ 2147483646 w 793"/>
                <a:gd name="T3" fmla="*/ 2147483646 h 316"/>
                <a:gd name="T4" fmla="*/ 2147483646 w 793"/>
                <a:gd name="T5" fmla="*/ 2147483646 h 316"/>
                <a:gd name="T6" fmla="*/ 2147483646 w 793"/>
                <a:gd name="T7" fmla="*/ 2147483646 h 316"/>
                <a:gd name="T8" fmla="*/ 2147483646 w 793"/>
                <a:gd name="T9" fmla="*/ 2147483646 h 316"/>
                <a:gd name="T10" fmla="*/ 2147483646 w 793"/>
                <a:gd name="T11" fmla="*/ 2147483646 h 316"/>
                <a:gd name="T12" fmla="*/ 2147483646 w 793"/>
                <a:gd name="T13" fmla="*/ 2147483646 h 316"/>
                <a:gd name="T14" fmla="*/ 2147483646 w 793"/>
                <a:gd name="T15" fmla="*/ 2147483646 h 316"/>
                <a:gd name="T16" fmla="*/ 2147483646 w 793"/>
                <a:gd name="T17" fmla="*/ 2147483646 h 316"/>
                <a:gd name="T18" fmla="*/ 2147483646 w 793"/>
                <a:gd name="T19" fmla="*/ 2147483646 h 316"/>
                <a:gd name="T20" fmla="*/ 2147483646 w 793"/>
                <a:gd name="T21" fmla="*/ 2147483646 h 316"/>
                <a:gd name="T22" fmla="*/ 2147483646 w 793"/>
                <a:gd name="T23" fmla="*/ 2147483646 h 316"/>
                <a:gd name="T24" fmla="*/ 2147483646 w 793"/>
                <a:gd name="T25" fmla="*/ 2147483646 h 316"/>
                <a:gd name="T26" fmla="*/ 2147483646 w 793"/>
                <a:gd name="T27" fmla="*/ 2147483646 h 316"/>
                <a:gd name="T28" fmla="*/ 2147483646 w 793"/>
                <a:gd name="T29" fmla="*/ 2147483646 h 316"/>
                <a:gd name="T30" fmla="*/ 2147483646 w 793"/>
                <a:gd name="T31" fmla="*/ 2147483646 h 316"/>
                <a:gd name="T32" fmla="*/ 2147483646 w 793"/>
                <a:gd name="T33" fmla="*/ 2147483646 h 316"/>
                <a:gd name="T34" fmla="*/ 2147483646 w 793"/>
                <a:gd name="T35" fmla="*/ 2147483646 h 316"/>
                <a:gd name="T36" fmla="*/ 2147483646 w 793"/>
                <a:gd name="T37" fmla="*/ 2147483646 h 316"/>
                <a:gd name="T38" fmla="*/ 2147483646 w 793"/>
                <a:gd name="T39" fmla="*/ 2147483646 h 316"/>
                <a:gd name="T40" fmla="*/ 2147483646 w 793"/>
                <a:gd name="T41" fmla="*/ 2147483646 h 316"/>
                <a:gd name="T42" fmla="*/ 2147483646 w 793"/>
                <a:gd name="T43" fmla="*/ 2147483646 h 316"/>
                <a:gd name="T44" fmla="*/ 2147483646 w 793"/>
                <a:gd name="T45" fmla="*/ 2147483646 h 316"/>
                <a:gd name="T46" fmla="*/ 2147483646 w 793"/>
                <a:gd name="T47" fmla="*/ 2147483646 h 316"/>
                <a:gd name="T48" fmla="*/ 2147483646 w 793"/>
                <a:gd name="T49" fmla="*/ 2147483646 h 316"/>
                <a:gd name="T50" fmla="*/ 2147483646 w 793"/>
                <a:gd name="T51" fmla="*/ 2147483646 h 316"/>
                <a:gd name="T52" fmla="*/ 2147483646 w 793"/>
                <a:gd name="T53" fmla="*/ 2147483646 h 316"/>
                <a:gd name="T54" fmla="*/ 2147483646 w 793"/>
                <a:gd name="T55" fmla="*/ 2147483646 h 316"/>
                <a:gd name="T56" fmla="*/ 2147483646 w 793"/>
                <a:gd name="T57" fmla="*/ 2147483646 h 316"/>
                <a:gd name="T58" fmla="*/ 2147483646 w 793"/>
                <a:gd name="T59" fmla="*/ 2147483646 h 316"/>
                <a:gd name="T60" fmla="*/ 2147483646 w 793"/>
                <a:gd name="T61" fmla="*/ 2147483646 h 316"/>
                <a:gd name="T62" fmla="*/ 2147483646 w 793"/>
                <a:gd name="T63" fmla="*/ 2147483646 h 316"/>
                <a:gd name="T64" fmla="*/ 2147483646 w 793"/>
                <a:gd name="T65" fmla="*/ 2147483646 h 316"/>
                <a:gd name="T66" fmla="*/ 2147483646 w 793"/>
                <a:gd name="T67" fmla="*/ 2147483646 h 316"/>
                <a:gd name="T68" fmla="*/ 2147483646 w 793"/>
                <a:gd name="T69" fmla="*/ 2147483646 h 316"/>
                <a:gd name="T70" fmla="*/ 2147483646 w 793"/>
                <a:gd name="T71" fmla="*/ 2147483646 h 316"/>
                <a:gd name="T72" fmla="*/ 2147483646 w 793"/>
                <a:gd name="T73" fmla="*/ 2147483646 h 316"/>
                <a:gd name="T74" fmla="*/ 2147483646 w 793"/>
                <a:gd name="T75" fmla="*/ 2147483646 h 316"/>
                <a:gd name="T76" fmla="*/ 2147483646 w 793"/>
                <a:gd name="T77" fmla="*/ 2147483646 h 316"/>
                <a:gd name="T78" fmla="*/ 2147483646 w 793"/>
                <a:gd name="T79" fmla="*/ 2147483646 h 316"/>
                <a:gd name="T80" fmla="*/ 2147483646 w 793"/>
                <a:gd name="T81" fmla="*/ 2147483646 h 316"/>
                <a:gd name="T82" fmla="*/ 2147483646 w 793"/>
                <a:gd name="T83" fmla="*/ 2147483646 h 316"/>
                <a:gd name="T84" fmla="*/ 2147483646 w 793"/>
                <a:gd name="T85" fmla="*/ 2147483646 h 316"/>
                <a:gd name="T86" fmla="*/ 2147483646 w 793"/>
                <a:gd name="T87" fmla="*/ 2147483646 h 316"/>
                <a:gd name="T88" fmla="*/ 2147483646 w 793"/>
                <a:gd name="T89" fmla="*/ 2147483646 h 316"/>
                <a:gd name="T90" fmla="*/ 2147483646 w 793"/>
                <a:gd name="T91" fmla="*/ 2147483646 h 316"/>
                <a:gd name="T92" fmla="*/ 2147483646 w 793"/>
                <a:gd name="T93" fmla="*/ 2147483646 h 316"/>
                <a:gd name="T94" fmla="*/ 2147483646 w 793"/>
                <a:gd name="T95" fmla="*/ 2147483646 h 316"/>
                <a:gd name="T96" fmla="*/ 2147483646 w 793"/>
                <a:gd name="T97" fmla="*/ 2147483646 h 316"/>
                <a:gd name="T98" fmla="*/ 2147483646 w 793"/>
                <a:gd name="T99" fmla="*/ 2147483646 h 316"/>
                <a:gd name="T100" fmla="*/ 2147483646 w 793"/>
                <a:gd name="T101" fmla="*/ 2147483646 h 316"/>
                <a:gd name="T102" fmla="*/ 2147483646 w 793"/>
                <a:gd name="T103" fmla="*/ 2147483646 h 316"/>
                <a:gd name="T104" fmla="*/ 2147483646 w 793"/>
                <a:gd name="T105" fmla="*/ 2147483646 h 316"/>
                <a:gd name="T106" fmla="*/ 2147483646 w 793"/>
                <a:gd name="T107" fmla="*/ 2147483646 h 316"/>
                <a:gd name="T108" fmla="*/ 2147483646 w 793"/>
                <a:gd name="T109" fmla="*/ 2147483646 h 316"/>
                <a:gd name="T110" fmla="*/ 2147483646 w 793"/>
                <a:gd name="T111" fmla="*/ 2147483646 h 316"/>
                <a:gd name="T112" fmla="*/ 2147483646 w 793"/>
                <a:gd name="T113" fmla="*/ 2147483646 h 316"/>
                <a:gd name="T114" fmla="*/ 2147483646 w 793"/>
                <a:gd name="T115" fmla="*/ 2147483646 h 316"/>
                <a:gd name="T116" fmla="*/ 2147483646 w 793"/>
                <a:gd name="T117" fmla="*/ 2147483646 h 316"/>
                <a:gd name="T118" fmla="*/ 2147483646 w 793"/>
                <a:gd name="T119" fmla="*/ 2147483646 h 316"/>
                <a:gd name="T120" fmla="*/ 2147483646 w 793"/>
                <a:gd name="T121" fmla="*/ 2147483646 h 3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93"/>
                <a:gd name="T184" fmla="*/ 0 h 316"/>
                <a:gd name="T185" fmla="*/ 793 w 793"/>
                <a:gd name="T186" fmla="*/ 316 h 3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93" h="316">
                  <a:moveTo>
                    <a:pt x="0" y="0"/>
                  </a:moveTo>
                  <a:lnTo>
                    <a:pt x="31" y="0"/>
                  </a:lnTo>
                  <a:lnTo>
                    <a:pt x="60" y="0"/>
                  </a:lnTo>
                  <a:lnTo>
                    <a:pt x="86" y="0"/>
                  </a:lnTo>
                  <a:lnTo>
                    <a:pt x="110" y="0"/>
                  </a:lnTo>
                  <a:lnTo>
                    <a:pt x="134" y="0"/>
                  </a:lnTo>
                  <a:lnTo>
                    <a:pt x="155" y="2"/>
                  </a:lnTo>
                  <a:lnTo>
                    <a:pt x="175" y="2"/>
                  </a:lnTo>
                  <a:lnTo>
                    <a:pt x="194" y="2"/>
                  </a:lnTo>
                  <a:lnTo>
                    <a:pt x="211" y="2"/>
                  </a:lnTo>
                  <a:lnTo>
                    <a:pt x="226" y="2"/>
                  </a:lnTo>
                  <a:lnTo>
                    <a:pt x="240" y="2"/>
                  </a:lnTo>
                  <a:lnTo>
                    <a:pt x="253" y="2"/>
                  </a:lnTo>
                  <a:lnTo>
                    <a:pt x="265" y="2"/>
                  </a:lnTo>
                  <a:lnTo>
                    <a:pt x="276" y="2"/>
                  </a:lnTo>
                  <a:lnTo>
                    <a:pt x="286" y="2"/>
                  </a:lnTo>
                  <a:lnTo>
                    <a:pt x="294" y="2"/>
                  </a:lnTo>
                  <a:lnTo>
                    <a:pt x="302" y="2"/>
                  </a:lnTo>
                  <a:lnTo>
                    <a:pt x="310" y="2"/>
                  </a:lnTo>
                  <a:lnTo>
                    <a:pt x="316" y="2"/>
                  </a:lnTo>
                  <a:lnTo>
                    <a:pt x="322" y="2"/>
                  </a:lnTo>
                  <a:lnTo>
                    <a:pt x="326" y="2"/>
                  </a:lnTo>
                  <a:lnTo>
                    <a:pt x="332" y="2"/>
                  </a:lnTo>
                  <a:lnTo>
                    <a:pt x="335" y="2"/>
                  </a:lnTo>
                  <a:lnTo>
                    <a:pt x="338" y="2"/>
                  </a:lnTo>
                  <a:lnTo>
                    <a:pt x="342" y="2"/>
                  </a:lnTo>
                  <a:lnTo>
                    <a:pt x="345" y="2"/>
                  </a:lnTo>
                  <a:lnTo>
                    <a:pt x="346" y="2"/>
                  </a:lnTo>
                  <a:lnTo>
                    <a:pt x="349" y="2"/>
                  </a:lnTo>
                  <a:lnTo>
                    <a:pt x="351" y="2"/>
                  </a:lnTo>
                  <a:lnTo>
                    <a:pt x="353" y="2"/>
                  </a:lnTo>
                  <a:lnTo>
                    <a:pt x="355" y="3"/>
                  </a:lnTo>
                  <a:lnTo>
                    <a:pt x="358" y="3"/>
                  </a:lnTo>
                  <a:lnTo>
                    <a:pt x="359" y="3"/>
                  </a:lnTo>
                  <a:lnTo>
                    <a:pt x="362" y="3"/>
                  </a:lnTo>
                  <a:lnTo>
                    <a:pt x="363" y="3"/>
                  </a:lnTo>
                  <a:lnTo>
                    <a:pt x="366" y="3"/>
                  </a:lnTo>
                  <a:lnTo>
                    <a:pt x="367" y="3"/>
                  </a:lnTo>
                  <a:lnTo>
                    <a:pt x="369" y="3"/>
                  </a:lnTo>
                  <a:lnTo>
                    <a:pt x="370" y="3"/>
                  </a:lnTo>
                  <a:lnTo>
                    <a:pt x="371" y="3"/>
                  </a:lnTo>
                  <a:lnTo>
                    <a:pt x="374" y="4"/>
                  </a:lnTo>
                  <a:lnTo>
                    <a:pt x="375" y="4"/>
                  </a:lnTo>
                  <a:lnTo>
                    <a:pt x="377" y="4"/>
                  </a:lnTo>
                  <a:lnTo>
                    <a:pt x="378" y="4"/>
                  </a:lnTo>
                  <a:lnTo>
                    <a:pt x="379" y="4"/>
                  </a:lnTo>
                  <a:lnTo>
                    <a:pt x="381" y="4"/>
                  </a:lnTo>
                  <a:lnTo>
                    <a:pt x="382" y="4"/>
                  </a:lnTo>
                  <a:lnTo>
                    <a:pt x="383" y="4"/>
                  </a:lnTo>
                  <a:lnTo>
                    <a:pt x="385" y="4"/>
                  </a:lnTo>
                  <a:lnTo>
                    <a:pt x="386" y="4"/>
                  </a:lnTo>
                  <a:lnTo>
                    <a:pt x="387" y="6"/>
                  </a:lnTo>
                  <a:lnTo>
                    <a:pt x="388" y="6"/>
                  </a:lnTo>
                  <a:lnTo>
                    <a:pt x="390" y="6"/>
                  </a:lnTo>
                  <a:lnTo>
                    <a:pt x="391" y="6"/>
                  </a:lnTo>
                  <a:lnTo>
                    <a:pt x="392" y="6"/>
                  </a:lnTo>
                  <a:lnTo>
                    <a:pt x="394" y="6"/>
                  </a:lnTo>
                  <a:lnTo>
                    <a:pt x="395" y="6"/>
                  </a:lnTo>
                  <a:lnTo>
                    <a:pt x="398" y="7"/>
                  </a:lnTo>
                  <a:lnTo>
                    <a:pt x="399" y="7"/>
                  </a:lnTo>
                  <a:lnTo>
                    <a:pt x="400" y="7"/>
                  </a:lnTo>
                  <a:lnTo>
                    <a:pt x="403" y="7"/>
                  </a:lnTo>
                  <a:lnTo>
                    <a:pt x="404" y="7"/>
                  </a:lnTo>
                  <a:lnTo>
                    <a:pt x="407" y="8"/>
                  </a:lnTo>
                  <a:lnTo>
                    <a:pt x="408" y="8"/>
                  </a:lnTo>
                  <a:lnTo>
                    <a:pt x="411" y="8"/>
                  </a:lnTo>
                  <a:lnTo>
                    <a:pt x="412" y="8"/>
                  </a:lnTo>
                  <a:lnTo>
                    <a:pt x="414" y="8"/>
                  </a:lnTo>
                  <a:lnTo>
                    <a:pt x="416" y="10"/>
                  </a:lnTo>
                  <a:lnTo>
                    <a:pt x="418" y="10"/>
                  </a:lnTo>
                  <a:lnTo>
                    <a:pt x="419" y="10"/>
                  </a:lnTo>
                  <a:lnTo>
                    <a:pt x="420" y="10"/>
                  </a:lnTo>
                  <a:lnTo>
                    <a:pt x="422" y="10"/>
                  </a:lnTo>
                  <a:lnTo>
                    <a:pt x="423" y="10"/>
                  </a:lnTo>
                  <a:lnTo>
                    <a:pt x="424" y="11"/>
                  </a:lnTo>
                  <a:lnTo>
                    <a:pt x="426" y="11"/>
                  </a:lnTo>
                  <a:lnTo>
                    <a:pt x="427" y="11"/>
                  </a:lnTo>
                  <a:lnTo>
                    <a:pt x="428" y="11"/>
                  </a:lnTo>
                  <a:lnTo>
                    <a:pt x="430" y="12"/>
                  </a:lnTo>
                  <a:lnTo>
                    <a:pt x="431" y="12"/>
                  </a:lnTo>
                  <a:lnTo>
                    <a:pt x="432" y="12"/>
                  </a:lnTo>
                  <a:lnTo>
                    <a:pt x="434" y="12"/>
                  </a:lnTo>
                  <a:lnTo>
                    <a:pt x="435" y="14"/>
                  </a:lnTo>
                  <a:lnTo>
                    <a:pt x="436" y="14"/>
                  </a:lnTo>
                  <a:lnTo>
                    <a:pt x="438" y="14"/>
                  </a:lnTo>
                  <a:lnTo>
                    <a:pt x="439" y="14"/>
                  </a:lnTo>
                  <a:lnTo>
                    <a:pt x="440" y="15"/>
                  </a:lnTo>
                  <a:lnTo>
                    <a:pt x="443" y="15"/>
                  </a:lnTo>
                  <a:lnTo>
                    <a:pt x="444" y="16"/>
                  </a:lnTo>
                  <a:lnTo>
                    <a:pt x="445" y="16"/>
                  </a:lnTo>
                  <a:lnTo>
                    <a:pt x="448" y="18"/>
                  </a:lnTo>
                  <a:lnTo>
                    <a:pt x="449" y="18"/>
                  </a:lnTo>
                  <a:lnTo>
                    <a:pt x="452" y="19"/>
                  </a:lnTo>
                  <a:lnTo>
                    <a:pt x="455" y="19"/>
                  </a:lnTo>
                  <a:lnTo>
                    <a:pt x="457" y="20"/>
                  </a:lnTo>
                  <a:lnTo>
                    <a:pt x="459" y="20"/>
                  </a:lnTo>
                  <a:lnTo>
                    <a:pt x="461" y="22"/>
                  </a:lnTo>
                  <a:lnTo>
                    <a:pt x="464" y="22"/>
                  </a:lnTo>
                  <a:lnTo>
                    <a:pt x="465" y="23"/>
                  </a:lnTo>
                  <a:lnTo>
                    <a:pt x="467" y="23"/>
                  </a:lnTo>
                  <a:lnTo>
                    <a:pt x="469" y="24"/>
                  </a:lnTo>
                  <a:lnTo>
                    <a:pt x="471" y="24"/>
                  </a:lnTo>
                  <a:lnTo>
                    <a:pt x="472" y="24"/>
                  </a:lnTo>
                  <a:lnTo>
                    <a:pt x="473" y="26"/>
                  </a:lnTo>
                  <a:lnTo>
                    <a:pt x="475" y="26"/>
                  </a:lnTo>
                  <a:lnTo>
                    <a:pt x="476" y="26"/>
                  </a:lnTo>
                  <a:lnTo>
                    <a:pt x="477" y="27"/>
                  </a:lnTo>
                  <a:lnTo>
                    <a:pt x="479" y="27"/>
                  </a:lnTo>
                  <a:lnTo>
                    <a:pt x="480" y="27"/>
                  </a:lnTo>
                  <a:lnTo>
                    <a:pt x="481" y="28"/>
                  </a:lnTo>
                  <a:lnTo>
                    <a:pt x="483" y="28"/>
                  </a:lnTo>
                  <a:lnTo>
                    <a:pt x="484" y="30"/>
                  </a:lnTo>
                  <a:lnTo>
                    <a:pt x="485" y="30"/>
                  </a:lnTo>
                  <a:lnTo>
                    <a:pt x="487" y="31"/>
                  </a:lnTo>
                  <a:lnTo>
                    <a:pt x="488" y="31"/>
                  </a:lnTo>
                  <a:lnTo>
                    <a:pt x="489" y="32"/>
                  </a:lnTo>
                  <a:lnTo>
                    <a:pt x="490" y="32"/>
                  </a:lnTo>
                  <a:lnTo>
                    <a:pt x="492" y="34"/>
                  </a:lnTo>
                  <a:lnTo>
                    <a:pt x="493" y="34"/>
                  </a:lnTo>
                  <a:lnTo>
                    <a:pt x="494" y="35"/>
                  </a:lnTo>
                  <a:lnTo>
                    <a:pt x="497" y="35"/>
                  </a:lnTo>
                  <a:lnTo>
                    <a:pt x="498" y="36"/>
                  </a:lnTo>
                  <a:lnTo>
                    <a:pt x="500" y="38"/>
                  </a:lnTo>
                  <a:lnTo>
                    <a:pt x="502" y="38"/>
                  </a:lnTo>
                  <a:lnTo>
                    <a:pt x="504" y="39"/>
                  </a:lnTo>
                  <a:lnTo>
                    <a:pt x="506" y="40"/>
                  </a:lnTo>
                  <a:lnTo>
                    <a:pt x="508" y="42"/>
                  </a:lnTo>
                  <a:lnTo>
                    <a:pt x="510" y="42"/>
                  </a:lnTo>
                  <a:lnTo>
                    <a:pt x="512" y="43"/>
                  </a:lnTo>
                  <a:lnTo>
                    <a:pt x="513" y="44"/>
                  </a:lnTo>
                  <a:lnTo>
                    <a:pt x="516" y="44"/>
                  </a:lnTo>
                  <a:lnTo>
                    <a:pt x="517" y="46"/>
                  </a:lnTo>
                  <a:lnTo>
                    <a:pt x="518" y="46"/>
                  </a:lnTo>
                  <a:lnTo>
                    <a:pt x="520" y="47"/>
                  </a:lnTo>
                  <a:lnTo>
                    <a:pt x="521" y="47"/>
                  </a:lnTo>
                  <a:lnTo>
                    <a:pt x="522" y="48"/>
                  </a:lnTo>
                  <a:lnTo>
                    <a:pt x="524" y="50"/>
                  </a:lnTo>
                  <a:lnTo>
                    <a:pt x="525" y="50"/>
                  </a:lnTo>
                  <a:lnTo>
                    <a:pt x="526" y="50"/>
                  </a:lnTo>
                  <a:lnTo>
                    <a:pt x="528" y="51"/>
                  </a:lnTo>
                  <a:lnTo>
                    <a:pt x="529" y="52"/>
                  </a:lnTo>
                  <a:lnTo>
                    <a:pt x="530" y="52"/>
                  </a:lnTo>
                  <a:lnTo>
                    <a:pt x="532" y="54"/>
                  </a:lnTo>
                  <a:lnTo>
                    <a:pt x="533" y="54"/>
                  </a:lnTo>
                  <a:lnTo>
                    <a:pt x="534" y="55"/>
                  </a:lnTo>
                  <a:lnTo>
                    <a:pt x="536" y="55"/>
                  </a:lnTo>
                  <a:lnTo>
                    <a:pt x="537" y="56"/>
                  </a:lnTo>
                  <a:lnTo>
                    <a:pt x="538" y="57"/>
                  </a:lnTo>
                  <a:lnTo>
                    <a:pt x="540" y="57"/>
                  </a:lnTo>
                  <a:lnTo>
                    <a:pt x="541" y="59"/>
                  </a:lnTo>
                  <a:lnTo>
                    <a:pt x="542" y="59"/>
                  </a:lnTo>
                  <a:lnTo>
                    <a:pt x="545" y="60"/>
                  </a:lnTo>
                  <a:lnTo>
                    <a:pt x="546" y="61"/>
                  </a:lnTo>
                  <a:lnTo>
                    <a:pt x="547" y="63"/>
                  </a:lnTo>
                  <a:lnTo>
                    <a:pt x="550" y="63"/>
                  </a:lnTo>
                  <a:lnTo>
                    <a:pt x="551" y="64"/>
                  </a:lnTo>
                  <a:lnTo>
                    <a:pt x="553" y="65"/>
                  </a:lnTo>
                  <a:lnTo>
                    <a:pt x="555" y="67"/>
                  </a:lnTo>
                  <a:lnTo>
                    <a:pt x="557" y="67"/>
                  </a:lnTo>
                  <a:lnTo>
                    <a:pt x="558" y="68"/>
                  </a:lnTo>
                  <a:lnTo>
                    <a:pt x="559" y="68"/>
                  </a:lnTo>
                  <a:lnTo>
                    <a:pt x="561" y="69"/>
                  </a:lnTo>
                  <a:lnTo>
                    <a:pt x="562" y="69"/>
                  </a:lnTo>
                  <a:lnTo>
                    <a:pt x="562" y="71"/>
                  </a:lnTo>
                  <a:lnTo>
                    <a:pt x="563" y="71"/>
                  </a:lnTo>
                  <a:lnTo>
                    <a:pt x="565" y="72"/>
                  </a:lnTo>
                  <a:lnTo>
                    <a:pt x="566" y="72"/>
                  </a:lnTo>
                  <a:lnTo>
                    <a:pt x="566" y="73"/>
                  </a:lnTo>
                  <a:lnTo>
                    <a:pt x="567" y="73"/>
                  </a:lnTo>
                  <a:lnTo>
                    <a:pt x="569" y="73"/>
                  </a:lnTo>
                  <a:lnTo>
                    <a:pt x="569" y="75"/>
                  </a:lnTo>
                  <a:lnTo>
                    <a:pt x="570" y="75"/>
                  </a:lnTo>
                  <a:lnTo>
                    <a:pt x="571" y="76"/>
                  </a:lnTo>
                  <a:lnTo>
                    <a:pt x="573" y="76"/>
                  </a:lnTo>
                  <a:lnTo>
                    <a:pt x="574" y="77"/>
                  </a:lnTo>
                  <a:lnTo>
                    <a:pt x="575" y="79"/>
                  </a:lnTo>
                  <a:lnTo>
                    <a:pt x="577" y="79"/>
                  </a:lnTo>
                  <a:lnTo>
                    <a:pt x="578" y="80"/>
                  </a:lnTo>
                  <a:lnTo>
                    <a:pt x="579" y="81"/>
                  </a:lnTo>
                  <a:lnTo>
                    <a:pt x="581" y="81"/>
                  </a:lnTo>
                  <a:lnTo>
                    <a:pt x="582" y="83"/>
                  </a:lnTo>
                  <a:lnTo>
                    <a:pt x="583" y="84"/>
                  </a:lnTo>
                  <a:lnTo>
                    <a:pt x="585" y="84"/>
                  </a:lnTo>
                  <a:lnTo>
                    <a:pt x="587" y="85"/>
                  </a:lnTo>
                  <a:lnTo>
                    <a:pt x="589" y="87"/>
                  </a:lnTo>
                  <a:lnTo>
                    <a:pt x="590" y="88"/>
                  </a:lnTo>
                  <a:lnTo>
                    <a:pt x="591" y="88"/>
                  </a:lnTo>
                  <a:lnTo>
                    <a:pt x="592" y="89"/>
                  </a:lnTo>
                  <a:lnTo>
                    <a:pt x="594" y="91"/>
                  </a:lnTo>
                  <a:lnTo>
                    <a:pt x="595" y="91"/>
                  </a:lnTo>
                  <a:lnTo>
                    <a:pt x="596" y="92"/>
                  </a:lnTo>
                  <a:lnTo>
                    <a:pt x="598" y="93"/>
                  </a:lnTo>
                  <a:lnTo>
                    <a:pt x="599" y="93"/>
                  </a:lnTo>
                  <a:lnTo>
                    <a:pt x="600" y="95"/>
                  </a:lnTo>
                  <a:lnTo>
                    <a:pt x="602" y="96"/>
                  </a:lnTo>
                  <a:lnTo>
                    <a:pt x="603" y="96"/>
                  </a:lnTo>
                  <a:lnTo>
                    <a:pt x="603" y="97"/>
                  </a:lnTo>
                  <a:lnTo>
                    <a:pt x="604" y="97"/>
                  </a:lnTo>
                  <a:lnTo>
                    <a:pt x="606" y="99"/>
                  </a:lnTo>
                  <a:lnTo>
                    <a:pt x="607" y="99"/>
                  </a:lnTo>
                  <a:lnTo>
                    <a:pt x="607" y="100"/>
                  </a:lnTo>
                  <a:lnTo>
                    <a:pt x="608" y="100"/>
                  </a:lnTo>
                  <a:lnTo>
                    <a:pt x="608" y="101"/>
                  </a:lnTo>
                  <a:lnTo>
                    <a:pt x="610" y="101"/>
                  </a:lnTo>
                  <a:lnTo>
                    <a:pt x="611" y="103"/>
                  </a:lnTo>
                  <a:lnTo>
                    <a:pt x="612" y="104"/>
                  </a:lnTo>
                  <a:lnTo>
                    <a:pt x="614" y="104"/>
                  </a:lnTo>
                  <a:lnTo>
                    <a:pt x="615" y="105"/>
                  </a:lnTo>
                  <a:lnTo>
                    <a:pt x="615" y="107"/>
                  </a:lnTo>
                  <a:lnTo>
                    <a:pt x="616" y="107"/>
                  </a:lnTo>
                  <a:lnTo>
                    <a:pt x="618" y="108"/>
                  </a:lnTo>
                  <a:lnTo>
                    <a:pt x="619" y="109"/>
                  </a:lnTo>
                  <a:lnTo>
                    <a:pt x="620" y="110"/>
                  </a:lnTo>
                  <a:lnTo>
                    <a:pt x="622" y="110"/>
                  </a:lnTo>
                  <a:lnTo>
                    <a:pt x="622" y="112"/>
                  </a:lnTo>
                  <a:lnTo>
                    <a:pt x="623" y="112"/>
                  </a:lnTo>
                  <a:lnTo>
                    <a:pt x="624" y="113"/>
                  </a:lnTo>
                  <a:lnTo>
                    <a:pt x="626" y="113"/>
                  </a:lnTo>
                  <a:lnTo>
                    <a:pt x="626" y="114"/>
                  </a:lnTo>
                  <a:lnTo>
                    <a:pt x="627" y="114"/>
                  </a:lnTo>
                  <a:lnTo>
                    <a:pt x="627" y="116"/>
                  </a:lnTo>
                  <a:lnTo>
                    <a:pt x="628" y="116"/>
                  </a:lnTo>
                  <a:lnTo>
                    <a:pt x="630" y="117"/>
                  </a:lnTo>
                  <a:lnTo>
                    <a:pt x="631" y="117"/>
                  </a:lnTo>
                  <a:lnTo>
                    <a:pt x="631" y="118"/>
                  </a:lnTo>
                  <a:lnTo>
                    <a:pt x="632" y="118"/>
                  </a:lnTo>
                  <a:lnTo>
                    <a:pt x="632" y="120"/>
                  </a:lnTo>
                  <a:lnTo>
                    <a:pt x="634" y="120"/>
                  </a:lnTo>
                  <a:lnTo>
                    <a:pt x="635" y="121"/>
                  </a:lnTo>
                  <a:lnTo>
                    <a:pt x="636" y="121"/>
                  </a:lnTo>
                  <a:lnTo>
                    <a:pt x="638" y="122"/>
                  </a:lnTo>
                  <a:lnTo>
                    <a:pt x="639" y="124"/>
                  </a:lnTo>
                  <a:lnTo>
                    <a:pt x="640" y="124"/>
                  </a:lnTo>
                  <a:lnTo>
                    <a:pt x="642" y="125"/>
                  </a:lnTo>
                  <a:lnTo>
                    <a:pt x="643" y="126"/>
                  </a:lnTo>
                  <a:lnTo>
                    <a:pt x="644" y="126"/>
                  </a:lnTo>
                  <a:lnTo>
                    <a:pt x="644" y="128"/>
                  </a:lnTo>
                  <a:lnTo>
                    <a:pt x="645" y="128"/>
                  </a:lnTo>
                  <a:lnTo>
                    <a:pt x="647" y="129"/>
                  </a:lnTo>
                  <a:lnTo>
                    <a:pt x="648" y="129"/>
                  </a:lnTo>
                  <a:lnTo>
                    <a:pt x="648" y="130"/>
                  </a:lnTo>
                  <a:lnTo>
                    <a:pt x="649" y="130"/>
                  </a:lnTo>
                  <a:lnTo>
                    <a:pt x="651" y="132"/>
                  </a:lnTo>
                  <a:lnTo>
                    <a:pt x="652" y="133"/>
                  </a:lnTo>
                  <a:lnTo>
                    <a:pt x="653" y="134"/>
                  </a:lnTo>
                  <a:lnTo>
                    <a:pt x="655" y="136"/>
                  </a:lnTo>
                  <a:lnTo>
                    <a:pt x="656" y="137"/>
                  </a:lnTo>
                  <a:lnTo>
                    <a:pt x="657" y="138"/>
                  </a:lnTo>
                  <a:lnTo>
                    <a:pt x="659" y="140"/>
                  </a:lnTo>
                  <a:lnTo>
                    <a:pt x="660" y="141"/>
                  </a:lnTo>
                  <a:lnTo>
                    <a:pt x="661" y="142"/>
                  </a:lnTo>
                  <a:lnTo>
                    <a:pt x="661" y="144"/>
                  </a:lnTo>
                  <a:lnTo>
                    <a:pt x="663" y="144"/>
                  </a:lnTo>
                  <a:lnTo>
                    <a:pt x="664" y="145"/>
                  </a:lnTo>
                  <a:lnTo>
                    <a:pt x="665" y="146"/>
                  </a:lnTo>
                  <a:lnTo>
                    <a:pt x="667" y="149"/>
                  </a:lnTo>
                  <a:lnTo>
                    <a:pt x="668" y="149"/>
                  </a:lnTo>
                  <a:lnTo>
                    <a:pt x="669" y="150"/>
                  </a:lnTo>
                  <a:lnTo>
                    <a:pt x="671" y="152"/>
                  </a:lnTo>
                  <a:lnTo>
                    <a:pt x="671" y="153"/>
                  </a:lnTo>
                  <a:lnTo>
                    <a:pt x="672" y="154"/>
                  </a:lnTo>
                  <a:lnTo>
                    <a:pt x="673" y="156"/>
                  </a:lnTo>
                  <a:lnTo>
                    <a:pt x="675" y="156"/>
                  </a:lnTo>
                  <a:lnTo>
                    <a:pt x="675" y="157"/>
                  </a:lnTo>
                  <a:lnTo>
                    <a:pt x="676" y="158"/>
                  </a:lnTo>
                  <a:lnTo>
                    <a:pt x="677" y="160"/>
                  </a:lnTo>
                  <a:lnTo>
                    <a:pt x="679" y="161"/>
                  </a:lnTo>
                  <a:lnTo>
                    <a:pt x="680" y="162"/>
                  </a:lnTo>
                  <a:lnTo>
                    <a:pt x="681" y="163"/>
                  </a:lnTo>
                  <a:lnTo>
                    <a:pt x="683" y="165"/>
                  </a:lnTo>
                  <a:lnTo>
                    <a:pt x="683" y="166"/>
                  </a:lnTo>
                  <a:lnTo>
                    <a:pt x="684" y="166"/>
                  </a:lnTo>
                  <a:lnTo>
                    <a:pt x="685" y="167"/>
                  </a:lnTo>
                  <a:lnTo>
                    <a:pt x="685" y="169"/>
                  </a:lnTo>
                  <a:lnTo>
                    <a:pt x="687" y="170"/>
                  </a:lnTo>
                  <a:lnTo>
                    <a:pt x="688" y="171"/>
                  </a:lnTo>
                  <a:lnTo>
                    <a:pt x="688" y="173"/>
                  </a:lnTo>
                  <a:lnTo>
                    <a:pt x="689" y="174"/>
                  </a:lnTo>
                  <a:lnTo>
                    <a:pt x="691" y="175"/>
                  </a:lnTo>
                  <a:lnTo>
                    <a:pt x="692" y="177"/>
                  </a:lnTo>
                  <a:lnTo>
                    <a:pt x="693" y="178"/>
                  </a:lnTo>
                  <a:lnTo>
                    <a:pt x="695" y="179"/>
                  </a:lnTo>
                  <a:lnTo>
                    <a:pt x="696" y="182"/>
                  </a:lnTo>
                  <a:lnTo>
                    <a:pt x="697" y="183"/>
                  </a:lnTo>
                  <a:lnTo>
                    <a:pt x="700" y="185"/>
                  </a:lnTo>
                  <a:lnTo>
                    <a:pt x="701" y="187"/>
                  </a:lnTo>
                  <a:lnTo>
                    <a:pt x="701" y="189"/>
                  </a:lnTo>
                  <a:lnTo>
                    <a:pt x="702" y="190"/>
                  </a:lnTo>
                  <a:lnTo>
                    <a:pt x="704" y="191"/>
                  </a:lnTo>
                  <a:lnTo>
                    <a:pt x="705" y="193"/>
                  </a:lnTo>
                  <a:lnTo>
                    <a:pt x="706" y="194"/>
                  </a:lnTo>
                  <a:lnTo>
                    <a:pt x="706" y="195"/>
                  </a:lnTo>
                  <a:lnTo>
                    <a:pt x="708" y="195"/>
                  </a:lnTo>
                  <a:lnTo>
                    <a:pt x="709" y="197"/>
                  </a:lnTo>
                  <a:lnTo>
                    <a:pt x="709" y="198"/>
                  </a:lnTo>
                  <a:lnTo>
                    <a:pt x="710" y="199"/>
                  </a:lnTo>
                  <a:lnTo>
                    <a:pt x="712" y="199"/>
                  </a:lnTo>
                  <a:lnTo>
                    <a:pt x="712" y="201"/>
                  </a:lnTo>
                  <a:lnTo>
                    <a:pt x="713" y="202"/>
                  </a:lnTo>
                  <a:lnTo>
                    <a:pt x="713" y="203"/>
                  </a:lnTo>
                  <a:lnTo>
                    <a:pt x="714" y="205"/>
                  </a:lnTo>
                  <a:lnTo>
                    <a:pt x="716" y="205"/>
                  </a:lnTo>
                  <a:lnTo>
                    <a:pt x="716" y="206"/>
                  </a:lnTo>
                  <a:lnTo>
                    <a:pt x="717" y="207"/>
                  </a:lnTo>
                  <a:lnTo>
                    <a:pt x="718" y="209"/>
                  </a:lnTo>
                  <a:lnTo>
                    <a:pt x="718" y="210"/>
                  </a:lnTo>
                  <a:lnTo>
                    <a:pt x="720" y="211"/>
                  </a:lnTo>
                  <a:lnTo>
                    <a:pt x="721" y="213"/>
                  </a:lnTo>
                  <a:lnTo>
                    <a:pt x="721" y="214"/>
                  </a:lnTo>
                  <a:lnTo>
                    <a:pt x="722" y="215"/>
                  </a:lnTo>
                  <a:lnTo>
                    <a:pt x="724" y="217"/>
                  </a:lnTo>
                  <a:lnTo>
                    <a:pt x="725" y="219"/>
                  </a:lnTo>
                  <a:lnTo>
                    <a:pt x="726" y="220"/>
                  </a:lnTo>
                  <a:lnTo>
                    <a:pt x="728" y="223"/>
                  </a:lnTo>
                  <a:lnTo>
                    <a:pt x="729" y="224"/>
                  </a:lnTo>
                  <a:lnTo>
                    <a:pt x="730" y="227"/>
                  </a:lnTo>
                  <a:lnTo>
                    <a:pt x="733" y="228"/>
                  </a:lnTo>
                  <a:lnTo>
                    <a:pt x="734" y="231"/>
                  </a:lnTo>
                  <a:lnTo>
                    <a:pt x="734" y="232"/>
                  </a:lnTo>
                  <a:lnTo>
                    <a:pt x="736" y="234"/>
                  </a:lnTo>
                  <a:lnTo>
                    <a:pt x="737" y="235"/>
                  </a:lnTo>
                  <a:lnTo>
                    <a:pt x="738" y="236"/>
                  </a:lnTo>
                  <a:lnTo>
                    <a:pt x="740" y="239"/>
                  </a:lnTo>
                  <a:lnTo>
                    <a:pt x="740" y="240"/>
                  </a:lnTo>
                  <a:lnTo>
                    <a:pt x="741" y="242"/>
                  </a:lnTo>
                  <a:lnTo>
                    <a:pt x="742" y="242"/>
                  </a:lnTo>
                  <a:lnTo>
                    <a:pt x="742" y="243"/>
                  </a:lnTo>
                  <a:lnTo>
                    <a:pt x="744" y="244"/>
                  </a:lnTo>
                  <a:lnTo>
                    <a:pt x="745" y="246"/>
                  </a:lnTo>
                  <a:lnTo>
                    <a:pt x="745" y="247"/>
                  </a:lnTo>
                  <a:lnTo>
                    <a:pt x="746" y="248"/>
                  </a:lnTo>
                  <a:lnTo>
                    <a:pt x="747" y="250"/>
                  </a:lnTo>
                  <a:lnTo>
                    <a:pt x="749" y="251"/>
                  </a:lnTo>
                  <a:lnTo>
                    <a:pt x="749" y="252"/>
                  </a:lnTo>
                  <a:lnTo>
                    <a:pt x="750" y="254"/>
                  </a:lnTo>
                  <a:lnTo>
                    <a:pt x="751" y="255"/>
                  </a:lnTo>
                  <a:lnTo>
                    <a:pt x="751" y="256"/>
                  </a:lnTo>
                  <a:lnTo>
                    <a:pt x="753" y="258"/>
                  </a:lnTo>
                  <a:lnTo>
                    <a:pt x="754" y="259"/>
                  </a:lnTo>
                  <a:lnTo>
                    <a:pt x="755" y="260"/>
                  </a:lnTo>
                  <a:lnTo>
                    <a:pt x="757" y="263"/>
                  </a:lnTo>
                  <a:lnTo>
                    <a:pt x="758" y="264"/>
                  </a:lnTo>
                  <a:lnTo>
                    <a:pt x="759" y="266"/>
                  </a:lnTo>
                  <a:lnTo>
                    <a:pt x="761" y="268"/>
                  </a:lnTo>
                  <a:lnTo>
                    <a:pt x="762" y="270"/>
                  </a:lnTo>
                  <a:lnTo>
                    <a:pt x="763" y="272"/>
                  </a:lnTo>
                  <a:lnTo>
                    <a:pt x="765" y="275"/>
                  </a:lnTo>
                  <a:lnTo>
                    <a:pt x="766" y="276"/>
                  </a:lnTo>
                  <a:lnTo>
                    <a:pt x="767" y="279"/>
                  </a:lnTo>
                  <a:lnTo>
                    <a:pt x="769" y="280"/>
                  </a:lnTo>
                  <a:lnTo>
                    <a:pt x="770" y="281"/>
                  </a:lnTo>
                  <a:lnTo>
                    <a:pt x="771" y="283"/>
                  </a:lnTo>
                  <a:lnTo>
                    <a:pt x="773" y="284"/>
                  </a:lnTo>
                  <a:lnTo>
                    <a:pt x="774" y="287"/>
                  </a:lnTo>
                  <a:lnTo>
                    <a:pt x="774" y="288"/>
                  </a:lnTo>
                  <a:lnTo>
                    <a:pt x="775" y="289"/>
                  </a:lnTo>
                  <a:lnTo>
                    <a:pt x="777" y="289"/>
                  </a:lnTo>
                  <a:lnTo>
                    <a:pt x="777" y="291"/>
                  </a:lnTo>
                  <a:lnTo>
                    <a:pt x="778" y="292"/>
                  </a:lnTo>
                  <a:lnTo>
                    <a:pt x="778" y="293"/>
                  </a:lnTo>
                  <a:lnTo>
                    <a:pt x="779" y="295"/>
                  </a:lnTo>
                  <a:lnTo>
                    <a:pt x="781" y="296"/>
                  </a:lnTo>
                  <a:lnTo>
                    <a:pt x="782" y="297"/>
                  </a:lnTo>
                  <a:lnTo>
                    <a:pt x="782" y="299"/>
                  </a:lnTo>
                  <a:lnTo>
                    <a:pt x="783" y="300"/>
                  </a:lnTo>
                  <a:lnTo>
                    <a:pt x="785" y="301"/>
                  </a:lnTo>
                  <a:lnTo>
                    <a:pt x="785" y="303"/>
                  </a:lnTo>
                  <a:lnTo>
                    <a:pt x="786" y="304"/>
                  </a:lnTo>
                  <a:lnTo>
                    <a:pt x="786" y="305"/>
                  </a:lnTo>
                  <a:lnTo>
                    <a:pt x="787" y="307"/>
                  </a:lnTo>
                  <a:lnTo>
                    <a:pt x="787" y="308"/>
                  </a:lnTo>
                  <a:lnTo>
                    <a:pt x="789" y="309"/>
                  </a:lnTo>
                  <a:lnTo>
                    <a:pt x="790" y="311"/>
                  </a:lnTo>
                  <a:lnTo>
                    <a:pt x="790" y="312"/>
                  </a:lnTo>
                  <a:lnTo>
                    <a:pt x="791" y="315"/>
                  </a:lnTo>
                  <a:lnTo>
                    <a:pt x="793" y="316"/>
                  </a:lnTo>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6003" name="Freeform 49">
              <a:extLst>
                <a:ext uri="{FF2B5EF4-FFF2-40B4-BE49-F238E27FC236}">
                  <a16:creationId xmlns:a16="http://schemas.microsoft.com/office/drawing/2014/main" id="{9AC132CF-09D4-47F1-992B-FD292CFB5116}"/>
                </a:ext>
              </a:extLst>
            </p:cNvPr>
            <p:cNvSpPr>
              <a:spLocks/>
            </p:cNvSpPr>
            <p:nvPr/>
          </p:nvSpPr>
          <p:spPr bwMode="auto">
            <a:xfrm>
              <a:off x="3741738" y="4889500"/>
              <a:ext cx="628650" cy="250825"/>
            </a:xfrm>
            <a:custGeom>
              <a:avLst/>
              <a:gdLst>
                <a:gd name="T0" fmla="*/ 2147483646 w 793"/>
                <a:gd name="T1" fmla="*/ 2147483646 h 316"/>
                <a:gd name="T2" fmla="*/ 2147483646 w 793"/>
                <a:gd name="T3" fmla="*/ 2147483646 h 316"/>
                <a:gd name="T4" fmla="*/ 2147483646 w 793"/>
                <a:gd name="T5" fmla="*/ 2147483646 h 316"/>
                <a:gd name="T6" fmla="*/ 2147483646 w 793"/>
                <a:gd name="T7" fmla="*/ 2147483646 h 316"/>
                <a:gd name="T8" fmla="*/ 2147483646 w 793"/>
                <a:gd name="T9" fmla="*/ 2147483646 h 316"/>
                <a:gd name="T10" fmla="*/ 2147483646 w 793"/>
                <a:gd name="T11" fmla="*/ 2147483646 h 316"/>
                <a:gd name="T12" fmla="*/ 2147483646 w 793"/>
                <a:gd name="T13" fmla="*/ 2147483646 h 316"/>
                <a:gd name="T14" fmla="*/ 2147483646 w 793"/>
                <a:gd name="T15" fmla="*/ 2147483646 h 316"/>
                <a:gd name="T16" fmla="*/ 2147483646 w 793"/>
                <a:gd name="T17" fmla="*/ 2147483646 h 316"/>
                <a:gd name="T18" fmla="*/ 2147483646 w 793"/>
                <a:gd name="T19" fmla="*/ 2147483646 h 316"/>
                <a:gd name="T20" fmla="*/ 2147483646 w 793"/>
                <a:gd name="T21" fmla="*/ 2147483646 h 316"/>
                <a:gd name="T22" fmla="*/ 2147483646 w 793"/>
                <a:gd name="T23" fmla="*/ 2147483646 h 316"/>
                <a:gd name="T24" fmla="*/ 2147483646 w 793"/>
                <a:gd name="T25" fmla="*/ 2147483646 h 316"/>
                <a:gd name="T26" fmla="*/ 2147483646 w 793"/>
                <a:gd name="T27" fmla="*/ 2147483646 h 316"/>
                <a:gd name="T28" fmla="*/ 2147483646 w 793"/>
                <a:gd name="T29" fmla="*/ 2147483646 h 316"/>
                <a:gd name="T30" fmla="*/ 2147483646 w 793"/>
                <a:gd name="T31" fmla="*/ 2147483646 h 316"/>
                <a:gd name="T32" fmla="*/ 2147483646 w 793"/>
                <a:gd name="T33" fmla="*/ 2147483646 h 316"/>
                <a:gd name="T34" fmla="*/ 2147483646 w 793"/>
                <a:gd name="T35" fmla="*/ 2147483646 h 316"/>
                <a:gd name="T36" fmla="*/ 2147483646 w 793"/>
                <a:gd name="T37" fmla="*/ 2147483646 h 316"/>
                <a:gd name="T38" fmla="*/ 2147483646 w 793"/>
                <a:gd name="T39" fmla="*/ 2147483646 h 316"/>
                <a:gd name="T40" fmla="*/ 2147483646 w 793"/>
                <a:gd name="T41" fmla="*/ 2147483646 h 316"/>
                <a:gd name="T42" fmla="*/ 2147483646 w 793"/>
                <a:gd name="T43" fmla="*/ 2147483646 h 316"/>
                <a:gd name="T44" fmla="*/ 2147483646 w 793"/>
                <a:gd name="T45" fmla="*/ 2147483646 h 316"/>
                <a:gd name="T46" fmla="*/ 2147483646 w 793"/>
                <a:gd name="T47" fmla="*/ 2147483646 h 316"/>
                <a:gd name="T48" fmla="*/ 2147483646 w 793"/>
                <a:gd name="T49" fmla="*/ 2147483646 h 316"/>
                <a:gd name="T50" fmla="*/ 2147483646 w 793"/>
                <a:gd name="T51" fmla="*/ 2147483646 h 316"/>
                <a:gd name="T52" fmla="*/ 2147483646 w 793"/>
                <a:gd name="T53" fmla="*/ 2147483646 h 316"/>
                <a:gd name="T54" fmla="*/ 2147483646 w 793"/>
                <a:gd name="T55" fmla="*/ 2147483646 h 316"/>
                <a:gd name="T56" fmla="*/ 2147483646 w 793"/>
                <a:gd name="T57" fmla="*/ 2147483646 h 316"/>
                <a:gd name="T58" fmla="*/ 2147483646 w 793"/>
                <a:gd name="T59" fmla="*/ 2147483646 h 316"/>
                <a:gd name="T60" fmla="*/ 2147483646 w 793"/>
                <a:gd name="T61" fmla="*/ 2147483646 h 316"/>
                <a:gd name="T62" fmla="*/ 2147483646 w 793"/>
                <a:gd name="T63" fmla="*/ 2147483646 h 316"/>
                <a:gd name="T64" fmla="*/ 2147483646 w 793"/>
                <a:gd name="T65" fmla="*/ 2147483646 h 316"/>
                <a:gd name="T66" fmla="*/ 2147483646 w 793"/>
                <a:gd name="T67" fmla="*/ 2147483646 h 316"/>
                <a:gd name="T68" fmla="*/ 2147483646 w 793"/>
                <a:gd name="T69" fmla="*/ 2147483646 h 316"/>
                <a:gd name="T70" fmla="*/ 2147483646 w 793"/>
                <a:gd name="T71" fmla="*/ 2147483646 h 316"/>
                <a:gd name="T72" fmla="*/ 2147483646 w 793"/>
                <a:gd name="T73" fmla="*/ 2147483646 h 316"/>
                <a:gd name="T74" fmla="*/ 2147483646 w 793"/>
                <a:gd name="T75" fmla="*/ 2147483646 h 316"/>
                <a:gd name="T76" fmla="*/ 2147483646 w 793"/>
                <a:gd name="T77" fmla="*/ 2147483646 h 316"/>
                <a:gd name="T78" fmla="*/ 2147483646 w 793"/>
                <a:gd name="T79" fmla="*/ 2147483646 h 316"/>
                <a:gd name="T80" fmla="*/ 2147483646 w 793"/>
                <a:gd name="T81" fmla="*/ 2147483646 h 316"/>
                <a:gd name="T82" fmla="*/ 2147483646 w 793"/>
                <a:gd name="T83" fmla="*/ 2147483646 h 316"/>
                <a:gd name="T84" fmla="*/ 2147483646 w 793"/>
                <a:gd name="T85" fmla="*/ 2147483646 h 316"/>
                <a:gd name="T86" fmla="*/ 2147483646 w 793"/>
                <a:gd name="T87" fmla="*/ 2147483646 h 316"/>
                <a:gd name="T88" fmla="*/ 2147483646 w 793"/>
                <a:gd name="T89" fmla="*/ 2147483646 h 316"/>
                <a:gd name="T90" fmla="*/ 2147483646 w 793"/>
                <a:gd name="T91" fmla="*/ 2147483646 h 316"/>
                <a:gd name="T92" fmla="*/ 2147483646 w 793"/>
                <a:gd name="T93" fmla="*/ 2147483646 h 316"/>
                <a:gd name="T94" fmla="*/ 2147483646 w 793"/>
                <a:gd name="T95" fmla="*/ 2147483646 h 316"/>
                <a:gd name="T96" fmla="*/ 2147483646 w 793"/>
                <a:gd name="T97" fmla="*/ 2147483646 h 316"/>
                <a:gd name="T98" fmla="*/ 2147483646 w 793"/>
                <a:gd name="T99" fmla="*/ 2147483646 h 316"/>
                <a:gd name="T100" fmla="*/ 2147483646 w 793"/>
                <a:gd name="T101" fmla="*/ 2147483646 h 316"/>
                <a:gd name="T102" fmla="*/ 2147483646 w 793"/>
                <a:gd name="T103" fmla="*/ 2147483646 h 316"/>
                <a:gd name="T104" fmla="*/ 2147483646 w 793"/>
                <a:gd name="T105" fmla="*/ 2147483646 h 316"/>
                <a:gd name="T106" fmla="*/ 2147483646 w 793"/>
                <a:gd name="T107" fmla="*/ 2147483646 h 316"/>
                <a:gd name="T108" fmla="*/ 2147483646 w 793"/>
                <a:gd name="T109" fmla="*/ 2147483646 h 316"/>
                <a:gd name="T110" fmla="*/ 2147483646 w 793"/>
                <a:gd name="T111" fmla="*/ 2147483646 h 316"/>
                <a:gd name="T112" fmla="*/ 2147483646 w 793"/>
                <a:gd name="T113" fmla="*/ 2147483646 h 316"/>
                <a:gd name="T114" fmla="*/ 2147483646 w 793"/>
                <a:gd name="T115" fmla="*/ 2147483646 h 316"/>
                <a:gd name="T116" fmla="*/ 2147483646 w 793"/>
                <a:gd name="T117" fmla="*/ 2147483646 h 316"/>
                <a:gd name="T118" fmla="*/ 2147483646 w 793"/>
                <a:gd name="T119" fmla="*/ 2147483646 h 316"/>
                <a:gd name="T120" fmla="*/ 2147483646 w 793"/>
                <a:gd name="T121" fmla="*/ 2147483646 h 3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93"/>
                <a:gd name="T184" fmla="*/ 0 h 316"/>
                <a:gd name="T185" fmla="*/ 793 w 793"/>
                <a:gd name="T186" fmla="*/ 316 h 3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93" h="316">
                  <a:moveTo>
                    <a:pt x="0" y="316"/>
                  </a:moveTo>
                  <a:lnTo>
                    <a:pt x="31" y="316"/>
                  </a:lnTo>
                  <a:lnTo>
                    <a:pt x="60" y="316"/>
                  </a:lnTo>
                  <a:lnTo>
                    <a:pt x="86" y="316"/>
                  </a:lnTo>
                  <a:lnTo>
                    <a:pt x="110" y="316"/>
                  </a:lnTo>
                  <a:lnTo>
                    <a:pt x="134" y="316"/>
                  </a:lnTo>
                  <a:lnTo>
                    <a:pt x="155" y="316"/>
                  </a:lnTo>
                  <a:lnTo>
                    <a:pt x="175" y="316"/>
                  </a:lnTo>
                  <a:lnTo>
                    <a:pt x="194" y="316"/>
                  </a:lnTo>
                  <a:lnTo>
                    <a:pt x="211" y="316"/>
                  </a:lnTo>
                  <a:lnTo>
                    <a:pt x="226" y="316"/>
                  </a:lnTo>
                  <a:lnTo>
                    <a:pt x="240" y="316"/>
                  </a:lnTo>
                  <a:lnTo>
                    <a:pt x="253" y="316"/>
                  </a:lnTo>
                  <a:lnTo>
                    <a:pt x="265" y="316"/>
                  </a:lnTo>
                  <a:lnTo>
                    <a:pt x="276" y="316"/>
                  </a:lnTo>
                  <a:lnTo>
                    <a:pt x="286" y="316"/>
                  </a:lnTo>
                  <a:lnTo>
                    <a:pt x="294" y="316"/>
                  </a:lnTo>
                  <a:lnTo>
                    <a:pt x="302" y="316"/>
                  </a:lnTo>
                  <a:lnTo>
                    <a:pt x="310" y="314"/>
                  </a:lnTo>
                  <a:lnTo>
                    <a:pt x="316" y="314"/>
                  </a:lnTo>
                  <a:lnTo>
                    <a:pt x="322" y="314"/>
                  </a:lnTo>
                  <a:lnTo>
                    <a:pt x="326" y="314"/>
                  </a:lnTo>
                  <a:lnTo>
                    <a:pt x="332" y="314"/>
                  </a:lnTo>
                  <a:lnTo>
                    <a:pt x="335" y="314"/>
                  </a:lnTo>
                  <a:lnTo>
                    <a:pt x="338" y="314"/>
                  </a:lnTo>
                  <a:lnTo>
                    <a:pt x="342" y="314"/>
                  </a:lnTo>
                  <a:lnTo>
                    <a:pt x="345" y="314"/>
                  </a:lnTo>
                  <a:lnTo>
                    <a:pt x="346" y="314"/>
                  </a:lnTo>
                  <a:lnTo>
                    <a:pt x="349" y="314"/>
                  </a:lnTo>
                  <a:lnTo>
                    <a:pt x="351" y="314"/>
                  </a:lnTo>
                  <a:lnTo>
                    <a:pt x="353" y="314"/>
                  </a:lnTo>
                  <a:lnTo>
                    <a:pt x="355" y="314"/>
                  </a:lnTo>
                  <a:lnTo>
                    <a:pt x="358" y="313"/>
                  </a:lnTo>
                  <a:lnTo>
                    <a:pt x="359" y="313"/>
                  </a:lnTo>
                  <a:lnTo>
                    <a:pt x="362" y="313"/>
                  </a:lnTo>
                  <a:lnTo>
                    <a:pt x="363" y="313"/>
                  </a:lnTo>
                  <a:lnTo>
                    <a:pt x="366" y="313"/>
                  </a:lnTo>
                  <a:lnTo>
                    <a:pt x="367" y="313"/>
                  </a:lnTo>
                  <a:lnTo>
                    <a:pt x="369" y="313"/>
                  </a:lnTo>
                  <a:lnTo>
                    <a:pt x="370" y="313"/>
                  </a:lnTo>
                  <a:lnTo>
                    <a:pt x="371" y="313"/>
                  </a:lnTo>
                  <a:lnTo>
                    <a:pt x="374" y="313"/>
                  </a:lnTo>
                  <a:lnTo>
                    <a:pt x="375" y="312"/>
                  </a:lnTo>
                  <a:lnTo>
                    <a:pt x="377" y="312"/>
                  </a:lnTo>
                  <a:lnTo>
                    <a:pt x="378" y="312"/>
                  </a:lnTo>
                  <a:lnTo>
                    <a:pt x="379" y="312"/>
                  </a:lnTo>
                  <a:lnTo>
                    <a:pt x="381" y="312"/>
                  </a:lnTo>
                  <a:lnTo>
                    <a:pt x="382" y="312"/>
                  </a:lnTo>
                  <a:lnTo>
                    <a:pt x="383" y="312"/>
                  </a:lnTo>
                  <a:lnTo>
                    <a:pt x="385" y="312"/>
                  </a:lnTo>
                  <a:lnTo>
                    <a:pt x="386" y="312"/>
                  </a:lnTo>
                  <a:lnTo>
                    <a:pt x="387" y="310"/>
                  </a:lnTo>
                  <a:lnTo>
                    <a:pt x="388" y="310"/>
                  </a:lnTo>
                  <a:lnTo>
                    <a:pt x="390" y="310"/>
                  </a:lnTo>
                  <a:lnTo>
                    <a:pt x="391" y="310"/>
                  </a:lnTo>
                  <a:lnTo>
                    <a:pt x="392" y="310"/>
                  </a:lnTo>
                  <a:lnTo>
                    <a:pt x="394" y="310"/>
                  </a:lnTo>
                  <a:lnTo>
                    <a:pt x="395" y="310"/>
                  </a:lnTo>
                  <a:lnTo>
                    <a:pt x="398" y="309"/>
                  </a:lnTo>
                  <a:lnTo>
                    <a:pt x="399" y="309"/>
                  </a:lnTo>
                  <a:lnTo>
                    <a:pt x="400" y="309"/>
                  </a:lnTo>
                  <a:lnTo>
                    <a:pt x="403" y="309"/>
                  </a:lnTo>
                  <a:lnTo>
                    <a:pt x="404" y="309"/>
                  </a:lnTo>
                  <a:lnTo>
                    <a:pt x="407" y="308"/>
                  </a:lnTo>
                  <a:lnTo>
                    <a:pt x="408" y="308"/>
                  </a:lnTo>
                  <a:lnTo>
                    <a:pt x="411" y="308"/>
                  </a:lnTo>
                  <a:lnTo>
                    <a:pt x="412" y="308"/>
                  </a:lnTo>
                  <a:lnTo>
                    <a:pt x="414" y="308"/>
                  </a:lnTo>
                  <a:lnTo>
                    <a:pt x="416" y="306"/>
                  </a:lnTo>
                  <a:lnTo>
                    <a:pt x="418" y="306"/>
                  </a:lnTo>
                  <a:lnTo>
                    <a:pt x="419" y="306"/>
                  </a:lnTo>
                  <a:lnTo>
                    <a:pt x="420" y="306"/>
                  </a:lnTo>
                  <a:lnTo>
                    <a:pt x="422" y="306"/>
                  </a:lnTo>
                  <a:lnTo>
                    <a:pt x="423" y="306"/>
                  </a:lnTo>
                  <a:lnTo>
                    <a:pt x="424" y="305"/>
                  </a:lnTo>
                  <a:lnTo>
                    <a:pt x="426" y="305"/>
                  </a:lnTo>
                  <a:lnTo>
                    <a:pt x="427" y="305"/>
                  </a:lnTo>
                  <a:lnTo>
                    <a:pt x="428" y="305"/>
                  </a:lnTo>
                  <a:lnTo>
                    <a:pt x="430" y="304"/>
                  </a:lnTo>
                  <a:lnTo>
                    <a:pt x="431" y="304"/>
                  </a:lnTo>
                  <a:lnTo>
                    <a:pt x="432" y="304"/>
                  </a:lnTo>
                  <a:lnTo>
                    <a:pt x="434" y="304"/>
                  </a:lnTo>
                  <a:lnTo>
                    <a:pt x="435" y="302"/>
                  </a:lnTo>
                  <a:lnTo>
                    <a:pt x="436" y="302"/>
                  </a:lnTo>
                  <a:lnTo>
                    <a:pt x="438" y="302"/>
                  </a:lnTo>
                  <a:lnTo>
                    <a:pt x="439" y="302"/>
                  </a:lnTo>
                  <a:lnTo>
                    <a:pt x="440" y="301"/>
                  </a:lnTo>
                  <a:lnTo>
                    <a:pt x="443" y="301"/>
                  </a:lnTo>
                  <a:lnTo>
                    <a:pt x="444" y="300"/>
                  </a:lnTo>
                  <a:lnTo>
                    <a:pt x="445" y="300"/>
                  </a:lnTo>
                  <a:lnTo>
                    <a:pt x="448" y="298"/>
                  </a:lnTo>
                  <a:lnTo>
                    <a:pt x="449" y="298"/>
                  </a:lnTo>
                  <a:lnTo>
                    <a:pt x="452" y="297"/>
                  </a:lnTo>
                  <a:lnTo>
                    <a:pt x="455" y="297"/>
                  </a:lnTo>
                  <a:lnTo>
                    <a:pt x="457" y="296"/>
                  </a:lnTo>
                  <a:lnTo>
                    <a:pt x="459" y="296"/>
                  </a:lnTo>
                  <a:lnTo>
                    <a:pt x="461" y="294"/>
                  </a:lnTo>
                  <a:lnTo>
                    <a:pt x="464" y="294"/>
                  </a:lnTo>
                  <a:lnTo>
                    <a:pt x="465" y="293"/>
                  </a:lnTo>
                  <a:lnTo>
                    <a:pt x="467" y="293"/>
                  </a:lnTo>
                  <a:lnTo>
                    <a:pt x="469" y="293"/>
                  </a:lnTo>
                  <a:lnTo>
                    <a:pt x="471" y="292"/>
                  </a:lnTo>
                  <a:lnTo>
                    <a:pt x="472" y="292"/>
                  </a:lnTo>
                  <a:lnTo>
                    <a:pt x="473" y="290"/>
                  </a:lnTo>
                  <a:lnTo>
                    <a:pt x="475" y="290"/>
                  </a:lnTo>
                  <a:lnTo>
                    <a:pt x="476" y="290"/>
                  </a:lnTo>
                  <a:lnTo>
                    <a:pt x="477" y="289"/>
                  </a:lnTo>
                  <a:lnTo>
                    <a:pt x="479" y="289"/>
                  </a:lnTo>
                  <a:lnTo>
                    <a:pt x="480" y="289"/>
                  </a:lnTo>
                  <a:lnTo>
                    <a:pt x="481" y="288"/>
                  </a:lnTo>
                  <a:lnTo>
                    <a:pt x="483" y="288"/>
                  </a:lnTo>
                  <a:lnTo>
                    <a:pt x="484" y="286"/>
                  </a:lnTo>
                  <a:lnTo>
                    <a:pt x="485" y="286"/>
                  </a:lnTo>
                  <a:lnTo>
                    <a:pt x="487" y="285"/>
                  </a:lnTo>
                  <a:lnTo>
                    <a:pt x="488" y="285"/>
                  </a:lnTo>
                  <a:lnTo>
                    <a:pt x="489" y="285"/>
                  </a:lnTo>
                  <a:lnTo>
                    <a:pt x="490" y="284"/>
                  </a:lnTo>
                  <a:lnTo>
                    <a:pt x="492" y="284"/>
                  </a:lnTo>
                  <a:lnTo>
                    <a:pt x="493" y="283"/>
                  </a:lnTo>
                  <a:lnTo>
                    <a:pt x="494" y="281"/>
                  </a:lnTo>
                  <a:lnTo>
                    <a:pt x="497" y="281"/>
                  </a:lnTo>
                  <a:lnTo>
                    <a:pt x="498" y="280"/>
                  </a:lnTo>
                  <a:lnTo>
                    <a:pt x="500" y="279"/>
                  </a:lnTo>
                  <a:lnTo>
                    <a:pt x="502" y="279"/>
                  </a:lnTo>
                  <a:lnTo>
                    <a:pt x="504" y="277"/>
                  </a:lnTo>
                  <a:lnTo>
                    <a:pt x="506" y="276"/>
                  </a:lnTo>
                  <a:lnTo>
                    <a:pt x="508" y="275"/>
                  </a:lnTo>
                  <a:lnTo>
                    <a:pt x="510" y="275"/>
                  </a:lnTo>
                  <a:lnTo>
                    <a:pt x="512" y="273"/>
                  </a:lnTo>
                  <a:lnTo>
                    <a:pt x="513" y="272"/>
                  </a:lnTo>
                  <a:lnTo>
                    <a:pt x="516" y="272"/>
                  </a:lnTo>
                  <a:lnTo>
                    <a:pt x="517" y="271"/>
                  </a:lnTo>
                  <a:lnTo>
                    <a:pt x="518" y="271"/>
                  </a:lnTo>
                  <a:lnTo>
                    <a:pt x="520" y="269"/>
                  </a:lnTo>
                  <a:lnTo>
                    <a:pt x="521" y="269"/>
                  </a:lnTo>
                  <a:lnTo>
                    <a:pt x="522" y="268"/>
                  </a:lnTo>
                  <a:lnTo>
                    <a:pt x="524" y="267"/>
                  </a:lnTo>
                  <a:lnTo>
                    <a:pt x="525" y="267"/>
                  </a:lnTo>
                  <a:lnTo>
                    <a:pt x="526" y="267"/>
                  </a:lnTo>
                  <a:lnTo>
                    <a:pt x="528" y="265"/>
                  </a:lnTo>
                  <a:lnTo>
                    <a:pt x="529" y="264"/>
                  </a:lnTo>
                  <a:lnTo>
                    <a:pt x="530" y="264"/>
                  </a:lnTo>
                  <a:lnTo>
                    <a:pt x="532" y="263"/>
                  </a:lnTo>
                  <a:lnTo>
                    <a:pt x="533" y="263"/>
                  </a:lnTo>
                  <a:lnTo>
                    <a:pt x="534" y="261"/>
                  </a:lnTo>
                  <a:lnTo>
                    <a:pt x="536" y="261"/>
                  </a:lnTo>
                  <a:lnTo>
                    <a:pt x="537" y="260"/>
                  </a:lnTo>
                  <a:lnTo>
                    <a:pt x="538" y="260"/>
                  </a:lnTo>
                  <a:lnTo>
                    <a:pt x="540" y="259"/>
                  </a:lnTo>
                  <a:lnTo>
                    <a:pt x="541" y="257"/>
                  </a:lnTo>
                  <a:lnTo>
                    <a:pt x="542" y="257"/>
                  </a:lnTo>
                  <a:lnTo>
                    <a:pt x="545" y="256"/>
                  </a:lnTo>
                  <a:lnTo>
                    <a:pt x="546" y="255"/>
                  </a:lnTo>
                  <a:lnTo>
                    <a:pt x="547" y="253"/>
                  </a:lnTo>
                  <a:lnTo>
                    <a:pt x="550" y="253"/>
                  </a:lnTo>
                  <a:lnTo>
                    <a:pt x="551" y="252"/>
                  </a:lnTo>
                  <a:lnTo>
                    <a:pt x="553" y="251"/>
                  </a:lnTo>
                  <a:lnTo>
                    <a:pt x="555" y="251"/>
                  </a:lnTo>
                  <a:lnTo>
                    <a:pt x="557" y="249"/>
                  </a:lnTo>
                  <a:lnTo>
                    <a:pt x="558" y="248"/>
                  </a:lnTo>
                  <a:lnTo>
                    <a:pt x="559" y="248"/>
                  </a:lnTo>
                  <a:lnTo>
                    <a:pt x="561" y="247"/>
                  </a:lnTo>
                  <a:lnTo>
                    <a:pt x="562" y="247"/>
                  </a:lnTo>
                  <a:lnTo>
                    <a:pt x="562" y="245"/>
                  </a:lnTo>
                  <a:lnTo>
                    <a:pt x="563" y="245"/>
                  </a:lnTo>
                  <a:lnTo>
                    <a:pt x="565" y="244"/>
                  </a:lnTo>
                  <a:lnTo>
                    <a:pt x="566" y="244"/>
                  </a:lnTo>
                  <a:lnTo>
                    <a:pt x="567" y="243"/>
                  </a:lnTo>
                  <a:lnTo>
                    <a:pt x="569" y="243"/>
                  </a:lnTo>
                  <a:lnTo>
                    <a:pt x="569" y="241"/>
                  </a:lnTo>
                  <a:lnTo>
                    <a:pt x="570" y="241"/>
                  </a:lnTo>
                  <a:lnTo>
                    <a:pt x="571" y="241"/>
                  </a:lnTo>
                  <a:lnTo>
                    <a:pt x="571" y="240"/>
                  </a:lnTo>
                  <a:lnTo>
                    <a:pt x="573" y="240"/>
                  </a:lnTo>
                  <a:lnTo>
                    <a:pt x="574" y="239"/>
                  </a:lnTo>
                  <a:lnTo>
                    <a:pt x="575" y="237"/>
                  </a:lnTo>
                  <a:lnTo>
                    <a:pt x="577" y="237"/>
                  </a:lnTo>
                  <a:lnTo>
                    <a:pt x="578" y="236"/>
                  </a:lnTo>
                  <a:lnTo>
                    <a:pt x="579" y="235"/>
                  </a:lnTo>
                  <a:lnTo>
                    <a:pt x="581" y="235"/>
                  </a:lnTo>
                  <a:lnTo>
                    <a:pt x="582" y="233"/>
                  </a:lnTo>
                  <a:lnTo>
                    <a:pt x="583" y="232"/>
                  </a:lnTo>
                  <a:lnTo>
                    <a:pt x="585" y="231"/>
                  </a:lnTo>
                  <a:lnTo>
                    <a:pt x="587" y="231"/>
                  </a:lnTo>
                  <a:lnTo>
                    <a:pt x="589" y="229"/>
                  </a:lnTo>
                  <a:lnTo>
                    <a:pt x="590" y="228"/>
                  </a:lnTo>
                  <a:lnTo>
                    <a:pt x="591" y="228"/>
                  </a:lnTo>
                  <a:lnTo>
                    <a:pt x="592" y="227"/>
                  </a:lnTo>
                  <a:lnTo>
                    <a:pt x="594" y="226"/>
                  </a:lnTo>
                  <a:lnTo>
                    <a:pt x="595" y="226"/>
                  </a:lnTo>
                  <a:lnTo>
                    <a:pt x="596" y="224"/>
                  </a:lnTo>
                  <a:lnTo>
                    <a:pt x="598" y="223"/>
                  </a:lnTo>
                  <a:lnTo>
                    <a:pt x="599" y="223"/>
                  </a:lnTo>
                  <a:lnTo>
                    <a:pt x="600" y="222"/>
                  </a:lnTo>
                  <a:lnTo>
                    <a:pt x="602" y="222"/>
                  </a:lnTo>
                  <a:lnTo>
                    <a:pt x="602" y="220"/>
                  </a:lnTo>
                  <a:lnTo>
                    <a:pt x="603" y="220"/>
                  </a:lnTo>
                  <a:lnTo>
                    <a:pt x="604" y="219"/>
                  </a:lnTo>
                  <a:lnTo>
                    <a:pt x="606" y="218"/>
                  </a:lnTo>
                  <a:lnTo>
                    <a:pt x="607" y="218"/>
                  </a:lnTo>
                  <a:lnTo>
                    <a:pt x="607" y="216"/>
                  </a:lnTo>
                  <a:lnTo>
                    <a:pt x="608" y="216"/>
                  </a:lnTo>
                  <a:lnTo>
                    <a:pt x="608" y="215"/>
                  </a:lnTo>
                  <a:lnTo>
                    <a:pt x="610" y="215"/>
                  </a:lnTo>
                  <a:lnTo>
                    <a:pt x="611" y="214"/>
                  </a:lnTo>
                  <a:lnTo>
                    <a:pt x="612" y="212"/>
                  </a:lnTo>
                  <a:lnTo>
                    <a:pt x="614" y="211"/>
                  </a:lnTo>
                  <a:lnTo>
                    <a:pt x="615" y="211"/>
                  </a:lnTo>
                  <a:lnTo>
                    <a:pt x="615" y="210"/>
                  </a:lnTo>
                  <a:lnTo>
                    <a:pt x="616" y="210"/>
                  </a:lnTo>
                  <a:lnTo>
                    <a:pt x="618" y="208"/>
                  </a:lnTo>
                  <a:lnTo>
                    <a:pt x="619" y="207"/>
                  </a:lnTo>
                  <a:lnTo>
                    <a:pt x="620" y="206"/>
                  </a:lnTo>
                  <a:lnTo>
                    <a:pt x="622" y="206"/>
                  </a:lnTo>
                  <a:lnTo>
                    <a:pt x="622" y="204"/>
                  </a:lnTo>
                  <a:lnTo>
                    <a:pt x="623" y="204"/>
                  </a:lnTo>
                  <a:lnTo>
                    <a:pt x="624" y="203"/>
                  </a:lnTo>
                  <a:lnTo>
                    <a:pt x="626" y="203"/>
                  </a:lnTo>
                  <a:lnTo>
                    <a:pt x="626" y="202"/>
                  </a:lnTo>
                  <a:lnTo>
                    <a:pt x="627" y="202"/>
                  </a:lnTo>
                  <a:lnTo>
                    <a:pt x="627" y="200"/>
                  </a:lnTo>
                  <a:lnTo>
                    <a:pt x="628" y="200"/>
                  </a:lnTo>
                  <a:lnTo>
                    <a:pt x="630" y="199"/>
                  </a:lnTo>
                  <a:lnTo>
                    <a:pt x="631" y="199"/>
                  </a:lnTo>
                  <a:lnTo>
                    <a:pt x="632" y="198"/>
                  </a:lnTo>
                  <a:lnTo>
                    <a:pt x="634" y="196"/>
                  </a:lnTo>
                  <a:lnTo>
                    <a:pt x="635" y="196"/>
                  </a:lnTo>
                  <a:lnTo>
                    <a:pt x="636" y="195"/>
                  </a:lnTo>
                  <a:lnTo>
                    <a:pt x="638" y="195"/>
                  </a:lnTo>
                  <a:lnTo>
                    <a:pt x="638" y="194"/>
                  </a:lnTo>
                  <a:lnTo>
                    <a:pt x="639" y="192"/>
                  </a:lnTo>
                  <a:lnTo>
                    <a:pt x="640" y="192"/>
                  </a:lnTo>
                  <a:lnTo>
                    <a:pt x="642" y="191"/>
                  </a:lnTo>
                  <a:lnTo>
                    <a:pt x="643" y="191"/>
                  </a:lnTo>
                  <a:lnTo>
                    <a:pt x="644" y="190"/>
                  </a:lnTo>
                  <a:lnTo>
                    <a:pt x="645" y="188"/>
                  </a:lnTo>
                  <a:lnTo>
                    <a:pt x="647" y="187"/>
                  </a:lnTo>
                  <a:lnTo>
                    <a:pt x="648" y="187"/>
                  </a:lnTo>
                  <a:lnTo>
                    <a:pt x="648" y="186"/>
                  </a:lnTo>
                  <a:lnTo>
                    <a:pt x="649" y="186"/>
                  </a:lnTo>
                  <a:lnTo>
                    <a:pt x="651" y="184"/>
                  </a:lnTo>
                  <a:lnTo>
                    <a:pt x="652" y="183"/>
                  </a:lnTo>
                  <a:lnTo>
                    <a:pt x="653" y="182"/>
                  </a:lnTo>
                  <a:lnTo>
                    <a:pt x="655" y="182"/>
                  </a:lnTo>
                  <a:lnTo>
                    <a:pt x="655" y="180"/>
                  </a:lnTo>
                  <a:lnTo>
                    <a:pt x="656" y="179"/>
                  </a:lnTo>
                  <a:lnTo>
                    <a:pt x="657" y="178"/>
                  </a:lnTo>
                  <a:lnTo>
                    <a:pt x="659" y="176"/>
                  </a:lnTo>
                  <a:lnTo>
                    <a:pt x="660" y="175"/>
                  </a:lnTo>
                  <a:lnTo>
                    <a:pt x="661" y="174"/>
                  </a:lnTo>
                  <a:lnTo>
                    <a:pt x="663" y="173"/>
                  </a:lnTo>
                  <a:lnTo>
                    <a:pt x="664" y="171"/>
                  </a:lnTo>
                  <a:lnTo>
                    <a:pt x="665" y="170"/>
                  </a:lnTo>
                  <a:lnTo>
                    <a:pt x="667" y="169"/>
                  </a:lnTo>
                  <a:lnTo>
                    <a:pt x="668" y="167"/>
                  </a:lnTo>
                  <a:lnTo>
                    <a:pt x="669" y="166"/>
                  </a:lnTo>
                  <a:lnTo>
                    <a:pt x="671" y="165"/>
                  </a:lnTo>
                  <a:lnTo>
                    <a:pt x="671" y="163"/>
                  </a:lnTo>
                  <a:lnTo>
                    <a:pt x="672" y="162"/>
                  </a:lnTo>
                  <a:lnTo>
                    <a:pt x="673" y="162"/>
                  </a:lnTo>
                  <a:lnTo>
                    <a:pt x="675" y="161"/>
                  </a:lnTo>
                  <a:lnTo>
                    <a:pt x="675" y="159"/>
                  </a:lnTo>
                  <a:lnTo>
                    <a:pt x="676" y="159"/>
                  </a:lnTo>
                  <a:lnTo>
                    <a:pt x="676" y="158"/>
                  </a:lnTo>
                  <a:lnTo>
                    <a:pt x="677" y="157"/>
                  </a:lnTo>
                  <a:lnTo>
                    <a:pt x="679" y="155"/>
                  </a:lnTo>
                  <a:lnTo>
                    <a:pt x="680" y="155"/>
                  </a:lnTo>
                  <a:lnTo>
                    <a:pt x="680" y="154"/>
                  </a:lnTo>
                  <a:lnTo>
                    <a:pt x="681" y="153"/>
                  </a:lnTo>
                  <a:lnTo>
                    <a:pt x="683" y="151"/>
                  </a:lnTo>
                  <a:lnTo>
                    <a:pt x="683" y="150"/>
                  </a:lnTo>
                  <a:lnTo>
                    <a:pt x="684" y="150"/>
                  </a:lnTo>
                  <a:lnTo>
                    <a:pt x="685" y="149"/>
                  </a:lnTo>
                  <a:lnTo>
                    <a:pt x="685" y="147"/>
                  </a:lnTo>
                  <a:lnTo>
                    <a:pt x="687" y="146"/>
                  </a:lnTo>
                  <a:lnTo>
                    <a:pt x="688" y="145"/>
                  </a:lnTo>
                  <a:lnTo>
                    <a:pt x="689" y="143"/>
                  </a:lnTo>
                  <a:lnTo>
                    <a:pt x="691" y="141"/>
                  </a:lnTo>
                  <a:lnTo>
                    <a:pt x="692" y="139"/>
                  </a:lnTo>
                  <a:lnTo>
                    <a:pt x="693" y="138"/>
                  </a:lnTo>
                  <a:lnTo>
                    <a:pt x="695" y="137"/>
                  </a:lnTo>
                  <a:lnTo>
                    <a:pt x="696" y="134"/>
                  </a:lnTo>
                  <a:lnTo>
                    <a:pt x="697" y="133"/>
                  </a:lnTo>
                  <a:lnTo>
                    <a:pt x="700" y="131"/>
                  </a:lnTo>
                  <a:lnTo>
                    <a:pt x="701" y="130"/>
                  </a:lnTo>
                  <a:lnTo>
                    <a:pt x="701" y="129"/>
                  </a:lnTo>
                  <a:lnTo>
                    <a:pt x="702" y="126"/>
                  </a:lnTo>
                  <a:lnTo>
                    <a:pt x="704" y="125"/>
                  </a:lnTo>
                  <a:lnTo>
                    <a:pt x="705" y="123"/>
                  </a:lnTo>
                  <a:lnTo>
                    <a:pt x="706" y="123"/>
                  </a:lnTo>
                  <a:lnTo>
                    <a:pt x="706" y="122"/>
                  </a:lnTo>
                  <a:lnTo>
                    <a:pt x="708" y="121"/>
                  </a:lnTo>
                  <a:lnTo>
                    <a:pt x="709" y="120"/>
                  </a:lnTo>
                  <a:lnTo>
                    <a:pt x="709" y="118"/>
                  </a:lnTo>
                  <a:lnTo>
                    <a:pt x="710" y="117"/>
                  </a:lnTo>
                  <a:lnTo>
                    <a:pt x="712" y="117"/>
                  </a:lnTo>
                  <a:lnTo>
                    <a:pt x="712" y="116"/>
                  </a:lnTo>
                  <a:lnTo>
                    <a:pt x="713" y="114"/>
                  </a:lnTo>
                  <a:lnTo>
                    <a:pt x="713" y="113"/>
                  </a:lnTo>
                  <a:lnTo>
                    <a:pt x="714" y="113"/>
                  </a:lnTo>
                  <a:lnTo>
                    <a:pt x="716" y="112"/>
                  </a:lnTo>
                  <a:lnTo>
                    <a:pt x="716" y="110"/>
                  </a:lnTo>
                  <a:lnTo>
                    <a:pt x="717" y="109"/>
                  </a:lnTo>
                  <a:lnTo>
                    <a:pt x="718" y="108"/>
                  </a:lnTo>
                  <a:lnTo>
                    <a:pt x="718" y="106"/>
                  </a:lnTo>
                  <a:lnTo>
                    <a:pt x="720" y="105"/>
                  </a:lnTo>
                  <a:lnTo>
                    <a:pt x="721" y="104"/>
                  </a:lnTo>
                  <a:lnTo>
                    <a:pt x="721" y="102"/>
                  </a:lnTo>
                  <a:lnTo>
                    <a:pt x="722" y="101"/>
                  </a:lnTo>
                  <a:lnTo>
                    <a:pt x="724" y="100"/>
                  </a:lnTo>
                  <a:lnTo>
                    <a:pt x="725" y="97"/>
                  </a:lnTo>
                  <a:lnTo>
                    <a:pt x="726" y="96"/>
                  </a:lnTo>
                  <a:lnTo>
                    <a:pt x="728" y="93"/>
                  </a:lnTo>
                  <a:lnTo>
                    <a:pt x="729" y="92"/>
                  </a:lnTo>
                  <a:lnTo>
                    <a:pt x="730" y="89"/>
                  </a:lnTo>
                  <a:lnTo>
                    <a:pt x="733" y="88"/>
                  </a:lnTo>
                  <a:lnTo>
                    <a:pt x="734" y="85"/>
                  </a:lnTo>
                  <a:lnTo>
                    <a:pt x="734" y="84"/>
                  </a:lnTo>
                  <a:lnTo>
                    <a:pt x="736" y="82"/>
                  </a:lnTo>
                  <a:lnTo>
                    <a:pt x="737" y="81"/>
                  </a:lnTo>
                  <a:lnTo>
                    <a:pt x="738" y="80"/>
                  </a:lnTo>
                  <a:lnTo>
                    <a:pt x="740" y="78"/>
                  </a:lnTo>
                  <a:lnTo>
                    <a:pt x="740" y="77"/>
                  </a:lnTo>
                  <a:lnTo>
                    <a:pt x="741" y="76"/>
                  </a:lnTo>
                  <a:lnTo>
                    <a:pt x="742" y="74"/>
                  </a:lnTo>
                  <a:lnTo>
                    <a:pt x="742" y="73"/>
                  </a:lnTo>
                  <a:lnTo>
                    <a:pt x="744" y="72"/>
                  </a:lnTo>
                  <a:lnTo>
                    <a:pt x="745" y="70"/>
                  </a:lnTo>
                  <a:lnTo>
                    <a:pt x="745" y="69"/>
                  </a:lnTo>
                  <a:lnTo>
                    <a:pt x="746" y="68"/>
                  </a:lnTo>
                  <a:lnTo>
                    <a:pt x="747" y="68"/>
                  </a:lnTo>
                  <a:lnTo>
                    <a:pt x="747" y="66"/>
                  </a:lnTo>
                  <a:lnTo>
                    <a:pt x="749" y="65"/>
                  </a:lnTo>
                  <a:lnTo>
                    <a:pt x="749" y="64"/>
                  </a:lnTo>
                  <a:lnTo>
                    <a:pt x="750" y="63"/>
                  </a:lnTo>
                  <a:lnTo>
                    <a:pt x="751" y="61"/>
                  </a:lnTo>
                  <a:lnTo>
                    <a:pt x="751" y="60"/>
                  </a:lnTo>
                  <a:lnTo>
                    <a:pt x="753" y="59"/>
                  </a:lnTo>
                  <a:lnTo>
                    <a:pt x="754" y="57"/>
                  </a:lnTo>
                  <a:lnTo>
                    <a:pt x="755" y="56"/>
                  </a:lnTo>
                  <a:lnTo>
                    <a:pt x="757" y="55"/>
                  </a:lnTo>
                  <a:lnTo>
                    <a:pt x="758" y="52"/>
                  </a:lnTo>
                  <a:lnTo>
                    <a:pt x="759" y="51"/>
                  </a:lnTo>
                  <a:lnTo>
                    <a:pt x="761" y="49"/>
                  </a:lnTo>
                  <a:lnTo>
                    <a:pt x="762" y="47"/>
                  </a:lnTo>
                  <a:lnTo>
                    <a:pt x="763" y="44"/>
                  </a:lnTo>
                  <a:lnTo>
                    <a:pt x="765" y="43"/>
                  </a:lnTo>
                  <a:lnTo>
                    <a:pt x="766" y="40"/>
                  </a:lnTo>
                  <a:lnTo>
                    <a:pt x="767" y="39"/>
                  </a:lnTo>
                  <a:lnTo>
                    <a:pt x="769" y="36"/>
                  </a:lnTo>
                  <a:lnTo>
                    <a:pt x="770" y="35"/>
                  </a:lnTo>
                  <a:lnTo>
                    <a:pt x="771" y="33"/>
                  </a:lnTo>
                  <a:lnTo>
                    <a:pt x="773" y="32"/>
                  </a:lnTo>
                  <a:lnTo>
                    <a:pt x="774" y="31"/>
                  </a:lnTo>
                  <a:lnTo>
                    <a:pt x="774" y="29"/>
                  </a:lnTo>
                  <a:lnTo>
                    <a:pt x="775" y="28"/>
                  </a:lnTo>
                  <a:lnTo>
                    <a:pt x="777" y="27"/>
                  </a:lnTo>
                  <a:lnTo>
                    <a:pt x="777" y="25"/>
                  </a:lnTo>
                  <a:lnTo>
                    <a:pt x="778" y="24"/>
                  </a:lnTo>
                  <a:lnTo>
                    <a:pt x="778" y="23"/>
                  </a:lnTo>
                  <a:lnTo>
                    <a:pt x="779" y="21"/>
                  </a:lnTo>
                  <a:lnTo>
                    <a:pt x="781" y="20"/>
                  </a:lnTo>
                  <a:lnTo>
                    <a:pt x="782" y="19"/>
                  </a:lnTo>
                  <a:lnTo>
                    <a:pt x="782" y="17"/>
                  </a:lnTo>
                  <a:lnTo>
                    <a:pt x="783" y="16"/>
                  </a:lnTo>
                  <a:lnTo>
                    <a:pt x="785" y="15"/>
                  </a:lnTo>
                  <a:lnTo>
                    <a:pt x="785" y="13"/>
                  </a:lnTo>
                  <a:lnTo>
                    <a:pt x="786" y="12"/>
                  </a:lnTo>
                  <a:lnTo>
                    <a:pt x="786" y="11"/>
                  </a:lnTo>
                  <a:lnTo>
                    <a:pt x="787" y="10"/>
                  </a:lnTo>
                  <a:lnTo>
                    <a:pt x="787" y="8"/>
                  </a:lnTo>
                  <a:lnTo>
                    <a:pt x="789" y="7"/>
                  </a:lnTo>
                  <a:lnTo>
                    <a:pt x="790" y="6"/>
                  </a:lnTo>
                  <a:lnTo>
                    <a:pt x="790" y="4"/>
                  </a:lnTo>
                  <a:lnTo>
                    <a:pt x="791" y="2"/>
                  </a:lnTo>
                  <a:lnTo>
                    <a:pt x="793" y="0"/>
                  </a:lnTo>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6004" name="Freeform 50">
              <a:extLst>
                <a:ext uri="{FF2B5EF4-FFF2-40B4-BE49-F238E27FC236}">
                  <a16:creationId xmlns:a16="http://schemas.microsoft.com/office/drawing/2014/main" id="{EEA57DC1-C4A7-4B11-BF03-C87FA4E56F07}"/>
                </a:ext>
              </a:extLst>
            </p:cNvPr>
            <p:cNvSpPr>
              <a:spLocks/>
            </p:cNvSpPr>
            <p:nvPr/>
          </p:nvSpPr>
          <p:spPr bwMode="auto">
            <a:xfrm>
              <a:off x="3735388" y="4638675"/>
              <a:ext cx="74612" cy="250825"/>
            </a:xfrm>
            <a:custGeom>
              <a:avLst/>
              <a:gdLst>
                <a:gd name="T0" fmla="*/ 2147483646 w 94"/>
                <a:gd name="T1" fmla="*/ 2147483646 h 317"/>
                <a:gd name="T2" fmla="*/ 2147483646 w 94"/>
                <a:gd name="T3" fmla="*/ 2147483646 h 317"/>
                <a:gd name="T4" fmla="*/ 2147483646 w 94"/>
                <a:gd name="T5" fmla="*/ 2147483646 h 317"/>
                <a:gd name="T6" fmla="*/ 2147483646 w 94"/>
                <a:gd name="T7" fmla="*/ 2147483646 h 317"/>
                <a:gd name="T8" fmla="*/ 2147483646 w 94"/>
                <a:gd name="T9" fmla="*/ 2147483646 h 317"/>
                <a:gd name="T10" fmla="*/ 2147483646 w 94"/>
                <a:gd name="T11" fmla="*/ 2147483646 h 317"/>
                <a:gd name="T12" fmla="*/ 2147483646 w 94"/>
                <a:gd name="T13" fmla="*/ 2147483646 h 317"/>
                <a:gd name="T14" fmla="*/ 2147483646 w 94"/>
                <a:gd name="T15" fmla="*/ 2147483646 h 317"/>
                <a:gd name="T16" fmla="*/ 2147483646 w 94"/>
                <a:gd name="T17" fmla="*/ 2147483646 h 317"/>
                <a:gd name="T18" fmla="*/ 2147483646 w 94"/>
                <a:gd name="T19" fmla="*/ 2147483646 h 317"/>
                <a:gd name="T20" fmla="*/ 2147483646 w 94"/>
                <a:gd name="T21" fmla="*/ 2147483646 h 317"/>
                <a:gd name="T22" fmla="*/ 2147483646 w 94"/>
                <a:gd name="T23" fmla="*/ 2147483646 h 317"/>
                <a:gd name="T24" fmla="*/ 2147483646 w 94"/>
                <a:gd name="T25" fmla="*/ 2147483646 h 317"/>
                <a:gd name="T26" fmla="*/ 2147483646 w 94"/>
                <a:gd name="T27" fmla="*/ 2147483646 h 317"/>
                <a:gd name="T28" fmla="*/ 2147483646 w 94"/>
                <a:gd name="T29" fmla="*/ 2147483646 h 317"/>
                <a:gd name="T30" fmla="*/ 2147483646 w 94"/>
                <a:gd name="T31" fmla="*/ 2147483646 h 317"/>
                <a:gd name="T32" fmla="*/ 2147483646 w 94"/>
                <a:gd name="T33" fmla="*/ 2147483646 h 317"/>
                <a:gd name="T34" fmla="*/ 2147483646 w 94"/>
                <a:gd name="T35" fmla="*/ 2147483646 h 317"/>
                <a:gd name="T36" fmla="*/ 2147483646 w 94"/>
                <a:gd name="T37" fmla="*/ 2147483646 h 317"/>
                <a:gd name="T38" fmla="*/ 2147483646 w 94"/>
                <a:gd name="T39" fmla="*/ 2147483646 h 317"/>
                <a:gd name="T40" fmla="*/ 2147483646 w 94"/>
                <a:gd name="T41" fmla="*/ 2147483646 h 317"/>
                <a:gd name="T42" fmla="*/ 2147483646 w 94"/>
                <a:gd name="T43" fmla="*/ 2147483646 h 317"/>
                <a:gd name="T44" fmla="*/ 2147483646 w 94"/>
                <a:gd name="T45" fmla="*/ 2147483646 h 317"/>
                <a:gd name="T46" fmla="*/ 2147483646 w 94"/>
                <a:gd name="T47" fmla="*/ 2147483646 h 317"/>
                <a:gd name="T48" fmla="*/ 2147483646 w 94"/>
                <a:gd name="T49" fmla="*/ 2147483646 h 317"/>
                <a:gd name="T50" fmla="*/ 2147483646 w 94"/>
                <a:gd name="T51" fmla="*/ 2147483646 h 317"/>
                <a:gd name="T52" fmla="*/ 2147483646 w 94"/>
                <a:gd name="T53" fmla="*/ 2147483646 h 317"/>
                <a:gd name="T54" fmla="*/ 2147483646 w 94"/>
                <a:gd name="T55" fmla="*/ 2147483646 h 317"/>
                <a:gd name="T56" fmla="*/ 2147483646 w 94"/>
                <a:gd name="T57" fmla="*/ 2147483646 h 317"/>
                <a:gd name="T58" fmla="*/ 2147483646 w 94"/>
                <a:gd name="T59" fmla="*/ 2147483646 h 317"/>
                <a:gd name="T60" fmla="*/ 2147483646 w 94"/>
                <a:gd name="T61" fmla="*/ 2147483646 h 317"/>
                <a:gd name="T62" fmla="*/ 2147483646 w 94"/>
                <a:gd name="T63" fmla="*/ 2147483646 h 317"/>
                <a:gd name="T64" fmla="*/ 2147483646 w 94"/>
                <a:gd name="T65" fmla="*/ 2147483646 h 317"/>
                <a:gd name="T66" fmla="*/ 2147483646 w 94"/>
                <a:gd name="T67" fmla="*/ 2147483646 h 317"/>
                <a:gd name="T68" fmla="*/ 2147483646 w 94"/>
                <a:gd name="T69" fmla="*/ 2147483646 h 317"/>
                <a:gd name="T70" fmla="*/ 2147483646 w 94"/>
                <a:gd name="T71" fmla="*/ 2147483646 h 317"/>
                <a:gd name="T72" fmla="*/ 2147483646 w 94"/>
                <a:gd name="T73" fmla="*/ 2147483646 h 317"/>
                <a:gd name="T74" fmla="*/ 2147483646 w 94"/>
                <a:gd name="T75" fmla="*/ 2147483646 h 317"/>
                <a:gd name="T76" fmla="*/ 2147483646 w 94"/>
                <a:gd name="T77" fmla="*/ 2147483646 h 317"/>
                <a:gd name="T78" fmla="*/ 2147483646 w 94"/>
                <a:gd name="T79" fmla="*/ 2147483646 h 317"/>
                <a:gd name="T80" fmla="*/ 2147483646 w 94"/>
                <a:gd name="T81" fmla="*/ 2147483646 h 317"/>
                <a:gd name="T82" fmla="*/ 2147483646 w 94"/>
                <a:gd name="T83" fmla="*/ 2147483646 h 317"/>
                <a:gd name="T84" fmla="*/ 2147483646 w 94"/>
                <a:gd name="T85" fmla="*/ 2147483646 h 317"/>
                <a:gd name="T86" fmla="*/ 2147483646 w 94"/>
                <a:gd name="T87" fmla="*/ 2147483646 h 317"/>
                <a:gd name="T88" fmla="*/ 2147483646 w 94"/>
                <a:gd name="T89" fmla="*/ 2147483646 h 317"/>
                <a:gd name="T90" fmla="*/ 2147483646 w 94"/>
                <a:gd name="T91" fmla="*/ 2147483646 h 317"/>
                <a:gd name="T92" fmla="*/ 2147483646 w 94"/>
                <a:gd name="T93" fmla="*/ 2147483646 h 317"/>
                <a:gd name="T94" fmla="*/ 2147483646 w 94"/>
                <a:gd name="T95" fmla="*/ 2147483646 h 317"/>
                <a:gd name="T96" fmla="*/ 2147483646 w 94"/>
                <a:gd name="T97" fmla="*/ 2147483646 h 317"/>
                <a:gd name="T98" fmla="*/ 2147483646 w 94"/>
                <a:gd name="T99" fmla="*/ 2147483646 h 317"/>
                <a:gd name="T100" fmla="*/ 2147483646 w 94"/>
                <a:gd name="T101" fmla="*/ 2147483646 h 317"/>
                <a:gd name="T102" fmla="*/ 2147483646 w 94"/>
                <a:gd name="T103" fmla="*/ 2147483646 h 317"/>
                <a:gd name="T104" fmla="*/ 2147483646 w 94"/>
                <a:gd name="T105" fmla="*/ 2147483646 h 317"/>
                <a:gd name="T106" fmla="*/ 2147483646 w 94"/>
                <a:gd name="T107" fmla="*/ 2147483646 h 317"/>
                <a:gd name="T108" fmla="*/ 2147483646 w 94"/>
                <a:gd name="T109" fmla="*/ 2147483646 h 317"/>
                <a:gd name="T110" fmla="*/ 2147483646 w 94"/>
                <a:gd name="T111" fmla="*/ 2147483646 h 317"/>
                <a:gd name="T112" fmla="*/ 2147483646 w 94"/>
                <a:gd name="T113" fmla="*/ 2147483646 h 31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4"/>
                <a:gd name="T172" fmla="*/ 0 h 317"/>
                <a:gd name="T173" fmla="*/ 94 w 94"/>
                <a:gd name="T174" fmla="*/ 317 h 31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4" h="317">
                  <a:moveTo>
                    <a:pt x="0" y="0"/>
                  </a:moveTo>
                  <a:lnTo>
                    <a:pt x="3" y="4"/>
                  </a:lnTo>
                  <a:lnTo>
                    <a:pt x="4" y="8"/>
                  </a:lnTo>
                  <a:lnTo>
                    <a:pt x="6" y="11"/>
                  </a:lnTo>
                  <a:lnTo>
                    <a:pt x="7" y="14"/>
                  </a:lnTo>
                  <a:lnTo>
                    <a:pt x="10" y="16"/>
                  </a:lnTo>
                  <a:lnTo>
                    <a:pt x="11" y="19"/>
                  </a:lnTo>
                  <a:lnTo>
                    <a:pt x="12" y="22"/>
                  </a:lnTo>
                  <a:lnTo>
                    <a:pt x="14" y="23"/>
                  </a:lnTo>
                  <a:lnTo>
                    <a:pt x="14" y="26"/>
                  </a:lnTo>
                  <a:lnTo>
                    <a:pt x="15" y="27"/>
                  </a:lnTo>
                  <a:lnTo>
                    <a:pt x="16" y="30"/>
                  </a:lnTo>
                  <a:lnTo>
                    <a:pt x="18" y="31"/>
                  </a:lnTo>
                  <a:lnTo>
                    <a:pt x="18" y="32"/>
                  </a:lnTo>
                  <a:lnTo>
                    <a:pt x="19" y="34"/>
                  </a:lnTo>
                  <a:lnTo>
                    <a:pt x="19" y="35"/>
                  </a:lnTo>
                  <a:lnTo>
                    <a:pt x="20" y="36"/>
                  </a:lnTo>
                  <a:lnTo>
                    <a:pt x="22" y="38"/>
                  </a:lnTo>
                  <a:lnTo>
                    <a:pt x="22" y="39"/>
                  </a:lnTo>
                  <a:lnTo>
                    <a:pt x="23" y="40"/>
                  </a:lnTo>
                  <a:lnTo>
                    <a:pt x="23" y="42"/>
                  </a:lnTo>
                  <a:lnTo>
                    <a:pt x="23" y="43"/>
                  </a:lnTo>
                  <a:lnTo>
                    <a:pt x="24" y="44"/>
                  </a:lnTo>
                  <a:lnTo>
                    <a:pt x="24" y="46"/>
                  </a:lnTo>
                  <a:lnTo>
                    <a:pt x="26" y="47"/>
                  </a:lnTo>
                  <a:lnTo>
                    <a:pt x="26" y="48"/>
                  </a:lnTo>
                  <a:lnTo>
                    <a:pt x="27" y="50"/>
                  </a:lnTo>
                  <a:lnTo>
                    <a:pt x="27" y="51"/>
                  </a:lnTo>
                  <a:lnTo>
                    <a:pt x="27" y="52"/>
                  </a:lnTo>
                  <a:lnTo>
                    <a:pt x="28" y="54"/>
                  </a:lnTo>
                  <a:lnTo>
                    <a:pt x="28" y="55"/>
                  </a:lnTo>
                  <a:lnTo>
                    <a:pt x="30" y="57"/>
                  </a:lnTo>
                  <a:lnTo>
                    <a:pt x="30" y="59"/>
                  </a:lnTo>
                  <a:lnTo>
                    <a:pt x="31" y="60"/>
                  </a:lnTo>
                  <a:lnTo>
                    <a:pt x="32" y="63"/>
                  </a:lnTo>
                  <a:lnTo>
                    <a:pt x="32" y="64"/>
                  </a:lnTo>
                  <a:lnTo>
                    <a:pt x="34" y="65"/>
                  </a:lnTo>
                  <a:lnTo>
                    <a:pt x="34" y="67"/>
                  </a:lnTo>
                  <a:lnTo>
                    <a:pt x="35" y="68"/>
                  </a:lnTo>
                  <a:lnTo>
                    <a:pt x="35" y="69"/>
                  </a:lnTo>
                  <a:lnTo>
                    <a:pt x="35" y="71"/>
                  </a:lnTo>
                  <a:lnTo>
                    <a:pt x="36" y="72"/>
                  </a:lnTo>
                  <a:lnTo>
                    <a:pt x="36" y="73"/>
                  </a:lnTo>
                  <a:lnTo>
                    <a:pt x="36" y="75"/>
                  </a:lnTo>
                  <a:lnTo>
                    <a:pt x="37" y="75"/>
                  </a:lnTo>
                  <a:lnTo>
                    <a:pt x="37" y="76"/>
                  </a:lnTo>
                  <a:lnTo>
                    <a:pt x="37" y="77"/>
                  </a:lnTo>
                  <a:lnTo>
                    <a:pt x="39" y="79"/>
                  </a:lnTo>
                  <a:lnTo>
                    <a:pt x="39" y="80"/>
                  </a:lnTo>
                  <a:lnTo>
                    <a:pt x="40" y="81"/>
                  </a:lnTo>
                  <a:lnTo>
                    <a:pt x="40" y="83"/>
                  </a:lnTo>
                  <a:lnTo>
                    <a:pt x="40" y="84"/>
                  </a:lnTo>
                  <a:lnTo>
                    <a:pt x="41" y="85"/>
                  </a:lnTo>
                  <a:lnTo>
                    <a:pt x="41" y="87"/>
                  </a:lnTo>
                  <a:lnTo>
                    <a:pt x="41" y="88"/>
                  </a:lnTo>
                  <a:lnTo>
                    <a:pt x="43" y="89"/>
                  </a:lnTo>
                  <a:lnTo>
                    <a:pt x="43" y="91"/>
                  </a:lnTo>
                  <a:lnTo>
                    <a:pt x="43" y="92"/>
                  </a:lnTo>
                  <a:lnTo>
                    <a:pt x="44" y="93"/>
                  </a:lnTo>
                  <a:lnTo>
                    <a:pt x="44" y="95"/>
                  </a:lnTo>
                  <a:lnTo>
                    <a:pt x="45" y="97"/>
                  </a:lnTo>
                  <a:lnTo>
                    <a:pt x="45" y="99"/>
                  </a:lnTo>
                  <a:lnTo>
                    <a:pt x="47" y="101"/>
                  </a:lnTo>
                  <a:lnTo>
                    <a:pt x="48" y="103"/>
                  </a:lnTo>
                  <a:lnTo>
                    <a:pt x="48" y="105"/>
                  </a:lnTo>
                  <a:lnTo>
                    <a:pt x="49" y="108"/>
                  </a:lnTo>
                  <a:lnTo>
                    <a:pt x="49" y="109"/>
                  </a:lnTo>
                  <a:lnTo>
                    <a:pt x="51" y="110"/>
                  </a:lnTo>
                  <a:lnTo>
                    <a:pt x="51" y="113"/>
                  </a:lnTo>
                  <a:lnTo>
                    <a:pt x="52" y="114"/>
                  </a:lnTo>
                  <a:lnTo>
                    <a:pt x="52" y="116"/>
                  </a:lnTo>
                  <a:lnTo>
                    <a:pt x="53" y="117"/>
                  </a:lnTo>
                  <a:lnTo>
                    <a:pt x="53" y="118"/>
                  </a:lnTo>
                  <a:lnTo>
                    <a:pt x="53" y="120"/>
                  </a:lnTo>
                  <a:lnTo>
                    <a:pt x="55" y="121"/>
                  </a:lnTo>
                  <a:lnTo>
                    <a:pt x="55" y="122"/>
                  </a:lnTo>
                  <a:lnTo>
                    <a:pt x="55" y="124"/>
                  </a:lnTo>
                  <a:lnTo>
                    <a:pt x="56" y="125"/>
                  </a:lnTo>
                  <a:lnTo>
                    <a:pt x="56" y="126"/>
                  </a:lnTo>
                  <a:lnTo>
                    <a:pt x="57" y="128"/>
                  </a:lnTo>
                  <a:lnTo>
                    <a:pt x="57" y="129"/>
                  </a:lnTo>
                  <a:lnTo>
                    <a:pt x="57" y="130"/>
                  </a:lnTo>
                  <a:lnTo>
                    <a:pt x="57" y="132"/>
                  </a:lnTo>
                  <a:lnTo>
                    <a:pt x="59" y="133"/>
                  </a:lnTo>
                  <a:lnTo>
                    <a:pt x="59" y="134"/>
                  </a:lnTo>
                  <a:lnTo>
                    <a:pt x="59" y="136"/>
                  </a:lnTo>
                  <a:lnTo>
                    <a:pt x="60" y="137"/>
                  </a:lnTo>
                  <a:lnTo>
                    <a:pt x="60" y="138"/>
                  </a:lnTo>
                  <a:lnTo>
                    <a:pt x="60" y="140"/>
                  </a:lnTo>
                  <a:lnTo>
                    <a:pt x="61" y="141"/>
                  </a:lnTo>
                  <a:lnTo>
                    <a:pt x="61" y="144"/>
                  </a:lnTo>
                  <a:lnTo>
                    <a:pt x="63" y="145"/>
                  </a:lnTo>
                  <a:lnTo>
                    <a:pt x="63" y="146"/>
                  </a:lnTo>
                  <a:lnTo>
                    <a:pt x="64" y="149"/>
                  </a:lnTo>
                  <a:lnTo>
                    <a:pt x="64" y="150"/>
                  </a:lnTo>
                  <a:lnTo>
                    <a:pt x="65" y="153"/>
                  </a:lnTo>
                  <a:lnTo>
                    <a:pt x="65" y="156"/>
                  </a:lnTo>
                  <a:lnTo>
                    <a:pt x="67" y="157"/>
                  </a:lnTo>
                  <a:lnTo>
                    <a:pt x="67" y="160"/>
                  </a:lnTo>
                  <a:lnTo>
                    <a:pt x="67" y="161"/>
                  </a:lnTo>
                  <a:lnTo>
                    <a:pt x="68" y="162"/>
                  </a:lnTo>
                  <a:lnTo>
                    <a:pt x="68" y="163"/>
                  </a:lnTo>
                  <a:lnTo>
                    <a:pt x="69" y="165"/>
                  </a:lnTo>
                  <a:lnTo>
                    <a:pt x="69" y="166"/>
                  </a:lnTo>
                  <a:lnTo>
                    <a:pt x="69" y="167"/>
                  </a:lnTo>
                  <a:lnTo>
                    <a:pt x="69" y="169"/>
                  </a:lnTo>
                  <a:lnTo>
                    <a:pt x="71" y="170"/>
                  </a:lnTo>
                  <a:lnTo>
                    <a:pt x="71" y="171"/>
                  </a:lnTo>
                  <a:lnTo>
                    <a:pt x="71" y="173"/>
                  </a:lnTo>
                  <a:lnTo>
                    <a:pt x="72" y="174"/>
                  </a:lnTo>
                  <a:lnTo>
                    <a:pt x="72" y="175"/>
                  </a:lnTo>
                  <a:lnTo>
                    <a:pt x="72" y="177"/>
                  </a:lnTo>
                  <a:lnTo>
                    <a:pt x="73" y="178"/>
                  </a:lnTo>
                  <a:lnTo>
                    <a:pt x="73" y="179"/>
                  </a:lnTo>
                  <a:lnTo>
                    <a:pt x="73" y="181"/>
                  </a:lnTo>
                  <a:lnTo>
                    <a:pt x="75" y="182"/>
                  </a:lnTo>
                  <a:lnTo>
                    <a:pt x="75" y="183"/>
                  </a:lnTo>
                  <a:lnTo>
                    <a:pt x="75" y="185"/>
                  </a:lnTo>
                  <a:lnTo>
                    <a:pt x="75" y="186"/>
                  </a:lnTo>
                  <a:lnTo>
                    <a:pt x="76" y="187"/>
                  </a:lnTo>
                  <a:lnTo>
                    <a:pt x="76" y="190"/>
                  </a:lnTo>
                  <a:lnTo>
                    <a:pt x="77" y="191"/>
                  </a:lnTo>
                  <a:lnTo>
                    <a:pt x="77" y="193"/>
                  </a:lnTo>
                  <a:lnTo>
                    <a:pt x="79" y="195"/>
                  </a:lnTo>
                  <a:lnTo>
                    <a:pt x="79" y="197"/>
                  </a:lnTo>
                  <a:lnTo>
                    <a:pt x="79" y="199"/>
                  </a:lnTo>
                  <a:lnTo>
                    <a:pt x="80" y="202"/>
                  </a:lnTo>
                  <a:lnTo>
                    <a:pt x="80" y="203"/>
                  </a:lnTo>
                  <a:lnTo>
                    <a:pt x="81" y="206"/>
                  </a:lnTo>
                  <a:lnTo>
                    <a:pt x="81" y="207"/>
                  </a:lnTo>
                  <a:lnTo>
                    <a:pt x="83" y="209"/>
                  </a:lnTo>
                  <a:lnTo>
                    <a:pt x="83" y="210"/>
                  </a:lnTo>
                  <a:lnTo>
                    <a:pt x="83" y="211"/>
                  </a:lnTo>
                  <a:lnTo>
                    <a:pt x="84" y="214"/>
                  </a:lnTo>
                  <a:lnTo>
                    <a:pt x="84" y="215"/>
                  </a:lnTo>
                  <a:lnTo>
                    <a:pt x="84" y="217"/>
                  </a:lnTo>
                  <a:lnTo>
                    <a:pt x="85" y="217"/>
                  </a:lnTo>
                  <a:lnTo>
                    <a:pt x="85" y="218"/>
                  </a:lnTo>
                  <a:lnTo>
                    <a:pt x="85" y="219"/>
                  </a:lnTo>
                  <a:lnTo>
                    <a:pt x="85" y="220"/>
                  </a:lnTo>
                  <a:lnTo>
                    <a:pt x="85" y="222"/>
                  </a:lnTo>
                  <a:lnTo>
                    <a:pt x="86" y="223"/>
                  </a:lnTo>
                  <a:lnTo>
                    <a:pt x="86" y="224"/>
                  </a:lnTo>
                  <a:lnTo>
                    <a:pt x="86" y="226"/>
                  </a:lnTo>
                  <a:lnTo>
                    <a:pt x="86" y="227"/>
                  </a:lnTo>
                  <a:lnTo>
                    <a:pt x="86" y="228"/>
                  </a:lnTo>
                  <a:lnTo>
                    <a:pt x="86" y="230"/>
                  </a:lnTo>
                  <a:lnTo>
                    <a:pt x="88" y="231"/>
                  </a:lnTo>
                  <a:lnTo>
                    <a:pt x="88" y="232"/>
                  </a:lnTo>
                  <a:lnTo>
                    <a:pt x="88" y="234"/>
                  </a:lnTo>
                  <a:lnTo>
                    <a:pt x="88" y="235"/>
                  </a:lnTo>
                  <a:lnTo>
                    <a:pt x="88" y="236"/>
                  </a:lnTo>
                  <a:lnTo>
                    <a:pt x="88" y="238"/>
                  </a:lnTo>
                  <a:lnTo>
                    <a:pt x="88" y="240"/>
                  </a:lnTo>
                  <a:lnTo>
                    <a:pt x="88" y="242"/>
                  </a:lnTo>
                  <a:lnTo>
                    <a:pt x="88" y="243"/>
                  </a:lnTo>
                  <a:lnTo>
                    <a:pt x="88" y="246"/>
                  </a:lnTo>
                  <a:lnTo>
                    <a:pt x="89" y="247"/>
                  </a:lnTo>
                  <a:lnTo>
                    <a:pt x="89" y="248"/>
                  </a:lnTo>
                  <a:lnTo>
                    <a:pt x="89" y="251"/>
                  </a:lnTo>
                  <a:lnTo>
                    <a:pt x="89" y="252"/>
                  </a:lnTo>
                  <a:lnTo>
                    <a:pt x="89" y="254"/>
                  </a:lnTo>
                  <a:lnTo>
                    <a:pt x="89" y="255"/>
                  </a:lnTo>
                  <a:lnTo>
                    <a:pt x="89" y="256"/>
                  </a:lnTo>
                  <a:lnTo>
                    <a:pt x="89" y="258"/>
                  </a:lnTo>
                  <a:lnTo>
                    <a:pt x="89" y="259"/>
                  </a:lnTo>
                  <a:lnTo>
                    <a:pt x="89" y="260"/>
                  </a:lnTo>
                  <a:lnTo>
                    <a:pt x="89" y="262"/>
                  </a:lnTo>
                  <a:lnTo>
                    <a:pt x="90" y="263"/>
                  </a:lnTo>
                  <a:lnTo>
                    <a:pt x="90" y="264"/>
                  </a:lnTo>
                  <a:lnTo>
                    <a:pt x="90" y="266"/>
                  </a:lnTo>
                  <a:lnTo>
                    <a:pt x="90" y="267"/>
                  </a:lnTo>
                  <a:lnTo>
                    <a:pt x="90" y="268"/>
                  </a:lnTo>
                  <a:lnTo>
                    <a:pt x="90" y="270"/>
                  </a:lnTo>
                  <a:lnTo>
                    <a:pt x="92" y="271"/>
                  </a:lnTo>
                  <a:lnTo>
                    <a:pt x="92" y="272"/>
                  </a:lnTo>
                  <a:lnTo>
                    <a:pt x="92" y="273"/>
                  </a:lnTo>
                  <a:lnTo>
                    <a:pt x="92" y="275"/>
                  </a:lnTo>
                  <a:lnTo>
                    <a:pt x="92" y="276"/>
                  </a:lnTo>
                  <a:lnTo>
                    <a:pt x="93" y="277"/>
                  </a:lnTo>
                  <a:lnTo>
                    <a:pt x="93" y="279"/>
                  </a:lnTo>
                  <a:lnTo>
                    <a:pt x="93" y="280"/>
                  </a:lnTo>
                  <a:lnTo>
                    <a:pt x="93" y="281"/>
                  </a:lnTo>
                  <a:lnTo>
                    <a:pt x="93" y="283"/>
                  </a:lnTo>
                  <a:lnTo>
                    <a:pt x="93" y="284"/>
                  </a:lnTo>
                  <a:lnTo>
                    <a:pt x="94" y="284"/>
                  </a:lnTo>
                  <a:lnTo>
                    <a:pt x="94" y="285"/>
                  </a:lnTo>
                  <a:lnTo>
                    <a:pt x="94" y="287"/>
                  </a:lnTo>
                  <a:lnTo>
                    <a:pt x="94" y="288"/>
                  </a:lnTo>
                  <a:lnTo>
                    <a:pt x="94" y="289"/>
                  </a:lnTo>
                  <a:lnTo>
                    <a:pt x="94" y="291"/>
                  </a:lnTo>
                  <a:lnTo>
                    <a:pt x="94" y="292"/>
                  </a:lnTo>
                  <a:lnTo>
                    <a:pt x="94" y="293"/>
                  </a:lnTo>
                  <a:lnTo>
                    <a:pt x="94" y="295"/>
                  </a:lnTo>
                  <a:lnTo>
                    <a:pt x="94" y="296"/>
                  </a:lnTo>
                  <a:lnTo>
                    <a:pt x="94" y="297"/>
                  </a:lnTo>
                  <a:lnTo>
                    <a:pt x="94" y="300"/>
                  </a:lnTo>
                  <a:lnTo>
                    <a:pt x="94" y="301"/>
                  </a:lnTo>
                  <a:lnTo>
                    <a:pt x="94" y="303"/>
                  </a:lnTo>
                  <a:lnTo>
                    <a:pt x="94" y="304"/>
                  </a:lnTo>
                  <a:lnTo>
                    <a:pt x="94" y="307"/>
                  </a:lnTo>
                  <a:lnTo>
                    <a:pt x="93" y="308"/>
                  </a:lnTo>
                  <a:lnTo>
                    <a:pt x="93" y="311"/>
                  </a:lnTo>
                  <a:lnTo>
                    <a:pt x="93" y="312"/>
                  </a:lnTo>
                  <a:lnTo>
                    <a:pt x="93" y="315"/>
                  </a:lnTo>
                  <a:lnTo>
                    <a:pt x="93" y="317"/>
                  </a:lnTo>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6005" name="Freeform 51">
              <a:extLst>
                <a:ext uri="{FF2B5EF4-FFF2-40B4-BE49-F238E27FC236}">
                  <a16:creationId xmlns:a16="http://schemas.microsoft.com/office/drawing/2014/main" id="{5D2CED05-5603-4E82-8CA5-80C7ACC10A29}"/>
                </a:ext>
              </a:extLst>
            </p:cNvPr>
            <p:cNvSpPr>
              <a:spLocks/>
            </p:cNvSpPr>
            <p:nvPr/>
          </p:nvSpPr>
          <p:spPr bwMode="auto">
            <a:xfrm>
              <a:off x="3735388" y="4887913"/>
              <a:ext cx="74612" cy="252412"/>
            </a:xfrm>
            <a:custGeom>
              <a:avLst/>
              <a:gdLst>
                <a:gd name="T0" fmla="*/ 2147483646 w 94"/>
                <a:gd name="T1" fmla="*/ 2147483646 h 317"/>
                <a:gd name="T2" fmla="*/ 2147483646 w 94"/>
                <a:gd name="T3" fmla="*/ 2147483646 h 317"/>
                <a:gd name="T4" fmla="*/ 2147483646 w 94"/>
                <a:gd name="T5" fmla="*/ 2147483646 h 317"/>
                <a:gd name="T6" fmla="*/ 2147483646 w 94"/>
                <a:gd name="T7" fmla="*/ 2147483646 h 317"/>
                <a:gd name="T8" fmla="*/ 2147483646 w 94"/>
                <a:gd name="T9" fmla="*/ 2147483646 h 317"/>
                <a:gd name="T10" fmla="*/ 2147483646 w 94"/>
                <a:gd name="T11" fmla="*/ 2147483646 h 317"/>
                <a:gd name="T12" fmla="*/ 2147483646 w 94"/>
                <a:gd name="T13" fmla="*/ 2147483646 h 317"/>
                <a:gd name="T14" fmla="*/ 2147483646 w 94"/>
                <a:gd name="T15" fmla="*/ 2147483646 h 317"/>
                <a:gd name="T16" fmla="*/ 2147483646 w 94"/>
                <a:gd name="T17" fmla="*/ 2147483646 h 317"/>
                <a:gd name="T18" fmla="*/ 2147483646 w 94"/>
                <a:gd name="T19" fmla="*/ 2147483646 h 317"/>
                <a:gd name="T20" fmla="*/ 2147483646 w 94"/>
                <a:gd name="T21" fmla="*/ 2147483646 h 317"/>
                <a:gd name="T22" fmla="*/ 2147483646 w 94"/>
                <a:gd name="T23" fmla="*/ 2147483646 h 317"/>
                <a:gd name="T24" fmla="*/ 2147483646 w 94"/>
                <a:gd name="T25" fmla="*/ 2147483646 h 317"/>
                <a:gd name="T26" fmla="*/ 2147483646 w 94"/>
                <a:gd name="T27" fmla="*/ 2147483646 h 317"/>
                <a:gd name="T28" fmla="*/ 2147483646 w 94"/>
                <a:gd name="T29" fmla="*/ 2147483646 h 317"/>
                <a:gd name="T30" fmla="*/ 2147483646 w 94"/>
                <a:gd name="T31" fmla="*/ 2147483646 h 317"/>
                <a:gd name="T32" fmla="*/ 2147483646 w 94"/>
                <a:gd name="T33" fmla="*/ 2147483646 h 317"/>
                <a:gd name="T34" fmla="*/ 2147483646 w 94"/>
                <a:gd name="T35" fmla="*/ 2147483646 h 317"/>
                <a:gd name="T36" fmla="*/ 2147483646 w 94"/>
                <a:gd name="T37" fmla="*/ 2147483646 h 317"/>
                <a:gd name="T38" fmla="*/ 2147483646 w 94"/>
                <a:gd name="T39" fmla="*/ 2147483646 h 317"/>
                <a:gd name="T40" fmla="*/ 2147483646 w 94"/>
                <a:gd name="T41" fmla="*/ 2147483646 h 317"/>
                <a:gd name="T42" fmla="*/ 2147483646 w 94"/>
                <a:gd name="T43" fmla="*/ 2147483646 h 317"/>
                <a:gd name="T44" fmla="*/ 2147483646 w 94"/>
                <a:gd name="T45" fmla="*/ 2147483646 h 317"/>
                <a:gd name="T46" fmla="*/ 2147483646 w 94"/>
                <a:gd name="T47" fmla="*/ 2147483646 h 317"/>
                <a:gd name="T48" fmla="*/ 2147483646 w 94"/>
                <a:gd name="T49" fmla="*/ 2147483646 h 317"/>
                <a:gd name="T50" fmla="*/ 2147483646 w 94"/>
                <a:gd name="T51" fmla="*/ 2147483646 h 317"/>
                <a:gd name="T52" fmla="*/ 2147483646 w 94"/>
                <a:gd name="T53" fmla="*/ 2147483646 h 317"/>
                <a:gd name="T54" fmla="*/ 2147483646 w 94"/>
                <a:gd name="T55" fmla="*/ 2147483646 h 317"/>
                <a:gd name="T56" fmla="*/ 2147483646 w 94"/>
                <a:gd name="T57" fmla="*/ 2147483646 h 317"/>
                <a:gd name="T58" fmla="*/ 2147483646 w 94"/>
                <a:gd name="T59" fmla="*/ 2147483646 h 317"/>
                <a:gd name="T60" fmla="*/ 2147483646 w 94"/>
                <a:gd name="T61" fmla="*/ 2147483646 h 317"/>
                <a:gd name="T62" fmla="*/ 2147483646 w 94"/>
                <a:gd name="T63" fmla="*/ 2147483646 h 317"/>
                <a:gd name="T64" fmla="*/ 2147483646 w 94"/>
                <a:gd name="T65" fmla="*/ 2147483646 h 317"/>
                <a:gd name="T66" fmla="*/ 2147483646 w 94"/>
                <a:gd name="T67" fmla="*/ 2147483646 h 317"/>
                <a:gd name="T68" fmla="*/ 2147483646 w 94"/>
                <a:gd name="T69" fmla="*/ 2147483646 h 317"/>
                <a:gd name="T70" fmla="*/ 2147483646 w 94"/>
                <a:gd name="T71" fmla="*/ 2147483646 h 317"/>
                <a:gd name="T72" fmla="*/ 2147483646 w 94"/>
                <a:gd name="T73" fmla="*/ 2147483646 h 317"/>
                <a:gd name="T74" fmla="*/ 2147483646 w 94"/>
                <a:gd name="T75" fmla="*/ 2147483646 h 317"/>
                <a:gd name="T76" fmla="*/ 2147483646 w 94"/>
                <a:gd name="T77" fmla="*/ 2147483646 h 317"/>
                <a:gd name="T78" fmla="*/ 2147483646 w 94"/>
                <a:gd name="T79" fmla="*/ 2147483646 h 317"/>
                <a:gd name="T80" fmla="*/ 2147483646 w 94"/>
                <a:gd name="T81" fmla="*/ 2147483646 h 317"/>
                <a:gd name="T82" fmla="*/ 2147483646 w 94"/>
                <a:gd name="T83" fmla="*/ 2147483646 h 317"/>
                <a:gd name="T84" fmla="*/ 2147483646 w 94"/>
                <a:gd name="T85" fmla="*/ 2147483646 h 317"/>
                <a:gd name="T86" fmla="*/ 2147483646 w 94"/>
                <a:gd name="T87" fmla="*/ 2147483646 h 317"/>
                <a:gd name="T88" fmla="*/ 2147483646 w 94"/>
                <a:gd name="T89" fmla="*/ 2147483646 h 317"/>
                <a:gd name="T90" fmla="*/ 2147483646 w 94"/>
                <a:gd name="T91" fmla="*/ 2147483646 h 317"/>
                <a:gd name="T92" fmla="*/ 2147483646 w 94"/>
                <a:gd name="T93" fmla="*/ 2147483646 h 317"/>
                <a:gd name="T94" fmla="*/ 2147483646 w 94"/>
                <a:gd name="T95" fmla="*/ 2147483646 h 317"/>
                <a:gd name="T96" fmla="*/ 2147483646 w 94"/>
                <a:gd name="T97" fmla="*/ 2147483646 h 317"/>
                <a:gd name="T98" fmla="*/ 2147483646 w 94"/>
                <a:gd name="T99" fmla="*/ 2147483646 h 317"/>
                <a:gd name="T100" fmla="*/ 2147483646 w 94"/>
                <a:gd name="T101" fmla="*/ 2147483646 h 317"/>
                <a:gd name="T102" fmla="*/ 2147483646 w 94"/>
                <a:gd name="T103" fmla="*/ 2147483646 h 317"/>
                <a:gd name="T104" fmla="*/ 2147483646 w 94"/>
                <a:gd name="T105" fmla="*/ 2147483646 h 317"/>
                <a:gd name="T106" fmla="*/ 2147483646 w 94"/>
                <a:gd name="T107" fmla="*/ 2147483646 h 317"/>
                <a:gd name="T108" fmla="*/ 2147483646 w 94"/>
                <a:gd name="T109" fmla="*/ 2147483646 h 317"/>
                <a:gd name="T110" fmla="*/ 2147483646 w 94"/>
                <a:gd name="T111" fmla="*/ 2147483646 h 317"/>
                <a:gd name="T112" fmla="*/ 2147483646 w 94"/>
                <a:gd name="T113" fmla="*/ 2147483646 h 31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4"/>
                <a:gd name="T172" fmla="*/ 0 h 317"/>
                <a:gd name="T173" fmla="*/ 94 w 94"/>
                <a:gd name="T174" fmla="*/ 317 h 31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4" h="317">
                  <a:moveTo>
                    <a:pt x="0" y="317"/>
                  </a:moveTo>
                  <a:lnTo>
                    <a:pt x="3" y="313"/>
                  </a:lnTo>
                  <a:lnTo>
                    <a:pt x="4" y="310"/>
                  </a:lnTo>
                  <a:lnTo>
                    <a:pt x="6" y="306"/>
                  </a:lnTo>
                  <a:lnTo>
                    <a:pt x="7" y="303"/>
                  </a:lnTo>
                  <a:lnTo>
                    <a:pt x="10" y="301"/>
                  </a:lnTo>
                  <a:lnTo>
                    <a:pt x="11" y="298"/>
                  </a:lnTo>
                  <a:lnTo>
                    <a:pt x="12" y="295"/>
                  </a:lnTo>
                  <a:lnTo>
                    <a:pt x="14" y="294"/>
                  </a:lnTo>
                  <a:lnTo>
                    <a:pt x="14" y="291"/>
                  </a:lnTo>
                  <a:lnTo>
                    <a:pt x="15" y="290"/>
                  </a:lnTo>
                  <a:lnTo>
                    <a:pt x="16" y="287"/>
                  </a:lnTo>
                  <a:lnTo>
                    <a:pt x="18" y="286"/>
                  </a:lnTo>
                  <a:lnTo>
                    <a:pt x="18" y="285"/>
                  </a:lnTo>
                  <a:lnTo>
                    <a:pt x="19" y="284"/>
                  </a:lnTo>
                  <a:lnTo>
                    <a:pt x="19" y="282"/>
                  </a:lnTo>
                  <a:lnTo>
                    <a:pt x="20" y="281"/>
                  </a:lnTo>
                  <a:lnTo>
                    <a:pt x="22" y="280"/>
                  </a:lnTo>
                  <a:lnTo>
                    <a:pt x="22" y="278"/>
                  </a:lnTo>
                  <a:lnTo>
                    <a:pt x="23" y="277"/>
                  </a:lnTo>
                  <a:lnTo>
                    <a:pt x="23" y="276"/>
                  </a:lnTo>
                  <a:lnTo>
                    <a:pt x="23" y="274"/>
                  </a:lnTo>
                  <a:lnTo>
                    <a:pt x="24" y="273"/>
                  </a:lnTo>
                  <a:lnTo>
                    <a:pt x="24" y="272"/>
                  </a:lnTo>
                  <a:lnTo>
                    <a:pt x="26" y="270"/>
                  </a:lnTo>
                  <a:lnTo>
                    <a:pt x="26" y="269"/>
                  </a:lnTo>
                  <a:lnTo>
                    <a:pt x="27" y="268"/>
                  </a:lnTo>
                  <a:lnTo>
                    <a:pt x="27" y="266"/>
                  </a:lnTo>
                  <a:lnTo>
                    <a:pt x="27" y="265"/>
                  </a:lnTo>
                  <a:lnTo>
                    <a:pt x="28" y="264"/>
                  </a:lnTo>
                  <a:lnTo>
                    <a:pt x="28" y="262"/>
                  </a:lnTo>
                  <a:lnTo>
                    <a:pt x="30" y="260"/>
                  </a:lnTo>
                  <a:lnTo>
                    <a:pt x="30" y="258"/>
                  </a:lnTo>
                  <a:lnTo>
                    <a:pt x="31" y="257"/>
                  </a:lnTo>
                  <a:lnTo>
                    <a:pt x="32" y="254"/>
                  </a:lnTo>
                  <a:lnTo>
                    <a:pt x="32" y="253"/>
                  </a:lnTo>
                  <a:lnTo>
                    <a:pt x="34" y="252"/>
                  </a:lnTo>
                  <a:lnTo>
                    <a:pt x="34" y="250"/>
                  </a:lnTo>
                  <a:lnTo>
                    <a:pt x="35" y="249"/>
                  </a:lnTo>
                  <a:lnTo>
                    <a:pt x="35" y="248"/>
                  </a:lnTo>
                  <a:lnTo>
                    <a:pt x="35" y="246"/>
                  </a:lnTo>
                  <a:lnTo>
                    <a:pt x="36" y="245"/>
                  </a:lnTo>
                  <a:lnTo>
                    <a:pt x="36" y="244"/>
                  </a:lnTo>
                  <a:lnTo>
                    <a:pt x="36" y="242"/>
                  </a:lnTo>
                  <a:lnTo>
                    <a:pt x="37" y="242"/>
                  </a:lnTo>
                  <a:lnTo>
                    <a:pt x="37" y="241"/>
                  </a:lnTo>
                  <a:lnTo>
                    <a:pt x="37" y="240"/>
                  </a:lnTo>
                  <a:lnTo>
                    <a:pt x="39" y="238"/>
                  </a:lnTo>
                  <a:lnTo>
                    <a:pt x="39" y="237"/>
                  </a:lnTo>
                  <a:lnTo>
                    <a:pt x="40" y="236"/>
                  </a:lnTo>
                  <a:lnTo>
                    <a:pt x="40" y="234"/>
                  </a:lnTo>
                  <a:lnTo>
                    <a:pt x="40" y="233"/>
                  </a:lnTo>
                  <a:lnTo>
                    <a:pt x="41" y="232"/>
                  </a:lnTo>
                  <a:lnTo>
                    <a:pt x="41" y="230"/>
                  </a:lnTo>
                  <a:lnTo>
                    <a:pt x="43" y="229"/>
                  </a:lnTo>
                  <a:lnTo>
                    <a:pt x="43" y="227"/>
                  </a:lnTo>
                  <a:lnTo>
                    <a:pt x="43" y="225"/>
                  </a:lnTo>
                  <a:lnTo>
                    <a:pt x="44" y="224"/>
                  </a:lnTo>
                  <a:lnTo>
                    <a:pt x="44" y="223"/>
                  </a:lnTo>
                  <a:lnTo>
                    <a:pt x="45" y="221"/>
                  </a:lnTo>
                  <a:lnTo>
                    <a:pt x="45" y="219"/>
                  </a:lnTo>
                  <a:lnTo>
                    <a:pt x="47" y="217"/>
                  </a:lnTo>
                  <a:lnTo>
                    <a:pt x="48" y="215"/>
                  </a:lnTo>
                  <a:lnTo>
                    <a:pt x="48" y="212"/>
                  </a:lnTo>
                  <a:lnTo>
                    <a:pt x="49" y="211"/>
                  </a:lnTo>
                  <a:lnTo>
                    <a:pt x="49" y="208"/>
                  </a:lnTo>
                  <a:lnTo>
                    <a:pt x="51" y="207"/>
                  </a:lnTo>
                  <a:lnTo>
                    <a:pt x="51" y="205"/>
                  </a:lnTo>
                  <a:lnTo>
                    <a:pt x="52" y="203"/>
                  </a:lnTo>
                  <a:lnTo>
                    <a:pt x="52" y="201"/>
                  </a:lnTo>
                  <a:lnTo>
                    <a:pt x="53" y="200"/>
                  </a:lnTo>
                  <a:lnTo>
                    <a:pt x="53" y="199"/>
                  </a:lnTo>
                  <a:lnTo>
                    <a:pt x="53" y="197"/>
                  </a:lnTo>
                  <a:lnTo>
                    <a:pt x="55" y="196"/>
                  </a:lnTo>
                  <a:lnTo>
                    <a:pt x="55" y="195"/>
                  </a:lnTo>
                  <a:lnTo>
                    <a:pt x="55" y="193"/>
                  </a:lnTo>
                  <a:lnTo>
                    <a:pt x="56" y="192"/>
                  </a:lnTo>
                  <a:lnTo>
                    <a:pt x="56" y="191"/>
                  </a:lnTo>
                  <a:lnTo>
                    <a:pt x="57" y="189"/>
                  </a:lnTo>
                  <a:lnTo>
                    <a:pt x="57" y="188"/>
                  </a:lnTo>
                  <a:lnTo>
                    <a:pt x="57" y="187"/>
                  </a:lnTo>
                  <a:lnTo>
                    <a:pt x="57" y="185"/>
                  </a:lnTo>
                  <a:lnTo>
                    <a:pt x="59" y="184"/>
                  </a:lnTo>
                  <a:lnTo>
                    <a:pt x="59" y="183"/>
                  </a:lnTo>
                  <a:lnTo>
                    <a:pt x="59" y="181"/>
                  </a:lnTo>
                  <a:lnTo>
                    <a:pt x="60" y="180"/>
                  </a:lnTo>
                  <a:lnTo>
                    <a:pt x="60" y="179"/>
                  </a:lnTo>
                  <a:lnTo>
                    <a:pt x="60" y="177"/>
                  </a:lnTo>
                  <a:lnTo>
                    <a:pt x="61" y="176"/>
                  </a:lnTo>
                  <a:lnTo>
                    <a:pt x="61" y="175"/>
                  </a:lnTo>
                  <a:lnTo>
                    <a:pt x="63" y="172"/>
                  </a:lnTo>
                  <a:lnTo>
                    <a:pt x="63" y="171"/>
                  </a:lnTo>
                  <a:lnTo>
                    <a:pt x="64" y="168"/>
                  </a:lnTo>
                  <a:lnTo>
                    <a:pt x="64" y="166"/>
                  </a:lnTo>
                  <a:lnTo>
                    <a:pt x="65" y="164"/>
                  </a:lnTo>
                  <a:lnTo>
                    <a:pt x="65" y="162"/>
                  </a:lnTo>
                  <a:lnTo>
                    <a:pt x="67" y="160"/>
                  </a:lnTo>
                  <a:lnTo>
                    <a:pt x="67" y="159"/>
                  </a:lnTo>
                  <a:lnTo>
                    <a:pt x="67" y="156"/>
                  </a:lnTo>
                  <a:lnTo>
                    <a:pt x="68" y="155"/>
                  </a:lnTo>
                  <a:lnTo>
                    <a:pt x="68" y="154"/>
                  </a:lnTo>
                  <a:lnTo>
                    <a:pt x="69" y="152"/>
                  </a:lnTo>
                  <a:lnTo>
                    <a:pt x="69" y="151"/>
                  </a:lnTo>
                  <a:lnTo>
                    <a:pt x="69" y="150"/>
                  </a:lnTo>
                  <a:lnTo>
                    <a:pt x="69" y="148"/>
                  </a:lnTo>
                  <a:lnTo>
                    <a:pt x="71" y="147"/>
                  </a:lnTo>
                  <a:lnTo>
                    <a:pt x="71" y="146"/>
                  </a:lnTo>
                  <a:lnTo>
                    <a:pt x="71" y="144"/>
                  </a:lnTo>
                  <a:lnTo>
                    <a:pt x="72" y="143"/>
                  </a:lnTo>
                  <a:lnTo>
                    <a:pt x="72" y="142"/>
                  </a:lnTo>
                  <a:lnTo>
                    <a:pt x="72" y="140"/>
                  </a:lnTo>
                  <a:lnTo>
                    <a:pt x="73" y="139"/>
                  </a:lnTo>
                  <a:lnTo>
                    <a:pt x="73" y="138"/>
                  </a:lnTo>
                  <a:lnTo>
                    <a:pt x="73" y="136"/>
                  </a:lnTo>
                  <a:lnTo>
                    <a:pt x="75" y="135"/>
                  </a:lnTo>
                  <a:lnTo>
                    <a:pt x="75" y="134"/>
                  </a:lnTo>
                  <a:lnTo>
                    <a:pt x="75" y="132"/>
                  </a:lnTo>
                  <a:lnTo>
                    <a:pt x="75" y="131"/>
                  </a:lnTo>
                  <a:lnTo>
                    <a:pt x="76" y="130"/>
                  </a:lnTo>
                  <a:lnTo>
                    <a:pt x="76" y="128"/>
                  </a:lnTo>
                  <a:lnTo>
                    <a:pt x="77" y="126"/>
                  </a:lnTo>
                  <a:lnTo>
                    <a:pt x="77" y="124"/>
                  </a:lnTo>
                  <a:lnTo>
                    <a:pt x="79" y="123"/>
                  </a:lnTo>
                  <a:lnTo>
                    <a:pt x="79" y="121"/>
                  </a:lnTo>
                  <a:lnTo>
                    <a:pt x="79" y="118"/>
                  </a:lnTo>
                  <a:lnTo>
                    <a:pt x="80" y="117"/>
                  </a:lnTo>
                  <a:lnTo>
                    <a:pt x="80" y="114"/>
                  </a:lnTo>
                  <a:lnTo>
                    <a:pt x="81" y="113"/>
                  </a:lnTo>
                  <a:lnTo>
                    <a:pt x="81" y="110"/>
                  </a:lnTo>
                  <a:lnTo>
                    <a:pt x="83" y="109"/>
                  </a:lnTo>
                  <a:lnTo>
                    <a:pt x="83" y="107"/>
                  </a:lnTo>
                  <a:lnTo>
                    <a:pt x="83" y="106"/>
                  </a:lnTo>
                  <a:lnTo>
                    <a:pt x="84" y="105"/>
                  </a:lnTo>
                  <a:lnTo>
                    <a:pt x="84" y="103"/>
                  </a:lnTo>
                  <a:lnTo>
                    <a:pt x="84" y="102"/>
                  </a:lnTo>
                  <a:lnTo>
                    <a:pt x="85" y="101"/>
                  </a:lnTo>
                  <a:lnTo>
                    <a:pt x="85" y="99"/>
                  </a:lnTo>
                  <a:lnTo>
                    <a:pt x="85" y="98"/>
                  </a:lnTo>
                  <a:lnTo>
                    <a:pt x="85" y="97"/>
                  </a:lnTo>
                  <a:lnTo>
                    <a:pt x="85" y="95"/>
                  </a:lnTo>
                  <a:lnTo>
                    <a:pt x="86" y="94"/>
                  </a:lnTo>
                  <a:lnTo>
                    <a:pt x="86" y="93"/>
                  </a:lnTo>
                  <a:lnTo>
                    <a:pt x="86" y="91"/>
                  </a:lnTo>
                  <a:lnTo>
                    <a:pt x="86" y="90"/>
                  </a:lnTo>
                  <a:lnTo>
                    <a:pt x="86" y="89"/>
                  </a:lnTo>
                  <a:lnTo>
                    <a:pt x="86" y="87"/>
                  </a:lnTo>
                  <a:lnTo>
                    <a:pt x="88" y="86"/>
                  </a:lnTo>
                  <a:lnTo>
                    <a:pt x="88" y="85"/>
                  </a:lnTo>
                  <a:lnTo>
                    <a:pt x="88" y="83"/>
                  </a:lnTo>
                  <a:lnTo>
                    <a:pt x="88" y="82"/>
                  </a:lnTo>
                  <a:lnTo>
                    <a:pt x="88" y="81"/>
                  </a:lnTo>
                  <a:lnTo>
                    <a:pt x="88" y="78"/>
                  </a:lnTo>
                  <a:lnTo>
                    <a:pt x="88" y="77"/>
                  </a:lnTo>
                  <a:lnTo>
                    <a:pt x="88" y="75"/>
                  </a:lnTo>
                  <a:lnTo>
                    <a:pt x="88" y="73"/>
                  </a:lnTo>
                  <a:lnTo>
                    <a:pt x="88" y="71"/>
                  </a:lnTo>
                  <a:lnTo>
                    <a:pt x="89" y="70"/>
                  </a:lnTo>
                  <a:lnTo>
                    <a:pt x="89" y="67"/>
                  </a:lnTo>
                  <a:lnTo>
                    <a:pt x="89" y="66"/>
                  </a:lnTo>
                  <a:lnTo>
                    <a:pt x="89" y="65"/>
                  </a:lnTo>
                  <a:lnTo>
                    <a:pt x="89" y="64"/>
                  </a:lnTo>
                  <a:lnTo>
                    <a:pt x="89" y="62"/>
                  </a:lnTo>
                  <a:lnTo>
                    <a:pt x="89" y="61"/>
                  </a:lnTo>
                  <a:lnTo>
                    <a:pt x="89" y="60"/>
                  </a:lnTo>
                  <a:lnTo>
                    <a:pt x="89" y="58"/>
                  </a:lnTo>
                  <a:lnTo>
                    <a:pt x="89" y="57"/>
                  </a:lnTo>
                  <a:lnTo>
                    <a:pt x="89" y="56"/>
                  </a:lnTo>
                  <a:lnTo>
                    <a:pt x="90" y="54"/>
                  </a:lnTo>
                  <a:lnTo>
                    <a:pt x="90" y="53"/>
                  </a:lnTo>
                  <a:lnTo>
                    <a:pt x="90" y="52"/>
                  </a:lnTo>
                  <a:lnTo>
                    <a:pt x="90" y="50"/>
                  </a:lnTo>
                  <a:lnTo>
                    <a:pt x="90" y="49"/>
                  </a:lnTo>
                  <a:lnTo>
                    <a:pt x="90" y="48"/>
                  </a:lnTo>
                  <a:lnTo>
                    <a:pt x="92" y="46"/>
                  </a:lnTo>
                  <a:lnTo>
                    <a:pt x="92" y="45"/>
                  </a:lnTo>
                  <a:lnTo>
                    <a:pt x="92" y="44"/>
                  </a:lnTo>
                  <a:lnTo>
                    <a:pt x="92" y="42"/>
                  </a:lnTo>
                  <a:lnTo>
                    <a:pt x="92" y="41"/>
                  </a:lnTo>
                  <a:lnTo>
                    <a:pt x="92" y="40"/>
                  </a:lnTo>
                  <a:lnTo>
                    <a:pt x="93" y="40"/>
                  </a:lnTo>
                  <a:lnTo>
                    <a:pt x="93" y="38"/>
                  </a:lnTo>
                  <a:lnTo>
                    <a:pt x="93" y="37"/>
                  </a:lnTo>
                  <a:lnTo>
                    <a:pt x="93" y="36"/>
                  </a:lnTo>
                  <a:lnTo>
                    <a:pt x="93" y="34"/>
                  </a:lnTo>
                  <a:lnTo>
                    <a:pt x="93" y="33"/>
                  </a:lnTo>
                  <a:lnTo>
                    <a:pt x="94" y="33"/>
                  </a:lnTo>
                  <a:lnTo>
                    <a:pt x="94" y="32"/>
                  </a:lnTo>
                  <a:lnTo>
                    <a:pt x="94" y="30"/>
                  </a:lnTo>
                  <a:lnTo>
                    <a:pt x="94" y="29"/>
                  </a:lnTo>
                  <a:lnTo>
                    <a:pt x="94" y="28"/>
                  </a:lnTo>
                  <a:lnTo>
                    <a:pt x="94" y="26"/>
                  </a:lnTo>
                  <a:lnTo>
                    <a:pt x="94" y="25"/>
                  </a:lnTo>
                  <a:lnTo>
                    <a:pt x="94" y="24"/>
                  </a:lnTo>
                  <a:lnTo>
                    <a:pt x="94" y="22"/>
                  </a:lnTo>
                  <a:lnTo>
                    <a:pt x="94" y="21"/>
                  </a:lnTo>
                  <a:lnTo>
                    <a:pt x="94" y="20"/>
                  </a:lnTo>
                  <a:lnTo>
                    <a:pt x="94" y="18"/>
                  </a:lnTo>
                  <a:lnTo>
                    <a:pt x="94" y="17"/>
                  </a:lnTo>
                  <a:lnTo>
                    <a:pt x="94" y="16"/>
                  </a:lnTo>
                  <a:lnTo>
                    <a:pt x="94" y="14"/>
                  </a:lnTo>
                  <a:lnTo>
                    <a:pt x="94" y="13"/>
                  </a:lnTo>
                  <a:lnTo>
                    <a:pt x="94" y="11"/>
                  </a:lnTo>
                  <a:lnTo>
                    <a:pt x="93" y="9"/>
                  </a:lnTo>
                  <a:lnTo>
                    <a:pt x="93" y="7"/>
                  </a:lnTo>
                  <a:lnTo>
                    <a:pt x="93" y="5"/>
                  </a:lnTo>
                  <a:lnTo>
                    <a:pt x="93" y="3"/>
                  </a:lnTo>
                  <a:lnTo>
                    <a:pt x="93" y="0"/>
                  </a:lnTo>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6006" name="Freeform 52">
              <a:extLst>
                <a:ext uri="{FF2B5EF4-FFF2-40B4-BE49-F238E27FC236}">
                  <a16:creationId xmlns:a16="http://schemas.microsoft.com/office/drawing/2014/main" id="{B719EC60-633B-44C5-A2D6-F9826FB7AB4D}"/>
                </a:ext>
              </a:extLst>
            </p:cNvPr>
            <p:cNvSpPr>
              <a:spLocks/>
            </p:cNvSpPr>
            <p:nvPr/>
          </p:nvSpPr>
          <p:spPr bwMode="auto">
            <a:xfrm>
              <a:off x="3660775" y="4638675"/>
              <a:ext cx="74613" cy="250825"/>
            </a:xfrm>
            <a:custGeom>
              <a:avLst/>
              <a:gdLst>
                <a:gd name="T0" fmla="*/ 2147483646 w 94"/>
                <a:gd name="T1" fmla="*/ 2147483646 h 317"/>
                <a:gd name="T2" fmla="*/ 2147483646 w 94"/>
                <a:gd name="T3" fmla="*/ 2147483646 h 317"/>
                <a:gd name="T4" fmla="*/ 2147483646 w 94"/>
                <a:gd name="T5" fmla="*/ 2147483646 h 317"/>
                <a:gd name="T6" fmla="*/ 2147483646 w 94"/>
                <a:gd name="T7" fmla="*/ 2147483646 h 317"/>
                <a:gd name="T8" fmla="*/ 2147483646 w 94"/>
                <a:gd name="T9" fmla="*/ 2147483646 h 317"/>
                <a:gd name="T10" fmla="*/ 2147483646 w 94"/>
                <a:gd name="T11" fmla="*/ 2147483646 h 317"/>
                <a:gd name="T12" fmla="*/ 2147483646 w 94"/>
                <a:gd name="T13" fmla="*/ 2147483646 h 317"/>
                <a:gd name="T14" fmla="*/ 2147483646 w 94"/>
                <a:gd name="T15" fmla="*/ 2147483646 h 317"/>
                <a:gd name="T16" fmla="*/ 2147483646 w 94"/>
                <a:gd name="T17" fmla="*/ 2147483646 h 317"/>
                <a:gd name="T18" fmla="*/ 2147483646 w 94"/>
                <a:gd name="T19" fmla="*/ 2147483646 h 317"/>
                <a:gd name="T20" fmla="*/ 2147483646 w 94"/>
                <a:gd name="T21" fmla="*/ 2147483646 h 317"/>
                <a:gd name="T22" fmla="*/ 2147483646 w 94"/>
                <a:gd name="T23" fmla="*/ 2147483646 h 317"/>
                <a:gd name="T24" fmla="*/ 2147483646 w 94"/>
                <a:gd name="T25" fmla="*/ 2147483646 h 317"/>
                <a:gd name="T26" fmla="*/ 2147483646 w 94"/>
                <a:gd name="T27" fmla="*/ 2147483646 h 317"/>
                <a:gd name="T28" fmla="*/ 2147483646 w 94"/>
                <a:gd name="T29" fmla="*/ 2147483646 h 317"/>
                <a:gd name="T30" fmla="*/ 2147483646 w 94"/>
                <a:gd name="T31" fmla="*/ 2147483646 h 317"/>
                <a:gd name="T32" fmla="*/ 2147483646 w 94"/>
                <a:gd name="T33" fmla="*/ 2147483646 h 317"/>
                <a:gd name="T34" fmla="*/ 2147483646 w 94"/>
                <a:gd name="T35" fmla="*/ 2147483646 h 317"/>
                <a:gd name="T36" fmla="*/ 2147483646 w 94"/>
                <a:gd name="T37" fmla="*/ 2147483646 h 317"/>
                <a:gd name="T38" fmla="*/ 2147483646 w 94"/>
                <a:gd name="T39" fmla="*/ 2147483646 h 317"/>
                <a:gd name="T40" fmla="*/ 2147483646 w 94"/>
                <a:gd name="T41" fmla="*/ 2147483646 h 317"/>
                <a:gd name="T42" fmla="*/ 2147483646 w 94"/>
                <a:gd name="T43" fmla="*/ 2147483646 h 317"/>
                <a:gd name="T44" fmla="*/ 2147483646 w 94"/>
                <a:gd name="T45" fmla="*/ 2147483646 h 317"/>
                <a:gd name="T46" fmla="*/ 2147483646 w 94"/>
                <a:gd name="T47" fmla="*/ 2147483646 h 317"/>
                <a:gd name="T48" fmla="*/ 2147483646 w 94"/>
                <a:gd name="T49" fmla="*/ 2147483646 h 317"/>
                <a:gd name="T50" fmla="*/ 2147483646 w 94"/>
                <a:gd name="T51" fmla="*/ 2147483646 h 317"/>
                <a:gd name="T52" fmla="*/ 2147483646 w 94"/>
                <a:gd name="T53" fmla="*/ 2147483646 h 317"/>
                <a:gd name="T54" fmla="*/ 2147483646 w 94"/>
                <a:gd name="T55" fmla="*/ 2147483646 h 317"/>
                <a:gd name="T56" fmla="*/ 2147483646 w 94"/>
                <a:gd name="T57" fmla="*/ 2147483646 h 317"/>
                <a:gd name="T58" fmla="*/ 2147483646 w 94"/>
                <a:gd name="T59" fmla="*/ 2147483646 h 317"/>
                <a:gd name="T60" fmla="*/ 2147483646 w 94"/>
                <a:gd name="T61" fmla="*/ 2147483646 h 317"/>
                <a:gd name="T62" fmla="*/ 2147483646 w 94"/>
                <a:gd name="T63" fmla="*/ 2147483646 h 317"/>
                <a:gd name="T64" fmla="*/ 2147483646 w 94"/>
                <a:gd name="T65" fmla="*/ 2147483646 h 317"/>
                <a:gd name="T66" fmla="*/ 2147483646 w 94"/>
                <a:gd name="T67" fmla="*/ 2147483646 h 317"/>
                <a:gd name="T68" fmla="*/ 2147483646 w 94"/>
                <a:gd name="T69" fmla="*/ 2147483646 h 317"/>
                <a:gd name="T70" fmla="*/ 2147483646 w 94"/>
                <a:gd name="T71" fmla="*/ 2147483646 h 317"/>
                <a:gd name="T72" fmla="*/ 2147483646 w 94"/>
                <a:gd name="T73" fmla="*/ 2147483646 h 317"/>
                <a:gd name="T74" fmla="*/ 2147483646 w 94"/>
                <a:gd name="T75" fmla="*/ 2147483646 h 317"/>
                <a:gd name="T76" fmla="*/ 2147483646 w 94"/>
                <a:gd name="T77" fmla="*/ 2147483646 h 317"/>
                <a:gd name="T78" fmla="*/ 2147483646 w 94"/>
                <a:gd name="T79" fmla="*/ 2147483646 h 317"/>
                <a:gd name="T80" fmla="*/ 2147483646 w 94"/>
                <a:gd name="T81" fmla="*/ 2147483646 h 317"/>
                <a:gd name="T82" fmla="*/ 2147483646 w 94"/>
                <a:gd name="T83" fmla="*/ 2147483646 h 317"/>
                <a:gd name="T84" fmla="*/ 2147483646 w 94"/>
                <a:gd name="T85" fmla="*/ 2147483646 h 317"/>
                <a:gd name="T86" fmla="*/ 2147483646 w 94"/>
                <a:gd name="T87" fmla="*/ 2147483646 h 317"/>
                <a:gd name="T88" fmla="*/ 2147483646 w 94"/>
                <a:gd name="T89" fmla="*/ 2147483646 h 317"/>
                <a:gd name="T90" fmla="*/ 2147483646 w 94"/>
                <a:gd name="T91" fmla="*/ 2147483646 h 317"/>
                <a:gd name="T92" fmla="*/ 2147483646 w 94"/>
                <a:gd name="T93" fmla="*/ 2147483646 h 317"/>
                <a:gd name="T94" fmla="*/ 2147483646 w 94"/>
                <a:gd name="T95" fmla="*/ 2147483646 h 317"/>
                <a:gd name="T96" fmla="*/ 2147483646 w 94"/>
                <a:gd name="T97" fmla="*/ 2147483646 h 317"/>
                <a:gd name="T98" fmla="*/ 2147483646 w 94"/>
                <a:gd name="T99" fmla="*/ 2147483646 h 317"/>
                <a:gd name="T100" fmla="*/ 2147483646 w 94"/>
                <a:gd name="T101" fmla="*/ 2147483646 h 317"/>
                <a:gd name="T102" fmla="*/ 2147483646 w 94"/>
                <a:gd name="T103" fmla="*/ 2147483646 h 317"/>
                <a:gd name="T104" fmla="*/ 2147483646 w 94"/>
                <a:gd name="T105" fmla="*/ 2147483646 h 317"/>
                <a:gd name="T106" fmla="*/ 2147483646 w 94"/>
                <a:gd name="T107" fmla="*/ 2147483646 h 317"/>
                <a:gd name="T108" fmla="*/ 2147483646 w 94"/>
                <a:gd name="T109" fmla="*/ 2147483646 h 317"/>
                <a:gd name="T110" fmla="*/ 2147483646 w 94"/>
                <a:gd name="T111" fmla="*/ 2147483646 h 317"/>
                <a:gd name="T112" fmla="*/ 2147483646 w 94"/>
                <a:gd name="T113" fmla="*/ 2147483646 h 31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4"/>
                <a:gd name="T172" fmla="*/ 0 h 317"/>
                <a:gd name="T173" fmla="*/ 94 w 94"/>
                <a:gd name="T174" fmla="*/ 317 h 31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4" h="317">
                  <a:moveTo>
                    <a:pt x="0" y="0"/>
                  </a:moveTo>
                  <a:lnTo>
                    <a:pt x="2" y="4"/>
                  </a:lnTo>
                  <a:lnTo>
                    <a:pt x="4" y="8"/>
                  </a:lnTo>
                  <a:lnTo>
                    <a:pt x="5" y="11"/>
                  </a:lnTo>
                  <a:lnTo>
                    <a:pt x="6" y="14"/>
                  </a:lnTo>
                  <a:lnTo>
                    <a:pt x="9" y="16"/>
                  </a:lnTo>
                  <a:lnTo>
                    <a:pt x="10" y="19"/>
                  </a:lnTo>
                  <a:lnTo>
                    <a:pt x="12" y="22"/>
                  </a:lnTo>
                  <a:lnTo>
                    <a:pt x="13" y="23"/>
                  </a:lnTo>
                  <a:lnTo>
                    <a:pt x="13" y="26"/>
                  </a:lnTo>
                  <a:lnTo>
                    <a:pt x="14" y="27"/>
                  </a:lnTo>
                  <a:lnTo>
                    <a:pt x="16" y="30"/>
                  </a:lnTo>
                  <a:lnTo>
                    <a:pt x="17" y="31"/>
                  </a:lnTo>
                  <a:lnTo>
                    <a:pt x="17" y="32"/>
                  </a:lnTo>
                  <a:lnTo>
                    <a:pt x="18" y="34"/>
                  </a:lnTo>
                  <a:lnTo>
                    <a:pt x="18" y="35"/>
                  </a:lnTo>
                  <a:lnTo>
                    <a:pt x="20" y="36"/>
                  </a:lnTo>
                  <a:lnTo>
                    <a:pt x="21" y="38"/>
                  </a:lnTo>
                  <a:lnTo>
                    <a:pt x="21" y="39"/>
                  </a:lnTo>
                  <a:lnTo>
                    <a:pt x="22" y="40"/>
                  </a:lnTo>
                  <a:lnTo>
                    <a:pt x="22" y="42"/>
                  </a:lnTo>
                  <a:lnTo>
                    <a:pt x="22" y="43"/>
                  </a:lnTo>
                  <a:lnTo>
                    <a:pt x="23" y="44"/>
                  </a:lnTo>
                  <a:lnTo>
                    <a:pt x="23" y="46"/>
                  </a:lnTo>
                  <a:lnTo>
                    <a:pt x="25" y="47"/>
                  </a:lnTo>
                  <a:lnTo>
                    <a:pt x="25" y="48"/>
                  </a:lnTo>
                  <a:lnTo>
                    <a:pt x="26" y="50"/>
                  </a:lnTo>
                  <a:lnTo>
                    <a:pt x="26" y="51"/>
                  </a:lnTo>
                  <a:lnTo>
                    <a:pt x="26" y="52"/>
                  </a:lnTo>
                  <a:lnTo>
                    <a:pt x="27" y="54"/>
                  </a:lnTo>
                  <a:lnTo>
                    <a:pt x="27" y="55"/>
                  </a:lnTo>
                  <a:lnTo>
                    <a:pt x="29" y="57"/>
                  </a:lnTo>
                  <a:lnTo>
                    <a:pt x="29" y="59"/>
                  </a:lnTo>
                  <a:lnTo>
                    <a:pt x="30" y="60"/>
                  </a:lnTo>
                  <a:lnTo>
                    <a:pt x="31" y="63"/>
                  </a:lnTo>
                  <a:lnTo>
                    <a:pt x="31" y="64"/>
                  </a:lnTo>
                  <a:lnTo>
                    <a:pt x="33" y="65"/>
                  </a:lnTo>
                  <a:lnTo>
                    <a:pt x="33" y="67"/>
                  </a:lnTo>
                  <a:lnTo>
                    <a:pt x="34" y="68"/>
                  </a:lnTo>
                  <a:lnTo>
                    <a:pt x="34" y="69"/>
                  </a:lnTo>
                  <a:lnTo>
                    <a:pt x="34" y="71"/>
                  </a:lnTo>
                  <a:lnTo>
                    <a:pt x="35" y="72"/>
                  </a:lnTo>
                  <a:lnTo>
                    <a:pt x="35" y="73"/>
                  </a:lnTo>
                  <a:lnTo>
                    <a:pt x="35" y="75"/>
                  </a:lnTo>
                  <a:lnTo>
                    <a:pt x="37" y="75"/>
                  </a:lnTo>
                  <a:lnTo>
                    <a:pt x="37" y="76"/>
                  </a:lnTo>
                  <a:lnTo>
                    <a:pt x="37" y="77"/>
                  </a:lnTo>
                  <a:lnTo>
                    <a:pt x="38" y="79"/>
                  </a:lnTo>
                  <a:lnTo>
                    <a:pt x="38" y="80"/>
                  </a:lnTo>
                  <a:lnTo>
                    <a:pt x="39" y="81"/>
                  </a:lnTo>
                  <a:lnTo>
                    <a:pt x="39" y="83"/>
                  </a:lnTo>
                  <a:lnTo>
                    <a:pt x="39" y="84"/>
                  </a:lnTo>
                  <a:lnTo>
                    <a:pt x="41" y="85"/>
                  </a:lnTo>
                  <a:lnTo>
                    <a:pt x="41" y="87"/>
                  </a:lnTo>
                  <a:lnTo>
                    <a:pt x="41" y="88"/>
                  </a:lnTo>
                  <a:lnTo>
                    <a:pt x="42" y="89"/>
                  </a:lnTo>
                  <a:lnTo>
                    <a:pt x="42" y="91"/>
                  </a:lnTo>
                  <a:lnTo>
                    <a:pt x="42" y="92"/>
                  </a:lnTo>
                  <a:lnTo>
                    <a:pt x="43" y="93"/>
                  </a:lnTo>
                  <a:lnTo>
                    <a:pt x="43" y="95"/>
                  </a:lnTo>
                  <a:lnTo>
                    <a:pt x="45" y="97"/>
                  </a:lnTo>
                  <a:lnTo>
                    <a:pt x="45" y="99"/>
                  </a:lnTo>
                  <a:lnTo>
                    <a:pt x="46" y="101"/>
                  </a:lnTo>
                  <a:lnTo>
                    <a:pt x="47" y="103"/>
                  </a:lnTo>
                  <a:lnTo>
                    <a:pt x="47" y="105"/>
                  </a:lnTo>
                  <a:lnTo>
                    <a:pt x="49" y="108"/>
                  </a:lnTo>
                  <a:lnTo>
                    <a:pt x="49" y="109"/>
                  </a:lnTo>
                  <a:lnTo>
                    <a:pt x="50" y="110"/>
                  </a:lnTo>
                  <a:lnTo>
                    <a:pt x="50" y="113"/>
                  </a:lnTo>
                  <a:lnTo>
                    <a:pt x="51" y="114"/>
                  </a:lnTo>
                  <a:lnTo>
                    <a:pt x="51" y="116"/>
                  </a:lnTo>
                  <a:lnTo>
                    <a:pt x="53" y="117"/>
                  </a:lnTo>
                  <a:lnTo>
                    <a:pt x="53" y="118"/>
                  </a:lnTo>
                  <a:lnTo>
                    <a:pt x="53" y="120"/>
                  </a:lnTo>
                  <a:lnTo>
                    <a:pt x="54" y="121"/>
                  </a:lnTo>
                  <a:lnTo>
                    <a:pt x="54" y="122"/>
                  </a:lnTo>
                  <a:lnTo>
                    <a:pt x="54" y="124"/>
                  </a:lnTo>
                  <a:lnTo>
                    <a:pt x="55" y="125"/>
                  </a:lnTo>
                  <a:lnTo>
                    <a:pt x="55" y="126"/>
                  </a:lnTo>
                  <a:lnTo>
                    <a:pt x="57" y="128"/>
                  </a:lnTo>
                  <a:lnTo>
                    <a:pt x="57" y="129"/>
                  </a:lnTo>
                  <a:lnTo>
                    <a:pt x="57" y="130"/>
                  </a:lnTo>
                  <a:lnTo>
                    <a:pt x="57" y="132"/>
                  </a:lnTo>
                  <a:lnTo>
                    <a:pt x="58" y="133"/>
                  </a:lnTo>
                  <a:lnTo>
                    <a:pt x="58" y="134"/>
                  </a:lnTo>
                  <a:lnTo>
                    <a:pt x="58" y="136"/>
                  </a:lnTo>
                  <a:lnTo>
                    <a:pt x="59" y="137"/>
                  </a:lnTo>
                  <a:lnTo>
                    <a:pt x="59" y="138"/>
                  </a:lnTo>
                  <a:lnTo>
                    <a:pt x="59" y="140"/>
                  </a:lnTo>
                  <a:lnTo>
                    <a:pt x="61" y="141"/>
                  </a:lnTo>
                  <a:lnTo>
                    <a:pt x="61" y="144"/>
                  </a:lnTo>
                  <a:lnTo>
                    <a:pt x="62" y="145"/>
                  </a:lnTo>
                  <a:lnTo>
                    <a:pt x="62" y="146"/>
                  </a:lnTo>
                  <a:lnTo>
                    <a:pt x="63" y="149"/>
                  </a:lnTo>
                  <a:lnTo>
                    <a:pt x="63" y="150"/>
                  </a:lnTo>
                  <a:lnTo>
                    <a:pt x="65" y="153"/>
                  </a:lnTo>
                  <a:lnTo>
                    <a:pt x="65" y="156"/>
                  </a:lnTo>
                  <a:lnTo>
                    <a:pt x="66" y="157"/>
                  </a:lnTo>
                  <a:lnTo>
                    <a:pt x="66" y="160"/>
                  </a:lnTo>
                  <a:lnTo>
                    <a:pt x="66" y="161"/>
                  </a:lnTo>
                  <a:lnTo>
                    <a:pt x="67" y="162"/>
                  </a:lnTo>
                  <a:lnTo>
                    <a:pt x="67" y="163"/>
                  </a:lnTo>
                  <a:lnTo>
                    <a:pt x="69" y="165"/>
                  </a:lnTo>
                  <a:lnTo>
                    <a:pt x="69" y="166"/>
                  </a:lnTo>
                  <a:lnTo>
                    <a:pt x="69" y="167"/>
                  </a:lnTo>
                  <a:lnTo>
                    <a:pt x="69" y="169"/>
                  </a:lnTo>
                  <a:lnTo>
                    <a:pt x="70" y="170"/>
                  </a:lnTo>
                  <a:lnTo>
                    <a:pt x="70" y="171"/>
                  </a:lnTo>
                  <a:lnTo>
                    <a:pt x="70" y="173"/>
                  </a:lnTo>
                  <a:lnTo>
                    <a:pt x="71" y="174"/>
                  </a:lnTo>
                  <a:lnTo>
                    <a:pt x="71" y="175"/>
                  </a:lnTo>
                  <a:lnTo>
                    <a:pt x="71" y="177"/>
                  </a:lnTo>
                  <a:lnTo>
                    <a:pt x="73" y="178"/>
                  </a:lnTo>
                  <a:lnTo>
                    <a:pt x="73" y="179"/>
                  </a:lnTo>
                  <a:lnTo>
                    <a:pt x="73" y="181"/>
                  </a:lnTo>
                  <a:lnTo>
                    <a:pt x="74" y="182"/>
                  </a:lnTo>
                  <a:lnTo>
                    <a:pt x="74" y="183"/>
                  </a:lnTo>
                  <a:lnTo>
                    <a:pt x="74" y="185"/>
                  </a:lnTo>
                  <a:lnTo>
                    <a:pt x="74" y="186"/>
                  </a:lnTo>
                  <a:lnTo>
                    <a:pt x="75" y="187"/>
                  </a:lnTo>
                  <a:lnTo>
                    <a:pt x="75" y="190"/>
                  </a:lnTo>
                  <a:lnTo>
                    <a:pt x="76" y="191"/>
                  </a:lnTo>
                  <a:lnTo>
                    <a:pt x="76" y="193"/>
                  </a:lnTo>
                  <a:lnTo>
                    <a:pt x="78" y="195"/>
                  </a:lnTo>
                  <a:lnTo>
                    <a:pt x="78" y="197"/>
                  </a:lnTo>
                  <a:lnTo>
                    <a:pt x="78" y="199"/>
                  </a:lnTo>
                  <a:lnTo>
                    <a:pt x="79" y="202"/>
                  </a:lnTo>
                  <a:lnTo>
                    <a:pt x="79" y="203"/>
                  </a:lnTo>
                  <a:lnTo>
                    <a:pt x="80" y="206"/>
                  </a:lnTo>
                  <a:lnTo>
                    <a:pt x="80" y="207"/>
                  </a:lnTo>
                  <a:lnTo>
                    <a:pt x="82" y="209"/>
                  </a:lnTo>
                  <a:lnTo>
                    <a:pt x="82" y="210"/>
                  </a:lnTo>
                  <a:lnTo>
                    <a:pt x="82" y="211"/>
                  </a:lnTo>
                  <a:lnTo>
                    <a:pt x="83" y="214"/>
                  </a:lnTo>
                  <a:lnTo>
                    <a:pt x="83" y="215"/>
                  </a:lnTo>
                  <a:lnTo>
                    <a:pt x="83" y="217"/>
                  </a:lnTo>
                  <a:lnTo>
                    <a:pt x="84" y="217"/>
                  </a:lnTo>
                  <a:lnTo>
                    <a:pt x="84" y="218"/>
                  </a:lnTo>
                  <a:lnTo>
                    <a:pt x="84" y="219"/>
                  </a:lnTo>
                  <a:lnTo>
                    <a:pt x="84" y="220"/>
                  </a:lnTo>
                  <a:lnTo>
                    <a:pt x="84" y="222"/>
                  </a:lnTo>
                  <a:lnTo>
                    <a:pt x="86" y="223"/>
                  </a:lnTo>
                  <a:lnTo>
                    <a:pt x="86" y="224"/>
                  </a:lnTo>
                  <a:lnTo>
                    <a:pt x="86" y="226"/>
                  </a:lnTo>
                  <a:lnTo>
                    <a:pt x="86" y="227"/>
                  </a:lnTo>
                  <a:lnTo>
                    <a:pt x="86" y="228"/>
                  </a:lnTo>
                  <a:lnTo>
                    <a:pt x="86" y="230"/>
                  </a:lnTo>
                  <a:lnTo>
                    <a:pt x="87" y="231"/>
                  </a:lnTo>
                  <a:lnTo>
                    <a:pt x="87" y="232"/>
                  </a:lnTo>
                  <a:lnTo>
                    <a:pt x="87" y="234"/>
                  </a:lnTo>
                  <a:lnTo>
                    <a:pt x="87" y="235"/>
                  </a:lnTo>
                  <a:lnTo>
                    <a:pt x="87" y="236"/>
                  </a:lnTo>
                  <a:lnTo>
                    <a:pt x="87" y="238"/>
                  </a:lnTo>
                  <a:lnTo>
                    <a:pt x="87" y="240"/>
                  </a:lnTo>
                  <a:lnTo>
                    <a:pt x="87" y="242"/>
                  </a:lnTo>
                  <a:lnTo>
                    <a:pt x="87" y="243"/>
                  </a:lnTo>
                  <a:lnTo>
                    <a:pt x="87" y="246"/>
                  </a:lnTo>
                  <a:lnTo>
                    <a:pt x="88" y="247"/>
                  </a:lnTo>
                  <a:lnTo>
                    <a:pt x="88" y="248"/>
                  </a:lnTo>
                  <a:lnTo>
                    <a:pt x="88" y="251"/>
                  </a:lnTo>
                  <a:lnTo>
                    <a:pt x="88" y="252"/>
                  </a:lnTo>
                  <a:lnTo>
                    <a:pt x="88" y="254"/>
                  </a:lnTo>
                  <a:lnTo>
                    <a:pt x="88" y="255"/>
                  </a:lnTo>
                  <a:lnTo>
                    <a:pt x="88" y="256"/>
                  </a:lnTo>
                  <a:lnTo>
                    <a:pt x="88" y="258"/>
                  </a:lnTo>
                  <a:lnTo>
                    <a:pt x="88" y="259"/>
                  </a:lnTo>
                  <a:lnTo>
                    <a:pt x="88" y="260"/>
                  </a:lnTo>
                  <a:lnTo>
                    <a:pt x="88" y="262"/>
                  </a:lnTo>
                  <a:lnTo>
                    <a:pt x="90" y="263"/>
                  </a:lnTo>
                  <a:lnTo>
                    <a:pt x="90" y="264"/>
                  </a:lnTo>
                  <a:lnTo>
                    <a:pt x="90" y="266"/>
                  </a:lnTo>
                  <a:lnTo>
                    <a:pt x="90" y="267"/>
                  </a:lnTo>
                  <a:lnTo>
                    <a:pt x="90" y="268"/>
                  </a:lnTo>
                  <a:lnTo>
                    <a:pt x="90" y="270"/>
                  </a:lnTo>
                  <a:lnTo>
                    <a:pt x="91" y="271"/>
                  </a:lnTo>
                  <a:lnTo>
                    <a:pt x="91" y="272"/>
                  </a:lnTo>
                  <a:lnTo>
                    <a:pt x="91" y="273"/>
                  </a:lnTo>
                  <a:lnTo>
                    <a:pt x="91" y="275"/>
                  </a:lnTo>
                  <a:lnTo>
                    <a:pt x="91" y="276"/>
                  </a:lnTo>
                  <a:lnTo>
                    <a:pt x="92" y="277"/>
                  </a:lnTo>
                  <a:lnTo>
                    <a:pt x="92" y="279"/>
                  </a:lnTo>
                  <a:lnTo>
                    <a:pt x="92" y="280"/>
                  </a:lnTo>
                  <a:lnTo>
                    <a:pt x="92" y="281"/>
                  </a:lnTo>
                  <a:lnTo>
                    <a:pt x="92" y="283"/>
                  </a:lnTo>
                  <a:lnTo>
                    <a:pt x="92" y="284"/>
                  </a:lnTo>
                  <a:lnTo>
                    <a:pt x="94" y="284"/>
                  </a:lnTo>
                  <a:lnTo>
                    <a:pt x="94" y="285"/>
                  </a:lnTo>
                  <a:lnTo>
                    <a:pt x="94" y="287"/>
                  </a:lnTo>
                  <a:lnTo>
                    <a:pt x="94" y="288"/>
                  </a:lnTo>
                  <a:lnTo>
                    <a:pt x="94" y="289"/>
                  </a:lnTo>
                  <a:lnTo>
                    <a:pt x="94" y="291"/>
                  </a:lnTo>
                  <a:lnTo>
                    <a:pt x="94" y="292"/>
                  </a:lnTo>
                  <a:lnTo>
                    <a:pt x="94" y="293"/>
                  </a:lnTo>
                  <a:lnTo>
                    <a:pt x="94" y="295"/>
                  </a:lnTo>
                  <a:lnTo>
                    <a:pt x="94" y="296"/>
                  </a:lnTo>
                  <a:lnTo>
                    <a:pt x="94" y="297"/>
                  </a:lnTo>
                  <a:lnTo>
                    <a:pt x="94" y="300"/>
                  </a:lnTo>
                  <a:lnTo>
                    <a:pt x="94" y="301"/>
                  </a:lnTo>
                  <a:lnTo>
                    <a:pt x="94" y="303"/>
                  </a:lnTo>
                  <a:lnTo>
                    <a:pt x="94" y="304"/>
                  </a:lnTo>
                  <a:lnTo>
                    <a:pt x="94" y="307"/>
                  </a:lnTo>
                  <a:lnTo>
                    <a:pt x="92" y="308"/>
                  </a:lnTo>
                  <a:lnTo>
                    <a:pt x="92" y="311"/>
                  </a:lnTo>
                  <a:lnTo>
                    <a:pt x="92" y="312"/>
                  </a:lnTo>
                  <a:lnTo>
                    <a:pt x="92" y="315"/>
                  </a:lnTo>
                  <a:lnTo>
                    <a:pt x="92" y="317"/>
                  </a:lnTo>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6007" name="Freeform 53">
              <a:extLst>
                <a:ext uri="{FF2B5EF4-FFF2-40B4-BE49-F238E27FC236}">
                  <a16:creationId xmlns:a16="http://schemas.microsoft.com/office/drawing/2014/main" id="{003DC227-4698-440F-969A-9218179D7418}"/>
                </a:ext>
              </a:extLst>
            </p:cNvPr>
            <p:cNvSpPr>
              <a:spLocks/>
            </p:cNvSpPr>
            <p:nvPr/>
          </p:nvSpPr>
          <p:spPr bwMode="auto">
            <a:xfrm>
              <a:off x="3660775" y="4887913"/>
              <a:ext cx="74613" cy="252412"/>
            </a:xfrm>
            <a:custGeom>
              <a:avLst/>
              <a:gdLst>
                <a:gd name="T0" fmla="*/ 2147483646 w 94"/>
                <a:gd name="T1" fmla="*/ 2147483646 h 317"/>
                <a:gd name="T2" fmla="*/ 2147483646 w 94"/>
                <a:gd name="T3" fmla="*/ 2147483646 h 317"/>
                <a:gd name="T4" fmla="*/ 2147483646 w 94"/>
                <a:gd name="T5" fmla="*/ 2147483646 h 317"/>
                <a:gd name="T6" fmla="*/ 2147483646 w 94"/>
                <a:gd name="T7" fmla="*/ 2147483646 h 317"/>
                <a:gd name="T8" fmla="*/ 2147483646 w 94"/>
                <a:gd name="T9" fmla="*/ 2147483646 h 317"/>
                <a:gd name="T10" fmla="*/ 2147483646 w 94"/>
                <a:gd name="T11" fmla="*/ 2147483646 h 317"/>
                <a:gd name="T12" fmla="*/ 2147483646 w 94"/>
                <a:gd name="T13" fmla="*/ 2147483646 h 317"/>
                <a:gd name="T14" fmla="*/ 2147483646 w 94"/>
                <a:gd name="T15" fmla="*/ 2147483646 h 317"/>
                <a:gd name="T16" fmla="*/ 2147483646 w 94"/>
                <a:gd name="T17" fmla="*/ 2147483646 h 317"/>
                <a:gd name="T18" fmla="*/ 2147483646 w 94"/>
                <a:gd name="T19" fmla="*/ 2147483646 h 317"/>
                <a:gd name="T20" fmla="*/ 2147483646 w 94"/>
                <a:gd name="T21" fmla="*/ 2147483646 h 317"/>
                <a:gd name="T22" fmla="*/ 2147483646 w 94"/>
                <a:gd name="T23" fmla="*/ 2147483646 h 317"/>
                <a:gd name="T24" fmla="*/ 2147483646 w 94"/>
                <a:gd name="T25" fmla="*/ 2147483646 h 317"/>
                <a:gd name="T26" fmla="*/ 2147483646 w 94"/>
                <a:gd name="T27" fmla="*/ 2147483646 h 317"/>
                <a:gd name="T28" fmla="*/ 2147483646 w 94"/>
                <a:gd name="T29" fmla="*/ 2147483646 h 317"/>
                <a:gd name="T30" fmla="*/ 2147483646 w 94"/>
                <a:gd name="T31" fmla="*/ 2147483646 h 317"/>
                <a:gd name="T32" fmla="*/ 2147483646 w 94"/>
                <a:gd name="T33" fmla="*/ 2147483646 h 317"/>
                <a:gd name="T34" fmla="*/ 2147483646 w 94"/>
                <a:gd name="T35" fmla="*/ 2147483646 h 317"/>
                <a:gd name="T36" fmla="*/ 2147483646 w 94"/>
                <a:gd name="T37" fmla="*/ 2147483646 h 317"/>
                <a:gd name="T38" fmla="*/ 2147483646 w 94"/>
                <a:gd name="T39" fmla="*/ 2147483646 h 317"/>
                <a:gd name="T40" fmla="*/ 2147483646 w 94"/>
                <a:gd name="T41" fmla="*/ 2147483646 h 317"/>
                <a:gd name="T42" fmla="*/ 2147483646 w 94"/>
                <a:gd name="T43" fmla="*/ 2147483646 h 317"/>
                <a:gd name="T44" fmla="*/ 2147483646 w 94"/>
                <a:gd name="T45" fmla="*/ 2147483646 h 317"/>
                <a:gd name="T46" fmla="*/ 2147483646 w 94"/>
                <a:gd name="T47" fmla="*/ 2147483646 h 317"/>
                <a:gd name="T48" fmla="*/ 2147483646 w 94"/>
                <a:gd name="T49" fmla="*/ 2147483646 h 317"/>
                <a:gd name="T50" fmla="*/ 2147483646 w 94"/>
                <a:gd name="T51" fmla="*/ 2147483646 h 317"/>
                <a:gd name="T52" fmla="*/ 2147483646 w 94"/>
                <a:gd name="T53" fmla="*/ 2147483646 h 317"/>
                <a:gd name="T54" fmla="*/ 2147483646 w 94"/>
                <a:gd name="T55" fmla="*/ 2147483646 h 317"/>
                <a:gd name="T56" fmla="*/ 2147483646 w 94"/>
                <a:gd name="T57" fmla="*/ 2147483646 h 317"/>
                <a:gd name="T58" fmla="*/ 2147483646 w 94"/>
                <a:gd name="T59" fmla="*/ 2147483646 h 317"/>
                <a:gd name="T60" fmla="*/ 2147483646 w 94"/>
                <a:gd name="T61" fmla="*/ 2147483646 h 317"/>
                <a:gd name="T62" fmla="*/ 2147483646 w 94"/>
                <a:gd name="T63" fmla="*/ 2147483646 h 317"/>
                <a:gd name="T64" fmla="*/ 2147483646 w 94"/>
                <a:gd name="T65" fmla="*/ 2147483646 h 317"/>
                <a:gd name="T66" fmla="*/ 2147483646 w 94"/>
                <a:gd name="T67" fmla="*/ 2147483646 h 317"/>
                <a:gd name="T68" fmla="*/ 2147483646 w 94"/>
                <a:gd name="T69" fmla="*/ 2147483646 h 317"/>
                <a:gd name="T70" fmla="*/ 2147483646 w 94"/>
                <a:gd name="T71" fmla="*/ 2147483646 h 317"/>
                <a:gd name="T72" fmla="*/ 2147483646 w 94"/>
                <a:gd name="T73" fmla="*/ 2147483646 h 317"/>
                <a:gd name="T74" fmla="*/ 2147483646 w 94"/>
                <a:gd name="T75" fmla="*/ 2147483646 h 317"/>
                <a:gd name="T76" fmla="*/ 2147483646 w 94"/>
                <a:gd name="T77" fmla="*/ 2147483646 h 317"/>
                <a:gd name="T78" fmla="*/ 2147483646 w 94"/>
                <a:gd name="T79" fmla="*/ 2147483646 h 317"/>
                <a:gd name="T80" fmla="*/ 2147483646 w 94"/>
                <a:gd name="T81" fmla="*/ 2147483646 h 317"/>
                <a:gd name="T82" fmla="*/ 2147483646 w 94"/>
                <a:gd name="T83" fmla="*/ 2147483646 h 317"/>
                <a:gd name="T84" fmla="*/ 2147483646 w 94"/>
                <a:gd name="T85" fmla="*/ 2147483646 h 317"/>
                <a:gd name="T86" fmla="*/ 2147483646 w 94"/>
                <a:gd name="T87" fmla="*/ 2147483646 h 317"/>
                <a:gd name="T88" fmla="*/ 2147483646 w 94"/>
                <a:gd name="T89" fmla="*/ 2147483646 h 317"/>
                <a:gd name="T90" fmla="*/ 2147483646 w 94"/>
                <a:gd name="T91" fmla="*/ 2147483646 h 317"/>
                <a:gd name="T92" fmla="*/ 2147483646 w 94"/>
                <a:gd name="T93" fmla="*/ 2147483646 h 317"/>
                <a:gd name="T94" fmla="*/ 2147483646 w 94"/>
                <a:gd name="T95" fmla="*/ 2147483646 h 317"/>
                <a:gd name="T96" fmla="*/ 2147483646 w 94"/>
                <a:gd name="T97" fmla="*/ 2147483646 h 317"/>
                <a:gd name="T98" fmla="*/ 2147483646 w 94"/>
                <a:gd name="T99" fmla="*/ 2147483646 h 317"/>
                <a:gd name="T100" fmla="*/ 2147483646 w 94"/>
                <a:gd name="T101" fmla="*/ 2147483646 h 317"/>
                <a:gd name="T102" fmla="*/ 2147483646 w 94"/>
                <a:gd name="T103" fmla="*/ 2147483646 h 317"/>
                <a:gd name="T104" fmla="*/ 2147483646 w 94"/>
                <a:gd name="T105" fmla="*/ 2147483646 h 317"/>
                <a:gd name="T106" fmla="*/ 2147483646 w 94"/>
                <a:gd name="T107" fmla="*/ 2147483646 h 317"/>
                <a:gd name="T108" fmla="*/ 2147483646 w 94"/>
                <a:gd name="T109" fmla="*/ 2147483646 h 317"/>
                <a:gd name="T110" fmla="*/ 2147483646 w 94"/>
                <a:gd name="T111" fmla="*/ 2147483646 h 317"/>
                <a:gd name="T112" fmla="*/ 2147483646 w 94"/>
                <a:gd name="T113" fmla="*/ 2147483646 h 31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4"/>
                <a:gd name="T172" fmla="*/ 0 h 317"/>
                <a:gd name="T173" fmla="*/ 94 w 94"/>
                <a:gd name="T174" fmla="*/ 317 h 31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4" h="317">
                  <a:moveTo>
                    <a:pt x="0" y="317"/>
                  </a:moveTo>
                  <a:lnTo>
                    <a:pt x="2" y="313"/>
                  </a:lnTo>
                  <a:lnTo>
                    <a:pt x="4" y="310"/>
                  </a:lnTo>
                  <a:lnTo>
                    <a:pt x="5" y="306"/>
                  </a:lnTo>
                  <a:lnTo>
                    <a:pt x="6" y="303"/>
                  </a:lnTo>
                  <a:lnTo>
                    <a:pt x="9" y="301"/>
                  </a:lnTo>
                  <a:lnTo>
                    <a:pt x="10" y="298"/>
                  </a:lnTo>
                  <a:lnTo>
                    <a:pt x="12" y="295"/>
                  </a:lnTo>
                  <a:lnTo>
                    <a:pt x="13" y="294"/>
                  </a:lnTo>
                  <a:lnTo>
                    <a:pt x="13" y="291"/>
                  </a:lnTo>
                  <a:lnTo>
                    <a:pt x="14" y="290"/>
                  </a:lnTo>
                  <a:lnTo>
                    <a:pt x="16" y="287"/>
                  </a:lnTo>
                  <a:lnTo>
                    <a:pt x="17" y="286"/>
                  </a:lnTo>
                  <a:lnTo>
                    <a:pt x="17" y="285"/>
                  </a:lnTo>
                  <a:lnTo>
                    <a:pt x="18" y="284"/>
                  </a:lnTo>
                  <a:lnTo>
                    <a:pt x="18" y="282"/>
                  </a:lnTo>
                  <a:lnTo>
                    <a:pt x="20" y="281"/>
                  </a:lnTo>
                  <a:lnTo>
                    <a:pt x="21" y="280"/>
                  </a:lnTo>
                  <a:lnTo>
                    <a:pt x="21" y="278"/>
                  </a:lnTo>
                  <a:lnTo>
                    <a:pt x="22" y="277"/>
                  </a:lnTo>
                  <a:lnTo>
                    <a:pt x="22" y="276"/>
                  </a:lnTo>
                  <a:lnTo>
                    <a:pt x="22" y="274"/>
                  </a:lnTo>
                  <a:lnTo>
                    <a:pt x="23" y="273"/>
                  </a:lnTo>
                  <a:lnTo>
                    <a:pt x="23" y="272"/>
                  </a:lnTo>
                  <a:lnTo>
                    <a:pt x="25" y="270"/>
                  </a:lnTo>
                  <a:lnTo>
                    <a:pt x="25" y="269"/>
                  </a:lnTo>
                  <a:lnTo>
                    <a:pt x="26" y="268"/>
                  </a:lnTo>
                  <a:lnTo>
                    <a:pt x="26" y="266"/>
                  </a:lnTo>
                  <a:lnTo>
                    <a:pt x="26" y="265"/>
                  </a:lnTo>
                  <a:lnTo>
                    <a:pt x="27" y="264"/>
                  </a:lnTo>
                  <a:lnTo>
                    <a:pt x="27" y="262"/>
                  </a:lnTo>
                  <a:lnTo>
                    <a:pt x="29" y="260"/>
                  </a:lnTo>
                  <a:lnTo>
                    <a:pt x="29" y="258"/>
                  </a:lnTo>
                  <a:lnTo>
                    <a:pt x="30" y="257"/>
                  </a:lnTo>
                  <a:lnTo>
                    <a:pt x="31" y="254"/>
                  </a:lnTo>
                  <a:lnTo>
                    <a:pt x="31" y="253"/>
                  </a:lnTo>
                  <a:lnTo>
                    <a:pt x="33" y="252"/>
                  </a:lnTo>
                  <a:lnTo>
                    <a:pt x="33" y="250"/>
                  </a:lnTo>
                  <a:lnTo>
                    <a:pt x="34" y="249"/>
                  </a:lnTo>
                  <a:lnTo>
                    <a:pt x="34" y="248"/>
                  </a:lnTo>
                  <a:lnTo>
                    <a:pt x="34" y="246"/>
                  </a:lnTo>
                  <a:lnTo>
                    <a:pt x="35" y="245"/>
                  </a:lnTo>
                  <a:lnTo>
                    <a:pt x="35" y="244"/>
                  </a:lnTo>
                  <a:lnTo>
                    <a:pt x="35" y="242"/>
                  </a:lnTo>
                  <a:lnTo>
                    <a:pt x="37" y="242"/>
                  </a:lnTo>
                  <a:lnTo>
                    <a:pt x="37" y="241"/>
                  </a:lnTo>
                  <a:lnTo>
                    <a:pt x="37" y="240"/>
                  </a:lnTo>
                  <a:lnTo>
                    <a:pt x="38" y="238"/>
                  </a:lnTo>
                  <a:lnTo>
                    <a:pt x="38" y="237"/>
                  </a:lnTo>
                  <a:lnTo>
                    <a:pt x="39" y="236"/>
                  </a:lnTo>
                  <a:lnTo>
                    <a:pt x="39" y="234"/>
                  </a:lnTo>
                  <a:lnTo>
                    <a:pt x="39" y="233"/>
                  </a:lnTo>
                  <a:lnTo>
                    <a:pt x="41" y="232"/>
                  </a:lnTo>
                  <a:lnTo>
                    <a:pt x="41" y="230"/>
                  </a:lnTo>
                  <a:lnTo>
                    <a:pt x="42" y="229"/>
                  </a:lnTo>
                  <a:lnTo>
                    <a:pt x="42" y="227"/>
                  </a:lnTo>
                  <a:lnTo>
                    <a:pt x="42" y="225"/>
                  </a:lnTo>
                  <a:lnTo>
                    <a:pt x="43" y="224"/>
                  </a:lnTo>
                  <a:lnTo>
                    <a:pt x="43" y="223"/>
                  </a:lnTo>
                  <a:lnTo>
                    <a:pt x="45" y="221"/>
                  </a:lnTo>
                  <a:lnTo>
                    <a:pt x="45" y="219"/>
                  </a:lnTo>
                  <a:lnTo>
                    <a:pt x="46" y="217"/>
                  </a:lnTo>
                  <a:lnTo>
                    <a:pt x="47" y="215"/>
                  </a:lnTo>
                  <a:lnTo>
                    <a:pt x="47" y="212"/>
                  </a:lnTo>
                  <a:lnTo>
                    <a:pt x="49" y="211"/>
                  </a:lnTo>
                  <a:lnTo>
                    <a:pt x="49" y="208"/>
                  </a:lnTo>
                  <a:lnTo>
                    <a:pt x="50" y="207"/>
                  </a:lnTo>
                  <a:lnTo>
                    <a:pt x="50" y="205"/>
                  </a:lnTo>
                  <a:lnTo>
                    <a:pt x="51" y="203"/>
                  </a:lnTo>
                  <a:lnTo>
                    <a:pt x="51" y="201"/>
                  </a:lnTo>
                  <a:lnTo>
                    <a:pt x="53" y="200"/>
                  </a:lnTo>
                  <a:lnTo>
                    <a:pt x="53" y="199"/>
                  </a:lnTo>
                  <a:lnTo>
                    <a:pt x="53" y="197"/>
                  </a:lnTo>
                  <a:lnTo>
                    <a:pt x="54" y="196"/>
                  </a:lnTo>
                  <a:lnTo>
                    <a:pt x="54" y="195"/>
                  </a:lnTo>
                  <a:lnTo>
                    <a:pt x="54" y="193"/>
                  </a:lnTo>
                  <a:lnTo>
                    <a:pt x="55" y="192"/>
                  </a:lnTo>
                  <a:lnTo>
                    <a:pt x="55" y="191"/>
                  </a:lnTo>
                  <a:lnTo>
                    <a:pt x="57" y="189"/>
                  </a:lnTo>
                  <a:lnTo>
                    <a:pt x="57" y="188"/>
                  </a:lnTo>
                  <a:lnTo>
                    <a:pt x="57" y="187"/>
                  </a:lnTo>
                  <a:lnTo>
                    <a:pt x="57" y="185"/>
                  </a:lnTo>
                  <a:lnTo>
                    <a:pt x="58" y="184"/>
                  </a:lnTo>
                  <a:lnTo>
                    <a:pt x="58" y="183"/>
                  </a:lnTo>
                  <a:lnTo>
                    <a:pt x="58" y="181"/>
                  </a:lnTo>
                  <a:lnTo>
                    <a:pt x="59" y="180"/>
                  </a:lnTo>
                  <a:lnTo>
                    <a:pt x="59" y="179"/>
                  </a:lnTo>
                  <a:lnTo>
                    <a:pt x="59" y="177"/>
                  </a:lnTo>
                  <a:lnTo>
                    <a:pt x="61" y="176"/>
                  </a:lnTo>
                  <a:lnTo>
                    <a:pt x="61" y="175"/>
                  </a:lnTo>
                  <a:lnTo>
                    <a:pt x="62" y="172"/>
                  </a:lnTo>
                  <a:lnTo>
                    <a:pt x="62" y="171"/>
                  </a:lnTo>
                  <a:lnTo>
                    <a:pt x="63" y="168"/>
                  </a:lnTo>
                  <a:lnTo>
                    <a:pt x="63" y="166"/>
                  </a:lnTo>
                  <a:lnTo>
                    <a:pt x="65" y="164"/>
                  </a:lnTo>
                  <a:lnTo>
                    <a:pt x="65" y="162"/>
                  </a:lnTo>
                  <a:lnTo>
                    <a:pt x="66" y="160"/>
                  </a:lnTo>
                  <a:lnTo>
                    <a:pt x="66" y="159"/>
                  </a:lnTo>
                  <a:lnTo>
                    <a:pt x="66" y="156"/>
                  </a:lnTo>
                  <a:lnTo>
                    <a:pt x="67" y="155"/>
                  </a:lnTo>
                  <a:lnTo>
                    <a:pt x="67" y="154"/>
                  </a:lnTo>
                  <a:lnTo>
                    <a:pt x="69" y="152"/>
                  </a:lnTo>
                  <a:lnTo>
                    <a:pt x="69" y="151"/>
                  </a:lnTo>
                  <a:lnTo>
                    <a:pt x="69" y="150"/>
                  </a:lnTo>
                  <a:lnTo>
                    <a:pt x="69" y="148"/>
                  </a:lnTo>
                  <a:lnTo>
                    <a:pt x="70" y="147"/>
                  </a:lnTo>
                  <a:lnTo>
                    <a:pt x="70" y="146"/>
                  </a:lnTo>
                  <a:lnTo>
                    <a:pt x="70" y="144"/>
                  </a:lnTo>
                  <a:lnTo>
                    <a:pt x="71" y="143"/>
                  </a:lnTo>
                  <a:lnTo>
                    <a:pt x="71" y="142"/>
                  </a:lnTo>
                  <a:lnTo>
                    <a:pt x="71" y="140"/>
                  </a:lnTo>
                  <a:lnTo>
                    <a:pt x="73" y="139"/>
                  </a:lnTo>
                  <a:lnTo>
                    <a:pt x="73" y="138"/>
                  </a:lnTo>
                  <a:lnTo>
                    <a:pt x="73" y="136"/>
                  </a:lnTo>
                  <a:lnTo>
                    <a:pt x="74" y="135"/>
                  </a:lnTo>
                  <a:lnTo>
                    <a:pt x="74" y="134"/>
                  </a:lnTo>
                  <a:lnTo>
                    <a:pt x="74" y="132"/>
                  </a:lnTo>
                  <a:lnTo>
                    <a:pt x="74" y="131"/>
                  </a:lnTo>
                  <a:lnTo>
                    <a:pt x="75" y="130"/>
                  </a:lnTo>
                  <a:lnTo>
                    <a:pt x="75" y="128"/>
                  </a:lnTo>
                  <a:lnTo>
                    <a:pt x="76" y="126"/>
                  </a:lnTo>
                  <a:lnTo>
                    <a:pt x="76" y="124"/>
                  </a:lnTo>
                  <a:lnTo>
                    <a:pt x="78" y="123"/>
                  </a:lnTo>
                  <a:lnTo>
                    <a:pt x="78" y="121"/>
                  </a:lnTo>
                  <a:lnTo>
                    <a:pt x="78" y="118"/>
                  </a:lnTo>
                  <a:lnTo>
                    <a:pt x="79" y="117"/>
                  </a:lnTo>
                  <a:lnTo>
                    <a:pt x="79" y="114"/>
                  </a:lnTo>
                  <a:lnTo>
                    <a:pt x="80" y="113"/>
                  </a:lnTo>
                  <a:lnTo>
                    <a:pt x="80" y="110"/>
                  </a:lnTo>
                  <a:lnTo>
                    <a:pt x="82" y="109"/>
                  </a:lnTo>
                  <a:lnTo>
                    <a:pt x="82" y="107"/>
                  </a:lnTo>
                  <a:lnTo>
                    <a:pt x="82" y="106"/>
                  </a:lnTo>
                  <a:lnTo>
                    <a:pt x="83" y="105"/>
                  </a:lnTo>
                  <a:lnTo>
                    <a:pt x="83" y="103"/>
                  </a:lnTo>
                  <a:lnTo>
                    <a:pt x="83" y="102"/>
                  </a:lnTo>
                  <a:lnTo>
                    <a:pt x="84" y="101"/>
                  </a:lnTo>
                  <a:lnTo>
                    <a:pt x="84" y="99"/>
                  </a:lnTo>
                  <a:lnTo>
                    <a:pt x="84" y="98"/>
                  </a:lnTo>
                  <a:lnTo>
                    <a:pt x="84" y="97"/>
                  </a:lnTo>
                  <a:lnTo>
                    <a:pt x="84" y="95"/>
                  </a:lnTo>
                  <a:lnTo>
                    <a:pt x="86" y="94"/>
                  </a:lnTo>
                  <a:lnTo>
                    <a:pt x="86" y="93"/>
                  </a:lnTo>
                  <a:lnTo>
                    <a:pt x="86" y="91"/>
                  </a:lnTo>
                  <a:lnTo>
                    <a:pt x="86" y="90"/>
                  </a:lnTo>
                  <a:lnTo>
                    <a:pt x="86" y="89"/>
                  </a:lnTo>
                  <a:lnTo>
                    <a:pt x="86" y="87"/>
                  </a:lnTo>
                  <a:lnTo>
                    <a:pt x="87" y="86"/>
                  </a:lnTo>
                  <a:lnTo>
                    <a:pt x="87" y="85"/>
                  </a:lnTo>
                  <a:lnTo>
                    <a:pt x="87" y="83"/>
                  </a:lnTo>
                  <a:lnTo>
                    <a:pt x="87" y="82"/>
                  </a:lnTo>
                  <a:lnTo>
                    <a:pt x="87" y="81"/>
                  </a:lnTo>
                  <a:lnTo>
                    <a:pt x="87" y="78"/>
                  </a:lnTo>
                  <a:lnTo>
                    <a:pt x="87" y="77"/>
                  </a:lnTo>
                  <a:lnTo>
                    <a:pt x="87" y="75"/>
                  </a:lnTo>
                  <a:lnTo>
                    <a:pt x="87" y="73"/>
                  </a:lnTo>
                  <a:lnTo>
                    <a:pt x="87" y="71"/>
                  </a:lnTo>
                  <a:lnTo>
                    <a:pt x="88" y="70"/>
                  </a:lnTo>
                  <a:lnTo>
                    <a:pt x="88" y="67"/>
                  </a:lnTo>
                  <a:lnTo>
                    <a:pt x="88" y="66"/>
                  </a:lnTo>
                  <a:lnTo>
                    <a:pt x="88" y="65"/>
                  </a:lnTo>
                  <a:lnTo>
                    <a:pt x="88" y="64"/>
                  </a:lnTo>
                  <a:lnTo>
                    <a:pt x="88" y="62"/>
                  </a:lnTo>
                  <a:lnTo>
                    <a:pt x="88" y="61"/>
                  </a:lnTo>
                  <a:lnTo>
                    <a:pt x="88" y="60"/>
                  </a:lnTo>
                  <a:lnTo>
                    <a:pt x="88" y="58"/>
                  </a:lnTo>
                  <a:lnTo>
                    <a:pt x="88" y="57"/>
                  </a:lnTo>
                  <a:lnTo>
                    <a:pt x="88" y="56"/>
                  </a:lnTo>
                  <a:lnTo>
                    <a:pt x="90" y="54"/>
                  </a:lnTo>
                  <a:lnTo>
                    <a:pt x="90" y="53"/>
                  </a:lnTo>
                  <a:lnTo>
                    <a:pt x="90" y="52"/>
                  </a:lnTo>
                  <a:lnTo>
                    <a:pt x="90" y="50"/>
                  </a:lnTo>
                  <a:lnTo>
                    <a:pt x="90" y="49"/>
                  </a:lnTo>
                  <a:lnTo>
                    <a:pt x="90" y="48"/>
                  </a:lnTo>
                  <a:lnTo>
                    <a:pt x="91" y="46"/>
                  </a:lnTo>
                  <a:lnTo>
                    <a:pt x="91" y="45"/>
                  </a:lnTo>
                  <a:lnTo>
                    <a:pt x="91" y="44"/>
                  </a:lnTo>
                  <a:lnTo>
                    <a:pt x="91" y="42"/>
                  </a:lnTo>
                  <a:lnTo>
                    <a:pt x="91" y="41"/>
                  </a:lnTo>
                  <a:lnTo>
                    <a:pt x="91" y="40"/>
                  </a:lnTo>
                  <a:lnTo>
                    <a:pt x="92" y="40"/>
                  </a:lnTo>
                  <a:lnTo>
                    <a:pt x="92" y="38"/>
                  </a:lnTo>
                  <a:lnTo>
                    <a:pt x="92" y="37"/>
                  </a:lnTo>
                  <a:lnTo>
                    <a:pt x="92" y="36"/>
                  </a:lnTo>
                  <a:lnTo>
                    <a:pt x="92" y="34"/>
                  </a:lnTo>
                  <a:lnTo>
                    <a:pt x="92" y="33"/>
                  </a:lnTo>
                  <a:lnTo>
                    <a:pt x="94" y="33"/>
                  </a:lnTo>
                  <a:lnTo>
                    <a:pt x="94" y="32"/>
                  </a:lnTo>
                  <a:lnTo>
                    <a:pt x="94" y="30"/>
                  </a:lnTo>
                  <a:lnTo>
                    <a:pt x="94" y="29"/>
                  </a:lnTo>
                  <a:lnTo>
                    <a:pt x="94" y="28"/>
                  </a:lnTo>
                  <a:lnTo>
                    <a:pt x="94" y="26"/>
                  </a:lnTo>
                  <a:lnTo>
                    <a:pt x="94" y="25"/>
                  </a:lnTo>
                  <a:lnTo>
                    <a:pt x="94" y="24"/>
                  </a:lnTo>
                  <a:lnTo>
                    <a:pt x="94" y="22"/>
                  </a:lnTo>
                  <a:lnTo>
                    <a:pt x="94" y="21"/>
                  </a:lnTo>
                  <a:lnTo>
                    <a:pt x="94" y="20"/>
                  </a:lnTo>
                  <a:lnTo>
                    <a:pt x="94" y="18"/>
                  </a:lnTo>
                  <a:lnTo>
                    <a:pt x="94" y="17"/>
                  </a:lnTo>
                  <a:lnTo>
                    <a:pt x="94" y="16"/>
                  </a:lnTo>
                  <a:lnTo>
                    <a:pt x="94" y="14"/>
                  </a:lnTo>
                  <a:lnTo>
                    <a:pt x="94" y="13"/>
                  </a:lnTo>
                  <a:lnTo>
                    <a:pt x="94" y="11"/>
                  </a:lnTo>
                  <a:lnTo>
                    <a:pt x="92" y="9"/>
                  </a:lnTo>
                  <a:lnTo>
                    <a:pt x="92" y="7"/>
                  </a:lnTo>
                  <a:lnTo>
                    <a:pt x="92" y="5"/>
                  </a:lnTo>
                  <a:lnTo>
                    <a:pt x="92" y="3"/>
                  </a:lnTo>
                  <a:lnTo>
                    <a:pt x="92" y="0"/>
                  </a:lnTo>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6008" name="Line 54">
              <a:extLst>
                <a:ext uri="{FF2B5EF4-FFF2-40B4-BE49-F238E27FC236}">
                  <a16:creationId xmlns:a16="http://schemas.microsoft.com/office/drawing/2014/main" id="{A6D91A79-569F-4144-A081-0EF10A282FA6}"/>
                </a:ext>
              </a:extLst>
            </p:cNvPr>
            <p:cNvSpPr>
              <a:spLocks noChangeShapeType="1"/>
            </p:cNvSpPr>
            <p:nvPr/>
          </p:nvSpPr>
          <p:spPr bwMode="auto">
            <a:xfrm flipH="1">
              <a:off x="4530725" y="4894263"/>
              <a:ext cx="441325"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6009" name="Line 55">
              <a:extLst>
                <a:ext uri="{FF2B5EF4-FFF2-40B4-BE49-F238E27FC236}">
                  <a16:creationId xmlns:a16="http://schemas.microsoft.com/office/drawing/2014/main" id="{79D0381B-5AFA-4F6B-80D9-2B362F7A41C7}"/>
                </a:ext>
              </a:extLst>
            </p:cNvPr>
            <p:cNvSpPr>
              <a:spLocks noChangeShapeType="1"/>
            </p:cNvSpPr>
            <p:nvPr/>
          </p:nvSpPr>
          <p:spPr bwMode="auto">
            <a:xfrm flipH="1">
              <a:off x="5708650" y="4894263"/>
              <a:ext cx="1050925"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6010" name="Line 56">
              <a:extLst>
                <a:ext uri="{FF2B5EF4-FFF2-40B4-BE49-F238E27FC236}">
                  <a16:creationId xmlns:a16="http://schemas.microsoft.com/office/drawing/2014/main" id="{6844B61D-B4CD-4D72-8918-12E4D468BF04}"/>
                </a:ext>
              </a:extLst>
            </p:cNvPr>
            <p:cNvSpPr>
              <a:spLocks noChangeShapeType="1"/>
            </p:cNvSpPr>
            <p:nvPr/>
          </p:nvSpPr>
          <p:spPr bwMode="auto">
            <a:xfrm flipH="1" flipV="1">
              <a:off x="5708650" y="3106738"/>
              <a:ext cx="105092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6011" name="Line 57">
              <a:extLst>
                <a:ext uri="{FF2B5EF4-FFF2-40B4-BE49-F238E27FC236}">
                  <a16:creationId xmlns:a16="http://schemas.microsoft.com/office/drawing/2014/main" id="{FCF0298D-BC7D-40E9-98B8-BBC9A10DBC91}"/>
                </a:ext>
              </a:extLst>
            </p:cNvPr>
            <p:cNvSpPr>
              <a:spLocks noChangeShapeType="1"/>
            </p:cNvSpPr>
            <p:nvPr/>
          </p:nvSpPr>
          <p:spPr bwMode="auto">
            <a:xfrm flipH="1">
              <a:off x="5708650" y="1317625"/>
              <a:ext cx="1050925"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6012" name="Freeform 58">
              <a:extLst>
                <a:ext uri="{FF2B5EF4-FFF2-40B4-BE49-F238E27FC236}">
                  <a16:creationId xmlns:a16="http://schemas.microsoft.com/office/drawing/2014/main" id="{1DEBD2C3-41C6-4461-95F6-C4320A6ECFF7}"/>
                </a:ext>
              </a:extLst>
            </p:cNvPr>
            <p:cNvSpPr>
              <a:spLocks/>
            </p:cNvSpPr>
            <p:nvPr/>
          </p:nvSpPr>
          <p:spPr bwMode="auto">
            <a:xfrm>
              <a:off x="3332163" y="4283075"/>
              <a:ext cx="2692400" cy="611188"/>
            </a:xfrm>
            <a:custGeom>
              <a:avLst/>
              <a:gdLst>
                <a:gd name="T0" fmla="*/ 2147483646 w 3391"/>
                <a:gd name="T1" fmla="*/ 2147483646 h 769"/>
                <a:gd name="T2" fmla="*/ 0 w 3391"/>
                <a:gd name="T3" fmla="*/ 2147483646 h 769"/>
                <a:gd name="T4" fmla="*/ 0 w 3391"/>
                <a:gd name="T5" fmla="*/ 0 h 769"/>
                <a:gd name="T6" fmla="*/ 2147483646 w 3391"/>
                <a:gd name="T7" fmla="*/ 0 h 769"/>
                <a:gd name="T8" fmla="*/ 2147483646 w 3391"/>
                <a:gd name="T9" fmla="*/ 2147483646 h 769"/>
                <a:gd name="T10" fmla="*/ 0 60000 65536"/>
                <a:gd name="T11" fmla="*/ 0 60000 65536"/>
                <a:gd name="T12" fmla="*/ 0 60000 65536"/>
                <a:gd name="T13" fmla="*/ 0 60000 65536"/>
                <a:gd name="T14" fmla="*/ 0 60000 65536"/>
                <a:gd name="T15" fmla="*/ 0 w 3391"/>
                <a:gd name="T16" fmla="*/ 0 h 769"/>
                <a:gd name="T17" fmla="*/ 3391 w 3391"/>
                <a:gd name="T18" fmla="*/ 769 h 769"/>
              </a:gdLst>
              <a:ahLst/>
              <a:cxnLst>
                <a:cxn ang="T10">
                  <a:pos x="T0" y="T1"/>
                </a:cxn>
                <a:cxn ang="T11">
                  <a:pos x="T2" y="T3"/>
                </a:cxn>
                <a:cxn ang="T12">
                  <a:pos x="T4" y="T5"/>
                </a:cxn>
                <a:cxn ang="T13">
                  <a:pos x="T6" y="T7"/>
                </a:cxn>
                <a:cxn ang="T14">
                  <a:pos x="T8" y="T9"/>
                </a:cxn>
              </a:cxnLst>
              <a:rect l="T15" t="T16" r="T17" b="T18"/>
              <a:pathLst>
                <a:path w="3391" h="769">
                  <a:moveTo>
                    <a:pt x="185" y="583"/>
                  </a:moveTo>
                  <a:lnTo>
                    <a:pt x="0" y="583"/>
                  </a:lnTo>
                  <a:lnTo>
                    <a:pt x="0" y="0"/>
                  </a:lnTo>
                  <a:lnTo>
                    <a:pt x="3391" y="0"/>
                  </a:lnTo>
                  <a:lnTo>
                    <a:pt x="3391" y="76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6013" name="Freeform 59">
              <a:extLst>
                <a:ext uri="{FF2B5EF4-FFF2-40B4-BE49-F238E27FC236}">
                  <a16:creationId xmlns:a16="http://schemas.microsoft.com/office/drawing/2014/main" id="{5D78ABB4-4D28-44A7-8D1F-C68A294FC102}"/>
                </a:ext>
              </a:extLst>
            </p:cNvPr>
            <p:cNvSpPr>
              <a:spLocks/>
            </p:cNvSpPr>
            <p:nvPr/>
          </p:nvSpPr>
          <p:spPr bwMode="auto">
            <a:xfrm>
              <a:off x="3332163" y="2495550"/>
              <a:ext cx="2692400" cy="609600"/>
            </a:xfrm>
            <a:custGeom>
              <a:avLst/>
              <a:gdLst>
                <a:gd name="T0" fmla="*/ 2147483646 w 3391"/>
                <a:gd name="T1" fmla="*/ 2147483646 h 769"/>
                <a:gd name="T2" fmla="*/ 0 w 3391"/>
                <a:gd name="T3" fmla="*/ 2147483646 h 769"/>
                <a:gd name="T4" fmla="*/ 0 w 3391"/>
                <a:gd name="T5" fmla="*/ 0 h 769"/>
                <a:gd name="T6" fmla="*/ 2147483646 w 3391"/>
                <a:gd name="T7" fmla="*/ 0 h 769"/>
                <a:gd name="T8" fmla="*/ 2147483646 w 3391"/>
                <a:gd name="T9" fmla="*/ 2147483646 h 769"/>
                <a:gd name="T10" fmla="*/ 0 60000 65536"/>
                <a:gd name="T11" fmla="*/ 0 60000 65536"/>
                <a:gd name="T12" fmla="*/ 0 60000 65536"/>
                <a:gd name="T13" fmla="*/ 0 60000 65536"/>
                <a:gd name="T14" fmla="*/ 0 60000 65536"/>
                <a:gd name="T15" fmla="*/ 0 w 3391"/>
                <a:gd name="T16" fmla="*/ 0 h 769"/>
                <a:gd name="T17" fmla="*/ 3391 w 3391"/>
                <a:gd name="T18" fmla="*/ 769 h 769"/>
              </a:gdLst>
              <a:ahLst/>
              <a:cxnLst>
                <a:cxn ang="T10">
                  <a:pos x="T0" y="T1"/>
                </a:cxn>
                <a:cxn ang="T11">
                  <a:pos x="T2" y="T3"/>
                </a:cxn>
                <a:cxn ang="T12">
                  <a:pos x="T4" y="T5"/>
                </a:cxn>
                <a:cxn ang="T13">
                  <a:pos x="T6" y="T7"/>
                </a:cxn>
                <a:cxn ang="T14">
                  <a:pos x="T8" y="T9"/>
                </a:cxn>
              </a:cxnLst>
              <a:rect l="T15" t="T16" r="T17" b="T18"/>
              <a:pathLst>
                <a:path w="3391" h="769">
                  <a:moveTo>
                    <a:pt x="185" y="583"/>
                  </a:moveTo>
                  <a:lnTo>
                    <a:pt x="0" y="583"/>
                  </a:lnTo>
                  <a:lnTo>
                    <a:pt x="0" y="0"/>
                  </a:lnTo>
                  <a:lnTo>
                    <a:pt x="3391" y="0"/>
                  </a:lnTo>
                  <a:lnTo>
                    <a:pt x="3391" y="76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6014" name="Freeform 60">
              <a:extLst>
                <a:ext uri="{FF2B5EF4-FFF2-40B4-BE49-F238E27FC236}">
                  <a16:creationId xmlns:a16="http://schemas.microsoft.com/office/drawing/2014/main" id="{5ED980C8-3858-44FD-B3AB-212E9695BECE}"/>
                </a:ext>
              </a:extLst>
            </p:cNvPr>
            <p:cNvSpPr>
              <a:spLocks/>
            </p:cNvSpPr>
            <p:nvPr/>
          </p:nvSpPr>
          <p:spPr bwMode="auto">
            <a:xfrm>
              <a:off x="2743200" y="4598988"/>
              <a:ext cx="736600" cy="442912"/>
            </a:xfrm>
            <a:custGeom>
              <a:avLst/>
              <a:gdLst>
                <a:gd name="T0" fmla="*/ 0 w 927"/>
                <a:gd name="T1" fmla="*/ 0 h 557"/>
                <a:gd name="T2" fmla="*/ 0 w 927"/>
                <a:gd name="T3" fmla="*/ 2147483646 h 557"/>
                <a:gd name="T4" fmla="*/ 2147483646 w 927"/>
                <a:gd name="T5" fmla="*/ 2147483646 h 557"/>
                <a:gd name="T6" fmla="*/ 0 60000 65536"/>
                <a:gd name="T7" fmla="*/ 0 60000 65536"/>
                <a:gd name="T8" fmla="*/ 0 60000 65536"/>
                <a:gd name="T9" fmla="*/ 0 w 927"/>
                <a:gd name="T10" fmla="*/ 0 h 557"/>
                <a:gd name="T11" fmla="*/ 927 w 927"/>
                <a:gd name="T12" fmla="*/ 557 h 557"/>
              </a:gdLst>
              <a:ahLst/>
              <a:cxnLst>
                <a:cxn ang="T6">
                  <a:pos x="T0" y="T1"/>
                </a:cxn>
                <a:cxn ang="T7">
                  <a:pos x="T2" y="T3"/>
                </a:cxn>
                <a:cxn ang="T8">
                  <a:pos x="T4" y="T5"/>
                </a:cxn>
              </a:cxnLst>
              <a:rect l="T9" t="T10" r="T11" b="T12"/>
              <a:pathLst>
                <a:path w="927" h="557">
                  <a:moveTo>
                    <a:pt x="0" y="0"/>
                  </a:moveTo>
                  <a:lnTo>
                    <a:pt x="0" y="557"/>
                  </a:lnTo>
                  <a:lnTo>
                    <a:pt x="927" y="55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6015" name="Freeform 61">
              <a:extLst>
                <a:ext uri="{FF2B5EF4-FFF2-40B4-BE49-F238E27FC236}">
                  <a16:creationId xmlns:a16="http://schemas.microsoft.com/office/drawing/2014/main" id="{5B25F1EC-1618-4AE5-A4F4-DD37235DD741}"/>
                </a:ext>
              </a:extLst>
            </p:cNvPr>
            <p:cNvSpPr>
              <a:spLocks/>
            </p:cNvSpPr>
            <p:nvPr/>
          </p:nvSpPr>
          <p:spPr bwMode="auto">
            <a:xfrm>
              <a:off x="2595563" y="412750"/>
              <a:ext cx="3722687" cy="3135313"/>
            </a:xfrm>
            <a:custGeom>
              <a:avLst/>
              <a:gdLst>
                <a:gd name="T0" fmla="*/ 2147483646 w 4689"/>
                <a:gd name="T1" fmla="*/ 2147483646 h 3949"/>
                <a:gd name="T2" fmla="*/ 2147483646 w 4689"/>
                <a:gd name="T3" fmla="*/ 0 h 3949"/>
                <a:gd name="T4" fmla="*/ 0 w 4689"/>
                <a:gd name="T5" fmla="*/ 0 h 3949"/>
                <a:gd name="T6" fmla="*/ 0 w 4689"/>
                <a:gd name="T7" fmla="*/ 2147483646 h 3949"/>
                <a:gd name="T8" fmla="*/ 0 60000 65536"/>
                <a:gd name="T9" fmla="*/ 0 60000 65536"/>
                <a:gd name="T10" fmla="*/ 0 60000 65536"/>
                <a:gd name="T11" fmla="*/ 0 60000 65536"/>
                <a:gd name="T12" fmla="*/ 0 w 4689"/>
                <a:gd name="T13" fmla="*/ 0 h 3949"/>
                <a:gd name="T14" fmla="*/ 4689 w 4689"/>
                <a:gd name="T15" fmla="*/ 3949 h 3949"/>
              </a:gdLst>
              <a:ahLst/>
              <a:cxnLst>
                <a:cxn ang="T8">
                  <a:pos x="T0" y="T1"/>
                </a:cxn>
                <a:cxn ang="T9">
                  <a:pos x="T2" y="T3"/>
                </a:cxn>
                <a:cxn ang="T10">
                  <a:pos x="T4" y="T5"/>
                </a:cxn>
                <a:cxn ang="T11">
                  <a:pos x="T6" y="T7"/>
                </a:cxn>
              </a:cxnLst>
              <a:rect l="T12" t="T13" r="T14" b="T15"/>
              <a:pathLst>
                <a:path w="4689" h="3949">
                  <a:moveTo>
                    <a:pt x="4689" y="1140"/>
                  </a:moveTo>
                  <a:lnTo>
                    <a:pt x="4689" y="0"/>
                  </a:lnTo>
                  <a:lnTo>
                    <a:pt x="0" y="0"/>
                  </a:lnTo>
                  <a:lnTo>
                    <a:pt x="0" y="394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6016" name="Freeform 62">
              <a:extLst>
                <a:ext uri="{FF2B5EF4-FFF2-40B4-BE49-F238E27FC236}">
                  <a16:creationId xmlns:a16="http://schemas.microsoft.com/office/drawing/2014/main" id="{C2375ED4-08E8-4094-AF08-8609FBCBD4CC}"/>
                </a:ext>
              </a:extLst>
            </p:cNvPr>
            <p:cNvSpPr>
              <a:spLocks/>
            </p:cNvSpPr>
            <p:nvPr/>
          </p:nvSpPr>
          <p:spPr bwMode="auto">
            <a:xfrm>
              <a:off x="2890838" y="2495550"/>
              <a:ext cx="441325" cy="1052513"/>
            </a:xfrm>
            <a:custGeom>
              <a:avLst/>
              <a:gdLst>
                <a:gd name="T0" fmla="*/ 2147483646 w 556"/>
                <a:gd name="T1" fmla="*/ 0 h 1325"/>
                <a:gd name="T2" fmla="*/ 0 w 556"/>
                <a:gd name="T3" fmla="*/ 0 h 1325"/>
                <a:gd name="T4" fmla="*/ 0 w 556"/>
                <a:gd name="T5" fmla="*/ 2147483646 h 1325"/>
                <a:gd name="T6" fmla="*/ 0 60000 65536"/>
                <a:gd name="T7" fmla="*/ 0 60000 65536"/>
                <a:gd name="T8" fmla="*/ 0 60000 65536"/>
                <a:gd name="T9" fmla="*/ 0 w 556"/>
                <a:gd name="T10" fmla="*/ 0 h 1325"/>
                <a:gd name="T11" fmla="*/ 556 w 556"/>
                <a:gd name="T12" fmla="*/ 1325 h 1325"/>
              </a:gdLst>
              <a:ahLst/>
              <a:cxnLst>
                <a:cxn ang="T6">
                  <a:pos x="T0" y="T1"/>
                </a:cxn>
                <a:cxn ang="T7">
                  <a:pos x="T2" y="T3"/>
                </a:cxn>
                <a:cxn ang="T8">
                  <a:pos x="T4" y="T5"/>
                </a:cxn>
              </a:cxnLst>
              <a:rect l="T9" t="T10" r="T11" b="T12"/>
              <a:pathLst>
                <a:path w="556" h="1325">
                  <a:moveTo>
                    <a:pt x="556" y="0"/>
                  </a:moveTo>
                  <a:lnTo>
                    <a:pt x="0" y="0"/>
                  </a:lnTo>
                  <a:lnTo>
                    <a:pt x="0" y="1325"/>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6017" name="Line 63">
              <a:extLst>
                <a:ext uri="{FF2B5EF4-FFF2-40B4-BE49-F238E27FC236}">
                  <a16:creationId xmlns:a16="http://schemas.microsoft.com/office/drawing/2014/main" id="{EB11D00E-845D-4AE7-9FF9-6BC80CD25E2C}"/>
                </a:ext>
              </a:extLst>
            </p:cNvPr>
            <p:cNvSpPr>
              <a:spLocks noChangeShapeType="1"/>
            </p:cNvSpPr>
            <p:nvPr/>
          </p:nvSpPr>
          <p:spPr bwMode="auto">
            <a:xfrm>
              <a:off x="2595563" y="3252788"/>
              <a:ext cx="884237"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6018" name="Freeform 64">
              <a:extLst>
                <a:ext uri="{FF2B5EF4-FFF2-40B4-BE49-F238E27FC236}">
                  <a16:creationId xmlns:a16="http://schemas.microsoft.com/office/drawing/2014/main" id="{51375AB3-5721-4FDE-A906-63E552CCD7F4}"/>
                </a:ext>
              </a:extLst>
            </p:cNvPr>
            <p:cNvSpPr>
              <a:spLocks/>
            </p:cNvSpPr>
            <p:nvPr/>
          </p:nvSpPr>
          <p:spPr bwMode="auto">
            <a:xfrm>
              <a:off x="4678363" y="706438"/>
              <a:ext cx="1346200" cy="1200150"/>
            </a:xfrm>
            <a:custGeom>
              <a:avLst/>
              <a:gdLst>
                <a:gd name="T0" fmla="*/ 2147483646 w 1695"/>
                <a:gd name="T1" fmla="*/ 2147483646 h 1511"/>
                <a:gd name="T2" fmla="*/ 0 w 1695"/>
                <a:gd name="T3" fmla="*/ 2147483646 h 1511"/>
                <a:gd name="T4" fmla="*/ 0 w 1695"/>
                <a:gd name="T5" fmla="*/ 0 h 1511"/>
                <a:gd name="T6" fmla="*/ 2147483646 w 1695"/>
                <a:gd name="T7" fmla="*/ 0 h 1511"/>
                <a:gd name="T8" fmla="*/ 2147483646 w 1695"/>
                <a:gd name="T9" fmla="*/ 2147483646 h 1511"/>
                <a:gd name="T10" fmla="*/ 0 60000 65536"/>
                <a:gd name="T11" fmla="*/ 0 60000 65536"/>
                <a:gd name="T12" fmla="*/ 0 60000 65536"/>
                <a:gd name="T13" fmla="*/ 0 60000 65536"/>
                <a:gd name="T14" fmla="*/ 0 60000 65536"/>
                <a:gd name="T15" fmla="*/ 0 w 1695"/>
                <a:gd name="T16" fmla="*/ 0 h 1511"/>
                <a:gd name="T17" fmla="*/ 1695 w 1695"/>
                <a:gd name="T18" fmla="*/ 1511 h 1511"/>
              </a:gdLst>
              <a:ahLst/>
              <a:cxnLst>
                <a:cxn ang="T10">
                  <a:pos x="T0" y="T1"/>
                </a:cxn>
                <a:cxn ang="T11">
                  <a:pos x="T2" y="T3"/>
                </a:cxn>
                <a:cxn ang="T12">
                  <a:pos x="T4" y="T5"/>
                </a:cxn>
                <a:cxn ang="T13">
                  <a:pos x="T6" y="T7"/>
                </a:cxn>
                <a:cxn ang="T14">
                  <a:pos x="T8" y="T9"/>
                </a:cxn>
              </a:cxnLst>
              <a:rect l="T15" t="T16" r="T17" b="T18"/>
              <a:pathLst>
                <a:path w="1695" h="1511">
                  <a:moveTo>
                    <a:pt x="371" y="769"/>
                  </a:moveTo>
                  <a:lnTo>
                    <a:pt x="0" y="769"/>
                  </a:lnTo>
                  <a:lnTo>
                    <a:pt x="0" y="0"/>
                  </a:lnTo>
                  <a:lnTo>
                    <a:pt x="1695" y="0"/>
                  </a:lnTo>
                  <a:lnTo>
                    <a:pt x="1695" y="151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6019" name="Freeform 65">
              <a:extLst>
                <a:ext uri="{FF2B5EF4-FFF2-40B4-BE49-F238E27FC236}">
                  <a16:creationId xmlns:a16="http://schemas.microsoft.com/office/drawing/2014/main" id="{E7598B50-EC23-4178-9A10-3EEF000BF846}"/>
                </a:ext>
              </a:extLst>
            </p:cNvPr>
            <p:cNvSpPr>
              <a:spLocks/>
            </p:cNvSpPr>
            <p:nvPr/>
          </p:nvSpPr>
          <p:spPr bwMode="auto">
            <a:xfrm>
              <a:off x="5994400" y="3084513"/>
              <a:ext cx="63500" cy="42862"/>
            </a:xfrm>
            <a:custGeom>
              <a:avLst/>
              <a:gdLst>
                <a:gd name="T0" fmla="*/ 0 w 80"/>
                <a:gd name="T1" fmla="*/ 2147483646 h 53"/>
                <a:gd name="T2" fmla="*/ 0 w 80"/>
                <a:gd name="T3" fmla="*/ 2147483646 h 53"/>
                <a:gd name="T4" fmla="*/ 2147483646 w 80"/>
                <a:gd name="T5" fmla="*/ 2147483646 h 53"/>
                <a:gd name="T6" fmla="*/ 2147483646 w 80"/>
                <a:gd name="T7" fmla="*/ 2147483646 h 53"/>
                <a:gd name="T8" fmla="*/ 2147483646 w 80"/>
                <a:gd name="T9" fmla="*/ 2147483646 h 53"/>
                <a:gd name="T10" fmla="*/ 2147483646 w 80"/>
                <a:gd name="T11" fmla="*/ 2147483646 h 53"/>
                <a:gd name="T12" fmla="*/ 2147483646 w 80"/>
                <a:gd name="T13" fmla="*/ 2147483646 h 53"/>
                <a:gd name="T14" fmla="*/ 2147483646 w 80"/>
                <a:gd name="T15" fmla="*/ 2147483646 h 53"/>
                <a:gd name="T16" fmla="*/ 2147483646 w 80"/>
                <a:gd name="T17" fmla="*/ 2147483646 h 53"/>
                <a:gd name="T18" fmla="*/ 2147483646 w 80"/>
                <a:gd name="T19" fmla="*/ 2147483646 h 53"/>
                <a:gd name="T20" fmla="*/ 2147483646 w 80"/>
                <a:gd name="T21" fmla="*/ 2147483646 h 53"/>
                <a:gd name="T22" fmla="*/ 2147483646 w 80"/>
                <a:gd name="T23" fmla="*/ 0 h 53"/>
                <a:gd name="T24" fmla="*/ 2147483646 w 80"/>
                <a:gd name="T25" fmla="*/ 2147483646 h 53"/>
                <a:gd name="T26" fmla="*/ 2147483646 w 80"/>
                <a:gd name="T27" fmla="*/ 2147483646 h 53"/>
                <a:gd name="T28" fmla="*/ 2147483646 w 80"/>
                <a:gd name="T29" fmla="*/ 2147483646 h 53"/>
                <a:gd name="T30" fmla="*/ 2147483646 w 80"/>
                <a:gd name="T31" fmla="*/ 2147483646 h 53"/>
                <a:gd name="T32" fmla="*/ 2147483646 w 80"/>
                <a:gd name="T33" fmla="*/ 2147483646 h 53"/>
                <a:gd name="T34" fmla="*/ 2147483646 w 80"/>
                <a:gd name="T35" fmla="*/ 2147483646 h 53"/>
                <a:gd name="T36" fmla="*/ 2147483646 w 80"/>
                <a:gd name="T37" fmla="*/ 2147483646 h 53"/>
                <a:gd name="T38" fmla="*/ 2147483646 w 80"/>
                <a:gd name="T39" fmla="*/ 2147483646 h 53"/>
                <a:gd name="T40" fmla="*/ 2147483646 w 80"/>
                <a:gd name="T41" fmla="*/ 2147483646 h 53"/>
                <a:gd name="T42" fmla="*/ 2147483646 w 80"/>
                <a:gd name="T43" fmla="*/ 2147483646 h 53"/>
                <a:gd name="T44" fmla="*/ 2147483646 w 80"/>
                <a:gd name="T45" fmla="*/ 2147483646 h 53"/>
                <a:gd name="T46" fmla="*/ 2147483646 w 80"/>
                <a:gd name="T47" fmla="*/ 2147483646 h 53"/>
                <a:gd name="T48" fmla="*/ 2147483646 w 80"/>
                <a:gd name="T49" fmla="*/ 2147483646 h 53"/>
                <a:gd name="T50" fmla="*/ 2147483646 w 80"/>
                <a:gd name="T51" fmla="*/ 2147483646 h 53"/>
                <a:gd name="T52" fmla="*/ 2147483646 w 80"/>
                <a:gd name="T53" fmla="*/ 2147483646 h 53"/>
                <a:gd name="T54" fmla="*/ 2147483646 w 80"/>
                <a:gd name="T55" fmla="*/ 2147483646 h 53"/>
                <a:gd name="T56" fmla="*/ 2147483646 w 80"/>
                <a:gd name="T57" fmla="*/ 2147483646 h 53"/>
                <a:gd name="T58" fmla="*/ 2147483646 w 80"/>
                <a:gd name="T59" fmla="*/ 2147483646 h 53"/>
                <a:gd name="T60" fmla="*/ 2147483646 w 80"/>
                <a:gd name="T61" fmla="*/ 2147483646 h 53"/>
                <a:gd name="T62" fmla="*/ 2147483646 w 80"/>
                <a:gd name="T63" fmla="*/ 2147483646 h 53"/>
                <a:gd name="T64" fmla="*/ 2147483646 w 80"/>
                <a:gd name="T65" fmla="*/ 2147483646 h 53"/>
                <a:gd name="T66" fmla="*/ 2147483646 w 80"/>
                <a:gd name="T67" fmla="*/ 2147483646 h 53"/>
                <a:gd name="T68" fmla="*/ 2147483646 w 80"/>
                <a:gd name="T69" fmla="*/ 2147483646 h 53"/>
                <a:gd name="T70" fmla="*/ 2147483646 w 80"/>
                <a:gd name="T71" fmla="*/ 2147483646 h 53"/>
                <a:gd name="T72" fmla="*/ 2147483646 w 80"/>
                <a:gd name="T73" fmla="*/ 2147483646 h 53"/>
                <a:gd name="T74" fmla="*/ 2147483646 w 80"/>
                <a:gd name="T75" fmla="*/ 2147483646 h 53"/>
                <a:gd name="T76" fmla="*/ 2147483646 w 80"/>
                <a:gd name="T77" fmla="*/ 2147483646 h 53"/>
                <a:gd name="T78" fmla="*/ 2147483646 w 80"/>
                <a:gd name="T79" fmla="*/ 2147483646 h 53"/>
                <a:gd name="T80" fmla="*/ 2147483646 w 80"/>
                <a:gd name="T81" fmla="*/ 2147483646 h 53"/>
                <a:gd name="T82" fmla="*/ 2147483646 w 80"/>
                <a:gd name="T83" fmla="*/ 2147483646 h 53"/>
                <a:gd name="T84" fmla="*/ 2147483646 w 80"/>
                <a:gd name="T85" fmla="*/ 2147483646 h 53"/>
                <a:gd name="T86" fmla="*/ 2147483646 w 80"/>
                <a:gd name="T87" fmla="*/ 2147483646 h 53"/>
                <a:gd name="T88" fmla="*/ 2147483646 w 80"/>
                <a:gd name="T89" fmla="*/ 2147483646 h 53"/>
                <a:gd name="T90" fmla="*/ 2147483646 w 80"/>
                <a:gd name="T91" fmla="*/ 2147483646 h 53"/>
                <a:gd name="T92" fmla="*/ 2147483646 w 80"/>
                <a:gd name="T93" fmla="*/ 2147483646 h 53"/>
                <a:gd name="T94" fmla="*/ 2147483646 w 80"/>
                <a:gd name="T95" fmla="*/ 2147483646 h 53"/>
                <a:gd name="T96" fmla="*/ 2147483646 w 80"/>
                <a:gd name="T97" fmla="*/ 2147483646 h 53"/>
                <a:gd name="T98" fmla="*/ 2147483646 w 80"/>
                <a:gd name="T99" fmla="*/ 2147483646 h 53"/>
                <a:gd name="T100" fmla="*/ 2147483646 w 80"/>
                <a:gd name="T101" fmla="*/ 2147483646 h 53"/>
                <a:gd name="T102" fmla="*/ 2147483646 w 80"/>
                <a:gd name="T103" fmla="*/ 2147483646 h 53"/>
                <a:gd name="T104" fmla="*/ 2147483646 w 80"/>
                <a:gd name="T105" fmla="*/ 2147483646 h 53"/>
                <a:gd name="T106" fmla="*/ 2147483646 w 80"/>
                <a:gd name="T107" fmla="*/ 2147483646 h 53"/>
                <a:gd name="T108" fmla="*/ 0 w 80"/>
                <a:gd name="T109" fmla="*/ 2147483646 h 53"/>
                <a:gd name="T110" fmla="*/ 0 w 80"/>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0"/>
                <a:gd name="T169" fmla="*/ 0 h 53"/>
                <a:gd name="T170" fmla="*/ 80 w 80"/>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0" h="53">
                  <a:moveTo>
                    <a:pt x="0" y="21"/>
                  </a:moveTo>
                  <a:lnTo>
                    <a:pt x="0" y="33"/>
                  </a:lnTo>
                  <a:lnTo>
                    <a:pt x="0" y="31"/>
                  </a:lnTo>
                  <a:lnTo>
                    <a:pt x="0" y="29"/>
                  </a:lnTo>
                  <a:lnTo>
                    <a:pt x="0" y="28"/>
                  </a:lnTo>
                  <a:lnTo>
                    <a:pt x="0" y="27"/>
                  </a:lnTo>
                  <a:lnTo>
                    <a:pt x="0" y="25"/>
                  </a:lnTo>
                  <a:lnTo>
                    <a:pt x="2" y="23"/>
                  </a:lnTo>
                  <a:lnTo>
                    <a:pt x="2" y="21"/>
                  </a:lnTo>
                  <a:lnTo>
                    <a:pt x="3" y="20"/>
                  </a:lnTo>
                  <a:lnTo>
                    <a:pt x="3" y="19"/>
                  </a:lnTo>
                  <a:lnTo>
                    <a:pt x="4" y="17"/>
                  </a:lnTo>
                  <a:lnTo>
                    <a:pt x="4" y="16"/>
                  </a:lnTo>
                  <a:lnTo>
                    <a:pt x="6" y="15"/>
                  </a:lnTo>
                  <a:lnTo>
                    <a:pt x="6" y="13"/>
                  </a:lnTo>
                  <a:lnTo>
                    <a:pt x="7" y="12"/>
                  </a:lnTo>
                  <a:lnTo>
                    <a:pt x="8" y="11"/>
                  </a:lnTo>
                  <a:lnTo>
                    <a:pt x="10" y="11"/>
                  </a:lnTo>
                  <a:lnTo>
                    <a:pt x="11" y="9"/>
                  </a:lnTo>
                  <a:lnTo>
                    <a:pt x="11" y="8"/>
                  </a:lnTo>
                  <a:lnTo>
                    <a:pt x="12" y="7"/>
                  </a:lnTo>
                  <a:lnTo>
                    <a:pt x="14" y="7"/>
                  </a:lnTo>
                  <a:lnTo>
                    <a:pt x="15" y="5"/>
                  </a:lnTo>
                  <a:lnTo>
                    <a:pt x="16" y="4"/>
                  </a:lnTo>
                  <a:lnTo>
                    <a:pt x="18" y="4"/>
                  </a:lnTo>
                  <a:lnTo>
                    <a:pt x="19" y="3"/>
                  </a:lnTo>
                  <a:lnTo>
                    <a:pt x="22" y="3"/>
                  </a:lnTo>
                  <a:lnTo>
                    <a:pt x="23" y="3"/>
                  </a:lnTo>
                  <a:lnTo>
                    <a:pt x="24" y="1"/>
                  </a:lnTo>
                  <a:lnTo>
                    <a:pt x="26" y="1"/>
                  </a:lnTo>
                  <a:lnTo>
                    <a:pt x="27" y="1"/>
                  </a:lnTo>
                  <a:lnTo>
                    <a:pt x="28" y="1"/>
                  </a:lnTo>
                  <a:lnTo>
                    <a:pt x="31" y="1"/>
                  </a:lnTo>
                  <a:lnTo>
                    <a:pt x="32" y="0"/>
                  </a:lnTo>
                  <a:lnTo>
                    <a:pt x="47" y="0"/>
                  </a:lnTo>
                  <a:lnTo>
                    <a:pt x="49" y="1"/>
                  </a:lnTo>
                  <a:lnTo>
                    <a:pt x="51" y="1"/>
                  </a:lnTo>
                  <a:lnTo>
                    <a:pt x="52" y="1"/>
                  </a:lnTo>
                  <a:lnTo>
                    <a:pt x="53" y="1"/>
                  </a:lnTo>
                  <a:lnTo>
                    <a:pt x="56" y="1"/>
                  </a:lnTo>
                  <a:lnTo>
                    <a:pt x="57" y="3"/>
                  </a:lnTo>
                  <a:lnTo>
                    <a:pt x="59" y="3"/>
                  </a:lnTo>
                  <a:lnTo>
                    <a:pt x="60" y="3"/>
                  </a:lnTo>
                  <a:lnTo>
                    <a:pt x="61" y="4"/>
                  </a:lnTo>
                  <a:lnTo>
                    <a:pt x="63" y="4"/>
                  </a:lnTo>
                  <a:lnTo>
                    <a:pt x="64" y="5"/>
                  </a:lnTo>
                  <a:lnTo>
                    <a:pt x="65" y="7"/>
                  </a:lnTo>
                  <a:lnTo>
                    <a:pt x="67" y="7"/>
                  </a:lnTo>
                  <a:lnTo>
                    <a:pt x="68" y="8"/>
                  </a:lnTo>
                  <a:lnTo>
                    <a:pt x="69" y="9"/>
                  </a:lnTo>
                  <a:lnTo>
                    <a:pt x="71" y="11"/>
                  </a:lnTo>
                  <a:lnTo>
                    <a:pt x="72" y="12"/>
                  </a:lnTo>
                  <a:lnTo>
                    <a:pt x="73" y="13"/>
                  </a:lnTo>
                  <a:lnTo>
                    <a:pt x="75" y="15"/>
                  </a:lnTo>
                  <a:lnTo>
                    <a:pt x="75" y="16"/>
                  </a:lnTo>
                  <a:lnTo>
                    <a:pt x="76" y="17"/>
                  </a:lnTo>
                  <a:lnTo>
                    <a:pt x="76" y="19"/>
                  </a:lnTo>
                  <a:lnTo>
                    <a:pt x="77" y="20"/>
                  </a:lnTo>
                  <a:lnTo>
                    <a:pt x="77" y="21"/>
                  </a:lnTo>
                  <a:lnTo>
                    <a:pt x="79" y="23"/>
                  </a:lnTo>
                  <a:lnTo>
                    <a:pt x="79" y="25"/>
                  </a:lnTo>
                  <a:lnTo>
                    <a:pt x="79" y="27"/>
                  </a:lnTo>
                  <a:lnTo>
                    <a:pt x="79" y="28"/>
                  </a:lnTo>
                  <a:lnTo>
                    <a:pt x="80" y="29"/>
                  </a:lnTo>
                  <a:lnTo>
                    <a:pt x="80" y="31"/>
                  </a:lnTo>
                  <a:lnTo>
                    <a:pt x="80" y="33"/>
                  </a:lnTo>
                  <a:lnTo>
                    <a:pt x="80" y="21"/>
                  </a:lnTo>
                  <a:lnTo>
                    <a:pt x="80" y="24"/>
                  </a:lnTo>
                  <a:lnTo>
                    <a:pt x="80" y="25"/>
                  </a:lnTo>
                  <a:lnTo>
                    <a:pt x="79" y="27"/>
                  </a:lnTo>
                  <a:lnTo>
                    <a:pt x="79" y="28"/>
                  </a:lnTo>
                  <a:lnTo>
                    <a:pt x="79" y="29"/>
                  </a:lnTo>
                  <a:lnTo>
                    <a:pt x="79" y="31"/>
                  </a:lnTo>
                  <a:lnTo>
                    <a:pt x="77" y="33"/>
                  </a:lnTo>
                  <a:lnTo>
                    <a:pt x="77" y="35"/>
                  </a:lnTo>
                  <a:lnTo>
                    <a:pt x="76" y="36"/>
                  </a:lnTo>
                  <a:lnTo>
                    <a:pt x="76" y="37"/>
                  </a:lnTo>
                  <a:lnTo>
                    <a:pt x="75" y="39"/>
                  </a:lnTo>
                  <a:lnTo>
                    <a:pt x="75" y="40"/>
                  </a:lnTo>
                  <a:lnTo>
                    <a:pt x="73" y="41"/>
                  </a:lnTo>
                  <a:lnTo>
                    <a:pt x="72" y="42"/>
                  </a:lnTo>
                  <a:lnTo>
                    <a:pt x="71" y="44"/>
                  </a:lnTo>
                  <a:lnTo>
                    <a:pt x="69" y="45"/>
                  </a:lnTo>
                  <a:lnTo>
                    <a:pt x="68" y="46"/>
                  </a:lnTo>
                  <a:lnTo>
                    <a:pt x="67" y="48"/>
                  </a:lnTo>
                  <a:lnTo>
                    <a:pt x="65" y="48"/>
                  </a:lnTo>
                  <a:lnTo>
                    <a:pt x="64" y="49"/>
                  </a:lnTo>
                  <a:lnTo>
                    <a:pt x="63" y="50"/>
                  </a:lnTo>
                  <a:lnTo>
                    <a:pt x="61" y="50"/>
                  </a:lnTo>
                  <a:lnTo>
                    <a:pt x="60" y="52"/>
                  </a:lnTo>
                  <a:lnTo>
                    <a:pt x="59" y="52"/>
                  </a:lnTo>
                  <a:lnTo>
                    <a:pt x="57" y="52"/>
                  </a:lnTo>
                  <a:lnTo>
                    <a:pt x="56" y="53"/>
                  </a:lnTo>
                  <a:lnTo>
                    <a:pt x="53" y="53"/>
                  </a:lnTo>
                  <a:lnTo>
                    <a:pt x="52" y="53"/>
                  </a:lnTo>
                  <a:lnTo>
                    <a:pt x="51" y="53"/>
                  </a:lnTo>
                  <a:lnTo>
                    <a:pt x="49" y="53"/>
                  </a:lnTo>
                  <a:lnTo>
                    <a:pt x="47" y="53"/>
                  </a:lnTo>
                  <a:lnTo>
                    <a:pt x="32" y="53"/>
                  </a:lnTo>
                  <a:lnTo>
                    <a:pt x="31" y="53"/>
                  </a:lnTo>
                  <a:lnTo>
                    <a:pt x="28" y="53"/>
                  </a:lnTo>
                  <a:lnTo>
                    <a:pt x="27" y="53"/>
                  </a:lnTo>
                  <a:lnTo>
                    <a:pt x="26" y="53"/>
                  </a:lnTo>
                  <a:lnTo>
                    <a:pt x="24" y="53"/>
                  </a:lnTo>
                  <a:lnTo>
                    <a:pt x="23" y="52"/>
                  </a:lnTo>
                  <a:lnTo>
                    <a:pt x="22" y="52"/>
                  </a:lnTo>
                  <a:lnTo>
                    <a:pt x="19" y="52"/>
                  </a:lnTo>
                  <a:lnTo>
                    <a:pt x="18" y="50"/>
                  </a:lnTo>
                  <a:lnTo>
                    <a:pt x="16" y="50"/>
                  </a:lnTo>
                  <a:lnTo>
                    <a:pt x="15" y="49"/>
                  </a:lnTo>
                  <a:lnTo>
                    <a:pt x="14" y="48"/>
                  </a:lnTo>
                  <a:lnTo>
                    <a:pt x="12" y="48"/>
                  </a:lnTo>
                  <a:lnTo>
                    <a:pt x="11" y="46"/>
                  </a:lnTo>
                  <a:lnTo>
                    <a:pt x="11" y="45"/>
                  </a:lnTo>
                  <a:lnTo>
                    <a:pt x="10" y="44"/>
                  </a:lnTo>
                  <a:lnTo>
                    <a:pt x="8" y="44"/>
                  </a:lnTo>
                  <a:lnTo>
                    <a:pt x="7" y="42"/>
                  </a:lnTo>
                  <a:lnTo>
                    <a:pt x="6" y="41"/>
                  </a:lnTo>
                  <a:lnTo>
                    <a:pt x="6" y="40"/>
                  </a:lnTo>
                  <a:lnTo>
                    <a:pt x="4" y="39"/>
                  </a:lnTo>
                  <a:lnTo>
                    <a:pt x="4" y="37"/>
                  </a:lnTo>
                  <a:lnTo>
                    <a:pt x="3" y="36"/>
                  </a:lnTo>
                  <a:lnTo>
                    <a:pt x="3" y="35"/>
                  </a:lnTo>
                  <a:lnTo>
                    <a:pt x="2" y="33"/>
                  </a:lnTo>
                  <a:lnTo>
                    <a:pt x="2" y="31"/>
                  </a:lnTo>
                  <a:lnTo>
                    <a:pt x="0" y="29"/>
                  </a:lnTo>
                  <a:lnTo>
                    <a:pt x="0" y="28"/>
                  </a:lnTo>
                  <a:lnTo>
                    <a:pt x="0" y="27"/>
                  </a:lnTo>
                  <a:lnTo>
                    <a:pt x="0" y="25"/>
                  </a:lnTo>
                  <a:lnTo>
                    <a:pt x="0" y="24"/>
                  </a:lnTo>
                  <a:lnTo>
                    <a:pt x="0" y="21"/>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6020" name="Freeform 66">
              <a:extLst>
                <a:ext uri="{FF2B5EF4-FFF2-40B4-BE49-F238E27FC236}">
                  <a16:creationId xmlns:a16="http://schemas.microsoft.com/office/drawing/2014/main" id="{C03F9176-2C66-46F4-A17E-3B4E0EA4CE9D}"/>
                </a:ext>
              </a:extLst>
            </p:cNvPr>
            <p:cNvSpPr>
              <a:spLocks/>
            </p:cNvSpPr>
            <p:nvPr/>
          </p:nvSpPr>
          <p:spPr bwMode="auto">
            <a:xfrm>
              <a:off x="5994400" y="4873625"/>
              <a:ext cx="63500" cy="41275"/>
            </a:xfrm>
            <a:custGeom>
              <a:avLst/>
              <a:gdLst>
                <a:gd name="T0" fmla="*/ 0 w 80"/>
                <a:gd name="T1" fmla="*/ 2147483646 h 53"/>
                <a:gd name="T2" fmla="*/ 0 w 80"/>
                <a:gd name="T3" fmla="*/ 2147483646 h 53"/>
                <a:gd name="T4" fmla="*/ 2147483646 w 80"/>
                <a:gd name="T5" fmla="*/ 2147483646 h 53"/>
                <a:gd name="T6" fmla="*/ 2147483646 w 80"/>
                <a:gd name="T7" fmla="*/ 2147483646 h 53"/>
                <a:gd name="T8" fmla="*/ 2147483646 w 80"/>
                <a:gd name="T9" fmla="*/ 2147483646 h 53"/>
                <a:gd name="T10" fmla="*/ 2147483646 w 80"/>
                <a:gd name="T11" fmla="*/ 2147483646 h 53"/>
                <a:gd name="T12" fmla="*/ 2147483646 w 80"/>
                <a:gd name="T13" fmla="*/ 2147483646 h 53"/>
                <a:gd name="T14" fmla="*/ 2147483646 w 80"/>
                <a:gd name="T15" fmla="*/ 2147483646 h 53"/>
                <a:gd name="T16" fmla="*/ 2147483646 w 80"/>
                <a:gd name="T17" fmla="*/ 2147483646 h 53"/>
                <a:gd name="T18" fmla="*/ 2147483646 w 80"/>
                <a:gd name="T19" fmla="*/ 2147483646 h 53"/>
                <a:gd name="T20" fmla="*/ 2147483646 w 80"/>
                <a:gd name="T21" fmla="*/ 2147483646 h 53"/>
                <a:gd name="T22" fmla="*/ 2147483646 w 80"/>
                <a:gd name="T23" fmla="*/ 0 h 53"/>
                <a:gd name="T24" fmla="*/ 2147483646 w 80"/>
                <a:gd name="T25" fmla="*/ 2147483646 h 53"/>
                <a:gd name="T26" fmla="*/ 2147483646 w 80"/>
                <a:gd name="T27" fmla="*/ 2147483646 h 53"/>
                <a:gd name="T28" fmla="*/ 2147483646 w 80"/>
                <a:gd name="T29" fmla="*/ 2147483646 h 53"/>
                <a:gd name="T30" fmla="*/ 2147483646 w 80"/>
                <a:gd name="T31" fmla="*/ 2147483646 h 53"/>
                <a:gd name="T32" fmla="*/ 2147483646 w 80"/>
                <a:gd name="T33" fmla="*/ 2147483646 h 53"/>
                <a:gd name="T34" fmla="*/ 2147483646 w 80"/>
                <a:gd name="T35" fmla="*/ 2147483646 h 53"/>
                <a:gd name="T36" fmla="*/ 2147483646 w 80"/>
                <a:gd name="T37" fmla="*/ 2147483646 h 53"/>
                <a:gd name="T38" fmla="*/ 2147483646 w 80"/>
                <a:gd name="T39" fmla="*/ 2147483646 h 53"/>
                <a:gd name="T40" fmla="*/ 2147483646 w 80"/>
                <a:gd name="T41" fmla="*/ 2147483646 h 53"/>
                <a:gd name="T42" fmla="*/ 2147483646 w 80"/>
                <a:gd name="T43" fmla="*/ 2147483646 h 53"/>
                <a:gd name="T44" fmla="*/ 2147483646 w 80"/>
                <a:gd name="T45" fmla="*/ 2147483646 h 53"/>
                <a:gd name="T46" fmla="*/ 2147483646 w 80"/>
                <a:gd name="T47" fmla="*/ 2147483646 h 53"/>
                <a:gd name="T48" fmla="*/ 2147483646 w 80"/>
                <a:gd name="T49" fmla="*/ 2147483646 h 53"/>
                <a:gd name="T50" fmla="*/ 2147483646 w 80"/>
                <a:gd name="T51" fmla="*/ 2147483646 h 53"/>
                <a:gd name="T52" fmla="*/ 2147483646 w 80"/>
                <a:gd name="T53" fmla="*/ 2147483646 h 53"/>
                <a:gd name="T54" fmla="*/ 2147483646 w 80"/>
                <a:gd name="T55" fmla="*/ 2147483646 h 53"/>
                <a:gd name="T56" fmla="*/ 2147483646 w 80"/>
                <a:gd name="T57" fmla="*/ 2147483646 h 53"/>
                <a:gd name="T58" fmla="*/ 2147483646 w 80"/>
                <a:gd name="T59" fmla="*/ 2147483646 h 53"/>
                <a:gd name="T60" fmla="*/ 2147483646 w 80"/>
                <a:gd name="T61" fmla="*/ 2147483646 h 53"/>
                <a:gd name="T62" fmla="*/ 2147483646 w 80"/>
                <a:gd name="T63" fmla="*/ 2147483646 h 53"/>
                <a:gd name="T64" fmla="*/ 2147483646 w 80"/>
                <a:gd name="T65" fmla="*/ 2147483646 h 53"/>
                <a:gd name="T66" fmla="*/ 2147483646 w 80"/>
                <a:gd name="T67" fmla="*/ 2147483646 h 53"/>
                <a:gd name="T68" fmla="*/ 2147483646 w 80"/>
                <a:gd name="T69" fmla="*/ 2147483646 h 53"/>
                <a:gd name="T70" fmla="*/ 2147483646 w 80"/>
                <a:gd name="T71" fmla="*/ 2147483646 h 53"/>
                <a:gd name="T72" fmla="*/ 2147483646 w 80"/>
                <a:gd name="T73" fmla="*/ 2147483646 h 53"/>
                <a:gd name="T74" fmla="*/ 2147483646 w 80"/>
                <a:gd name="T75" fmla="*/ 2147483646 h 53"/>
                <a:gd name="T76" fmla="*/ 2147483646 w 80"/>
                <a:gd name="T77" fmla="*/ 2147483646 h 53"/>
                <a:gd name="T78" fmla="*/ 2147483646 w 80"/>
                <a:gd name="T79" fmla="*/ 2147483646 h 53"/>
                <a:gd name="T80" fmla="*/ 2147483646 w 80"/>
                <a:gd name="T81" fmla="*/ 2147483646 h 53"/>
                <a:gd name="T82" fmla="*/ 2147483646 w 80"/>
                <a:gd name="T83" fmla="*/ 2147483646 h 53"/>
                <a:gd name="T84" fmla="*/ 2147483646 w 80"/>
                <a:gd name="T85" fmla="*/ 2147483646 h 53"/>
                <a:gd name="T86" fmla="*/ 2147483646 w 80"/>
                <a:gd name="T87" fmla="*/ 2147483646 h 53"/>
                <a:gd name="T88" fmla="*/ 2147483646 w 80"/>
                <a:gd name="T89" fmla="*/ 2147483646 h 53"/>
                <a:gd name="T90" fmla="*/ 2147483646 w 80"/>
                <a:gd name="T91" fmla="*/ 2147483646 h 53"/>
                <a:gd name="T92" fmla="*/ 2147483646 w 80"/>
                <a:gd name="T93" fmla="*/ 2147483646 h 53"/>
                <a:gd name="T94" fmla="*/ 2147483646 w 80"/>
                <a:gd name="T95" fmla="*/ 2147483646 h 53"/>
                <a:gd name="T96" fmla="*/ 2147483646 w 80"/>
                <a:gd name="T97" fmla="*/ 2147483646 h 53"/>
                <a:gd name="T98" fmla="*/ 2147483646 w 80"/>
                <a:gd name="T99" fmla="*/ 2147483646 h 53"/>
                <a:gd name="T100" fmla="*/ 2147483646 w 80"/>
                <a:gd name="T101" fmla="*/ 2147483646 h 53"/>
                <a:gd name="T102" fmla="*/ 2147483646 w 80"/>
                <a:gd name="T103" fmla="*/ 2147483646 h 53"/>
                <a:gd name="T104" fmla="*/ 2147483646 w 80"/>
                <a:gd name="T105" fmla="*/ 2147483646 h 53"/>
                <a:gd name="T106" fmla="*/ 2147483646 w 80"/>
                <a:gd name="T107" fmla="*/ 2147483646 h 53"/>
                <a:gd name="T108" fmla="*/ 0 w 80"/>
                <a:gd name="T109" fmla="*/ 2147483646 h 53"/>
                <a:gd name="T110" fmla="*/ 0 w 80"/>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0"/>
                <a:gd name="T169" fmla="*/ 0 h 53"/>
                <a:gd name="T170" fmla="*/ 80 w 80"/>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0" h="53">
                  <a:moveTo>
                    <a:pt x="0" y="21"/>
                  </a:moveTo>
                  <a:lnTo>
                    <a:pt x="0" y="33"/>
                  </a:lnTo>
                  <a:lnTo>
                    <a:pt x="0" y="31"/>
                  </a:lnTo>
                  <a:lnTo>
                    <a:pt x="0" y="29"/>
                  </a:lnTo>
                  <a:lnTo>
                    <a:pt x="0" y="28"/>
                  </a:lnTo>
                  <a:lnTo>
                    <a:pt x="0" y="27"/>
                  </a:lnTo>
                  <a:lnTo>
                    <a:pt x="0" y="25"/>
                  </a:lnTo>
                  <a:lnTo>
                    <a:pt x="2" y="23"/>
                  </a:lnTo>
                  <a:lnTo>
                    <a:pt x="2" y="21"/>
                  </a:lnTo>
                  <a:lnTo>
                    <a:pt x="3" y="20"/>
                  </a:lnTo>
                  <a:lnTo>
                    <a:pt x="3" y="19"/>
                  </a:lnTo>
                  <a:lnTo>
                    <a:pt x="4" y="17"/>
                  </a:lnTo>
                  <a:lnTo>
                    <a:pt x="4" y="16"/>
                  </a:lnTo>
                  <a:lnTo>
                    <a:pt x="6" y="15"/>
                  </a:lnTo>
                  <a:lnTo>
                    <a:pt x="6" y="13"/>
                  </a:lnTo>
                  <a:lnTo>
                    <a:pt x="7" y="12"/>
                  </a:lnTo>
                  <a:lnTo>
                    <a:pt x="8" y="11"/>
                  </a:lnTo>
                  <a:lnTo>
                    <a:pt x="10" y="11"/>
                  </a:lnTo>
                  <a:lnTo>
                    <a:pt x="11" y="9"/>
                  </a:lnTo>
                  <a:lnTo>
                    <a:pt x="11" y="8"/>
                  </a:lnTo>
                  <a:lnTo>
                    <a:pt x="12" y="7"/>
                  </a:lnTo>
                  <a:lnTo>
                    <a:pt x="14" y="7"/>
                  </a:lnTo>
                  <a:lnTo>
                    <a:pt x="15" y="5"/>
                  </a:lnTo>
                  <a:lnTo>
                    <a:pt x="16" y="4"/>
                  </a:lnTo>
                  <a:lnTo>
                    <a:pt x="18" y="4"/>
                  </a:lnTo>
                  <a:lnTo>
                    <a:pt x="19" y="3"/>
                  </a:lnTo>
                  <a:lnTo>
                    <a:pt x="22" y="3"/>
                  </a:lnTo>
                  <a:lnTo>
                    <a:pt x="23" y="3"/>
                  </a:lnTo>
                  <a:lnTo>
                    <a:pt x="24" y="1"/>
                  </a:lnTo>
                  <a:lnTo>
                    <a:pt x="26" y="1"/>
                  </a:lnTo>
                  <a:lnTo>
                    <a:pt x="27" y="1"/>
                  </a:lnTo>
                  <a:lnTo>
                    <a:pt x="28" y="1"/>
                  </a:lnTo>
                  <a:lnTo>
                    <a:pt x="31" y="1"/>
                  </a:lnTo>
                  <a:lnTo>
                    <a:pt x="32" y="0"/>
                  </a:lnTo>
                  <a:lnTo>
                    <a:pt x="47" y="0"/>
                  </a:lnTo>
                  <a:lnTo>
                    <a:pt x="49" y="1"/>
                  </a:lnTo>
                  <a:lnTo>
                    <a:pt x="51" y="1"/>
                  </a:lnTo>
                  <a:lnTo>
                    <a:pt x="52" y="1"/>
                  </a:lnTo>
                  <a:lnTo>
                    <a:pt x="53" y="1"/>
                  </a:lnTo>
                  <a:lnTo>
                    <a:pt x="56" y="1"/>
                  </a:lnTo>
                  <a:lnTo>
                    <a:pt x="57" y="3"/>
                  </a:lnTo>
                  <a:lnTo>
                    <a:pt x="59" y="3"/>
                  </a:lnTo>
                  <a:lnTo>
                    <a:pt x="60" y="3"/>
                  </a:lnTo>
                  <a:lnTo>
                    <a:pt x="61" y="4"/>
                  </a:lnTo>
                  <a:lnTo>
                    <a:pt x="63" y="4"/>
                  </a:lnTo>
                  <a:lnTo>
                    <a:pt x="64" y="5"/>
                  </a:lnTo>
                  <a:lnTo>
                    <a:pt x="65" y="7"/>
                  </a:lnTo>
                  <a:lnTo>
                    <a:pt x="67" y="7"/>
                  </a:lnTo>
                  <a:lnTo>
                    <a:pt x="68" y="8"/>
                  </a:lnTo>
                  <a:lnTo>
                    <a:pt x="69" y="9"/>
                  </a:lnTo>
                  <a:lnTo>
                    <a:pt x="71" y="11"/>
                  </a:lnTo>
                  <a:lnTo>
                    <a:pt x="72" y="12"/>
                  </a:lnTo>
                  <a:lnTo>
                    <a:pt x="73" y="13"/>
                  </a:lnTo>
                  <a:lnTo>
                    <a:pt x="75" y="15"/>
                  </a:lnTo>
                  <a:lnTo>
                    <a:pt x="75" y="16"/>
                  </a:lnTo>
                  <a:lnTo>
                    <a:pt x="76" y="17"/>
                  </a:lnTo>
                  <a:lnTo>
                    <a:pt x="76" y="19"/>
                  </a:lnTo>
                  <a:lnTo>
                    <a:pt x="77" y="20"/>
                  </a:lnTo>
                  <a:lnTo>
                    <a:pt x="77" y="21"/>
                  </a:lnTo>
                  <a:lnTo>
                    <a:pt x="79" y="23"/>
                  </a:lnTo>
                  <a:lnTo>
                    <a:pt x="79" y="25"/>
                  </a:lnTo>
                  <a:lnTo>
                    <a:pt x="79" y="27"/>
                  </a:lnTo>
                  <a:lnTo>
                    <a:pt x="79" y="28"/>
                  </a:lnTo>
                  <a:lnTo>
                    <a:pt x="80" y="29"/>
                  </a:lnTo>
                  <a:lnTo>
                    <a:pt x="80" y="31"/>
                  </a:lnTo>
                  <a:lnTo>
                    <a:pt x="80" y="33"/>
                  </a:lnTo>
                  <a:lnTo>
                    <a:pt x="80" y="21"/>
                  </a:lnTo>
                  <a:lnTo>
                    <a:pt x="80" y="24"/>
                  </a:lnTo>
                  <a:lnTo>
                    <a:pt x="80" y="25"/>
                  </a:lnTo>
                  <a:lnTo>
                    <a:pt x="79" y="27"/>
                  </a:lnTo>
                  <a:lnTo>
                    <a:pt x="79" y="28"/>
                  </a:lnTo>
                  <a:lnTo>
                    <a:pt x="79" y="29"/>
                  </a:lnTo>
                  <a:lnTo>
                    <a:pt x="79" y="31"/>
                  </a:lnTo>
                  <a:lnTo>
                    <a:pt x="77" y="33"/>
                  </a:lnTo>
                  <a:lnTo>
                    <a:pt x="77" y="34"/>
                  </a:lnTo>
                  <a:lnTo>
                    <a:pt x="76" y="36"/>
                  </a:lnTo>
                  <a:lnTo>
                    <a:pt x="76" y="37"/>
                  </a:lnTo>
                  <a:lnTo>
                    <a:pt x="75" y="38"/>
                  </a:lnTo>
                  <a:lnTo>
                    <a:pt x="75" y="40"/>
                  </a:lnTo>
                  <a:lnTo>
                    <a:pt x="73" y="41"/>
                  </a:lnTo>
                  <a:lnTo>
                    <a:pt x="72" y="42"/>
                  </a:lnTo>
                  <a:lnTo>
                    <a:pt x="71" y="44"/>
                  </a:lnTo>
                  <a:lnTo>
                    <a:pt x="69" y="45"/>
                  </a:lnTo>
                  <a:lnTo>
                    <a:pt x="68" y="46"/>
                  </a:lnTo>
                  <a:lnTo>
                    <a:pt x="67" y="48"/>
                  </a:lnTo>
                  <a:lnTo>
                    <a:pt x="65" y="48"/>
                  </a:lnTo>
                  <a:lnTo>
                    <a:pt x="64" y="49"/>
                  </a:lnTo>
                  <a:lnTo>
                    <a:pt x="63" y="50"/>
                  </a:lnTo>
                  <a:lnTo>
                    <a:pt x="61" y="50"/>
                  </a:lnTo>
                  <a:lnTo>
                    <a:pt x="60" y="52"/>
                  </a:lnTo>
                  <a:lnTo>
                    <a:pt x="59" y="52"/>
                  </a:lnTo>
                  <a:lnTo>
                    <a:pt x="57" y="52"/>
                  </a:lnTo>
                  <a:lnTo>
                    <a:pt x="56" y="53"/>
                  </a:lnTo>
                  <a:lnTo>
                    <a:pt x="53" y="53"/>
                  </a:lnTo>
                  <a:lnTo>
                    <a:pt x="52" y="53"/>
                  </a:lnTo>
                  <a:lnTo>
                    <a:pt x="51" y="53"/>
                  </a:lnTo>
                  <a:lnTo>
                    <a:pt x="49" y="53"/>
                  </a:lnTo>
                  <a:lnTo>
                    <a:pt x="47" y="53"/>
                  </a:lnTo>
                  <a:lnTo>
                    <a:pt x="32" y="53"/>
                  </a:lnTo>
                  <a:lnTo>
                    <a:pt x="31" y="53"/>
                  </a:lnTo>
                  <a:lnTo>
                    <a:pt x="28" y="53"/>
                  </a:lnTo>
                  <a:lnTo>
                    <a:pt x="27" y="53"/>
                  </a:lnTo>
                  <a:lnTo>
                    <a:pt x="26" y="53"/>
                  </a:lnTo>
                  <a:lnTo>
                    <a:pt x="24" y="53"/>
                  </a:lnTo>
                  <a:lnTo>
                    <a:pt x="23" y="52"/>
                  </a:lnTo>
                  <a:lnTo>
                    <a:pt x="22" y="52"/>
                  </a:lnTo>
                  <a:lnTo>
                    <a:pt x="19" y="52"/>
                  </a:lnTo>
                  <a:lnTo>
                    <a:pt x="18" y="50"/>
                  </a:lnTo>
                  <a:lnTo>
                    <a:pt x="16" y="50"/>
                  </a:lnTo>
                  <a:lnTo>
                    <a:pt x="15" y="49"/>
                  </a:lnTo>
                  <a:lnTo>
                    <a:pt x="14" y="48"/>
                  </a:lnTo>
                  <a:lnTo>
                    <a:pt x="12" y="48"/>
                  </a:lnTo>
                  <a:lnTo>
                    <a:pt x="11" y="46"/>
                  </a:lnTo>
                  <a:lnTo>
                    <a:pt x="11" y="45"/>
                  </a:lnTo>
                  <a:lnTo>
                    <a:pt x="10" y="44"/>
                  </a:lnTo>
                  <a:lnTo>
                    <a:pt x="8" y="44"/>
                  </a:lnTo>
                  <a:lnTo>
                    <a:pt x="7" y="42"/>
                  </a:lnTo>
                  <a:lnTo>
                    <a:pt x="6" y="41"/>
                  </a:lnTo>
                  <a:lnTo>
                    <a:pt x="6" y="40"/>
                  </a:lnTo>
                  <a:lnTo>
                    <a:pt x="4" y="38"/>
                  </a:lnTo>
                  <a:lnTo>
                    <a:pt x="4" y="37"/>
                  </a:lnTo>
                  <a:lnTo>
                    <a:pt x="3" y="36"/>
                  </a:lnTo>
                  <a:lnTo>
                    <a:pt x="3" y="34"/>
                  </a:lnTo>
                  <a:lnTo>
                    <a:pt x="2" y="33"/>
                  </a:lnTo>
                  <a:lnTo>
                    <a:pt x="2" y="31"/>
                  </a:lnTo>
                  <a:lnTo>
                    <a:pt x="0" y="29"/>
                  </a:lnTo>
                  <a:lnTo>
                    <a:pt x="0" y="28"/>
                  </a:lnTo>
                  <a:lnTo>
                    <a:pt x="0" y="27"/>
                  </a:lnTo>
                  <a:lnTo>
                    <a:pt x="0" y="25"/>
                  </a:lnTo>
                  <a:lnTo>
                    <a:pt x="0" y="24"/>
                  </a:lnTo>
                  <a:lnTo>
                    <a:pt x="0" y="21"/>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6021" name="Freeform 67">
              <a:extLst>
                <a:ext uri="{FF2B5EF4-FFF2-40B4-BE49-F238E27FC236}">
                  <a16:creationId xmlns:a16="http://schemas.microsoft.com/office/drawing/2014/main" id="{2A6FEA4C-79A0-4B0F-B2F1-7A34D04C1A08}"/>
                </a:ext>
              </a:extLst>
            </p:cNvPr>
            <p:cNvSpPr>
              <a:spLocks/>
            </p:cNvSpPr>
            <p:nvPr/>
          </p:nvSpPr>
          <p:spPr bwMode="auto">
            <a:xfrm>
              <a:off x="4657725" y="5462588"/>
              <a:ext cx="41275" cy="41275"/>
            </a:xfrm>
            <a:custGeom>
              <a:avLst/>
              <a:gdLst>
                <a:gd name="T0" fmla="*/ 0 w 53"/>
                <a:gd name="T1" fmla="*/ 2147483646 h 53"/>
                <a:gd name="T2" fmla="*/ 0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2147483646 h 53"/>
                <a:gd name="T20" fmla="*/ 2147483646 w 53"/>
                <a:gd name="T21" fmla="*/ 2147483646 h 53"/>
                <a:gd name="T22" fmla="*/ 2147483646 w 53"/>
                <a:gd name="T23" fmla="*/ 0 h 53"/>
                <a:gd name="T24" fmla="*/ 2147483646 w 53"/>
                <a:gd name="T25" fmla="*/ 2147483646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0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1"/>
                  </a:moveTo>
                  <a:lnTo>
                    <a:pt x="0" y="33"/>
                  </a:lnTo>
                  <a:lnTo>
                    <a:pt x="0" y="31"/>
                  </a:lnTo>
                  <a:lnTo>
                    <a:pt x="0" y="29"/>
                  </a:lnTo>
                  <a:lnTo>
                    <a:pt x="0" y="28"/>
                  </a:lnTo>
                  <a:lnTo>
                    <a:pt x="0" y="27"/>
                  </a:lnTo>
                  <a:lnTo>
                    <a:pt x="0" y="25"/>
                  </a:lnTo>
                  <a:lnTo>
                    <a:pt x="2" y="23"/>
                  </a:lnTo>
                  <a:lnTo>
                    <a:pt x="2" y="21"/>
                  </a:lnTo>
                  <a:lnTo>
                    <a:pt x="3" y="20"/>
                  </a:lnTo>
                  <a:lnTo>
                    <a:pt x="3" y="19"/>
                  </a:lnTo>
                  <a:lnTo>
                    <a:pt x="4" y="17"/>
                  </a:lnTo>
                  <a:lnTo>
                    <a:pt x="4" y="16"/>
                  </a:lnTo>
                  <a:lnTo>
                    <a:pt x="5" y="15"/>
                  </a:lnTo>
                  <a:lnTo>
                    <a:pt x="5" y="13"/>
                  </a:lnTo>
                  <a:lnTo>
                    <a:pt x="7" y="12"/>
                  </a:lnTo>
                  <a:lnTo>
                    <a:pt x="8" y="11"/>
                  </a:lnTo>
                  <a:lnTo>
                    <a:pt x="9" y="11"/>
                  </a:lnTo>
                  <a:lnTo>
                    <a:pt x="11" y="9"/>
                  </a:lnTo>
                  <a:lnTo>
                    <a:pt x="11" y="8"/>
                  </a:lnTo>
                  <a:lnTo>
                    <a:pt x="12" y="7"/>
                  </a:lnTo>
                  <a:lnTo>
                    <a:pt x="13" y="7"/>
                  </a:lnTo>
                  <a:lnTo>
                    <a:pt x="15" y="5"/>
                  </a:lnTo>
                  <a:lnTo>
                    <a:pt x="16" y="4"/>
                  </a:lnTo>
                  <a:lnTo>
                    <a:pt x="17" y="4"/>
                  </a:lnTo>
                  <a:lnTo>
                    <a:pt x="19" y="3"/>
                  </a:lnTo>
                  <a:lnTo>
                    <a:pt x="21" y="3"/>
                  </a:lnTo>
                  <a:lnTo>
                    <a:pt x="23" y="3"/>
                  </a:lnTo>
                  <a:lnTo>
                    <a:pt x="24" y="1"/>
                  </a:lnTo>
                  <a:lnTo>
                    <a:pt x="25" y="1"/>
                  </a:lnTo>
                  <a:lnTo>
                    <a:pt x="27" y="1"/>
                  </a:lnTo>
                  <a:lnTo>
                    <a:pt x="28" y="1"/>
                  </a:lnTo>
                  <a:lnTo>
                    <a:pt x="31" y="1"/>
                  </a:lnTo>
                  <a:lnTo>
                    <a:pt x="32" y="0"/>
                  </a:lnTo>
                  <a:lnTo>
                    <a:pt x="20" y="0"/>
                  </a:lnTo>
                  <a:lnTo>
                    <a:pt x="23" y="1"/>
                  </a:lnTo>
                  <a:lnTo>
                    <a:pt x="24" y="1"/>
                  </a:lnTo>
                  <a:lnTo>
                    <a:pt x="25" y="1"/>
                  </a:lnTo>
                  <a:lnTo>
                    <a:pt x="27" y="1"/>
                  </a:lnTo>
                  <a:lnTo>
                    <a:pt x="29" y="1"/>
                  </a:lnTo>
                  <a:lnTo>
                    <a:pt x="31" y="3"/>
                  </a:lnTo>
                  <a:lnTo>
                    <a:pt x="32" y="3"/>
                  </a:lnTo>
                  <a:lnTo>
                    <a:pt x="33" y="3"/>
                  </a:lnTo>
                  <a:lnTo>
                    <a:pt x="35" y="4"/>
                  </a:lnTo>
                  <a:lnTo>
                    <a:pt x="36" y="4"/>
                  </a:lnTo>
                  <a:lnTo>
                    <a:pt x="37" y="5"/>
                  </a:lnTo>
                  <a:lnTo>
                    <a:pt x="39" y="7"/>
                  </a:lnTo>
                  <a:lnTo>
                    <a:pt x="40" y="7"/>
                  </a:lnTo>
                  <a:lnTo>
                    <a:pt x="41" y="8"/>
                  </a:lnTo>
                  <a:lnTo>
                    <a:pt x="43" y="9"/>
                  </a:lnTo>
                  <a:lnTo>
                    <a:pt x="44" y="11"/>
                  </a:lnTo>
                  <a:lnTo>
                    <a:pt x="45" y="12"/>
                  </a:lnTo>
                  <a:lnTo>
                    <a:pt x="47" y="13"/>
                  </a:lnTo>
                  <a:lnTo>
                    <a:pt x="48" y="15"/>
                  </a:lnTo>
                  <a:lnTo>
                    <a:pt x="48" y="16"/>
                  </a:lnTo>
                  <a:lnTo>
                    <a:pt x="49" y="17"/>
                  </a:lnTo>
                  <a:lnTo>
                    <a:pt x="49" y="19"/>
                  </a:lnTo>
                  <a:lnTo>
                    <a:pt x="51" y="20"/>
                  </a:lnTo>
                  <a:lnTo>
                    <a:pt x="51" y="21"/>
                  </a:lnTo>
                  <a:lnTo>
                    <a:pt x="52" y="23"/>
                  </a:lnTo>
                  <a:lnTo>
                    <a:pt x="52" y="25"/>
                  </a:lnTo>
                  <a:lnTo>
                    <a:pt x="52" y="27"/>
                  </a:lnTo>
                  <a:lnTo>
                    <a:pt x="52" y="28"/>
                  </a:lnTo>
                  <a:lnTo>
                    <a:pt x="53" y="29"/>
                  </a:lnTo>
                  <a:lnTo>
                    <a:pt x="53" y="31"/>
                  </a:lnTo>
                  <a:lnTo>
                    <a:pt x="53" y="33"/>
                  </a:lnTo>
                  <a:lnTo>
                    <a:pt x="53" y="21"/>
                  </a:lnTo>
                  <a:lnTo>
                    <a:pt x="53" y="24"/>
                  </a:lnTo>
                  <a:lnTo>
                    <a:pt x="53" y="25"/>
                  </a:lnTo>
                  <a:lnTo>
                    <a:pt x="52" y="27"/>
                  </a:lnTo>
                  <a:lnTo>
                    <a:pt x="52" y="28"/>
                  </a:lnTo>
                  <a:lnTo>
                    <a:pt x="52" y="29"/>
                  </a:lnTo>
                  <a:lnTo>
                    <a:pt x="52" y="31"/>
                  </a:lnTo>
                  <a:lnTo>
                    <a:pt x="51" y="33"/>
                  </a:lnTo>
                  <a:lnTo>
                    <a:pt x="51" y="35"/>
                  </a:lnTo>
                  <a:lnTo>
                    <a:pt x="49" y="36"/>
                  </a:lnTo>
                  <a:lnTo>
                    <a:pt x="49" y="37"/>
                  </a:lnTo>
                  <a:lnTo>
                    <a:pt x="48" y="39"/>
                  </a:lnTo>
                  <a:lnTo>
                    <a:pt x="48" y="40"/>
                  </a:lnTo>
                  <a:lnTo>
                    <a:pt x="47" y="41"/>
                  </a:lnTo>
                  <a:lnTo>
                    <a:pt x="45" y="43"/>
                  </a:lnTo>
                  <a:lnTo>
                    <a:pt x="44" y="44"/>
                  </a:lnTo>
                  <a:lnTo>
                    <a:pt x="43" y="45"/>
                  </a:lnTo>
                  <a:lnTo>
                    <a:pt x="41" y="47"/>
                  </a:lnTo>
                  <a:lnTo>
                    <a:pt x="40" y="48"/>
                  </a:lnTo>
                  <a:lnTo>
                    <a:pt x="39" y="48"/>
                  </a:lnTo>
                  <a:lnTo>
                    <a:pt x="37" y="49"/>
                  </a:lnTo>
                  <a:lnTo>
                    <a:pt x="36" y="51"/>
                  </a:lnTo>
                  <a:lnTo>
                    <a:pt x="35" y="51"/>
                  </a:lnTo>
                  <a:lnTo>
                    <a:pt x="33" y="52"/>
                  </a:lnTo>
                  <a:lnTo>
                    <a:pt x="32" y="52"/>
                  </a:lnTo>
                  <a:lnTo>
                    <a:pt x="31" y="52"/>
                  </a:lnTo>
                  <a:lnTo>
                    <a:pt x="29" y="53"/>
                  </a:lnTo>
                  <a:lnTo>
                    <a:pt x="27" y="53"/>
                  </a:lnTo>
                  <a:lnTo>
                    <a:pt x="25" y="53"/>
                  </a:lnTo>
                  <a:lnTo>
                    <a:pt x="24" y="53"/>
                  </a:lnTo>
                  <a:lnTo>
                    <a:pt x="23" y="53"/>
                  </a:lnTo>
                  <a:lnTo>
                    <a:pt x="20" y="53"/>
                  </a:lnTo>
                  <a:lnTo>
                    <a:pt x="32" y="53"/>
                  </a:lnTo>
                  <a:lnTo>
                    <a:pt x="31" y="53"/>
                  </a:lnTo>
                  <a:lnTo>
                    <a:pt x="28" y="53"/>
                  </a:lnTo>
                  <a:lnTo>
                    <a:pt x="27" y="53"/>
                  </a:lnTo>
                  <a:lnTo>
                    <a:pt x="25" y="53"/>
                  </a:lnTo>
                  <a:lnTo>
                    <a:pt x="24" y="53"/>
                  </a:lnTo>
                  <a:lnTo>
                    <a:pt x="23" y="52"/>
                  </a:lnTo>
                  <a:lnTo>
                    <a:pt x="21" y="52"/>
                  </a:lnTo>
                  <a:lnTo>
                    <a:pt x="19" y="52"/>
                  </a:lnTo>
                  <a:lnTo>
                    <a:pt x="17" y="51"/>
                  </a:lnTo>
                  <a:lnTo>
                    <a:pt x="16" y="51"/>
                  </a:lnTo>
                  <a:lnTo>
                    <a:pt x="15" y="49"/>
                  </a:lnTo>
                  <a:lnTo>
                    <a:pt x="13" y="48"/>
                  </a:lnTo>
                  <a:lnTo>
                    <a:pt x="12" y="48"/>
                  </a:lnTo>
                  <a:lnTo>
                    <a:pt x="11" y="47"/>
                  </a:lnTo>
                  <a:lnTo>
                    <a:pt x="11" y="45"/>
                  </a:lnTo>
                  <a:lnTo>
                    <a:pt x="9" y="44"/>
                  </a:lnTo>
                  <a:lnTo>
                    <a:pt x="8" y="44"/>
                  </a:lnTo>
                  <a:lnTo>
                    <a:pt x="7" y="43"/>
                  </a:lnTo>
                  <a:lnTo>
                    <a:pt x="5" y="41"/>
                  </a:lnTo>
                  <a:lnTo>
                    <a:pt x="5" y="40"/>
                  </a:lnTo>
                  <a:lnTo>
                    <a:pt x="4" y="39"/>
                  </a:lnTo>
                  <a:lnTo>
                    <a:pt x="4" y="37"/>
                  </a:lnTo>
                  <a:lnTo>
                    <a:pt x="3" y="36"/>
                  </a:lnTo>
                  <a:lnTo>
                    <a:pt x="3" y="35"/>
                  </a:lnTo>
                  <a:lnTo>
                    <a:pt x="2" y="33"/>
                  </a:lnTo>
                  <a:lnTo>
                    <a:pt x="2" y="31"/>
                  </a:lnTo>
                  <a:lnTo>
                    <a:pt x="0" y="29"/>
                  </a:lnTo>
                  <a:lnTo>
                    <a:pt x="0" y="28"/>
                  </a:lnTo>
                  <a:lnTo>
                    <a:pt x="0" y="27"/>
                  </a:lnTo>
                  <a:lnTo>
                    <a:pt x="0" y="25"/>
                  </a:lnTo>
                  <a:lnTo>
                    <a:pt x="0" y="24"/>
                  </a:lnTo>
                  <a:lnTo>
                    <a:pt x="0" y="21"/>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6022" name="Freeform 68">
              <a:extLst>
                <a:ext uri="{FF2B5EF4-FFF2-40B4-BE49-F238E27FC236}">
                  <a16:creationId xmlns:a16="http://schemas.microsoft.com/office/drawing/2014/main" id="{A70C312E-6EC0-40DC-BF30-FF40A1175083}"/>
                </a:ext>
              </a:extLst>
            </p:cNvPr>
            <p:cNvSpPr>
              <a:spLocks/>
            </p:cNvSpPr>
            <p:nvPr/>
          </p:nvSpPr>
          <p:spPr bwMode="auto">
            <a:xfrm>
              <a:off x="2566988" y="3232150"/>
              <a:ext cx="63500" cy="41275"/>
            </a:xfrm>
            <a:custGeom>
              <a:avLst/>
              <a:gdLst>
                <a:gd name="T0" fmla="*/ 0 w 79"/>
                <a:gd name="T1" fmla="*/ 2147483646 h 53"/>
                <a:gd name="T2" fmla="*/ 0 w 79"/>
                <a:gd name="T3" fmla="*/ 2147483646 h 53"/>
                <a:gd name="T4" fmla="*/ 2147483646 w 79"/>
                <a:gd name="T5" fmla="*/ 2147483646 h 53"/>
                <a:gd name="T6" fmla="*/ 2147483646 w 79"/>
                <a:gd name="T7" fmla="*/ 2147483646 h 53"/>
                <a:gd name="T8" fmla="*/ 2147483646 w 79"/>
                <a:gd name="T9" fmla="*/ 2147483646 h 53"/>
                <a:gd name="T10" fmla="*/ 2147483646 w 79"/>
                <a:gd name="T11" fmla="*/ 2147483646 h 53"/>
                <a:gd name="T12" fmla="*/ 2147483646 w 79"/>
                <a:gd name="T13" fmla="*/ 2147483646 h 53"/>
                <a:gd name="T14" fmla="*/ 2147483646 w 79"/>
                <a:gd name="T15" fmla="*/ 2147483646 h 53"/>
                <a:gd name="T16" fmla="*/ 2147483646 w 79"/>
                <a:gd name="T17" fmla="*/ 2147483646 h 53"/>
                <a:gd name="T18" fmla="*/ 2147483646 w 79"/>
                <a:gd name="T19" fmla="*/ 2147483646 h 53"/>
                <a:gd name="T20" fmla="*/ 2147483646 w 79"/>
                <a:gd name="T21" fmla="*/ 2147483646 h 53"/>
                <a:gd name="T22" fmla="*/ 2147483646 w 79"/>
                <a:gd name="T23" fmla="*/ 0 h 53"/>
                <a:gd name="T24" fmla="*/ 2147483646 w 79"/>
                <a:gd name="T25" fmla="*/ 2147483646 h 53"/>
                <a:gd name="T26" fmla="*/ 2147483646 w 79"/>
                <a:gd name="T27" fmla="*/ 2147483646 h 53"/>
                <a:gd name="T28" fmla="*/ 2147483646 w 79"/>
                <a:gd name="T29" fmla="*/ 2147483646 h 53"/>
                <a:gd name="T30" fmla="*/ 2147483646 w 79"/>
                <a:gd name="T31" fmla="*/ 2147483646 h 53"/>
                <a:gd name="T32" fmla="*/ 2147483646 w 79"/>
                <a:gd name="T33" fmla="*/ 2147483646 h 53"/>
                <a:gd name="T34" fmla="*/ 2147483646 w 79"/>
                <a:gd name="T35" fmla="*/ 2147483646 h 53"/>
                <a:gd name="T36" fmla="*/ 2147483646 w 79"/>
                <a:gd name="T37" fmla="*/ 2147483646 h 53"/>
                <a:gd name="T38" fmla="*/ 2147483646 w 79"/>
                <a:gd name="T39" fmla="*/ 2147483646 h 53"/>
                <a:gd name="T40" fmla="*/ 2147483646 w 79"/>
                <a:gd name="T41" fmla="*/ 2147483646 h 53"/>
                <a:gd name="T42" fmla="*/ 2147483646 w 79"/>
                <a:gd name="T43" fmla="*/ 2147483646 h 53"/>
                <a:gd name="T44" fmla="*/ 2147483646 w 79"/>
                <a:gd name="T45" fmla="*/ 2147483646 h 53"/>
                <a:gd name="T46" fmla="*/ 2147483646 w 79"/>
                <a:gd name="T47" fmla="*/ 2147483646 h 53"/>
                <a:gd name="T48" fmla="*/ 2147483646 w 79"/>
                <a:gd name="T49" fmla="*/ 2147483646 h 53"/>
                <a:gd name="T50" fmla="*/ 2147483646 w 79"/>
                <a:gd name="T51" fmla="*/ 2147483646 h 53"/>
                <a:gd name="T52" fmla="*/ 2147483646 w 79"/>
                <a:gd name="T53" fmla="*/ 2147483646 h 53"/>
                <a:gd name="T54" fmla="*/ 2147483646 w 79"/>
                <a:gd name="T55" fmla="*/ 2147483646 h 53"/>
                <a:gd name="T56" fmla="*/ 2147483646 w 79"/>
                <a:gd name="T57" fmla="*/ 2147483646 h 53"/>
                <a:gd name="T58" fmla="*/ 2147483646 w 79"/>
                <a:gd name="T59" fmla="*/ 2147483646 h 53"/>
                <a:gd name="T60" fmla="*/ 2147483646 w 79"/>
                <a:gd name="T61" fmla="*/ 2147483646 h 53"/>
                <a:gd name="T62" fmla="*/ 2147483646 w 79"/>
                <a:gd name="T63" fmla="*/ 2147483646 h 53"/>
                <a:gd name="T64" fmla="*/ 2147483646 w 79"/>
                <a:gd name="T65" fmla="*/ 2147483646 h 53"/>
                <a:gd name="T66" fmla="*/ 2147483646 w 79"/>
                <a:gd name="T67" fmla="*/ 2147483646 h 53"/>
                <a:gd name="T68" fmla="*/ 2147483646 w 79"/>
                <a:gd name="T69" fmla="*/ 2147483646 h 53"/>
                <a:gd name="T70" fmla="*/ 2147483646 w 79"/>
                <a:gd name="T71" fmla="*/ 2147483646 h 53"/>
                <a:gd name="T72" fmla="*/ 2147483646 w 79"/>
                <a:gd name="T73" fmla="*/ 2147483646 h 53"/>
                <a:gd name="T74" fmla="*/ 2147483646 w 79"/>
                <a:gd name="T75" fmla="*/ 2147483646 h 53"/>
                <a:gd name="T76" fmla="*/ 2147483646 w 79"/>
                <a:gd name="T77" fmla="*/ 2147483646 h 53"/>
                <a:gd name="T78" fmla="*/ 2147483646 w 79"/>
                <a:gd name="T79" fmla="*/ 2147483646 h 53"/>
                <a:gd name="T80" fmla="*/ 2147483646 w 79"/>
                <a:gd name="T81" fmla="*/ 2147483646 h 53"/>
                <a:gd name="T82" fmla="*/ 2147483646 w 79"/>
                <a:gd name="T83" fmla="*/ 2147483646 h 53"/>
                <a:gd name="T84" fmla="*/ 2147483646 w 79"/>
                <a:gd name="T85" fmla="*/ 2147483646 h 53"/>
                <a:gd name="T86" fmla="*/ 2147483646 w 79"/>
                <a:gd name="T87" fmla="*/ 2147483646 h 53"/>
                <a:gd name="T88" fmla="*/ 2147483646 w 79"/>
                <a:gd name="T89" fmla="*/ 2147483646 h 53"/>
                <a:gd name="T90" fmla="*/ 2147483646 w 79"/>
                <a:gd name="T91" fmla="*/ 2147483646 h 53"/>
                <a:gd name="T92" fmla="*/ 2147483646 w 79"/>
                <a:gd name="T93" fmla="*/ 2147483646 h 53"/>
                <a:gd name="T94" fmla="*/ 2147483646 w 79"/>
                <a:gd name="T95" fmla="*/ 2147483646 h 53"/>
                <a:gd name="T96" fmla="*/ 2147483646 w 79"/>
                <a:gd name="T97" fmla="*/ 2147483646 h 53"/>
                <a:gd name="T98" fmla="*/ 2147483646 w 79"/>
                <a:gd name="T99" fmla="*/ 2147483646 h 53"/>
                <a:gd name="T100" fmla="*/ 2147483646 w 79"/>
                <a:gd name="T101" fmla="*/ 2147483646 h 53"/>
                <a:gd name="T102" fmla="*/ 2147483646 w 79"/>
                <a:gd name="T103" fmla="*/ 2147483646 h 53"/>
                <a:gd name="T104" fmla="*/ 2147483646 w 79"/>
                <a:gd name="T105" fmla="*/ 2147483646 h 53"/>
                <a:gd name="T106" fmla="*/ 2147483646 w 79"/>
                <a:gd name="T107" fmla="*/ 2147483646 h 53"/>
                <a:gd name="T108" fmla="*/ 0 w 79"/>
                <a:gd name="T109" fmla="*/ 2147483646 h 53"/>
                <a:gd name="T110" fmla="*/ 0 w 79"/>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9"/>
                <a:gd name="T169" fmla="*/ 0 h 53"/>
                <a:gd name="T170" fmla="*/ 79 w 79"/>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9" h="53">
                  <a:moveTo>
                    <a:pt x="0" y="21"/>
                  </a:moveTo>
                  <a:lnTo>
                    <a:pt x="0" y="33"/>
                  </a:lnTo>
                  <a:lnTo>
                    <a:pt x="0" y="30"/>
                  </a:lnTo>
                  <a:lnTo>
                    <a:pt x="0" y="29"/>
                  </a:lnTo>
                  <a:lnTo>
                    <a:pt x="0" y="27"/>
                  </a:lnTo>
                  <a:lnTo>
                    <a:pt x="0" y="26"/>
                  </a:lnTo>
                  <a:lnTo>
                    <a:pt x="0" y="25"/>
                  </a:lnTo>
                  <a:lnTo>
                    <a:pt x="1" y="22"/>
                  </a:lnTo>
                  <a:lnTo>
                    <a:pt x="1" y="21"/>
                  </a:lnTo>
                  <a:lnTo>
                    <a:pt x="2" y="19"/>
                  </a:lnTo>
                  <a:lnTo>
                    <a:pt x="2" y="18"/>
                  </a:lnTo>
                  <a:lnTo>
                    <a:pt x="4" y="17"/>
                  </a:lnTo>
                  <a:lnTo>
                    <a:pt x="4" y="16"/>
                  </a:lnTo>
                  <a:lnTo>
                    <a:pt x="5" y="14"/>
                  </a:lnTo>
                  <a:lnTo>
                    <a:pt x="5" y="13"/>
                  </a:lnTo>
                  <a:lnTo>
                    <a:pt x="6" y="12"/>
                  </a:lnTo>
                  <a:lnTo>
                    <a:pt x="8" y="10"/>
                  </a:lnTo>
                  <a:lnTo>
                    <a:pt x="9" y="10"/>
                  </a:lnTo>
                  <a:lnTo>
                    <a:pt x="10" y="9"/>
                  </a:lnTo>
                  <a:lnTo>
                    <a:pt x="10" y="8"/>
                  </a:lnTo>
                  <a:lnTo>
                    <a:pt x="12" y="6"/>
                  </a:lnTo>
                  <a:lnTo>
                    <a:pt x="13" y="6"/>
                  </a:lnTo>
                  <a:lnTo>
                    <a:pt x="14" y="5"/>
                  </a:lnTo>
                  <a:lnTo>
                    <a:pt x="16" y="4"/>
                  </a:lnTo>
                  <a:lnTo>
                    <a:pt x="17" y="4"/>
                  </a:lnTo>
                  <a:lnTo>
                    <a:pt x="18" y="2"/>
                  </a:lnTo>
                  <a:lnTo>
                    <a:pt x="21" y="2"/>
                  </a:lnTo>
                  <a:lnTo>
                    <a:pt x="22" y="2"/>
                  </a:lnTo>
                  <a:lnTo>
                    <a:pt x="24" y="1"/>
                  </a:lnTo>
                  <a:lnTo>
                    <a:pt x="25" y="1"/>
                  </a:lnTo>
                  <a:lnTo>
                    <a:pt x="26" y="1"/>
                  </a:lnTo>
                  <a:lnTo>
                    <a:pt x="28" y="1"/>
                  </a:lnTo>
                  <a:lnTo>
                    <a:pt x="30" y="1"/>
                  </a:lnTo>
                  <a:lnTo>
                    <a:pt x="31" y="0"/>
                  </a:lnTo>
                  <a:lnTo>
                    <a:pt x="46" y="0"/>
                  </a:lnTo>
                  <a:lnTo>
                    <a:pt x="49" y="1"/>
                  </a:lnTo>
                  <a:lnTo>
                    <a:pt x="50" y="1"/>
                  </a:lnTo>
                  <a:lnTo>
                    <a:pt x="51" y="1"/>
                  </a:lnTo>
                  <a:lnTo>
                    <a:pt x="53" y="1"/>
                  </a:lnTo>
                  <a:lnTo>
                    <a:pt x="55" y="1"/>
                  </a:lnTo>
                  <a:lnTo>
                    <a:pt x="57" y="2"/>
                  </a:lnTo>
                  <a:lnTo>
                    <a:pt x="58" y="2"/>
                  </a:lnTo>
                  <a:lnTo>
                    <a:pt x="59" y="2"/>
                  </a:lnTo>
                  <a:lnTo>
                    <a:pt x="61" y="4"/>
                  </a:lnTo>
                  <a:lnTo>
                    <a:pt x="62" y="4"/>
                  </a:lnTo>
                  <a:lnTo>
                    <a:pt x="63" y="5"/>
                  </a:lnTo>
                  <a:lnTo>
                    <a:pt x="65" y="6"/>
                  </a:lnTo>
                  <a:lnTo>
                    <a:pt x="66" y="6"/>
                  </a:lnTo>
                  <a:lnTo>
                    <a:pt x="67" y="8"/>
                  </a:lnTo>
                  <a:lnTo>
                    <a:pt x="69" y="9"/>
                  </a:lnTo>
                  <a:lnTo>
                    <a:pt x="70" y="10"/>
                  </a:lnTo>
                  <a:lnTo>
                    <a:pt x="71" y="12"/>
                  </a:lnTo>
                  <a:lnTo>
                    <a:pt x="73" y="13"/>
                  </a:lnTo>
                  <a:lnTo>
                    <a:pt x="74" y="14"/>
                  </a:lnTo>
                  <a:lnTo>
                    <a:pt x="74" y="16"/>
                  </a:lnTo>
                  <a:lnTo>
                    <a:pt x="75" y="17"/>
                  </a:lnTo>
                  <a:lnTo>
                    <a:pt x="75" y="18"/>
                  </a:lnTo>
                  <a:lnTo>
                    <a:pt x="77" y="19"/>
                  </a:lnTo>
                  <a:lnTo>
                    <a:pt x="77" y="21"/>
                  </a:lnTo>
                  <a:lnTo>
                    <a:pt x="78" y="22"/>
                  </a:lnTo>
                  <a:lnTo>
                    <a:pt x="78" y="25"/>
                  </a:lnTo>
                  <a:lnTo>
                    <a:pt x="78" y="26"/>
                  </a:lnTo>
                  <a:lnTo>
                    <a:pt x="78" y="27"/>
                  </a:lnTo>
                  <a:lnTo>
                    <a:pt x="79" y="29"/>
                  </a:lnTo>
                  <a:lnTo>
                    <a:pt x="79" y="30"/>
                  </a:lnTo>
                  <a:lnTo>
                    <a:pt x="79" y="33"/>
                  </a:lnTo>
                  <a:lnTo>
                    <a:pt x="79" y="21"/>
                  </a:lnTo>
                  <a:lnTo>
                    <a:pt x="79" y="23"/>
                  </a:lnTo>
                  <a:lnTo>
                    <a:pt x="79" y="25"/>
                  </a:lnTo>
                  <a:lnTo>
                    <a:pt x="78" y="26"/>
                  </a:lnTo>
                  <a:lnTo>
                    <a:pt x="78" y="27"/>
                  </a:lnTo>
                  <a:lnTo>
                    <a:pt x="78" y="29"/>
                  </a:lnTo>
                  <a:lnTo>
                    <a:pt x="78" y="30"/>
                  </a:lnTo>
                  <a:lnTo>
                    <a:pt x="77" y="33"/>
                  </a:lnTo>
                  <a:lnTo>
                    <a:pt x="77" y="34"/>
                  </a:lnTo>
                  <a:lnTo>
                    <a:pt x="75" y="35"/>
                  </a:lnTo>
                  <a:lnTo>
                    <a:pt x="75" y="37"/>
                  </a:lnTo>
                  <a:lnTo>
                    <a:pt x="74" y="38"/>
                  </a:lnTo>
                  <a:lnTo>
                    <a:pt x="74" y="39"/>
                  </a:lnTo>
                  <a:lnTo>
                    <a:pt x="73" y="41"/>
                  </a:lnTo>
                  <a:lnTo>
                    <a:pt x="71" y="42"/>
                  </a:lnTo>
                  <a:lnTo>
                    <a:pt x="70" y="43"/>
                  </a:lnTo>
                  <a:lnTo>
                    <a:pt x="69" y="45"/>
                  </a:lnTo>
                  <a:lnTo>
                    <a:pt x="67" y="46"/>
                  </a:lnTo>
                  <a:lnTo>
                    <a:pt x="66" y="47"/>
                  </a:lnTo>
                  <a:lnTo>
                    <a:pt x="65" y="47"/>
                  </a:lnTo>
                  <a:lnTo>
                    <a:pt x="63" y="49"/>
                  </a:lnTo>
                  <a:lnTo>
                    <a:pt x="62" y="50"/>
                  </a:lnTo>
                  <a:lnTo>
                    <a:pt x="61" y="50"/>
                  </a:lnTo>
                  <a:lnTo>
                    <a:pt x="59" y="51"/>
                  </a:lnTo>
                  <a:lnTo>
                    <a:pt x="58" y="51"/>
                  </a:lnTo>
                  <a:lnTo>
                    <a:pt x="57" y="51"/>
                  </a:lnTo>
                  <a:lnTo>
                    <a:pt x="55" y="53"/>
                  </a:lnTo>
                  <a:lnTo>
                    <a:pt x="53" y="53"/>
                  </a:lnTo>
                  <a:lnTo>
                    <a:pt x="51" y="53"/>
                  </a:lnTo>
                  <a:lnTo>
                    <a:pt x="50" y="53"/>
                  </a:lnTo>
                  <a:lnTo>
                    <a:pt x="49" y="53"/>
                  </a:lnTo>
                  <a:lnTo>
                    <a:pt x="46" y="53"/>
                  </a:lnTo>
                  <a:lnTo>
                    <a:pt x="31" y="53"/>
                  </a:lnTo>
                  <a:lnTo>
                    <a:pt x="30" y="53"/>
                  </a:lnTo>
                  <a:lnTo>
                    <a:pt x="28" y="53"/>
                  </a:lnTo>
                  <a:lnTo>
                    <a:pt x="26" y="53"/>
                  </a:lnTo>
                  <a:lnTo>
                    <a:pt x="25" y="53"/>
                  </a:lnTo>
                  <a:lnTo>
                    <a:pt x="24" y="53"/>
                  </a:lnTo>
                  <a:lnTo>
                    <a:pt x="22" y="51"/>
                  </a:lnTo>
                  <a:lnTo>
                    <a:pt x="21" y="51"/>
                  </a:lnTo>
                  <a:lnTo>
                    <a:pt x="18" y="51"/>
                  </a:lnTo>
                  <a:lnTo>
                    <a:pt x="17" y="50"/>
                  </a:lnTo>
                  <a:lnTo>
                    <a:pt x="16" y="50"/>
                  </a:lnTo>
                  <a:lnTo>
                    <a:pt x="14" y="49"/>
                  </a:lnTo>
                  <a:lnTo>
                    <a:pt x="13" y="47"/>
                  </a:lnTo>
                  <a:lnTo>
                    <a:pt x="12" y="47"/>
                  </a:lnTo>
                  <a:lnTo>
                    <a:pt x="10" y="46"/>
                  </a:lnTo>
                  <a:lnTo>
                    <a:pt x="10" y="45"/>
                  </a:lnTo>
                  <a:lnTo>
                    <a:pt x="9" y="43"/>
                  </a:lnTo>
                  <a:lnTo>
                    <a:pt x="8" y="43"/>
                  </a:lnTo>
                  <a:lnTo>
                    <a:pt x="6" y="42"/>
                  </a:lnTo>
                  <a:lnTo>
                    <a:pt x="5" y="41"/>
                  </a:lnTo>
                  <a:lnTo>
                    <a:pt x="5" y="39"/>
                  </a:lnTo>
                  <a:lnTo>
                    <a:pt x="4" y="38"/>
                  </a:lnTo>
                  <a:lnTo>
                    <a:pt x="4" y="37"/>
                  </a:lnTo>
                  <a:lnTo>
                    <a:pt x="2" y="35"/>
                  </a:lnTo>
                  <a:lnTo>
                    <a:pt x="2" y="34"/>
                  </a:lnTo>
                  <a:lnTo>
                    <a:pt x="1" y="33"/>
                  </a:lnTo>
                  <a:lnTo>
                    <a:pt x="1" y="30"/>
                  </a:lnTo>
                  <a:lnTo>
                    <a:pt x="0" y="29"/>
                  </a:lnTo>
                  <a:lnTo>
                    <a:pt x="0" y="27"/>
                  </a:lnTo>
                  <a:lnTo>
                    <a:pt x="0" y="26"/>
                  </a:lnTo>
                  <a:lnTo>
                    <a:pt x="0" y="25"/>
                  </a:lnTo>
                  <a:lnTo>
                    <a:pt x="0" y="23"/>
                  </a:lnTo>
                  <a:lnTo>
                    <a:pt x="0" y="21"/>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6023" name="Freeform 69">
              <a:extLst>
                <a:ext uri="{FF2B5EF4-FFF2-40B4-BE49-F238E27FC236}">
                  <a16:creationId xmlns:a16="http://schemas.microsoft.com/office/drawing/2014/main" id="{5E5CD5F5-80E3-4A15-8166-272F92CE6EDC}"/>
                </a:ext>
              </a:extLst>
            </p:cNvPr>
            <p:cNvSpPr>
              <a:spLocks/>
            </p:cNvSpPr>
            <p:nvPr/>
          </p:nvSpPr>
          <p:spPr bwMode="auto">
            <a:xfrm>
              <a:off x="3311525" y="2462213"/>
              <a:ext cx="41275" cy="61912"/>
            </a:xfrm>
            <a:custGeom>
              <a:avLst/>
              <a:gdLst>
                <a:gd name="T0" fmla="*/ 0 w 53"/>
                <a:gd name="T1" fmla="*/ 2147483646 h 80"/>
                <a:gd name="T2" fmla="*/ 0 w 53"/>
                <a:gd name="T3" fmla="*/ 2147483646 h 80"/>
                <a:gd name="T4" fmla="*/ 2147483646 w 53"/>
                <a:gd name="T5" fmla="*/ 2147483646 h 80"/>
                <a:gd name="T6" fmla="*/ 2147483646 w 53"/>
                <a:gd name="T7" fmla="*/ 2147483646 h 80"/>
                <a:gd name="T8" fmla="*/ 2147483646 w 53"/>
                <a:gd name="T9" fmla="*/ 2147483646 h 80"/>
                <a:gd name="T10" fmla="*/ 2147483646 w 53"/>
                <a:gd name="T11" fmla="*/ 2147483646 h 80"/>
                <a:gd name="T12" fmla="*/ 2147483646 w 53"/>
                <a:gd name="T13" fmla="*/ 2147483646 h 80"/>
                <a:gd name="T14" fmla="*/ 2147483646 w 53"/>
                <a:gd name="T15" fmla="*/ 2147483646 h 80"/>
                <a:gd name="T16" fmla="*/ 2147483646 w 53"/>
                <a:gd name="T17" fmla="*/ 2147483646 h 80"/>
                <a:gd name="T18" fmla="*/ 2147483646 w 53"/>
                <a:gd name="T19" fmla="*/ 2147483646 h 80"/>
                <a:gd name="T20" fmla="*/ 2147483646 w 53"/>
                <a:gd name="T21" fmla="*/ 2147483646 h 80"/>
                <a:gd name="T22" fmla="*/ 2147483646 w 53"/>
                <a:gd name="T23" fmla="*/ 0 h 80"/>
                <a:gd name="T24" fmla="*/ 2147483646 w 53"/>
                <a:gd name="T25" fmla="*/ 2147483646 h 80"/>
                <a:gd name="T26" fmla="*/ 2147483646 w 53"/>
                <a:gd name="T27" fmla="*/ 2147483646 h 80"/>
                <a:gd name="T28" fmla="*/ 2147483646 w 53"/>
                <a:gd name="T29" fmla="*/ 2147483646 h 80"/>
                <a:gd name="T30" fmla="*/ 2147483646 w 53"/>
                <a:gd name="T31" fmla="*/ 2147483646 h 80"/>
                <a:gd name="T32" fmla="*/ 2147483646 w 53"/>
                <a:gd name="T33" fmla="*/ 2147483646 h 80"/>
                <a:gd name="T34" fmla="*/ 2147483646 w 53"/>
                <a:gd name="T35" fmla="*/ 2147483646 h 80"/>
                <a:gd name="T36" fmla="*/ 2147483646 w 53"/>
                <a:gd name="T37" fmla="*/ 2147483646 h 80"/>
                <a:gd name="T38" fmla="*/ 2147483646 w 53"/>
                <a:gd name="T39" fmla="*/ 2147483646 h 80"/>
                <a:gd name="T40" fmla="*/ 2147483646 w 53"/>
                <a:gd name="T41" fmla="*/ 2147483646 h 80"/>
                <a:gd name="T42" fmla="*/ 2147483646 w 53"/>
                <a:gd name="T43" fmla="*/ 2147483646 h 80"/>
                <a:gd name="T44" fmla="*/ 2147483646 w 53"/>
                <a:gd name="T45" fmla="*/ 2147483646 h 80"/>
                <a:gd name="T46" fmla="*/ 2147483646 w 53"/>
                <a:gd name="T47" fmla="*/ 2147483646 h 80"/>
                <a:gd name="T48" fmla="*/ 2147483646 w 53"/>
                <a:gd name="T49" fmla="*/ 2147483646 h 80"/>
                <a:gd name="T50" fmla="*/ 2147483646 w 53"/>
                <a:gd name="T51" fmla="*/ 2147483646 h 80"/>
                <a:gd name="T52" fmla="*/ 2147483646 w 53"/>
                <a:gd name="T53" fmla="*/ 2147483646 h 80"/>
                <a:gd name="T54" fmla="*/ 2147483646 w 53"/>
                <a:gd name="T55" fmla="*/ 2147483646 h 80"/>
                <a:gd name="T56" fmla="*/ 2147483646 w 53"/>
                <a:gd name="T57" fmla="*/ 2147483646 h 80"/>
                <a:gd name="T58" fmla="*/ 2147483646 w 53"/>
                <a:gd name="T59" fmla="*/ 2147483646 h 80"/>
                <a:gd name="T60" fmla="*/ 2147483646 w 53"/>
                <a:gd name="T61" fmla="*/ 2147483646 h 80"/>
                <a:gd name="T62" fmla="*/ 2147483646 w 53"/>
                <a:gd name="T63" fmla="*/ 2147483646 h 80"/>
                <a:gd name="T64" fmla="*/ 2147483646 w 53"/>
                <a:gd name="T65" fmla="*/ 2147483646 h 80"/>
                <a:gd name="T66" fmla="*/ 2147483646 w 53"/>
                <a:gd name="T67" fmla="*/ 2147483646 h 80"/>
                <a:gd name="T68" fmla="*/ 2147483646 w 53"/>
                <a:gd name="T69" fmla="*/ 2147483646 h 80"/>
                <a:gd name="T70" fmla="*/ 2147483646 w 53"/>
                <a:gd name="T71" fmla="*/ 2147483646 h 80"/>
                <a:gd name="T72" fmla="*/ 2147483646 w 53"/>
                <a:gd name="T73" fmla="*/ 2147483646 h 80"/>
                <a:gd name="T74" fmla="*/ 2147483646 w 53"/>
                <a:gd name="T75" fmla="*/ 2147483646 h 80"/>
                <a:gd name="T76" fmla="*/ 2147483646 w 53"/>
                <a:gd name="T77" fmla="*/ 2147483646 h 80"/>
                <a:gd name="T78" fmla="*/ 2147483646 w 53"/>
                <a:gd name="T79" fmla="*/ 2147483646 h 80"/>
                <a:gd name="T80" fmla="*/ 2147483646 w 53"/>
                <a:gd name="T81" fmla="*/ 2147483646 h 80"/>
                <a:gd name="T82" fmla="*/ 2147483646 w 53"/>
                <a:gd name="T83" fmla="*/ 2147483646 h 80"/>
                <a:gd name="T84" fmla="*/ 2147483646 w 53"/>
                <a:gd name="T85" fmla="*/ 2147483646 h 80"/>
                <a:gd name="T86" fmla="*/ 2147483646 w 53"/>
                <a:gd name="T87" fmla="*/ 2147483646 h 80"/>
                <a:gd name="T88" fmla="*/ 2147483646 w 53"/>
                <a:gd name="T89" fmla="*/ 2147483646 h 80"/>
                <a:gd name="T90" fmla="*/ 2147483646 w 53"/>
                <a:gd name="T91" fmla="*/ 2147483646 h 80"/>
                <a:gd name="T92" fmla="*/ 2147483646 w 53"/>
                <a:gd name="T93" fmla="*/ 2147483646 h 80"/>
                <a:gd name="T94" fmla="*/ 2147483646 w 53"/>
                <a:gd name="T95" fmla="*/ 2147483646 h 80"/>
                <a:gd name="T96" fmla="*/ 2147483646 w 53"/>
                <a:gd name="T97" fmla="*/ 2147483646 h 80"/>
                <a:gd name="T98" fmla="*/ 2147483646 w 53"/>
                <a:gd name="T99" fmla="*/ 2147483646 h 80"/>
                <a:gd name="T100" fmla="*/ 2147483646 w 53"/>
                <a:gd name="T101" fmla="*/ 2147483646 h 80"/>
                <a:gd name="T102" fmla="*/ 2147483646 w 53"/>
                <a:gd name="T103" fmla="*/ 2147483646 h 80"/>
                <a:gd name="T104" fmla="*/ 2147483646 w 53"/>
                <a:gd name="T105" fmla="*/ 2147483646 h 80"/>
                <a:gd name="T106" fmla="*/ 2147483646 w 53"/>
                <a:gd name="T107" fmla="*/ 2147483646 h 80"/>
                <a:gd name="T108" fmla="*/ 0 w 53"/>
                <a:gd name="T109" fmla="*/ 2147483646 h 80"/>
                <a:gd name="T110" fmla="*/ 0 w 53"/>
                <a:gd name="T111" fmla="*/ 2147483646 h 8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80"/>
                <a:gd name="T170" fmla="*/ 53 w 53"/>
                <a:gd name="T171" fmla="*/ 80 h 8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80">
                  <a:moveTo>
                    <a:pt x="0" y="48"/>
                  </a:moveTo>
                  <a:lnTo>
                    <a:pt x="0" y="34"/>
                  </a:lnTo>
                  <a:lnTo>
                    <a:pt x="0" y="31"/>
                  </a:lnTo>
                  <a:lnTo>
                    <a:pt x="0" y="30"/>
                  </a:lnTo>
                  <a:lnTo>
                    <a:pt x="0" y="28"/>
                  </a:lnTo>
                  <a:lnTo>
                    <a:pt x="0" y="27"/>
                  </a:lnTo>
                  <a:lnTo>
                    <a:pt x="0" y="26"/>
                  </a:lnTo>
                  <a:lnTo>
                    <a:pt x="1" y="24"/>
                  </a:lnTo>
                  <a:lnTo>
                    <a:pt x="1" y="22"/>
                  </a:lnTo>
                  <a:lnTo>
                    <a:pt x="2" y="20"/>
                  </a:lnTo>
                  <a:lnTo>
                    <a:pt x="2" y="19"/>
                  </a:lnTo>
                  <a:lnTo>
                    <a:pt x="3" y="18"/>
                  </a:lnTo>
                  <a:lnTo>
                    <a:pt x="3" y="16"/>
                  </a:lnTo>
                  <a:lnTo>
                    <a:pt x="5" y="15"/>
                  </a:lnTo>
                  <a:lnTo>
                    <a:pt x="5" y="14"/>
                  </a:lnTo>
                  <a:lnTo>
                    <a:pt x="6" y="12"/>
                  </a:lnTo>
                  <a:lnTo>
                    <a:pt x="7" y="11"/>
                  </a:lnTo>
                  <a:lnTo>
                    <a:pt x="9" y="11"/>
                  </a:lnTo>
                  <a:lnTo>
                    <a:pt x="10" y="10"/>
                  </a:lnTo>
                  <a:lnTo>
                    <a:pt x="10" y="8"/>
                  </a:lnTo>
                  <a:lnTo>
                    <a:pt x="11" y="7"/>
                  </a:lnTo>
                  <a:lnTo>
                    <a:pt x="13" y="7"/>
                  </a:lnTo>
                  <a:lnTo>
                    <a:pt x="14" y="6"/>
                  </a:lnTo>
                  <a:lnTo>
                    <a:pt x="15" y="4"/>
                  </a:lnTo>
                  <a:lnTo>
                    <a:pt x="17" y="4"/>
                  </a:lnTo>
                  <a:lnTo>
                    <a:pt x="18" y="3"/>
                  </a:lnTo>
                  <a:lnTo>
                    <a:pt x="21" y="3"/>
                  </a:lnTo>
                  <a:lnTo>
                    <a:pt x="22" y="3"/>
                  </a:lnTo>
                  <a:lnTo>
                    <a:pt x="23" y="2"/>
                  </a:lnTo>
                  <a:lnTo>
                    <a:pt x="25" y="2"/>
                  </a:lnTo>
                  <a:lnTo>
                    <a:pt x="26" y="2"/>
                  </a:lnTo>
                  <a:lnTo>
                    <a:pt x="27" y="2"/>
                  </a:lnTo>
                  <a:lnTo>
                    <a:pt x="30" y="2"/>
                  </a:lnTo>
                  <a:lnTo>
                    <a:pt x="31" y="0"/>
                  </a:lnTo>
                  <a:lnTo>
                    <a:pt x="19" y="0"/>
                  </a:lnTo>
                  <a:lnTo>
                    <a:pt x="22" y="2"/>
                  </a:lnTo>
                  <a:lnTo>
                    <a:pt x="23" y="2"/>
                  </a:lnTo>
                  <a:lnTo>
                    <a:pt x="25" y="2"/>
                  </a:lnTo>
                  <a:lnTo>
                    <a:pt x="26" y="2"/>
                  </a:lnTo>
                  <a:lnTo>
                    <a:pt x="29" y="2"/>
                  </a:lnTo>
                  <a:lnTo>
                    <a:pt x="30" y="3"/>
                  </a:lnTo>
                  <a:lnTo>
                    <a:pt x="31" y="3"/>
                  </a:lnTo>
                  <a:lnTo>
                    <a:pt x="33" y="3"/>
                  </a:lnTo>
                  <a:lnTo>
                    <a:pt x="34" y="4"/>
                  </a:lnTo>
                  <a:lnTo>
                    <a:pt x="35" y="4"/>
                  </a:lnTo>
                  <a:lnTo>
                    <a:pt x="37" y="6"/>
                  </a:lnTo>
                  <a:lnTo>
                    <a:pt x="38" y="7"/>
                  </a:lnTo>
                  <a:lnTo>
                    <a:pt x="39" y="7"/>
                  </a:lnTo>
                  <a:lnTo>
                    <a:pt x="41" y="8"/>
                  </a:lnTo>
                  <a:lnTo>
                    <a:pt x="42" y="10"/>
                  </a:lnTo>
                  <a:lnTo>
                    <a:pt x="43" y="11"/>
                  </a:lnTo>
                  <a:lnTo>
                    <a:pt x="45" y="12"/>
                  </a:lnTo>
                  <a:lnTo>
                    <a:pt x="46" y="14"/>
                  </a:lnTo>
                  <a:lnTo>
                    <a:pt x="47" y="15"/>
                  </a:lnTo>
                  <a:lnTo>
                    <a:pt x="47" y="16"/>
                  </a:lnTo>
                  <a:lnTo>
                    <a:pt x="49" y="18"/>
                  </a:lnTo>
                  <a:lnTo>
                    <a:pt x="49" y="19"/>
                  </a:lnTo>
                  <a:lnTo>
                    <a:pt x="50" y="20"/>
                  </a:lnTo>
                  <a:lnTo>
                    <a:pt x="50" y="22"/>
                  </a:lnTo>
                  <a:lnTo>
                    <a:pt x="51" y="24"/>
                  </a:lnTo>
                  <a:lnTo>
                    <a:pt x="51" y="26"/>
                  </a:lnTo>
                  <a:lnTo>
                    <a:pt x="51" y="27"/>
                  </a:lnTo>
                  <a:lnTo>
                    <a:pt x="51" y="28"/>
                  </a:lnTo>
                  <a:lnTo>
                    <a:pt x="53" y="30"/>
                  </a:lnTo>
                  <a:lnTo>
                    <a:pt x="53" y="31"/>
                  </a:lnTo>
                  <a:lnTo>
                    <a:pt x="53" y="34"/>
                  </a:lnTo>
                  <a:lnTo>
                    <a:pt x="53" y="48"/>
                  </a:lnTo>
                  <a:lnTo>
                    <a:pt x="53" y="51"/>
                  </a:lnTo>
                  <a:lnTo>
                    <a:pt x="53" y="52"/>
                  </a:lnTo>
                  <a:lnTo>
                    <a:pt x="51" y="53"/>
                  </a:lnTo>
                  <a:lnTo>
                    <a:pt x="51" y="55"/>
                  </a:lnTo>
                  <a:lnTo>
                    <a:pt x="51" y="56"/>
                  </a:lnTo>
                  <a:lnTo>
                    <a:pt x="51" y="57"/>
                  </a:lnTo>
                  <a:lnTo>
                    <a:pt x="50" y="60"/>
                  </a:lnTo>
                  <a:lnTo>
                    <a:pt x="50" y="61"/>
                  </a:lnTo>
                  <a:lnTo>
                    <a:pt x="49" y="63"/>
                  </a:lnTo>
                  <a:lnTo>
                    <a:pt x="49" y="64"/>
                  </a:lnTo>
                  <a:lnTo>
                    <a:pt x="47" y="65"/>
                  </a:lnTo>
                  <a:lnTo>
                    <a:pt x="47" y="67"/>
                  </a:lnTo>
                  <a:lnTo>
                    <a:pt x="46" y="68"/>
                  </a:lnTo>
                  <a:lnTo>
                    <a:pt x="45" y="69"/>
                  </a:lnTo>
                  <a:lnTo>
                    <a:pt x="43" y="71"/>
                  </a:lnTo>
                  <a:lnTo>
                    <a:pt x="42" y="72"/>
                  </a:lnTo>
                  <a:lnTo>
                    <a:pt x="41" y="73"/>
                  </a:lnTo>
                  <a:lnTo>
                    <a:pt x="39" y="75"/>
                  </a:lnTo>
                  <a:lnTo>
                    <a:pt x="38" y="75"/>
                  </a:lnTo>
                  <a:lnTo>
                    <a:pt x="37" y="76"/>
                  </a:lnTo>
                  <a:lnTo>
                    <a:pt x="35" y="77"/>
                  </a:lnTo>
                  <a:lnTo>
                    <a:pt x="34" y="77"/>
                  </a:lnTo>
                  <a:lnTo>
                    <a:pt x="33" y="79"/>
                  </a:lnTo>
                  <a:lnTo>
                    <a:pt x="31" y="79"/>
                  </a:lnTo>
                  <a:lnTo>
                    <a:pt x="30" y="79"/>
                  </a:lnTo>
                  <a:lnTo>
                    <a:pt x="29" y="80"/>
                  </a:lnTo>
                  <a:lnTo>
                    <a:pt x="26" y="80"/>
                  </a:lnTo>
                  <a:lnTo>
                    <a:pt x="25" y="80"/>
                  </a:lnTo>
                  <a:lnTo>
                    <a:pt x="23" y="80"/>
                  </a:lnTo>
                  <a:lnTo>
                    <a:pt x="22" y="80"/>
                  </a:lnTo>
                  <a:lnTo>
                    <a:pt x="19" y="80"/>
                  </a:lnTo>
                  <a:lnTo>
                    <a:pt x="31" y="80"/>
                  </a:lnTo>
                  <a:lnTo>
                    <a:pt x="30" y="80"/>
                  </a:lnTo>
                  <a:lnTo>
                    <a:pt x="27" y="80"/>
                  </a:lnTo>
                  <a:lnTo>
                    <a:pt x="26" y="80"/>
                  </a:lnTo>
                  <a:lnTo>
                    <a:pt x="25" y="80"/>
                  </a:lnTo>
                  <a:lnTo>
                    <a:pt x="23" y="80"/>
                  </a:lnTo>
                  <a:lnTo>
                    <a:pt x="22" y="79"/>
                  </a:lnTo>
                  <a:lnTo>
                    <a:pt x="21" y="79"/>
                  </a:lnTo>
                  <a:lnTo>
                    <a:pt x="18" y="79"/>
                  </a:lnTo>
                  <a:lnTo>
                    <a:pt x="17" y="77"/>
                  </a:lnTo>
                  <a:lnTo>
                    <a:pt x="15" y="77"/>
                  </a:lnTo>
                  <a:lnTo>
                    <a:pt x="14" y="76"/>
                  </a:lnTo>
                  <a:lnTo>
                    <a:pt x="13" y="75"/>
                  </a:lnTo>
                  <a:lnTo>
                    <a:pt x="11" y="75"/>
                  </a:lnTo>
                  <a:lnTo>
                    <a:pt x="10" y="73"/>
                  </a:lnTo>
                  <a:lnTo>
                    <a:pt x="10" y="72"/>
                  </a:lnTo>
                  <a:lnTo>
                    <a:pt x="9" y="71"/>
                  </a:lnTo>
                  <a:lnTo>
                    <a:pt x="7" y="71"/>
                  </a:lnTo>
                  <a:lnTo>
                    <a:pt x="6" y="69"/>
                  </a:lnTo>
                  <a:lnTo>
                    <a:pt x="5" y="68"/>
                  </a:lnTo>
                  <a:lnTo>
                    <a:pt x="5" y="67"/>
                  </a:lnTo>
                  <a:lnTo>
                    <a:pt x="3" y="65"/>
                  </a:lnTo>
                  <a:lnTo>
                    <a:pt x="3" y="64"/>
                  </a:lnTo>
                  <a:lnTo>
                    <a:pt x="2" y="63"/>
                  </a:lnTo>
                  <a:lnTo>
                    <a:pt x="2" y="61"/>
                  </a:lnTo>
                  <a:lnTo>
                    <a:pt x="1" y="60"/>
                  </a:lnTo>
                  <a:lnTo>
                    <a:pt x="1" y="57"/>
                  </a:lnTo>
                  <a:lnTo>
                    <a:pt x="0" y="56"/>
                  </a:lnTo>
                  <a:lnTo>
                    <a:pt x="0" y="55"/>
                  </a:lnTo>
                  <a:lnTo>
                    <a:pt x="0" y="53"/>
                  </a:lnTo>
                  <a:lnTo>
                    <a:pt x="0" y="52"/>
                  </a:lnTo>
                  <a:lnTo>
                    <a:pt x="0" y="51"/>
                  </a:lnTo>
                  <a:lnTo>
                    <a:pt x="0" y="48"/>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6024" name="Line 70">
              <a:extLst>
                <a:ext uri="{FF2B5EF4-FFF2-40B4-BE49-F238E27FC236}">
                  <a16:creationId xmlns:a16="http://schemas.microsoft.com/office/drawing/2014/main" id="{8589C127-2021-4327-B57F-19160D6F1E5A}"/>
                </a:ext>
              </a:extLst>
            </p:cNvPr>
            <p:cNvSpPr>
              <a:spLocks noChangeShapeType="1"/>
            </p:cNvSpPr>
            <p:nvPr/>
          </p:nvSpPr>
          <p:spPr bwMode="auto">
            <a:xfrm flipH="1">
              <a:off x="5708650" y="1906588"/>
              <a:ext cx="315913"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6025" name="Rectangle 71">
              <a:extLst>
                <a:ext uri="{FF2B5EF4-FFF2-40B4-BE49-F238E27FC236}">
                  <a16:creationId xmlns:a16="http://schemas.microsoft.com/office/drawing/2014/main" id="{467A600C-8ABA-49D1-871D-BD0ADE69A815}"/>
                </a:ext>
              </a:extLst>
            </p:cNvPr>
            <p:cNvSpPr>
              <a:spLocks noChangeArrowheads="1"/>
            </p:cNvSpPr>
            <p:nvPr/>
          </p:nvSpPr>
          <p:spPr bwMode="auto">
            <a:xfrm>
              <a:off x="5484813" y="5389563"/>
              <a:ext cx="277812"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6026" name="Rectangle 72">
              <a:extLst>
                <a:ext uri="{FF2B5EF4-FFF2-40B4-BE49-F238E27FC236}">
                  <a16:creationId xmlns:a16="http://schemas.microsoft.com/office/drawing/2014/main" id="{E02FBCD0-E4EE-4994-AA44-F714DF425648}"/>
                </a:ext>
              </a:extLst>
            </p:cNvPr>
            <p:cNvSpPr>
              <a:spLocks noChangeArrowheads="1"/>
            </p:cNvSpPr>
            <p:nvPr/>
          </p:nvSpPr>
          <p:spPr bwMode="auto">
            <a:xfrm>
              <a:off x="6907213" y="2967038"/>
              <a:ext cx="211137" cy="269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z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6027" name="Rectangle 73">
              <a:extLst>
                <a:ext uri="{FF2B5EF4-FFF2-40B4-BE49-F238E27FC236}">
                  <a16:creationId xmlns:a16="http://schemas.microsoft.com/office/drawing/2014/main" id="{8A0B72B4-3EF0-4252-9BED-DF1DB29A111A}"/>
                </a:ext>
              </a:extLst>
            </p:cNvPr>
            <p:cNvSpPr>
              <a:spLocks noChangeArrowheads="1"/>
            </p:cNvSpPr>
            <p:nvPr/>
          </p:nvSpPr>
          <p:spPr bwMode="auto">
            <a:xfrm>
              <a:off x="6988175" y="3062288"/>
              <a:ext cx="176213" cy="211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6028" name="Rectangle 74">
              <a:extLst>
                <a:ext uri="{FF2B5EF4-FFF2-40B4-BE49-F238E27FC236}">
                  <a16:creationId xmlns:a16="http://schemas.microsoft.com/office/drawing/2014/main" id="{BB3A90FD-A1CA-4305-B693-FDE1457E8A03}"/>
                </a:ext>
              </a:extLst>
            </p:cNvPr>
            <p:cNvSpPr>
              <a:spLocks noChangeArrowheads="1"/>
            </p:cNvSpPr>
            <p:nvPr/>
          </p:nvSpPr>
          <p:spPr bwMode="auto">
            <a:xfrm>
              <a:off x="6907213" y="1177925"/>
              <a:ext cx="211137" cy="269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z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6029" name="Rectangle 75">
              <a:extLst>
                <a:ext uri="{FF2B5EF4-FFF2-40B4-BE49-F238E27FC236}">
                  <a16:creationId xmlns:a16="http://schemas.microsoft.com/office/drawing/2014/main" id="{02583C69-6208-4D4F-91E5-7C91B09F7A14}"/>
                </a:ext>
              </a:extLst>
            </p:cNvPr>
            <p:cNvSpPr>
              <a:spLocks noChangeArrowheads="1"/>
            </p:cNvSpPr>
            <p:nvPr/>
          </p:nvSpPr>
          <p:spPr bwMode="auto">
            <a:xfrm>
              <a:off x="6988175" y="1273175"/>
              <a:ext cx="176213" cy="211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6030" name="Line 76">
              <a:extLst>
                <a:ext uri="{FF2B5EF4-FFF2-40B4-BE49-F238E27FC236}">
                  <a16:creationId xmlns:a16="http://schemas.microsoft.com/office/drawing/2014/main" id="{9BDC9171-4C14-49CD-8E95-40EFD2858113}"/>
                </a:ext>
              </a:extLst>
            </p:cNvPr>
            <p:cNvSpPr>
              <a:spLocks noChangeShapeType="1"/>
            </p:cNvSpPr>
            <p:nvPr/>
          </p:nvSpPr>
          <p:spPr bwMode="auto">
            <a:xfrm flipH="1">
              <a:off x="4678363" y="3694113"/>
              <a:ext cx="293687"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6031" name="Freeform 77">
              <a:extLst>
                <a:ext uri="{FF2B5EF4-FFF2-40B4-BE49-F238E27FC236}">
                  <a16:creationId xmlns:a16="http://schemas.microsoft.com/office/drawing/2014/main" id="{0B26F9E6-E426-4C90-B137-819D71E2ED3F}"/>
                </a:ext>
              </a:extLst>
            </p:cNvPr>
            <p:cNvSpPr>
              <a:spLocks/>
            </p:cNvSpPr>
            <p:nvPr/>
          </p:nvSpPr>
          <p:spPr bwMode="auto">
            <a:xfrm>
              <a:off x="4657725" y="3673475"/>
              <a:ext cx="41275" cy="42863"/>
            </a:xfrm>
            <a:custGeom>
              <a:avLst/>
              <a:gdLst>
                <a:gd name="T0" fmla="*/ 0 w 53"/>
                <a:gd name="T1" fmla="*/ 2147483646 h 53"/>
                <a:gd name="T2" fmla="*/ 0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2147483646 h 53"/>
                <a:gd name="T20" fmla="*/ 2147483646 w 53"/>
                <a:gd name="T21" fmla="*/ 2147483646 h 53"/>
                <a:gd name="T22" fmla="*/ 2147483646 w 53"/>
                <a:gd name="T23" fmla="*/ 0 h 53"/>
                <a:gd name="T24" fmla="*/ 2147483646 w 53"/>
                <a:gd name="T25" fmla="*/ 2147483646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0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1"/>
                  </a:moveTo>
                  <a:lnTo>
                    <a:pt x="0" y="33"/>
                  </a:lnTo>
                  <a:lnTo>
                    <a:pt x="0" y="31"/>
                  </a:lnTo>
                  <a:lnTo>
                    <a:pt x="0" y="29"/>
                  </a:lnTo>
                  <a:lnTo>
                    <a:pt x="0" y="28"/>
                  </a:lnTo>
                  <a:lnTo>
                    <a:pt x="0" y="27"/>
                  </a:lnTo>
                  <a:lnTo>
                    <a:pt x="0" y="25"/>
                  </a:lnTo>
                  <a:lnTo>
                    <a:pt x="2" y="23"/>
                  </a:lnTo>
                  <a:lnTo>
                    <a:pt x="2" y="21"/>
                  </a:lnTo>
                  <a:lnTo>
                    <a:pt x="3" y="20"/>
                  </a:lnTo>
                  <a:lnTo>
                    <a:pt x="3" y="19"/>
                  </a:lnTo>
                  <a:lnTo>
                    <a:pt x="4" y="17"/>
                  </a:lnTo>
                  <a:lnTo>
                    <a:pt x="4" y="16"/>
                  </a:lnTo>
                  <a:lnTo>
                    <a:pt x="5" y="15"/>
                  </a:lnTo>
                  <a:lnTo>
                    <a:pt x="5" y="13"/>
                  </a:lnTo>
                  <a:lnTo>
                    <a:pt x="7" y="12"/>
                  </a:lnTo>
                  <a:lnTo>
                    <a:pt x="8" y="11"/>
                  </a:lnTo>
                  <a:lnTo>
                    <a:pt x="9" y="11"/>
                  </a:lnTo>
                  <a:lnTo>
                    <a:pt x="11" y="10"/>
                  </a:lnTo>
                  <a:lnTo>
                    <a:pt x="11" y="8"/>
                  </a:lnTo>
                  <a:lnTo>
                    <a:pt x="12" y="7"/>
                  </a:lnTo>
                  <a:lnTo>
                    <a:pt x="13" y="7"/>
                  </a:lnTo>
                  <a:lnTo>
                    <a:pt x="15" y="6"/>
                  </a:lnTo>
                  <a:lnTo>
                    <a:pt x="16" y="4"/>
                  </a:lnTo>
                  <a:lnTo>
                    <a:pt x="17" y="4"/>
                  </a:lnTo>
                  <a:lnTo>
                    <a:pt x="19" y="3"/>
                  </a:lnTo>
                  <a:lnTo>
                    <a:pt x="21" y="3"/>
                  </a:lnTo>
                  <a:lnTo>
                    <a:pt x="23" y="3"/>
                  </a:lnTo>
                  <a:lnTo>
                    <a:pt x="24" y="2"/>
                  </a:lnTo>
                  <a:lnTo>
                    <a:pt x="25" y="2"/>
                  </a:lnTo>
                  <a:lnTo>
                    <a:pt x="27" y="2"/>
                  </a:lnTo>
                  <a:lnTo>
                    <a:pt x="28" y="2"/>
                  </a:lnTo>
                  <a:lnTo>
                    <a:pt x="31" y="2"/>
                  </a:lnTo>
                  <a:lnTo>
                    <a:pt x="32" y="0"/>
                  </a:lnTo>
                  <a:lnTo>
                    <a:pt x="20" y="0"/>
                  </a:lnTo>
                  <a:lnTo>
                    <a:pt x="23" y="2"/>
                  </a:lnTo>
                  <a:lnTo>
                    <a:pt x="24" y="2"/>
                  </a:lnTo>
                  <a:lnTo>
                    <a:pt x="25" y="2"/>
                  </a:lnTo>
                  <a:lnTo>
                    <a:pt x="27" y="2"/>
                  </a:lnTo>
                  <a:lnTo>
                    <a:pt x="29" y="2"/>
                  </a:lnTo>
                  <a:lnTo>
                    <a:pt x="31" y="3"/>
                  </a:lnTo>
                  <a:lnTo>
                    <a:pt x="32" y="3"/>
                  </a:lnTo>
                  <a:lnTo>
                    <a:pt x="33" y="3"/>
                  </a:lnTo>
                  <a:lnTo>
                    <a:pt x="35" y="4"/>
                  </a:lnTo>
                  <a:lnTo>
                    <a:pt x="36" y="4"/>
                  </a:lnTo>
                  <a:lnTo>
                    <a:pt x="37" y="6"/>
                  </a:lnTo>
                  <a:lnTo>
                    <a:pt x="39" y="7"/>
                  </a:lnTo>
                  <a:lnTo>
                    <a:pt x="40" y="7"/>
                  </a:lnTo>
                  <a:lnTo>
                    <a:pt x="41" y="8"/>
                  </a:lnTo>
                  <a:lnTo>
                    <a:pt x="43" y="10"/>
                  </a:lnTo>
                  <a:lnTo>
                    <a:pt x="44" y="11"/>
                  </a:lnTo>
                  <a:lnTo>
                    <a:pt x="45" y="12"/>
                  </a:lnTo>
                  <a:lnTo>
                    <a:pt x="47" y="13"/>
                  </a:lnTo>
                  <a:lnTo>
                    <a:pt x="48" y="15"/>
                  </a:lnTo>
                  <a:lnTo>
                    <a:pt x="48" y="16"/>
                  </a:lnTo>
                  <a:lnTo>
                    <a:pt x="49" y="17"/>
                  </a:lnTo>
                  <a:lnTo>
                    <a:pt x="49" y="19"/>
                  </a:lnTo>
                  <a:lnTo>
                    <a:pt x="51" y="20"/>
                  </a:lnTo>
                  <a:lnTo>
                    <a:pt x="51" y="21"/>
                  </a:lnTo>
                  <a:lnTo>
                    <a:pt x="52" y="23"/>
                  </a:lnTo>
                  <a:lnTo>
                    <a:pt x="52" y="25"/>
                  </a:lnTo>
                  <a:lnTo>
                    <a:pt x="52" y="27"/>
                  </a:lnTo>
                  <a:lnTo>
                    <a:pt x="52" y="28"/>
                  </a:lnTo>
                  <a:lnTo>
                    <a:pt x="53" y="29"/>
                  </a:lnTo>
                  <a:lnTo>
                    <a:pt x="53" y="31"/>
                  </a:lnTo>
                  <a:lnTo>
                    <a:pt x="53" y="33"/>
                  </a:lnTo>
                  <a:lnTo>
                    <a:pt x="53" y="21"/>
                  </a:lnTo>
                  <a:lnTo>
                    <a:pt x="53" y="24"/>
                  </a:lnTo>
                  <a:lnTo>
                    <a:pt x="53" y="25"/>
                  </a:lnTo>
                  <a:lnTo>
                    <a:pt x="52" y="27"/>
                  </a:lnTo>
                  <a:lnTo>
                    <a:pt x="52" y="28"/>
                  </a:lnTo>
                  <a:lnTo>
                    <a:pt x="52" y="29"/>
                  </a:lnTo>
                  <a:lnTo>
                    <a:pt x="52" y="31"/>
                  </a:lnTo>
                  <a:lnTo>
                    <a:pt x="51" y="33"/>
                  </a:lnTo>
                  <a:lnTo>
                    <a:pt x="51" y="35"/>
                  </a:lnTo>
                  <a:lnTo>
                    <a:pt x="49" y="36"/>
                  </a:lnTo>
                  <a:lnTo>
                    <a:pt x="49" y="37"/>
                  </a:lnTo>
                  <a:lnTo>
                    <a:pt x="48" y="39"/>
                  </a:lnTo>
                  <a:lnTo>
                    <a:pt x="48" y="40"/>
                  </a:lnTo>
                  <a:lnTo>
                    <a:pt x="47" y="41"/>
                  </a:lnTo>
                  <a:lnTo>
                    <a:pt x="45" y="43"/>
                  </a:lnTo>
                  <a:lnTo>
                    <a:pt x="44" y="44"/>
                  </a:lnTo>
                  <a:lnTo>
                    <a:pt x="43" y="45"/>
                  </a:lnTo>
                  <a:lnTo>
                    <a:pt x="41" y="47"/>
                  </a:lnTo>
                  <a:lnTo>
                    <a:pt x="40" y="48"/>
                  </a:lnTo>
                  <a:lnTo>
                    <a:pt x="39" y="48"/>
                  </a:lnTo>
                  <a:lnTo>
                    <a:pt x="37" y="49"/>
                  </a:lnTo>
                  <a:lnTo>
                    <a:pt x="36" y="51"/>
                  </a:lnTo>
                  <a:lnTo>
                    <a:pt x="35" y="51"/>
                  </a:lnTo>
                  <a:lnTo>
                    <a:pt x="33" y="52"/>
                  </a:lnTo>
                  <a:lnTo>
                    <a:pt x="32" y="52"/>
                  </a:lnTo>
                  <a:lnTo>
                    <a:pt x="31" y="52"/>
                  </a:lnTo>
                  <a:lnTo>
                    <a:pt x="29" y="53"/>
                  </a:lnTo>
                  <a:lnTo>
                    <a:pt x="27" y="53"/>
                  </a:lnTo>
                  <a:lnTo>
                    <a:pt x="25" y="53"/>
                  </a:lnTo>
                  <a:lnTo>
                    <a:pt x="24" y="53"/>
                  </a:lnTo>
                  <a:lnTo>
                    <a:pt x="23" y="53"/>
                  </a:lnTo>
                  <a:lnTo>
                    <a:pt x="20" y="53"/>
                  </a:lnTo>
                  <a:lnTo>
                    <a:pt x="32" y="53"/>
                  </a:lnTo>
                  <a:lnTo>
                    <a:pt x="31" y="53"/>
                  </a:lnTo>
                  <a:lnTo>
                    <a:pt x="28" y="53"/>
                  </a:lnTo>
                  <a:lnTo>
                    <a:pt x="27" y="53"/>
                  </a:lnTo>
                  <a:lnTo>
                    <a:pt x="25" y="53"/>
                  </a:lnTo>
                  <a:lnTo>
                    <a:pt x="24" y="53"/>
                  </a:lnTo>
                  <a:lnTo>
                    <a:pt x="23" y="52"/>
                  </a:lnTo>
                  <a:lnTo>
                    <a:pt x="21" y="52"/>
                  </a:lnTo>
                  <a:lnTo>
                    <a:pt x="19" y="52"/>
                  </a:lnTo>
                  <a:lnTo>
                    <a:pt x="17" y="51"/>
                  </a:lnTo>
                  <a:lnTo>
                    <a:pt x="16" y="51"/>
                  </a:lnTo>
                  <a:lnTo>
                    <a:pt x="15" y="49"/>
                  </a:lnTo>
                  <a:lnTo>
                    <a:pt x="13" y="48"/>
                  </a:lnTo>
                  <a:lnTo>
                    <a:pt x="12" y="48"/>
                  </a:lnTo>
                  <a:lnTo>
                    <a:pt x="11" y="47"/>
                  </a:lnTo>
                  <a:lnTo>
                    <a:pt x="11" y="45"/>
                  </a:lnTo>
                  <a:lnTo>
                    <a:pt x="9" y="44"/>
                  </a:lnTo>
                  <a:lnTo>
                    <a:pt x="8" y="44"/>
                  </a:lnTo>
                  <a:lnTo>
                    <a:pt x="7" y="43"/>
                  </a:lnTo>
                  <a:lnTo>
                    <a:pt x="5" y="41"/>
                  </a:lnTo>
                  <a:lnTo>
                    <a:pt x="5" y="40"/>
                  </a:lnTo>
                  <a:lnTo>
                    <a:pt x="4" y="39"/>
                  </a:lnTo>
                  <a:lnTo>
                    <a:pt x="4" y="37"/>
                  </a:lnTo>
                  <a:lnTo>
                    <a:pt x="3" y="36"/>
                  </a:lnTo>
                  <a:lnTo>
                    <a:pt x="3" y="35"/>
                  </a:lnTo>
                  <a:lnTo>
                    <a:pt x="2" y="33"/>
                  </a:lnTo>
                  <a:lnTo>
                    <a:pt x="2" y="31"/>
                  </a:lnTo>
                  <a:lnTo>
                    <a:pt x="0" y="29"/>
                  </a:lnTo>
                  <a:lnTo>
                    <a:pt x="0" y="28"/>
                  </a:lnTo>
                  <a:lnTo>
                    <a:pt x="0" y="27"/>
                  </a:lnTo>
                  <a:lnTo>
                    <a:pt x="0" y="25"/>
                  </a:lnTo>
                  <a:lnTo>
                    <a:pt x="0" y="24"/>
                  </a:lnTo>
                  <a:lnTo>
                    <a:pt x="0" y="21"/>
                  </a:lnTo>
                  <a:close/>
                </a:path>
              </a:pathLst>
            </a:custGeom>
            <a:solidFill>
              <a:srgbClr val="000000"/>
            </a:solidFill>
            <a:ln w="1905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6032" name="Rectangle 78">
              <a:extLst>
                <a:ext uri="{FF2B5EF4-FFF2-40B4-BE49-F238E27FC236}">
                  <a16:creationId xmlns:a16="http://schemas.microsoft.com/office/drawing/2014/main" id="{87C72131-44A2-4BF3-8871-F7B6AEAFC836}"/>
                </a:ext>
              </a:extLst>
            </p:cNvPr>
            <p:cNvSpPr>
              <a:spLocks noChangeArrowheads="1"/>
            </p:cNvSpPr>
            <p:nvPr/>
          </p:nvSpPr>
          <p:spPr bwMode="auto">
            <a:xfrm>
              <a:off x="1898650" y="5357813"/>
              <a:ext cx="268288" cy="269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w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6033" name="AutoShape 80">
              <a:extLst>
                <a:ext uri="{FF2B5EF4-FFF2-40B4-BE49-F238E27FC236}">
                  <a16:creationId xmlns:a16="http://schemas.microsoft.com/office/drawing/2014/main" id="{A129FCCC-B109-4B75-8F6C-581F67912B7F}"/>
                </a:ext>
              </a:extLst>
            </p:cNvPr>
            <p:cNvSpPr>
              <a:spLocks noChangeArrowheads="1"/>
            </p:cNvSpPr>
            <p:nvPr/>
          </p:nvSpPr>
          <p:spPr bwMode="auto">
            <a:xfrm rot="5400000">
              <a:off x="2443163" y="3897313"/>
              <a:ext cx="579437" cy="484187"/>
            </a:xfrm>
            <a:prstGeom prst="flowChartDelay">
              <a:avLst/>
            </a:prstGeom>
            <a:solidFill>
              <a:schemeClr val="bg1"/>
            </a:solidFill>
            <a:ln w="28575">
              <a:solidFill>
                <a:schemeClr val="tx1"/>
              </a:solidFill>
              <a:miter lim="800000"/>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25954" name="Title 1">
            <a:extLst>
              <a:ext uri="{FF2B5EF4-FFF2-40B4-BE49-F238E27FC236}">
                <a16:creationId xmlns:a16="http://schemas.microsoft.com/office/drawing/2014/main" id="{22775276-A7A9-470D-ADDC-303E884A41BE}"/>
              </a:ext>
            </a:extLst>
          </p:cNvPr>
          <p:cNvSpPr txBox="1">
            <a:spLocks/>
          </p:cNvSpPr>
          <p:nvPr/>
        </p:nvSpPr>
        <p:spPr bwMode="auto">
          <a:xfrm>
            <a:off x="0" y="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The Circuit for this example</a:t>
            </a:r>
          </a:p>
        </p:txBody>
      </p:sp>
      <p:grpSp>
        <p:nvGrpSpPr>
          <p:cNvPr id="125955" name="Group 76">
            <a:extLst>
              <a:ext uri="{FF2B5EF4-FFF2-40B4-BE49-F238E27FC236}">
                <a16:creationId xmlns:a16="http://schemas.microsoft.com/office/drawing/2014/main" id="{FFA2771C-CAA0-4679-84C0-8D9DF91B60F1}"/>
              </a:ext>
            </a:extLst>
          </p:cNvPr>
          <p:cNvGrpSpPr>
            <a:grpSpLocks/>
          </p:cNvGrpSpPr>
          <p:nvPr/>
        </p:nvGrpSpPr>
        <p:grpSpPr bwMode="auto">
          <a:xfrm>
            <a:off x="-15875" y="4759325"/>
            <a:ext cx="2782888" cy="461963"/>
            <a:chOff x="5430520" y="6081375"/>
            <a:chExt cx="2781631" cy="461665"/>
          </a:xfrm>
        </p:grpSpPr>
        <p:sp>
          <p:nvSpPr>
            <p:cNvPr id="125963" name="TextBox 77">
              <a:extLst>
                <a:ext uri="{FF2B5EF4-FFF2-40B4-BE49-F238E27FC236}">
                  <a16:creationId xmlns:a16="http://schemas.microsoft.com/office/drawing/2014/main" id="{EAB9B218-F2A4-4429-9101-A83F819B6ED7}"/>
                </a:ext>
              </a:extLst>
            </p:cNvPr>
            <p:cNvSpPr txBox="1">
              <a:spLocks noChangeArrowheads="1"/>
            </p:cNvSpPr>
            <p:nvPr/>
          </p:nvSpPr>
          <p:spPr bwMode="auto">
            <a:xfrm>
              <a:off x="5430520" y="6081375"/>
              <a:ext cx="27816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 </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 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2</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  +  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endParaRPr kumimoji="0" lang="en-US" altLang="en-US" sz="2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5964" name="Freeform 8">
              <a:extLst>
                <a:ext uri="{FF2B5EF4-FFF2-40B4-BE49-F238E27FC236}">
                  <a16:creationId xmlns:a16="http://schemas.microsoft.com/office/drawing/2014/main" id="{68A9D0EA-D3A5-4CAD-B498-A1764197448D}"/>
                </a:ext>
              </a:extLst>
            </p:cNvPr>
            <p:cNvSpPr>
              <a:spLocks/>
            </p:cNvSpPr>
            <p:nvPr/>
          </p:nvSpPr>
          <p:spPr bwMode="auto">
            <a:xfrm>
              <a:off x="7477443" y="6235383"/>
              <a:ext cx="239077" cy="246697"/>
            </a:xfrm>
            <a:custGeom>
              <a:avLst/>
              <a:gdLst>
                <a:gd name="T0" fmla="*/ 0 w 560"/>
                <a:gd name="T1" fmla="*/ 2147483646 h 522"/>
                <a:gd name="T2" fmla="*/ 2147483646 w 560"/>
                <a:gd name="T3" fmla="*/ 2147483646 h 522"/>
                <a:gd name="T4" fmla="*/ 2147483646 w 560"/>
                <a:gd name="T5" fmla="*/ 2147483646 h 522"/>
                <a:gd name="T6" fmla="*/ 2147483646 w 560"/>
                <a:gd name="T7" fmla="*/ 2147483646 h 522"/>
                <a:gd name="T8" fmla="*/ 2147483646 w 560"/>
                <a:gd name="T9" fmla="*/ 2147483646 h 522"/>
                <a:gd name="T10" fmla="*/ 2147483646 w 560"/>
                <a:gd name="T11" fmla="*/ 2147483646 h 522"/>
                <a:gd name="T12" fmla="*/ 2147483646 w 560"/>
                <a:gd name="T13" fmla="*/ 2147483646 h 522"/>
                <a:gd name="T14" fmla="*/ 2147483646 w 560"/>
                <a:gd name="T15" fmla="*/ 2147483646 h 522"/>
                <a:gd name="T16" fmla="*/ 2147483646 w 560"/>
                <a:gd name="T17" fmla="*/ 2147483646 h 522"/>
                <a:gd name="T18" fmla="*/ 2147483646 w 560"/>
                <a:gd name="T19" fmla="*/ 2147483646 h 522"/>
                <a:gd name="T20" fmla="*/ 2147483646 w 560"/>
                <a:gd name="T21" fmla="*/ 2147483646 h 522"/>
                <a:gd name="T22" fmla="*/ 2147483646 w 560"/>
                <a:gd name="T23" fmla="*/ 0 h 522"/>
                <a:gd name="T24" fmla="*/ 2147483646 w 560"/>
                <a:gd name="T25" fmla="*/ 2147483646 h 522"/>
                <a:gd name="T26" fmla="*/ 2147483646 w 560"/>
                <a:gd name="T27" fmla="*/ 2147483646 h 522"/>
                <a:gd name="T28" fmla="*/ 2147483646 w 560"/>
                <a:gd name="T29" fmla="*/ 2147483646 h 522"/>
                <a:gd name="T30" fmla="*/ 2147483646 w 560"/>
                <a:gd name="T31" fmla="*/ 2147483646 h 522"/>
                <a:gd name="T32" fmla="*/ 2147483646 w 560"/>
                <a:gd name="T33" fmla="*/ 2147483646 h 522"/>
                <a:gd name="T34" fmla="*/ 2147483646 w 560"/>
                <a:gd name="T35" fmla="*/ 2147483646 h 522"/>
                <a:gd name="T36" fmla="*/ 2147483646 w 560"/>
                <a:gd name="T37" fmla="*/ 2147483646 h 522"/>
                <a:gd name="T38" fmla="*/ 2147483646 w 560"/>
                <a:gd name="T39" fmla="*/ 2147483646 h 522"/>
                <a:gd name="T40" fmla="*/ 2147483646 w 560"/>
                <a:gd name="T41" fmla="*/ 2147483646 h 522"/>
                <a:gd name="T42" fmla="*/ 2147483646 w 560"/>
                <a:gd name="T43" fmla="*/ 2147483646 h 522"/>
                <a:gd name="T44" fmla="*/ 2147483646 w 560"/>
                <a:gd name="T45" fmla="*/ 2147483646 h 522"/>
                <a:gd name="T46" fmla="*/ 2147483646 w 560"/>
                <a:gd name="T47" fmla="*/ 2147483646 h 522"/>
                <a:gd name="T48" fmla="*/ 2147483646 w 560"/>
                <a:gd name="T49" fmla="*/ 2147483646 h 522"/>
                <a:gd name="T50" fmla="*/ 2147483646 w 560"/>
                <a:gd name="T51" fmla="*/ 2147483646 h 522"/>
                <a:gd name="T52" fmla="*/ 2147483646 w 560"/>
                <a:gd name="T53" fmla="*/ 2147483646 h 522"/>
                <a:gd name="T54" fmla="*/ 2147483646 w 560"/>
                <a:gd name="T55" fmla="*/ 2147483646 h 522"/>
                <a:gd name="T56" fmla="*/ 2147483646 w 560"/>
                <a:gd name="T57" fmla="*/ 2147483646 h 522"/>
                <a:gd name="T58" fmla="*/ 2147483646 w 560"/>
                <a:gd name="T59" fmla="*/ 2147483646 h 522"/>
                <a:gd name="T60" fmla="*/ 2147483646 w 560"/>
                <a:gd name="T61" fmla="*/ 2147483646 h 522"/>
                <a:gd name="T62" fmla="*/ 2147483646 w 560"/>
                <a:gd name="T63" fmla="*/ 2147483646 h 522"/>
                <a:gd name="T64" fmla="*/ 2147483646 w 560"/>
                <a:gd name="T65" fmla="*/ 2147483646 h 522"/>
                <a:gd name="T66" fmla="*/ 2147483646 w 560"/>
                <a:gd name="T67" fmla="*/ 2147483646 h 522"/>
                <a:gd name="T68" fmla="*/ 2147483646 w 560"/>
                <a:gd name="T69" fmla="*/ 2147483646 h 522"/>
                <a:gd name="T70" fmla="*/ 2147483646 w 560"/>
                <a:gd name="T71" fmla="*/ 2147483646 h 522"/>
                <a:gd name="T72" fmla="*/ 2147483646 w 560"/>
                <a:gd name="T73" fmla="*/ 2147483646 h 522"/>
                <a:gd name="T74" fmla="*/ 2147483646 w 560"/>
                <a:gd name="T75" fmla="*/ 2147483646 h 522"/>
                <a:gd name="T76" fmla="*/ 2147483646 w 560"/>
                <a:gd name="T77" fmla="*/ 2147483646 h 522"/>
                <a:gd name="T78" fmla="*/ 2147483646 w 560"/>
                <a:gd name="T79" fmla="*/ 2147483646 h 522"/>
                <a:gd name="T80" fmla="*/ 2147483646 w 560"/>
                <a:gd name="T81" fmla="*/ 2147483646 h 522"/>
                <a:gd name="T82" fmla="*/ 2147483646 w 560"/>
                <a:gd name="T83" fmla="*/ 2147483646 h 522"/>
                <a:gd name="T84" fmla="*/ 2147483646 w 560"/>
                <a:gd name="T85" fmla="*/ 2147483646 h 522"/>
                <a:gd name="T86" fmla="*/ 2147483646 w 560"/>
                <a:gd name="T87" fmla="*/ 2147483646 h 522"/>
                <a:gd name="T88" fmla="*/ 2147483646 w 560"/>
                <a:gd name="T89" fmla="*/ 2147483646 h 522"/>
                <a:gd name="T90" fmla="*/ 2147483646 w 560"/>
                <a:gd name="T91" fmla="*/ 2147483646 h 522"/>
                <a:gd name="T92" fmla="*/ 2147483646 w 560"/>
                <a:gd name="T93" fmla="*/ 2147483646 h 522"/>
                <a:gd name="T94" fmla="*/ 2147483646 w 560"/>
                <a:gd name="T95" fmla="*/ 2147483646 h 522"/>
                <a:gd name="T96" fmla="*/ 2147483646 w 560"/>
                <a:gd name="T97" fmla="*/ 2147483646 h 522"/>
                <a:gd name="T98" fmla="*/ 2147483646 w 560"/>
                <a:gd name="T99" fmla="*/ 2147483646 h 522"/>
                <a:gd name="T100" fmla="*/ 2147483646 w 560"/>
                <a:gd name="T101" fmla="*/ 2147483646 h 522"/>
                <a:gd name="T102" fmla="*/ 2147483646 w 560"/>
                <a:gd name="T103" fmla="*/ 2147483646 h 522"/>
                <a:gd name="T104" fmla="*/ 2147483646 w 560"/>
                <a:gd name="T105" fmla="*/ 2147483646 h 522"/>
                <a:gd name="T106" fmla="*/ 2147483646 w 560"/>
                <a:gd name="T107" fmla="*/ 2147483646 h 522"/>
                <a:gd name="T108" fmla="*/ 2147483646 w 560"/>
                <a:gd name="T109" fmla="*/ 2147483646 h 522"/>
                <a:gd name="T110" fmla="*/ 0 w 560"/>
                <a:gd name="T111" fmla="*/ 2147483646 h 5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560" h="522">
                  <a:moveTo>
                    <a:pt x="0" y="259"/>
                  </a:moveTo>
                  <a:lnTo>
                    <a:pt x="0" y="265"/>
                  </a:lnTo>
                  <a:lnTo>
                    <a:pt x="0" y="252"/>
                  </a:lnTo>
                  <a:lnTo>
                    <a:pt x="2" y="239"/>
                  </a:lnTo>
                  <a:lnTo>
                    <a:pt x="4" y="226"/>
                  </a:lnTo>
                  <a:lnTo>
                    <a:pt x="6" y="212"/>
                  </a:lnTo>
                  <a:lnTo>
                    <a:pt x="10" y="199"/>
                  </a:lnTo>
                  <a:lnTo>
                    <a:pt x="13" y="186"/>
                  </a:lnTo>
                  <a:lnTo>
                    <a:pt x="17" y="173"/>
                  </a:lnTo>
                  <a:lnTo>
                    <a:pt x="21" y="162"/>
                  </a:lnTo>
                  <a:lnTo>
                    <a:pt x="26" y="151"/>
                  </a:lnTo>
                  <a:lnTo>
                    <a:pt x="32" y="140"/>
                  </a:lnTo>
                  <a:lnTo>
                    <a:pt x="39" y="128"/>
                  </a:lnTo>
                  <a:lnTo>
                    <a:pt x="47" y="117"/>
                  </a:lnTo>
                  <a:lnTo>
                    <a:pt x="52" y="106"/>
                  </a:lnTo>
                  <a:lnTo>
                    <a:pt x="62" y="97"/>
                  </a:lnTo>
                  <a:lnTo>
                    <a:pt x="69" y="87"/>
                  </a:lnTo>
                  <a:lnTo>
                    <a:pt x="79" y="78"/>
                  </a:lnTo>
                  <a:lnTo>
                    <a:pt x="88" y="69"/>
                  </a:lnTo>
                  <a:lnTo>
                    <a:pt x="97" y="61"/>
                  </a:lnTo>
                  <a:lnTo>
                    <a:pt x="107" y="54"/>
                  </a:lnTo>
                  <a:lnTo>
                    <a:pt x="118" y="46"/>
                  </a:lnTo>
                  <a:lnTo>
                    <a:pt x="129" y="39"/>
                  </a:lnTo>
                  <a:lnTo>
                    <a:pt x="138" y="33"/>
                  </a:lnTo>
                  <a:lnTo>
                    <a:pt x="151" y="26"/>
                  </a:lnTo>
                  <a:lnTo>
                    <a:pt x="163" y="22"/>
                  </a:lnTo>
                  <a:lnTo>
                    <a:pt x="174" y="16"/>
                  </a:lnTo>
                  <a:lnTo>
                    <a:pt x="187" y="13"/>
                  </a:lnTo>
                  <a:lnTo>
                    <a:pt x="200" y="9"/>
                  </a:lnTo>
                  <a:lnTo>
                    <a:pt x="213" y="5"/>
                  </a:lnTo>
                  <a:lnTo>
                    <a:pt x="224" y="3"/>
                  </a:lnTo>
                  <a:lnTo>
                    <a:pt x="239" y="1"/>
                  </a:lnTo>
                  <a:lnTo>
                    <a:pt x="252" y="1"/>
                  </a:lnTo>
                  <a:lnTo>
                    <a:pt x="265" y="0"/>
                  </a:lnTo>
                  <a:lnTo>
                    <a:pt x="295" y="0"/>
                  </a:lnTo>
                  <a:lnTo>
                    <a:pt x="310" y="1"/>
                  </a:lnTo>
                  <a:lnTo>
                    <a:pt x="323" y="1"/>
                  </a:lnTo>
                  <a:lnTo>
                    <a:pt x="336" y="3"/>
                  </a:lnTo>
                  <a:lnTo>
                    <a:pt x="349" y="5"/>
                  </a:lnTo>
                  <a:lnTo>
                    <a:pt x="362" y="9"/>
                  </a:lnTo>
                  <a:lnTo>
                    <a:pt x="375" y="13"/>
                  </a:lnTo>
                  <a:lnTo>
                    <a:pt x="387" y="16"/>
                  </a:lnTo>
                  <a:lnTo>
                    <a:pt x="400" y="22"/>
                  </a:lnTo>
                  <a:lnTo>
                    <a:pt x="411" y="26"/>
                  </a:lnTo>
                  <a:lnTo>
                    <a:pt x="422" y="33"/>
                  </a:lnTo>
                  <a:lnTo>
                    <a:pt x="433" y="39"/>
                  </a:lnTo>
                  <a:lnTo>
                    <a:pt x="444" y="46"/>
                  </a:lnTo>
                  <a:lnTo>
                    <a:pt x="454" y="54"/>
                  </a:lnTo>
                  <a:lnTo>
                    <a:pt x="465" y="61"/>
                  </a:lnTo>
                  <a:lnTo>
                    <a:pt x="474" y="69"/>
                  </a:lnTo>
                  <a:lnTo>
                    <a:pt x="484" y="78"/>
                  </a:lnTo>
                  <a:lnTo>
                    <a:pt x="491" y="87"/>
                  </a:lnTo>
                  <a:lnTo>
                    <a:pt x="500" y="97"/>
                  </a:lnTo>
                  <a:lnTo>
                    <a:pt x="508" y="106"/>
                  </a:lnTo>
                  <a:lnTo>
                    <a:pt x="515" y="117"/>
                  </a:lnTo>
                  <a:lnTo>
                    <a:pt x="523" y="128"/>
                  </a:lnTo>
                  <a:lnTo>
                    <a:pt x="528" y="140"/>
                  </a:lnTo>
                  <a:lnTo>
                    <a:pt x="534" y="151"/>
                  </a:lnTo>
                  <a:lnTo>
                    <a:pt x="540" y="162"/>
                  </a:lnTo>
                  <a:lnTo>
                    <a:pt x="545" y="173"/>
                  </a:lnTo>
                  <a:lnTo>
                    <a:pt x="549" y="186"/>
                  </a:lnTo>
                  <a:lnTo>
                    <a:pt x="553" y="199"/>
                  </a:lnTo>
                  <a:lnTo>
                    <a:pt x="555" y="212"/>
                  </a:lnTo>
                  <a:lnTo>
                    <a:pt x="558" y="226"/>
                  </a:lnTo>
                  <a:lnTo>
                    <a:pt x="560" y="239"/>
                  </a:lnTo>
                  <a:lnTo>
                    <a:pt x="560" y="252"/>
                  </a:lnTo>
                  <a:lnTo>
                    <a:pt x="560" y="265"/>
                  </a:lnTo>
                  <a:lnTo>
                    <a:pt x="560" y="259"/>
                  </a:lnTo>
                  <a:lnTo>
                    <a:pt x="560" y="272"/>
                  </a:lnTo>
                  <a:lnTo>
                    <a:pt x="560" y="285"/>
                  </a:lnTo>
                  <a:lnTo>
                    <a:pt x="558" y="298"/>
                  </a:lnTo>
                  <a:lnTo>
                    <a:pt x="555" y="311"/>
                  </a:lnTo>
                  <a:lnTo>
                    <a:pt x="553" y="325"/>
                  </a:lnTo>
                  <a:lnTo>
                    <a:pt x="549" y="338"/>
                  </a:lnTo>
                  <a:lnTo>
                    <a:pt x="545" y="349"/>
                  </a:lnTo>
                  <a:lnTo>
                    <a:pt x="540" y="362"/>
                  </a:lnTo>
                  <a:lnTo>
                    <a:pt x="534" y="373"/>
                  </a:lnTo>
                  <a:lnTo>
                    <a:pt x="528" y="384"/>
                  </a:lnTo>
                  <a:lnTo>
                    <a:pt x="523" y="395"/>
                  </a:lnTo>
                  <a:lnTo>
                    <a:pt x="515" y="407"/>
                  </a:lnTo>
                  <a:lnTo>
                    <a:pt x="508" y="416"/>
                  </a:lnTo>
                  <a:lnTo>
                    <a:pt x="500" y="427"/>
                  </a:lnTo>
                  <a:lnTo>
                    <a:pt x="491" y="437"/>
                  </a:lnTo>
                  <a:lnTo>
                    <a:pt x="484" y="446"/>
                  </a:lnTo>
                  <a:lnTo>
                    <a:pt x="474" y="455"/>
                  </a:lnTo>
                  <a:lnTo>
                    <a:pt x="465" y="463"/>
                  </a:lnTo>
                  <a:lnTo>
                    <a:pt x="454" y="470"/>
                  </a:lnTo>
                  <a:lnTo>
                    <a:pt x="444" y="478"/>
                  </a:lnTo>
                  <a:lnTo>
                    <a:pt x="433" y="485"/>
                  </a:lnTo>
                  <a:lnTo>
                    <a:pt x="422" y="491"/>
                  </a:lnTo>
                  <a:lnTo>
                    <a:pt x="411" y="496"/>
                  </a:lnTo>
                  <a:lnTo>
                    <a:pt x="400" y="502"/>
                  </a:lnTo>
                  <a:lnTo>
                    <a:pt x="387" y="508"/>
                  </a:lnTo>
                  <a:lnTo>
                    <a:pt x="375" y="511"/>
                  </a:lnTo>
                  <a:lnTo>
                    <a:pt x="362" y="515"/>
                  </a:lnTo>
                  <a:lnTo>
                    <a:pt x="349" y="519"/>
                  </a:lnTo>
                  <a:lnTo>
                    <a:pt x="336" y="521"/>
                  </a:lnTo>
                  <a:lnTo>
                    <a:pt x="323" y="522"/>
                  </a:lnTo>
                  <a:lnTo>
                    <a:pt x="310" y="522"/>
                  </a:lnTo>
                  <a:lnTo>
                    <a:pt x="295" y="522"/>
                  </a:lnTo>
                  <a:lnTo>
                    <a:pt x="265" y="522"/>
                  </a:lnTo>
                  <a:lnTo>
                    <a:pt x="252" y="522"/>
                  </a:lnTo>
                  <a:lnTo>
                    <a:pt x="239" y="522"/>
                  </a:lnTo>
                  <a:lnTo>
                    <a:pt x="224" y="521"/>
                  </a:lnTo>
                  <a:lnTo>
                    <a:pt x="213" y="519"/>
                  </a:lnTo>
                  <a:lnTo>
                    <a:pt x="200" y="515"/>
                  </a:lnTo>
                  <a:lnTo>
                    <a:pt x="187" y="511"/>
                  </a:lnTo>
                  <a:lnTo>
                    <a:pt x="174" y="508"/>
                  </a:lnTo>
                  <a:lnTo>
                    <a:pt x="163" y="502"/>
                  </a:lnTo>
                  <a:lnTo>
                    <a:pt x="151" y="496"/>
                  </a:lnTo>
                  <a:lnTo>
                    <a:pt x="138" y="491"/>
                  </a:lnTo>
                  <a:lnTo>
                    <a:pt x="129" y="485"/>
                  </a:lnTo>
                  <a:lnTo>
                    <a:pt x="118" y="478"/>
                  </a:lnTo>
                  <a:lnTo>
                    <a:pt x="107" y="470"/>
                  </a:lnTo>
                  <a:lnTo>
                    <a:pt x="97" y="463"/>
                  </a:lnTo>
                  <a:lnTo>
                    <a:pt x="88" y="455"/>
                  </a:lnTo>
                  <a:lnTo>
                    <a:pt x="79" y="446"/>
                  </a:lnTo>
                  <a:lnTo>
                    <a:pt x="69" y="437"/>
                  </a:lnTo>
                  <a:lnTo>
                    <a:pt x="62" y="427"/>
                  </a:lnTo>
                  <a:lnTo>
                    <a:pt x="52" y="416"/>
                  </a:lnTo>
                  <a:lnTo>
                    <a:pt x="47" y="407"/>
                  </a:lnTo>
                  <a:lnTo>
                    <a:pt x="39" y="395"/>
                  </a:lnTo>
                  <a:lnTo>
                    <a:pt x="32" y="384"/>
                  </a:lnTo>
                  <a:lnTo>
                    <a:pt x="26" y="373"/>
                  </a:lnTo>
                  <a:lnTo>
                    <a:pt x="21" y="362"/>
                  </a:lnTo>
                  <a:lnTo>
                    <a:pt x="17" y="349"/>
                  </a:lnTo>
                  <a:lnTo>
                    <a:pt x="13" y="338"/>
                  </a:lnTo>
                  <a:lnTo>
                    <a:pt x="10" y="325"/>
                  </a:lnTo>
                  <a:lnTo>
                    <a:pt x="6" y="311"/>
                  </a:lnTo>
                  <a:lnTo>
                    <a:pt x="4" y="298"/>
                  </a:lnTo>
                  <a:lnTo>
                    <a:pt x="2" y="285"/>
                  </a:lnTo>
                  <a:lnTo>
                    <a:pt x="0" y="272"/>
                  </a:lnTo>
                  <a:lnTo>
                    <a:pt x="0" y="259"/>
                  </a:lnTo>
                  <a:close/>
                </a:path>
              </a:pathLst>
            </a:custGeom>
            <a:noFill/>
            <a:ln w="28575">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25956" name="Group 80">
            <a:extLst>
              <a:ext uri="{FF2B5EF4-FFF2-40B4-BE49-F238E27FC236}">
                <a16:creationId xmlns:a16="http://schemas.microsoft.com/office/drawing/2014/main" id="{4D88BA7B-6BF2-4AF2-B8B6-8ADC5E018A73}"/>
              </a:ext>
            </a:extLst>
          </p:cNvPr>
          <p:cNvGrpSpPr>
            <a:grpSpLocks/>
          </p:cNvGrpSpPr>
          <p:nvPr/>
        </p:nvGrpSpPr>
        <p:grpSpPr bwMode="auto">
          <a:xfrm>
            <a:off x="-50800" y="3429000"/>
            <a:ext cx="2025650" cy="461963"/>
            <a:chOff x="5430520" y="6081375"/>
            <a:chExt cx="2025214" cy="461665"/>
          </a:xfrm>
        </p:grpSpPr>
        <p:sp>
          <p:nvSpPr>
            <p:cNvPr id="125961" name="TextBox 81">
              <a:extLst>
                <a:ext uri="{FF2B5EF4-FFF2-40B4-BE49-F238E27FC236}">
                  <a16:creationId xmlns:a16="http://schemas.microsoft.com/office/drawing/2014/main" id="{4EFD6089-ACD7-45F3-90EC-D80534BDB6E1}"/>
                </a:ext>
              </a:extLst>
            </p:cNvPr>
            <p:cNvSpPr txBox="1">
              <a:spLocks noChangeArrowheads="1"/>
            </p:cNvSpPr>
            <p:nvPr/>
          </p:nvSpPr>
          <p:spPr bwMode="auto">
            <a:xfrm>
              <a:off x="5430520" y="6081375"/>
              <a:ext cx="2025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 </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  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2</a:t>
              </a:r>
              <a:endParaRPr kumimoji="0" lang="en-US" altLang="en-US" sz="28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5962" name="Freeform 8">
              <a:extLst>
                <a:ext uri="{FF2B5EF4-FFF2-40B4-BE49-F238E27FC236}">
                  <a16:creationId xmlns:a16="http://schemas.microsoft.com/office/drawing/2014/main" id="{C9DB0201-4757-4481-B304-E4BFDA0BE575}"/>
                </a:ext>
              </a:extLst>
            </p:cNvPr>
            <p:cNvSpPr>
              <a:spLocks/>
            </p:cNvSpPr>
            <p:nvPr/>
          </p:nvSpPr>
          <p:spPr bwMode="auto">
            <a:xfrm>
              <a:off x="6735763" y="6225223"/>
              <a:ext cx="239077" cy="246697"/>
            </a:xfrm>
            <a:custGeom>
              <a:avLst/>
              <a:gdLst>
                <a:gd name="T0" fmla="*/ 0 w 560"/>
                <a:gd name="T1" fmla="*/ 2147483646 h 522"/>
                <a:gd name="T2" fmla="*/ 2147483646 w 560"/>
                <a:gd name="T3" fmla="*/ 2147483646 h 522"/>
                <a:gd name="T4" fmla="*/ 2147483646 w 560"/>
                <a:gd name="T5" fmla="*/ 2147483646 h 522"/>
                <a:gd name="T6" fmla="*/ 2147483646 w 560"/>
                <a:gd name="T7" fmla="*/ 2147483646 h 522"/>
                <a:gd name="T8" fmla="*/ 2147483646 w 560"/>
                <a:gd name="T9" fmla="*/ 2147483646 h 522"/>
                <a:gd name="T10" fmla="*/ 2147483646 w 560"/>
                <a:gd name="T11" fmla="*/ 2147483646 h 522"/>
                <a:gd name="T12" fmla="*/ 2147483646 w 560"/>
                <a:gd name="T13" fmla="*/ 2147483646 h 522"/>
                <a:gd name="T14" fmla="*/ 2147483646 w 560"/>
                <a:gd name="T15" fmla="*/ 2147483646 h 522"/>
                <a:gd name="T16" fmla="*/ 2147483646 w 560"/>
                <a:gd name="T17" fmla="*/ 2147483646 h 522"/>
                <a:gd name="T18" fmla="*/ 2147483646 w 560"/>
                <a:gd name="T19" fmla="*/ 2147483646 h 522"/>
                <a:gd name="T20" fmla="*/ 2147483646 w 560"/>
                <a:gd name="T21" fmla="*/ 2147483646 h 522"/>
                <a:gd name="T22" fmla="*/ 2147483646 w 560"/>
                <a:gd name="T23" fmla="*/ 0 h 522"/>
                <a:gd name="T24" fmla="*/ 2147483646 w 560"/>
                <a:gd name="T25" fmla="*/ 2147483646 h 522"/>
                <a:gd name="T26" fmla="*/ 2147483646 w 560"/>
                <a:gd name="T27" fmla="*/ 2147483646 h 522"/>
                <a:gd name="T28" fmla="*/ 2147483646 w 560"/>
                <a:gd name="T29" fmla="*/ 2147483646 h 522"/>
                <a:gd name="T30" fmla="*/ 2147483646 w 560"/>
                <a:gd name="T31" fmla="*/ 2147483646 h 522"/>
                <a:gd name="T32" fmla="*/ 2147483646 w 560"/>
                <a:gd name="T33" fmla="*/ 2147483646 h 522"/>
                <a:gd name="T34" fmla="*/ 2147483646 w 560"/>
                <a:gd name="T35" fmla="*/ 2147483646 h 522"/>
                <a:gd name="T36" fmla="*/ 2147483646 w 560"/>
                <a:gd name="T37" fmla="*/ 2147483646 h 522"/>
                <a:gd name="T38" fmla="*/ 2147483646 w 560"/>
                <a:gd name="T39" fmla="*/ 2147483646 h 522"/>
                <a:gd name="T40" fmla="*/ 2147483646 w 560"/>
                <a:gd name="T41" fmla="*/ 2147483646 h 522"/>
                <a:gd name="T42" fmla="*/ 2147483646 w 560"/>
                <a:gd name="T43" fmla="*/ 2147483646 h 522"/>
                <a:gd name="T44" fmla="*/ 2147483646 w 560"/>
                <a:gd name="T45" fmla="*/ 2147483646 h 522"/>
                <a:gd name="T46" fmla="*/ 2147483646 w 560"/>
                <a:gd name="T47" fmla="*/ 2147483646 h 522"/>
                <a:gd name="T48" fmla="*/ 2147483646 w 560"/>
                <a:gd name="T49" fmla="*/ 2147483646 h 522"/>
                <a:gd name="T50" fmla="*/ 2147483646 w 560"/>
                <a:gd name="T51" fmla="*/ 2147483646 h 522"/>
                <a:gd name="T52" fmla="*/ 2147483646 w 560"/>
                <a:gd name="T53" fmla="*/ 2147483646 h 522"/>
                <a:gd name="T54" fmla="*/ 2147483646 w 560"/>
                <a:gd name="T55" fmla="*/ 2147483646 h 522"/>
                <a:gd name="T56" fmla="*/ 2147483646 w 560"/>
                <a:gd name="T57" fmla="*/ 2147483646 h 522"/>
                <a:gd name="T58" fmla="*/ 2147483646 w 560"/>
                <a:gd name="T59" fmla="*/ 2147483646 h 522"/>
                <a:gd name="T60" fmla="*/ 2147483646 w 560"/>
                <a:gd name="T61" fmla="*/ 2147483646 h 522"/>
                <a:gd name="T62" fmla="*/ 2147483646 w 560"/>
                <a:gd name="T63" fmla="*/ 2147483646 h 522"/>
                <a:gd name="T64" fmla="*/ 2147483646 w 560"/>
                <a:gd name="T65" fmla="*/ 2147483646 h 522"/>
                <a:gd name="T66" fmla="*/ 2147483646 w 560"/>
                <a:gd name="T67" fmla="*/ 2147483646 h 522"/>
                <a:gd name="T68" fmla="*/ 2147483646 w 560"/>
                <a:gd name="T69" fmla="*/ 2147483646 h 522"/>
                <a:gd name="T70" fmla="*/ 2147483646 w 560"/>
                <a:gd name="T71" fmla="*/ 2147483646 h 522"/>
                <a:gd name="T72" fmla="*/ 2147483646 w 560"/>
                <a:gd name="T73" fmla="*/ 2147483646 h 522"/>
                <a:gd name="T74" fmla="*/ 2147483646 w 560"/>
                <a:gd name="T75" fmla="*/ 2147483646 h 522"/>
                <a:gd name="T76" fmla="*/ 2147483646 w 560"/>
                <a:gd name="T77" fmla="*/ 2147483646 h 522"/>
                <a:gd name="T78" fmla="*/ 2147483646 w 560"/>
                <a:gd name="T79" fmla="*/ 2147483646 h 522"/>
                <a:gd name="T80" fmla="*/ 2147483646 w 560"/>
                <a:gd name="T81" fmla="*/ 2147483646 h 522"/>
                <a:gd name="T82" fmla="*/ 2147483646 w 560"/>
                <a:gd name="T83" fmla="*/ 2147483646 h 522"/>
                <a:gd name="T84" fmla="*/ 2147483646 w 560"/>
                <a:gd name="T85" fmla="*/ 2147483646 h 522"/>
                <a:gd name="T86" fmla="*/ 2147483646 w 560"/>
                <a:gd name="T87" fmla="*/ 2147483646 h 522"/>
                <a:gd name="T88" fmla="*/ 2147483646 w 560"/>
                <a:gd name="T89" fmla="*/ 2147483646 h 522"/>
                <a:gd name="T90" fmla="*/ 2147483646 w 560"/>
                <a:gd name="T91" fmla="*/ 2147483646 h 522"/>
                <a:gd name="T92" fmla="*/ 2147483646 w 560"/>
                <a:gd name="T93" fmla="*/ 2147483646 h 522"/>
                <a:gd name="T94" fmla="*/ 2147483646 w 560"/>
                <a:gd name="T95" fmla="*/ 2147483646 h 522"/>
                <a:gd name="T96" fmla="*/ 2147483646 w 560"/>
                <a:gd name="T97" fmla="*/ 2147483646 h 522"/>
                <a:gd name="T98" fmla="*/ 2147483646 w 560"/>
                <a:gd name="T99" fmla="*/ 2147483646 h 522"/>
                <a:gd name="T100" fmla="*/ 2147483646 w 560"/>
                <a:gd name="T101" fmla="*/ 2147483646 h 522"/>
                <a:gd name="T102" fmla="*/ 2147483646 w 560"/>
                <a:gd name="T103" fmla="*/ 2147483646 h 522"/>
                <a:gd name="T104" fmla="*/ 2147483646 w 560"/>
                <a:gd name="T105" fmla="*/ 2147483646 h 522"/>
                <a:gd name="T106" fmla="*/ 2147483646 w 560"/>
                <a:gd name="T107" fmla="*/ 2147483646 h 522"/>
                <a:gd name="T108" fmla="*/ 2147483646 w 560"/>
                <a:gd name="T109" fmla="*/ 2147483646 h 522"/>
                <a:gd name="T110" fmla="*/ 0 w 560"/>
                <a:gd name="T111" fmla="*/ 2147483646 h 5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560" h="522">
                  <a:moveTo>
                    <a:pt x="0" y="259"/>
                  </a:moveTo>
                  <a:lnTo>
                    <a:pt x="0" y="265"/>
                  </a:lnTo>
                  <a:lnTo>
                    <a:pt x="0" y="252"/>
                  </a:lnTo>
                  <a:lnTo>
                    <a:pt x="2" y="239"/>
                  </a:lnTo>
                  <a:lnTo>
                    <a:pt x="4" y="226"/>
                  </a:lnTo>
                  <a:lnTo>
                    <a:pt x="6" y="212"/>
                  </a:lnTo>
                  <a:lnTo>
                    <a:pt x="10" y="199"/>
                  </a:lnTo>
                  <a:lnTo>
                    <a:pt x="13" y="186"/>
                  </a:lnTo>
                  <a:lnTo>
                    <a:pt x="17" y="173"/>
                  </a:lnTo>
                  <a:lnTo>
                    <a:pt x="21" y="162"/>
                  </a:lnTo>
                  <a:lnTo>
                    <a:pt x="26" y="151"/>
                  </a:lnTo>
                  <a:lnTo>
                    <a:pt x="32" y="140"/>
                  </a:lnTo>
                  <a:lnTo>
                    <a:pt x="39" y="128"/>
                  </a:lnTo>
                  <a:lnTo>
                    <a:pt x="47" y="117"/>
                  </a:lnTo>
                  <a:lnTo>
                    <a:pt x="52" y="106"/>
                  </a:lnTo>
                  <a:lnTo>
                    <a:pt x="62" y="97"/>
                  </a:lnTo>
                  <a:lnTo>
                    <a:pt x="69" y="87"/>
                  </a:lnTo>
                  <a:lnTo>
                    <a:pt x="79" y="78"/>
                  </a:lnTo>
                  <a:lnTo>
                    <a:pt x="88" y="69"/>
                  </a:lnTo>
                  <a:lnTo>
                    <a:pt x="97" y="61"/>
                  </a:lnTo>
                  <a:lnTo>
                    <a:pt x="107" y="54"/>
                  </a:lnTo>
                  <a:lnTo>
                    <a:pt x="118" y="46"/>
                  </a:lnTo>
                  <a:lnTo>
                    <a:pt x="129" y="39"/>
                  </a:lnTo>
                  <a:lnTo>
                    <a:pt x="138" y="33"/>
                  </a:lnTo>
                  <a:lnTo>
                    <a:pt x="151" y="26"/>
                  </a:lnTo>
                  <a:lnTo>
                    <a:pt x="163" y="22"/>
                  </a:lnTo>
                  <a:lnTo>
                    <a:pt x="174" y="16"/>
                  </a:lnTo>
                  <a:lnTo>
                    <a:pt x="187" y="13"/>
                  </a:lnTo>
                  <a:lnTo>
                    <a:pt x="200" y="9"/>
                  </a:lnTo>
                  <a:lnTo>
                    <a:pt x="213" y="5"/>
                  </a:lnTo>
                  <a:lnTo>
                    <a:pt x="224" y="3"/>
                  </a:lnTo>
                  <a:lnTo>
                    <a:pt x="239" y="1"/>
                  </a:lnTo>
                  <a:lnTo>
                    <a:pt x="252" y="1"/>
                  </a:lnTo>
                  <a:lnTo>
                    <a:pt x="265" y="0"/>
                  </a:lnTo>
                  <a:lnTo>
                    <a:pt x="295" y="0"/>
                  </a:lnTo>
                  <a:lnTo>
                    <a:pt x="310" y="1"/>
                  </a:lnTo>
                  <a:lnTo>
                    <a:pt x="323" y="1"/>
                  </a:lnTo>
                  <a:lnTo>
                    <a:pt x="336" y="3"/>
                  </a:lnTo>
                  <a:lnTo>
                    <a:pt x="349" y="5"/>
                  </a:lnTo>
                  <a:lnTo>
                    <a:pt x="362" y="9"/>
                  </a:lnTo>
                  <a:lnTo>
                    <a:pt x="375" y="13"/>
                  </a:lnTo>
                  <a:lnTo>
                    <a:pt x="387" y="16"/>
                  </a:lnTo>
                  <a:lnTo>
                    <a:pt x="400" y="22"/>
                  </a:lnTo>
                  <a:lnTo>
                    <a:pt x="411" y="26"/>
                  </a:lnTo>
                  <a:lnTo>
                    <a:pt x="422" y="33"/>
                  </a:lnTo>
                  <a:lnTo>
                    <a:pt x="433" y="39"/>
                  </a:lnTo>
                  <a:lnTo>
                    <a:pt x="444" y="46"/>
                  </a:lnTo>
                  <a:lnTo>
                    <a:pt x="454" y="54"/>
                  </a:lnTo>
                  <a:lnTo>
                    <a:pt x="465" y="61"/>
                  </a:lnTo>
                  <a:lnTo>
                    <a:pt x="474" y="69"/>
                  </a:lnTo>
                  <a:lnTo>
                    <a:pt x="484" y="78"/>
                  </a:lnTo>
                  <a:lnTo>
                    <a:pt x="491" y="87"/>
                  </a:lnTo>
                  <a:lnTo>
                    <a:pt x="500" y="97"/>
                  </a:lnTo>
                  <a:lnTo>
                    <a:pt x="508" y="106"/>
                  </a:lnTo>
                  <a:lnTo>
                    <a:pt x="515" y="117"/>
                  </a:lnTo>
                  <a:lnTo>
                    <a:pt x="523" y="128"/>
                  </a:lnTo>
                  <a:lnTo>
                    <a:pt x="528" y="140"/>
                  </a:lnTo>
                  <a:lnTo>
                    <a:pt x="534" y="151"/>
                  </a:lnTo>
                  <a:lnTo>
                    <a:pt x="540" y="162"/>
                  </a:lnTo>
                  <a:lnTo>
                    <a:pt x="545" y="173"/>
                  </a:lnTo>
                  <a:lnTo>
                    <a:pt x="549" y="186"/>
                  </a:lnTo>
                  <a:lnTo>
                    <a:pt x="553" y="199"/>
                  </a:lnTo>
                  <a:lnTo>
                    <a:pt x="555" y="212"/>
                  </a:lnTo>
                  <a:lnTo>
                    <a:pt x="558" y="226"/>
                  </a:lnTo>
                  <a:lnTo>
                    <a:pt x="560" y="239"/>
                  </a:lnTo>
                  <a:lnTo>
                    <a:pt x="560" y="252"/>
                  </a:lnTo>
                  <a:lnTo>
                    <a:pt x="560" y="265"/>
                  </a:lnTo>
                  <a:lnTo>
                    <a:pt x="560" y="259"/>
                  </a:lnTo>
                  <a:lnTo>
                    <a:pt x="560" y="272"/>
                  </a:lnTo>
                  <a:lnTo>
                    <a:pt x="560" y="285"/>
                  </a:lnTo>
                  <a:lnTo>
                    <a:pt x="558" y="298"/>
                  </a:lnTo>
                  <a:lnTo>
                    <a:pt x="555" y="311"/>
                  </a:lnTo>
                  <a:lnTo>
                    <a:pt x="553" y="325"/>
                  </a:lnTo>
                  <a:lnTo>
                    <a:pt x="549" y="338"/>
                  </a:lnTo>
                  <a:lnTo>
                    <a:pt x="545" y="349"/>
                  </a:lnTo>
                  <a:lnTo>
                    <a:pt x="540" y="362"/>
                  </a:lnTo>
                  <a:lnTo>
                    <a:pt x="534" y="373"/>
                  </a:lnTo>
                  <a:lnTo>
                    <a:pt x="528" y="384"/>
                  </a:lnTo>
                  <a:lnTo>
                    <a:pt x="523" y="395"/>
                  </a:lnTo>
                  <a:lnTo>
                    <a:pt x="515" y="407"/>
                  </a:lnTo>
                  <a:lnTo>
                    <a:pt x="508" y="416"/>
                  </a:lnTo>
                  <a:lnTo>
                    <a:pt x="500" y="427"/>
                  </a:lnTo>
                  <a:lnTo>
                    <a:pt x="491" y="437"/>
                  </a:lnTo>
                  <a:lnTo>
                    <a:pt x="484" y="446"/>
                  </a:lnTo>
                  <a:lnTo>
                    <a:pt x="474" y="455"/>
                  </a:lnTo>
                  <a:lnTo>
                    <a:pt x="465" y="463"/>
                  </a:lnTo>
                  <a:lnTo>
                    <a:pt x="454" y="470"/>
                  </a:lnTo>
                  <a:lnTo>
                    <a:pt x="444" y="478"/>
                  </a:lnTo>
                  <a:lnTo>
                    <a:pt x="433" y="485"/>
                  </a:lnTo>
                  <a:lnTo>
                    <a:pt x="422" y="491"/>
                  </a:lnTo>
                  <a:lnTo>
                    <a:pt x="411" y="496"/>
                  </a:lnTo>
                  <a:lnTo>
                    <a:pt x="400" y="502"/>
                  </a:lnTo>
                  <a:lnTo>
                    <a:pt x="387" y="508"/>
                  </a:lnTo>
                  <a:lnTo>
                    <a:pt x="375" y="511"/>
                  </a:lnTo>
                  <a:lnTo>
                    <a:pt x="362" y="515"/>
                  </a:lnTo>
                  <a:lnTo>
                    <a:pt x="349" y="519"/>
                  </a:lnTo>
                  <a:lnTo>
                    <a:pt x="336" y="521"/>
                  </a:lnTo>
                  <a:lnTo>
                    <a:pt x="323" y="522"/>
                  </a:lnTo>
                  <a:lnTo>
                    <a:pt x="310" y="522"/>
                  </a:lnTo>
                  <a:lnTo>
                    <a:pt x="295" y="522"/>
                  </a:lnTo>
                  <a:lnTo>
                    <a:pt x="265" y="522"/>
                  </a:lnTo>
                  <a:lnTo>
                    <a:pt x="252" y="522"/>
                  </a:lnTo>
                  <a:lnTo>
                    <a:pt x="239" y="522"/>
                  </a:lnTo>
                  <a:lnTo>
                    <a:pt x="224" y="521"/>
                  </a:lnTo>
                  <a:lnTo>
                    <a:pt x="213" y="519"/>
                  </a:lnTo>
                  <a:lnTo>
                    <a:pt x="200" y="515"/>
                  </a:lnTo>
                  <a:lnTo>
                    <a:pt x="187" y="511"/>
                  </a:lnTo>
                  <a:lnTo>
                    <a:pt x="174" y="508"/>
                  </a:lnTo>
                  <a:lnTo>
                    <a:pt x="163" y="502"/>
                  </a:lnTo>
                  <a:lnTo>
                    <a:pt x="151" y="496"/>
                  </a:lnTo>
                  <a:lnTo>
                    <a:pt x="138" y="491"/>
                  </a:lnTo>
                  <a:lnTo>
                    <a:pt x="129" y="485"/>
                  </a:lnTo>
                  <a:lnTo>
                    <a:pt x="118" y="478"/>
                  </a:lnTo>
                  <a:lnTo>
                    <a:pt x="107" y="470"/>
                  </a:lnTo>
                  <a:lnTo>
                    <a:pt x="97" y="463"/>
                  </a:lnTo>
                  <a:lnTo>
                    <a:pt x="88" y="455"/>
                  </a:lnTo>
                  <a:lnTo>
                    <a:pt x="79" y="446"/>
                  </a:lnTo>
                  <a:lnTo>
                    <a:pt x="69" y="437"/>
                  </a:lnTo>
                  <a:lnTo>
                    <a:pt x="62" y="427"/>
                  </a:lnTo>
                  <a:lnTo>
                    <a:pt x="52" y="416"/>
                  </a:lnTo>
                  <a:lnTo>
                    <a:pt x="47" y="407"/>
                  </a:lnTo>
                  <a:lnTo>
                    <a:pt x="39" y="395"/>
                  </a:lnTo>
                  <a:lnTo>
                    <a:pt x="32" y="384"/>
                  </a:lnTo>
                  <a:lnTo>
                    <a:pt x="26" y="373"/>
                  </a:lnTo>
                  <a:lnTo>
                    <a:pt x="21" y="362"/>
                  </a:lnTo>
                  <a:lnTo>
                    <a:pt x="17" y="349"/>
                  </a:lnTo>
                  <a:lnTo>
                    <a:pt x="13" y="338"/>
                  </a:lnTo>
                  <a:lnTo>
                    <a:pt x="10" y="325"/>
                  </a:lnTo>
                  <a:lnTo>
                    <a:pt x="6" y="311"/>
                  </a:lnTo>
                  <a:lnTo>
                    <a:pt x="4" y="298"/>
                  </a:lnTo>
                  <a:lnTo>
                    <a:pt x="2" y="285"/>
                  </a:lnTo>
                  <a:lnTo>
                    <a:pt x="0" y="272"/>
                  </a:lnTo>
                  <a:lnTo>
                    <a:pt x="0" y="259"/>
                  </a:lnTo>
                  <a:close/>
                </a:path>
              </a:pathLst>
            </a:custGeom>
            <a:noFill/>
            <a:ln w="28575">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grpSp>
        <p:nvGrpSpPr>
          <p:cNvPr id="125957" name="Group 83">
            <a:extLst>
              <a:ext uri="{FF2B5EF4-FFF2-40B4-BE49-F238E27FC236}">
                <a16:creationId xmlns:a16="http://schemas.microsoft.com/office/drawing/2014/main" id="{3841881F-7C65-42C1-9A2E-DDC33C22DC91}"/>
              </a:ext>
            </a:extLst>
          </p:cNvPr>
          <p:cNvGrpSpPr>
            <a:grpSpLocks/>
          </p:cNvGrpSpPr>
          <p:nvPr/>
        </p:nvGrpSpPr>
        <p:grpSpPr bwMode="auto">
          <a:xfrm>
            <a:off x="274638" y="1600200"/>
            <a:ext cx="998537" cy="461963"/>
            <a:chOff x="6629400" y="4800600"/>
            <a:chExt cx="999425" cy="461665"/>
          </a:xfrm>
        </p:grpSpPr>
        <p:sp>
          <p:nvSpPr>
            <p:cNvPr id="125959" name="TextBox 84">
              <a:extLst>
                <a:ext uri="{FF2B5EF4-FFF2-40B4-BE49-F238E27FC236}">
                  <a16:creationId xmlns:a16="http://schemas.microsoft.com/office/drawing/2014/main" id="{029DDC02-29C1-45D0-B95A-5D4718318188}"/>
                </a:ext>
              </a:extLst>
            </p:cNvPr>
            <p:cNvSpPr txBox="1">
              <a:spLocks noChangeArrowheads="1"/>
            </p:cNvSpPr>
            <p:nvPr/>
          </p:nvSpPr>
          <p:spPr bwMode="auto">
            <a:xfrm>
              <a:off x="6629400" y="4800600"/>
              <a:ext cx="99942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a:t>
              </a:r>
              <a:r>
                <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2</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y</a:t>
              </a:r>
              <a:r>
                <a:rPr kumimoji="0" lang="en-US" altLang="en-US" sz="20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2</a:t>
              </a:r>
              <a:endParaRPr kumimoji="0" lang="en-US" altLang="en-US" sz="24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125960" name="Straight Connector 85">
              <a:extLst>
                <a:ext uri="{FF2B5EF4-FFF2-40B4-BE49-F238E27FC236}">
                  <a16:creationId xmlns:a16="http://schemas.microsoft.com/office/drawing/2014/main" id="{100FF2E5-51E7-4236-B313-C8D6FD9DE1DC}"/>
                </a:ext>
              </a:extLst>
            </p:cNvPr>
            <p:cNvCxnSpPr>
              <a:cxnSpLocks noChangeShapeType="1"/>
            </p:cNvCxnSpPr>
            <p:nvPr/>
          </p:nvCxnSpPr>
          <p:spPr bwMode="auto">
            <a:xfrm>
              <a:off x="7269731" y="4906894"/>
              <a:ext cx="228803"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cxnSp>
      </p:grpSp>
      <p:sp>
        <p:nvSpPr>
          <p:cNvPr id="125958" name="TextBox 125">
            <a:extLst>
              <a:ext uri="{FF2B5EF4-FFF2-40B4-BE49-F238E27FC236}">
                <a16:creationId xmlns:a16="http://schemas.microsoft.com/office/drawing/2014/main" id="{F7013FFB-3751-4A91-A9B1-391EE68B14E6}"/>
              </a:ext>
            </a:extLst>
          </p:cNvPr>
          <p:cNvSpPr txBox="1">
            <a:spLocks noChangeArrowheads="1"/>
          </p:cNvSpPr>
          <p:nvPr/>
        </p:nvSpPr>
        <p:spPr bwMode="auto">
          <a:xfrm>
            <a:off x="6451600" y="6477000"/>
            <a:ext cx="2643188"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6.71 from the textbook ]</a:t>
            </a:r>
          </a:p>
        </p:txBody>
      </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6A6597-0E44-4F9E-9167-9A8E3C21418B}"/>
              </a:ext>
            </a:extLst>
          </p:cNvPr>
          <p:cNvSpPr>
            <a:spLocks noGrp="1"/>
          </p:cNvSpPr>
          <p:nvPr>
            <p:ph type="title"/>
          </p:nvPr>
        </p:nvSpPr>
        <p:spPr>
          <a:xfrm>
            <a:off x="228600" y="228600"/>
            <a:ext cx="8686800" cy="609600"/>
          </a:xfrm>
        </p:spPr>
        <p:txBody>
          <a:bodyPr/>
          <a:lstStyle/>
          <a:p>
            <a:r>
              <a:rPr lang="en-US" sz="4800"/>
              <a:t>END Slide</a:t>
            </a:r>
          </a:p>
        </p:txBody>
      </p:sp>
      <p:sp>
        <p:nvSpPr>
          <p:cNvPr id="3" name="Slide Number Placeholder 2">
            <a:extLst>
              <a:ext uri="{FF2B5EF4-FFF2-40B4-BE49-F238E27FC236}">
                <a16:creationId xmlns:a16="http://schemas.microsoft.com/office/drawing/2014/main" id="{890BAC1C-2592-44F2-852C-C27A9C18F2EA}"/>
              </a:ext>
            </a:extLst>
          </p:cNvPr>
          <p:cNvSpPr>
            <a:spLocks noGrp="1"/>
          </p:cNvSpPr>
          <p:nvPr>
            <p:ph type="sldNum" sz="quarter" idx="12"/>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A97966BF-D65F-4E28-A407-653B2DF03F01}" type="slidenum">
              <a:rPr kumimoji="0" lang="en-US" altLang="zh-CN" sz="1400" b="0" i="0" u="none" strike="noStrike" kern="1200" cap="none" spc="0" normalizeH="0" baseline="0" noProof="0" smtClean="0">
                <a:ln>
                  <a:noFill/>
                </a:ln>
                <a:solidFill>
                  <a:srgbClr val="000000"/>
                </a:solidFill>
                <a:effectLst/>
                <a:uLnTx/>
                <a:uFillTx/>
                <a:latin typeface="Times New Roman" panose="02020603050405020304" pitchFamily="18" charset="0"/>
                <a:ea typeface="MS PGothic" panose="020B0600070205080204" pitchFamily="34"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94</a:t>
            </a:fld>
            <a:endParaRPr kumimoji="0" lang="en-US" altLang="zh-CN" sz="1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pic>
        <p:nvPicPr>
          <p:cNvPr id="5" name="Picture 2" descr="Q &amp; A – Mechatronics World">
            <a:extLst>
              <a:ext uri="{FF2B5EF4-FFF2-40B4-BE49-F238E27FC236}">
                <a16:creationId xmlns:a16="http://schemas.microsoft.com/office/drawing/2014/main" id="{B84F8481-55AC-4F48-B0CC-DA3B1C727772}"/>
              </a:ext>
            </a:extLst>
          </p:cNvPr>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438934" y="1295400"/>
            <a:ext cx="7971420" cy="478285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73982849"/>
      </p:ext>
    </p:extLst>
  </p:cSld>
  <p:clrMapOvr>
    <a:masterClrMapping/>
  </p:clrMapOvr>
</p:sld>
</file>

<file path=ppt/theme/theme1.xml><?xml version="1.0" encoding="utf-8"?>
<a:theme xmlns:a="http://schemas.openxmlformats.org/drawingml/2006/main" name="Default Design">
  <a:themeElements>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efault Desig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3.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D927F5C48263E44CA0E4BF48DA5842DF" ma:contentTypeVersion="10" ma:contentTypeDescription="Create a new document." ma:contentTypeScope="" ma:versionID="cc6a9fdc59c3920af0e32ab9cc6bc759">
  <xsd:schema xmlns:xsd="http://www.w3.org/2001/XMLSchema" xmlns:xs="http://www.w3.org/2001/XMLSchema" xmlns:p="http://schemas.microsoft.com/office/2006/metadata/properties" xmlns:ns3="2545ccdc-34fc-4cec-a48d-ba29d7877a97" targetNamespace="http://schemas.microsoft.com/office/2006/metadata/properties" ma:root="true" ma:fieldsID="7474bca7c2d6847eb37e3847f5421f7f" ns3:_="">
    <xsd:import namespace="2545ccdc-34fc-4cec-a48d-ba29d7877a97"/>
    <xsd:element name="properties">
      <xsd:complexType>
        <xsd:sequence>
          <xsd:element name="documentManagement">
            <xsd:complexType>
              <xsd:all>
                <xsd:element ref="ns3:MediaServiceMetadata" minOccurs="0"/>
                <xsd:element ref="ns3:MediaServiceFastMetadata" minOccurs="0"/>
                <xsd:element ref="ns3:MediaServiceDateTaken" minOccurs="0"/>
                <xsd:element ref="ns3:MediaServiceAutoTags" minOccurs="0"/>
                <xsd:element ref="ns3:MediaServiceGenerationTime" minOccurs="0"/>
                <xsd:element ref="ns3:MediaServiceEventHashCode" minOccurs="0"/>
                <xsd:element ref="ns3:MediaServiceOCR" minOccurs="0"/>
                <xsd:element ref="ns3:MediaServiceAutoKeyPoints" minOccurs="0"/>
                <xsd:element ref="ns3:MediaServiceKeyPoints" minOccurs="0"/>
                <xsd:element ref="ns3:MediaServiceLocatio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2545ccdc-34fc-4cec-a48d-ba29d7877a97"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DateTaken" ma:index="10" nillable="true" ma:displayName="MediaServiceDateTaken" ma:hidden="true" ma:internalName="MediaServiceDateTaken" ma:readOnly="true">
      <xsd:simpleType>
        <xsd:restriction base="dms:Text"/>
      </xsd:simpleType>
    </xsd:element>
    <xsd:element name="MediaServiceAutoTags" ma:index="11" nillable="true" ma:displayName="Tags" ma:internalName="MediaServiceAutoTags" ma:readOnly="true">
      <xsd:simpleType>
        <xsd:restriction base="dms:Text"/>
      </xsd:simpleType>
    </xsd:element>
    <xsd:element name="MediaServiceGenerationTime" ma:index="12" nillable="true" ma:displayName="MediaServiceGenerationTime" ma:hidden="true" ma:internalName="MediaServiceGenerationTime" ma:readOnly="true">
      <xsd:simpleType>
        <xsd:restriction base="dms:Text"/>
      </xsd:simpleType>
    </xsd:element>
    <xsd:element name="MediaServiceEventHashCode" ma:index="13" nillable="true" ma:displayName="MediaServiceEventHashCode" ma:hidden="true" ma:internalName="MediaServiceEventHashCode" ma:readOnly="true">
      <xsd:simpleType>
        <xsd:restriction base="dms:Text"/>
      </xsd:simpleType>
    </xsd:element>
    <xsd:element name="MediaServiceOCR" ma:index="14" nillable="true" ma:displayName="Extracted Text" ma:internalName="MediaServiceOCR" ma:readOnly="true">
      <xsd:simpleType>
        <xsd:restriction base="dms:Note">
          <xsd:maxLength value="255"/>
        </xsd:restriction>
      </xsd:simpleType>
    </xsd:element>
    <xsd:element name="MediaServiceAutoKeyPoints" ma:index="15" nillable="true" ma:displayName="MediaServiceAutoKeyPoints" ma:hidden="true" ma:internalName="MediaServiceAutoKeyPoints" ma:readOnly="true">
      <xsd:simpleType>
        <xsd:restriction base="dms:Note"/>
      </xsd:simpleType>
    </xsd:element>
    <xsd:element name="MediaServiceKeyPoints" ma:index="16" nillable="true" ma:displayName="KeyPoints" ma:internalName="MediaServiceKeyPoints" ma:readOnly="true">
      <xsd:simpleType>
        <xsd:restriction base="dms:Note">
          <xsd:maxLength value="255"/>
        </xsd:restriction>
      </xsd:simpleType>
    </xsd:element>
    <xsd:element name="MediaServiceLocation" ma:index="17" nillable="true" ma:displayName="Location" ma:internalName="MediaServiceLocatio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2C638D98-A44F-4A29-B2B9-D9FD8ACC44EE}">
  <ds:schemaRefs>
    <ds:schemaRef ds:uri="http://schemas.microsoft.com/sharepoint/v3/contenttype/forms"/>
  </ds:schemaRefs>
</ds:datastoreItem>
</file>

<file path=customXml/itemProps2.xml><?xml version="1.0" encoding="utf-8"?>
<ds:datastoreItem xmlns:ds="http://schemas.openxmlformats.org/officeDocument/2006/customXml" ds:itemID="{89D90360-3B21-4048-9E84-CD66033C6025}">
  <ds:schemaRefs>
    <ds:schemaRef ds:uri="2545ccdc-34fc-4cec-a48d-ba29d7877a97"/>
    <ds:schemaRef ds:uri="http://schemas.microsoft.com/office/infopath/2007/PartnerControls"/>
    <ds:schemaRef ds:uri="http://www.w3.org/XML/1998/namespace"/>
    <ds:schemaRef ds:uri="http://schemas.microsoft.com/office/2006/documentManagement/types"/>
    <ds:schemaRef ds:uri="http://purl.org/dc/elements/1.1/"/>
    <ds:schemaRef ds:uri="http://purl.org/dc/terms/"/>
    <ds:schemaRef ds:uri="http://purl.org/dc/dcmitype/"/>
    <ds:schemaRef ds:uri="http://schemas.openxmlformats.org/package/2006/metadata/core-properties"/>
    <ds:schemaRef ds:uri="http://schemas.microsoft.com/office/2006/metadata/properties"/>
  </ds:schemaRefs>
</ds:datastoreItem>
</file>

<file path=customXml/itemProps3.xml><?xml version="1.0" encoding="utf-8"?>
<ds:datastoreItem xmlns:ds="http://schemas.openxmlformats.org/officeDocument/2006/customXml" ds:itemID="{E956FE2E-B4F1-4025-B184-05238CA68BDC}">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2545ccdc-34fc-4cec-a48d-ba29d7877a97"/>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otalTime>345</TotalTime>
  <Words>6948</Words>
  <Application>Microsoft Office PowerPoint</Application>
  <PresentationFormat>On-screen Show (4:3)</PresentationFormat>
  <Paragraphs>5212</Paragraphs>
  <Slides>94</Slides>
  <Notes>1</Notes>
  <HiddenSlides>0</HiddenSlides>
  <MMClips>0</MMClips>
  <ScaleCrop>false</ScaleCrop>
  <HeadingPairs>
    <vt:vector size="6" baseType="variant">
      <vt:variant>
        <vt:lpstr>Fonts Used</vt:lpstr>
      </vt:variant>
      <vt:variant>
        <vt:i4>12</vt:i4>
      </vt:variant>
      <vt:variant>
        <vt:lpstr>Theme</vt:lpstr>
      </vt:variant>
      <vt:variant>
        <vt:i4>1</vt:i4>
      </vt:variant>
      <vt:variant>
        <vt:lpstr>Slide Titles</vt:lpstr>
      </vt:variant>
      <vt:variant>
        <vt:i4>94</vt:i4>
      </vt:variant>
    </vt:vector>
  </HeadingPairs>
  <TitlesOfParts>
    <vt:vector size="107" baseType="lpstr">
      <vt:lpstr>MS PGothic</vt:lpstr>
      <vt:lpstr>MS PGothic</vt:lpstr>
      <vt:lpstr>Arial</vt:lpstr>
      <vt:lpstr>Calibri</vt:lpstr>
      <vt:lpstr>Helvetica</vt:lpstr>
      <vt:lpstr>MTMI</vt:lpstr>
      <vt:lpstr>MTSYN</vt:lpstr>
      <vt:lpstr>Symbol</vt:lpstr>
      <vt:lpstr>Times</vt:lpstr>
      <vt:lpstr>Times New Roman</vt:lpstr>
      <vt:lpstr>Times-Italic</vt:lpstr>
      <vt:lpstr>Times-Roman</vt:lpstr>
      <vt:lpstr>Default Design</vt:lpstr>
      <vt:lpstr>PowerPoint Presentation</vt:lpstr>
      <vt:lpstr>Administrative Stuff</vt:lpstr>
      <vt:lpstr>32-Designing a Counter </vt:lpstr>
      <vt:lpstr>PowerPoint Presentation</vt:lpstr>
      <vt:lpstr>Partition</vt:lpstr>
      <vt:lpstr>Vending Machine Example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Mini Review</vt:lpstr>
      <vt:lpstr>PowerPoint Presentation</vt:lpstr>
      <vt:lpstr>PowerPoint Presentation</vt:lpstr>
      <vt:lpstr>PowerPoint Presentation</vt:lpstr>
      <vt:lpstr>PowerPoint Presentation</vt:lpstr>
      <vt:lpstr>PowerPoint Presentation</vt:lpstr>
      <vt:lpstr>End of Mini Review</vt:lpstr>
      <vt:lpstr>Example: Implement a modulo-8 counter</vt:lpstr>
      <vt:lpstr>Goal</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Summary</vt:lpstr>
      <vt:lpstr>Example 2: Implement a modulo-8 counter using JK Flip-Flops</vt:lpstr>
      <vt:lpstr>PowerPoint Presentation</vt:lpstr>
      <vt:lpstr>JK Flip-Flop (How it Works)</vt:lpstr>
      <vt:lpstr>Transition Rules in terms of J and K</vt:lpstr>
      <vt:lpstr>Transition Rules in terms of J and K</vt:lpstr>
      <vt:lpstr>Transition Rules in terms of J and K</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Another Example (A Different “Counter”)</vt:lpstr>
      <vt:lpstr>Goal</vt:lpstr>
      <vt:lpstr>Goal</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END Slide</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Copyright 2004 Pearson Addison-Wesley</dc:creator>
  <cp:lastModifiedBy>Ahamed, Md Maruf [E CPE]</cp:lastModifiedBy>
  <cp:revision>4</cp:revision>
  <dcterms:created xsi:type="dcterms:W3CDTF">2003-05-23T15:49:24Z</dcterms:created>
  <dcterms:modified xsi:type="dcterms:W3CDTF">2022-04-18T22:17:32Z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0x010100D927F5C48263E44CA0E4BF48DA5842DF</vt:lpwstr>
  </property>
</Properties>
</file>